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theme/theme2.xml" ContentType="application/vnd.openxmlformats-officedocument.theme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63.xml" ContentType="application/vnd.openxmlformats-officedocument.presentationml.slideLayout+xml"/>
  <Override PartName="/ppt/slideLayouts/slideLayout64.xml" ContentType="application/vnd.openxmlformats-officedocument.presentationml.slideLayout+xml"/>
  <Override PartName="/ppt/slideLayouts/slideLayout65.xml" ContentType="application/vnd.openxmlformats-officedocument.presentationml.slideLayout+xml"/>
  <Override PartName="/ppt/slideLayouts/slideLayout66.xml" ContentType="application/vnd.openxmlformats-officedocument.presentationml.slideLayout+xml"/>
  <Override PartName="/ppt/slideLayouts/slideLayout67.xml" ContentType="application/vnd.openxmlformats-officedocument.presentationml.slideLayout+xml"/>
  <Override PartName="/ppt/slideLayouts/slideLayout68.xml" ContentType="application/vnd.openxmlformats-officedocument.presentationml.slideLayout+xml"/>
  <Override PartName="/ppt/slideLayouts/slideLayout69.xml" ContentType="application/vnd.openxmlformats-officedocument.presentationml.slideLayout+xml"/>
  <Override PartName="/ppt/slideLayouts/slideLayout70.xml" ContentType="application/vnd.openxmlformats-officedocument.presentationml.slideLayout+xml"/>
  <Override PartName="/ppt/slideLayouts/slideLayout71.xml" ContentType="application/vnd.openxmlformats-officedocument.presentationml.slideLayout+xml"/>
  <Override PartName="/ppt/slideLayouts/slideLayout72.xml" ContentType="application/vnd.openxmlformats-officedocument.presentationml.slideLayout+xml"/>
  <Override PartName="/ppt/slideLayouts/slideLayout73.xml" ContentType="application/vnd.openxmlformats-officedocument.presentationml.slideLayout+xml"/>
  <Override PartName="/ppt/slideLayouts/slideLayout74.xml" ContentType="application/vnd.openxmlformats-officedocument.presentationml.slideLayout+xml"/>
  <Override PartName="/ppt/slideLayouts/slideLayout75.xml" ContentType="application/vnd.openxmlformats-officedocument.presentationml.slideLayout+xml"/>
  <Override PartName="/ppt/slideLayouts/slideLayout76.xml" ContentType="application/vnd.openxmlformats-officedocument.presentationml.slideLayout+xml"/>
  <Override PartName="/ppt/slideLayouts/slideLayout77.xml" ContentType="application/vnd.openxmlformats-officedocument.presentationml.slideLayout+xml"/>
  <Override PartName="/ppt/slideLayouts/slideLayout78.xml" ContentType="application/vnd.openxmlformats-officedocument.presentationml.slideLayout+xml"/>
  <Override PartName="/ppt/slideLayouts/slideLayout79.xml" ContentType="application/vnd.openxmlformats-officedocument.presentationml.slideLayout+xml"/>
  <Override PartName="/ppt/slideLayouts/slideLayout80.xml" ContentType="application/vnd.openxmlformats-officedocument.presentationml.slideLayout+xml"/>
  <Override PartName="/ppt/slideLayouts/slideLayout81.xml" ContentType="application/vnd.openxmlformats-officedocument.presentationml.slideLayout+xml"/>
  <Override PartName="/ppt/slideLayouts/slideLayout82.xml" ContentType="application/vnd.openxmlformats-officedocument.presentationml.slideLayout+xml"/>
  <Override PartName="/ppt/slideLayouts/slideLayout83.xml" ContentType="application/vnd.openxmlformats-officedocument.presentationml.slideLayout+xml"/>
  <Override PartName="/ppt/slideLayouts/slideLayout84.xml" ContentType="application/vnd.openxmlformats-officedocument.presentationml.slideLayout+xml"/>
  <Override PartName="/ppt/slideLayouts/slideLayout85.xml" ContentType="application/vnd.openxmlformats-officedocument.presentationml.slideLayout+xml"/>
  <Override PartName="/ppt/slideLayouts/slideLayout86.xml" ContentType="application/vnd.openxmlformats-officedocument.presentationml.slideLayout+xml"/>
  <Override PartName="/ppt/slideLayouts/slideLayout87.xml" ContentType="application/vnd.openxmlformats-officedocument.presentationml.slideLayout+xml"/>
  <Override PartName="/ppt/slideLayouts/slideLayout88.xml" ContentType="application/vnd.openxmlformats-officedocument.presentationml.slideLayout+xml"/>
  <Override PartName="/ppt/slideLayouts/slideLayout89.xml" ContentType="application/vnd.openxmlformats-officedocument.presentationml.slideLayout+xml"/>
  <Override PartName="/ppt/slideLayouts/slideLayout90.xml" ContentType="application/vnd.openxmlformats-officedocument.presentationml.slideLayout+xml"/>
  <Override PartName="/ppt/slideLayouts/slideLayout91.xml" ContentType="application/vnd.openxmlformats-officedocument.presentationml.slideLayout+xml"/>
  <Override PartName="/ppt/theme/theme3.xml" ContentType="application/vnd.openxmlformats-officedocument.theme+xml"/>
  <Override PartName="/ppt/slideLayouts/slideLayout92.xml" ContentType="application/vnd.openxmlformats-officedocument.presentationml.slideLayout+xml"/>
  <Override PartName="/ppt/slideLayouts/slideLayout93.xml" ContentType="application/vnd.openxmlformats-officedocument.presentationml.slideLayout+xml"/>
  <Override PartName="/ppt/slideLayouts/slideLayout94.xml" ContentType="application/vnd.openxmlformats-officedocument.presentationml.slideLayout+xml"/>
  <Override PartName="/ppt/slideLayouts/slideLayout95.xml" ContentType="application/vnd.openxmlformats-officedocument.presentationml.slideLayout+xml"/>
  <Override PartName="/ppt/slideLayouts/slideLayout96.xml" ContentType="application/vnd.openxmlformats-officedocument.presentationml.slideLayout+xml"/>
  <Override PartName="/ppt/slideLayouts/slideLayout97.xml" ContentType="application/vnd.openxmlformats-officedocument.presentationml.slideLayout+xml"/>
  <Override PartName="/ppt/slideLayouts/slideLayout98.xml" ContentType="application/vnd.openxmlformats-officedocument.presentationml.slideLayout+xml"/>
  <Override PartName="/ppt/slideLayouts/slideLayout99.xml" ContentType="application/vnd.openxmlformats-officedocument.presentationml.slideLayout+xml"/>
  <Override PartName="/ppt/slideLayouts/slideLayout100.xml" ContentType="application/vnd.openxmlformats-officedocument.presentationml.slideLayout+xml"/>
  <Override PartName="/ppt/slideLayouts/slideLayout101.xml" ContentType="application/vnd.openxmlformats-officedocument.presentationml.slideLayout+xml"/>
  <Override PartName="/ppt/slideLayouts/slideLayout102.xml" ContentType="application/vnd.openxmlformats-officedocument.presentationml.slideLayout+xml"/>
  <Override PartName="/ppt/slideLayouts/slideLayout103.xml" ContentType="application/vnd.openxmlformats-officedocument.presentationml.slideLayout+xml"/>
  <Override PartName="/ppt/slideLayouts/slideLayout104.xml" ContentType="application/vnd.openxmlformats-officedocument.presentationml.slideLayout+xml"/>
  <Override PartName="/ppt/slideLayouts/slideLayout105.xml" ContentType="application/vnd.openxmlformats-officedocument.presentationml.slideLayout+xml"/>
  <Override PartName="/ppt/slideLayouts/slideLayout106.xml" ContentType="application/vnd.openxmlformats-officedocument.presentationml.slideLayout+xml"/>
  <Override PartName="/ppt/slideLayouts/slideLayout107.xml" ContentType="application/vnd.openxmlformats-officedocument.presentationml.slideLayout+xml"/>
  <Override PartName="/ppt/slideLayouts/slideLayout108.xml" ContentType="application/vnd.openxmlformats-officedocument.presentationml.slideLayout+xml"/>
  <Override PartName="/ppt/slideLayouts/slideLayout109.xml" ContentType="application/vnd.openxmlformats-officedocument.presentationml.slideLayout+xml"/>
  <Override PartName="/ppt/slideLayouts/slideLayout110.xml" ContentType="application/vnd.openxmlformats-officedocument.presentationml.slideLayout+xml"/>
  <Override PartName="/ppt/theme/theme4.xml" ContentType="application/vnd.openxmlformats-officedocument.theme+xml"/>
  <Override PartName="/ppt/theme/theme5.xml" ContentType="application/vnd.openxmlformats-officedocument.theme+xml"/>
  <Override PartName="/ppt/changesInfos/changesInfo1.xml" ContentType="application/vnd.ms-powerpoint.changesinfo+xml"/>
  <Override PartName="/ppt/revisionInfo.xml" ContentType="application/vnd.ms-powerpoint.revision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11" r:id="rId1"/>
    <p:sldMasterId id="2147483751" r:id="rId2"/>
    <p:sldMasterId id="2147483771" r:id="rId3"/>
    <p:sldMasterId id="2147483808" r:id="rId4"/>
  </p:sldMasterIdLst>
  <p:notesMasterIdLst>
    <p:notesMasterId r:id="rId27"/>
  </p:notesMasterIdLst>
  <p:sldIdLst>
    <p:sldId id="512" r:id="rId5"/>
    <p:sldId id="423" r:id="rId6"/>
    <p:sldId id="260" r:id="rId7"/>
    <p:sldId id="349" r:id="rId8"/>
    <p:sldId id="350" r:id="rId9"/>
    <p:sldId id="421" r:id="rId10"/>
    <p:sldId id="261" r:id="rId11"/>
    <p:sldId id="493" r:id="rId12"/>
    <p:sldId id="343" r:id="rId13"/>
    <p:sldId id="355" r:id="rId14"/>
    <p:sldId id="502" r:id="rId15"/>
    <p:sldId id="503" r:id="rId16"/>
    <p:sldId id="504" r:id="rId17"/>
    <p:sldId id="505" r:id="rId18"/>
    <p:sldId id="495" r:id="rId19"/>
    <p:sldId id="470" r:id="rId20"/>
    <p:sldId id="496" r:id="rId21"/>
    <p:sldId id="506" r:id="rId22"/>
    <p:sldId id="484" r:id="rId23"/>
    <p:sldId id="509" r:id="rId24"/>
    <p:sldId id="345" r:id="rId25"/>
    <p:sldId id="497" r:id="rId2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94B06FD8-FBF7-48A6-EC94-7EAC12BBF7D7}" name="Mardones, Francisco" initials="MF" userId="S::Francisco.Mardones@ellucian.com::216dec8c-35d0-45c5-a341-2c26a655750e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8A00B0"/>
    <a:srgbClr val="0CA8B4"/>
    <a:srgbClr val="33CCCC"/>
    <a:srgbClr val="0CB4B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31965832-76C3-4E50-AB4C-8C381C7A64C0}" v="4" dt="2026-06-11T00:07:23.188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edio 2 - Énfasis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 varScale="1">
        <p:scale>
          <a:sx n="63" d="100"/>
          <a:sy n="63" d="100"/>
        </p:scale>
        <p:origin x="804" y="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>
      <p:cViewPr varScale="1">
        <p:scale>
          <a:sx n="48" d="100"/>
          <a:sy n="48" d="100"/>
        </p:scale>
        <p:origin x="2684" y="44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" Type="http://schemas.openxmlformats.org/officeDocument/2006/relationships/slideMaster" Target="slideMasters/slideMaster3.xml"/><Relationship Id="rId21" Type="http://schemas.openxmlformats.org/officeDocument/2006/relationships/slide" Target="slides/slide17.xml"/><Relationship Id="rId34" Type="http://schemas.microsoft.com/office/2018/10/relationships/authors" Target="author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microsoft.com/office/2015/10/relationships/revisionInfo" Target="revisionInfo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microsoft.com/office/2016/11/relationships/changesInfo" Target="changesInfos/changesInfo1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presProps" Target="presProp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tableStyles" Target="tableStyles.xml"/><Relationship Id="rId4" Type="http://schemas.openxmlformats.org/officeDocument/2006/relationships/slideMaster" Target="slideMasters/slideMaster4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notesMaster" Target="notesMasters/notesMaster1.xml"/><Relationship Id="rId30" Type="http://schemas.openxmlformats.org/officeDocument/2006/relationships/theme" Target="theme/theme1.xml"/><Relationship Id="rId8" Type="http://schemas.openxmlformats.org/officeDocument/2006/relationships/slide" Target="slides/slide4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ergio Molina" userId="20636364146_tp_box_2" providerId="OAuth2" clId="{44CDD4FA-DF07-4B69-BC01-0B2B69272B43}"/>
    <pc:docChg chg="custSel addSld delSld modSld">
      <pc:chgData name="Sergio Molina" userId="20636364146_tp_box_2" providerId="OAuth2" clId="{44CDD4FA-DF07-4B69-BC01-0B2B69272B43}" dt="2026-06-11T00:08:32.686" v="57" actId="20577"/>
      <pc:docMkLst>
        <pc:docMk/>
      </pc:docMkLst>
      <pc:sldChg chg="modSp add">
        <pc:chgData name="Sergio Molina" userId="20636364146_tp_box_2" providerId="OAuth2" clId="{44CDD4FA-DF07-4B69-BC01-0B2B69272B43}" dt="2026-06-11T00:07:23.188" v="12"/>
        <pc:sldMkLst>
          <pc:docMk/>
          <pc:sldMk cId="4151330217" sldId="260"/>
        </pc:sldMkLst>
        <pc:spChg chg="mod">
          <ac:chgData name="Sergio Molina" userId="20636364146_tp_box_2" providerId="OAuth2" clId="{44CDD4FA-DF07-4B69-BC01-0B2B69272B43}" dt="2026-06-11T00:07:23.188" v="12"/>
          <ac:spMkLst>
            <pc:docMk/>
            <pc:sldMk cId="4151330217" sldId="260"/>
            <ac:spMk id="2" creationId="{898E1C91-D53E-9F97-C485-84628578389D}"/>
          </ac:spMkLst>
        </pc:spChg>
      </pc:sldChg>
      <pc:sldChg chg="modSp add">
        <pc:chgData name="Sergio Molina" userId="20636364146_tp_box_2" providerId="OAuth2" clId="{44CDD4FA-DF07-4B69-BC01-0B2B69272B43}" dt="2026-06-11T00:07:23.188" v="12"/>
        <pc:sldMkLst>
          <pc:docMk/>
          <pc:sldMk cId="2966767743" sldId="261"/>
        </pc:sldMkLst>
        <pc:spChg chg="mod">
          <ac:chgData name="Sergio Molina" userId="20636364146_tp_box_2" providerId="OAuth2" clId="{44CDD4FA-DF07-4B69-BC01-0B2B69272B43}" dt="2026-06-11T00:07:23.188" v="12"/>
          <ac:spMkLst>
            <pc:docMk/>
            <pc:sldMk cId="2966767743" sldId="261"/>
            <ac:spMk id="2" creationId="{9F9B5C96-8DBC-65FF-FAE3-4F645679D6ED}"/>
          </ac:spMkLst>
        </pc:spChg>
      </pc:sldChg>
      <pc:sldChg chg="modSp">
        <pc:chgData name="Sergio Molina" userId="20636364146_tp_box_2" providerId="OAuth2" clId="{44CDD4FA-DF07-4B69-BC01-0B2B69272B43}" dt="2026-06-11T00:07:23.188" v="12"/>
        <pc:sldMkLst>
          <pc:docMk/>
          <pc:sldMk cId="1837389031" sldId="343"/>
        </pc:sldMkLst>
        <pc:spChg chg="mod">
          <ac:chgData name="Sergio Molina" userId="20636364146_tp_box_2" providerId="OAuth2" clId="{44CDD4FA-DF07-4B69-BC01-0B2B69272B43}" dt="2026-06-11T00:07:23.188" v="12"/>
          <ac:spMkLst>
            <pc:docMk/>
            <pc:sldMk cId="1837389031" sldId="343"/>
            <ac:spMk id="10" creationId="{61C17162-17F1-530F-F6BC-4203C78DA55D}"/>
          </ac:spMkLst>
        </pc:spChg>
        <pc:spChg chg="mod">
          <ac:chgData name="Sergio Molina" userId="20636364146_tp_box_2" providerId="OAuth2" clId="{44CDD4FA-DF07-4B69-BC01-0B2B69272B43}" dt="2026-06-11T00:07:23.188" v="12"/>
          <ac:spMkLst>
            <pc:docMk/>
            <pc:sldMk cId="1837389031" sldId="343"/>
            <ac:spMk id="16" creationId="{E36F486A-1A18-4A72-1755-E54B412B189B}"/>
          </ac:spMkLst>
        </pc:spChg>
        <pc:spChg chg="mod">
          <ac:chgData name="Sergio Molina" userId="20636364146_tp_box_2" providerId="OAuth2" clId="{44CDD4FA-DF07-4B69-BC01-0B2B69272B43}" dt="2026-06-11T00:07:23.188" v="12"/>
          <ac:spMkLst>
            <pc:docMk/>
            <pc:sldMk cId="1837389031" sldId="343"/>
            <ac:spMk id="17" creationId="{4B4C8632-4464-5AEC-A279-4414A5A8BC79}"/>
          </ac:spMkLst>
        </pc:spChg>
      </pc:sldChg>
      <pc:sldChg chg="modSp">
        <pc:chgData name="Sergio Molina" userId="20636364146_tp_box_2" providerId="OAuth2" clId="{44CDD4FA-DF07-4B69-BC01-0B2B69272B43}" dt="2026-06-11T00:07:23.188" v="12"/>
        <pc:sldMkLst>
          <pc:docMk/>
          <pc:sldMk cId="3113485635" sldId="345"/>
        </pc:sldMkLst>
        <pc:spChg chg="mod">
          <ac:chgData name="Sergio Molina" userId="20636364146_tp_box_2" providerId="OAuth2" clId="{44CDD4FA-DF07-4B69-BC01-0B2B69272B43}" dt="2026-06-11T00:07:23.188" v="12"/>
          <ac:spMkLst>
            <pc:docMk/>
            <pc:sldMk cId="3113485635" sldId="345"/>
            <ac:spMk id="10" creationId="{61C17162-17F1-530F-F6BC-4203C78DA55D}"/>
          </ac:spMkLst>
        </pc:spChg>
        <pc:spChg chg="mod">
          <ac:chgData name="Sergio Molina" userId="20636364146_tp_box_2" providerId="OAuth2" clId="{44CDD4FA-DF07-4B69-BC01-0B2B69272B43}" dt="2026-06-11T00:07:23.188" v="12"/>
          <ac:spMkLst>
            <pc:docMk/>
            <pc:sldMk cId="3113485635" sldId="345"/>
            <ac:spMk id="18" creationId="{585CE95F-9E93-A1EC-A586-CDA89C427210}"/>
          </ac:spMkLst>
        </pc:spChg>
      </pc:sldChg>
      <pc:sldChg chg="del">
        <pc:chgData name="Sergio Molina" userId="20636364146_tp_box_2" providerId="OAuth2" clId="{44CDD4FA-DF07-4B69-BC01-0B2B69272B43}" dt="2026-06-11T00:06:28.782" v="9" actId="47"/>
        <pc:sldMkLst>
          <pc:docMk/>
          <pc:sldMk cId="733128497" sldId="348"/>
        </pc:sldMkLst>
      </pc:sldChg>
      <pc:sldChg chg="modSp mod">
        <pc:chgData name="Sergio Molina" userId="20636364146_tp_box_2" providerId="OAuth2" clId="{44CDD4FA-DF07-4B69-BC01-0B2B69272B43}" dt="2026-06-11T00:07:36.627" v="15" actId="14100"/>
        <pc:sldMkLst>
          <pc:docMk/>
          <pc:sldMk cId="1504878759" sldId="349"/>
        </pc:sldMkLst>
        <pc:spChg chg="mod">
          <ac:chgData name="Sergio Molina" userId="20636364146_tp_box_2" providerId="OAuth2" clId="{44CDD4FA-DF07-4B69-BC01-0B2B69272B43}" dt="2026-06-11T00:07:36.627" v="15" actId="14100"/>
          <ac:spMkLst>
            <pc:docMk/>
            <pc:sldMk cId="1504878759" sldId="349"/>
            <ac:spMk id="2" creationId="{9D552BA8-E40D-BE5E-B33E-255C974B1B45}"/>
          </ac:spMkLst>
        </pc:spChg>
        <pc:spChg chg="mod">
          <ac:chgData name="Sergio Molina" userId="20636364146_tp_box_2" providerId="OAuth2" clId="{44CDD4FA-DF07-4B69-BC01-0B2B69272B43}" dt="2026-06-11T00:07:23.188" v="12"/>
          <ac:spMkLst>
            <pc:docMk/>
            <pc:sldMk cId="1504878759" sldId="349"/>
            <ac:spMk id="3" creationId="{241E380B-A82E-42E5-BBD1-63A196A3298F}"/>
          </ac:spMkLst>
        </pc:spChg>
        <pc:spChg chg="mod">
          <ac:chgData name="Sergio Molina" userId="20636364146_tp_box_2" providerId="OAuth2" clId="{44CDD4FA-DF07-4B69-BC01-0B2B69272B43}" dt="2026-06-11T00:07:23.188" v="12"/>
          <ac:spMkLst>
            <pc:docMk/>
            <pc:sldMk cId="1504878759" sldId="349"/>
            <ac:spMk id="4" creationId="{2E231CC3-C7F7-D8DF-D8FF-168ACB91E38A}"/>
          </ac:spMkLst>
        </pc:spChg>
        <pc:spChg chg="mod">
          <ac:chgData name="Sergio Molina" userId="20636364146_tp_box_2" providerId="OAuth2" clId="{44CDD4FA-DF07-4B69-BC01-0B2B69272B43}" dt="2026-06-11T00:07:23.188" v="12"/>
          <ac:spMkLst>
            <pc:docMk/>
            <pc:sldMk cId="1504878759" sldId="349"/>
            <ac:spMk id="5" creationId="{95C607FE-72CE-5EC2-5CA9-A583BCB8A36E}"/>
          </ac:spMkLst>
        </pc:spChg>
      </pc:sldChg>
      <pc:sldChg chg="modSp">
        <pc:chgData name="Sergio Molina" userId="20636364146_tp_box_2" providerId="OAuth2" clId="{44CDD4FA-DF07-4B69-BC01-0B2B69272B43}" dt="2026-06-11T00:07:23.188" v="12"/>
        <pc:sldMkLst>
          <pc:docMk/>
          <pc:sldMk cId="167875606" sldId="350"/>
        </pc:sldMkLst>
        <pc:spChg chg="mod">
          <ac:chgData name="Sergio Molina" userId="20636364146_tp_box_2" providerId="OAuth2" clId="{44CDD4FA-DF07-4B69-BC01-0B2B69272B43}" dt="2026-06-11T00:07:23.188" v="12"/>
          <ac:spMkLst>
            <pc:docMk/>
            <pc:sldMk cId="167875606" sldId="350"/>
            <ac:spMk id="3" creationId="{22BE24A3-7467-74A8-A973-F32D51EBA4D3}"/>
          </ac:spMkLst>
        </pc:spChg>
        <pc:spChg chg="mod">
          <ac:chgData name="Sergio Molina" userId="20636364146_tp_box_2" providerId="OAuth2" clId="{44CDD4FA-DF07-4B69-BC01-0B2B69272B43}" dt="2026-06-11T00:07:23.188" v="12"/>
          <ac:spMkLst>
            <pc:docMk/>
            <pc:sldMk cId="167875606" sldId="350"/>
            <ac:spMk id="4" creationId="{296A5721-C06B-CE2D-66A9-59404F187719}"/>
          </ac:spMkLst>
        </pc:spChg>
      </pc:sldChg>
      <pc:sldChg chg="del">
        <pc:chgData name="Sergio Molina" userId="20636364146_tp_box_2" providerId="OAuth2" clId="{44CDD4FA-DF07-4B69-BC01-0B2B69272B43}" dt="2026-06-11T00:06:37.856" v="11" actId="47"/>
        <pc:sldMkLst>
          <pc:docMk/>
          <pc:sldMk cId="1448098182" sldId="352"/>
        </pc:sldMkLst>
      </pc:sldChg>
      <pc:sldChg chg="modSp">
        <pc:chgData name="Sergio Molina" userId="20636364146_tp_box_2" providerId="OAuth2" clId="{44CDD4FA-DF07-4B69-BC01-0B2B69272B43}" dt="2026-06-11T00:07:23.188" v="12"/>
        <pc:sldMkLst>
          <pc:docMk/>
          <pc:sldMk cId="3328105554" sldId="355"/>
        </pc:sldMkLst>
        <pc:spChg chg="mod">
          <ac:chgData name="Sergio Molina" userId="20636364146_tp_box_2" providerId="OAuth2" clId="{44CDD4FA-DF07-4B69-BC01-0B2B69272B43}" dt="2026-06-11T00:07:23.188" v="12"/>
          <ac:spMkLst>
            <pc:docMk/>
            <pc:sldMk cId="3328105554" sldId="355"/>
            <ac:spMk id="3" creationId="{241E380B-A82E-42E5-BBD1-63A196A3298F}"/>
          </ac:spMkLst>
        </pc:spChg>
        <pc:spChg chg="mod">
          <ac:chgData name="Sergio Molina" userId="20636364146_tp_box_2" providerId="OAuth2" clId="{44CDD4FA-DF07-4B69-BC01-0B2B69272B43}" dt="2026-06-11T00:07:23.188" v="12"/>
          <ac:spMkLst>
            <pc:docMk/>
            <pc:sldMk cId="3328105554" sldId="355"/>
            <ac:spMk id="5" creationId="{95C607FE-72CE-5EC2-5CA9-A583BCB8A36E}"/>
          </ac:spMkLst>
        </pc:spChg>
      </pc:sldChg>
      <pc:sldChg chg="modSp">
        <pc:chgData name="Sergio Molina" userId="20636364146_tp_box_2" providerId="OAuth2" clId="{44CDD4FA-DF07-4B69-BC01-0B2B69272B43}" dt="2026-06-11T00:07:23.188" v="12"/>
        <pc:sldMkLst>
          <pc:docMk/>
          <pc:sldMk cId="675546951" sldId="421"/>
        </pc:sldMkLst>
        <pc:spChg chg="mod">
          <ac:chgData name="Sergio Molina" userId="20636364146_tp_box_2" providerId="OAuth2" clId="{44CDD4FA-DF07-4B69-BC01-0B2B69272B43}" dt="2026-06-11T00:07:23.188" v="12"/>
          <ac:spMkLst>
            <pc:docMk/>
            <pc:sldMk cId="675546951" sldId="421"/>
            <ac:spMk id="3" creationId="{22BE24A3-7467-74A8-A973-F32D51EBA4D3}"/>
          </ac:spMkLst>
        </pc:spChg>
      </pc:sldChg>
      <pc:sldChg chg="modSp">
        <pc:chgData name="Sergio Molina" userId="20636364146_tp_box_2" providerId="OAuth2" clId="{44CDD4FA-DF07-4B69-BC01-0B2B69272B43}" dt="2026-06-11T00:07:23.188" v="12"/>
        <pc:sldMkLst>
          <pc:docMk/>
          <pc:sldMk cId="4251571145" sldId="423"/>
        </pc:sldMkLst>
        <pc:spChg chg="mod">
          <ac:chgData name="Sergio Molina" userId="20636364146_tp_box_2" providerId="OAuth2" clId="{44CDD4FA-DF07-4B69-BC01-0B2B69272B43}" dt="2026-06-11T00:07:23.188" v="12"/>
          <ac:spMkLst>
            <pc:docMk/>
            <pc:sldMk cId="4251571145" sldId="423"/>
            <ac:spMk id="10" creationId="{61C17162-17F1-530F-F6BC-4203C78DA55D}"/>
          </ac:spMkLst>
        </pc:spChg>
      </pc:sldChg>
      <pc:sldChg chg="modSp">
        <pc:chgData name="Sergio Molina" userId="20636364146_tp_box_2" providerId="OAuth2" clId="{44CDD4FA-DF07-4B69-BC01-0B2B69272B43}" dt="2026-06-11T00:07:23.188" v="12"/>
        <pc:sldMkLst>
          <pc:docMk/>
          <pc:sldMk cId="51784995" sldId="470"/>
        </pc:sldMkLst>
        <pc:spChg chg="mod">
          <ac:chgData name="Sergio Molina" userId="20636364146_tp_box_2" providerId="OAuth2" clId="{44CDD4FA-DF07-4B69-BC01-0B2B69272B43}" dt="2026-06-11T00:07:23.188" v="12"/>
          <ac:spMkLst>
            <pc:docMk/>
            <pc:sldMk cId="51784995" sldId="470"/>
            <ac:spMk id="3" creationId="{241E380B-A82E-42E5-BBD1-63A196A3298F}"/>
          </ac:spMkLst>
        </pc:spChg>
        <pc:spChg chg="mod">
          <ac:chgData name="Sergio Molina" userId="20636364146_tp_box_2" providerId="OAuth2" clId="{44CDD4FA-DF07-4B69-BC01-0B2B69272B43}" dt="2026-06-11T00:07:23.188" v="12"/>
          <ac:spMkLst>
            <pc:docMk/>
            <pc:sldMk cId="51784995" sldId="470"/>
            <ac:spMk id="5" creationId="{95C607FE-72CE-5EC2-5CA9-A583BCB8A36E}"/>
          </ac:spMkLst>
        </pc:spChg>
      </pc:sldChg>
      <pc:sldChg chg="modSp mod">
        <pc:chgData name="Sergio Molina" userId="20636364146_tp_box_2" providerId="OAuth2" clId="{44CDD4FA-DF07-4B69-BC01-0B2B69272B43}" dt="2026-06-11T00:08:09.539" v="16" actId="1076"/>
        <pc:sldMkLst>
          <pc:docMk/>
          <pc:sldMk cId="1241030501" sldId="484"/>
        </pc:sldMkLst>
        <pc:spChg chg="mod">
          <ac:chgData name="Sergio Molina" userId="20636364146_tp_box_2" providerId="OAuth2" clId="{44CDD4FA-DF07-4B69-BC01-0B2B69272B43}" dt="2026-06-11T00:07:23.188" v="12"/>
          <ac:spMkLst>
            <pc:docMk/>
            <pc:sldMk cId="1241030501" sldId="484"/>
            <ac:spMk id="10" creationId="{61C17162-17F1-530F-F6BC-4203C78DA55D}"/>
          </ac:spMkLst>
        </pc:spChg>
        <pc:spChg chg="mod">
          <ac:chgData name="Sergio Molina" userId="20636364146_tp_box_2" providerId="OAuth2" clId="{44CDD4FA-DF07-4B69-BC01-0B2B69272B43}" dt="2026-06-11T00:07:23.188" v="12"/>
          <ac:spMkLst>
            <pc:docMk/>
            <pc:sldMk cId="1241030501" sldId="484"/>
            <ac:spMk id="16" creationId="{E36F486A-1A18-4A72-1755-E54B412B189B}"/>
          </ac:spMkLst>
        </pc:spChg>
        <pc:spChg chg="mod">
          <ac:chgData name="Sergio Molina" userId="20636364146_tp_box_2" providerId="OAuth2" clId="{44CDD4FA-DF07-4B69-BC01-0B2B69272B43}" dt="2026-06-11T00:08:09.539" v="16" actId="1076"/>
          <ac:spMkLst>
            <pc:docMk/>
            <pc:sldMk cId="1241030501" sldId="484"/>
            <ac:spMk id="17" creationId="{4B4C8632-4464-5AEC-A279-4414A5A8BC79}"/>
          </ac:spMkLst>
        </pc:spChg>
        <pc:spChg chg="mod">
          <ac:chgData name="Sergio Molina" userId="20636364146_tp_box_2" providerId="OAuth2" clId="{44CDD4FA-DF07-4B69-BC01-0B2B69272B43}" dt="2026-06-11T00:07:23.188" v="12"/>
          <ac:spMkLst>
            <pc:docMk/>
            <pc:sldMk cId="1241030501" sldId="484"/>
            <ac:spMk id="18" creationId="{585CE95F-9E93-A1EC-A586-CDA89C427210}"/>
          </ac:spMkLst>
        </pc:spChg>
      </pc:sldChg>
      <pc:sldChg chg="modSp">
        <pc:chgData name="Sergio Molina" userId="20636364146_tp_box_2" providerId="OAuth2" clId="{44CDD4FA-DF07-4B69-BC01-0B2B69272B43}" dt="2026-06-11T00:07:23.188" v="12"/>
        <pc:sldMkLst>
          <pc:docMk/>
          <pc:sldMk cId="2392856681" sldId="493"/>
        </pc:sldMkLst>
        <pc:spChg chg="mod">
          <ac:chgData name="Sergio Molina" userId="20636364146_tp_box_2" providerId="OAuth2" clId="{44CDD4FA-DF07-4B69-BC01-0B2B69272B43}" dt="2026-06-11T00:07:23.188" v="12"/>
          <ac:spMkLst>
            <pc:docMk/>
            <pc:sldMk cId="2392856681" sldId="493"/>
            <ac:spMk id="3" creationId="{241E380B-A82E-42E5-BBD1-63A196A3298F}"/>
          </ac:spMkLst>
        </pc:spChg>
        <pc:spChg chg="mod">
          <ac:chgData name="Sergio Molina" userId="20636364146_tp_box_2" providerId="OAuth2" clId="{44CDD4FA-DF07-4B69-BC01-0B2B69272B43}" dt="2026-06-11T00:07:23.188" v="12"/>
          <ac:spMkLst>
            <pc:docMk/>
            <pc:sldMk cId="2392856681" sldId="493"/>
            <ac:spMk id="5" creationId="{95C607FE-72CE-5EC2-5CA9-A583BCB8A36E}"/>
          </ac:spMkLst>
        </pc:spChg>
      </pc:sldChg>
      <pc:sldChg chg="modSp">
        <pc:chgData name="Sergio Molina" userId="20636364146_tp_box_2" providerId="OAuth2" clId="{44CDD4FA-DF07-4B69-BC01-0B2B69272B43}" dt="2026-06-11T00:07:23.188" v="12"/>
        <pc:sldMkLst>
          <pc:docMk/>
          <pc:sldMk cId="1194154138" sldId="495"/>
        </pc:sldMkLst>
        <pc:spChg chg="mod">
          <ac:chgData name="Sergio Molina" userId="20636364146_tp_box_2" providerId="OAuth2" clId="{44CDD4FA-DF07-4B69-BC01-0B2B69272B43}" dt="2026-06-11T00:07:23.188" v="12"/>
          <ac:spMkLst>
            <pc:docMk/>
            <pc:sldMk cId="1194154138" sldId="495"/>
            <ac:spMk id="10" creationId="{61C17162-17F1-530F-F6BC-4203C78DA55D}"/>
          </ac:spMkLst>
        </pc:spChg>
        <pc:spChg chg="mod">
          <ac:chgData name="Sergio Molina" userId="20636364146_tp_box_2" providerId="OAuth2" clId="{44CDD4FA-DF07-4B69-BC01-0B2B69272B43}" dt="2026-06-11T00:07:23.188" v="12"/>
          <ac:spMkLst>
            <pc:docMk/>
            <pc:sldMk cId="1194154138" sldId="495"/>
            <ac:spMk id="16" creationId="{E36F486A-1A18-4A72-1755-E54B412B189B}"/>
          </ac:spMkLst>
        </pc:spChg>
        <pc:spChg chg="mod">
          <ac:chgData name="Sergio Molina" userId="20636364146_tp_box_2" providerId="OAuth2" clId="{44CDD4FA-DF07-4B69-BC01-0B2B69272B43}" dt="2026-06-11T00:07:23.188" v="12"/>
          <ac:spMkLst>
            <pc:docMk/>
            <pc:sldMk cId="1194154138" sldId="495"/>
            <ac:spMk id="17" creationId="{4B4C8632-4464-5AEC-A279-4414A5A8BC79}"/>
          </ac:spMkLst>
        </pc:spChg>
      </pc:sldChg>
      <pc:sldChg chg="modSp">
        <pc:chgData name="Sergio Molina" userId="20636364146_tp_box_2" providerId="OAuth2" clId="{44CDD4FA-DF07-4B69-BC01-0B2B69272B43}" dt="2026-06-11T00:07:23.188" v="12"/>
        <pc:sldMkLst>
          <pc:docMk/>
          <pc:sldMk cId="798339931" sldId="496"/>
        </pc:sldMkLst>
        <pc:spChg chg="mod">
          <ac:chgData name="Sergio Molina" userId="20636364146_tp_box_2" providerId="OAuth2" clId="{44CDD4FA-DF07-4B69-BC01-0B2B69272B43}" dt="2026-06-11T00:07:23.188" v="12"/>
          <ac:spMkLst>
            <pc:docMk/>
            <pc:sldMk cId="798339931" sldId="496"/>
            <ac:spMk id="3" creationId="{241E380B-A82E-42E5-BBD1-63A196A3298F}"/>
          </ac:spMkLst>
        </pc:spChg>
        <pc:spChg chg="mod">
          <ac:chgData name="Sergio Molina" userId="20636364146_tp_box_2" providerId="OAuth2" clId="{44CDD4FA-DF07-4B69-BC01-0B2B69272B43}" dt="2026-06-11T00:07:23.188" v="12"/>
          <ac:spMkLst>
            <pc:docMk/>
            <pc:sldMk cId="798339931" sldId="496"/>
            <ac:spMk id="5" creationId="{95C607FE-72CE-5EC2-5CA9-A583BCB8A36E}"/>
          </ac:spMkLst>
        </pc:spChg>
      </pc:sldChg>
      <pc:sldChg chg="modSp mod">
        <pc:chgData name="Sergio Molina" userId="20636364146_tp_box_2" providerId="OAuth2" clId="{44CDD4FA-DF07-4B69-BC01-0B2B69272B43}" dt="2026-06-11T00:08:32.686" v="57" actId="20577"/>
        <pc:sldMkLst>
          <pc:docMk/>
          <pc:sldMk cId="2368669019" sldId="497"/>
        </pc:sldMkLst>
        <pc:spChg chg="mod">
          <ac:chgData name="Sergio Molina" userId="20636364146_tp_box_2" providerId="OAuth2" clId="{44CDD4FA-DF07-4B69-BC01-0B2B69272B43}" dt="2026-06-11T00:07:23.188" v="12"/>
          <ac:spMkLst>
            <pc:docMk/>
            <pc:sldMk cId="2368669019" sldId="497"/>
            <ac:spMk id="3" creationId="{31084689-227B-A2E5-EA69-DF2CD64C73B3}"/>
          </ac:spMkLst>
        </pc:spChg>
        <pc:spChg chg="mod">
          <ac:chgData name="Sergio Molina" userId="20636364146_tp_box_2" providerId="OAuth2" clId="{44CDD4FA-DF07-4B69-BC01-0B2B69272B43}" dt="2026-06-11T00:08:32.686" v="57" actId="20577"/>
          <ac:spMkLst>
            <pc:docMk/>
            <pc:sldMk cId="2368669019" sldId="497"/>
            <ac:spMk id="4" creationId="{680EF50E-22E9-2C0A-4970-41D2FFEB26BC}"/>
          </ac:spMkLst>
        </pc:spChg>
      </pc:sldChg>
      <pc:sldChg chg="modSp">
        <pc:chgData name="Sergio Molina" userId="20636364146_tp_box_2" providerId="OAuth2" clId="{44CDD4FA-DF07-4B69-BC01-0B2B69272B43}" dt="2026-06-11T00:07:23.188" v="12"/>
        <pc:sldMkLst>
          <pc:docMk/>
          <pc:sldMk cId="205594600" sldId="502"/>
        </pc:sldMkLst>
        <pc:spChg chg="mod">
          <ac:chgData name="Sergio Molina" userId="20636364146_tp_box_2" providerId="OAuth2" clId="{44CDD4FA-DF07-4B69-BC01-0B2B69272B43}" dt="2026-06-11T00:07:23.188" v="12"/>
          <ac:spMkLst>
            <pc:docMk/>
            <pc:sldMk cId="205594600" sldId="502"/>
            <ac:spMk id="3" creationId="{241E380B-A82E-42E5-BBD1-63A196A3298F}"/>
          </ac:spMkLst>
        </pc:spChg>
        <pc:spChg chg="mod">
          <ac:chgData name="Sergio Molina" userId="20636364146_tp_box_2" providerId="OAuth2" clId="{44CDD4FA-DF07-4B69-BC01-0B2B69272B43}" dt="2026-06-11T00:07:23.188" v="12"/>
          <ac:spMkLst>
            <pc:docMk/>
            <pc:sldMk cId="205594600" sldId="502"/>
            <ac:spMk id="5" creationId="{95C607FE-72CE-5EC2-5CA9-A583BCB8A36E}"/>
          </ac:spMkLst>
        </pc:spChg>
      </pc:sldChg>
      <pc:sldChg chg="modSp">
        <pc:chgData name="Sergio Molina" userId="20636364146_tp_box_2" providerId="OAuth2" clId="{44CDD4FA-DF07-4B69-BC01-0B2B69272B43}" dt="2026-06-11T00:07:23.188" v="12"/>
        <pc:sldMkLst>
          <pc:docMk/>
          <pc:sldMk cId="2065317697" sldId="503"/>
        </pc:sldMkLst>
        <pc:spChg chg="mod">
          <ac:chgData name="Sergio Molina" userId="20636364146_tp_box_2" providerId="OAuth2" clId="{44CDD4FA-DF07-4B69-BC01-0B2B69272B43}" dt="2026-06-11T00:07:23.188" v="12"/>
          <ac:spMkLst>
            <pc:docMk/>
            <pc:sldMk cId="2065317697" sldId="503"/>
            <ac:spMk id="3" creationId="{241E380B-A82E-42E5-BBD1-63A196A3298F}"/>
          </ac:spMkLst>
        </pc:spChg>
        <pc:spChg chg="mod">
          <ac:chgData name="Sergio Molina" userId="20636364146_tp_box_2" providerId="OAuth2" clId="{44CDD4FA-DF07-4B69-BC01-0B2B69272B43}" dt="2026-06-11T00:07:23.188" v="12"/>
          <ac:spMkLst>
            <pc:docMk/>
            <pc:sldMk cId="2065317697" sldId="503"/>
            <ac:spMk id="5" creationId="{95C607FE-72CE-5EC2-5CA9-A583BCB8A36E}"/>
          </ac:spMkLst>
        </pc:spChg>
      </pc:sldChg>
      <pc:sldChg chg="modSp">
        <pc:chgData name="Sergio Molina" userId="20636364146_tp_box_2" providerId="OAuth2" clId="{44CDD4FA-DF07-4B69-BC01-0B2B69272B43}" dt="2026-06-11T00:07:23.188" v="12"/>
        <pc:sldMkLst>
          <pc:docMk/>
          <pc:sldMk cId="3088555424" sldId="504"/>
        </pc:sldMkLst>
        <pc:spChg chg="mod">
          <ac:chgData name="Sergio Molina" userId="20636364146_tp_box_2" providerId="OAuth2" clId="{44CDD4FA-DF07-4B69-BC01-0B2B69272B43}" dt="2026-06-11T00:07:23.188" v="12"/>
          <ac:spMkLst>
            <pc:docMk/>
            <pc:sldMk cId="3088555424" sldId="504"/>
            <ac:spMk id="3" creationId="{241E380B-A82E-42E5-BBD1-63A196A3298F}"/>
          </ac:spMkLst>
        </pc:spChg>
        <pc:spChg chg="mod">
          <ac:chgData name="Sergio Molina" userId="20636364146_tp_box_2" providerId="OAuth2" clId="{44CDD4FA-DF07-4B69-BC01-0B2B69272B43}" dt="2026-06-11T00:07:23.188" v="12"/>
          <ac:spMkLst>
            <pc:docMk/>
            <pc:sldMk cId="3088555424" sldId="504"/>
            <ac:spMk id="5" creationId="{95C607FE-72CE-5EC2-5CA9-A583BCB8A36E}"/>
          </ac:spMkLst>
        </pc:spChg>
      </pc:sldChg>
      <pc:sldChg chg="modSp">
        <pc:chgData name="Sergio Molina" userId="20636364146_tp_box_2" providerId="OAuth2" clId="{44CDD4FA-DF07-4B69-BC01-0B2B69272B43}" dt="2026-06-11T00:07:23.188" v="12"/>
        <pc:sldMkLst>
          <pc:docMk/>
          <pc:sldMk cId="1014129032" sldId="505"/>
        </pc:sldMkLst>
        <pc:spChg chg="mod">
          <ac:chgData name="Sergio Molina" userId="20636364146_tp_box_2" providerId="OAuth2" clId="{44CDD4FA-DF07-4B69-BC01-0B2B69272B43}" dt="2026-06-11T00:07:23.188" v="12"/>
          <ac:spMkLst>
            <pc:docMk/>
            <pc:sldMk cId="1014129032" sldId="505"/>
            <ac:spMk id="3" creationId="{241E380B-A82E-42E5-BBD1-63A196A3298F}"/>
          </ac:spMkLst>
        </pc:spChg>
        <pc:spChg chg="mod">
          <ac:chgData name="Sergio Molina" userId="20636364146_tp_box_2" providerId="OAuth2" clId="{44CDD4FA-DF07-4B69-BC01-0B2B69272B43}" dt="2026-06-11T00:07:23.188" v="12"/>
          <ac:spMkLst>
            <pc:docMk/>
            <pc:sldMk cId="1014129032" sldId="505"/>
            <ac:spMk id="5" creationId="{95C607FE-72CE-5EC2-5CA9-A583BCB8A36E}"/>
          </ac:spMkLst>
        </pc:spChg>
      </pc:sldChg>
      <pc:sldChg chg="modSp">
        <pc:chgData name="Sergio Molina" userId="20636364146_tp_box_2" providerId="OAuth2" clId="{44CDD4FA-DF07-4B69-BC01-0B2B69272B43}" dt="2026-06-11T00:07:23.188" v="12"/>
        <pc:sldMkLst>
          <pc:docMk/>
          <pc:sldMk cId="1140140913" sldId="506"/>
        </pc:sldMkLst>
        <pc:spChg chg="mod">
          <ac:chgData name="Sergio Molina" userId="20636364146_tp_box_2" providerId="OAuth2" clId="{44CDD4FA-DF07-4B69-BC01-0B2B69272B43}" dt="2026-06-11T00:07:23.188" v="12"/>
          <ac:spMkLst>
            <pc:docMk/>
            <pc:sldMk cId="1140140913" sldId="506"/>
            <ac:spMk id="3" creationId="{241E380B-A82E-42E5-BBD1-63A196A3298F}"/>
          </ac:spMkLst>
        </pc:spChg>
        <pc:spChg chg="mod">
          <ac:chgData name="Sergio Molina" userId="20636364146_tp_box_2" providerId="OAuth2" clId="{44CDD4FA-DF07-4B69-BC01-0B2B69272B43}" dt="2026-06-11T00:07:23.188" v="12"/>
          <ac:spMkLst>
            <pc:docMk/>
            <pc:sldMk cId="1140140913" sldId="506"/>
            <ac:spMk id="5" creationId="{95C607FE-72CE-5EC2-5CA9-A583BCB8A36E}"/>
          </ac:spMkLst>
        </pc:spChg>
      </pc:sldChg>
      <pc:sldChg chg="modSp">
        <pc:chgData name="Sergio Molina" userId="20636364146_tp_box_2" providerId="OAuth2" clId="{44CDD4FA-DF07-4B69-BC01-0B2B69272B43}" dt="2026-06-11T00:07:23.188" v="12"/>
        <pc:sldMkLst>
          <pc:docMk/>
          <pc:sldMk cId="3886844479" sldId="509"/>
        </pc:sldMkLst>
        <pc:spChg chg="mod">
          <ac:chgData name="Sergio Molina" userId="20636364146_tp_box_2" providerId="OAuth2" clId="{44CDD4FA-DF07-4B69-BC01-0B2B69272B43}" dt="2026-06-11T00:07:23.188" v="12"/>
          <ac:spMkLst>
            <pc:docMk/>
            <pc:sldMk cId="3886844479" sldId="509"/>
            <ac:spMk id="3" creationId="{241E380B-A82E-42E5-BBD1-63A196A3298F}"/>
          </ac:spMkLst>
        </pc:spChg>
        <pc:spChg chg="mod">
          <ac:chgData name="Sergio Molina" userId="20636364146_tp_box_2" providerId="OAuth2" clId="{44CDD4FA-DF07-4B69-BC01-0B2B69272B43}" dt="2026-06-11T00:07:23.188" v="12"/>
          <ac:spMkLst>
            <pc:docMk/>
            <pc:sldMk cId="3886844479" sldId="509"/>
            <ac:spMk id="5" creationId="{95C607FE-72CE-5EC2-5CA9-A583BCB8A36E}"/>
          </ac:spMkLst>
        </pc:spChg>
      </pc:sldChg>
      <pc:sldChg chg="modSp mod">
        <pc:chgData name="Sergio Molina" userId="20636364146_tp_box_2" providerId="OAuth2" clId="{44CDD4FA-DF07-4B69-BC01-0B2B69272B43}" dt="2026-06-11T00:07:23.188" v="12"/>
        <pc:sldMkLst>
          <pc:docMk/>
          <pc:sldMk cId="1226147885" sldId="512"/>
        </pc:sldMkLst>
        <pc:spChg chg="mod">
          <ac:chgData name="Sergio Molina" userId="20636364146_tp_box_2" providerId="OAuth2" clId="{44CDD4FA-DF07-4B69-BC01-0B2B69272B43}" dt="2026-06-11T00:07:23.188" v="12"/>
          <ac:spMkLst>
            <pc:docMk/>
            <pc:sldMk cId="1226147885" sldId="512"/>
            <ac:spMk id="2" creationId="{1C775F30-4948-8625-4D18-95EE2803BD83}"/>
          </ac:spMkLst>
        </pc:spChg>
        <pc:spChg chg="mod">
          <ac:chgData name="Sergio Molina" userId="20636364146_tp_box_2" providerId="OAuth2" clId="{44CDD4FA-DF07-4B69-BC01-0B2B69272B43}" dt="2026-06-11T00:07:23.188" v="12"/>
          <ac:spMkLst>
            <pc:docMk/>
            <pc:sldMk cId="1226147885" sldId="512"/>
            <ac:spMk id="3" creationId="{DD381F98-39A1-4ACC-B642-A72023AF9BC1}"/>
          </ac:spMkLst>
        </pc:spChg>
        <pc:spChg chg="mod">
          <ac:chgData name="Sergio Molina" userId="20636364146_tp_box_2" providerId="OAuth2" clId="{44CDD4FA-DF07-4B69-BC01-0B2B69272B43}" dt="2026-06-11T00:06:05.306" v="0"/>
          <ac:spMkLst>
            <pc:docMk/>
            <pc:sldMk cId="1226147885" sldId="512"/>
            <ac:spMk id="6" creationId="{F1058994-14DF-8FFD-FA01-FFA4BBFEC016}"/>
          </ac:spMkLst>
        </pc:spChg>
        <pc:spChg chg="mod">
          <ac:chgData name="Sergio Molina" userId="20636364146_tp_box_2" providerId="OAuth2" clId="{44CDD4FA-DF07-4B69-BC01-0B2B69272B43}" dt="2026-06-11T00:07:23.188" v="12"/>
          <ac:spMkLst>
            <pc:docMk/>
            <pc:sldMk cId="1226147885" sldId="512"/>
            <ac:spMk id="13" creationId="{BC90C980-F946-78A1-2843-B04BE206F92C}"/>
          </ac:spMkLst>
        </pc:spChg>
        <pc:picChg chg="mod">
          <ac:chgData name="Sergio Molina" userId="20636364146_tp_box_2" providerId="OAuth2" clId="{44CDD4FA-DF07-4B69-BC01-0B2B69272B43}" dt="2026-06-11T00:07:23.188" v="12"/>
          <ac:picMkLst>
            <pc:docMk/>
            <pc:sldMk cId="1226147885" sldId="512"/>
            <ac:picMk id="8" creationId="{E56D2DEC-D416-3AB5-1313-E840E25BFD93}"/>
          </ac:picMkLst>
        </pc:picChg>
      </pc:sldChg>
    </pc:docChg>
  </pc:docChgLst>
  <pc:docChgLst>
    <pc:chgData name="DIANA CAROLINA VARON DIAZ" userId="F3WulOO1zdW9+LORcwUsQgtHX8O05KiAsqyo1/aqNxE=" providerId="None" clId="Web-{93D4B037-120A-418C-9FB8-00929314B0C8}"/>
    <pc:docChg chg="addSld delSld modSld">
      <pc:chgData name="DIANA CAROLINA VARON DIAZ" userId="F3WulOO1zdW9+LORcwUsQgtHX8O05KiAsqyo1/aqNxE=" providerId="None" clId="Web-{93D4B037-120A-418C-9FB8-00929314B0C8}" dt="2024-10-24T16:55:36.071" v="64" actId="1076"/>
      <pc:docMkLst>
        <pc:docMk/>
      </pc:docMkLst>
      <pc:sldChg chg="addSp modSp">
        <pc:chgData name="DIANA CAROLINA VARON DIAZ" userId="F3WulOO1zdW9+LORcwUsQgtHX8O05KiAsqyo1/aqNxE=" providerId="None" clId="Web-{93D4B037-120A-418C-9FB8-00929314B0C8}" dt="2024-10-24T15:42:01.197" v="59" actId="20577"/>
        <pc:sldMkLst>
          <pc:docMk/>
          <pc:sldMk cId="3088555424" sldId="504"/>
        </pc:sldMkLst>
      </pc:sldChg>
      <pc:sldChg chg="modSp">
        <pc:chgData name="DIANA CAROLINA VARON DIAZ" userId="F3WulOO1zdW9+LORcwUsQgtHX8O05KiAsqyo1/aqNxE=" providerId="None" clId="Web-{93D4B037-120A-418C-9FB8-00929314B0C8}" dt="2024-10-24T16:55:36.071" v="64" actId="1076"/>
        <pc:sldMkLst>
          <pc:docMk/>
          <pc:sldMk cId="2165266196" sldId="507"/>
        </pc:sldMkLst>
      </pc:sldChg>
      <pc:sldChg chg="addSp modSp new del">
        <pc:chgData name="DIANA CAROLINA VARON DIAZ" userId="F3WulOO1zdW9+LORcwUsQgtHX8O05KiAsqyo1/aqNxE=" providerId="None" clId="Web-{93D4B037-120A-418C-9FB8-00929314B0C8}" dt="2024-10-24T16:49:54.695" v="63"/>
        <pc:sldMkLst>
          <pc:docMk/>
          <pc:sldMk cId="1874303184" sldId="512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5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CL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7422212-D69D-41E4-A547-75F507D8A64A}" type="datetimeFigureOut">
              <a:rPr lang="es-CL" smtClean="0"/>
              <a:t>10-06-2026</a:t>
            </a:fld>
            <a:endParaRPr lang="es-CL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CL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s-CL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CL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6582945-6648-41CA-B880-4B10E0E03327}" type="slidenum">
              <a:rPr lang="es-CL" smtClean="0"/>
              <a:t>‹#›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125908526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10.svg"/><Relationship Id="rId4" Type="http://schemas.openxmlformats.org/officeDocument/2006/relationships/image" Target="../media/image9.png"/></Relationships>
</file>

<file path=ppt/slideLayouts/_rels/slideLayout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12.svg"/><Relationship Id="rId4" Type="http://schemas.openxmlformats.org/officeDocument/2006/relationships/image" Target="../media/image11.png"/></Relationships>
</file>

<file path=ppt/slideLayouts/_rels/slideLayout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.xml"/></Relationships>
</file>

<file path=ppt/slideLayouts/_rels/slideLayout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2.xml"/></Relationships>
</file>

<file path=ppt/slideLayouts/_rels/slideLayout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.xml"/></Relationships>
</file>

<file path=ppt/slideLayouts/_rels/slideLayout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2.xml"/></Relationships>
</file>

<file path=ppt/slideLayouts/_rels/slideLayout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.xml"/></Relationships>
</file>

<file path=ppt/slideLayouts/_rels/slideLayout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.xml"/></Relationships>
</file>

<file path=ppt/slideLayouts/_rels/slideLayout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.xml"/></Relationships>
</file>

<file path=ppt/slideLayouts/_rels/slideLayout5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2.xml"/></Relationships>
</file>

<file path=ppt/slideLayouts/_rels/slideLayout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3.xml"/></Relationships>
</file>

<file path=ppt/slideLayouts/_rels/slideLayout5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3.xml"/></Relationships>
</file>

<file path=ppt/slideLayouts/_rels/slideLayout5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3.xml"/></Relationships>
</file>

<file path=ppt/slideLayouts/_rels/slideLayout5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3.xml"/></Relationships>
</file>

<file path=ppt/slideLayouts/_rels/slideLayout6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3.xml"/></Relationships>
</file>

<file path=ppt/slideLayouts/_rels/slideLayout6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3.xml"/></Relationships>
</file>

<file path=ppt/slideLayouts/_rels/slideLayout6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3.xml"/></Relationships>
</file>

<file path=ppt/slideLayouts/_rels/slideLayout6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6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6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6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6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6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6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7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3.xml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Layouts/_rels/slideLayout7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3.xml"/></Relationships>
</file>

<file path=ppt/slideLayouts/_rels/slideLayout7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3.xml"/></Relationships>
</file>

<file path=ppt/slideLayouts/_rels/slideLayout7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3.xml"/></Relationships>
</file>

<file path=ppt/slideLayouts/_rels/slideLayout7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3.xml"/></Relationships>
</file>

<file path=ppt/slideLayouts/_rels/slideLayout7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3.xml"/></Relationships>
</file>

<file path=ppt/slideLayouts/_rels/slideLayout7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3.xml"/></Relationships>
</file>

<file path=ppt/slideLayouts/_rels/slideLayout7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3.xml"/></Relationships>
</file>

<file path=ppt/slideLayouts/_rels/slideLayout7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3.xml"/></Relationships>
</file>

<file path=ppt/slideLayouts/_rels/slideLayout7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3.xml"/></Relationships>
</file>

<file path=ppt/slideLayouts/_rels/slideLayout8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8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8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8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3.xml"/></Relationships>
</file>

<file path=ppt/slideLayouts/_rels/slideLayout8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3.xml"/><Relationship Id="rId5" Type="http://schemas.openxmlformats.org/officeDocument/2006/relationships/image" Target="../media/image10.svg"/><Relationship Id="rId4" Type="http://schemas.openxmlformats.org/officeDocument/2006/relationships/image" Target="../media/image9.png"/></Relationships>
</file>

<file path=ppt/slideLayouts/_rels/slideLayout8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3.xml"/><Relationship Id="rId5" Type="http://schemas.openxmlformats.org/officeDocument/2006/relationships/image" Target="../media/image12.svg"/><Relationship Id="rId4" Type="http://schemas.openxmlformats.org/officeDocument/2006/relationships/image" Target="../media/image11.png"/></Relationships>
</file>

<file path=ppt/slideLayouts/_rels/slideLayout8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3.xml"/></Relationships>
</file>

<file path=ppt/slideLayouts/_rels/slideLayout8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3.xml"/></Relationships>
</file>

<file path=ppt/slideLayouts/_rels/slideLayout8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3.xml"/></Relationships>
</file>

<file path=ppt/slideLayouts/_rels/slideLayout8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3.xml"/></Relationships>
</file>

<file path=ppt/slideLayouts/_rels/slideLayout9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9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9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9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4.xml"/></Relationships>
</file>

<file path=ppt/slideLayouts/_rels/slideLayout9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4.xml"/></Relationships>
</file>

<file path=ppt/slideLayouts/_rels/slideLayout9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4.xml"/></Relationships>
</file>

<file path=ppt/slideLayouts/_rels/slideLayout9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4.xml"/></Relationships>
</file>

<file path=ppt/slideLayouts/_rels/slideLayout9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4.xml"/></Relationships>
</file>

<file path=ppt/slideLayouts/_rels/slideLayout9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4.xml"/></Relationships>
</file>

<file path=ppt/slideLayouts/_rels/slideLayout9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4.xml"/></Relationships>
</file>

<file path=ppt/slideLayouts/_rels/slideLayout10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4.xml"/></Relationships>
</file>

<file path=ppt/slideLayouts/_rels/slideLayout10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4.xml"/></Relationships>
</file>

<file path=ppt/slideLayouts/_rels/slideLayout10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4.xml"/></Relationships>
</file>

<file path=ppt/slideLayouts/_rels/slideLayout10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4.xml"/></Relationships>
</file>

<file path=ppt/slideLayouts/_rels/slideLayout10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4.xml"/></Relationships>
</file>

<file path=ppt/slideLayouts/_rels/slideLayout10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4.xml"/></Relationships>
</file>

<file path=ppt/slideLayouts/_rels/slideLayout10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4.xml"/></Relationships>
</file>

<file path=ppt/slideLayouts/_rels/slideLayout10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4.xml"/></Relationships>
</file>

<file path=ppt/slideLayouts/_rels/slideLayout10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4.xml"/></Relationships>
</file>

<file path=ppt/slideLayouts/_rels/slideLayout10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4.xml"/></Relationships>
</file>

<file path=ppt/slideLayouts/_rels/slideLayout1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urple Cov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F7839227-1D94-2A38-E77C-5D1E1D0DD3A3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9A07DC58-1A21-92BE-DFA2-CB4F91284969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56901" y="2294526"/>
            <a:ext cx="8313737" cy="1333891"/>
          </a:xfrm>
        </p:spPr>
        <p:txBody>
          <a:bodyPr/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48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Headline culpa qui official arum </a:t>
            </a:r>
            <a:r>
              <a:rPr lang="en-US" dirty="0" err="1"/>
              <a:t>quidem</a:t>
            </a:r>
            <a:r>
              <a:rPr lang="en-US" dirty="0"/>
              <a:t> rerum facilis</a:t>
            </a:r>
          </a:p>
        </p:txBody>
      </p:sp>
      <p:sp>
        <p:nvSpPr>
          <p:cNvPr id="19" name="Text Placeholder 17">
            <a:extLst>
              <a:ext uri="{FF2B5EF4-FFF2-40B4-BE49-F238E27FC236}">
                <a16:creationId xmlns:a16="http://schemas.microsoft.com/office/drawing/2014/main" id="{0A31E1B8-B722-2D65-909E-9A914A5A076E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56901" y="3806151"/>
            <a:ext cx="8313737" cy="796180"/>
          </a:xfrm>
        </p:spPr>
        <p:txBody>
          <a:bodyPr/>
          <a:lstStyle>
            <a:lvl1pPr marL="0" indent="0">
              <a:spcBef>
                <a:spcPts val="0"/>
              </a:spcBef>
              <a:buNone/>
              <a:defRPr sz="2400" b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Subhead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 sed do </a:t>
            </a:r>
            <a:r>
              <a:rPr lang="en-US" dirty="0" err="1"/>
              <a:t>eiusmod</a:t>
            </a:r>
            <a:r>
              <a:rPr lang="en-US" dirty="0"/>
              <a:t> </a:t>
            </a:r>
            <a:r>
              <a:rPr lang="en-US" dirty="0" err="1"/>
              <a:t>omnis</a:t>
            </a:r>
            <a:r>
              <a:rPr lang="en-US" dirty="0"/>
              <a:t> </a:t>
            </a:r>
            <a:r>
              <a:rPr lang="en-US" dirty="0" err="1"/>
              <a:t>iste</a:t>
            </a:r>
            <a:r>
              <a:rPr lang="en-US" dirty="0"/>
              <a:t> </a:t>
            </a:r>
            <a:r>
              <a:rPr lang="en-US" dirty="0" err="1"/>
              <a:t>natus</a:t>
            </a:r>
            <a:r>
              <a:rPr lang="en-US" dirty="0"/>
              <a:t>.</a:t>
            </a:r>
          </a:p>
        </p:txBody>
      </p:sp>
      <p:sp>
        <p:nvSpPr>
          <p:cNvPr id="20" name="Text Placeholder 17">
            <a:extLst>
              <a:ext uri="{FF2B5EF4-FFF2-40B4-BE49-F238E27FC236}">
                <a16:creationId xmlns:a16="http://schemas.microsoft.com/office/drawing/2014/main" id="{6E9C32C0-6005-3B19-7D13-32AC67121CFE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56902" y="5458457"/>
            <a:ext cx="3229036" cy="464486"/>
          </a:xfrm>
        </p:spPr>
        <p:txBody>
          <a:bodyPr/>
          <a:lstStyle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400" b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First &amp; Last Name</a:t>
            </a:r>
            <a:br>
              <a:rPr lang="en-US" dirty="0"/>
            </a:br>
            <a:r>
              <a:rPr lang="en-US" dirty="0"/>
              <a:t>Job Title</a:t>
            </a:r>
          </a:p>
        </p:txBody>
      </p:sp>
      <p:sp>
        <p:nvSpPr>
          <p:cNvPr id="21" name="Text Placeholder 17">
            <a:extLst>
              <a:ext uri="{FF2B5EF4-FFF2-40B4-BE49-F238E27FC236}">
                <a16:creationId xmlns:a16="http://schemas.microsoft.com/office/drawing/2014/main" id="{48946FB4-67EB-F51C-A1FC-5421BE4D22B9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56901" y="6253018"/>
            <a:ext cx="3229036" cy="227498"/>
          </a:xfrm>
        </p:spPr>
        <p:txBody>
          <a:bodyPr/>
          <a:lstStyle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400" b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Month, Year</a:t>
            </a:r>
          </a:p>
        </p:txBody>
      </p:sp>
      <p:pic>
        <p:nvPicPr>
          <p:cNvPr id="2" name="Graphic 1">
            <a:extLst>
              <a:ext uri="{FF2B5EF4-FFF2-40B4-BE49-F238E27FC236}">
                <a16:creationId xmlns:a16="http://schemas.microsoft.com/office/drawing/2014/main" id="{5A8556FD-943F-2CA8-3B15-1C7401E71D1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56901" y="573882"/>
            <a:ext cx="2450374" cy="592930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C6B12A91-8583-2E4C-B1C8-7E1F64EF24C9}"/>
              </a:ext>
            </a:extLst>
          </p:cNvPr>
          <p:cNvSpPr txBox="1"/>
          <p:nvPr/>
        </p:nvSpPr>
        <p:spPr>
          <a:xfrm>
            <a:off x="9347200" y="6562717"/>
            <a:ext cx="2658947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r>
              <a:rPr lang="en-US" sz="900" dirty="0">
                <a:solidFill>
                  <a:schemeClr val="bg1"/>
                </a:solidFill>
              </a:rPr>
              <a:t>©2025 Ellucian. Confidential and Proprietary</a:t>
            </a:r>
          </a:p>
        </p:txBody>
      </p:sp>
    </p:spTree>
    <p:extLst>
      <p:ext uri="{BB962C8B-B14F-4D97-AF65-F5344CB8AC3E}">
        <p14:creationId xmlns:p14="http://schemas.microsoft.com/office/powerpoint/2010/main" val="322995866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urple Cover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F7839227-1D94-2A38-E77C-5D1E1D0DD3A3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3" name="Graphic 12">
            <a:extLst>
              <a:ext uri="{FF2B5EF4-FFF2-40B4-BE49-F238E27FC236}">
                <a16:creationId xmlns:a16="http://schemas.microsoft.com/office/drawing/2014/main" id="{E308F59C-932F-DFB8-2AAA-2B651473632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56901" y="573882"/>
            <a:ext cx="2450374" cy="592930"/>
          </a:xfrm>
          <a:prstGeom prst="rect">
            <a:avLst/>
          </a:prstGeom>
        </p:spPr>
      </p:pic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9A07DC58-1A21-92BE-DFA2-CB4F91284969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56902" y="2249757"/>
            <a:ext cx="5427132" cy="1748877"/>
          </a:xfrm>
        </p:spPr>
        <p:txBody>
          <a:bodyPr/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4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Headline culpa qui official arum </a:t>
            </a:r>
            <a:r>
              <a:rPr lang="en-US" dirty="0" err="1"/>
              <a:t>quidem</a:t>
            </a:r>
            <a:r>
              <a:rPr lang="en-US" dirty="0"/>
              <a:t> rerum facilis</a:t>
            </a:r>
          </a:p>
        </p:txBody>
      </p:sp>
      <p:sp>
        <p:nvSpPr>
          <p:cNvPr id="19" name="Text Placeholder 17">
            <a:extLst>
              <a:ext uri="{FF2B5EF4-FFF2-40B4-BE49-F238E27FC236}">
                <a16:creationId xmlns:a16="http://schemas.microsoft.com/office/drawing/2014/main" id="{0A31E1B8-B722-2D65-909E-9A914A5A076E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56902" y="4116116"/>
            <a:ext cx="5427132" cy="663515"/>
          </a:xfrm>
        </p:spPr>
        <p:txBody>
          <a:bodyPr/>
          <a:lstStyle>
            <a:lvl1pPr marL="0" indent="0">
              <a:spcBef>
                <a:spcPts val="0"/>
              </a:spcBef>
              <a:buNone/>
              <a:defRPr sz="2000" b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Subhead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 sed do </a:t>
            </a:r>
            <a:r>
              <a:rPr lang="en-US" dirty="0" err="1"/>
              <a:t>eiusmod</a:t>
            </a:r>
            <a:endParaRPr lang="en-US" dirty="0"/>
          </a:p>
        </p:txBody>
      </p:sp>
      <p:sp>
        <p:nvSpPr>
          <p:cNvPr id="20" name="Text Placeholder 17">
            <a:extLst>
              <a:ext uri="{FF2B5EF4-FFF2-40B4-BE49-F238E27FC236}">
                <a16:creationId xmlns:a16="http://schemas.microsoft.com/office/drawing/2014/main" id="{6E9C32C0-6005-3B19-7D13-32AC67121CFE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56902" y="5609784"/>
            <a:ext cx="3032274" cy="398058"/>
          </a:xfrm>
        </p:spPr>
        <p:txBody>
          <a:bodyPr/>
          <a:lstStyle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200" b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First &amp; Last Name</a:t>
            </a:r>
            <a:br>
              <a:rPr lang="en-US" dirty="0"/>
            </a:br>
            <a:r>
              <a:rPr lang="en-US" dirty="0"/>
              <a:t>Job Title</a:t>
            </a:r>
          </a:p>
        </p:txBody>
      </p:sp>
      <p:sp>
        <p:nvSpPr>
          <p:cNvPr id="21" name="Text Placeholder 17">
            <a:extLst>
              <a:ext uri="{FF2B5EF4-FFF2-40B4-BE49-F238E27FC236}">
                <a16:creationId xmlns:a16="http://schemas.microsoft.com/office/drawing/2014/main" id="{48946FB4-67EB-F51C-A1FC-5421BE4D22B9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56902" y="6230769"/>
            <a:ext cx="2228873" cy="194925"/>
          </a:xfrm>
        </p:spPr>
        <p:txBody>
          <a:bodyPr/>
          <a:lstStyle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200" b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Month, Year</a:t>
            </a:r>
          </a:p>
        </p:txBody>
      </p:sp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8ED3A513-644B-6B1D-40F3-221E3E565B2F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6690226" y="573882"/>
            <a:ext cx="5501774" cy="5710237"/>
          </a:xfrm>
          <a:custGeom>
            <a:avLst/>
            <a:gdLst>
              <a:gd name="connsiteX0" fmla="*/ 0 w 5501774"/>
              <a:gd name="connsiteY0" fmla="*/ 0 h 5710237"/>
              <a:gd name="connsiteX1" fmla="*/ 2675908 w 5501774"/>
              <a:gd name="connsiteY1" fmla="*/ 0 h 5710237"/>
              <a:gd name="connsiteX2" fmla="*/ 2675908 w 5501774"/>
              <a:gd name="connsiteY2" fmla="*/ 1 h 5710237"/>
              <a:gd name="connsiteX3" fmla="*/ 5501774 w 5501774"/>
              <a:gd name="connsiteY3" fmla="*/ 1 h 5710237"/>
              <a:gd name="connsiteX4" fmla="*/ 5501774 w 5501774"/>
              <a:gd name="connsiteY4" fmla="*/ 1513523 h 5710237"/>
              <a:gd name="connsiteX5" fmla="*/ 2675908 w 5501774"/>
              <a:gd name="connsiteY5" fmla="*/ 1513523 h 5710237"/>
              <a:gd name="connsiteX6" fmla="*/ 2675908 w 5501774"/>
              <a:gd name="connsiteY6" fmla="*/ 2093595 h 5710237"/>
              <a:gd name="connsiteX7" fmla="*/ 4971924 w 5501774"/>
              <a:gd name="connsiteY7" fmla="*/ 2093595 h 5710237"/>
              <a:gd name="connsiteX8" fmla="*/ 4971924 w 5501774"/>
              <a:gd name="connsiteY8" fmla="*/ 3607117 h 5710237"/>
              <a:gd name="connsiteX9" fmla="*/ 2675908 w 5501774"/>
              <a:gd name="connsiteY9" fmla="*/ 3607117 h 5710237"/>
              <a:gd name="connsiteX10" fmla="*/ 2675908 w 5501774"/>
              <a:gd name="connsiteY10" fmla="*/ 4196715 h 5710237"/>
              <a:gd name="connsiteX11" fmla="*/ 5501774 w 5501774"/>
              <a:gd name="connsiteY11" fmla="*/ 4196715 h 5710237"/>
              <a:gd name="connsiteX12" fmla="*/ 5501774 w 5501774"/>
              <a:gd name="connsiteY12" fmla="*/ 5710237 h 5710237"/>
              <a:gd name="connsiteX13" fmla="*/ 2675908 w 5501774"/>
              <a:gd name="connsiteY13" fmla="*/ 5710237 h 5710237"/>
              <a:gd name="connsiteX14" fmla="*/ 1951722 w 5501774"/>
              <a:gd name="connsiteY14" fmla="*/ 5710237 h 5710237"/>
              <a:gd name="connsiteX15" fmla="*/ 0 w 5501774"/>
              <a:gd name="connsiteY15" fmla="*/ 5710237 h 57102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l" t="t" r="r" b="b"/>
            <a:pathLst>
              <a:path w="5501774" h="5710237">
                <a:moveTo>
                  <a:pt x="0" y="0"/>
                </a:moveTo>
                <a:lnTo>
                  <a:pt x="2675908" y="0"/>
                </a:lnTo>
                <a:lnTo>
                  <a:pt x="2675908" y="1"/>
                </a:lnTo>
                <a:lnTo>
                  <a:pt x="5501774" y="1"/>
                </a:lnTo>
                <a:lnTo>
                  <a:pt x="5501774" y="1513523"/>
                </a:lnTo>
                <a:lnTo>
                  <a:pt x="2675908" y="1513523"/>
                </a:lnTo>
                <a:lnTo>
                  <a:pt x="2675908" y="2093595"/>
                </a:lnTo>
                <a:lnTo>
                  <a:pt x="4971924" y="2093595"/>
                </a:lnTo>
                <a:lnTo>
                  <a:pt x="4971924" y="3607117"/>
                </a:lnTo>
                <a:lnTo>
                  <a:pt x="2675908" y="3607117"/>
                </a:lnTo>
                <a:lnTo>
                  <a:pt x="2675908" y="4196715"/>
                </a:lnTo>
                <a:lnTo>
                  <a:pt x="5501774" y="4196715"/>
                </a:lnTo>
                <a:lnTo>
                  <a:pt x="5501774" y="5710237"/>
                </a:lnTo>
                <a:lnTo>
                  <a:pt x="2675908" y="5710237"/>
                </a:lnTo>
                <a:lnTo>
                  <a:pt x="1951722" y="5710237"/>
                </a:lnTo>
                <a:lnTo>
                  <a:pt x="0" y="5710237"/>
                </a:lnTo>
                <a:close/>
              </a:path>
            </a:pathLst>
          </a:custGeom>
        </p:spPr>
        <p:txBody>
          <a:bodyPr wrap="square" anchor="ctr" anchorCtr="0">
            <a:noAutofit/>
          </a:bodyPr>
          <a:lstStyle>
            <a:lvl1pPr marL="0" indent="0" algn="ctr">
              <a:buNone/>
              <a:defRPr/>
            </a:lvl1pPr>
          </a:lstStyle>
          <a:p>
            <a:r>
              <a:rPr lang="en-US" dirty="0"/>
              <a:t>[Click to insert image]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8F1688B8-4AFA-00EF-A18F-CE0BE044452E}"/>
              </a:ext>
            </a:extLst>
          </p:cNvPr>
          <p:cNvSpPr txBox="1"/>
          <p:nvPr/>
        </p:nvSpPr>
        <p:spPr>
          <a:xfrm>
            <a:off x="9347200" y="6562717"/>
            <a:ext cx="2658947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r>
              <a:rPr lang="en-US" sz="900" dirty="0">
                <a:solidFill>
                  <a:schemeClr val="bg1"/>
                </a:solidFill>
              </a:rPr>
              <a:t>©2025 Ellucian. Confidential and Proprietary</a:t>
            </a:r>
          </a:p>
        </p:txBody>
      </p:sp>
    </p:spTree>
    <p:extLst>
      <p:ext uri="{BB962C8B-B14F-4D97-AF65-F5344CB8AC3E}">
        <p14:creationId xmlns:p14="http://schemas.microsoft.com/office/powerpoint/2010/main" val="108619542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Green Cover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F7839227-1D94-2A38-E77C-5D1E1D0DD3A3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3" name="Graphic 12">
            <a:extLst>
              <a:ext uri="{FF2B5EF4-FFF2-40B4-BE49-F238E27FC236}">
                <a16:creationId xmlns:a16="http://schemas.microsoft.com/office/drawing/2014/main" id="{E308F59C-932F-DFB8-2AAA-2B651473632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56901" y="573882"/>
            <a:ext cx="2450374" cy="592930"/>
          </a:xfrm>
          <a:prstGeom prst="rect">
            <a:avLst/>
          </a:prstGeom>
        </p:spPr>
      </p:pic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9A07DC58-1A21-92BE-DFA2-CB4F91284969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56902" y="2249757"/>
            <a:ext cx="5427132" cy="1748877"/>
          </a:xfrm>
        </p:spPr>
        <p:txBody>
          <a:bodyPr/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42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Headline culpa qui official arum </a:t>
            </a:r>
            <a:r>
              <a:rPr lang="en-US" dirty="0" err="1"/>
              <a:t>quidem</a:t>
            </a:r>
            <a:r>
              <a:rPr lang="en-US" dirty="0"/>
              <a:t> rerum facilis</a:t>
            </a:r>
          </a:p>
        </p:txBody>
      </p:sp>
      <p:sp>
        <p:nvSpPr>
          <p:cNvPr id="19" name="Text Placeholder 17">
            <a:extLst>
              <a:ext uri="{FF2B5EF4-FFF2-40B4-BE49-F238E27FC236}">
                <a16:creationId xmlns:a16="http://schemas.microsoft.com/office/drawing/2014/main" id="{0A31E1B8-B722-2D65-909E-9A914A5A076E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56902" y="4116116"/>
            <a:ext cx="5427132" cy="663515"/>
          </a:xfrm>
        </p:spPr>
        <p:txBody>
          <a:bodyPr/>
          <a:lstStyle>
            <a:lvl1pPr marL="0" indent="0">
              <a:spcBef>
                <a:spcPts val="0"/>
              </a:spcBef>
              <a:buNone/>
              <a:defRPr sz="2000" b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Subhead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 sed do </a:t>
            </a:r>
            <a:r>
              <a:rPr lang="en-US" dirty="0" err="1"/>
              <a:t>eiusmod</a:t>
            </a:r>
            <a:endParaRPr lang="en-US" dirty="0"/>
          </a:p>
        </p:txBody>
      </p:sp>
      <p:sp>
        <p:nvSpPr>
          <p:cNvPr id="20" name="Text Placeholder 17">
            <a:extLst>
              <a:ext uri="{FF2B5EF4-FFF2-40B4-BE49-F238E27FC236}">
                <a16:creationId xmlns:a16="http://schemas.microsoft.com/office/drawing/2014/main" id="{6E9C32C0-6005-3B19-7D13-32AC67121CFE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56902" y="5609784"/>
            <a:ext cx="3032274" cy="398058"/>
          </a:xfrm>
        </p:spPr>
        <p:txBody>
          <a:bodyPr/>
          <a:lstStyle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200" b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First &amp; Last Name</a:t>
            </a:r>
            <a:br>
              <a:rPr lang="en-US" dirty="0"/>
            </a:br>
            <a:r>
              <a:rPr lang="en-US" dirty="0"/>
              <a:t>Job Title</a:t>
            </a:r>
          </a:p>
        </p:txBody>
      </p:sp>
      <p:sp>
        <p:nvSpPr>
          <p:cNvPr id="21" name="Text Placeholder 17">
            <a:extLst>
              <a:ext uri="{FF2B5EF4-FFF2-40B4-BE49-F238E27FC236}">
                <a16:creationId xmlns:a16="http://schemas.microsoft.com/office/drawing/2014/main" id="{48946FB4-67EB-F51C-A1FC-5421BE4D22B9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56902" y="6230769"/>
            <a:ext cx="2228873" cy="194925"/>
          </a:xfrm>
        </p:spPr>
        <p:txBody>
          <a:bodyPr/>
          <a:lstStyle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200" b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Month, Year</a:t>
            </a:r>
          </a:p>
        </p:txBody>
      </p:sp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8ED3A513-644B-6B1D-40F3-221E3E565B2F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6690226" y="573882"/>
            <a:ext cx="5501774" cy="5710237"/>
          </a:xfrm>
          <a:custGeom>
            <a:avLst/>
            <a:gdLst>
              <a:gd name="connsiteX0" fmla="*/ 0 w 5501774"/>
              <a:gd name="connsiteY0" fmla="*/ 0 h 5710237"/>
              <a:gd name="connsiteX1" fmla="*/ 2675908 w 5501774"/>
              <a:gd name="connsiteY1" fmla="*/ 0 h 5710237"/>
              <a:gd name="connsiteX2" fmla="*/ 2675908 w 5501774"/>
              <a:gd name="connsiteY2" fmla="*/ 1 h 5710237"/>
              <a:gd name="connsiteX3" fmla="*/ 5501774 w 5501774"/>
              <a:gd name="connsiteY3" fmla="*/ 1 h 5710237"/>
              <a:gd name="connsiteX4" fmla="*/ 5501774 w 5501774"/>
              <a:gd name="connsiteY4" fmla="*/ 1513523 h 5710237"/>
              <a:gd name="connsiteX5" fmla="*/ 2675908 w 5501774"/>
              <a:gd name="connsiteY5" fmla="*/ 1513523 h 5710237"/>
              <a:gd name="connsiteX6" fmla="*/ 2675908 w 5501774"/>
              <a:gd name="connsiteY6" fmla="*/ 2093595 h 5710237"/>
              <a:gd name="connsiteX7" fmla="*/ 4971924 w 5501774"/>
              <a:gd name="connsiteY7" fmla="*/ 2093595 h 5710237"/>
              <a:gd name="connsiteX8" fmla="*/ 4971924 w 5501774"/>
              <a:gd name="connsiteY8" fmla="*/ 3607117 h 5710237"/>
              <a:gd name="connsiteX9" fmla="*/ 2675908 w 5501774"/>
              <a:gd name="connsiteY9" fmla="*/ 3607117 h 5710237"/>
              <a:gd name="connsiteX10" fmla="*/ 2675908 w 5501774"/>
              <a:gd name="connsiteY10" fmla="*/ 4196715 h 5710237"/>
              <a:gd name="connsiteX11" fmla="*/ 5501774 w 5501774"/>
              <a:gd name="connsiteY11" fmla="*/ 4196715 h 5710237"/>
              <a:gd name="connsiteX12" fmla="*/ 5501774 w 5501774"/>
              <a:gd name="connsiteY12" fmla="*/ 5710237 h 5710237"/>
              <a:gd name="connsiteX13" fmla="*/ 2675908 w 5501774"/>
              <a:gd name="connsiteY13" fmla="*/ 5710237 h 5710237"/>
              <a:gd name="connsiteX14" fmla="*/ 1951722 w 5501774"/>
              <a:gd name="connsiteY14" fmla="*/ 5710237 h 5710237"/>
              <a:gd name="connsiteX15" fmla="*/ 0 w 5501774"/>
              <a:gd name="connsiteY15" fmla="*/ 5710237 h 57102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l" t="t" r="r" b="b"/>
            <a:pathLst>
              <a:path w="5501774" h="5710237">
                <a:moveTo>
                  <a:pt x="0" y="0"/>
                </a:moveTo>
                <a:lnTo>
                  <a:pt x="2675908" y="0"/>
                </a:lnTo>
                <a:lnTo>
                  <a:pt x="2675908" y="1"/>
                </a:lnTo>
                <a:lnTo>
                  <a:pt x="5501774" y="1"/>
                </a:lnTo>
                <a:lnTo>
                  <a:pt x="5501774" y="1513523"/>
                </a:lnTo>
                <a:lnTo>
                  <a:pt x="2675908" y="1513523"/>
                </a:lnTo>
                <a:lnTo>
                  <a:pt x="2675908" y="2093595"/>
                </a:lnTo>
                <a:lnTo>
                  <a:pt x="4971924" y="2093595"/>
                </a:lnTo>
                <a:lnTo>
                  <a:pt x="4971924" y="3607117"/>
                </a:lnTo>
                <a:lnTo>
                  <a:pt x="2675908" y="3607117"/>
                </a:lnTo>
                <a:lnTo>
                  <a:pt x="2675908" y="4196715"/>
                </a:lnTo>
                <a:lnTo>
                  <a:pt x="5501774" y="4196715"/>
                </a:lnTo>
                <a:lnTo>
                  <a:pt x="5501774" y="5710237"/>
                </a:lnTo>
                <a:lnTo>
                  <a:pt x="2675908" y="5710237"/>
                </a:lnTo>
                <a:lnTo>
                  <a:pt x="1951722" y="5710237"/>
                </a:lnTo>
                <a:lnTo>
                  <a:pt x="0" y="5710237"/>
                </a:lnTo>
                <a:close/>
              </a:path>
            </a:pathLst>
          </a:custGeom>
        </p:spPr>
        <p:txBody>
          <a:bodyPr wrap="square" anchor="ctr" anchorCtr="0">
            <a:noAutofit/>
          </a:bodyPr>
          <a:lstStyle>
            <a:lvl1pPr marL="0" indent="0" algn="ctr">
              <a:buNone/>
              <a:defRPr/>
            </a:lvl1pPr>
          </a:lstStyle>
          <a:p>
            <a:r>
              <a:rPr lang="en-US" dirty="0"/>
              <a:t>[Click to insert image]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2E118B2-5580-3101-C2BB-4FB39252D744}"/>
              </a:ext>
            </a:extLst>
          </p:cNvPr>
          <p:cNvSpPr txBox="1"/>
          <p:nvPr/>
        </p:nvSpPr>
        <p:spPr>
          <a:xfrm>
            <a:off x="9347200" y="6562717"/>
            <a:ext cx="2658947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r>
              <a:rPr lang="en-US" sz="900" dirty="0">
                <a:solidFill>
                  <a:schemeClr val="tx1"/>
                </a:solidFill>
              </a:rPr>
              <a:t>©2025 Ellucian. Confidential and Proprietary</a:t>
            </a:r>
          </a:p>
        </p:txBody>
      </p:sp>
    </p:spTree>
    <p:extLst>
      <p:ext uri="{BB962C8B-B14F-4D97-AF65-F5344CB8AC3E}">
        <p14:creationId xmlns:p14="http://schemas.microsoft.com/office/powerpoint/2010/main" val="417685444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 Purple Cov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F7839227-1D94-2A38-E77C-5D1E1D0DD3A3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 Placeholder 17">
            <a:extLst>
              <a:ext uri="{FF2B5EF4-FFF2-40B4-BE49-F238E27FC236}">
                <a16:creationId xmlns:a16="http://schemas.microsoft.com/office/drawing/2014/main" id="{0A86818C-B6FC-21B3-0821-EE3D8DAE5AE3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56901" y="2294526"/>
            <a:ext cx="8313737" cy="1333891"/>
          </a:xfrm>
        </p:spPr>
        <p:txBody>
          <a:bodyPr/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48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Headline culpa qui official arum </a:t>
            </a:r>
            <a:r>
              <a:rPr lang="en-US" dirty="0" err="1"/>
              <a:t>quidem</a:t>
            </a:r>
            <a:r>
              <a:rPr lang="en-US" dirty="0"/>
              <a:t> rerum facilis</a:t>
            </a:r>
          </a:p>
        </p:txBody>
      </p:sp>
      <p:sp>
        <p:nvSpPr>
          <p:cNvPr id="6" name="Text Placeholder 17">
            <a:extLst>
              <a:ext uri="{FF2B5EF4-FFF2-40B4-BE49-F238E27FC236}">
                <a16:creationId xmlns:a16="http://schemas.microsoft.com/office/drawing/2014/main" id="{2BC038CA-3E14-5783-3761-76D8A4C63EC0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56901" y="3806151"/>
            <a:ext cx="8313737" cy="796180"/>
          </a:xfrm>
        </p:spPr>
        <p:txBody>
          <a:bodyPr/>
          <a:lstStyle>
            <a:lvl1pPr marL="0" indent="0">
              <a:spcBef>
                <a:spcPts val="0"/>
              </a:spcBef>
              <a:buNone/>
              <a:defRPr sz="2400" b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Subhead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 sed do </a:t>
            </a:r>
            <a:r>
              <a:rPr lang="en-US" dirty="0" err="1"/>
              <a:t>eiusmod</a:t>
            </a:r>
            <a:r>
              <a:rPr lang="en-US" dirty="0"/>
              <a:t> </a:t>
            </a:r>
            <a:r>
              <a:rPr lang="en-US" dirty="0" err="1"/>
              <a:t>omnis</a:t>
            </a:r>
            <a:r>
              <a:rPr lang="en-US" dirty="0"/>
              <a:t> </a:t>
            </a:r>
            <a:r>
              <a:rPr lang="en-US" dirty="0" err="1"/>
              <a:t>iste</a:t>
            </a:r>
            <a:r>
              <a:rPr lang="en-US" dirty="0"/>
              <a:t> </a:t>
            </a:r>
            <a:r>
              <a:rPr lang="en-US" dirty="0" err="1"/>
              <a:t>natus</a:t>
            </a:r>
            <a:r>
              <a:rPr lang="en-US" dirty="0"/>
              <a:t>.</a:t>
            </a:r>
          </a:p>
        </p:txBody>
      </p:sp>
      <p:pic>
        <p:nvPicPr>
          <p:cNvPr id="10" name="Graphic 9">
            <a:extLst>
              <a:ext uri="{FF2B5EF4-FFF2-40B4-BE49-F238E27FC236}">
                <a16:creationId xmlns:a16="http://schemas.microsoft.com/office/drawing/2014/main" id="{A9D3FE11-F167-1622-761B-F4BFADB0B0E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56901" y="573882"/>
            <a:ext cx="2450374" cy="592930"/>
          </a:xfrm>
          <a:prstGeom prst="rect">
            <a:avLst/>
          </a:prstGeom>
        </p:spPr>
      </p:pic>
      <p:sp>
        <p:nvSpPr>
          <p:cNvPr id="2" name="Text Placeholder 17">
            <a:extLst>
              <a:ext uri="{FF2B5EF4-FFF2-40B4-BE49-F238E27FC236}">
                <a16:creationId xmlns:a16="http://schemas.microsoft.com/office/drawing/2014/main" id="{EBAA974E-55D6-2A02-03A4-AAB7F36BF1B1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56902" y="5458457"/>
            <a:ext cx="3229036" cy="464486"/>
          </a:xfrm>
        </p:spPr>
        <p:txBody>
          <a:bodyPr/>
          <a:lstStyle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400" b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First &amp; Last Name</a:t>
            </a:r>
            <a:br>
              <a:rPr lang="en-US" dirty="0"/>
            </a:br>
            <a:r>
              <a:rPr lang="en-US" dirty="0"/>
              <a:t>Job Title</a:t>
            </a:r>
          </a:p>
        </p:txBody>
      </p:sp>
      <p:sp>
        <p:nvSpPr>
          <p:cNvPr id="4" name="Text Placeholder 17">
            <a:extLst>
              <a:ext uri="{FF2B5EF4-FFF2-40B4-BE49-F238E27FC236}">
                <a16:creationId xmlns:a16="http://schemas.microsoft.com/office/drawing/2014/main" id="{69C30255-143C-EB1C-95B6-9319F7AB9F7D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56901" y="6253018"/>
            <a:ext cx="3229036" cy="227498"/>
          </a:xfrm>
        </p:spPr>
        <p:txBody>
          <a:bodyPr/>
          <a:lstStyle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400" b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Month, Year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7E32664-E882-9D71-52FE-71612364F8CE}"/>
              </a:ext>
            </a:extLst>
          </p:cNvPr>
          <p:cNvSpPr txBox="1"/>
          <p:nvPr/>
        </p:nvSpPr>
        <p:spPr>
          <a:xfrm>
            <a:off x="9347200" y="6562717"/>
            <a:ext cx="2658947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r>
              <a:rPr lang="en-US" sz="900" dirty="0">
                <a:solidFill>
                  <a:schemeClr val="bg1"/>
                </a:solidFill>
              </a:rPr>
              <a:t>©2025 Ellucian. Confidential and Proprietary</a:t>
            </a:r>
          </a:p>
        </p:txBody>
      </p:sp>
    </p:spTree>
    <p:extLst>
      <p:ext uri="{BB962C8B-B14F-4D97-AF65-F5344CB8AC3E}">
        <p14:creationId xmlns:p14="http://schemas.microsoft.com/office/powerpoint/2010/main" val="219561175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Warm Gray Cov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F7839227-1D94-2A38-E77C-5D1E1D0DD3A3}"/>
              </a:ext>
            </a:extLst>
          </p:cNvPr>
          <p:cNvSpPr>
            <a:spLocks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ext Placeholder 17">
            <a:extLst>
              <a:ext uri="{FF2B5EF4-FFF2-40B4-BE49-F238E27FC236}">
                <a16:creationId xmlns:a16="http://schemas.microsoft.com/office/drawing/2014/main" id="{A2941D41-B5B7-CCE1-1B2C-89AAD5DACBE0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56901" y="2294526"/>
            <a:ext cx="8313737" cy="1333891"/>
          </a:xfrm>
        </p:spPr>
        <p:txBody>
          <a:bodyPr/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48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Headline culpa qui official arum </a:t>
            </a:r>
            <a:r>
              <a:rPr lang="en-US" dirty="0" err="1"/>
              <a:t>quidem</a:t>
            </a:r>
            <a:r>
              <a:rPr lang="en-US" dirty="0"/>
              <a:t> rerum facilis</a:t>
            </a:r>
          </a:p>
        </p:txBody>
      </p:sp>
      <p:sp>
        <p:nvSpPr>
          <p:cNvPr id="7" name="Text Placeholder 17">
            <a:extLst>
              <a:ext uri="{FF2B5EF4-FFF2-40B4-BE49-F238E27FC236}">
                <a16:creationId xmlns:a16="http://schemas.microsoft.com/office/drawing/2014/main" id="{6600B585-62A4-8333-3077-9DD14A781807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56901" y="3806151"/>
            <a:ext cx="8313737" cy="796180"/>
          </a:xfrm>
        </p:spPr>
        <p:txBody>
          <a:bodyPr/>
          <a:lstStyle>
            <a:lvl1pPr marL="0" indent="0">
              <a:spcBef>
                <a:spcPts val="0"/>
              </a:spcBef>
              <a:buNone/>
              <a:defRPr sz="2400" b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Subhead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 sed do </a:t>
            </a:r>
            <a:r>
              <a:rPr lang="en-US" dirty="0" err="1"/>
              <a:t>eiusmod</a:t>
            </a:r>
            <a:r>
              <a:rPr lang="en-US" dirty="0"/>
              <a:t> </a:t>
            </a:r>
            <a:r>
              <a:rPr lang="en-US" dirty="0" err="1"/>
              <a:t>omnis</a:t>
            </a:r>
            <a:r>
              <a:rPr lang="en-US" dirty="0"/>
              <a:t> </a:t>
            </a:r>
            <a:r>
              <a:rPr lang="en-US" dirty="0" err="1"/>
              <a:t>iste</a:t>
            </a:r>
            <a:r>
              <a:rPr lang="en-US" dirty="0"/>
              <a:t> </a:t>
            </a:r>
            <a:r>
              <a:rPr lang="en-US" dirty="0" err="1"/>
              <a:t>natus</a:t>
            </a:r>
            <a:r>
              <a:rPr lang="en-US" dirty="0"/>
              <a:t>.</a:t>
            </a:r>
          </a:p>
        </p:txBody>
      </p:sp>
      <p:pic>
        <p:nvPicPr>
          <p:cNvPr id="11" name="Graphic 10">
            <a:extLst>
              <a:ext uri="{FF2B5EF4-FFF2-40B4-BE49-F238E27FC236}">
                <a16:creationId xmlns:a16="http://schemas.microsoft.com/office/drawing/2014/main" id="{21C3DEEA-3CCE-EBD2-6CE3-835C44C810E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56901" y="573882"/>
            <a:ext cx="2450374" cy="592930"/>
          </a:xfrm>
          <a:prstGeom prst="rect">
            <a:avLst/>
          </a:prstGeom>
        </p:spPr>
      </p:pic>
      <p:sp>
        <p:nvSpPr>
          <p:cNvPr id="2" name="Text Placeholder 17">
            <a:extLst>
              <a:ext uri="{FF2B5EF4-FFF2-40B4-BE49-F238E27FC236}">
                <a16:creationId xmlns:a16="http://schemas.microsoft.com/office/drawing/2014/main" id="{74440542-6D19-B6BD-7831-2A113C1E6A79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56902" y="5458457"/>
            <a:ext cx="3229036" cy="464486"/>
          </a:xfrm>
        </p:spPr>
        <p:txBody>
          <a:bodyPr/>
          <a:lstStyle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400" b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First &amp; Last Name</a:t>
            </a:r>
            <a:br>
              <a:rPr lang="en-US" dirty="0"/>
            </a:br>
            <a:r>
              <a:rPr lang="en-US" dirty="0"/>
              <a:t>Job Title</a:t>
            </a:r>
          </a:p>
        </p:txBody>
      </p:sp>
      <p:sp>
        <p:nvSpPr>
          <p:cNvPr id="4" name="Text Placeholder 17">
            <a:extLst>
              <a:ext uri="{FF2B5EF4-FFF2-40B4-BE49-F238E27FC236}">
                <a16:creationId xmlns:a16="http://schemas.microsoft.com/office/drawing/2014/main" id="{30B08173-A7BE-6F86-6CDE-43EC9BEEB3CB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56901" y="6253018"/>
            <a:ext cx="3229036" cy="227498"/>
          </a:xfrm>
        </p:spPr>
        <p:txBody>
          <a:bodyPr/>
          <a:lstStyle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400" b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Month, Year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C9D9DE1-FE9F-14AE-4A3F-F4173038006F}"/>
              </a:ext>
            </a:extLst>
          </p:cNvPr>
          <p:cNvSpPr txBox="1"/>
          <p:nvPr/>
        </p:nvSpPr>
        <p:spPr>
          <a:xfrm>
            <a:off x="9347200" y="6562717"/>
            <a:ext cx="2658947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r>
              <a:rPr lang="en-US" sz="900" dirty="0">
                <a:solidFill>
                  <a:schemeClr val="tx1"/>
                </a:solidFill>
              </a:rPr>
              <a:t>©2025 Ellucian. Confidential and Proprietary</a:t>
            </a:r>
          </a:p>
        </p:txBody>
      </p:sp>
    </p:spTree>
    <p:extLst>
      <p:ext uri="{BB962C8B-B14F-4D97-AF65-F5344CB8AC3E}">
        <p14:creationId xmlns:p14="http://schemas.microsoft.com/office/powerpoint/2010/main" val="1498693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2C Cov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4">
            <a:extLst>
              <a:ext uri="{FF2B5EF4-FFF2-40B4-BE49-F238E27FC236}">
                <a16:creationId xmlns:a16="http://schemas.microsoft.com/office/drawing/2014/main" id="{FB2127B1-FA67-CE8D-CD90-41309DF1AC6C}"/>
              </a:ext>
            </a:extLst>
          </p:cNvPr>
          <p:cNvSpPr/>
          <p:nvPr/>
        </p:nvSpPr>
        <p:spPr>
          <a:xfrm>
            <a:off x="0" y="6282612"/>
            <a:ext cx="1418253" cy="57538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FF108B6B-C056-2E89-CB24-74221272E2EC}"/>
              </a:ext>
            </a:extLst>
          </p:cNvPr>
          <p:cNvSpPr/>
          <p:nvPr/>
        </p:nvSpPr>
        <p:spPr>
          <a:xfrm>
            <a:off x="0" y="6502400"/>
            <a:ext cx="12192000" cy="3556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46737573-4583-0401-B46C-004DF090DAB6}"/>
              </a:ext>
            </a:extLst>
          </p:cNvPr>
          <p:cNvSpPr/>
          <p:nvPr/>
        </p:nvSpPr>
        <p:spPr>
          <a:xfrm>
            <a:off x="0" y="0"/>
            <a:ext cx="12192000" cy="3556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Text Placeholder 17">
            <a:extLst>
              <a:ext uri="{FF2B5EF4-FFF2-40B4-BE49-F238E27FC236}">
                <a16:creationId xmlns:a16="http://schemas.microsoft.com/office/drawing/2014/main" id="{52C18FF9-32C7-751D-36F8-EF5124DF2BE2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56901" y="2294526"/>
            <a:ext cx="8313737" cy="1333891"/>
          </a:xfrm>
        </p:spPr>
        <p:txBody>
          <a:bodyPr/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4800"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 dirty="0"/>
              <a:t>Headline culpa qui official arum </a:t>
            </a:r>
            <a:r>
              <a:rPr lang="en-US" dirty="0" err="1"/>
              <a:t>quidem</a:t>
            </a:r>
            <a:r>
              <a:rPr lang="en-US" dirty="0"/>
              <a:t> rerum facilis</a:t>
            </a:r>
          </a:p>
        </p:txBody>
      </p:sp>
      <p:sp>
        <p:nvSpPr>
          <p:cNvPr id="23" name="Text Placeholder 17">
            <a:extLst>
              <a:ext uri="{FF2B5EF4-FFF2-40B4-BE49-F238E27FC236}">
                <a16:creationId xmlns:a16="http://schemas.microsoft.com/office/drawing/2014/main" id="{D8DE661F-53B2-6E8E-9238-FE6484215B1A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56901" y="3806151"/>
            <a:ext cx="8313737" cy="796180"/>
          </a:xfrm>
        </p:spPr>
        <p:txBody>
          <a:bodyPr/>
          <a:lstStyle>
            <a:lvl1pPr marL="0" indent="0">
              <a:spcBef>
                <a:spcPts val="0"/>
              </a:spcBef>
              <a:buNone/>
              <a:defRPr sz="2400" b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Subhead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 sed do </a:t>
            </a:r>
            <a:r>
              <a:rPr lang="en-US" dirty="0" err="1"/>
              <a:t>eiusmod</a:t>
            </a:r>
            <a:r>
              <a:rPr lang="en-US" dirty="0"/>
              <a:t> </a:t>
            </a:r>
            <a:r>
              <a:rPr lang="en-US" dirty="0" err="1"/>
              <a:t>omnis</a:t>
            </a:r>
            <a:r>
              <a:rPr lang="en-US" dirty="0"/>
              <a:t> </a:t>
            </a:r>
            <a:r>
              <a:rPr lang="en-US" dirty="0" err="1"/>
              <a:t>iste</a:t>
            </a:r>
            <a:r>
              <a:rPr lang="en-US" dirty="0"/>
              <a:t> </a:t>
            </a:r>
            <a:r>
              <a:rPr lang="en-US" dirty="0" err="1"/>
              <a:t>natus</a:t>
            </a:r>
            <a:r>
              <a:rPr lang="en-US" dirty="0"/>
              <a:t>.</a:t>
            </a:r>
          </a:p>
        </p:txBody>
      </p:sp>
      <p:pic>
        <p:nvPicPr>
          <p:cNvPr id="26" name="Graphic 25">
            <a:extLst>
              <a:ext uri="{FF2B5EF4-FFF2-40B4-BE49-F238E27FC236}">
                <a16:creationId xmlns:a16="http://schemas.microsoft.com/office/drawing/2014/main" id="{2590016B-4462-F023-25AF-B00C9285325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56901" y="573882"/>
            <a:ext cx="2450374" cy="592930"/>
          </a:xfrm>
          <a:prstGeom prst="rect">
            <a:avLst/>
          </a:prstGeom>
        </p:spPr>
      </p:pic>
      <p:sp>
        <p:nvSpPr>
          <p:cNvPr id="5" name="Text Placeholder 17">
            <a:extLst>
              <a:ext uri="{FF2B5EF4-FFF2-40B4-BE49-F238E27FC236}">
                <a16:creationId xmlns:a16="http://schemas.microsoft.com/office/drawing/2014/main" id="{7C710057-3FB3-19E3-5D75-F018F116AE47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56902" y="5260553"/>
            <a:ext cx="3229036" cy="464486"/>
          </a:xfrm>
        </p:spPr>
        <p:txBody>
          <a:bodyPr/>
          <a:lstStyle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400" b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First &amp; Last Name</a:t>
            </a:r>
            <a:br>
              <a:rPr lang="en-US" dirty="0"/>
            </a:br>
            <a:r>
              <a:rPr lang="en-US" dirty="0"/>
              <a:t>Job Title</a:t>
            </a:r>
          </a:p>
        </p:txBody>
      </p:sp>
      <p:sp>
        <p:nvSpPr>
          <p:cNvPr id="6" name="Text Placeholder 17">
            <a:extLst>
              <a:ext uri="{FF2B5EF4-FFF2-40B4-BE49-F238E27FC236}">
                <a16:creationId xmlns:a16="http://schemas.microsoft.com/office/drawing/2014/main" id="{C41EE674-4BC9-86D6-67E5-FF509240DDED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56901" y="6055114"/>
            <a:ext cx="3229036" cy="227498"/>
          </a:xfrm>
        </p:spPr>
        <p:txBody>
          <a:bodyPr/>
          <a:lstStyle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400" b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Month, Year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E8FAC4F-619C-5E6B-F2B0-D001F5A51111}"/>
              </a:ext>
            </a:extLst>
          </p:cNvPr>
          <p:cNvSpPr txBox="1"/>
          <p:nvPr/>
        </p:nvSpPr>
        <p:spPr>
          <a:xfrm>
            <a:off x="9347200" y="6562717"/>
            <a:ext cx="2658947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r>
              <a:rPr lang="en-US" sz="900" dirty="0">
                <a:solidFill>
                  <a:schemeClr val="bg1"/>
                </a:solidFill>
              </a:rPr>
              <a:t>©2025 Ellucian. Confidential and Proprietary</a:t>
            </a:r>
          </a:p>
        </p:txBody>
      </p:sp>
    </p:spTree>
    <p:extLst>
      <p:ext uri="{BB962C8B-B14F-4D97-AF65-F5344CB8AC3E}">
        <p14:creationId xmlns:p14="http://schemas.microsoft.com/office/powerpoint/2010/main" val="5133619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2C Cover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4">
            <a:extLst>
              <a:ext uri="{FF2B5EF4-FFF2-40B4-BE49-F238E27FC236}">
                <a16:creationId xmlns:a16="http://schemas.microsoft.com/office/drawing/2014/main" id="{FB2127B1-FA67-CE8D-CD90-41309DF1AC6C}"/>
              </a:ext>
            </a:extLst>
          </p:cNvPr>
          <p:cNvSpPr/>
          <p:nvPr/>
        </p:nvSpPr>
        <p:spPr>
          <a:xfrm>
            <a:off x="0" y="6282612"/>
            <a:ext cx="1418253" cy="57538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FF108B6B-C056-2E89-CB24-74221272E2EC}"/>
              </a:ext>
            </a:extLst>
          </p:cNvPr>
          <p:cNvSpPr/>
          <p:nvPr/>
        </p:nvSpPr>
        <p:spPr>
          <a:xfrm>
            <a:off x="0" y="6502400"/>
            <a:ext cx="12192000" cy="3556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46737573-4583-0401-B46C-004DF090DAB6}"/>
              </a:ext>
            </a:extLst>
          </p:cNvPr>
          <p:cNvSpPr/>
          <p:nvPr/>
        </p:nvSpPr>
        <p:spPr>
          <a:xfrm>
            <a:off x="0" y="0"/>
            <a:ext cx="12192000" cy="3556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Graphic 2">
            <a:extLst>
              <a:ext uri="{FF2B5EF4-FFF2-40B4-BE49-F238E27FC236}">
                <a16:creationId xmlns:a16="http://schemas.microsoft.com/office/drawing/2014/main" id="{FBB43B24-12DD-1DD6-963C-7ADA857CCDC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56901" y="573882"/>
            <a:ext cx="2450374" cy="592930"/>
          </a:xfrm>
          <a:prstGeom prst="rect">
            <a:avLst/>
          </a:prstGeom>
        </p:spPr>
      </p:pic>
      <p:sp>
        <p:nvSpPr>
          <p:cNvPr id="5" name="Text Placeholder 17">
            <a:extLst>
              <a:ext uri="{FF2B5EF4-FFF2-40B4-BE49-F238E27FC236}">
                <a16:creationId xmlns:a16="http://schemas.microsoft.com/office/drawing/2014/main" id="{A39E11EF-D17E-E6F4-B66D-C68ABBCCF813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56902" y="2249757"/>
            <a:ext cx="5427132" cy="1748877"/>
          </a:xfrm>
        </p:spPr>
        <p:txBody>
          <a:bodyPr/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42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Headline culpa qui official arum </a:t>
            </a:r>
            <a:r>
              <a:rPr lang="en-US" dirty="0" err="1"/>
              <a:t>quidem</a:t>
            </a:r>
            <a:r>
              <a:rPr lang="en-US" dirty="0"/>
              <a:t> rerum facilis</a:t>
            </a:r>
          </a:p>
        </p:txBody>
      </p:sp>
      <p:sp>
        <p:nvSpPr>
          <p:cNvPr id="6" name="Text Placeholder 17">
            <a:extLst>
              <a:ext uri="{FF2B5EF4-FFF2-40B4-BE49-F238E27FC236}">
                <a16:creationId xmlns:a16="http://schemas.microsoft.com/office/drawing/2014/main" id="{64D279B7-3D21-DC76-5BCE-6A2D109B8EDB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56902" y="4116116"/>
            <a:ext cx="5427132" cy="663515"/>
          </a:xfrm>
        </p:spPr>
        <p:txBody>
          <a:bodyPr/>
          <a:lstStyle>
            <a:lvl1pPr marL="0" indent="0">
              <a:spcBef>
                <a:spcPts val="0"/>
              </a:spcBef>
              <a:buNone/>
              <a:defRPr sz="2000" b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Subhead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 sed do </a:t>
            </a:r>
            <a:r>
              <a:rPr lang="en-US" dirty="0" err="1"/>
              <a:t>eiusmod</a:t>
            </a:r>
            <a:endParaRPr lang="en-US" dirty="0"/>
          </a:p>
        </p:txBody>
      </p:sp>
      <p:sp>
        <p:nvSpPr>
          <p:cNvPr id="13" name="Picture Placeholder 12">
            <a:extLst>
              <a:ext uri="{FF2B5EF4-FFF2-40B4-BE49-F238E27FC236}">
                <a16:creationId xmlns:a16="http://schemas.microsoft.com/office/drawing/2014/main" id="{04B738B6-E606-753D-F43C-ADBDF91B7E2D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>
          <a:xfrm>
            <a:off x="6689725" y="355598"/>
            <a:ext cx="5502275" cy="6146801"/>
          </a:xfrm>
          <a:custGeom>
            <a:avLst/>
            <a:gdLst>
              <a:gd name="connsiteX0" fmla="*/ 0 w 5502275"/>
              <a:gd name="connsiteY0" fmla="*/ 0 h 6135556"/>
              <a:gd name="connsiteX1" fmla="*/ 5502275 w 5502275"/>
              <a:gd name="connsiteY1" fmla="*/ 0 h 6135556"/>
              <a:gd name="connsiteX2" fmla="*/ 5502275 w 5502275"/>
              <a:gd name="connsiteY2" fmla="*/ 218283 h 6135556"/>
              <a:gd name="connsiteX3" fmla="*/ 5502275 w 5502275"/>
              <a:gd name="connsiteY3" fmla="*/ 1268413 h 6135556"/>
              <a:gd name="connsiteX4" fmla="*/ 5502275 w 5502275"/>
              <a:gd name="connsiteY4" fmla="*/ 1731805 h 6135556"/>
              <a:gd name="connsiteX5" fmla="*/ 2676409 w 5502275"/>
              <a:gd name="connsiteY5" fmla="*/ 1731805 h 6135556"/>
              <a:gd name="connsiteX6" fmla="*/ 2676409 w 5502275"/>
              <a:gd name="connsiteY6" fmla="*/ 2311877 h 6135556"/>
              <a:gd name="connsiteX7" fmla="*/ 4972425 w 5502275"/>
              <a:gd name="connsiteY7" fmla="*/ 2311877 h 6135556"/>
              <a:gd name="connsiteX8" fmla="*/ 4972425 w 5502275"/>
              <a:gd name="connsiteY8" fmla="*/ 3825399 h 6135556"/>
              <a:gd name="connsiteX9" fmla="*/ 2676409 w 5502275"/>
              <a:gd name="connsiteY9" fmla="*/ 3825399 h 6135556"/>
              <a:gd name="connsiteX10" fmla="*/ 2676409 w 5502275"/>
              <a:gd name="connsiteY10" fmla="*/ 4414997 h 6135556"/>
              <a:gd name="connsiteX11" fmla="*/ 5502275 w 5502275"/>
              <a:gd name="connsiteY11" fmla="*/ 4414997 h 6135556"/>
              <a:gd name="connsiteX12" fmla="*/ 5502275 w 5502275"/>
              <a:gd name="connsiteY12" fmla="*/ 4867143 h 6135556"/>
              <a:gd name="connsiteX13" fmla="*/ 5502275 w 5502275"/>
              <a:gd name="connsiteY13" fmla="*/ 5928519 h 6135556"/>
              <a:gd name="connsiteX14" fmla="*/ 5502275 w 5502275"/>
              <a:gd name="connsiteY14" fmla="*/ 6135556 h 6135556"/>
              <a:gd name="connsiteX15" fmla="*/ 0 w 5502275"/>
              <a:gd name="connsiteY15" fmla="*/ 6135556 h 6135556"/>
              <a:gd name="connsiteX16" fmla="*/ 0 w 5502275"/>
              <a:gd name="connsiteY16" fmla="*/ 4867143 h 6135556"/>
              <a:gd name="connsiteX17" fmla="*/ 501 w 5502275"/>
              <a:gd name="connsiteY17" fmla="*/ 4867143 h 6135556"/>
              <a:gd name="connsiteX18" fmla="*/ 501 w 5502275"/>
              <a:gd name="connsiteY18" fmla="*/ 1268413 h 6135556"/>
              <a:gd name="connsiteX19" fmla="*/ 0 w 5502275"/>
              <a:gd name="connsiteY19" fmla="*/ 1268413 h 613555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</a:cxnLst>
            <a:rect l="l" t="t" r="r" b="b"/>
            <a:pathLst>
              <a:path w="5502275" h="6135556">
                <a:moveTo>
                  <a:pt x="0" y="0"/>
                </a:moveTo>
                <a:lnTo>
                  <a:pt x="5502275" y="0"/>
                </a:lnTo>
                <a:lnTo>
                  <a:pt x="5502275" y="218283"/>
                </a:lnTo>
                <a:lnTo>
                  <a:pt x="5502275" y="1268413"/>
                </a:lnTo>
                <a:lnTo>
                  <a:pt x="5502275" y="1731805"/>
                </a:lnTo>
                <a:lnTo>
                  <a:pt x="2676409" y="1731805"/>
                </a:lnTo>
                <a:lnTo>
                  <a:pt x="2676409" y="2311877"/>
                </a:lnTo>
                <a:lnTo>
                  <a:pt x="4972425" y="2311877"/>
                </a:lnTo>
                <a:lnTo>
                  <a:pt x="4972425" y="3825399"/>
                </a:lnTo>
                <a:lnTo>
                  <a:pt x="2676409" y="3825399"/>
                </a:lnTo>
                <a:lnTo>
                  <a:pt x="2676409" y="4414997"/>
                </a:lnTo>
                <a:lnTo>
                  <a:pt x="5502275" y="4414997"/>
                </a:lnTo>
                <a:lnTo>
                  <a:pt x="5502275" y="4867143"/>
                </a:lnTo>
                <a:lnTo>
                  <a:pt x="5502275" y="5928519"/>
                </a:lnTo>
                <a:lnTo>
                  <a:pt x="5502275" y="6135556"/>
                </a:lnTo>
                <a:lnTo>
                  <a:pt x="0" y="6135556"/>
                </a:lnTo>
                <a:lnTo>
                  <a:pt x="0" y="4867143"/>
                </a:lnTo>
                <a:lnTo>
                  <a:pt x="501" y="4867143"/>
                </a:lnTo>
                <a:lnTo>
                  <a:pt x="501" y="1268413"/>
                </a:lnTo>
                <a:lnTo>
                  <a:pt x="0" y="1268413"/>
                </a:lnTo>
                <a:close/>
              </a:path>
            </a:pathLst>
          </a:custGeom>
        </p:spPr>
        <p:txBody>
          <a:bodyPr wrap="square" anchor="ctr" anchorCtr="0">
            <a:noAutofit/>
          </a:bodyPr>
          <a:lstStyle>
            <a:lvl1pPr marL="0" indent="0" algn="ctr">
              <a:buNone/>
              <a:defRPr/>
            </a:lvl1pPr>
          </a:lstStyle>
          <a:p>
            <a:r>
              <a:rPr lang="en-US" dirty="0"/>
              <a:t>[Click to insert image]</a:t>
            </a:r>
          </a:p>
        </p:txBody>
      </p:sp>
      <p:sp>
        <p:nvSpPr>
          <p:cNvPr id="10" name="Text Placeholder 17">
            <a:extLst>
              <a:ext uri="{FF2B5EF4-FFF2-40B4-BE49-F238E27FC236}">
                <a16:creationId xmlns:a16="http://schemas.microsoft.com/office/drawing/2014/main" id="{1E88AEE2-3A55-B667-5D40-BB6299F48205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56902" y="5260553"/>
            <a:ext cx="3229036" cy="464486"/>
          </a:xfrm>
        </p:spPr>
        <p:txBody>
          <a:bodyPr/>
          <a:lstStyle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400" b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First &amp; Last Name</a:t>
            </a:r>
            <a:br>
              <a:rPr lang="en-US" dirty="0"/>
            </a:br>
            <a:r>
              <a:rPr lang="en-US" dirty="0"/>
              <a:t>Job Title</a:t>
            </a:r>
          </a:p>
        </p:txBody>
      </p:sp>
      <p:sp>
        <p:nvSpPr>
          <p:cNvPr id="11" name="Text Placeholder 17">
            <a:extLst>
              <a:ext uri="{FF2B5EF4-FFF2-40B4-BE49-F238E27FC236}">
                <a16:creationId xmlns:a16="http://schemas.microsoft.com/office/drawing/2014/main" id="{D376FEF2-D482-FF48-0E21-E85BCDCAE008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56901" y="6055114"/>
            <a:ext cx="3229036" cy="227498"/>
          </a:xfrm>
        </p:spPr>
        <p:txBody>
          <a:bodyPr/>
          <a:lstStyle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400" b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Month, Year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35B847D-2BA6-4533-FDD7-9CCF9A96A36C}"/>
              </a:ext>
            </a:extLst>
          </p:cNvPr>
          <p:cNvSpPr txBox="1"/>
          <p:nvPr/>
        </p:nvSpPr>
        <p:spPr>
          <a:xfrm>
            <a:off x="9347200" y="6562717"/>
            <a:ext cx="2658947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r>
              <a:rPr lang="en-US" sz="900" dirty="0">
                <a:solidFill>
                  <a:schemeClr val="bg1"/>
                </a:solidFill>
              </a:rPr>
              <a:t>©2025 Ellucian. Confidential and Proprietary</a:t>
            </a:r>
          </a:p>
        </p:txBody>
      </p:sp>
    </p:spTree>
    <p:extLst>
      <p:ext uri="{BB962C8B-B14F-4D97-AF65-F5344CB8AC3E}">
        <p14:creationId xmlns:p14="http://schemas.microsoft.com/office/powerpoint/2010/main" val="171772594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lank Foo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28908630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Head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7">
            <a:extLst>
              <a:ext uri="{FF2B5EF4-FFF2-40B4-BE49-F238E27FC236}">
                <a16:creationId xmlns:a16="http://schemas.microsoft.com/office/drawing/2014/main" id="{3081F721-E8A4-AE4D-5353-BF45B3173324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22515" y="361822"/>
            <a:ext cx="11122188" cy="446084"/>
          </a:xfrm>
        </p:spPr>
        <p:txBody>
          <a:bodyPr wrap="square">
            <a:sp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3200"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 dirty="0"/>
              <a:t>Headline culpa qui official arum </a:t>
            </a:r>
            <a:r>
              <a:rPr lang="en-US" dirty="0" err="1"/>
              <a:t>quidem</a:t>
            </a:r>
            <a:r>
              <a:rPr lang="en-US" dirty="0"/>
              <a:t> rerum facilis</a:t>
            </a:r>
          </a:p>
        </p:txBody>
      </p:sp>
    </p:spTree>
    <p:extLst>
      <p:ext uri="{BB962C8B-B14F-4D97-AF65-F5344CB8AC3E}">
        <p14:creationId xmlns:p14="http://schemas.microsoft.com/office/powerpoint/2010/main" val="204200291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Headline-Cop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7">
            <a:extLst>
              <a:ext uri="{FF2B5EF4-FFF2-40B4-BE49-F238E27FC236}">
                <a16:creationId xmlns:a16="http://schemas.microsoft.com/office/drawing/2014/main" id="{3081F721-E8A4-AE4D-5353-BF45B3173324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22515" y="361822"/>
            <a:ext cx="11122188" cy="446084"/>
          </a:xfrm>
        </p:spPr>
        <p:txBody>
          <a:bodyPr wrap="square">
            <a:sp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3200"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 dirty="0"/>
              <a:t>Headline culpa qui official arum </a:t>
            </a:r>
            <a:r>
              <a:rPr lang="en-US" dirty="0" err="1"/>
              <a:t>quidem</a:t>
            </a:r>
            <a:r>
              <a:rPr lang="en-US" dirty="0"/>
              <a:t> rerum facilis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9D09DD77-3C7C-EEB6-765D-0ED3FE5F28B3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22287" y="1056958"/>
            <a:ext cx="11122188" cy="5100637"/>
          </a:xfrm>
        </p:spPr>
        <p:txBody>
          <a:bodyPr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1613442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-0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7">
            <a:extLst>
              <a:ext uri="{FF2B5EF4-FFF2-40B4-BE49-F238E27FC236}">
                <a16:creationId xmlns:a16="http://schemas.microsoft.com/office/drawing/2014/main" id="{3081F721-E8A4-AE4D-5353-BF45B3173324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22516" y="655578"/>
            <a:ext cx="11122186" cy="446084"/>
          </a:xfrm>
        </p:spPr>
        <p:txBody>
          <a:bodyPr wrap="square">
            <a:sp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3200"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 dirty="0"/>
              <a:t>Headline culpa qui official arum </a:t>
            </a:r>
            <a:r>
              <a:rPr lang="en-US" dirty="0" err="1"/>
              <a:t>quidem</a:t>
            </a:r>
            <a:r>
              <a:rPr lang="en-US" dirty="0"/>
              <a:t> rerum facilis</a:t>
            </a:r>
          </a:p>
        </p:txBody>
      </p:sp>
      <p:sp>
        <p:nvSpPr>
          <p:cNvPr id="3" name="Text Placeholder 17">
            <a:extLst>
              <a:ext uri="{FF2B5EF4-FFF2-40B4-BE49-F238E27FC236}">
                <a16:creationId xmlns:a16="http://schemas.microsoft.com/office/drawing/2014/main" id="{C7C69F1E-9805-AE5A-7142-CFC2C784AC58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22516" y="361822"/>
            <a:ext cx="11122186" cy="227498"/>
          </a:xfrm>
        </p:spPr>
        <p:txBody>
          <a:bodyPr wrap="square">
            <a:spAutoFit/>
          </a:bodyPr>
          <a:lstStyle>
            <a:lvl1pPr marL="0" indent="0">
              <a:spcBef>
                <a:spcPts val="0"/>
              </a:spcBef>
              <a:buNone/>
              <a:defRPr sz="1400"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 dirty="0"/>
              <a:t>EYEBROW COPY BLANDITIIS PRAESENTIUM VOLUPTATUM</a:t>
            </a:r>
          </a:p>
        </p:txBody>
      </p:sp>
      <p:sp>
        <p:nvSpPr>
          <p:cNvPr id="5" name="Text Placeholder 17">
            <a:extLst>
              <a:ext uri="{FF2B5EF4-FFF2-40B4-BE49-F238E27FC236}">
                <a16:creationId xmlns:a16="http://schemas.microsoft.com/office/drawing/2014/main" id="{112D25B5-8051-9BC2-9889-36FD4D585FD1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22790" y="1763901"/>
            <a:ext cx="8599914" cy="278794"/>
          </a:xfrm>
        </p:spPr>
        <p:txBody>
          <a:bodyPr wrap="square">
            <a:sp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20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Subhead culpa qui official arum </a:t>
            </a:r>
            <a:r>
              <a:rPr lang="en-US" dirty="0" err="1"/>
              <a:t>quidem</a:t>
            </a:r>
            <a:r>
              <a:rPr lang="en-US" dirty="0"/>
              <a:t> rerum facilis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EBC34DA4-0543-35F0-39E6-84A7B5877EED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22790" y="2229208"/>
            <a:ext cx="8599914" cy="597151"/>
          </a:xfrm>
        </p:spPr>
        <p:txBody>
          <a:bodyPr wrap="square">
            <a:spAutoFit/>
          </a:bodyPr>
          <a:lstStyle>
            <a:lvl1pPr marL="0" indent="0">
              <a:buNone/>
              <a:defRPr sz="1800"/>
            </a:lvl1pPr>
          </a:lstStyle>
          <a:p>
            <a:pPr lvl="0"/>
            <a:r>
              <a:rPr lang="en-US" dirty="0"/>
              <a:t>Sed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perspiciatis</a:t>
            </a:r>
            <a:r>
              <a:rPr lang="en-US" dirty="0"/>
              <a:t> </a:t>
            </a:r>
            <a:r>
              <a:rPr lang="en-US" dirty="0" err="1"/>
              <a:t>unde</a:t>
            </a:r>
            <a:r>
              <a:rPr lang="en-US" dirty="0"/>
              <a:t> </a:t>
            </a:r>
            <a:r>
              <a:rPr lang="en-US" dirty="0" err="1"/>
              <a:t>omnis</a:t>
            </a:r>
            <a:r>
              <a:rPr lang="en-US" dirty="0"/>
              <a:t> </a:t>
            </a:r>
            <a:r>
              <a:rPr lang="en-US" dirty="0" err="1"/>
              <a:t>iste</a:t>
            </a:r>
            <a:r>
              <a:rPr lang="en-US" dirty="0"/>
              <a:t> </a:t>
            </a:r>
            <a:r>
              <a:rPr lang="en-US" dirty="0" err="1"/>
              <a:t>natus</a:t>
            </a:r>
            <a:r>
              <a:rPr lang="en-US" dirty="0"/>
              <a:t> error sit </a:t>
            </a:r>
            <a:r>
              <a:rPr lang="en-US" dirty="0" err="1"/>
              <a:t>voluptatem</a:t>
            </a:r>
            <a:r>
              <a:rPr lang="en-US" dirty="0"/>
              <a:t> </a:t>
            </a:r>
            <a:r>
              <a:rPr lang="en-US" dirty="0" err="1"/>
              <a:t>accusantium</a:t>
            </a:r>
            <a:r>
              <a:rPr lang="en-US" dirty="0"/>
              <a:t> </a:t>
            </a:r>
            <a:r>
              <a:rPr lang="en-US" dirty="0" err="1"/>
              <a:t>doloremque</a:t>
            </a:r>
            <a:r>
              <a:rPr lang="en-US" dirty="0"/>
              <a:t> </a:t>
            </a:r>
            <a:r>
              <a:rPr lang="en-US" dirty="0" err="1"/>
              <a:t>laudantium</a:t>
            </a:r>
            <a:r>
              <a:rPr lang="en-US" dirty="0"/>
              <a:t>, </a:t>
            </a:r>
            <a:r>
              <a:rPr lang="en-US" dirty="0" err="1"/>
              <a:t>totam</a:t>
            </a:r>
            <a:r>
              <a:rPr lang="en-US" dirty="0"/>
              <a:t> rem </a:t>
            </a:r>
            <a:r>
              <a:rPr lang="en-US" dirty="0" err="1"/>
              <a:t>aperiam</a:t>
            </a:r>
            <a:r>
              <a:rPr lang="en-US" dirty="0"/>
              <a:t> </a:t>
            </a:r>
            <a:r>
              <a:rPr lang="en-US" dirty="0" err="1"/>
              <a:t>eaque</a:t>
            </a:r>
            <a:r>
              <a:rPr lang="en-US" dirty="0"/>
              <a:t> </a:t>
            </a:r>
            <a:r>
              <a:rPr lang="en-US" dirty="0" err="1"/>
              <a:t>ipsa</a:t>
            </a:r>
            <a:r>
              <a:rPr lang="en-US" dirty="0"/>
              <a:t>.</a:t>
            </a:r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99E36904-4452-1FE0-159B-0D75E562EAB9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522515" y="3012872"/>
            <a:ext cx="8599572" cy="989438"/>
          </a:xfrm>
        </p:spPr>
        <p:txBody>
          <a:bodyPr wrap="square">
            <a:spAutoFit/>
          </a:bodyPr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</p:txBody>
      </p:sp>
    </p:spTree>
    <p:extLst>
      <p:ext uri="{BB962C8B-B14F-4D97-AF65-F5344CB8AC3E}">
        <p14:creationId xmlns:p14="http://schemas.microsoft.com/office/powerpoint/2010/main" val="225827102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-0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7">
            <a:extLst>
              <a:ext uri="{FF2B5EF4-FFF2-40B4-BE49-F238E27FC236}">
                <a16:creationId xmlns:a16="http://schemas.microsoft.com/office/drawing/2014/main" id="{3081F721-E8A4-AE4D-5353-BF45B3173324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22516" y="655578"/>
            <a:ext cx="11122186" cy="446084"/>
          </a:xfrm>
        </p:spPr>
        <p:txBody>
          <a:bodyPr wrap="square">
            <a:sp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3200"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 dirty="0"/>
              <a:t>Headline culpa qui official arum </a:t>
            </a:r>
            <a:r>
              <a:rPr lang="en-US" dirty="0" err="1"/>
              <a:t>quidem</a:t>
            </a:r>
            <a:r>
              <a:rPr lang="en-US" dirty="0"/>
              <a:t> rerum facilis</a:t>
            </a:r>
          </a:p>
        </p:txBody>
      </p:sp>
      <p:sp>
        <p:nvSpPr>
          <p:cNvPr id="3" name="Text Placeholder 17">
            <a:extLst>
              <a:ext uri="{FF2B5EF4-FFF2-40B4-BE49-F238E27FC236}">
                <a16:creationId xmlns:a16="http://schemas.microsoft.com/office/drawing/2014/main" id="{C7C69F1E-9805-AE5A-7142-CFC2C784AC58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22516" y="361822"/>
            <a:ext cx="11122186" cy="227498"/>
          </a:xfrm>
        </p:spPr>
        <p:txBody>
          <a:bodyPr wrap="square">
            <a:spAutoFit/>
          </a:bodyPr>
          <a:lstStyle>
            <a:lvl1pPr marL="0" indent="0">
              <a:spcBef>
                <a:spcPts val="0"/>
              </a:spcBef>
              <a:buNone/>
              <a:defRPr sz="1400"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 dirty="0"/>
              <a:t>EYEBROW COPY BLANDITIIS PRAESENTIUM VOLUPTATUM</a:t>
            </a:r>
          </a:p>
        </p:txBody>
      </p:sp>
      <p:sp>
        <p:nvSpPr>
          <p:cNvPr id="5" name="Text Placeholder 17">
            <a:extLst>
              <a:ext uri="{FF2B5EF4-FFF2-40B4-BE49-F238E27FC236}">
                <a16:creationId xmlns:a16="http://schemas.microsoft.com/office/drawing/2014/main" id="{112D25B5-8051-9BC2-9889-36FD4D585FD1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22795" y="1763901"/>
            <a:ext cx="4757205" cy="555793"/>
          </a:xfrm>
        </p:spPr>
        <p:txBody>
          <a:bodyPr wrap="square">
            <a:sp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20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Subhead culpa qui official arum </a:t>
            </a:r>
            <a:r>
              <a:rPr lang="en-US" dirty="0" err="1"/>
              <a:t>quidem</a:t>
            </a:r>
            <a:r>
              <a:rPr lang="en-US" dirty="0"/>
              <a:t> rerum facilis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EBC34DA4-0543-35F0-39E6-84A7B5877EED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22795" y="2426711"/>
            <a:ext cx="4757205" cy="901850"/>
          </a:xfrm>
        </p:spPr>
        <p:txBody>
          <a:bodyPr wrap="square">
            <a:spAutoFit/>
          </a:bodyPr>
          <a:lstStyle>
            <a:lvl1pPr marL="0" indent="0">
              <a:buNone/>
              <a:defRPr sz="1800"/>
            </a:lvl1pPr>
          </a:lstStyle>
          <a:p>
            <a:pPr lvl="0"/>
            <a:r>
              <a:rPr lang="en-US" dirty="0"/>
              <a:t>Sed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perspiciatis</a:t>
            </a:r>
            <a:r>
              <a:rPr lang="en-US" dirty="0"/>
              <a:t> </a:t>
            </a:r>
            <a:r>
              <a:rPr lang="en-US" dirty="0" err="1"/>
              <a:t>unde</a:t>
            </a:r>
            <a:r>
              <a:rPr lang="en-US" dirty="0"/>
              <a:t> </a:t>
            </a:r>
            <a:r>
              <a:rPr lang="en-US" dirty="0" err="1"/>
              <a:t>omnis</a:t>
            </a:r>
            <a:r>
              <a:rPr lang="en-US" dirty="0"/>
              <a:t> </a:t>
            </a:r>
            <a:r>
              <a:rPr lang="en-US" dirty="0" err="1"/>
              <a:t>iste</a:t>
            </a:r>
            <a:r>
              <a:rPr lang="en-US" dirty="0"/>
              <a:t> </a:t>
            </a:r>
            <a:r>
              <a:rPr lang="en-US" dirty="0" err="1"/>
              <a:t>natus</a:t>
            </a:r>
            <a:r>
              <a:rPr lang="en-US" dirty="0"/>
              <a:t> error sit </a:t>
            </a:r>
            <a:r>
              <a:rPr lang="en-US" dirty="0" err="1"/>
              <a:t>voluptatem</a:t>
            </a:r>
            <a:r>
              <a:rPr lang="en-US" dirty="0"/>
              <a:t> </a:t>
            </a:r>
            <a:r>
              <a:rPr lang="en-US" dirty="0" err="1"/>
              <a:t>accusantium</a:t>
            </a:r>
            <a:r>
              <a:rPr lang="en-US" dirty="0"/>
              <a:t> </a:t>
            </a:r>
            <a:r>
              <a:rPr lang="en-US" dirty="0" err="1"/>
              <a:t>doloremque</a:t>
            </a:r>
            <a:r>
              <a:rPr lang="en-US" dirty="0"/>
              <a:t> </a:t>
            </a:r>
            <a:r>
              <a:rPr lang="en-US" dirty="0" err="1"/>
              <a:t>laudantium</a:t>
            </a:r>
            <a:r>
              <a:rPr lang="en-US" dirty="0"/>
              <a:t> </a:t>
            </a:r>
            <a:r>
              <a:rPr lang="en-US" dirty="0" err="1"/>
              <a:t>totam</a:t>
            </a:r>
            <a:r>
              <a:rPr lang="en-US" dirty="0"/>
              <a:t> rem </a:t>
            </a:r>
            <a:r>
              <a:rPr lang="en-US" dirty="0" err="1"/>
              <a:t>aperiam</a:t>
            </a:r>
            <a:r>
              <a:rPr lang="en-US" dirty="0"/>
              <a:t>.</a:t>
            </a:r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99E36904-4452-1FE0-159B-0D75E562EAB9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522515" y="3529440"/>
            <a:ext cx="4757015" cy="989438"/>
          </a:xfrm>
        </p:spPr>
        <p:txBody>
          <a:bodyPr wrap="square">
            <a:spAutoFit/>
          </a:bodyPr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</p:txBody>
      </p:sp>
      <p:sp>
        <p:nvSpPr>
          <p:cNvPr id="4" name="Text Placeholder 17">
            <a:extLst>
              <a:ext uri="{FF2B5EF4-FFF2-40B4-BE49-F238E27FC236}">
                <a16:creationId xmlns:a16="http://schemas.microsoft.com/office/drawing/2014/main" id="{D20FA87A-09E8-BDB2-1C69-54F54B22BE31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303835" y="1763901"/>
            <a:ext cx="4757205" cy="555793"/>
          </a:xfrm>
        </p:spPr>
        <p:txBody>
          <a:bodyPr wrap="square">
            <a:sp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20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Subhead culpa qui official arum </a:t>
            </a:r>
            <a:r>
              <a:rPr lang="en-US" dirty="0" err="1"/>
              <a:t>quidem</a:t>
            </a:r>
            <a:r>
              <a:rPr lang="en-US" dirty="0"/>
              <a:t> rerum facilis</a:t>
            </a:r>
          </a:p>
        </p:txBody>
      </p:sp>
      <p:sp>
        <p:nvSpPr>
          <p:cNvPr id="6" name="Text Placeholder 8">
            <a:extLst>
              <a:ext uri="{FF2B5EF4-FFF2-40B4-BE49-F238E27FC236}">
                <a16:creationId xmlns:a16="http://schemas.microsoft.com/office/drawing/2014/main" id="{349B6786-5FA4-2087-2C3C-22F8A8E171CC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303835" y="2426711"/>
            <a:ext cx="4757205" cy="901850"/>
          </a:xfrm>
        </p:spPr>
        <p:txBody>
          <a:bodyPr wrap="square">
            <a:spAutoFit/>
          </a:bodyPr>
          <a:lstStyle>
            <a:lvl1pPr marL="0" indent="0">
              <a:buNone/>
              <a:defRPr sz="1800"/>
            </a:lvl1pPr>
          </a:lstStyle>
          <a:p>
            <a:pPr lvl="0"/>
            <a:r>
              <a:rPr lang="en-US" dirty="0"/>
              <a:t>Sed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perspiciatis</a:t>
            </a:r>
            <a:r>
              <a:rPr lang="en-US" dirty="0"/>
              <a:t> </a:t>
            </a:r>
            <a:r>
              <a:rPr lang="en-US" dirty="0" err="1"/>
              <a:t>unde</a:t>
            </a:r>
            <a:r>
              <a:rPr lang="en-US" dirty="0"/>
              <a:t> </a:t>
            </a:r>
            <a:r>
              <a:rPr lang="en-US" dirty="0" err="1"/>
              <a:t>omnis</a:t>
            </a:r>
            <a:r>
              <a:rPr lang="en-US" dirty="0"/>
              <a:t> </a:t>
            </a:r>
            <a:r>
              <a:rPr lang="en-US" dirty="0" err="1"/>
              <a:t>iste</a:t>
            </a:r>
            <a:r>
              <a:rPr lang="en-US" dirty="0"/>
              <a:t> </a:t>
            </a:r>
            <a:r>
              <a:rPr lang="en-US" dirty="0" err="1"/>
              <a:t>natus</a:t>
            </a:r>
            <a:r>
              <a:rPr lang="en-US" dirty="0"/>
              <a:t> error sit </a:t>
            </a:r>
            <a:r>
              <a:rPr lang="en-US" dirty="0" err="1"/>
              <a:t>voluptatem</a:t>
            </a:r>
            <a:r>
              <a:rPr lang="en-US" dirty="0"/>
              <a:t> </a:t>
            </a:r>
            <a:r>
              <a:rPr lang="en-US" dirty="0" err="1"/>
              <a:t>accusantium</a:t>
            </a:r>
            <a:r>
              <a:rPr lang="en-US" dirty="0"/>
              <a:t> </a:t>
            </a:r>
            <a:r>
              <a:rPr lang="en-US" dirty="0" err="1"/>
              <a:t>doloremque</a:t>
            </a:r>
            <a:r>
              <a:rPr lang="en-US" dirty="0"/>
              <a:t> </a:t>
            </a:r>
            <a:r>
              <a:rPr lang="en-US" dirty="0" err="1"/>
              <a:t>laudantium</a:t>
            </a:r>
            <a:r>
              <a:rPr lang="en-US" dirty="0"/>
              <a:t> </a:t>
            </a:r>
            <a:r>
              <a:rPr lang="en-US" dirty="0" err="1"/>
              <a:t>totam</a:t>
            </a:r>
            <a:r>
              <a:rPr lang="en-US" dirty="0"/>
              <a:t> rem </a:t>
            </a:r>
            <a:r>
              <a:rPr lang="en-US" dirty="0" err="1"/>
              <a:t>aperiam</a:t>
            </a:r>
            <a:r>
              <a:rPr lang="en-US" dirty="0"/>
              <a:t>.</a:t>
            </a:r>
          </a:p>
        </p:txBody>
      </p:sp>
      <p:sp>
        <p:nvSpPr>
          <p:cNvPr id="7" name="Text Placeholder 12">
            <a:extLst>
              <a:ext uri="{FF2B5EF4-FFF2-40B4-BE49-F238E27FC236}">
                <a16:creationId xmlns:a16="http://schemas.microsoft.com/office/drawing/2014/main" id="{86BD890A-D326-FD3F-EDA2-9599F756B623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6303555" y="3529440"/>
            <a:ext cx="4757015" cy="989438"/>
          </a:xfrm>
        </p:spPr>
        <p:txBody>
          <a:bodyPr wrap="square">
            <a:spAutoFit/>
          </a:bodyPr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</p:txBody>
      </p:sp>
    </p:spTree>
    <p:extLst>
      <p:ext uri="{BB962C8B-B14F-4D97-AF65-F5344CB8AC3E}">
        <p14:creationId xmlns:p14="http://schemas.microsoft.com/office/powerpoint/2010/main" val="346307631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-0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7">
            <a:extLst>
              <a:ext uri="{FF2B5EF4-FFF2-40B4-BE49-F238E27FC236}">
                <a16:creationId xmlns:a16="http://schemas.microsoft.com/office/drawing/2014/main" id="{3081F721-E8A4-AE4D-5353-BF45B3173324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22516" y="655578"/>
            <a:ext cx="11122186" cy="446084"/>
          </a:xfrm>
        </p:spPr>
        <p:txBody>
          <a:bodyPr wrap="square">
            <a:sp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3200"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 dirty="0"/>
              <a:t>Headline culpa qui official arum </a:t>
            </a:r>
            <a:r>
              <a:rPr lang="en-US" dirty="0" err="1"/>
              <a:t>quidem</a:t>
            </a:r>
            <a:r>
              <a:rPr lang="en-US" dirty="0"/>
              <a:t> rerum facilis</a:t>
            </a:r>
          </a:p>
        </p:txBody>
      </p:sp>
      <p:sp>
        <p:nvSpPr>
          <p:cNvPr id="3" name="Text Placeholder 17">
            <a:extLst>
              <a:ext uri="{FF2B5EF4-FFF2-40B4-BE49-F238E27FC236}">
                <a16:creationId xmlns:a16="http://schemas.microsoft.com/office/drawing/2014/main" id="{C7C69F1E-9805-AE5A-7142-CFC2C784AC58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22516" y="361822"/>
            <a:ext cx="11122186" cy="227498"/>
          </a:xfrm>
        </p:spPr>
        <p:txBody>
          <a:bodyPr wrap="square">
            <a:spAutoFit/>
          </a:bodyPr>
          <a:lstStyle>
            <a:lvl1pPr marL="0" indent="0">
              <a:spcBef>
                <a:spcPts val="0"/>
              </a:spcBef>
              <a:buNone/>
              <a:defRPr sz="1400"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 dirty="0"/>
              <a:t>EYEBROW COPY BLANDITIIS PRAESENTIUM VOLUPTATUM</a:t>
            </a:r>
          </a:p>
        </p:txBody>
      </p:sp>
      <p:sp>
        <p:nvSpPr>
          <p:cNvPr id="5" name="Text Placeholder 17">
            <a:extLst>
              <a:ext uri="{FF2B5EF4-FFF2-40B4-BE49-F238E27FC236}">
                <a16:creationId xmlns:a16="http://schemas.microsoft.com/office/drawing/2014/main" id="{112D25B5-8051-9BC2-9889-36FD4D585FD1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22790" y="1763901"/>
            <a:ext cx="3217042" cy="555793"/>
          </a:xfrm>
        </p:spPr>
        <p:txBody>
          <a:bodyPr wrap="square">
            <a:sp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20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Subhead culpa qui official arum </a:t>
            </a:r>
            <a:r>
              <a:rPr lang="en-US" dirty="0" err="1"/>
              <a:t>quidem</a:t>
            </a:r>
            <a:r>
              <a:rPr lang="en-US" dirty="0"/>
              <a:t> rerum facilis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EBC34DA4-0543-35F0-39E6-84A7B5877EED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22790" y="2426711"/>
            <a:ext cx="3217042" cy="1206549"/>
          </a:xfrm>
        </p:spPr>
        <p:txBody>
          <a:bodyPr wrap="square">
            <a:spAutoFit/>
          </a:bodyPr>
          <a:lstStyle>
            <a:lvl1pPr marL="0" indent="0">
              <a:buNone/>
              <a:defRPr sz="1800"/>
            </a:lvl1pPr>
          </a:lstStyle>
          <a:p>
            <a:pPr lvl="0"/>
            <a:r>
              <a:rPr lang="en-US" dirty="0"/>
              <a:t>Sed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perspiciatis</a:t>
            </a:r>
            <a:r>
              <a:rPr lang="en-US" dirty="0"/>
              <a:t> </a:t>
            </a:r>
            <a:r>
              <a:rPr lang="en-US" dirty="0" err="1"/>
              <a:t>unde</a:t>
            </a:r>
            <a:r>
              <a:rPr lang="en-US" dirty="0"/>
              <a:t> </a:t>
            </a:r>
            <a:r>
              <a:rPr lang="en-US" dirty="0" err="1"/>
              <a:t>omnis</a:t>
            </a:r>
            <a:r>
              <a:rPr lang="en-US" dirty="0"/>
              <a:t> </a:t>
            </a:r>
            <a:r>
              <a:rPr lang="en-US" dirty="0" err="1"/>
              <a:t>iste</a:t>
            </a:r>
            <a:r>
              <a:rPr lang="en-US" dirty="0"/>
              <a:t> </a:t>
            </a:r>
            <a:r>
              <a:rPr lang="en-US" dirty="0" err="1"/>
              <a:t>natus</a:t>
            </a:r>
            <a:r>
              <a:rPr lang="en-US" dirty="0"/>
              <a:t> error sit </a:t>
            </a:r>
            <a:r>
              <a:rPr lang="en-US" dirty="0" err="1"/>
              <a:t>voluptatem</a:t>
            </a:r>
            <a:r>
              <a:rPr lang="en-US" dirty="0"/>
              <a:t> </a:t>
            </a:r>
            <a:r>
              <a:rPr lang="en-US" dirty="0" err="1"/>
              <a:t>accusantium</a:t>
            </a:r>
            <a:r>
              <a:rPr lang="en-US" dirty="0"/>
              <a:t> </a:t>
            </a:r>
            <a:r>
              <a:rPr lang="en-US" dirty="0" err="1"/>
              <a:t>doloremque</a:t>
            </a:r>
            <a:r>
              <a:rPr lang="en-US" dirty="0"/>
              <a:t> </a:t>
            </a:r>
            <a:r>
              <a:rPr lang="en-US" dirty="0" err="1"/>
              <a:t>laudantium</a:t>
            </a:r>
            <a:r>
              <a:rPr lang="en-US" dirty="0"/>
              <a:t> </a:t>
            </a:r>
            <a:r>
              <a:rPr lang="en-US" dirty="0" err="1"/>
              <a:t>totam</a:t>
            </a:r>
            <a:r>
              <a:rPr lang="en-US" dirty="0"/>
              <a:t> rem </a:t>
            </a:r>
            <a:r>
              <a:rPr lang="en-US" dirty="0" err="1"/>
              <a:t>aperiam</a:t>
            </a:r>
            <a:r>
              <a:rPr lang="en-US" dirty="0"/>
              <a:t>.</a:t>
            </a:r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99E36904-4452-1FE0-159B-0D75E562EAB9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522515" y="3740277"/>
            <a:ext cx="3216914" cy="989438"/>
          </a:xfrm>
        </p:spPr>
        <p:txBody>
          <a:bodyPr wrap="square">
            <a:spAutoFit/>
          </a:bodyPr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</p:txBody>
      </p:sp>
      <p:sp>
        <p:nvSpPr>
          <p:cNvPr id="16" name="Text Placeholder 17">
            <a:extLst>
              <a:ext uri="{FF2B5EF4-FFF2-40B4-BE49-F238E27FC236}">
                <a16:creationId xmlns:a16="http://schemas.microsoft.com/office/drawing/2014/main" id="{5A431E8C-C0AC-DBC9-2391-1C619D591E69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393750" y="1763901"/>
            <a:ext cx="3217042" cy="555793"/>
          </a:xfrm>
        </p:spPr>
        <p:txBody>
          <a:bodyPr wrap="square">
            <a:sp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20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Subhead culpa qui official arum </a:t>
            </a:r>
            <a:r>
              <a:rPr lang="en-US" dirty="0" err="1"/>
              <a:t>quidem</a:t>
            </a:r>
            <a:r>
              <a:rPr lang="en-US" dirty="0"/>
              <a:t> rerum facilis</a:t>
            </a:r>
          </a:p>
        </p:txBody>
      </p:sp>
      <p:sp>
        <p:nvSpPr>
          <p:cNvPr id="17" name="Text Placeholder 8">
            <a:extLst>
              <a:ext uri="{FF2B5EF4-FFF2-40B4-BE49-F238E27FC236}">
                <a16:creationId xmlns:a16="http://schemas.microsoft.com/office/drawing/2014/main" id="{7C89246B-18AE-5DA8-795F-679BD7C0617D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4393750" y="2426711"/>
            <a:ext cx="3217042" cy="1206549"/>
          </a:xfrm>
        </p:spPr>
        <p:txBody>
          <a:bodyPr wrap="square">
            <a:spAutoFit/>
          </a:bodyPr>
          <a:lstStyle>
            <a:lvl1pPr marL="0" indent="0">
              <a:buNone/>
              <a:defRPr sz="1800"/>
            </a:lvl1pPr>
          </a:lstStyle>
          <a:p>
            <a:pPr lvl="0"/>
            <a:r>
              <a:rPr lang="en-US" dirty="0"/>
              <a:t>Sed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perspiciatis</a:t>
            </a:r>
            <a:r>
              <a:rPr lang="en-US" dirty="0"/>
              <a:t> </a:t>
            </a:r>
            <a:r>
              <a:rPr lang="en-US" dirty="0" err="1"/>
              <a:t>unde</a:t>
            </a:r>
            <a:r>
              <a:rPr lang="en-US" dirty="0"/>
              <a:t> </a:t>
            </a:r>
            <a:r>
              <a:rPr lang="en-US" dirty="0" err="1"/>
              <a:t>omnis</a:t>
            </a:r>
            <a:r>
              <a:rPr lang="en-US" dirty="0"/>
              <a:t> </a:t>
            </a:r>
            <a:r>
              <a:rPr lang="en-US" dirty="0" err="1"/>
              <a:t>iste</a:t>
            </a:r>
            <a:r>
              <a:rPr lang="en-US" dirty="0"/>
              <a:t> </a:t>
            </a:r>
            <a:r>
              <a:rPr lang="en-US" dirty="0" err="1"/>
              <a:t>natus</a:t>
            </a:r>
            <a:r>
              <a:rPr lang="en-US" dirty="0"/>
              <a:t> error sit </a:t>
            </a:r>
            <a:r>
              <a:rPr lang="en-US" dirty="0" err="1"/>
              <a:t>voluptatem</a:t>
            </a:r>
            <a:r>
              <a:rPr lang="en-US" dirty="0"/>
              <a:t> </a:t>
            </a:r>
            <a:r>
              <a:rPr lang="en-US" dirty="0" err="1"/>
              <a:t>accusantium</a:t>
            </a:r>
            <a:r>
              <a:rPr lang="en-US" dirty="0"/>
              <a:t> </a:t>
            </a:r>
            <a:r>
              <a:rPr lang="en-US" dirty="0" err="1"/>
              <a:t>doloremque</a:t>
            </a:r>
            <a:r>
              <a:rPr lang="en-US" dirty="0"/>
              <a:t> </a:t>
            </a:r>
            <a:r>
              <a:rPr lang="en-US" dirty="0" err="1"/>
              <a:t>laudantium</a:t>
            </a:r>
            <a:r>
              <a:rPr lang="en-US" dirty="0"/>
              <a:t> </a:t>
            </a:r>
            <a:r>
              <a:rPr lang="en-US" dirty="0" err="1"/>
              <a:t>totam</a:t>
            </a:r>
            <a:r>
              <a:rPr lang="en-US" dirty="0"/>
              <a:t> rem </a:t>
            </a:r>
            <a:r>
              <a:rPr lang="en-US" dirty="0" err="1"/>
              <a:t>aperiam</a:t>
            </a:r>
            <a:r>
              <a:rPr lang="en-US" dirty="0"/>
              <a:t>.</a:t>
            </a:r>
          </a:p>
        </p:txBody>
      </p:sp>
      <p:sp>
        <p:nvSpPr>
          <p:cNvPr id="18" name="Text Placeholder 12">
            <a:extLst>
              <a:ext uri="{FF2B5EF4-FFF2-40B4-BE49-F238E27FC236}">
                <a16:creationId xmlns:a16="http://schemas.microsoft.com/office/drawing/2014/main" id="{4F617632-1F8F-2092-32FC-7367A36B4B50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4393475" y="3740277"/>
            <a:ext cx="3216914" cy="989438"/>
          </a:xfrm>
        </p:spPr>
        <p:txBody>
          <a:bodyPr wrap="square">
            <a:spAutoFit/>
          </a:bodyPr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</p:txBody>
      </p:sp>
      <p:sp>
        <p:nvSpPr>
          <p:cNvPr id="19" name="Text Placeholder 17">
            <a:extLst>
              <a:ext uri="{FF2B5EF4-FFF2-40B4-BE49-F238E27FC236}">
                <a16:creationId xmlns:a16="http://schemas.microsoft.com/office/drawing/2014/main" id="{03C76AD3-B446-33B3-D6A6-D34A7B1A9CA9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8264710" y="1763901"/>
            <a:ext cx="3217042" cy="555793"/>
          </a:xfrm>
        </p:spPr>
        <p:txBody>
          <a:bodyPr wrap="square">
            <a:sp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20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Subhead culpa qui official arum </a:t>
            </a:r>
            <a:r>
              <a:rPr lang="en-US" dirty="0" err="1"/>
              <a:t>quidem</a:t>
            </a:r>
            <a:r>
              <a:rPr lang="en-US" dirty="0"/>
              <a:t> rerum facilis</a:t>
            </a:r>
          </a:p>
        </p:txBody>
      </p:sp>
      <p:sp>
        <p:nvSpPr>
          <p:cNvPr id="20" name="Text Placeholder 8">
            <a:extLst>
              <a:ext uri="{FF2B5EF4-FFF2-40B4-BE49-F238E27FC236}">
                <a16:creationId xmlns:a16="http://schemas.microsoft.com/office/drawing/2014/main" id="{EA4DB68B-5ABD-7BD4-0D0C-E218D955694D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8264710" y="2426711"/>
            <a:ext cx="3217042" cy="1206549"/>
          </a:xfrm>
        </p:spPr>
        <p:txBody>
          <a:bodyPr wrap="square">
            <a:spAutoFit/>
          </a:bodyPr>
          <a:lstStyle>
            <a:lvl1pPr marL="0" indent="0">
              <a:buNone/>
              <a:defRPr sz="1800"/>
            </a:lvl1pPr>
          </a:lstStyle>
          <a:p>
            <a:pPr lvl="0"/>
            <a:r>
              <a:rPr lang="en-US" dirty="0"/>
              <a:t>Sed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perspiciatis</a:t>
            </a:r>
            <a:r>
              <a:rPr lang="en-US" dirty="0"/>
              <a:t> </a:t>
            </a:r>
            <a:r>
              <a:rPr lang="en-US" dirty="0" err="1"/>
              <a:t>unde</a:t>
            </a:r>
            <a:r>
              <a:rPr lang="en-US" dirty="0"/>
              <a:t> </a:t>
            </a:r>
            <a:r>
              <a:rPr lang="en-US" dirty="0" err="1"/>
              <a:t>omnis</a:t>
            </a:r>
            <a:r>
              <a:rPr lang="en-US" dirty="0"/>
              <a:t> </a:t>
            </a:r>
            <a:r>
              <a:rPr lang="en-US" dirty="0" err="1"/>
              <a:t>iste</a:t>
            </a:r>
            <a:r>
              <a:rPr lang="en-US" dirty="0"/>
              <a:t> </a:t>
            </a:r>
            <a:r>
              <a:rPr lang="en-US" dirty="0" err="1"/>
              <a:t>natus</a:t>
            </a:r>
            <a:r>
              <a:rPr lang="en-US" dirty="0"/>
              <a:t> error sit </a:t>
            </a:r>
            <a:r>
              <a:rPr lang="en-US" dirty="0" err="1"/>
              <a:t>voluptatem</a:t>
            </a:r>
            <a:r>
              <a:rPr lang="en-US" dirty="0"/>
              <a:t> </a:t>
            </a:r>
            <a:r>
              <a:rPr lang="en-US" dirty="0" err="1"/>
              <a:t>accusantium</a:t>
            </a:r>
            <a:r>
              <a:rPr lang="en-US" dirty="0"/>
              <a:t> </a:t>
            </a:r>
            <a:r>
              <a:rPr lang="en-US" dirty="0" err="1"/>
              <a:t>doloremque</a:t>
            </a:r>
            <a:r>
              <a:rPr lang="en-US" dirty="0"/>
              <a:t> </a:t>
            </a:r>
            <a:r>
              <a:rPr lang="en-US" dirty="0" err="1"/>
              <a:t>laudantium</a:t>
            </a:r>
            <a:r>
              <a:rPr lang="en-US" dirty="0"/>
              <a:t> </a:t>
            </a:r>
            <a:r>
              <a:rPr lang="en-US" dirty="0" err="1"/>
              <a:t>totam</a:t>
            </a:r>
            <a:r>
              <a:rPr lang="en-US" dirty="0"/>
              <a:t> rem </a:t>
            </a:r>
            <a:r>
              <a:rPr lang="en-US" dirty="0" err="1"/>
              <a:t>aperiam</a:t>
            </a:r>
            <a:r>
              <a:rPr lang="en-US" dirty="0"/>
              <a:t>.</a:t>
            </a:r>
          </a:p>
        </p:txBody>
      </p:sp>
      <p:sp>
        <p:nvSpPr>
          <p:cNvPr id="21" name="Text Placeholder 12">
            <a:extLst>
              <a:ext uri="{FF2B5EF4-FFF2-40B4-BE49-F238E27FC236}">
                <a16:creationId xmlns:a16="http://schemas.microsoft.com/office/drawing/2014/main" id="{9E284295-AA76-A820-A4B4-F649763A5346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8264435" y="3740277"/>
            <a:ext cx="3216914" cy="989438"/>
          </a:xfrm>
        </p:spPr>
        <p:txBody>
          <a:bodyPr wrap="square">
            <a:spAutoFit/>
          </a:bodyPr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</p:txBody>
      </p:sp>
    </p:spTree>
    <p:extLst>
      <p:ext uri="{BB962C8B-B14F-4D97-AF65-F5344CB8AC3E}">
        <p14:creationId xmlns:p14="http://schemas.microsoft.com/office/powerpoint/2010/main" val="222709358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-0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7">
            <a:extLst>
              <a:ext uri="{FF2B5EF4-FFF2-40B4-BE49-F238E27FC236}">
                <a16:creationId xmlns:a16="http://schemas.microsoft.com/office/drawing/2014/main" id="{3081F721-E8A4-AE4D-5353-BF45B3173324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22516" y="655578"/>
            <a:ext cx="11122186" cy="446084"/>
          </a:xfrm>
        </p:spPr>
        <p:txBody>
          <a:bodyPr wrap="square">
            <a:sp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3200"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 dirty="0"/>
              <a:t>Headline culpa qui official arum </a:t>
            </a:r>
            <a:r>
              <a:rPr lang="en-US" dirty="0" err="1"/>
              <a:t>quidem</a:t>
            </a:r>
            <a:r>
              <a:rPr lang="en-US" dirty="0"/>
              <a:t> rerum facilis</a:t>
            </a:r>
          </a:p>
        </p:txBody>
      </p:sp>
      <p:sp>
        <p:nvSpPr>
          <p:cNvPr id="3" name="Text Placeholder 17">
            <a:extLst>
              <a:ext uri="{FF2B5EF4-FFF2-40B4-BE49-F238E27FC236}">
                <a16:creationId xmlns:a16="http://schemas.microsoft.com/office/drawing/2014/main" id="{C7C69F1E-9805-AE5A-7142-CFC2C784AC58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22516" y="361822"/>
            <a:ext cx="11122186" cy="227498"/>
          </a:xfrm>
        </p:spPr>
        <p:txBody>
          <a:bodyPr wrap="square">
            <a:spAutoFit/>
          </a:bodyPr>
          <a:lstStyle>
            <a:lvl1pPr marL="0" indent="0">
              <a:spcBef>
                <a:spcPts val="0"/>
              </a:spcBef>
              <a:buNone/>
              <a:defRPr sz="1400"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 dirty="0"/>
              <a:t>EYEBROW COPY BLANDITIIS PRAESENTIUM VOLUPTATUM</a:t>
            </a:r>
          </a:p>
        </p:txBody>
      </p:sp>
      <p:sp>
        <p:nvSpPr>
          <p:cNvPr id="5" name="Text Placeholder 17">
            <a:extLst>
              <a:ext uri="{FF2B5EF4-FFF2-40B4-BE49-F238E27FC236}">
                <a16:creationId xmlns:a16="http://schemas.microsoft.com/office/drawing/2014/main" id="{112D25B5-8051-9BC2-9889-36FD4D585FD1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22786" y="1763901"/>
            <a:ext cx="2479085" cy="555793"/>
          </a:xfrm>
        </p:spPr>
        <p:txBody>
          <a:bodyPr wrap="square">
            <a:sp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20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Subhead culpa qui official arum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EBC34DA4-0543-35F0-39E6-84A7B5877EED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22786" y="2426711"/>
            <a:ext cx="2479085" cy="1206549"/>
          </a:xfrm>
        </p:spPr>
        <p:txBody>
          <a:bodyPr wrap="square">
            <a:spAutoFit/>
          </a:bodyPr>
          <a:lstStyle>
            <a:lvl1pPr marL="0" indent="0">
              <a:buNone/>
              <a:defRPr sz="1800"/>
            </a:lvl1pPr>
          </a:lstStyle>
          <a:p>
            <a:pPr lvl="0"/>
            <a:r>
              <a:rPr lang="en-US" dirty="0"/>
              <a:t>Sed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perspiciatis</a:t>
            </a:r>
            <a:r>
              <a:rPr lang="en-US" dirty="0"/>
              <a:t> </a:t>
            </a:r>
            <a:r>
              <a:rPr lang="en-US" dirty="0" err="1"/>
              <a:t>unde</a:t>
            </a:r>
            <a:r>
              <a:rPr lang="en-US" dirty="0"/>
              <a:t> </a:t>
            </a:r>
            <a:r>
              <a:rPr lang="en-US" dirty="0" err="1"/>
              <a:t>omnis</a:t>
            </a:r>
            <a:r>
              <a:rPr lang="en-US" dirty="0"/>
              <a:t> </a:t>
            </a:r>
            <a:r>
              <a:rPr lang="en-US" dirty="0" err="1"/>
              <a:t>iste</a:t>
            </a:r>
            <a:r>
              <a:rPr lang="en-US" dirty="0"/>
              <a:t> </a:t>
            </a:r>
            <a:r>
              <a:rPr lang="en-US" dirty="0" err="1"/>
              <a:t>natus</a:t>
            </a:r>
            <a:r>
              <a:rPr lang="en-US" dirty="0"/>
              <a:t> error sit </a:t>
            </a:r>
            <a:r>
              <a:rPr lang="en-US" dirty="0" err="1"/>
              <a:t>voluptatem</a:t>
            </a:r>
            <a:r>
              <a:rPr lang="en-US" dirty="0"/>
              <a:t> </a:t>
            </a:r>
            <a:r>
              <a:rPr lang="en-US" dirty="0" err="1"/>
              <a:t>accusantium</a:t>
            </a:r>
            <a:r>
              <a:rPr lang="en-US" dirty="0"/>
              <a:t> </a:t>
            </a:r>
            <a:r>
              <a:rPr lang="en-US" dirty="0" err="1"/>
              <a:t>doloremque</a:t>
            </a:r>
            <a:r>
              <a:rPr lang="en-US" dirty="0"/>
              <a:t>.</a:t>
            </a:r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99E36904-4452-1FE0-159B-0D75E562EAB9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522515" y="3740277"/>
            <a:ext cx="2478986" cy="1294137"/>
          </a:xfrm>
        </p:spPr>
        <p:txBody>
          <a:bodyPr wrap="square">
            <a:spAutoFit/>
          </a:bodyPr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</p:txBody>
      </p:sp>
      <p:sp>
        <p:nvSpPr>
          <p:cNvPr id="4" name="Text Placeholder 17">
            <a:extLst>
              <a:ext uri="{FF2B5EF4-FFF2-40B4-BE49-F238E27FC236}">
                <a16:creationId xmlns:a16="http://schemas.microsoft.com/office/drawing/2014/main" id="{A7841F65-A264-9942-011F-C0257234F038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3370044" y="1763901"/>
            <a:ext cx="2479085" cy="555793"/>
          </a:xfrm>
        </p:spPr>
        <p:txBody>
          <a:bodyPr wrap="square">
            <a:sp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20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Subhead culpa qui official arum</a:t>
            </a:r>
          </a:p>
        </p:txBody>
      </p:sp>
      <p:sp>
        <p:nvSpPr>
          <p:cNvPr id="6" name="Text Placeholder 8">
            <a:extLst>
              <a:ext uri="{FF2B5EF4-FFF2-40B4-BE49-F238E27FC236}">
                <a16:creationId xmlns:a16="http://schemas.microsoft.com/office/drawing/2014/main" id="{C15516F4-558F-C634-22F7-1F2C190C2A1A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370044" y="2426711"/>
            <a:ext cx="2479085" cy="1206549"/>
          </a:xfrm>
        </p:spPr>
        <p:txBody>
          <a:bodyPr wrap="square">
            <a:spAutoFit/>
          </a:bodyPr>
          <a:lstStyle>
            <a:lvl1pPr marL="0" indent="0">
              <a:buNone/>
              <a:defRPr sz="1800"/>
            </a:lvl1pPr>
          </a:lstStyle>
          <a:p>
            <a:pPr lvl="0"/>
            <a:r>
              <a:rPr lang="en-US" dirty="0"/>
              <a:t>Sed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perspiciatis</a:t>
            </a:r>
            <a:r>
              <a:rPr lang="en-US" dirty="0"/>
              <a:t> </a:t>
            </a:r>
            <a:r>
              <a:rPr lang="en-US" dirty="0" err="1"/>
              <a:t>unde</a:t>
            </a:r>
            <a:r>
              <a:rPr lang="en-US" dirty="0"/>
              <a:t> </a:t>
            </a:r>
            <a:r>
              <a:rPr lang="en-US" dirty="0" err="1"/>
              <a:t>omnis</a:t>
            </a:r>
            <a:r>
              <a:rPr lang="en-US" dirty="0"/>
              <a:t> </a:t>
            </a:r>
            <a:r>
              <a:rPr lang="en-US" dirty="0" err="1"/>
              <a:t>iste</a:t>
            </a:r>
            <a:r>
              <a:rPr lang="en-US" dirty="0"/>
              <a:t> </a:t>
            </a:r>
            <a:r>
              <a:rPr lang="en-US" dirty="0" err="1"/>
              <a:t>natus</a:t>
            </a:r>
            <a:r>
              <a:rPr lang="en-US" dirty="0"/>
              <a:t> error sit </a:t>
            </a:r>
            <a:r>
              <a:rPr lang="en-US" dirty="0" err="1"/>
              <a:t>voluptatem</a:t>
            </a:r>
            <a:r>
              <a:rPr lang="en-US" dirty="0"/>
              <a:t> </a:t>
            </a:r>
            <a:r>
              <a:rPr lang="en-US" dirty="0" err="1"/>
              <a:t>accusantium</a:t>
            </a:r>
            <a:r>
              <a:rPr lang="en-US" dirty="0"/>
              <a:t> </a:t>
            </a:r>
            <a:r>
              <a:rPr lang="en-US" dirty="0" err="1"/>
              <a:t>doloremque</a:t>
            </a:r>
            <a:r>
              <a:rPr lang="en-US" dirty="0"/>
              <a:t>.</a:t>
            </a:r>
          </a:p>
        </p:txBody>
      </p:sp>
      <p:sp>
        <p:nvSpPr>
          <p:cNvPr id="7" name="Text Placeholder 12">
            <a:extLst>
              <a:ext uri="{FF2B5EF4-FFF2-40B4-BE49-F238E27FC236}">
                <a16:creationId xmlns:a16="http://schemas.microsoft.com/office/drawing/2014/main" id="{D46D04B0-DA90-F948-8623-D10B3ED438A3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3369773" y="3740277"/>
            <a:ext cx="2478986" cy="1294137"/>
          </a:xfrm>
        </p:spPr>
        <p:txBody>
          <a:bodyPr wrap="square">
            <a:spAutoFit/>
          </a:bodyPr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</p:txBody>
      </p:sp>
      <p:sp>
        <p:nvSpPr>
          <p:cNvPr id="8" name="Text Placeholder 17">
            <a:extLst>
              <a:ext uri="{FF2B5EF4-FFF2-40B4-BE49-F238E27FC236}">
                <a16:creationId xmlns:a16="http://schemas.microsoft.com/office/drawing/2014/main" id="{C45E5508-18D4-B8A0-9554-18C8CC7BA633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6217771" y="1763901"/>
            <a:ext cx="2479085" cy="555793"/>
          </a:xfrm>
        </p:spPr>
        <p:txBody>
          <a:bodyPr wrap="square">
            <a:sp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20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Subhead culpa qui official arum</a:t>
            </a:r>
          </a:p>
        </p:txBody>
      </p:sp>
      <p:sp>
        <p:nvSpPr>
          <p:cNvPr id="10" name="Text Placeholder 8">
            <a:extLst>
              <a:ext uri="{FF2B5EF4-FFF2-40B4-BE49-F238E27FC236}">
                <a16:creationId xmlns:a16="http://schemas.microsoft.com/office/drawing/2014/main" id="{9B9FC0B2-A2E1-EE23-DD92-95D99FB7FCBC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6217771" y="2426711"/>
            <a:ext cx="2479085" cy="1206549"/>
          </a:xfrm>
        </p:spPr>
        <p:txBody>
          <a:bodyPr wrap="square">
            <a:spAutoFit/>
          </a:bodyPr>
          <a:lstStyle>
            <a:lvl1pPr marL="0" indent="0">
              <a:buNone/>
              <a:defRPr sz="1800"/>
            </a:lvl1pPr>
          </a:lstStyle>
          <a:p>
            <a:pPr lvl="0"/>
            <a:r>
              <a:rPr lang="en-US" dirty="0"/>
              <a:t>Sed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perspiciatis</a:t>
            </a:r>
            <a:r>
              <a:rPr lang="en-US" dirty="0"/>
              <a:t> </a:t>
            </a:r>
            <a:r>
              <a:rPr lang="en-US" dirty="0" err="1"/>
              <a:t>unde</a:t>
            </a:r>
            <a:r>
              <a:rPr lang="en-US" dirty="0"/>
              <a:t> </a:t>
            </a:r>
            <a:r>
              <a:rPr lang="en-US" dirty="0" err="1"/>
              <a:t>omnis</a:t>
            </a:r>
            <a:r>
              <a:rPr lang="en-US" dirty="0"/>
              <a:t> </a:t>
            </a:r>
            <a:r>
              <a:rPr lang="en-US" dirty="0" err="1"/>
              <a:t>iste</a:t>
            </a:r>
            <a:r>
              <a:rPr lang="en-US" dirty="0"/>
              <a:t> </a:t>
            </a:r>
            <a:r>
              <a:rPr lang="en-US" dirty="0" err="1"/>
              <a:t>natus</a:t>
            </a:r>
            <a:r>
              <a:rPr lang="en-US" dirty="0"/>
              <a:t> error sit </a:t>
            </a:r>
            <a:r>
              <a:rPr lang="en-US" dirty="0" err="1"/>
              <a:t>voluptatem</a:t>
            </a:r>
            <a:r>
              <a:rPr lang="en-US" dirty="0"/>
              <a:t> </a:t>
            </a:r>
            <a:r>
              <a:rPr lang="en-US" dirty="0" err="1"/>
              <a:t>accusantium</a:t>
            </a:r>
            <a:r>
              <a:rPr lang="en-US" dirty="0"/>
              <a:t> </a:t>
            </a:r>
            <a:r>
              <a:rPr lang="en-US" dirty="0" err="1"/>
              <a:t>doloremque</a:t>
            </a:r>
            <a:r>
              <a:rPr lang="en-US" dirty="0"/>
              <a:t>.</a:t>
            </a:r>
          </a:p>
        </p:txBody>
      </p:sp>
      <p:sp>
        <p:nvSpPr>
          <p:cNvPr id="11" name="Text Placeholder 12">
            <a:extLst>
              <a:ext uri="{FF2B5EF4-FFF2-40B4-BE49-F238E27FC236}">
                <a16:creationId xmlns:a16="http://schemas.microsoft.com/office/drawing/2014/main" id="{9AD3BD22-757B-EEDC-2BED-851D01FAD009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6217500" y="3740277"/>
            <a:ext cx="2478986" cy="1294137"/>
          </a:xfrm>
        </p:spPr>
        <p:txBody>
          <a:bodyPr wrap="square">
            <a:spAutoFit/>
          </a:bodyPr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</p:txBody>
      </p:sp>
      <p:sp>
        <p:nvSpPr>
          <p:cNvPr id="12" name="Text Placeholder 17">
            <a:extLst>
              <a:ext uri="{FF2B5EF4-FFF2-40B4-BE49-F238E27FC236}">
                <a16:creationId xmlns:a16="http://schemas.microsoft.com/office/drawing/2014/main" id="{5E75D8B7-36BA-C036-3008-ED7181EA29CE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9065399" y="1763901"/>
            <a:ext cx="2479085" cy="555793"/>
          </a:xfrm>
        </p:spPr>
        <p:txBody>
          <a:bodyPr wrap="square">
            <a:sp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20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Subhead culpa qui official arum</a:t>
            </a:r>
          </a:p>
        </p:txBody>
      </p:sp>
      <p:sp>
        <p:nvSpPr>
          <p:cNvPr id="14" name="Text Placeholder 8">
            <a:extLst>
              <a:ext uri="{FF2B5EF4-FFF2-40B4-BE49-F238E27FC236}">
                <a16:creationId xmlns:a16="http://schemas.microsoft.com/office/drawing/2014/main" id="{BD2C72CE-2AC1-03E8-EC6E-6628A5C8EE8B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9065399" y="2426711"/>
            <a:ext cx="2479085" cy="1206549"/>
          </a:xfrm>
        </p:spPr>
        <p:txBody>
          <a:bodyPr wrap="square">
            <a:spAutoFit/>
          </a:bodyPr>
          <a:lstStyle>
            <a:lvl1pPr marL="0" indent="0">
              <a:buNone/>
              <a:defRPr sz="1800"/>
            </a:lvl1pPr>
          </a:lstStyle>
          <a:p>
            <a:pPr lvl="0"/>
            <a:r>
              <a:rPr lang="en-US" dirty="0"/>
              <a:t>Sed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perspiciatis</a:t>
            </a:r>
            <a:r>
              <a:rPr lang="en-US" dirty="0"/>
              <a:t> </a:t>
            </a:r>
            <a:r>
              <a:rPr lang="en-US" dirty="0" err="1"/>
              <a:t>unde</a:t>
            </a:r>
            <a:r>
              <a:rPr lang="en-US" dirty="0"/>
              <a:t> </a:t>
            </a:r>
            <a:r>
              <a:rPr lang="en-US" dirty="0" err="1"/>
              <a:t>omnis</a:t>
            </a:r>
            <a:r>
              <a:rPr lang="en-US" dirty="0"/>
              <a:t> </a:t>
            </a:r>
            <a:r>
              <a:rPr lang="en-US" dirty="0" err="1"/>
              <a:t>iste</a:t>
            </a:r>
            <a:r>
              <a:rPr lang="en-US" dirty="0"/>
              <a:t> </a:t>
            </a:r>
            <a:r>
              <a:rPr lang="en-US" dirty="0" err="1"/>
              <a:t>natus</a:t>
            </a:r>
            <a:r>
              <a:rPr lang="en-US" dirty="0"/>
              <a:t> error sit </a:t>
            </a:r>
            <a:r>
              <a:rPr lang="en-US" dirty="0" err="1"/>
              <a:t>voluptatem</a:t>
            </a:r>
            <a:r>
              <a:rPr lang="en-US" dirty="0"/>
              <a:t> </a:t>
            </a:r>
            <a:r>
              <a:rPr lang="en-US" dirty="0" err="1"/>
              <a:t>accusantium</a:t>
            </a:r>
            <a:r>
              <a:rPr lang="en-US" dirty="0"/>
              <a:t> </a:t>
            </a:r>
            <a:r>
              <a:rPr lang="en-US" dirty="0" err="1"/>
              <a:t>doloremque</a:t>
            </a:r>
            <a:r>
              <a:rPr lang="en-US" dirty="0"/>
              <a:t>.</a:t>
            </a:r>
          </a:p>
        </p:txBody>
      </p:sp>
      <p:sp>
        <p:nvSpPr>
          <p:cNvPr id="15" name="Text Placeholder 12">
            <a:extLst>
              <a:ext uri="{FF2B5EF4-FFF2-40B4-BE49-F238E27FC236}">
                <a16:creationId xmlns:a16="http://schemas.microsoft.com/office/drawing/2014/main" id="{C86AC0A8-2096-FDDC-FEAB-27E8D3456BF7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9065128" y="3740277"/>
            <a:ext cx="2478986" cy="1294137"/>
          </a:xfrm>
        </p:spPr>
        <p:txBody>
          <a:bodyPr wrap="square">
            <a:spAutoFit/>
          </a:bodyPr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</p:txBody>
      </p:sp>
    </p:spTree>
    <p:extLst>
      <p:ext uri="{BB962C8B-B14F-4D97-AF65-F5344CB8AC3E}">
        <p14:creationId xmlns:p14="http://schemas.microsoft.com/office/powerpoint/2010/main" val="1009276718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F75CBFEB-E840-D7EB-F8A5-6E3EB245AA06}"/>
              </a:ext>
            </a:extLst>
          </p:cNvPr>
          <p:cNvSpPr/>
          <p:nvPr/>
        </p:nvSpPr>
        <p:spPr>
          <a:xfrm>
            <a:off x="0" y="0"/>
            <a:ext cx="406398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1CE7E595-5C3F-0BAF-330D-65E2AD801F66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4571323" y="1133918"/>
            <a:ext cx="7234915" cy="324961"/>
          </a:xfrm>
        </p:spPr>
        <p:txBody>
          <a:bodyPr/>
          <a:lstStyle>
            <a:lvl1pPr marL="231775" indent="-231775">
              <a:spcAft>
                <a:spcPts val="600"/>
              </a:spcAft>
              <a:buFont typeface="Arial" panose="020B0604020202020204" pitchFamily="34" charset="0"/>
              <a:buChar char="•"/>
              <a:tabLst/>
              <a:defRPr sz="2000"/>
            </a:lvl1pPr>
          </a:lstStyle>
          <a:p>
            <a:pPr lvl="0"/>
            <a:r>
              <a:rPr lang="en-US" dirty="0"/>
              <a:t>Agenda item sed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perspiciatis</a:t>
            </a:r>
            <a:r>
              <a:rPr lang="en-US" dirty="0"/>
              <a:t> </a:t>
            </a:r>
            <a:r>
              <a:rPr lang="en-US" dirty="0" err="1"/>
              <a:t>unde</a:t>
            </a:r>
            <a:r>
              <a:rPr lang="en-US" dirty="0"/>
              <a:t> </a:t>
            </a:r>
            <a:r>
              <a:rPr lang="en-US" dirty="0" err="1"/>
              <a:t>omnis</a:t>
            </a:r>
            <a:endParaRPr lang="en-US" dirty="0"/>
          </a:p>
        </p:txBody>
      </p:sp>
      <p:sp>
        <p:nvSpPr>
          <p:cNvPr id="9" name="Text Placeholder 7">
            <a:extLst>
              <a:ext uri="{FF2B5EF4-FFF2-40B4-BE49-F238E27FC236}">
                <a16:creationId xmlns:a16="http://schemas.microsoft.com/office/drawing/2014/main" id="{00B49552-BA81-9DEE-DBCE-F9356D66374D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4571323" y="1793136"/>
            <a:ext cx="7234915" cy="324961"/>
          </a:xfrm>
        </p:spPr>
        <p:txBody>
          <a:bodyPr/>
          <a:lstStyle>
            <a:lvl1pPr marL="231775" indent="-231775">
              <a:spcAft>
                <a:spcPts val="600"/>
              </a:spcAft>
              <a:buFont typeface="Arial" panose="020B0604020202020204" pitchFamily="34" charset="0"/>
              <a:buChar char="•"/>
              <a:tabLst/>
              <a:defRPr sz="2000"/>
            </a:lvl1pPr>
          </a:lstStyle>
          <a:p>
            <a:pPr lvl="0"/>
            <a:r>
              <a:rPr lang="en-US" dirty="0"/>
              <a:t>Agenda item sed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perspiciatis</a:t>
            </a:r>
            <a:r>
              <a:rPr lang="en-US" dirty="0"/>
              <a:t> </a:t>
            </a:r>
            <a:r>
              <a:rPr lang="en-US" dirty="0" err="1"/>
              <a:t>unde</a:t>
            </a:r>
            <a:r>
              <a:rPr lang="en-US" dirty="0"/>
              <a:t> </a:t>
            </a:r>
            <a:r>
              <a:rPr lang="en-US" dirty="0" err="1"/>
              <a:t>omnis</a:t>
            </a:r>
            <a:endParaRPr lang="en-US" dirty="0"/>
          </a:p>
        </p:txBody>
      </p:sp>
      <p:sp>
        <p:nvSpPr>
          <p:cNvPr id="10" name="Text Placeholder 7">
            <a:extLst>
              <a:ext uri="{FF2B5EF4-FFF2-40B4-BE49-F238E27FC236}">
                <a16:creationId xmlns:a16="http://schemas.microsoft.com/office/drawing/2014/main" id="{03CD231C-30AC-3339-A90C-FF099FDCE126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4571323" y="2452355"/>
            <a:ext cx="7234915" cy="324961"/>
          </a:xfrm>
        </p:spPr>
        <p:txBody>
          <a:bodyPr/>
          <a:lstStyle>
            <a:lvl1pPr marL="231775" indent="-231775">
              <a:spcAft>
                <a:spcPts val="600"/>
              </a:spcAft>
              <a:buFont typeface="Arial" panose="020B0604020202020204" pitchFamily="34" charset="0"/>
              <a:buChar char="•"/>
              <a:tabLst/>
              <a:defRPr sz="2000"/>
            </a:lvl1pPr>
          </a:lstStyle>
          <a:p>
            <a:pPr lvl="0"/>
            <a:r>
              <a:rPr lang="en-US" dirty="0"/>
              <a:t>Agenda item sed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perspiciatis</a:t>
            </a:r>
            <a:r>
              <a:rPr lang="en-US" dirty="0"/>
              <a:t> </a:t>
            </a:r>
            <a:r>
              <a:rPr lang="en-US" dirty="0" err="1"/>
              <a:t>unde</a:t>
            </a:r>
            <a:r>
              <a:rPr lang="en-US" dirty="0"/>
              <a:t> </a:t>
            </a:r>
            <a:r>
              <a:rPr lang="en-US" dirty="0" err="1"/>
              <a:t>omnis</a:t>
            </a:r>
            <a:endParaRPr lang="en-US" dirty="0"/>
          </a:p>
        </p:txBody>
      </p:sp>
      <p:sp>
        <p:nvSpPr>
          <p:cNvPr id="11" name="Text Placeholder 7">
            <a:extLst>
              <a:ext uri="{FF2B5EF4-FFF2-40B4-BE49-F238E27FC236}">
                <a16:creationId xmlns:a16="http://schemas.microsoft.com/office/drawing/2014/main" id="{8982B152-EDC0-3186-CD84-DAB96BF42494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4571323" y="3111573"/>
            <a:ext cx="7234915" cy="324961"/>
          </a:xfrm>
        </p:spPr>
        <p:txBody>
          <a:bodyPr/>
          <a:lstStyle>
            <a:lvl1pPr marL="231775" indent="-231775">
              <a:spcAft>
                <a:spcPts val="600"/>
              </a:spcAft>
              <a:buFont typeface="Arial" panose="020B0604020202020204" pitchFamily="34" charset="0"/>
              <a:buChar char="•"/>
              <a:tabLst/>
              <a:defRPr sz="2000"/>
            </a:lvl1pPr>
          </a:lstStyle>
          <a:p>
            <a:pPr lvl="0"/>
            <a:r>
              <a:rPr lang="en-US" dirty="0"/>
              <a:t>Agenda item sed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perspiciatis</a:t>
            </a:r>
            <a:r>
              <a:rPr lang="en-US" dirty="0"/>
              <a:t> </a:t>
            </a:r>
            <a:r>
              <a:rPr lang="en-US" dirty="0" err="1"/>
              <a:t>unde</a:t>
            </a:r>
            <a:r>
              <a:rPr lang="en-US" dirty="0"/>
              <a:t> </a:t>
            </a:r>
            <a:r>
              <a:rPr lang="en-US" dirty="0" err="1"/>
              <a:t>omnis</a:t>
            </a:r>
            <a:endParaRPr lang="en-US" dirty="0"/>
          </a:p>
        </p:txBody>
      </p:sp>
      <p:sp>
        <p:nvSpPr>
          <p:cNvPr id="18" name="Text Placeholder 7">
            <a:extLst>
              <a:ext uri="{FF2B5EF4-FFF2-40B4-BE49-F238E27FC236}">
                <a16:creationId xmlns:a16="http://schemas.microsoft.com/office/drawing/2014/main" id="{356610AF-C4CC-A0BF-AEC5-6E3BDD36D990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4571323" y="3770791"/>
            <a:ext cx="7234915" cy="324961"/>
          </a:xfrm>
        </p:spPr>
        <p:txBody>
          <a:bodyPr/>
          <a:lstStyle>
            <a:lvl1pPr marL="231775" indent="-231775">
              <a:spcAft>
                <a:spcPts val="600"/>
              </a:spcAft>
              <a:buFont typeface="Arial" panose="020B0604020202020204" pitchFamily="34" charset="0"/>
              <a:buChar char="•"/>
              <a:tabLst/>
              <a:defRPr sz="2000"/>
            </a:lvl1pPr>
          </a:lstStyle>
          <a:p>
            <a:pPr lvl="0"/>
            <a:r>
              <a:rPr lang="en-US" dirty="0"/>
              <a:t>Agenda item sed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perspiciatis</a:t>
            </a:r>
            <a:r>
              <a:rPr lang="en-US" dirty="0"/>
              <a:t> </a:t>
            </a:r>
            <a:r>
              <a:rPr lang="en-US" dirty="0" err="1"/>
              <a:t>unde</a:t>
            </a:r>
            <a:r>
              <a:rPr lang="en-US" dirty="0"/>
              <a:t> </a:t>
            </a:r>
            <a:r>
              <a:rPr lang="en-US" dirty="0" err="1"/>
              <a:t>omnis</a:t>
            </a:r>
            <a:endParaRPr lang="en-US" dirty="0"/>
          </a:p>
        </p:txBody>
      </p:sp>
      <p:sp>
        <p:nvSpPr>
          <p:cNvPr id="19" name="Text Placeholder 7">
            <a:extLst>
              <a:ext uri="{FF2B5EF4-FFF2-40B4-BE49-F238E27FC236}">
                <a16:creationId xmlns:a16="http://schemas.microsoft.com/office/drawing/2014/main" id="{71249665-4BF1-BC80-9E3E-27C6AC131E05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4571323" y="4430010"/>
            <a:ext cx="7234915" cy="324961"/>
          </a:xfrm>
        </p:spPr>
        <p:txBody>
          <a:bodyPr/>
          <a:lstStyle>
            <a:lvl1pPr marL="231775" indent="-231775">
              <a:spcAft>
                <a:spcPts val="600"/>
              </a:spcAft>
              <a:buFont typeface="Arial" panose="020B0604020202020204" pitchFamily="34" charset="0"/>
              <a:buChar char="•"/>
              <a:tabLst/>
              <a:defRPr sz="2000"/>
            </a:lvl1pPr>
          </a:lstStyle>
          <a:p>
            <a:pPr lvl="0"/>
            <a:r>
              <a:rPr lang="en-US" dirty="0"/>
              <a:t>Agenda item sed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perspiciatis</a:t>
            </a:r>
            <a:r>
              <a:rPr lang="en-US" dirty="0"/>
              <a:t> </a:t>
            </a:r>
            <a:r>
              <a:rPr lang="en-US" dirty="0" err="1"/>
              <a:t>unde</a:t>
            </a:r>
            <a:r>
              <a:rPr lang="en-US" dirty="0"/>
              <a:t> </a:t>
            </a:r>
            <a:r>
              <a:rPr lang="en-US" dirty="0" err="1"/>
              <a:t>omnis</a:t>
            </a:r>
            <a:endParaRPr lang="en-US" dirty="0"/>
          </a:p>
        </p:txBody>
      </p:sp>
      <p:sp>
        <p:nvSpPr>
          <p:cNvPr id="20" name="Text Placeholder 7">
            <a:extLst>
              <a:ext uri="{FF2B5EF4-FFF2-40B4-BE49-F238E27FC236}">
                <a16:creationId xmlns:a16="http://schemas.microsoft.com/office/drawing/2014/main" id="{5AF120EB-8D6E-49DB-0DA5-20F61C819518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4571323" y="5089229"/>
            <a:ext cx="7234915" cy="324961"/>
          </a:xfrm>
        </p:spPr>
        <p:txBody>
          <a:bodyPr/>
          <a:lstStyle>
            <a:lvl1pPr marL="231775" indent="-231775">
              <a:spcAft>
                <a:spcPts val="600"/>
              </a:spcAft>
              <a:buFont typeface="Arial" panose="020B0604020202020204" pitchFamily="34" charset="0"/>
              <a:buChar char="•"/>
              <a:tabLst/>
              <a:defRPr sz="2000"/>
            </a:lvl1pPr>
          </a:lstStyle>
          <a:p>
            <a:pPr lvl="0"/>
            <a:r>
              <a:rPr lang="en-US" dirty="0"/>
              <a:t>Agenda item sed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perspiciatis</a:t>
            </a:r>
            <a:r>
              <a:rPr lang="en-US" dirty="0"/>
              <a:t> </a:t>
            </a:r>
            <a:r>
              <a:rPr lang="en-US" dirty="0" err="1"/>
              <a:t>unde</a:t>
            </a:r>
            <a:r>
              <a:rPr lang="en-US" dirty="0"/>
              <a:t> </a:t>
            </a:r>
            <a:r>
              <a:rPr lang="en-US" dirty="0" err="1"/>
              <a:t>omnis</a:t>
            </a:r>
            <a:endParaRPr lang="en-US" dirty="0"/>
          </a:p>
        </p:txBody>
      </p:sp>
      <p:pic>
        <p:nvPicPr>
          <p:cNvPr id="21" name="Graphic 20">
            <a:extLst>
              <a:ext uri="{FF2B5EF4-FFF2-40B4-BE49-F238E27FC236}">
                <a16:creationId xmlns:a16="http://schemas.microsoft.com/office/drawing/2014/main" id="{B6EDFCBE-296B-864F-13E7-245D40ED0C3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1647542" y="1793136"/>
            <a:ext cx="789191" cy="789191"/>
          </a:xfrm>
          <a:prstGeom prst="rect">
            <a:avLst/>
          </a:prstGeom>
        </p:spPr>
      </p:pic>
      <p:pic>
        <p:nvPicPr>
          <p:cNvPr id="22" name="Graphic 21">
            <a:extLst>
              <a:ext uri="{FF2B5EF4-FFF2-40B4-BE49-F238E27FC236}">
                <a16:creationId xmlns:a16="http://schemas.microsoft.com/office/drawing/2014/main" id="{D5A0CFA2-F296-A8B7-CB70-C9D00D9E3C98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78777" y="6474193"/>
            <a:ext cx="820683" cy="198585"/>
          </a:xfrm>
          <a:prstGeom prst="rect">
            <a:avLst/>
          </a:prstGeom>
        </p:spPr>
      </p:pic>
      <p:sp>
        <p:nvSpPr>
          <p:cNvPr id="5" name="Text Placeholder 17">
            <a:extLst>
              <a:ext uri="{FF2B5EF4-FFF2-40B4-BE49-F238E27FC236}">
                <a16:creationId xmlns:a16="http://schemas.microsoft.com/office/drawing/2014/main" id="{7CD097DB-9618-CDB1-1F1F-B033BC4801EA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52660" y="2735750"/>
            <a:ext cx="3358665" cy="944810"/>
          </a:xfrm>
        </p:spPr>
        <p:txBody>
          <a:bodyPr wrap="square">
            <a:spAutoFit/>
          </a:bodyPr>
          <a:lstStyle>
            <a:lvl1pPr marL="0" indent="0" algn="ctr">
              <a:lnSpc>
                <a:spcPct val="90000"/>
              </a:lnSpc>
              <a:spcBef>
                <a:spcPts val="0"/>
              </a:spcBef>
              <a:buNone/>
              <a:defRPr sz="34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Agenda or Table of Contents</a:t>
            </a:r>
          </a:p>
        </p:txBody>
      </p:sp>
    </p:spTree>
    <p:extLst>
      <p:ext uri="{BB962C8B-B14F-4D97-AF65-F5344CB8AC3E}">
        <p14:creationId xmlns:p14="http://schemas.microsoft.com/office/powerpoint/2010/main" val="3851606670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reaker PU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DE1BBC57-2A7B-F916-1726-A8A00107824A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ext Placeholder 17">
            <a:extLst>
              <a:ext uri="{FF2B5EF4-FFF2-40B4-BE49-F238E27FC236}">
                <a16:creationId xmlns:a16="http://schemas.microsoft.com/office/drawing/2014/main" id="{C1DAE6E1-94AC-793D-E334-0CF26EA0FEE8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914399" y="2238843"/>
            <a:ext cx="10363202" cy="1333891"/>
          </a:xfrm>
        </p:spPr>
        <p:txBody>
          <a:bodyPr/>
          <a:lstStyle>
            <a:lvl1pPr marL="0" indent="0" algn="ctr">
              <a:lnSpc>
                <a:spcPct val="90000"/>
              </a:lnSpc>
              <a:spcBef>
                <a:spcPts val="0"/>
              </a:spcBef>
              <a:buNone/>
              <a:defRPr sz="48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Breaker slide culpa qui official arum </a:t>
            </a:r>
            <a:r>
              <a:rPr lang="en-US" dirty="0" err="1"/>
              <a:t>quidem</a:t>
            </a:r>
            <a:r>
              <a:rPr lang="en-US" dirty="0"/>
              <a:t> rerum facilis</a:t>
            </a:r>
          </a:p>
        </p:txBody>
      </p:sp>
      <p:sp>
        <p:nvSpPr>
          <p:cNvPr id="7" name="Text Placeholder 17">
            <a:extLst>
              <a:ext uri="{FF2B5EF4-FFF2-40B4-BE49-F238E27FC236}">
                <a16:creationId xmlns:a16="http://schemas.microsoft.com/office/drawing/2014/main" id="{F049E1B0-BA0B-F873-361C-6B7CE114B94A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914399" y="3750468"/>
            <a:ext cx="10363202" cy="389915"/>
          </a:xfrm>
        </p:spPr>
        <p:txBody>
          <a:bodyPr>
            <a:spAutoFit/>
          </a:bodyPr>
          <a:lstStyle>
            <a:lvl1pPr marL="0" indent="0" algn="ctr">
              <a:spcBef>
                <a:spcPts val="0"/>
              </a:spcBef>
              <a:buNone/>
              <a:defRPr sz="2400" b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Subhead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 sed do </a:t>
            </a:r>
            <a:r>
              <a:rPr lang="en-US" dirty="0" err="1"/>
              <a:t>eiusmod</a:t>
            </a:r>
            <a:endParaRPr lang="en-US" dirty="0"/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11D55CDA-462C-A7FF-EE12-3FDD8DDBC2F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78777" y="6474193"/>
            <a:ext cx="820683" cy="198585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9C2795BC-99C0-3605-DA72-63D94FCF0973}"/>
              </a:ext>
            </a:extLst>
          </p:cNvPr>
          <p:cNvSpPr txBox="1"/>
          <p:nvPr/>
        </p:nvSpPr>
        <p:spPr>
          <a:xfrm>
            <a:off x="11616267" y="6570337"/>
            <a:ext cx="389880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fld id="{39BFE1BD-C136-3F41-856A-526B10A97418}" type="slidenum">
              <a:rPr lang="en-US" sz="900" smtClean="0">
                <a:solidFill>
                  <a:schemeClr val="bg1"/>
                </a:solidFill>
              </a:rPr>
              <a:pPr algn="r"/>
              <a:t>‹#›</a:t>
            </a:fld>
            <a:endParaRPr lang="en-US" sz="900" dirty="0">
              <a:solidFill>
                <a:schemeClr val="bg1"/>
              </a:solidFill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490D0730-EC65-31BF-A4FA-992A99E0E4CF}"/>
              </a:ext>
            </a:extLst>
          </p:cNvPr>
          <p:cNvSpPr txBox="1"/>
          <p:nvPr/>
        </p:nvSpPr>
        <p:spPr>
          <a:xfrm>
            <a:off x="9265920" y="6570337"/>
            <a:ext cx="2231676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r>
              <a:rPr lang="en-US" sz="900" dirty="0">
                <a:solidFill>
                  <a:schemeClr val="bg1"/>
                </a:solidFill>
              </a:rPr>
              <a:t>©2025 Ellucian. Confidential and Proprietary</a:t>
            </a:r>
          </a:p>
        </p:txBody>
      </p:sp>
    </p:spTree>
    <p:extLst>
      <p:ext uri="{BB962C8B-B14F-4D97-AF65-F5344CB8AC3E}">
        <p14:creationId xmlns:p14="http://schemas.microsoft.com/office/powerpoint/2010/main" val="2960463548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reaker Dark PU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DE1BBC57-2A7B-F916-1726-A8A00107824A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ext Placeholder 17">
            <a:extLst>
              <a:ext uri="{FF2B5EF4-FFF2-40B4-BE49-F238E27FC236}">
                <a16:creationId xmlns:a16="http://schemas.microsoft.com/office/drawing/2014/main" id="{C1DAE6E1-94AC-793D-E334-0CF26EA0FEE8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914399" y="2238843"/>
            <a:ext cx="10363202" cy="1333891"/>
          </a:xfrm>
        </p:spPr>
        <p:txBody>
          <a:bodyPr/>
          <a:lstStyle>
            <a:lvl1pPr marL="0" indent="0" algn="ctr">
              <a:lnSpc>
                <a:spcPct val="90000"/>
              </a:lnSpc>
              <a:spcBef>
                <a:spcPts val="0"/>
              </a:spcBef>
              <a:buNone/>
              <a:defRPr sz="48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Breaker slide culpa qui official arum </a:t>
            </a:r>
            <a:r>
              <a:rPr lang="en-US" dirty="0" err="1"/>
              <a:t>quidem</a:t>
            </a:r>
            <a:r>
              <a:rPr lang="en-US" dirty="0"/>
              <a:t> rerum facilis</a:t>
            </a:r>
          </a:p>
        </p:txBody>
      </p:sp>
      <p:sp>
        <p:nvSpPr>
          <p:cNvPr id="7" name="Text Placeholder 17">
            <a:extLst>
              <a:ext uri="{FF2B5EF4-FFF2-40B4-BE49-F238E27FC236}">
                <a16:creationId xmlns:a16="http://schemas.microsoft.com/office/drawing/2014/main" id="{F049E1B0-BA0B-F873-361C-6B7CE114B94A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914399" y="3750468"/>
            <a:ext cx="10363202" cy="389915"/>
          </a:xfrm>
        </p:spPr>
        <p:txBody>
          <a:bodyPr>
            <a:spAutoFit/>
          </a:bodyPr>
          <a:lstStyle>
            <a:lvl1pPr marL="0" indent="0" algn="ctr">
              <a:spcBef>
                <a:spcPts val="0"/>
              </a:spcBef>
              <a:buNone/>
              <a:defRPr sz="2400" b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Subhead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 sed do </a:t>
            </a:r>
            <a:r>
              <a:rPr lang="en-US" dirty="0" err="1"/>
              <a:t>eiusmod</a:t>
            </a:r>
            <a:endParaRPr lang="en-US" dirty="0"/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BE3200C5-B5A9-AC44-9200-784DFC63364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78777" y="6474193"/>
            <a:ext cx="820683" cy="198585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A2BD6F6F-F10E-C53F-032B-188519D8D1C8}"/>
              </a:ext>
            </a:extLst>
          </p:cNvPr>
          <p:cNvSpPr txBox="1"/>
          <p:nvPr/>
        </p:nvSpPr>
        <p:spPr>
          <a:xfrm>
            <a:off x="11616267" y="6570337"/>
            <a:ext cx="389880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fld id="{39BFE1BD-C136-3F41-856A-526B10A97418}" type="slidenum">
              <a:rPr lang="en-US" sz="900" smtClean="0">
                <a:solidFill>
                  <a:schemeClr val="bg1"/>
                </a:solidFill>
              </a:rPr>
              <a:pPr algn="r"/>
              <a:t>‹#›</a:t>
            </a:fld>
            <a:endParaRPr lang="en-US" sz="900" dirty="0">
              <a:solidFill>
                <a:schemeClr val="bg1"/>
              </a:solidFill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8460C111-1CB1-186F-BF66-55001B5779EA}"/>
              </a:ext>
            </a:extLst>
          </p:cNvPr>
          <p:cNvSpPr txBox="1"/>
          <p:nvPr/>
        </p:nvSpPr>
        <p:spPr>
          <a:xfrm>
            <a:off x="9265920" y="6570337"/>
            <a:ext cx="2231676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r>
              <a:rPr lang="en-US" sz="900" dirty="0">
                <a:solidFill>
                  <a:schemeClr val="bg1"/>
                </a:solidFill>
              </a:rPr>
              <a:t>©2025 Ellucian. Confidential and Proprietary</a:t>
            </a:r>
          </a:p>
        </p:txBody>
      </p:sp>
    </p:spTree>
    <p:extLst>
      <p:ext uri="{BB962C8B-B14F-4D97-AF65-F5344CB8AC3E}">
        <p14:creationId xmlns:p14="http://schemas.microsoft.com/office/powerpoint/2010/main" val="1125136329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reaker Gra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DE1BBC57-2A7B-F916-1726-A8A00107824A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ext Placeholder 17">
            <a:extLst>
              <a:ext uri="{FF2B5EF4-FFF2-40B4-BE49-F238E27FC236}">
                <a16:creationId xmlns:a16="http://schemas.microsoft.com/office/drawing/2014/main" id="{C1DAE6E1-94AC-793D-E334-0CF26EA0FEE8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914399" y="2238843"/>
            <a:ext cx="10363202" cy="1333891"/>
          </a:xfrm>
        </p:spPr>
        <p:txBody>
          <a:bodyPr/>
          <a:lstStyle>
            <a:lvl1pPr marL="0" indent="0" algn="ctr">
              <a:lnSpc>
                <a:spcPct val="90000"/>
              </a:lnSpc>
              <a:spcBef>
                <a:spcPts val="0"/>
              </a:spcBef>
              <a:buNone/>
              <a:defRPr sz="48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Breaker slide culpa qui official arum </a:t>
            </a:r>
            <a:r>
              <a:rPr lang="en-US" dirty="0" err="1"/>
              <a:t>quidem</a:t>
            </a:r>
            <a:r>
              <a:rPr lang="en-US" dirty="0"/>
              <a:t> rerum facilis</a:t>
            </a:r>
          </a:p>
        </p:txBody>
      </p:sp>
      <p:sp>
        <p:nvSpPr>
          <p:cNvPr id="7" name="Text Placeholder 17">
            <a:extLst>
              <a:ext uri="{FF2B5EF4-FFF2-40B4-BE49-F238E27FC236}">
                <a16:creationId xmlns:a16="http://schemas.microsoft.com/office/drawing/2014/main" id="{F049E1B0-BA0B-F873-361C-6B7CE114B94A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914399" y="3750468"/>
            <a:ext cx="10363202" cy="389915"/>
          </a:xfrm>
        </p:spPr>
        <p:txBody>
          <a:bodyPr>
            <a:spAutoFit/>
          </a:bodyPr>
          <a:lstStyle>
            <a:lvl1pPr marL="0" indent="0" algn="ctr">
              <a:spcBef>
                <a:spcPts val="0"/>
              </a:spcBef>
              <a:buNone/>
              <a:defRPr sz="2400" b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Subhead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 sed do </a:t>
            </a:r>
            <a:r>
              <a:rPr lang="en-US" dirty="0" err="1"/>
              <a:t>eiusmod</a:t>
            </a:r>
            <a:endParaRPr lang="en-US" dirty="0"/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8E4133EC-B264-3D5F-9CF5-94A59CFE1B1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78777" y="6474193"/>
            <a:ext cx="820683" cy="198585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4515307C-7F1F-2BB9-1D42-4EAB1A2F58C8}"/>
              </a:ext>
            </a:extLst>
          </p:cNvPr>
          <p:cNvSpPr txBox="1"/>
          <p:nvPr/>
        </p:nvSpPr>
        <p:spPr>
          <a:xfrm>
            <a:off x="11616267" y="6570337"/>
            <a:ext cx="389880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fld id="{39BFE1BD-C136-3F41-856A-526B10A97418}" type="slidenum">
              <a:rPr lang="en-US" sz="900" smtClean="0">
                <a:solidFill>
                  <a:schemeClr val="tx1"/>
                </a:solidFill>
              </a:rPr>
              <a:pPr algn="r"/>
              <a:t>‹#›</a:t>
            </a:fld>
            <a:endParaRPr lang="en-US" sz="900" dirty="0">
              <a:solidFill>
                <a:schemeClr val="tx1"/>
              </a:solidFill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642BD9AE-C83A-9EF9-F573-61A0E81EA594}"/>
              </a:ext>
            </a:extLst>
          </p:cNvPr>
          <p:cNvSpPr txBox="1"/>
          <p:nvPr/>
        </p:nvSpPr>
        <p:spPr>
          <a:xfrm>
            <a:off x="9265920" y="6570337"/>
            <a:ext cx="2231676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r>
              <a:rPr lang="en-US" sz="900" dirty="0">
                <a:solidFill>
                  <a:schemeClr val="tx1"/>
                </a:solidFill>
              </a:rPr>
              <a:t>©2025 Ellucian. Confidential and Proprietary</a:t>
            </a:r>
          </a:p>
        </p:txBody>
      </p:sp>
    </p:spTree>
    <p:extLst>
      <p:ext uri="{BB962C8B-B14F-4D97-AF65-F5344CB8AC3E}">
        <p14:creationId xmlns:p14="http://schemas.microsoft.com/office/powerpoint/2010/main" val="2280580830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UR Half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F75CBFEB-E840-D7EB-F8A5-6E3EB245AA06}"/>
              </a:ext>
            </a:extLst>
          </p:cNvPr>
          <p:cNvSpPr/>
          <p:nvPr/>
        </p:nvSpPr>
        <p:spPr>
          <a:xfrm>
            <a:off x="0" y="0"/>
            <a:ext cx="6096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 Placeholder 17">
            <a:extLst>
              <a:ext uri="{FF2B5EF4-FFF2-40B4-BE49-F238E27FC236}">
                <a16:creationId xmlns:a16="http://schemas.microsoft.com/office/drawing/2014/main" id="{BBF114DA-2F2B-4926-CFCC-092A749330D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86034" y="2147403"/>
            <a:ext cx="5334046" cy="944810"/>
          </a:xfrm>
        </p:spPr>
        <p:txBody>
          <a:bodyPr>
            <a:spAutoFit/>
          </a:bodyPr>
          <a:lstStyle>
            <a:lvl1pPr marL="0" indent="0" algn="l">
              <a:lnSpc>
                <a:spcPct val="90000"/>
              </a:lnSpc>
              <a:spcBef>
                <a:spcPts val="0"/>
              </a:spcBef>
              <a:buNone/>
              <a:defRPr sz="34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Headline culpa qui official arum </a:t>
            </a:r>
            <a:r>
              <a:rPr lang="en-US" dirty="0" err="1"/>
              <a:t>quidem</a:t>
            </a:r>
            <a:r>
              <a:rPr lang="en-US" dirty="0"/>
              <a:t> rerum facilis</a:t>
            </a:r>
          </a:p>
        </p:txBody>
      </p:sp>
      <p:sp>
        <p:nvSpPr>
          <p:cNvPr id="6" name="Text Placeholder 17">
            <a:extLst>
              <a:ext uri="{FF2B5EF4-FFF2-40B4-BE49-F238E27FC236}">
                <a16:creationId xmlns:a16="http://schemas.microsoft.com/office/drawing/2014/main" id="{16B976F1-2579-253B-37D3-66B1EB3F4F20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86034" y="3283108"/>
            <a:ext cx="5334046" cy="663451"/>
          </a:xfrm>
        </p:spPr>
        <p:txBody>
          <a:bodyPr wrap="square">
            <a:spAutoFit/>
          </a:bodyPr>
          <a:lstStyle>
            <a:lvl1pPr marL="0" indent="0" algn="l">
              <a:spcBef>
                <a:spcPts val="0"/>
              </a:spcBef>
              <a:buNone/>
              <a:defRPr sz="2000" b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Subhead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 sed do </a:t>
            </a:r>
            <a:r>
              <a:rPr lang="en-US" dirty="0" err="1"/>
              <a:t>eiusmod</a:t>
            </a:r>
            <a:endParaRPr lang="en-US" dirty="0"/>
          </a:p>
        </p:txBody>
      </p:sp>
      <p:sp>
        <p:nvSpPr>
          <p:cNvPr id="8" name="Text Placeholder 17">
            <a:extLst>
              <a:ext uri="{FF2B5EF4-FFF2-40B4-BE49-F238E27FC236}">
                <a16:creationId xmlns:a16="http://schemas.microsoft.com/office/drawing/2014/main" id="{2D4575E4-C207-8E90-E726-B9033C8488D1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563360" y="1763901"/>
            <a:ext cx="5232925" cy="555793"/>
          </a:xfrm>
        </p:spPr>
        <p:txBody>
          <a:bodyPr wrap="square">
            <a:sp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20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Subhead culpa qui official arum </a:t>
            </a:r>
            <a:r>
              <a:rPr lang="en-US" dirty="0" err="1"/>
              <a:t>quidem</a:t>
            </a:r>
            <a:r>
              <a:rPr lang="en-US" dirty="0"/>
              <a:t> rerum facilis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1D16B016-4F74-45FD-A9CC-07A8056565CD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563360" y="2426711"/>
            <a:ext cx="5232925" cy="1206549"/>
          </a:xfrm>
        </p:spPr>
        <p:txBody>
          <a:bodyPr wrap="square">
            <a:spAutoFit/>
          </a:bodyPr>
          <a:lstStyle>
            <a:lvl1pPr marL="0" indent="0">
              <a:buNone/>
              <a:defRPr sz="1800"/>
            </a:lvl1pPr>
          </a:lstStyle>
          <a:p>
            <a:pPr lvl="0"/>
            <a:r>
              <a:rPr lang="en-US" dirty="0"/>
              <a:t>Sed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perspiciatis</a:t>
            </a:r>
            <a:r>
              <a:rPr lang="en-US" dirty="0"/>
              <a:t> </a:t>
            </a:r>
            <a:r>
              <a:rPr lang="en-US" dirty="0" err="1"/>
              <a:t>unde</a:t>
            </a:r>
            <a:r>
              <a:rPr lang="en-US" dirty="0"/>
              <a:t> </a:t>
            </a:r>
            <a:r>
              <a:rPr lang="en-US" dirty="0" err="1"/>
              <a:t>omnis</a:t>
            </a:r>
            <a:r>
              <a:rPr lang="en-US" dirty="0"/>
              <a:t> </a:t>
            </a:r>
            <a:r>
              <a:rPr lang="en-US" dirty="0" err="1"/>
              <a:t>iste</a:t>
            </a:r>
            <a:r>
              <a:rPr lang="en-US" dirty="0"/>
              <a:t> </a:t>
            </a:r>
            <a:r>
              <a:rPr lang="en-US" dirty="0" err="1"/>
              <a:t>natus</a:t>
            </a:r>
            <a:r>
              <a:rPr lang="en-US" dirty="0"/>
              <a:t> error sit </a:t>
            </a:r>
            <a:r>
              <a:rPr lang="en-US" dirty="0" err="1"/>
              <a:t>voluptatem</a:t>
            </a:r>
            <a:r>
              <a:rPr lang="en-US" dirty="0"/>
              <a:t> </a:t>
            </a:r>
            <a:r>
              <a:rPr lang="en-US" dirty="0" err="1"/>
              <a:t>accusantium</a:t>
            </a:r>
            <a:r>
              <a:rPr lang="en-US" dirty="0"/>
              <a:t> </a:t>
            </a:r>
            <a:r>
              <a:rPr lang="en-US" dirty="0" err="1"/>
              <a:t>doloremque</a:t>
            </a:r>
            <a:r>
              <a:rPr lang="en-US" dirty="0"/>
              <a:t> </a:t>
            </a:r>
            <a:r>
              <a:rPr lang="en-US" dirty="0" err="1"/>
              <a:t>laudantium</a:t>
            </a:r>
            <a:r>
              <a:rPr lang="en-US" dirty="0"/>
              <a:t>, </a:t>
            </a:r>
            <a:r>
              <a:rPr lang="en-US" dirty="0" err="1"/>
              <a:t>totam</a:t>
            </a:r>
            <a:r>
              <a:rPr lang="en-US" dirty="0"/>
              <a:t> rem </a:t>
            </a:r>
            <a:r>
              <a:rPr lang="en-US" dirty="0" err="1"/>
              <a:t>aperiam</a:t>
            </a:r>
            <a:r>
              <a:rPr lang="en-US" dirty="0"/>
              <a:t> </a:t>
            </a:r>
            <a:r>
              <a:rPr lang="en-US" dirty="0" err="1"/>
              <a:t>eaque</a:t>
            </a:r>
            <a:r>
              <a:rPr lang="en-US" dirty="0"/>
              <a:t> </a:t>
            </a:r>
            <a:r>
              <a:rPr lang="en-US" dirty="0" err="1"/>
              <a:t>ipsa</a:t>
            </a:r>
            <a:r>
              <a:rPr lang="en-US" dirty="0"/>
              <a:t> </a:t>
            </a:r>
            <a:r>
              <a:rPr lang="en-US" dirty="0" err="1"/>
              <a:t>quae</a:t>
            </a:r>
            <a:r>
              <a:rPr lang="en-US" dirty="0"/>
              <a:t> ab </a:t>
            </a:r>
            <a:r>
              <a:rPr lang="en-US" dirty="0" err="1"/>
              <a:t>illo</a:t>
            </a:r>
            <a:r>
              <a:rPr lang="en-US" dirty="0"/>
              <a:t> </a:t>
            </a:r>
            <a:r>
              <a:rPr lang="en-US" dirty="0" err="1"/>
              <a:t>inventore</a:t>
            </a:r>
            <a:r>
              <a:rPr lang="en-US" dirty="0"/>
              <a:t> </a:t>
            </a:r>
            <a:r>
              <a:rPr lang="en-US" dirty="0" err="1"/>
              <a:t>veritatis</a:t>
            </a:r>
            <a:r>
              <a:rPr lang="en-US" dirty="0"/>
              <a:t> et quasi </a:t>
            </a:r>
            <a:r>
              <a:rPr lang="en-US" dirty="0" err="1"/>
              <a:t>architecto</a:t>
            </a:r>
            <a:r>
              <a:rPr lang="en-US" dirty="0"/>
              <a:t> beatae vitae.</a:t>
            </a:r>
          </a:p>
        </p:txBody>
      </p:sp>
      <p:sp>
        <p:nvSpPr>
          <p:cNvPr id="10" name="Text Placeholder 12">
            <a:extLst>
              <a:ext uri="{FF2B5EF4-FFF2-40B4-BE49-F238E27FC236}">
                <a16:creationId xmlns:a16="http://schemas.microsoft.com/office/drawing/2014/main" id="{06B0A9AB-D9A3-1E08-3001-30A9D645FFA9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563089" y="3740277"/>
            <a:ext cx="5232717" cy="1684948"/>
          </a:xfrm>
        </p:spPr>
        <p:txBody>
          <a:bodyPr wrap="square">
            <a:spAutoFit/>
          </a:bodyPr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n-US" dirty="0"/>
          </a:p>
        </p:txBody>
      </p:sp>
      <p:pic>
        <p:nvPicPr>
          <p:cNvPr id="2" name="Graphic 1">
            <a:extLst>
              <a:ext uri="{FF2B5EF4-FFF2-40B4-BE49-F238E27FC236}">
                <a16:creationId xmlns:a16="http://schemas.microsoft.com/office/drawing/2014/main" id="{017A8F2F-9330-25BE-0D2E-902E66CDE27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78777" y="6474193"/>
            <a:ext cx="820683" cy="1985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37927048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Gray Half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9A1D1E00-2C7E-EB5E-B9AA-70EC4E40EAA1}"/>
              </a:ext>
            </a:extLst>
          </p:cNvPr>
          <p:cNvSpPr/>
          <p:nvPr/>
        </p:nvSpPr>
        <p:spPr>
          <a:xfrm>
            <a:off x="0" y="0"/>
            <a:ext cx="6096000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 Placeholder 17">
            <a:extLst>
              <a:ext uri="{FF2B5EF4-FFF2-40B4-BE49-F238E27FC236}">
                <a16:creationId xmlns:a16="http://schemas.microsoft.com/office/drawing/2014/main" id="{2FE01EFE-63CA-D3D5-C581-993880DA8B04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86034" y="2147403"/>
            <a:ext cx="5334046" cy="944810"/>
          </a:xfrm>
        </p:spPr>
        <p:txBody>
          <a:bodyPr>
            <a:spAutoFit/>
          </a:bodyPr>
          <a:lstStyle>
            <a:lvl1pPr marL="0" indent="0" algn="l">
              <a:lnSpc>
                <a:spcPct val="90000"/>
              </a:lnSpc>
              <a:spcBef>
                <a:spcPts val="0"/>
              </a:spcBef>
              <a:buNone/>
              <a:defRPr sz="34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Headline culpa qui official arum </a:t>
            </a:r>
            <a:r>
              <a:rPr lang="en-US" dirty="0" err="1"/>
              <a:t>quidem</a:t>
            </a:r>
            <a:r>
              <a:rPr lang="en-US" dirty="0"/>
              <a:t> rerum facilis</a:t>
            </a:r>
          </a:p>
        </p:txBody>
      </p:sp>
      <p:sp>
        <p:nvSpPr>
          <p:cNvPr id="6" name="Text Placeholder 17">
            <a:extLst>
              <a:ext uri="{FF2B5EF4-FFF2-40B4-BE49-F238E27FC236}">
                <a16:creationId xmlns:a16="http://schemas.microsoft.com/office/drawing/2014/main" id="{5AE79D15-E07D-A51E-4EAF-87E654A74472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86034" y="3283108"/>
            <a:ext cx="5334046" cy="663451"/>
          </a:xfrm>
        </p:spPr>
        <p:txBody>
          <a:bodyPr wrap="square">
            <a:spAutoFit/>
          </a:bodyPr>
          <a:lstStyle>
            <a:lvl1pPr marL="0" indent="0" algn="l">
              <a:spcBef>
                <a:spcPts val="0"/>
              </a:spcBef>
              <a:buNone/>
              <a:defRPr sz="2000" b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Subhead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 sed do </a:t>
            </a:r>
            <a:r>
              <a:rPr lang="en-US" dirty="0" err="1"/>
              <a:t>eiusmod</a:t>
            </a:r>
            <a:endParaRPr lang="en-US" dirty="0"/>
          </a:p>
        </p:txBody>
      </p:sp>
      <p:sp>
        <p:nvSpPr>
          <p:cNvPr id="7" name="Text Placeholder 17">
            <a:extLst>
              <a:ext uri="{FF2B5EF4-FFF2-40B4-BE49-F238E27FC236}">
                <a16:creationId xmlns:a16="http://schemas.microsoft.com/office/drawing/2014/main" id="{B23AFD1E-0CBC-F8B7-0767-9DD68D6AA30C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563360" y="1763901"/>
            <a:ext cx="5232925" cy="555793"/>
          </a:xfrm>
        </p:spPr>
        <p:txBody>
          <a:bodyPr wrap="square">
            <a:sp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20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Subhead culpa qui official arum </a:t>
            </a:r>
            <a:r>
              <a:rPr lang="en-US" dirty="0" err="1"/>
              <a:t>quidem</a:t>
            </a:r>
            <a:r>
              <a:rPr lang="en-US" dirty="0"/>
              <a:t> rerum facilis</a:t>
            </a:r>
          </a:p>
        </p:txBody>
      </p:sp>
      <p:sp>
        <p:nvSpPr>
          <p:cNvPr id="8" name="Text Placeholder 8">
            <a:extLst>
              <a:ext uri="{FF2B5EF4-FFF2-40B4-BE49-F238E27FC236}">
                <a16:creationId xmlns:a16="http://schemas.microsoft.com/office/drawing/2014/main" id="{CF81A4C6-9E62-AA06-E7C6-9A7067E4CE38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563360" y="2426711"/>
            <a:ext cx="5232925" cy="1206549"/>
          </a:xfrm>
        </p:spPr>
        <p:txBody>
          <a:bodyPr wrap="square">
            <a:spAutoFit/>
          </a:bodyPr>
          <a:lstStyle>
            <a:lvl1pPr marL="0" indent="0">
              <a:buNone/>
              <a:defRPr sz="1800"/>
            </a:lvl1pPr>
          </a:lstStyle>
          <a:p>
            <a:pPr lvl="0"/>
            <a:r>
              <a:rPr lang="en-US" dirty="0"/>
              <a:t>Sed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perspiciatis</a:t>
            </a:r>
            <a:r>
              <a:rPr lang="en-US" dirty="0"/>
              <a:t> </a:t>
            </a:r>
            <a:r>
              <a:rPr lang="en-US" dirty="0" err="1"/>
              <a:t>unde</a:t>
            </a:r>
            <a:r>
              <a:rPr lang="en-US" dirty="0"/>
              <a:t> </a:t>
            </a:r>
            <a:r>
              <a:rPr lang="en-US" dirty="0" err="1"/>
              <a:t>omnis</a:t>
            </a:r>
            <a:r>
              <a:rPr lang="en-US" dirty="0"/>
              <a:t> </a:t>
            </a:r>
            <a:r>
              <a:rPr lang="en-US" dirty="0" err="1"/>
              <a:t>iste</a:t>
            </a:r>
            <a:r>
              <a:rPr lang="en-US" dirty="0"/>
              <a:t> </a:t>
            </a:r>
            <a:r>
              <a:rPr lang="en-US" dirty="0" err="1"/>
              <a:t>natus</a:t>
            </a:r>
            <a:r>
              <a:rPr lang="en-US" dirty="0"/>
              <a:t> error sit </a:t>
            </a:r>
            <a:r>
              <a:rPr lang="en-US" dirty="0" err="1"/>
              <a:t>voluptatem</a:t>
            </a:r>
            <a:r>
              <a:rPr lang="en-US" dirty="0"/>
              <a:t> </a:t>
            </a:r>
            <a:r>
              <a:rPr lang="en-US" dirty="0" err="1"/>
              <a:t>accusantium</a:t>
            </a:r>
            <a:r>
              <a:rPr lang="en-US" dirty="0"/>
              <a:t> </a:t>
            </a:r>
            <a:r>
              <a:rPr lang="en-US" dirty="0" err="1"/>
              <a:t>doloremque</a:t>
            </a:r>
            <a:r>
              <a:rPr lang="en-US" dirty="0"/>
              <a:t> </a:t>
            </a:r>
            <a:r>
              <a:rPr lang="en-US" dirty="0" err="1"/>
              <a:t>laudantium</a:t>
            </a:r>
            <a:r>
              <a:rPr lang="en-US" dirty="0"/>
              <a:t>, </a:t>
            </a:r>
            <a:r>
              <a:rPr lang="en-US" dirty="0" err="1"/>
              <a:t>totam</a:t>
            </a:r>
            <a:r>
              <a:rPr lang="en-US" dirty="0"/>
              <a:t> rem </a:t>
            </a:r>
            <a:r>
              <a:rPr lang="en-US" dirty="0" err="1"/>
              <a:t>aperiam</a:t>
            </a:r>
            <a:r>
              <a:rPr lang="en-US" dirty="0"/>
              <a:t> </a:t>
            </a:r>
            <a:r>
              <a:rPr lang="en-US" dirty="0" err="1"/>
              <a:t>eaque</a:t>
            </a:r>
            <a:r>
              <a:rPr lang="en-US" dirty="0"/>
              <a:t> </a:t>
            </a:r>
            <a:r>
              <a:rPr lang="en-US" dirty="0" err="1"/>
              <a:t>ipsa</a:t>
            </a:r>
            <a:r>
              <a:rPr lang="en-US" dirty="0"/>
              <a:t> </a:t>
            </a:r>
            <a:r>
              <a:rPr lang="en-US" dirty="0" err="1"/>
              <a:t>quae</a:t>
            </a:r>
            <a:r>
              <a:rPr lang="en-US" dirty="0"/>
              <a:t> ab </a:t>
            </a:r>
            <a:r>
              <a:rPr lang="en-US" dirty="0" err="1"/>
              <a:t>illo</a:t>
            </a:r>
            <a:r>
              <a:rPr lang="en-US" dirty="0"/>
              <a:t> </a:t>
            </a:r>
            <a:r>
              <a:rPr lang="en-US" dirty="0" err="1"/>
              <a:t>inventore</a:t>
            </a:r>
            <a:r>
              <a:rPr lang="en-US" dirty="0"/>
              <a:t> </a:t>
            </a:r>
            <a:r>
              <a:rPr lang="en-US" dirty="0" err="1"/>
              <a:t>veritatis</a:t>
            </a:r>
            <a:r>
              <a:rPr lang="en-US" dirty="0"/>
              <a:t> et quasi </a:t>
            </a:r>
            <a:r>
              <a:rPr lang="en-US" dirty="0" err="1"/>
              <a:t>architecto</a:t>
            </a:r>
            <a:r>
              <a:rPr lang="en-US" dirty="0"/>
              <a:t> beatae vitae.</a:t>
            </a:r>
          </a:p>
        </p:txBody>
      </p:sp>
      <p:sp>
        <p:nvSpPr>
          <p:cNvPr id="9" name="Text Placeholder 12">
            <a:extLst>
              <a:ext uri="{FF2B5EF4-FFF2-40B4-BE49-F238E27FC236}">
                <a16:creationId xmlns:a16="http://schemas.microsoft.com/office/drawing/2014/main" id="{C2B39BD8-F2D4-82FD-6B93-90DE2A49E686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563089" y="3740277"/>
            <a:ext cx="5232717" cy="1684948"/>
          </a:xfrm>
        </p:spPr>
        <p:txBody>
          <a:bodyPr wrap="square">
            <a:spAutoFit/>
          </a:bodyPr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n-US" dirty="0"/>
          </a:p>
        </p:txBody>
      </p:sp>
      <p:pic>
        <p:nvPicPr>
          <p:cNvPr id="12" name="Graphic 11">
            <a:extLst>
              <a:ext uri="{FF2B5EF4-FFF2-40B4-BE49-F238E27FC236}">
                <a16:creationId xmlns:a16="http://schemas.microsoft.com/office/drawing/2014/main" id="{989C4F93-BF72-9EDD-88A7-D0623456593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78777" y="6474193"/>
            <a:ext cx="820683" cy="1985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97301076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Green Half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9A1D1E00-2C7E-EB5E-B9AA-70EC4E40EAA1}"/>
              </a:ext>
            </a:extLst>
          </p:cNvPr>
          <p:cNvSpPr/>
          <p:nvPr/>
        </p:nvSpPr>
        <p:spPr>
          <a:xfrm>
            <a:off x="0" y="0"/>
            <a:ext cx="6096000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 Placeholder 17">
            <a:extLst>
              <a:ext uri="{FF2B5EF4-FFF2-40B4-BE49-F238E27FC236}">
                <a16:creationId xmlns:a16="http://schemas.microsoft.com/office/drawing/2014/main" id="{2FE01EFE-63CA-D3D5-C581-993880DA8B04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86034" y="2147403"/>
            <a:ext cx="5334046" cy="944810"/>
          </a:xfrm>
        </p:spPr>
        <p:txBody>
          <a:bodyPr>
            <a:spAutoFit/>
          </a:bodyPr>
          <a:lstStyle>
            <a:lvl1pPr marL="0" indent="0" algn="l">
              <a:lnSpc>
                <a:spcPct val="90000"/>
              </a:lnSpc>
              <a:spcBef>
                <a:spcPts val="0"/>
              </a:spcBef>
              <a:buNone/>
              <a:defRPr sz="34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Headline culpa qui official arum </a:t>
            </a:r>
            <a:r>
              <a:rPr lang="en-US" dirty="0" err="1"/>
              <a:t>quidem</a:t>
            </a:r>
            <a:r>
              <a:rPr lang="en-US" dirty="0"/>
              <a:t> rerum facilis</a:t>
            </a:r>
          </a:p>
        </p:txBody>
      </p:sp>
      <p:sp>
        <p:nvSpPr>
          <p:cNvPr id="6" name="Text Placeholder 17">
            <a:extLst>
              <a:ext uri="{FF2B5EF4-FFF2-40B4-BE49-F238E27FC236}">
                <a16:creationId xmlns:a16="http://schemas.microsoft.com/office/drawing/2014/main" id="{5AE79D15-E07D-A51E-4EAF-87E654A74472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86034" y="3283108"/>
            <a:ext cx="5334046" cy="663451"/>
          </a:xfrm>
        </p:spPr>
        <p:txBody>
          <a:bodyPr wrap="square">
            <a:spAutoFit/>
          </a:bodyPr>
          <a:lstStyle>
            <a:lvl1pPr marL="0" indent="0" algn="l">
              <a:spcBef>
                <a:spcPts val="0"/>
              </a:spcBef>
              <a:buNone/>
              <a:defRPr sz="2000" b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Subhead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 sed do </a:t>
            </a:r>
            <a:r>
              <a:rPr lang="en-US" dirty="0" err="1"/>
              <a:t>eiusmod</a:t>
            </a:r>
            <a:endParaRPr lang="en-US" dirty="0"/>
          </a:p>
        </p:txBody>
      </p:sp>
      <p:sp>
        <p:nvSpPr>
          <p:cNvPr id="7" name="Text Placeholder 17">
            <a:extLst>
              <a:ext uri="{FF2B5EF4-FFF2-40B4-BE49-F238E27FC236}">
                <a16:creationId xmlns:a16="http://schemas.microsoft.com/office/drawing/2014/main" id="{B23AFD1E-0CBC-F8B7-0767-9DD68D6AA30C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563360" y="1763901"/>
            <a:ext cx="5232925" cy="555793"/>
          </a:xfrm>
        </p:spPr>
        <p:txBody>
          <a:bodyPr wrap="square">
            <a:sp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20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Subhead culpa qui official arum </a:t>
            </a:r>
            <a:r>
              <a:rPr lang="en-US" dirty="0" err="1"/>
              <a:t>quidem</a:t>
            </a:r>
            <a:r>
              <a:rPr lang="en-US" dirty="0"/>
              <a:t> rerum facilis</a:t>
            </a:r>
          </a:p>
        </p:txBody>
      </p:sp>
      <p:sp>
        <p:nvSpPr>
          <p:cNvPr id="8" name="Text Placeholder 8">
            <a:extLst>
              <a:ext uri="{FF2B5EF4-FFF2-40B4-BE49-F238E27FC236}">
                <a16:creationId xmlns:a16="http://schemas.microsoft.com/office/drawing/2014/main" id="{CF81A4C6-9E62-AA06-E7C6-9A7067E4CE38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563360" y="2426711"/>
            <a:ext cx="5232925" cy="1206549"/>
          </a:xfrm>
        </p:spPr>
        <p:txBody>
          <a:bodyPr wrap="square">
            <a:spAutoFit/>
          </a:bodyPr>
          <a:lstStyle>
            <a:lvl1pPr marL="0" indent="0">
              <a:buNone/>
              <a:defRPr sz="1800"/>
            </a:lvl1pPr>
          </a:lstStyle>
          <a:p>
            <a:pPr lvl="0"/>
            <a:r>
              <a:rPr lang="en-US" dirty="0"/>
              <a:t>Sed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perspiciatis</a:t>
            </a:r>
            <a:r>
              <a:rPr lang="en-US" dirty="0"/>
              <a:t> </a:t>
            </a:r>
            <a:r>
              <a:rPr lang="en-US" dirty="0" err="1"/>
              <a:t>unde</a:t>
            </a:r>
            <a:r>
              <a:rPr lang="en-US" dirty="0"/>
              <a:t> </a:t>
            </a:r>
            <a:r>
              <a:rPr lang="en-US" dirty="0" err="1"/>
              <a:t>omnis</a:t>
            </a:r>
            <a:r>
              <a:rPr lang="en-US" dirty="0"/>
              <a:t> </a:t>
            </a:r>
            <a:r>
              <a:rPr lang="en-US" dirty="0" err="1"/>
              <a:t>iste</a:t>
            </a:r>
            <a:r>
              <a:rPr lang="en-US" dirty="0"/>
              <a:t> </a:t>
            </a:r>
            <a:r>
              <a:rPr lang="en-US" dirty="0" err="1"/>
              <a:t>natus</a:t>
            </a:r>
            <a:r>
              <a:rPr lang="en-US" dirty="0"/>
              <a:t> error sit </a:t>
            </a:r>
            <a:r>
              <a:rPr lang="en-US" dirty="0" err="1"/>
              <a:t>voluptatem</a:t>
            </a:r>
            <a:r>
              <a:rPr lang="en-US" dirty="0"/>
              <a:t> </a:t>
            </a:r>
            <a:r>
              <a:rPr lang="en-US" dirty="0" err="1"/>
              <a:t>accusantium</a:t>
            </a:r>
            <a:r>
              <a:rPr lang="en-US" dirty="0"/>
              <a:t> </a:t>
            </a:r>
            <a:r>
              <a:rPr lang="en-US" dirty="0" err="1"/>
              <a:t>doloremque</a:t>
            </a:r>
            <a:r>
              <a:rPr lang="en-US" dirty="0"/>
              <a:t> </a:t>
            </a:r>
            <a:r>
              <a:rPr lang="en-US" dirty="0" err="1"/>
              <a:t>laudantium</a:t>
            </a:r>
            <a:r>
              <a:rPr lang="en-US" dirty="0"/>
              <a:t>, </a:t>
            </a:r>
            <a:r>
              <a:rPr lang="en-US" dirty="0" err="1"/>
              <a:t>totam</a:t>
            </a:r>
            <a:r>
              <a:rPr lang="en-US" dirty="0"/>
              <a:t> rem </a:t>
            </a:r>
            <a:r>
              <a:rPr lang="en-US" dirty="0" err="1"/>
              <a:t>aperiam</a:t>
            </a:r>
            <a:r>
              <a:rPr lang="en-US" dirty="0"/>
              <a:t> </a:t>
            </a:r>
            <a:r>
              <a:rPr lang="en-US" dirty="0" err="1"/>
              <a:t>eaque</a:t>
            </a:r>
            <a:r>
              <a:rPr lang="en-US" dirty="0"/>
              <a:t> </a:t>
            </a:r>
            <a:r>
              <a:rPr lang="en-US" dirty="0" err="1"/>
              <a:t>ipsa</a:t>
            </a:r>
            <a:r>
              <a:rPr lang="en-US" dirty="0"/>
              <a:t> </a:t>
            </a:r>
            <a:r>
              <a:rPr lang="en-US" dirty="0" err="1"/>
              <a:t>quae</a:t>
            </a:r>
            <a:r>
              <a:rPr lang="en-US" dirty="0"/>
              <a:t> ab </a:t>
            </a:r>
            <a:r>
              <a:rPr lang="en-US" dirty="0" err="1"/>
              <a:t>illo</a:t>
            </a:r>
            <a:r>
              <a:rPr lang="en-US" dirty="0"/>
              <a:t> </a:t>
            </a:r>
            <a:r>
              <a:rPr lang="en-US" dirty="0" err="1"/>
              <a:t>inventore</a:t>
            </a:r>
            <a:r>
              <a:rPr lang="en-US" dirty="0"/>
              <a:t> </a:t>
            </a:r>
            <a:r>
              <a:rPr lang="en-US" dirty="0" err="1"/>
              <a:t>veritatis</a:t>
            </a:r>
            <a:r>
              <a:rPr lang="en-US" dirty="0"/>
              <a:t> et quasi </a:t>
            </a:r>
            <a:r>
              <a:rPr lang="en-US" dirty="0" err="1"/>
              <a:t>architecto</a:t>
            </a:r>
            <a:r>
              <a:rPr lang="en-US" dirty="0"/>
              <a:t> beatae vitae.</a:t>
            </a:r>
          </a:p>
        </p:txBody>
      </p:sp>
      <p:sp>
        <p:nvSpPr>
          <p:cNvPr id="9" name="Text Placeholder 12">
            <a:extLst>
              <a:ext uri="{FF2B5EF4-FFF2-40B4-BE49-F238E27FC236}">
                <a16:creationId xmlns:a16="http://schemas.microsoft.com/office/drawing/2014/main" id="{C2B39BD8-F2D4-82FD-6B93-90DE2A49E686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563089" y="3740277"/>
            <a:ext cx="5232717" cy="1684948"/>
          </a:xfrm>
        </p:spPr>
        <p:txBody>
          <a:bodyPr wrap="square">
            <a:spAutoFit/>
          </a:bodyPr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n-US" dirty="0"/>
          </a:p>
        </p:txBody>
      </p:sp>
      <p:pic>
        <p:nvPicPr>
          <p:cNvPr id="12" name="Graphic 11">
            <a:extLst>
              <a:ext uri="{FF2B5EF4-FFF2-40B4-BE49-F238E27FC236}">
                <a16:creationId xmlns:a16="http://schemas.microsoft.com/office/drawing/2014/main" id="{AB1728AA-35B4-4BD9-8922-5A10B50EFB7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78777" y="6474193"/>
            <a:ext cx="820683" cy="1985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78698893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UR Thi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F75CBFEB-E840-D7EB-F8A5-6E3EB245AA06}"/>
              </a:ext>
            </a:extLst>
          </p:cNvPr>
          <p:cNvSpPr/>
          <p:nvPr/>
        </p:nvSpPr>
        <p:spPr>
          <a:xfrm>
            <a:off x="0" y="0"/>
            <a:ext cx="406398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 Placeholder 17">
            <a:extLst>
              <a:ext uri="{FF2B5EF4-FFF2-40B4-BE49-F238E27FC236}">
                <a16:creationId xmlns:a16="http://schemas.microsoft.com/office/drawing/2014/main" id="{BBF114DA-2F2B-4926-CFCC-092A749330D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86034" y="1647736"/>
            <a:ext cx="3312206" cy="1415709"/>
          </a:xfrm>
        </p:spPr>
        <p:txBody>
          <a:bodyPr wrap="square">
            <a:spAutoFit/>
          </a:bodyPr>
          <a:lstStyle>
            <a:lvl1pPr marL="0" indent="0" algn="l">
              <a:lnSpc>
                <a:spcPct val="90000"/>
              </a:lnSpc>
              <a:spcBef>
                <a:spcPts val="0"/>
              </a:spcBef>
              <a:buNone/>
              <a:defRPr sz="34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Headline culpa qui official arum </a:t>
            </a:r>
            <a:r>
              <a:rPr lang="en-US" dirty="0" err="1"/>
              <a:t>quidem</a:t>
            </a:r>
            <a:r>
              <a:rPr lang="en-US" dirty="0"/>
              <a:t> rerum</a:t>
            </a:r>
          </a:p>
        </p:txBody>
      </p:sp>
      <p:sp>
        <p:nvSpPr>
          <p:cNvPr id="6" name="Text Placeholder 17">
            <a:extLst>
              <a:ext uri="{FF2B5EF4-FFF2-40B4-BE49-F238E27FC236}">
                <a16:creationId xmlns:a16="http://schemas.microsoft.com/office/drawing/2014/main" id="{16B976F1-2579-253B-37D3-66B1EB3F4F20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86034" y="3211988"/>
            <a:ext cx="3312206" cy="1002006"/>
          </a:xfrm>
        </p:spPr>
        <p:txBody>
          <a:bodyPr wrap="square">
            <a:spAutoFit/>
          </a:bodyPr>
          <a:lstStyle>
            <a:lvl1pPr marL="0" indent="0" algn="l">
              <a:spcBef>
                <a:spcPts val="0"/>
              </a:spcBef>
              <a:buNone/>
              <a:defRPr sz="2000" b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Subhead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 sed do </a:t>
            </a:r>
            <a:r>
              <a:rPr lang="en-US" dirty="0" err="1"/>
              <a:t>eiusmod</a:t>
            </a:r>
            <a:endParaRPr lang="en-US" dirty="0"/>
          </a:p>
        </p:txBody>
      </p:sp>
      <p:sp>
        <p:nvSpPr>
          <p:cNvPr id="12" name="Text Placeholder 17">
            <a:extLst>
              <a:ext uri="{FF2B5EF4-FFF2-40B4-BE49-F238E27FC236}">
                <a16:creationId xmlns:a16="http://schemas.microsoft.com/office/drawing/2014/main" id="{247F7AFC-9E1C-DD0B-41C1-05088976F5FF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4571595" y="1647736"/>
            <a:ext cx="3363411" cy="555793"/>
          </a:xfrm>
        </p:spPr>
        <p:txBody>
          <a:bodyPr wrap="square">
            <a:sp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20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Subhead culpa qui official arum </a:t>
            </a:r>
            <a:r>
              <a:rPr lang="en-US" dirty="0" err="1"/>
              <a:t>quidem</a:t>
            </a:r>
            <a:r>
              <a:rPr lang="en-US" dirty="0"/>
              <a:t> rerum facilis</a:t>
            </a:r>
          </a:p>
        </p:txBody>
      </p:sp>
      <p:sp>
        <p:nvSpPr>
          <p:cNvPr id="13" name="Text Placeholder 8">
            <a:extLst>
              <a:ext uri="{FF2B5EF4-FFF2-40B4-BE49-F238E27FC236}">
                <a16:creationId xmlns:a16="http://schemas.microsoft.com/office/drawing/2014/main" id="{0E7A1DE1-A6A1-A8B0-1E59-2D30FDB4CB2B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571595" y="2310546"/>
            <a:ext cx="3363411" cy="1206549"/>
          </a:xfrm>
        </p:spPr>
        <p:txBody>
          <a:bodyPr wrap="square">
            <a:spAutoFit/>
          </a:bodyPr>
          <a:lstStyle>
            <a:lvl1pPr marL="0" indent="0">
              <a:buNone/>
              <a:defRPr sz="1800"/>
            </a:lvl1pPr>
          </a:lstStyle>
          <a:p>
            <a:pPr lvl="0"/>
            <a:r>
              <a:rPr lang="en-US" dirty="0"/>
              <a:t>Sed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perspiciatis</a:t>
            </a:r>
            <a:r>
              <a:rPr lang="en-US" dirty="0"/>
              <a:t> </a:t>
            </a:r>
            <a:r>
              <a:rPr lang="en-US" dirty="0" err="1"/>
              <a:t>unde</a:t>
            </a:r>
            <a:r>
              <a:rPr lang="en-US" dirty="0"/>
              <a:t> </a:t>
            </a:r>
            <a:r>
              <a:rPr lang="en-US" dirty="0" err="1"/>
              <a:t>omnis</a:t>
            </a:r>
            <a:r>
              <a:rPr lang="en-US" dirty="0"/>
              <a:t> </a:t>
            </a:r>
            <a:r>
              <a:rPr lang="en-US" dirty="0" err="1"/>
              <a:t>iste</a:t>
            </a:r>
            <a:r>
              <a:rPr lang="en-US" dirty="0"/>
              <a:t> </a:t>
            </a:r>
            <a:r>
              <a:rPr lang="en-US" dirty="0" err="1"/>
              <a:t>natus</a:t>
            </a:r>
            <a:r>
              <a:rPr lang="en-US" dirty="0"/>
              <a:t> error sit </a:t>
            </a:r>
            <a:r>
              <a:rPr lang="en-US" dirty="0" err="1"/>
              <a:t>voluptatem</a:t>
            </a:r>
            <a:r>
              <a:rPr lang="en-US" dirty="0"/>
              <a:t> </a:t>
            </a:r>
            <a:r>
              <a:rPr lang="en-US" dirty="0" err="1"/>
              <a:t>accusantium</a:t>
            </a:r>
            <a:r>
              <a:rPr lang="en-US" dirty="0"/>
              <a:t> </a:t>
            </a:r>
            <a:r>
              <a:rPr lang="en-US" dirty="0" err="1"/>
              <a:t>doloremque</a:t>
            </a:r>
            <a:r>
              <a:rPr lang="en-US" dirty="0"/>
              <a:t> </a:t>
            </a:r>
            <a:r>
              <a:rPr lang="en-US" dirty="0" err="1"/>
              <a:t>laudantium</a:t>
            </a:r>
            <a:r>
              <a:rPr lang="en-US" dirty="0"/>
              <a:t> </a:t>
            </a:r>
            <a:r>
              <a:rPr lang="en-US" dirty="0" err="1"/>
              <a:t>totam</a:t>
            </a:r>
            <a:r>
              <a:rPr lang="en-US" dirty="0"/>
              <a:t> rem </a:t>
            </a:r>
            <a:r>
              <a:rPr lang="en-US" dirty="0" err="1"/>
              <a:t>aperiam</a:t>
            </a:r>
            <a:r>
              <a:rPr lang="en-US" dirty="0"/>
              <a:t>.</a:t>
            </a:r>
          </a:p>
        </p:txBody>
      </p:sp>
      <p:sp>
        <p:nvSpPr>
          <p:cNvPr id="14" name="Text Placeholder 12">
            <a:extLst>
              <a:ext uri="{FF2B5EF4-FFF2-40B4-BE49-F238E27FC236}">
                <a16:creationId xmlns:a16="http://schemas.microsoft.com/office/drawing/2014/main" id="{F338C581-FDC0-BE86-1CD1-D9586D8EB8A0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4571323" y="3624112"/>
            <a:ext cx="3363277" cy="1684948"/>
          </a:xfrm>
        </p:spPr>
        <p:txBody>
          <a:bodyPr wrap="square">
            <a:spAutoFit/>
          </a:bodyPr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n-US" dirty="0"/>
          </a:p>
        </p:txBody>
      </p:sp>
      <p:sp>
        <p:nvSpPr>
          <p:cNvPr id="15" name="Text Placeholder 17">
            <a:extLst>
              <a:ext uri="{FF2B5EF4-FFF2-40B4-BE49-F238E27FC236}">
                <a16:creationId xmlns:a16="http://schemas.microsoft.com/office/drawing/2014/main" id="{8BE05EDD-6AF1-AF29-FB86-197BB73F5255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8442555" y="1647736"/>
            <a:ext cx="3363411" cy="555793"/>
          </a:xfrm>
        </p:spPr>
        <p:txBody>
          <a:bodyPr wrap="square">
            <a:sp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20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Subhead culpa qui official arum </a:t>
            </a:r>
            <a:r>
              <a:rPr lang="en-US" dirty="0" err="1"/>
              <a:t>quidem</a:t>
            </a:r>
            <a:r>
              <a:rPr lang="en-US" dirty="0"/>
              <a:t> rerum facilis</a:t>
            </a:r>
          </a:p>
        </p:txBody>
      </p:sp>
      <p:sp>
        <p:nvSpPr>
          <p:cNvPr id="16" name="Text Placeholder 8">
            <a:extLst>
              <a:ext uri="{FF2B5EF4-FFF2-40B4-BE49-F238E27FC236}">
                <a16:creationId xmlns:a16="http://schemas.microsoft.com/office/drawing/2014/main" id="{7F1C9870-651A-8301-4A2C-6EE5FB7ABFD6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8442555" y="2310546"/>
            <a:ext cx="3363411" cy="1206549"/>
          </a:xfrm>
        </p:spPr>
        <p:txBody>
          <a:bodyPr wrap="square">
            <a:spAutoFit/>
          </a:bodyPr>
          <a:lstStyle>
            <a:lvl1pPr marL="0" indent="0">
              <a:buNone/>
              <a:defRPr sz="1800"/>
            </a:lvl1pPr>
          </a:lstStyle>
          <a:p>
            <a:pPr lvl="0"/>
            <a:r>
              <a:rPr lang="en-US" dirty="0"/>
              <a:t>Sed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perspiciatis</a:t>
            </a:r>
            <a:r>
              <a:rPr lang="en-US" dirty="0"/>
              <a:t> </a:t>
            </a:r>
            <a:r>
              <a:rPr lang="en-US" dirty="0" err="1"/>
              <a:t>unde</a:t>
            </a:r>
            <a:r>
              <a:rPr lang="en-US" dirty="0"/>
              <a:t> </a:t>
            </a:r>
            <a:r>
              <a:rPr lang="en-US" dirty="0" err="1"/>
              <a:t>omnis</a:t>
            </a:r>
            <a:r>
              <a:rPr lang="en-US" dirty="0"/>
              <a:t> </a:t>
            </a:r>
            <a:r>
              <a:rPr lang="en-US" dirty="0" err="1"/>
              <a:t>iste</a:t>
            </a:r>
            <a:r>
              <a:rPr lang="en-US" dirty="0"/>
              <a:t> </a:t>
            </a:r>
            <a:r>
              <a:rPr lang="en-US" dirty="0" err="1"/>
              <a:t>natus</a:t>
            </a:r>
            <a:r>
              <a:rPr lang="en-US" dirty="0"/>
              <a:t> error sit </a:t>
            </a:r>
            <a:r>
              <a:rPr lang="en-US" dirty="0" err="1"/>
              <a:t>voluptatem</a:t>
            </a:r>
            <a:r>
              <a:rPr lang="en-US" dirty="0"/>
              <a:t> </a:t>
            </a:r>
            <a:r>
              <a:rPr lang="en-US" dirty="0" err="1"/>
              <a:t>accusantium</a:t>
            </a:r>
            <a:r>
              <a:rPr lang="en-US" dirty="0"/>
              <a:t> </a:t>
            </a:r>
            <a:r>
              <a:rPr lang="en-US" dirty="0" err="1"/>
              <a:t>doloremque</a:t>
            </a:r>
            <a:r>
              <a:rPr lang="en-US" dirty="0"/>
              <a:t> </a:t>
            </a:r>
            <a:r>
              <a:rPr lang="en-US" dirty="0" err="1"/>
              <a:t>laudantium</a:t>
            </a:r>
            <a:r>
              <a:rPr lang="en-US" dirty="0"/>
              <a:t> </a:t>
            </a:r>
            <a:r>
              <a:rPr lang="en-US" dirty="0" err="1"/>
              <a:t>totam</a:t>
            </a:r>
            <a:r>
              <a:rPr lang="en-US" dirty="0"/>
              <a:t> rem </a:t>
            </a:r>
            <a:r>
              <a:rPr lang="en-US" dirty="0" err="1"/>
              <a:t>aperiam</a:t>
            </a:r>
            <a:r>
              <a:rPr lang="en-US" dirty="0"/>
              <a:t>.</a:t>
            </a:r>
          </a:p>
        </p:txBody>
      </p:sp>
      <p:sp>
        <p:nvSpPr>
          <p:cNvPr id="17" name="Text Placeholder 12">
            <a:extLst>
              <a:ext uri="{FF2B5EF4-FFF2-40B4-BE49-F238E27FC236}">
                <a16:creationId xmlns:a16="http://schemas.microsoft.com/office/drawing/2014/main" id="{CB3B220D-3CAD-B3DC-8F6C-B8A398E8864A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8442283" y="3624112"/>
            <a:ext cx="3363277" cy="1684948"/>
          </a:xfrm>
        </p:spPr>
        <p:txBody>
          <a:bodyPr wrap="square">
            <a:spAutoFit/>
          </a:bodyPr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n-US" dirty="0"/>
          </a:p>
        </p:txBody>
      </p:sp>
      <p:pic>
        <p:nvPicPr>
          <p:cNvPr id="2" name="Graphic 1">
            <a:extLst>
              <a:ext uri="{FF2B5EF4-FFF2-40B4-BE49-F238E27FC236}">
                <a16:creationId xmlns:a16="http://schemas.microsoft.com/office/drawing/2014/main" id="{01D50BC8-C95D-425B-652A-2D581ADCD81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78777" y="6474193"/>
            <a:ext cx="820683" cy="1985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59251816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Gray Thi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F75CBFEB-E840-D7EB-F8A5-6E3EB245AA06}"/>
              </a:ext>
            </a:extLst>
          </p:cNvPr>
          <p:cNvSpPr/>
          <p:nvPr/>
        </p:nvSpPr>
        <p:spPr>
          <a:xfrm>
            <a:off x="0" y="0"/>
            <a:ext cx="4063984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 Placeholder 17">
            <a:extLst>
              <a:ext uri="{FF2B5EF4-FFF2-40B4-BE49-F238E27FC236}">
                <a16:creationId xmlns:a16="http://schemas.microsoft.com/office/drawing/2014/main" id="{BBF114DA-2F2B-4926-CFCC-092A749330D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86034" y="1647736"/>
            <a:ext cx="3312206" cy="1415709"/>
          </a:xfrm>
        </p:spPr>
        <p:txBody>
          <a:bodyPr wrap="square">
            <a:spAutoFit/>
          </a:bodyPr>
          <a:lstStyle>
            <a:lvl1pPr marL="0" indent="0" algn="l">
              <a:lnSpc>
                <a:spcPct val="90000"/>
              </a:lnSpc>
              <a:spcBef>
                <a:spcPts val="0"/>
              </a:spcBef>
              <a:buNone/>
              <a:defRPr sz="34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Headline culpa qui official arum </a:t>
            </a:r>
            <a:r>
              <a:rPr lang="en-US" dirty="0" err="1"/>
              <a:t>quidem</a:t>
            </a:r>
            <a:r>
              <a:rPr lang="en-US" dirty="0"/>
              <a:t> rerum</a:t>
            </a:r>
          </a:p>
        </p:txBody>
      </p:sp>
      <p:sp>
        <p:nvSpPr>
          <p:cNvPr id="6" name="Text Placeholder 17">
            <a:extLst>
              <a:ext uri="{FF2B5EF4-FFF2-40B4-BE49-F238E27FC236}">
                <a16:creationId xmlns:a16="http://schemas.microsoft.com/office/drawing/2014/main" id="{16B976F1-2579-253B-37D3-66B1EB3F4F20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86034" y="3211988"/>
            <a:ext cx="3312206" cy="1002006"/>
          </a:xfrm>
        </p:spPr>
        <p:txBody>
          <a:bodyPr wrap="square">
            <a:spAutoFit/>
          </a:bodyPr>
          <a:lstStyle>
            <a:lvl1pPr marL="0" indent="0" algn="l">
              <a:spcBef>
                <a:spcPts val="0"/>
              </a:spcBef>
              <a:buNone/>
              <a:defRPr sz="2000" b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Subhead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 sed do </a:t>
            </a:r>
            <a:r>
              <a:rPr lang="en-US" dirty="0" err="1"/>
              <a:t>eiusmod</a:t>
            </a:r>
            <a:endParaRPr lang="en-US" dirty="0"/>
          </a:p>
        </p:txBody>
      </p:sp>
      <p:sp>
        <p:nvSpPr>
          <p:cNvPr id="12" name="Text Placeholder 17">
            <a:extLst>
              <a:ext uri="{FF2B5EF4-FFF2-40B4-BE49-F238E27FC236}">
                <a16:creationId xmlns:a16="http://schemas.microsoft.com/office/drawing/2014/main" id="{247F7AFC-9E1C-DD0B-41C1-05088976F5FF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4571595" y="1647736"/>
            <a:ext cx="3363411" cy="555793"/>
          </a:xfrm>
        </p:spPr>
        <p:txBody>
          <a:bodyPr wrap="square">
            <a:sp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20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Subhead culpa qui official arum </a:t>
            </a:r>
            <a:r>
              <a:rPr lang="en-US" dirty="0" err="1"/>
              <a:t>quidem</a:t>
            </a:r>
            <a:r>
              <a:rPr lang="en-US" dirty="0"/>
              <a:t> rerum facilis</a:t>
            </a:r>
          </a:p>
        </p:txBody>
      </p:sp>
      <p:sp>
        <p:nvSpPr>
          <p:cNvPr id="13" name="Text Placeholder 8">
            <a:extLst>
              <a:ext uri="{FF2B5EF4-FFF2-40B4-BE49-F238E27FC236}">
                <a16:creationId xmlns:a16="http://schemas.microsoft.com/office/drawing/2014/main" id="{0E7A1DE1-A6A1-A8B0-1E59-2D30FDB4CB2B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571595" y="2310546"/>
            <a:ext cx="3363411" cy="1206549"/>
          </a:xfrm>
        </p:spPr>
        <p:txBody>
          <a:bodyPr wrap="square">
            <a:spAutoFit/>
          </a:bodyPr>
          <a:lstStyle>
            <a:lvl1pPr marL="0" indent="0">
              <a:buNone/>
              <a:defRPr sz="1800"/>
            </a:lvl1pPr>
          </a:lstStyle>
          <a:p>
            <a:pPr lvl="0"/>
            <a:r>
              <a:rPr lang="en-US" dirty="0"/>
              <a:t>Sed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perspiciatis</a:t>
            </a:r>
            <a:r>
              <a:rPr lang="en-US" dirty="0"/>
              <a:t> </a:t>
            </a:r>
            <a:r>
              <a:rPr lang="en-US" dirty="0" err="1"/>
              <a:t>unde</a:t>
            </a:r>
            <a:r>
              <a:rPr lang="en-US" dirty="0"/>
              <a:t> </a:t>
            </a:r>
            <a:r>
              <a:rPr lang="en-US" dirty="0" err="1"/>
              <a:t>omnis</a:t>
            </a:r>
            <a:r>
              <a:rPr lang="en-US" dirty="0"/>
              <a:t> </a:t>
            </a:r>
            <a:r>
              <a:rPr lang="en-US" dirty="0" err="1"/>
              <a:t>iste</a:t>
            </a:r>
            <a:r>
              <a:rPr lang="en-US" dirty="0"/>
              <a:t> </a:t>
            </a:r>
            <a:r>
              <a:rPr lang="en-US" dirty="0" err="1"/>
              <a:t>natus</a:t>
            </a:r>
            <a:r>
              <a:rPr lang="en-US" dirty="0"/>
              <a:t> error sit </a:t>
            </a:r>
            <a:r>
              <a:rPr lang="en-US" dirty="0" err="1"/>
              <a:t>voluptatem</a:t>
            </a:r>
            <a:r>
              <a:rPr lang="en-US" dirty="0"/>
              <a:t> </a:t>
            </a:r>
            <a:r>
              <a:rPr lang="en-US" dirty="0" err="1"/>
              <a:t>accusantium</a:t>
            </a:r>
            <a:r>
              <a:rPr lang="en-US" dirty="0"/>
              <a:t> </a:t>
            </a:r>
            <a:r>
              <a:rPr lang="en-US" dirty="0" err="1"/>
              <a:t>doloremque</a:t>
            </a:r>
            <a:r>
              <a:rPr lang="en-US" dirty="0"/>
              <a:t> </a:t>
            </a:r>
            <a:r>
              <a:rPr lang="en-US" dirty="0" err="1"/>
              <a:t>laudantium</a:t>
            </a:r>
            <a:r>
              <a:rPr lang="en-US" dirty="0"/>
              <a:t> </a:t>
            </a:r>
            <a:r>
              <a:rPr lang="en-US" dirty="0" err="1"/>
              <a:t>totam</a:t>
            </a:r>
            <a:r>
              <a:rPr lang="en-US" dirty="0"/>
              <a:t> rem </a:t>
            </a:r>
            <a:r>
              <a:rPr lang="en-US" dirty="0" err="1"/>
              <a:t>aperiam</a:t>
            </a:r>
            <a:r>
              <a:rPr lang="en-US" dirty="0"/>
              <a:t>.</a:t>
            </a:r>
          </a:p>
        </p:txBody>
      </p:sp>
      <p:sp>
        <p:nvSpPr>
          <p:cNvPr id="14" name="Text Placeholder 12">
            <a:extLst>
              <a:ext uri="{FF2B5EF4-FFF2-40B4-BE49-F238E27FC236}">
                <a16:creationId xmlns:a16="http://schemas.microsoft.com/office/drawing/2014/main" id="{F338C581-FDC0-BE86-1CD1-D9586D8EB8A0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4571323" y="3624112"/>
            <a:ext cx="3363277" cy="1684948"/>
          </a:xfrm>
        </p:spPr>
        <p:txBody>
          <a:bodyPr wrap="square">
            <a:spAutoFit/>
          </a:bodyPr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n-US" dirty="0"/>
          </a:p>
        </p:txBody>
      </p:sp>
      <p:sp>
        <p:nvSpPr>
          <p:cNvPr id="15" name="Text Placeholder 17">
            <a:extLst>
              <a:ext uri="{FF2B5EF4-FFF2-40B4-BE49-F238E27FC236}">
                <a16:creationId xmlns:a16="http://schemas.microsoft.com/office/drawing/2014/main" id="{8BE05EDD-6AF1-AF29-FB86-197BB73F5255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8442555" y="1647736"/>
            <a:ext cx="3363411" cy="555793"/>
          </a:xfrm>
        </p:spPr>
        <p:txBody>
          <a:bodyPr wrap="square">
            <a:sp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20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Subhead culpa qui official arum </a:t>
            </a:r>
            <a:r>
              <a:rPr lang="en-US" dirty="0" err="1"/>
              <a:t>quidem</a:t>
            </a:r>
            <a:r>
              <a:rPr lang="en-US" dirty="0"/>
              <a:t> rerum facilis</a:t>
            </a:r>
          </a:p>
        </p:txBody>
      </p:sp>
      <p:sp>
        <p:nvSpPr>
          <p:cNvPr id="16" name="Text Placeholder 8">
            <a:extLst>
              <a:ext uri="{FF2B5EF4-FFF2-40B4-BE49-F238E27FC236}">
                <a16:creationId xmlns:a16="http://schemas.microsoft.com/office/drawing/2014/main" id="{7F1C9870-651A-8301-4A2C-6EE5FB7ABFD6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8442555" y="2310546"/>
            <a:ext cx="3363411" cy="1206549"/>
          </a:xfrm>
        </p:spPr>
        <p:txBody>
          <a:bodyPr wrap="square">
            <a:spAutoFit/>
          </a:bodyPr>
          <a:lstStyle>
            <a:lvl1pPr marL="0" indent="0">
              <a:buNone/>
              <a:defRPr sz="1800"/>
            </a:lvl1pPr>
          </a:lstStyle>
          <a:p>
            <a:pPr lvl="0"/>
            <a:r>
              <a:rPr lang="en-US" dirty="0"/>
              <a:t>Sed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perspiciatis</a:t>
            </a:r>
            <a:r>
              <a:rPr lang="en-US" dirty="0"/>
              <a:t> </a:t>
            </a:r>
            <a:r>
              <a:rPr lang="en-US" dirty="0" err="1"/>
              <a:t>unde</a:t>
            </a:r>
            <a:r>
              <a:rPr lang="en-US" dirty="0"/>
              <a:t> </a:t>
            </a:r>
            <a:r>
              <a:rPr lang="en-US" dirty="0" err="1"/>
              <a:t>omnis</a:t>
            </a:r>
            <a:r>
              <a:rPr lang="en-US" dirty="0"/>
              <a:t> </a:t>
            </a:r>
            <a:r>
              <a:rPr lang="en-US" dirty="0" err="1"/>
              <a:t>iste</a:t>
            </a:r>
            <a:r>
              <a:rPr lang="en-US" dirty="0"/>
              <a:t> </a:t>
            </a:r>
            <a:r>
              <a:rPr lang="en-US" dirty="0" err="1"/>
              <a:t>natus</a:t>
            </a:r>
            <a:r>
              <a:rPr lang="en-US" dirty="0"/>
              <a:t> error sit </a:t>
            </a:r>
            <a:r>
              <a:rPr lang="en-US" dirty="0" err="1"/>
              <a:t>voluptatem</a:t>
            </a:r>
            <a:r>
              <a:rPr lang="en-US" dirty="0"/>
              <a:t> </a:t>
            </a:r>
            <a:r>
              <a:rPr lang="en-US" dirty="0" err="1"/>
              <a:t>accusantium</a:t>
            </a:r>
            <a:r>
              <a:rPr lang="en-US" dirty="0"/>
              <a:t> </a:t>
            </a:r>
            <a:r>
              <a:rPr lang="en-US" dirty="0" err="1"/>
              <a:t>doloremque</a:t>
            </a:r>
            <a:r>
              <a:rPr lang="en-US" dirty="0"/>
              <a:t> </a:t>
            </a:r>
            <a:r>
              <a:rPr lang="en-US" dirty="0" err="1"/>
              <a:t>laudantium</a:t>
            </a:r>
            <a:r>
              <a:rPr lang="en-US" dirty="0"/>
              <a:t> </a:t>
            </a:r>
            <a:r>
              <a:rPr lang="en-US" dirty="0" err="1"/>
              <a:t>totam</a:t>
            </a:r>
            <a:r>
              <a:rPr lang="en-US" dirty="0"/>
              <a:t> rem </a:t>
            </a:r>
            <a:r>
              <a:rPr lang="en-US" dirty="0" err="1"/>
              <a:t>aperiam</a:t>
            </a:r>
            <a:r>
              <a:rPr lang="en-US" dirty="0"/>
              <a:t>.</a:t>
            </a:r>
          </a:p>
        </p:txBody>
      </p:sp>
      <p:sp>
        <p:nvSpPr>
          <p:cNvPr id="17" name="Text Placeholder 12">
            <a:extLst>
              <a:ext uri="{FF2B5EF4-FFF2-40B4-BE49-F238E27FC236}">
                <a16:creationId xmlns:a16="http://schemas.microsoft.com/office/drawing/2014/main" id="{CB3B220D-3CAD-B3DC-8F6C-B8A398E8864A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8442283" y="3624112"/>
            <a:ext cx="3363277" cy="1684948"/>
          </a:xfrm>
        </p:spPr>
        <p:txBody>
          <a:bodyPr wrap="square">
            <a:spAutoFit/>
          </a:bodyPr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n-US" dirty="0"/>
          </a:p>
        </p:txBody>
      </p:sp>
      <p:pic>
        <p:nvPicPr>
          <p:cNvPr id="9" name="Graphic 8">
            <a:extLst>
              <a:ext uri="{FF2B5EF4-FFF2-40B4-BE49-F238E27FC236}">
                <a16:creationId xmlns:a16="http://schemas.microsoft.com/office/drawing/2014/main" id="{E5FB72CE-435D-5F45-16B1-4A77B79AF3C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78777" y="6474193"/>
            <a:ext cx="820683" cy="1985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02587620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Green Thi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F75CBFEB-E840-D7EB-F8A5-6E3EB245AA06}"/>
              </a:ext>
            </a:extLst>
          </p:cNvPr>
          <p:cNvSpPr/>
          <p:nvPr/>
        </p:nvSpPr>
        <p:spPr>
          <a:xfrm>
            <a:off x="0" y="0"/>
            <a:ext cx="4063984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 Placeholder 17">
            <a:extLst>
              <a:ext uri="{FF2B5EF4-FFF2-40B4-BE49-F238E27FC236}">
                <a16:creationId xmlns:a16="http://schemas.microsoft.com/office/drawing/2014/main" id="{BBF114DA-2F2B-4926-CFCC-092A749330D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86034" y="1647736"/>
            <a:ext cx="3312206" cy="1415709"/>
          </a:xfrm>
        </p:spPr>
        <p:txBody>
          <a:bodyPr wrap="square">
            <a:spAutoFit/>
          </a:bodyPr>
          <a:lstStyle>
            <a:lvl1pPr marL="0" indent="0" algn="l">
              <a:lnSpc>
                <a:spcPct val="90000"/>
              </a:lnSpc>
              <a:spcBef>
                <a:spcPts val="0"/>
              </a:spcBef>
              <a:buNone/>
              <a:defRPr sz="34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Headline culpa qui official arum </a:t>
            </a:r>
            <a:r>
              <a:rPr lang="en-US" dirty="0" err="1"/>
              <a:t>quidem</a:t>
            </a:r>
            <a:r>
              <a:rPr lang="en-US" dirty="0"/>
              <a:t> rerum</a:t>
            </a:r>
          </a:p>
        </p:txBody>
      </p:sp>
      <p:sp>
        <p:nvSpPr>
          <p:cNvPr id="6" name="Text Placeholder 17">
            <a:extLst>
              <a:ext uri="{FF2B5EF4-FFF2-40B4-BE49-F238E27FC236}">
                <a16:creationId xmlns:a16="http://schemas.microsoft.com/office/drawing/2014/main" id="{16B976F1-2579-253B-37D3-66B1EB3F4F20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86034" y="3211988"/>
            <a:ext cx="3312206" cy="1002006"/>
          </a:xfrm>
        </p:spPr>
        <p:txBody>
          <a:bodyPr wrap="square">
            <a:spAutoFit/>
          </a:bodyPr>
          <a:lstStyle>
            <a:lvl1pPr marL="0" indent="0" algn="l">
              <a:spcBef>
                <a:spcPts val="0"/>
              </a:spcBef>
              <a:buNone/>
              <a:defRPr sz="2000" b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Subhead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 sed do </a:t>
            </a:r>
            <a:r>
              <a:rPr lang="en-US" dirty="0" err="1"/>
              <a:t>eiusmod</a:t>
            </a:r>
            <a:endParaRPr lang="en-US" dirty="0"/>
          </a:p>
        </p:txBody>
      </p:sp>
      <p:sp>
        <p:nvSpPr>
          <p:cNvPr id="12" name="Text Placeholder 17">
            <a:extLst>
              <a:ext uri="{FF2B5EF4-FFF2-40B4-BE49-F238E27FC236}">
                <a16:creationId xmlns:a16="http://schemas.microsoft.com/office/drawing/2014/main" id="{247F7AFC-9E1C-DD0B-41C1-05088976F5FF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4571595" y="1647736"/>
            <a:ext cx="3363411" cy="555793"/>
          </a:xfrm>
        </p:spPr>
        <p:txBody>
          <a:bodyPr wrap="square">
            <a:sp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20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Subhead culpa qui official arum </a:t>
            </a:r>
            <a:r>
              <a:rPr lang="en-US" dirty="0" err="1"/>
              <a:t>quidem</a:t>
            </a:r>
            <a:r>
              <a:rPr lang="en-US" dirty="0"/>
              <a:t> rerum facilis</a:t>
            </a:r>
          </a:p>
        </p:txBody>
      </p:sp>
      <p:sp>
        <p:nvSpPr>
          <p:cNvPr id="13" name="Text Placeholder 8">
            <a:extLst>
              <a:ext uri="{FF2B5EF4-FFF2-40B4-BE49-F238E27FC236}">
                <a16:creationId xmlns:a16="http://schemas.microsoft.com/office/drawing/2014/main" id="{0E7A1DE1-A6A1-A8B0-1E59-2D30FDB4CB2B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571595" y="2310546"/>
            <a:ext cx="3363411" cy="1206549"/>
          </a:xfrm>
        </p:spPr>
        <p:txBody>
          <a:bodyPr wrap="square">
            <a:spAutoFit/>
          </a:bodyPr>
          <a:lstStyle>
            <a:lvl1pPr marL="0" indent="0">
              <a:buNone/>
              <a:defRPr sz="1800"/>
            </a:lvl1pPr>
          </a:lstStyle>
          <a:p>
            <a:pPr lvl="0"/>
            <a:r>
              <a:rPr lang="en-US" dirty="0"/>
              <a:t>Sed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perspiciatis</a:t>
            </a:r>
            <a:r>
              <a:rPr lang="en-US" dirty="0"/>
              <a:t> </a:t>
            </a:r>
            <a:r>
              <a:rPr lang="en-US" dirty="0" err="1"/>
              <a:t>unde</a:t>
            </a:r>
            <a:r>
              <a:rPr lang="en-US" dirty="0"/>
              <a:t> </a:t>
            </a:r>
            <a:r>
              <a:rPr lang="en-US" dirty="0" err="1"/>
              <a:t>omnis</a:t>
            </a:r>
            <a:r>
              <a:rPr lang="en-US" dirty="0"/>
              <a:t> </a:t>
            </a:r>
            <a:r>
              <a:rPr lang="en-US" dirty="0" err="1"/>
              <a:t>iste</a:t>
            </a:r>
            <a:r>
              <a:rPr lang="en-US" dirty="0"/>
              <a:t> </a:t>
            </a:r>
            <a:r>
              <a:rPr lang="en-US" dirty="0" err="1"/>
              <a:t>natus</a:t>
            </a:r>
            <a:r>
              <a:rPr lang="en-US" dirty="0"/>
              <a:t> error sit </a:t>
            </a:r>
            <a:r>
              <a:rPr lang="en-US" dirty="0" err="1"/>
              <a:t>voluptatem</a:t>
            </a:r>
            <a:r>
              <a:rPr lang="en-US" dirty="0"/>
              <a:t> </a:t>
            </a:r>
            <a:r>
              <a:rPr lang="en-US" dirty="0" err="1"/>
              <a:t>accusantium</a:t>
            </a:r>
            <a:r>
              <a:rPr lang="en-US" dirty="0"/>
              <a:t> </a:t>
            </a:r>
            <a:r>
              <a:rPr lang="en-US" dirty="0" err="1"/>
              <a:t>doloremque</a:t>
            </a:r>
            <a:r>
              <a:rPr lang="en-US" dirty="0"/>
              <a:t> </a:t>
            </a:r>
            <a:r>
              <a:rPr lang="en-US" dirty="0" err="1"/>
              <a:t>laudantium</a:t>
            </a:r>
            <a:r>
              <a:rPr lang="en-US" dirty="0"/>
              <a:t> </a:t>
            </a:r>
            <a:r>
              <a:rPr lang="en-US" dirty="0" err="1"/>
              <a:t>totam</a:t>
            </a:r>
            <a:r>
              <a:rPr lang="en-US" dirty="0"/>
              <a:t> rem </a:t>
            </a:r>
            <a:r>
              <a:rPr lang="en-US" dirty="0" err="1"/>
              <a:t>aperiam</a:t>
            </a:r>
            <a:r>
              <a:rPr lang="en-US" dirty="0"/>
              <a:t>.</a:t>
            </a:r>
          </a:p>
        </p:txBody>
      </p:sp>
      <p:sp>
        <p:nvSpPr>
          <p:cNvPr id="14" name="Text Placeholder 12">
            <a:extLst>
              <a:ext uri="{FF2B5EF4-FFF2-40B4-BE49-F238E27FC236}">
                <a16:creationId xmlns:a16="http://schemas.microsoft.com/office/drawing/2014/main" id="{F338C581-FDC0-BE86-1CD1-D9586D8EB8A0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4571323" y="3624112"/>
            <a:ext cx="3363277" cy="1684948"/>
          </a:xfrm>
        </p:spPr>
        <p:txBody>
          <a:bodyPr wrap="square">
            <a:spAutoFit/>
          </a:bodyPr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n-US" dirty="0"/>
          </a:p>
        </p:txBody>
      </p:sp>
      <p:sp>
        <p:nvSpPr>
          <p:cNvPr id="15" name="Text Placeholder 17">
            <a:extLst>
              <a:ext uri="{FF2B5EF4-FFF2-40B4-BE49-F238E27FC236}">
                <a16:creationId xmlns:a16="http://schemas.microsoft.com/office/drawing/2014/main" id="{8BE05EDD-6AF1-AF29-FB86-197BB73F5255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8442555" y="1647736"/>
            <a:ext cx="3363411" cy="555793"/>
          </a:xfrm>
        </p:spPr>
        <p:txBody>
          <a:bodyPr wrap="square">
            <a:sp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20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Subhead culpa qui official arum </a:t>
            </a:r>
            <a:r>
              <a:rPr lang="en-US" dirty="0" err="1"/>
              <a:t>quidem</a:t>
            </a:r>
            <a:r>
              <a:rPr lang="en-US" dirty="0"/>
              <a:t> rerum facilis</a:t>
            </a:r>
          </a:p>
        </p:txBody>
      </p:sp>
      <p:sp>
        <p:nvSpPr>
          <p:cNvPr id="16" name="Text Placeholder 8">
            <a:extLst>
              <a:ext uri="{FF2B5EF4-FFF2-40B4-BE49-F238E27FC236}">
                <a16:creationId xmlns:a16="http://schemas.microsoft.com/office/drawing/2014/main" id="{7F1C9870-651A-8301-4A2C-6EE5FB7ABFD6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8442555" y="2310546"/>
            <a:ext cx="3363411" cy="1206549"/>
          </a:xfrm>
        </p:spPr>
        <p:txBody>
          <a:bodyPr wrap="square">
            <a:spAutoFit/>
          </a:bodyPr>
          <a:lstStyle>
            <a:lvl1pPr marL="0" indent="0">
              <a:buNone/>
              <a:defRPr sz="1800"/>
            </a:lvl1pPr>
          </a:lstStyle>
          <a:p>
            <a:pPr lvl="0"/>
            <a:r>
              <a:rPr lang="en-US" dirty="0"/>
              <a:t>Sed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perspiciatis</a:t>
            </a:r>
            <a:r>
              <a:rPr lang="en-US" dirty="0"/>
              <a:t> </a:t>
            </a:r>
            <a:r>
              <a:rPr lang="en-US" dirty="0" err="1"/>
              <a:t>unde</a:t>
            </a:r>
            <a:r>
              <a:rPr lang="en-US" dirty="0"/>
              <a:t> </a:t>
            </a:r>
            <a:r>
              <a:rPr lang="en-US" dirty="0" err="1"/>
              <a:t>omnis</a:t>
            </a:r>
            <a:r>
              <a:rPr lang="en-US" dirty="0"/>
              <a:t> </a:t>
            </a:r>
            <a:r>
              <a:rPr lang="en-US" dirty="0" err="1"/>
              <a:t>iste</a:t>
            </a:r>
            <a:r>
              <a:rPr lang="en-US" dirty="0"/>
              <a:t> </a:t>
            </a:r>
            <a:r>
              <a:rPr lang="en-US" dirty="0" err="1"/>
              <a:t>natus</a:t>
            </a:r>
            <a:r>
              <a:rPr lang="en-US" dirty="0"/>
              <a:t> error sit </a:t>
            </a:r>
            <a:r>
              <a:rPr lang="en-US" dirty="0" err="1"/>
              <a:t>voluptatem</a:t>
            </a:r>
            <a:r>
              <a:rPr lang="en-US" dirty="0"/>
              <a:t> </a:t>
            </a:r>
            <a:r>
              <a:rPr lang="en-US" dirty="0" err="1"/>
              <a:t>accusantium</a:t>
            </a:r>
            <a:r>
              <a:rPr lang="en-US" dirty="0"/>
              <a:t> </a:t>
            </a:r>
            <a:r>
              <a:rPr lang="en-US" dirty="0" err="1"/>
              <a:t>doloremque</a:t>
            </a:r>
            <a:r>
              <a:rPr lang="en-US" dirty="0"/>
              <a:t> </a:t>
            </a:r>
            <a:r>
              <a:rPr lang="en-US" dirty="0" err="1"/>
              <a:t>laudantium</a:t>
            </a:r>
            <a:r>
              <a:rPr lang="en-US" dirty="0"/>
              <a:t> </a:t>
            </a:r>
            <a:r>
              <a:rPr lang="en-US" dirty="0" err="1"/>
              <a:t>totam</a:t>
            </a:r>
            <a:r>
              <a:rPr lang="en-US" dirty="0"/>
              <a:t> rem </a:t>
            </a:r>
            <a:r>
              <a:rPr lang="en-US" dirty="0" err="1"/>
              <a:t>aperiam</a:t>
            </a:r>
            <a:r>
              <a:rPr lang="en-US" dirty="0"/>
              <a:t>.</a:t>
            </a:r>
          </a:p>
        </p:txBody>
      </p:sp>
      <p:sp>
        <p:nvSpPr>
          <p:cNvPr id="17" name="Text Placeholder 12">
            <a:extLst>
              <a:ext uri="{FF2B5EF4-FFF2-40B4-BE49-F238E27FC236}">
                <a16:creationId xmlns:a16="http://schemas.microsoft.com/office/drawing/2014/main" id="{CB3B220D-3CAD-B3DC-8F6C-B8A398E8864A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8442283" y="3624112"/>
            <a:ext cx="3363277" cy="1684948"/>
          </a:xfrm>
        </p:spPr>
        <p:txBody>
          <a:bodyPr wrap="square">
            <a:spAutoFit/>
          </a:bodyPr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n-US" dirty="0"/>
          </a:p>
        </p:txBody>
      </p:sp>
      <p:pic>
        <p:nvPicPr>
          <p:cNvPr id="9" name="Graphic 8">
            <a:extLst>
              <a:ext uri="{FF2B5EF4-FFF2-40B4-BE49-F238E27FC236}">
                <a16:creationId xmlns:a16="http://schemas.microsoft.com/office/drawing/2014/main" id="{65A4C054-B1C8-E492-ADA1-D665C51553F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78777" y="6474193"/>
            <a:ext cx="820683" cy="1985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85893334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mage-R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17">
            <a:extLst>
              <a:ext uri="{FF2B5EF4-FFF2-40B4-BE49-F238E27FC236}">
                <a16:creationId xmlns:a16="http://schemas.microsoft.com/office/drawing/2014/main" id="{BBF114DA-2F2B-4926-CFCC-092A749330D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86034" y="807451"/>
            <a:ext cx="5008909" cy="944810"/>
          </a:xfrm>
        </p:spPr>
        <p:txBody>
          <a:bodyPr wrap="square">
            <a:spAutoFit/>
          </a:bodyPr>
          <a:lstStyle>
            <a:lvl1pPr marL="0" indent="0" algn="l">
              <a:lnSpc>
                <a:spcPct val="90000"/>
              </a:lnSpc>
              <a:spcBef>
                <a:spcPts val="0"/>
              </a:spcBef>
              <a:buNone/>
              <a:defRPr sz="34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Headline culpa qui official arum </a:t>
            </a:r>
            <a:r>
              <a:rPr lang="en-US" dirty="0" err="1"/>
              <a:t>quidem</a:t>
            </a:r>
            <a:endParaRPr lang="en-US" dirty="0"/>
          </a:p>
        </p:txBody>
      </p:sp>
      <p:sp>
        <p:nvSpPr>
          <p:cNvPr id="8" name="Text Placeholder 17">
            <a:extLst>
              <a:ext uri="{FF2B5EF4-FFF2-40B4-BE49-F238E27FC236}">
                <a16:creationId xmlns:a16="http://schemas.microsoft.com/office/drawing/2014/main" id="{2D4575E4-C207-8E90-E726-B9033C8488D1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86305" y="2162915"/>
            <a:ext cx="5008655" cy="555793"/>
          </a:xfrm>
        </p:spPr>
        <p:txBody>
          <a:bodyPr wrap="square">
            <a:sp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20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Subhead culpa qui official arum </a:t>
            </a:r>
            <a:r>
              <a:rPr lang="en-US" dirty="0" err="1"/>
              <a:t>quidem</a:t>
            </a:r>
            <a:r>
              <a:rPr lang="en-US" dirty="0"/>
              <a:t> rerum facilis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1D16B016-4F74-45FD-A9CC-07A8056565CD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86305" y="2825725"/>
            <a:ext cx="5008655" cy="1206549"/>
          </a:xfrm>
        </p:spPr>
        <p:txBody>
          <a:bodyPr wrap="square">
            <a:spAutoFit/>
          </a:bodyPr>
          <a:lstStyle>
            <a:lvl1pPr marL="0" indent="0">
              <a:buNone/>
              <a:defRPr sz="1800"/>
            </a:lvl1pPr>
          </a:lstStyle>
          <a:p>
            <a:pPr lvl="0"/>
            <a:r>
              <a:rPr lang="en-US" dirty="0"/>
              <a:t>Sed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perspiciatis</a:t>
            </a:r>
            <a:r>
              <a:rPr lang="en-US" dirty="0"/>
              <a:t> </a:t>
            </a:r>
            <a:r>
              <a:rPr lang="en-US" dirty="0" err="1"/>
              <a:t>unde</a:t>
            </a:r>
            <a:r>
              <a:rPr lang="en-US" dirty="0"/>
              <a:t> </a:t>
            </a:r>
            <a:r>
              <a:rPr lang="en-US" dirty="0" err="1"/>
              <a:t>omnis</a:t>
            </a:r>
            <a:r>
              <a:rPr lang="en-US" dirty="0"/>
              <a:t> </a:t>
            </a:r>
            <a:r>
              <a:rPr lang="en-US" dirty="0" err="1"/>
              <a:t>iste</a:t>
            </a:r>
            <a:r>
              <a:rPr lang="en-US" dirty="0"/>
              <a:t> </a:t>
            </a:r>
            <a:r>
              <a:rPr lang="en-US" dirty="0" err="1"/>
              <a:t>natus</a:t>
            </a:r>
            <a:r>
              <a:rPr lang="en-US" dirty="0"/>
              <a:t> error sit </a:t>
            </a:r>
            <a:r>
              <a:rPr lang="en-US" dirty="0" err="1"/>
              <a:t>voluptatem</a:t>
            </a:r>
            <a:r>
              <a:rPr lang="en-US" dirty="0"/>
              <a:t> </a:t>
            </a:r>
            <a:r>
              <a:rPr lang="en-US" dirty="0" err="1"/>
              <a:t>accusantium</a:t>
            </a:r>
            <a:r>
              <a:rPr lang="en-US" dirty="0"/>
              <a:t> </a:t>
            </a:r>
            <a:r>
              <a:rPr lang="en-US" dirty="0" err="1"/>
              <a:t>doloremque</a:t>
            </a:r>
            <a:r>
              <a:rPr lang="en-US" dirty="0"/>
              <a:t> </a:t>
            </a:r>
            <a:r>
              <a:rPr lang="en-US" dirty="0" err="1"/>
              <a:t>laudantium</a:t>
            </a:r>
            <a:r>
              <a:rPr lang="en-US" dirty="0"/>
              <a:t>, </a:t>
            </a:r>
            <a:r>
              <a:rPr lang="en-US" dirty="0" err="1"/>
              <a:t>totam</a:t>
            </a:r>
            <a:r>
              <a:rPr lang="en-US" dirty="0"/>
              <a:t> rem </a:t>
            </a:r>
            <a:r>
              <a:rPr lang="en-US" dirty="0" err="1"/>
              <a:t>aperiam</a:t>
            </a:r>
            <a:r>
              <a:rPr lang="en-US" dirty="0"/>
              <a:t> </a:t>
            </a:r>
            <a:r>
              <a:rPr lang="en-US" dirty="0" err="1"/>
              <a:t>eaque</a:t>
            </a:r>
            <a:r>
              <a:rPr lang="en-US" dirty="0"/>
              <a:t> </a:t>
            </a:r>
            <a:r>
              <a:rPr lang="en-US" dirty="0" err="1"/>
              <a:t>ipsa</a:t>
            </a:r>
            <a:r>
              <a:rPr lang="en-US" dirty="0"/>
              <a:t> </a:t>
            </a:r>
            <a:r>
              <a:rPr lang="en-US" dirty="0" err="1"/>
              <a:t>quae</a:t>
            </a:r>
            <a:r>
              <a:rPr lang="en-US" dirty="0"/>
              <a:t> ab </a:t>
            </a:r>
            <a:r>
              <a:rPr lang="en-US" dirty="0" err="1"/>
              <a:t>illo</a:t>
            </a:r>
            <a:r>
              <a:rPr lang="en-US" dirty="0"/>
              <a:t> </a:t>
            </a:r>
            <a:r>
              <a:rPr lang="en-US" dirty="0" err="1"/>
              <a:t>inventore</a:t>
            </a:r>
            <a:r>
              <a:rPr lang="en-US" dirty="0"/>
              <a:t> </a:t>
            </a:r>
            <a:r>
              <a:rPr lang="en-US" dirty="0" err="1"/>
              <a:t>veritatis</a:t>
            </a:r>
            <a:r>
              <a:rPr lang="en-US" dirty="0"/>
              <a:t> et quasi </a:t>
            </a:r>
            <a:r>
              <a:rPr lang="en-US" dirty="0" err="1"/>
              <a:t>architecto</a:t>
            </a:r>
            <a:r>
              <a:rPr lang="en-US" dirty="0"/>
              <a:t> beatae vitae.</a:t>
            </a:r>
          </a:p>
        </p:txBody>
      </p:sp>
      <p:sp>
        <p:nvSpPr>
          <p:cNvPr id="10" name="Text Placeholder 12">
            <a:extLst>
              <a:ext uri="{FF2B5EF4-FFF2-40B4-BE49-F238E27FC236}">
                <a16:creationId xmlns:a16="http://schemas.microsoft.com/office/drawing/2014/main" id="{06B0A9AB-D9A3-1E08-3001-30A9D645FFA9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386035" y="4139291"/>
            <a:ext cx="5008456" cy="1684948"/>
          </a:xfrm>
        </p:spPr>
        <p:txBody>
          <a:bodyPr wrap="square">
            <a:spAutoFit/>
          </a:bodyPr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n-US" dirty="0"/>
          </a:p>
        </p:txBody>
      </p:sp>
      <p:sp>
        <p:nvSpPr>
          <p:cNvPr id="7" name="Picture Placeholder 6">
            <a:extLst>
              <a:ext uri="{FF2B5EF4-FFF2-40B4-BE49-F238E27FC236}">
                <a16:creationId xmlns:a16="http://schemas.microsoft.com/office/drawing/2014/main" id="{B668D94B-8222-405F-8341-EB39E2CA0283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6096000" y="0"/>
            <a:ext cx="6096000" cy="6858000"/>
          </a:xfrm>
        </p:spPr>
        <p:txBody>
          <a:bodyPr anchor="ctr" anchorCtr="0">
            <a:noAutofit/>
          </a:bodyPr>
          <a:lstStyle>
            <a:lvl1pPr marL="0" indent="0" algn="ctr">
              <a:buNone/>
              <a:defRPr/>
            </a:lvl1pPr>
          </a:lstStyle>
          <a:p>
            <a:r>
              <a:rPr lang="en-US" dirty="0"/>
              <a:t>[Click to insert image]</a:t>
            </a:r>
          </a:p>
        </p:txBody>
      </p:sp>
    </p:spTree>
    <p:extLst>
      <p:ext uri="{BB962C8B-B14F-4D97-AF65-F5344CB8AC3E}">
        <p14:creationId xmlns:p14="http://schemas.microsoft.com/office/powerpoint/2010/main" val="1805263620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mage-Le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cture Placeholder 6">
            <a:extLst>
              <a:ext uri="{FF2B5EF4-FFF2-40B4-BE49-F238E27FC236}">
                <a16:creationId xmlns:a16="http://schemas.microsoft.com/office/drawing/2014/main" id="{B668D94B-8222-405F-8341-EB39E2CA0283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0" y="0"/>
            <a:ext cx="6096000" cy="6858000"/>
          </a:xfrm>
        </p:spPr>
        <p:txBody>
          <a:bodyPr anchor="ctr" anchorCtr="0">
            <a:noAutofit/>
          </a:bodyPr>
          <a:lstStyle>
            <a:lvl1pPr marL="0" indent="0" algn="ctr">
              <a:buNone/>
              <a:defRPr/>
            </a:lvl1pPr>
          </a:lstStyle>
          <a:p>
            <a:r>
              <a:rPr lang="en-US" dirty="0"/>
              <a:t>[Click to insert image]</a:t>
            </a:r>
          </a:p>
        </p:txBody>
      </p:sp>
      <p:sp>
        <p:nvSpPr>
          <p:cNvPr id="5" name="Text Placeholder 17">
            <a:extLst>
              <a:ext uri="{FF2B5EF4-FFF2-40B4-BE49-F238E27FC236}">
                <a16:creationId xmlns:a16="http://schemas.microsoft.com/office/drawing/2014/main" id="{BBF114DA-2F2B-4926-CFCC-092A749330D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664914" y="807451"/>
            <a:ext cx="5008909" cy="944810"/>
          </a:xfrm>
        </p:spPr>
        <p:txBody>
          <a:bodyPr wrap="square">
            <a:spAutoFit/>
          </a:bodyPr>
          <a:lstStyle>
            <a:lvl1pPr marL="0" indent="0" algn="l">
              <a:lnSpc>
                <a:spcPct val="90000"/>
              </a:lnSpc>
              <a:spcBef>
                <a:spcPts val="0"/>
              </a:spcBef>
              <a:buNone/>
              <a:defRPr sz="34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Headline culpa qui official arum </a:t>
            </a:r>
            <a:r>
              <a:rPr lang="en-US" dirty="0" err="1"/>
              <a:t>quidem</a:t>
            </a:r>
            <a:endParaRPr lang="en-US" dirty="0"/>
          </a:p>
        </p:txBody>
      </p:sp>
      <p:sp>
        <p:nvSpPr>
          <p:cNvPr id="8" name="Text Placeholder 17">
            <a:extLst>
              <a:ext uri="{FF2B5EF4-FFF2-40B4-BE49-F238E27FC236}">
                <a16:creationId xmlns:a16="http://schemas.microsoft.com/office/drawing/2014/main" id="{2D4575E4-C207-8E90-E726-B9033C8488D1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665185" y="2162915"/>
            <a:ext cx="5008655" cy="555793"/>
          </a:xfrm>
        </p:spPr>
        <p:txBody>
          <a:bodyPr wrap="square">
            <a:sp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20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Subhead culpa qui official arum </a:t>
            </a:r>
            <a:r>
              <a:rPr lang="en-US" dirty="0" err="1"/>
              <a:t>quidem</a:t>
            </a:r>
            <a:r>
              <a:rPr lang="en-US" dirty="0"/>
              <a:t> rerum facilis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1D16B016-4F74-45FD-A9CC-07A8056565CD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665185" y="2825725"/>
            <a:ext cx="5008655" cy="1206549"/>
          </a:xfrm>
        </p:spPr>
        <p:txBody>
          <a:bodyPr wrap="square">
            <a:spAutoFit/>
          </a:bodyPr>
          <a:lstStyle>
            <a:lvl1pPr marL="0" indent="0">
              <a:buNone/>
              <a:defRPr sz="1800"/>
            </a:lvl1pPr>
          </a:lstStyle>
          <a:p>
            <a:pPr lvl="0"/>
            <a:r>
              <a:rPr lang="en-US" dirty="0"/>
              <a:t>Sed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perspiciatis</a:t>
            </a:r>
            <a:r>
              <a:rPr lang="en-US" dirty="0"/>
              <a:t> </a:t>
            </a:r>
            <a:r>
              <a:rPr lang="en-US" dirty="0" err="1"/>
              <a:t>unde</a:t>
            </a:r>
            <a:r>
              <a:rPr lang="en-US" dirty="0"/>
              <a:t> </a:t>
            </a:r>
            <a:r>
              <a:rPr lang="en-US" dirty="0" err="1"/>
              <a:t>omnis</a:t>
            </a:r>
            <a:r>
              <a:rPr lang="en-US" dirty="0"/>
              <a:t> </a:t>
            </a:r>
            <a:r>
              <a:rPr lang="en-US" dirty="0" err="1"/>
              <a:t>iste</a:t>
            </a:r>
            <a:r>
              <a:rPr lang="en-US" dirty="0"/>
              <a:t> </a:t>
            </a:r>
            <a:r>
              <a:rPr lang="en-US" dirty="0" err="1"/>
              <a:t>natus</a:t>
            </a:r>
            <a:r>
              <a:rPr lang="en-US" dirty="0"/>
              <a:t> error sit </a:t>
            </a:r>
            <a:r>
              <a:rPr lang="en-US" dirty="0" err="1"/>
              <a:t>voluptatem</a:t>
            </a:r>
            <a:r>
              <a:rPr lang="en-US" dirty="0"/>
              <a:t> </a:t>
            </a:r>
            <a:r>
              <a:rPr lang="en-US" dirty="0" err="1"/>
              <a:t>accusantium</a:t>
            </a:r>
            <a:r>
              <a:rPr lang="en-US" dirty="0"/>
              <a:t> </a:t>
            </a:r>
            <a:r>
              <a:rPr lang="en-US" dirty="0" err="1"/>
              <a:t>doloremque</a:t>
            </a:r>
            <a:r>
              <a:rPr lang="en-US" dirty="0"/>
              <a:t> </a:t>
            </a:r>
            <a:r>
              <a:rPr lang="en-US" dirty="0" err="1"/>
              <a:t>laudantium</a:t>
            </a:r>
            <a:r>
              <a:rPr lang="en-US" dirty="0"/>
              <a:t>, </a:t>
            </a:r>
            <a:r>
              <a:rPr lang="en-US" dirty="0" err="1"/>
              <a:t>totam</a:t>
            </a:r>
            <a:r>
              <a:rPr lang="en-US" dirty="0"/>
              <a:t> rem </a:t>
            </a:r>
            <a:r>
              <a:rPr lang="en-US" dirty="0" err="1"/>
              <a:t>aperiam</a:t>
            </a:r>
            <a:r>
              <a:rPr lang="en-US" dirty="0"/>
              <a:t> </a:t>
            </a:r>
            <a:r>
              <a:rPr lang="en-US" dirty="0" err="1"/>
              <a:t>eaque</a:t>
            </a:r>
            <a:r>
              <a:rPr lang="en-US" dirty="0"/>
              <a:t> </a:t>
            </a:r>
            <a:r>
              <a:rPr lang="en-US" dirty="0" err="1"/>
              <a:t>ipsa</a:t>
            </a:r>
            <a:r>
              <a:rPr lang="en-US" dirty="0"/>
              <a:t> </a:t>
            </a:r>
            <a:r>
              <a:rPr lang="en-US" dirty="0" err="1"/>
              <a:t>quae</a:t>
            </a:r>
            <a:r>
              <a:rPr lang="en-US" dirty="0"/>
              <a:t> ab </a:t>
            </a:r>
            <a:r>
              <a:rPr lang="en-US" dirty="0" err="1"/>
              <a:t>illo</a:t>
            </a:r>
            <a:r>
              <a:rPr lang="en-US" dirty="0"/>
              <a:t> </a:t>
            </a:r>
            <a:r>
              <a:rPr lang="en-US" dirty="0" err="1"/>
              <a:t>inventore</a:t>
            </a:r>
            <a:r>
              <a:rPr lang="en-US" dirty="0"/>
              <a:t> </a:t>
            </a:r>
            <a:r>
              <a:rPr lang="en-US" dirty="0" err="1"/>
              <a:t>veritatis</a:t>
            </a:r>
            <a:r>
              <a:rPr lang="en-US" dirty="0"/>
              <a:t> et quasi </a:t>
            </a:r>
            <a:r>
              <a:rPr lang="en-US" dirty="0" err="1"/>
              <a:t>architecto</a:t>
            </a:r>
            <a:r>
              <a:rPr lang="en-US" dirty="0"/>
              <a:t> beatae vitae.</a:t>
            </a:r>
          </a:p>
        </p:txBody>
      </p:sp>
      <p:sp>
        <p:nvSpPr>
          <p:cNvPr id="10" name="Text Placeholder 12">
            <a:extLst>
              <a:ext uri="{FF2B5EF4-FFF2-40B4-BE49-F238E27FC236}">
                <a16:creationId xmlns:a16="http://schemas.microsoft.com/office/drawing/2014/main" id="{06B0A9AB-D9A3-1E08-3001-30A9D645FFA9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664915" y="4139291"/>
            <a:ext cx="5008456" cy="1684948"/>
          </a:xfrm>
        </p:spPr>
        <p:txBody>
          <a:bodyPr wrap="square">
            <a:spAutoFit/>
          </a:bodyPr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07476753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Full Page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cture Placeholder 6">
            <a:extLst>
              <a:ext uri="{FF2B5EF4-FFF2-40B4-BE49-F238E27FC236}">
                <a16:creationId xmlns:a16="http://schemas.microsoft.com/office/drawing/2014/main" id="{B668D94B-8222-405F-8341-EB39E2CA0283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0" y="0"/>
            <a:ext cx="12192000" cy="6858000"/>
          </a:xfrm>
        </p:spPr>
        <p:txBody>
          <a:bodyPr anchor="ctr" anchorCtr="0">
            <a:noAutofit/>
          </a:bodyPr>
          <a:lstStyle>
            <a:lvl1pPr marL="0" indent="0" algn="ctr">
              <a:buNone/>
              <a:defRPr/>
            </a:lvl1pPr>
          </a:lstStyle>
          <a:p>
            <a:r>
              <a:rPr lang="en-US" dirty="0"/>
              <a:t>[Click to insert image]</a:t>
            </a:r>
          </a:p>
        </p:txBody>
      </p:sp>
    </p:spTree>
    <p:extLst>
      <p:ext uri="{BB962C8B-B14F-4D97-AF65-F5344CB8AC3E}">
        <p14:creationId xmlns:p14="http://schemas.microsoft.com/office/powerpoint/2010/main" val="1043577013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EFrame Image Purp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Rectangle 50">
            <a:extLst>
              <a:ext uri="{FF2B5EF4-FFF2-40B4-BE49-F238E27FC236}">
                <a16:creationId xmlns:a16="http://schemas.microsoft.com/office/drawing/2014/main" id="{5AACD76F-5A98-DE42-2012-2E4698A70B32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4" name="Picture Placeholder 43">
            <a:extLst>
              <a:ext uri="{FF2B5EF4-FFF2-40B4-BE49-F238E27FC236}">
                <a16:creationId xmlns:a16="http://schemas.microsoft.com/office/drawing/2014/main" id="{C5980322-EF45-73EA-F45B-05C3C55E7CE2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5337810" y="573881"/>
            <a:ext cx="6854190" cy="5710237"/>
          </a:xfrm>
          <a:custGeom>
            <a:avLst/>
            <a:gdLst>
              <a:gd name="connsiteX0" fmla="*/ 0 w 6854190"/>
              <a:gd name="connsiteY0" fmla="*/ 0 h 5710237"/>
              <a:gd name="connsiteX1" fmla="*/ 3816350 w 6854190"/>
              <a:gd name="connsiteY1" fmla="*/ 0 h 5710237"/>
              <a:gd name="connsiteX2" fmla="*/ 3816350 w 6854190"/>
              <a:gd name="connsiteY2" fmla="*/ 1 h 5710237"/>
              <a:gd name="connsiteX3" fmla="*/ 6854190 w 6854190"/>
              <a:gd name="connsiteY3" fmla="*/ 1 h 5710237"/>
              <a:gd name="connsiteX4" fmla="*/ 6854190 w 6854190"/>
              <a:gd name="connsiteY4" fmla="*/ 1513523 h 5710237"/>
              <a:gd name="connsiteX5" fmla="*/ 3816350 w 6854190"/>
              <a:gd name="connsiteY5" fmla="*/ 1513523 h 5710237"/>
              <a:gd name="connsiteX6" fmla="*/ 3816350 w 6854190"/>
              <a:gd name="connsiteY6" fmla="*/ 2093595 h 5710237"/>
              <a:gd name="connsiteX7" fmla="*/ 6284595 w 6854190"/>
              <a:gd name="connsiteY7" fmla="*/ 2093595 h 5710237"/>
              <a:gd name="connsiteX8" fmla="*/ 6284595 w 6854190"/>
              <a:gd name="connsiteY8" fmla="*/ 3607117 h 5710237"/>
              <a:gd name="connsiteX9" fmla="*/ 3816350 w 6854190"/>
              <a:gd name="connsiteY9" fmla="*/ 3607117 h 5710237"/>
              <a:gd name="connsiteX10" fmla="*/ 3816350 w 6854190"/>
              <a:gd name="connsiteY10" fmla="*/ 4196715 h 5710237"/>
              <a:gd name="connsiteX11" fmla="*/ 6854190 w 6854190"/>
              <a:gd name="connsiteY11" fmla="*/ 4196715 h 5710237"/>
              <a:gd name="connsiteX12" fmla="*/ 6854190 w 6854190"/>
              <a:gd name="connsiteY12" fmla="*/ 5710237 h 5710237"/>
              <a:gd name="connsiteX13" fmla="*/ 3816350 w 6854190"/>
              <a:gd name="connsiteY13" fmla="*/ 5710237 h 5710237"/>
              <a:gd name="connsiteX14" fmla="*/ 3037840 w 6854190"/>
              <a:gd name="connsiteY14" fmla="*/ 5710237 h 5710237"/>
              <a:gd name="connsiteX15" fmla="*/ 0 w 6854190"/>
              <a:gd name="connsiteY15" fmla="*/ 5710237 h 57102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l" t="t" r="r" b="b"/>
            <a:pathLst>
              <a:path w="6854190" h="5710237">
                <a:moveTo>
                  <a:pt x="0" y="0"/>
                </a:moveTo>
                <a:lnTo>
                  <a:pt x="3816350" y="0"/>
                </a:lnTo>
                <a:lnTo>
                  <a:pt x="3816350" y="1"/>
                </a:lnTo>
                <a:lnTo>
                  <a:pt x="6854190" y="1"/>
                </a:lnTo>
                <a:lnTo>
                  <a:pt x="6854190" y="1513523"/>
                </a:lnTo>
                <a:lnTo>
                  <a:pt x="3816350" y="1513523"/>
                </a:lnTo>
                <a:lnTo>
                  <a:pt x="3816350" y="2093595"/>
                </a:lnTo>
                <a:lnTo>
                  <a:pt x="6284595" y="2093595"/>
                </a:lnTo>
                <a:lnTo>
                  <a:pt x="6284595" y="3607117"/>
                </a:lnTo>
                <a:lnTo>
                  <a:pt x="3816350" y="3607117"/>
                </a:lnTo>
                <a:lnTo>
                  <a:pt x="3816350" y="4196715"/>
                </a:lnTo>
                <a:lnTo>
                  <a:pt x="6854190" y="4196715"/>
                </a:lnTo>
                <a:lnTo>
                  <a:pt x="6854190" y="5710237"/>
                </a:lnTo>
                <a:lnTo>
                  <a:pt x="3816350" y="5710237"/>
                </a:lnTo>
                <a:lnTo>
                  <a:pt x="3037840" y="5710237"/>
                </a:lnTo>
                <a:lnTo>
                  <a:pt x="0" y="5710237"/>
                </a:lnTo>
                <a:close/>
              </a:path>
            </a:pathLst>
          </a:custGeom>
        </p:spPr>
        <p:txBody>
          <a:bodyPr wrap="square" anchor="ctr" anchorCtr="0">
            <a:noAutofit/>
          </a:bodyPr>
          <a:lstStyle>
            <a:lvl1pPr marL="0" indent="0" algn="ctr">
              <a:buNone/>
              <a:defRPr/>
            </a:lvl1pPr>
          </a:lstStyle>
          <a:p>
            <a:r>
              <a:rPr lang="en-US" dirty="0"/>
              <a:t>[Click to insert image]</a:t>
            </a:r>
          </a:p>
        </p:txBody>
      </p:sp>
      <p:sp>
        <p:nvSpPr>
          <p:cNvPr id="47" name="Text Placeholder 17">
            <a:extLst>
              <a:ext uri="{FF2B5EF4-FFF2-40B4-BE49-F238E27FC236}">
                <a16:creationId xmlns:a16="http://schemas.microsoft.com/office/drawing/2014/main" id="{72A36242-E96D-BCC5-8B9A-F727F91C17DD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86035" y="1112251"/>
            <a:ext cx="4317994" cy="944810"/>
          </a:xfrm>
        </p:spPr>
        <p:txBody>
          <a:bodyPr wrap="square">
            <a:spAutoFit/>
          </a:bodyPr>
          <a:lstStyle>
            <a:lvl1pPr marL="0" indent="0" algn="l">
              <a:lnSpc>
                <a:spcPct val="90000"/>
              </a:lnSpc>
              <a:spcBef>
                <a:spcPts val="0"/>
              </a:spcBef>
              <a:buNone/>
              <a:defRPr sz="34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Headline culpa qui official arum </a:t>
            </a:r>
            <a:r>
              <a:rPr lang="en-US" dirty="0" err="1"/>
              <a:t>quidem</a:t>
            </a:r>
            <a:endParaRPr lang="en-US" dirty="0"/>
          </a:p>
        </p:txBody>
      </p:sp>
      <p:sp>
        <p:nvSpPr>
          <p:cNvPr id="48" name="Text Placeholder 17">
            <a:extLst>
              <a:ext uri="{FF2B5EF4-FFF2-40B4-BE49-F238E27FC236}">
                <a16:creationId xmlns:a16="http://schemas.microsoft.com/office/drawing/2014/main" id="{E033C30C-F4BF-DEFA-8C82-E924E66CF321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86305" y="2467715"/>
            <a:ext cx="4317775" cy="555793"/>
          </a:xfrm>
        </p:spPr>
        <p:txBody>
          <a:bodyPr wrap="square">
            <a:sp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2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Subhead culpa qui official arum </a:t>
            </a:r>
            <a:r>
              <a:rPr lang="en-US" dirty="0" err="1"/>
              <a:t>quidem</a:t>
            </a:r>
            <a:r>
              <a:rPr lang="en-US" dirty="0"/>
              <a:t> rerum facilis</a:t>
            </a:r>
          </a:p>
        </p:txBody>
      </p:sp>
      <p:sp>
        <p:nvSpPr>
          <p:cNvPr id="49" name="Text Placeholder 8">
            <a:extLst>
              <a:ext uri="{FF2B5EF4-FFF2-40B4-BE49-F238E27FC236}">
                <a16:creationId xmlns:a16="http://schemas.microsoft.com/office/drawing/2014/main" id="{A0F481E4-FC0E-C80A-C2EC-B76F27D262A7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86305" y="3130525"/>
            <a:ext cx="4317775" cy="901850"/>
          </a:xfrm>
        </p:spPr>
        <p:txBody>
          <a:bodyPr wrap="square">
            <a:spAutoFit/>
          </a:bodyPr>
          <a:lstStyle>
            <a:lvl1pPr marL="0" indent="0">
              <a:buNone/>
              <a:defRPr sz="18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Sed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perspiciatis</a:t>
            </a:r>
            <a:r>
              <a:rPr lang="en-US" dirty="0"/>
              <a:t> </a:t>
            </a:r>
            <a:r>
              <a:rPr lang="en-US" dirty="0" err="1"/>
              <a:t>unde</a:t>
            </a:r>
            <a:r>
              <a:rPr lang="en-US" dirty="0"/>
              <a:t> </a:t>
            </a:r>
            <a:r>
              <a:rPr lang="en-US" dirty="0" err="1"/>
              <a:t>omnis</a:t>
            </a:r>
            <a:r>
              <a:rPr lang="en-US" dirty="0"/>
              <a:t> </a:t>
            </a:r>
            <a:r>
              <a:rPr lang="en-US" dirty="0" err="1"/>
              <a:t>iste</a:t>
            </a:r>
            <a:r>
              <a:rPr lang="en-US" dirty="0"/>
              <a:t> </a:t>
            </a:r>
            <a:r>
              <a:rPr lang="en-US" dirty="0" err="1"/>
              <a:t>natus</a:t>
            </a:r>
            <a:r>
              <a:rPr lang="en-US" dirty="0"/>
              <a:t> error sit </a:t>
            </a:r>
            <a:r>
              <a:rPr lang="en-US" dirty="0" err="1"/>
              <a:t>voluptatem</a:t>
            </a:r>
            <a:r>
              <a:rPr lang="en-US" dirty="0"/>
              <a:t> </a:t>
            </a:r>
            <a:r>
              <a:rPr lang="en-US" dirty="0" err="1"/>
              <a:t>accusantium</a:t>
            </a:r>
            <a:r>
              <a:rPr lang="en-US" dirty="0"/>
              <a:t> </a:t>
            </a:r>
            <a:r>
              <a:rPr lang="en-US" dirty="0" err="1"/>
              <a:t>doloremque</a:t>
            </a:r>
            <a:r>
              <a:rPr lang="en-US" dirty="0"/>
              <a:t> </a:t>
            </a:r>
            <a:r>
              <a:rPr lang="en-US" dirty="0" err="1"/>
              <a:t>laudantium</a:t>
            </a:r>
            <a:r>
              <a:rPr lang="en-US" dirty="0"/>
              <a:t>.</a:t>
            </a:r>
          </a:p>
        </p:txBody>
      </p:sp>
      <p:sp>
        <p:nvSpPr>
          <p:cNvPr id="50" name="Text Placeholder 12">
            <a:extLst>
              <a:ext uri="{FF2B5EF4-FFF2-40B4-BE49-F238E27FC236}">
                <a16:creationId xmlns:a16="http://schemas.microsoft.com/office/drawing/2014/main" id="{F28319CA-55ED-F435-6422-E7CAE3A4E5C8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386035" y="4155118"/>
            <a:ext cx="4317603" cy="1684948"/>
          </a:xfrm>
        </p:spPr>
        <p:txBody>
          <a:bodyPr wrap="square">
            <a:spAutoFit/>
          </a:bodyPr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n-US" dirty="0"/>
          </a:p>
        </p:txBody>
      </p:sp>
      <p:pic>
        <p:nvPicPr>
          <p:cNvPr id="2" name="Graphic 1">
            <a:extLst>
              <a:ext uri="{FF2B5EF4-FFF2-40B4-BE49-F238E27FC236}">
                <a16:creationId xmlns:a16="http://schemas.microsoft.com/office/drawing/2014/main" id="{E2FA6E33-C1DD-C1DE-7C6F-82957792F31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78777" y="6474193"/>
            <a:ext cx="820683" cy="198585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8D073452-E314-EB2D-1FC4-135DC2D7775F}"/>
              </a:ext>
            </a:extLst>
          </p:cNvPr>
          <p:cNvSpPr txBox="1"/>
          <p:nvPr/>
        </p:nvSpPr>
        <p:spPr>
          <a:xfrm>
            <a:off x="11616267" y="6570337"/>
            <a:ext cx="389880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fld id="{39BFE1BD-C136-3F41-856A-526B10A97418}" type="slidenum">
              <a:rPr lang="en-US" sz="900" smtClean="0">
                <a:solidFill>
                  <a:schemeClr val="bg1"/>
                </a:solidFill>
              </a:rPr>
              <a:pPr algn="r"/>
              <a:t>‹#›</a:t>
            </a:fld>
            <a:endParaRPr lang="en-US" sz="900" dirty="0">
              <a:solidFill>
                <a:schemeClr val="bg1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28DAA59-27D2-784E-D2A1-F51D07814DEC}"/>
              </a:ext>
            </a:extLst>
          </p:cNvPr>
          <p:cNvSpPr txBox="1"/>
          <p:nvPr/>
        </p:nvSpPr>
        <p:spPr>
          <a:xfrm>
            <a:off x="9215120" y="6570337"/>
            <a:ext cx="2282476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r>
              <a:rPr lang="en-US" sz="900" dirty="0">
                <a:solidFill>
                  <a:schemeClr val="bg1"/>
                </a:solidFill>
              </a:rPr>
              <a:t>©2025 Ellucian. Confidential and Proprietary</a:t>
            </a:r>
          </a:p>
        </p:txBody>
      </p:sp>
    </p:spTree>
    <p:extLst>
      <p:ext uri="{BB962C8B-B14F-4D97-AF65-F5344CB8AC3E}">
        <p14:creationId xmlns:p14="http://schemas.microsoft.com/office/powerpoint/2010/main" val="1234908800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Purp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DE1BBC57-2A7B-F916-1726-A8A00107824A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ext Placeholder 17">
            <a:extLst>
              <a:ext uri="{FF2B5EF4-FFF2-40B4-BE49-F238E27FC236}">
                <a16:creationId xmlns:a16="http://schemas.microsoft.com/office/drawing/2014/main" id="{C1DAE6E1-94AC-793D-E334-0CF26EA0FEE8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914399" y="2531927"/>
            <a:ext cx="10363202" cy="1579278"/>
          </a:xfrm>
        </p:spPr>
        <p:txBody>
          <a:bodyPr/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3200" b="0" i="1">
                <a:solidFill>
                  <a:schemeClr val="bg1"/>
                </a:solidFill>
              </a:defRPr>
            </a:lvl1pPr>
          </a:lstStyle>
          <a:p>
            <a:r>
              <a:rPr lang="en-US" dirty="0">
                <a:effectLst/>
                <a:latin typeface="Helvetica Neue" panose="02000503000000020004" pitchFamily="2" charset="0"/>
              </a:rPr>
              <a:t>Lorem ipsum dolor sit </a:t>
            </a:r>
            <a:r>
              <a:rPr lang="en-US" dirty="0" err="1">
                <a:effectLst/>
                <a:latin typeface="Helvetica Neue" panose="02000503000000020004" pitchFamily="2" charset="0"/>
              </a:rPr>
              <a:t>amet</a:t>
            </a:r>
            <a:r>
              <a:rPr lang="en-US" dirty="0">
                <a:effectLst/>
                <a:latin typeface="Helvetica Neue" panose="02000503000000020004" pitchFamily="2" charset="0"/>
              </a:rPr>
              <a:t>, </a:t>
            </a:r>
            <a:r>
              <a:rPr lang="en-US" dirty="0" err="1">
                <a:effectLst/>
                <a:latin typeface="Helvetica Neue" panose="02000503000000020004" pitchFamily="2" charset="0"/>
              </a:rPr>
              <a:t>consectetur</a:t>
            </a:r>
            <a:r>
              <a:rPr lang="en-US" dirty="0">
                <a:effectLst/>
                <a:latin typeface="Helvetica Neue" panose="02000503000000020004" pitchFamily="2" charset="0"/>
              </a:rPr>
              <a:t> </a:t>
            </a:r>
            <a:r>
              <a:rPr lang="en-US" dirty="0" err="1">
                <a:effectLst/>
                <a:latin typeface="Helvetica Neue" panose="02000503000000020004" pitchFamily="2" charset="0"/>
              </a:rPr>
              <a:t>adipiscing</a:t>
            </a:r>
            <a:r>
              <a:rPr lang="en-US" dirty="0">
                <a:effectLst/>
                <a:latin typeface="Helvetica Neue" panose="02000503000000020004" pitchFamily="2" charset="0"/>
              </a:rPr>
              <a:t> </a:t>
            </a:r>
            <a:r>
              <a:rPr lang="en-US" dirty="0" err="1">
                <a:effectLst/>
                <a:latin typeface="Helvetica Neue" panose="02000503000000020004" pitchFamily="2" charset="0"/>
              </a:rPr>
              <a:t>elit</a:t>
            </a:r>
            <a:r>
              <a:rPr lang="en-US" dirty="0">
                <a:effectLst/>
                <a:latin typeface="Helvetica Neue" panose="02000503000000020004" pitchFamily="2" charset="0"/>
              </a:rPr>
              <a:t> sed do </a:t>
            </a:r>
            <a:r>
              <a:rPr lang="en-US" dirty="0" err="1">
                <a:effectLst/>
                <a:latin typeface="Helvetica Neue" panose="02000503000000020004" pitchFamily="2" charset="0"/>
              </a:rPr>
              <a:t>eiusmod</a:t>
            </a:r>
            <a:r>
              <a:rPr lang="en-US" dirty="0">
                <a:effectLst/>
                <a:latin typeface="Helvetica Neue" panose="02000503000000020004" pitchFamily="2" charset="0"/>
              </a:rPr>
              <a:t> </a:t>
            </a:r>
            <a:r>
              <a:rPr lang="en-US" dirty="0" err="1">
                <a:effectLst/>
                <a:latin typeface="Helvetica Neue" panose="02000503000000020004" pitchFamily="2" charset="0"/>
              </a:rPr>
              <a:t>tempor</a:t>
            </a:r>
            <a:r>
              <a:rPr lang="en-US" dirty="0">
                <a:effectLst/>
                <a:latin typeface="Helvetica Neue" panose="02000503000000020004" pitchFamily="2" charset="0"/>
              </a:rPr>
              <a:t> </a:t>
            </a:r>
            <a:r>
              <a:rPr lang="en-US" dirty="0" err="1">
                <a:effectLst/>
                <a:latin typeface="Helvetica Neue" panose="02000503000000020004" pitchFamily="2" charset="0"/>
              </a:rPr>
              <a:t>incididunt</a:t>
            </a:r>
            <a:r>
              <a:rPr lang="en-US" dirty="0">
                <a:effectLst/>
                <a:latin typeface="Helvetica Neue" panose="02000503000000020004" pitchFamily="2" charset="0"/>
              </a:rPr>
              <a:t> </a:t>
            </a:r>
            <a:r>
              <a:rPr lang="en-US" dirty="0" err="1">
                <a:effectLst/>
                <a:latin typeface="Helvetica Neue" panose="02000503000000020004" pitchFamily="2" charset="0"/>
              </a:rPr>
              <a:t>ut</a:t>
            </a:r>
            <a:r>
              <a:rPr lang="en-US" dirty="0">
                <a:effectLst/>
                <a:latin typeface="Helvetica Neue" panose="02000503000000020004" pitchFamily="2" charset="0"/>
              </a:rPr>
              <a:t> labore et dolore magna </a:t>
            </a:r>
            <a:r>
              <a:rPr lang="en-US" dirty="0" err="1">
                <a:effectLst/>
                <a:latin typeface="Helvetica Neue" panose="02000503000000020004" pitchFamily="2" charset="0"/>
              </a:rPr>
              <a:t>aliqua</a:t>
            </a:r>
            <a:r>
              <a:rPr lang="en-US" dirty="0">
                <a:effectLst/>
                <a:latin typeface="Helvetica Neue" panose="02000503000000020004" pitchFamily="2" charset="0"/>
              </a:rPr>
              <a:t>. Ut </a:t>
            </a:r>
            <a:r>
              <a:rPr lang="en-US" dirty="0" err="1">
                <a:effectLst/>
                <a:latin typeface="Helvetica Neue" panose="02000503000000020004" pitchFamily="2" charset="0"/>
              </a:rPr>
              <a:t>enim</a:t>
            </a:r>
            <a:r>
              <a:rPr lang="en-US" dirty="0">
                <a:effectLst/>
                <a:latin typeface="Helvetica Neue" panose="02000503000000020004" pitchFamily="2" charset="0"/>
              </a:rPr>
              <a:t> ad minim </a:t>
            </a:r>
            <a:r>
              <a:rPr lang="en-US" dirty="0" err="1">
                <a:effectLst/>
                <a:latin typeface="Helvetica Neue" panose="02000503000000020004" pitchFamily="2" charset="0"/>
              </a:rPr>
              <a:t>veniam</a:t>
            </a:r>
            <a:r>
              <a:rPr lang="en-US" dirty="0">
                <a:effectLst/>
                <a:latin typeface="Helvetica Neue" panose="02000503000000020004" pitchFamily="2" charset="0"/>
              </a:rPr>
              <a:t>.</a:t>
            </a:r>
          </a:p>
        </p:txBody>
      </p:sp>
      <p:sp>
        <p:nvSpPr>
          <p:cNvPr id="7" name="Text Placeholder 17">
            <a:extLst>
              <a:ext uri="{FF2B5EF4-FFF2-40B4-BE49-F238E27FC236}">
                <a16:creationId xmlns:a16="http://schemas.microsoft.com/office/drawing/2014/main" id="{F049E1B0-BA0B-F873-361C-6B7CE114B94A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914399" y="4515781"/>
            <a:ext cx="10363202" cy="292452"/>
          </a:xfrm>
        </p:spPr>
        <p:txBody>
          <a:bodyPr>
            <a:spAutoFit/>
          </a:bodyPr>
          <a:lstStyle>
            <a:lvl1pPr marL="0" indent="0" algn="ctr">
              <a:spcBef>
                <a:spcPts val="0"/>
              </a:spcBef>
              <a:buNone/>
              <a:defRPr sz="18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First &amp; Last Name</a:t>
            </a:r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11D55CDA-462C-A7FF-EE12-3FDD8DDBC2F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78777" y="6474193"/>
            <a:ext cx="820683" cy="198585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9C2795BC-99C0-3605-DA72-63D94FCF0973}"/>
              </a:ext>
            </a:extLst>
          </p:cNvPr>
          <p:cNvSpPr txBox="1"/>
          <p:nvPr/>
        </p:nvSpPr>
        <p:spPr>
          <a:xfrm>
            <a:off x="11616267" y="6570337"/>
            <a:ext cx="389880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fld id="{39BFE1BD-C136-3F41-856A-526B10A97418}" type="slidenum">
              <a:rPr lang="en-US" sz="900" smtClean="0">
                <a:solidFill>
                  <a:schemeClr val="bg1"/>
                </a:solidFill>
              </a:rPr>
              <a:pPr algn="r"/>
              <a:t>‹#›</a:t>
            </a:fld>
            <a:endParaRPr lang="en-US" sz="900" dirty="0">
              <a:solidFill>
                <a:schemeClr val="bg1"/>
              </a:solidFill>
            </a:endParaRPr>
          </a:p>
        </p:txBody>
      </p:sp>
      <p:sp>
        <p:nvSpPr>
          <p:cNvPr id="2" name="Text Placeholder 17">
            <a:extLst>
              <a:ext uri="{FF2B5EF4-FFF2-40B4-BE49-F238E27FC236}">
                <a16:creationId xmlns:a16="http://schemas.microsoft.com/office/drawing/2014/main" id="{D05DB1F1-ACC3-B191-E3E7-7348B83D3D7B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914399" y="4893468"/>
            <a:ext cx="10363202" cy="260008"/>
          </a:xfrm>
        </p:spPr>
        <p:txBody>
          <a:bodyPr>
            <a:spAutoFit/>
          </a:bodyPr>
          <a:lstStyle>
            <a:lvl1pPr marL="0" indent="0" algn="ctr">
              <a:spcBef>
                <a:spcPts val="0"/>
              </a:spcBef>
              <a:buNone/>
              <a:defRPr sz="1600" b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Title and Company or Institution</a:t>
            </a:r>
          </a:p>
        </p:txBody>
      </p:sp>
      <p:pic>
        <p:nvPicPr>
          <p:cNvPr id="4" name="Graphic 3">
            <a:extLst>
              <a:ext uri="{FF2B5EF4-FFF2-40B4-BE49-F238E27FC236}">
                <a16:creationId xmlns:a16="http://schemas.microsoft.com/office/drawing/2014/main" id="{3F44E2C7-6484-3A24-48A0-1EC4CE2E334F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/>
          <a:stretch/>
        </p:blipFill>
        <p:spPr>
          <a:xfrm>
            <a:off x="5618540" y="1374718"/>
            <a:ext cx="954921" cy="954921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56538370-0C99-95AF-B7F2-D3F6183791A0}"/>
              </a:ext>
            </a:extLst>
          </p:cNvPr>
          <p:cNvSpPr txBox="1"/>
          <p:nvPr/>
        </p:nvSpPr>
        <p:spPr>
          <a:xfrm>
            <a:off x="9215120" y="6570337"/>
            <a:ext cx="2282476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r>
              <a:rPr lang="en-US" sz="900" dirty="0">
                <a:solidFill>
                  <a:schemeClr val="bg1"/>
                </a:solidFill>
              </a:rPr>
              <a:t>©2025 Ellucian. Confidential and Proprietary</a:t>
            </a:r>
          </a:p>
        </p:txBody>
      </p:sp>
    </p:spTree>
    <p:extLst>
      <p:ext uri="{BB962C8B-B14F-4D97-AF65-F5344CB8AC3E}">
        <p14:creationId xmlns:p14="http://schemas.microsoft.com/office/powerpoint/2010/main" val="1441716660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Gra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DE1BBC57-2A7B-F916-1726-A8A00107824A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8E4133EC-B264-3D5F-9CF5-94A59CFE1B1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78777" y="6474193"/>
            <a:ext cx="820683" cy="198585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4515307C-7F1F-2BB9-1D42-4EAB1A2F58C8}"/>
              </a:ext>
            </a:extLst>
          </p:cNvPr>
          <p:cNvSpPr txBox="1"/>
          <p:nvPr/>
        </p:nvSpPr>
        <p:spPr>
          <a:xfrm>
            <a:off x="11616267" y="6570337"/>
            <a:ext cx="389880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fld id="{39BFE1BD-C136-3F41-856A-526B10A97418}" type="slidenum">
              <a:rPr lang="en-US" sz="900" smtClean="0">
                <a:solidFill>
                  <a:schemeClr val="tx1"/>
                </a:solidFill>
              </a:rPr>
              <a:pPr algn="r"/>
              <a:t>‹#›</a:t>
            </a:fld>
            <a:endParaRPr lang="en-US" sz="900" dirty="0">
              <a:solidFill>
                <a:schemeClr val="tx1"/>
              </a:solidFill>
            </a:endParaRPr>
          </a:p>
        </p:txBody>
      </p:sp>
      <p:sp>
        <p:nvSpPr>
          <p:cNvPr id="2" name="Text Placeholder 17">
            <a:extLst>
              <a:ext uri="{FF2B5EF4-FFF2-40B4-BE49-F238E27FC236}">
                <a16:creationId xmlns:a16="http://schemas.microsoft.com/office/drawing/2014/main" id="{97C25E61-6B43-DBD5-C2CE-87847F39AAE2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914399" y="2531927"/>
            <a:ext cx="10363202" cy="1579278"/>
          </a:xfrm>
        </p:spPr>
        <p:txBody>
          <a:bodyPr/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3200" b="0" i="1">
                <a:solidFill>
                  <a:schemeClr val="tx1"/>
                </a:solidFill>
              </a:defRPr>
            </a:lvl1pPr>
          </a:lstStyle>
          <a:p>
            <a:r>
              <a:rPr lang="en-US" dirty="0">
                <a:effectLst/>
                <a:latin typeface="Helvetica Neue" panose="02000503000000020004" pitchFamily="2" charset="0"/>
              </a:rPr>
              <a:t>Lorem ipsum dolor sit </a:t>
            </a:r>
            <a:r>
              <a:rPr lang="en-US" dirty="0" err="1">
                <a:effectLst/>
                <a:latin typeface="Helvetica Neue" panose="02000503000000020004" pitchFamily="2" charset="0"/>
              </a:rPr>
              <a:t>amet</a:t>
            </a:r>
            <a:r>
              <a:rPr lang="en-US" dirty="0">
                <a:effectLst/>
                <a:latin typeface="Helvetica Neue" panose="02000503000000020004" pitchFamily="2" charset="0"/>
              </a:rPr>
              <a:t>, </a:t>
            </a:r>
            <a:r>
              <a:rPr lang="en-US" dirty="0" err="1">
                <a:effectLst/>
                <a:latin typeface="Helvetica Neue" panose="02000503000000020004" pitchFamily="2" charset="0"/>
              </a:rPr>
              <a:t>consectetur</a:t>
            </a:r>
            <a:r>
              <a:rPr lang="en-US" dirty="0">
                <a:effectLst/>
                <a:latin typeface="Helvetica Neue" panose="02000503000000020004" pitchFamily="2" charset="0"/>
              </a:rPr>
              <a:t> </a:t>
            </a:r>
            <a:r>
              <a:rPr lang="en-US" dirty="0" err="1">
                <a:effectLst/>
                <a:latin typeface="Helvetica Neue" panose="02000503000000020004" pitchFamily="2" charset="0"/>
              </a:rPr>
              <a:t>adipiscing</a:t>
            </a:r>
            <a:r>
              <a:rPr lang="en-US" dirty="0">
                <a:effectLst/>
                <a:latin typeface="Helvetica Neue" panose="02000503000000020004" pitchFamily="2" charset="0"/>
              </a:rPr>
              <a:t> </a:t>
            </a:r>
            <a:r>
              <a:rPr lang="en-US" dirty="0" err="1">
                <a:effectLst/>
                <a:latin typeface="Helvetica Neue" panose="02000503000000020004" pitchFamily="2" charset="0"/>
              </a:rPr>
              <a:t>elit</a:t>
            </a:r>
            <a:r>
              <a:rPr lang="en-US" dirty="0">
                <a:effectLst/>
                <a:latin typeface="Helvetica Neue" panose="02000503000000020004" pitchFamily="2" charset="0"/>
              </a:rPr>
              <a:t> sed do </a:t>
            </a:r>
            <a:r>
              <a:rPr lang="en-US" dirty="0" err="1">
                <a:effectLst/>
                <a:latin typeface="Helvetica Neue" panose="02000503000000020004" pitchFamily="2" charset="0"/>
              </a:rPr>
              <a:t>eiusmod</a:t>
            </a:r>
            <a:r>
              <a:rPr lang="en-US" dirty="0">
                <a:effectLst/>
                <a:latin typeface="Helvetica Neue" panose="02000503000000020004" pitchFamily="2" charset="0"/>
              </a:rPr>
              <a:t> </a:t>
            </a:r>
            <a:r>
              <a:rPr lang="en-US" dirty="0" err="1">
                <a:effectLst/>
                <a:latin typeface="Helvetica Neue" panose="02000503000000020004" pitchFamily="2" charset="0"/>
              </a:rPr>
              <a:t>tempor</a:t>
            </a:r>
            <a:r>
              <a:rPr lang="en-US" dirty="0">
                <a:effectLst/>
                <a:latin typeface="Helvetica Neue" panose="02000503000000020004" pitchFamily="2" charset="0"/>
              </a:rPr>
              <a:t> </a:t>
            </a:r>
            <a:r>
              <a:rPr lang="en-US" dirty="0" err="1">
                <a:effectLst/>
                <a:latin typeface="Helvetica Neue" panose="02000503000000020004" pitchFamily="2" charset="0"/>
              </a:rPr>
              <a:t>incididunt</a:t>
            </a:r>
            <a:r>
              <a:rPr lang="en-US" dirty="0">
                <a:effectLst/>
                <a:latin typeface="Helvetica Neue" panose="02000503000000020004" pitchFamily="2" charset="0"/>
              </a:rPr>
              <a:t> </a:t>
            </a:r>
            <a:r>
              <a:rPr lang="en-US" dirty="0" err="1">
                <a:effectLst/>
                <a:latin typeface="Helvetica Neue" panose="02000503000000020004" pitchFamily="2" charset="0"/>
              </a:rPr>
              <a:t>ut</a:t>
            </a:r>
            <a:r>
              <a:rPr lang="en-US" dirty="0">
                <a:effectLst/>
                <a:latin typeface="Helvetica Neue" panose="02000503000000020004" pitchFamily="2" charset="0"/>
              </a:rPr>
              <a:t> labore et dolore magna </a:t>
            </a:r>
            <a:r>
              <a:rPr lang="en-US" dirty="0" err="1">
                <a:effectLst/>
                <a:latin typeface="Helvetica Neue" panose="02000503000000020004" pitchFamily="2" charset="0"/>
              </a:rPr>
              <a:t>aliqua</a:t>
            </a:r>
            <a:r>
              <a:rPr lang="en-US" dirty="0">
                <a:effectLst/>
                <a:latin typeface="Helvetica Neue" panose="02000503000000020004" pitchFamily="2" charset="0"/>
              </a:rPr>
              <a:t>. Ut </a:t>
            </a:r>
            <a:r>
              <a:rPr lang="en-US" dirty="0" err="1">
                <a:effectLst/>
                <a:latin typeface="Helvetica Neue" panose="02000503000000020004" pitchFamily="2" charset="0"/>
              </a:rPr>
              <a:t>enim</a:t>
            </a:r>
            <a:r>
              <a:rPr lang="en-US" dirty="0">
                <a:effectLst/>
                <a:latin typeface="Helvetica Neue" panose="02000503000000020004" pitchFamily="2" charset="0"/>
              </a:rPr>
              <a:t> ad minim </a:t>
            </a:r>
            <a:r>
              <a:rPr lang="en-US" dirty="0" err="1">
                <a:effectLst/>
                <a:latin typeface="Helvetica Neue" panose="02000503000000020004" pitchFamily="2" charset="0"/>
              </a:rPr>
              <a:t>veniam</a:t>
            </a:r>
            <a:r>
              <a:rPr lang="en-US" dirty="0">
                <a:effectLst/>
                <a:latin typeface="Helvetica Neue" panose="02000503000000020004" pitchFamily="2" charset="0"/>
              </a:rPr>
              <a:t>.</a:t>
            </a:r>
          </a:p>
        </p:txBody>
      </p:sp>
      <p:sp>
        <p:nvSpPr>
          <p:cNvPr id="4" name="Text Placeholder 17">
            <a:extLst>
              <a:ext uri="{FF2B5EF4-FFF2-40B4-BE49-F238E27FC236}">
                <a16:creationId xmlns:a16="http://schemas.microsoft.com/office/drawing/2014/main" id="{FCEE0479-D5F9-CE3F-36E7-238BA0F4577F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914399" y="4515781"/>
            <a:ext cx="10363202" cy="292452"/>
          </a:xfrm>
        </p:spPr>
        <p:txBody>
          <a:bodyPr>
            <a:spAutoFit/>
          </a:bodyPr>
          <a:lstStyle>
            <a:lvl1pPr marL="0" indent="0" algn="ctr">
              <a:spcBef>
                <a:spcPts val="0"/>
              </a:spcBef>
              <a:buNone/>
              <a:defRPr sz="18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First &amp; Last Name</a:t>
            </a:r>
          </a:p>
        </p:txBody>
      </p:sp>
      <p:sp>
        <p:nvSpPr>
          <p:cNvPr id="8" name="Text Placeholder 17">
            <a:extLst>
              <a:ext uri="{FF2B5EF4-FFF2-40B4-BE49-F238E27FC236}">
                <a16:creationId xmlns:a16="http://schemas.microsoft.com/office/drawing/2014/main" id="{A76AF4FC-9A53-DBD9-C4E3-8F3D9D7DB7DB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914399" y="4893468"/>
            <a:ext cx="10363202" cy="260008"/>
          </a:xfrm>
        </p:spPr>
        <p:txBody>
          <a:bodyPr>
            <a:spAutoFit/>
          </a:bodyPr>
          <a:lstStyle>
            <a:lvl1pPr marL="0" indent="0" algn="ctr">
              <a:spcBef>
                <a:spcPts val="0"/>
              </a:spcBef>
              <a:buNone/>
              <a:defRPr sz="1600" b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Title and Company or Institution</a:t>
            </a:r>
          </a:p>
        </p:txBody>
      </p:sp>
      <p:pic>
        <p:nvPicPr>
          <p:cNvPr id="11" name="Graphic 10">
            <a:extLst>
              <a:ext uri="{FF2B5EF4-FFF2-40B4-BE49-F238E27FC236}">
                <a16:creationId xmlns:a16="http://schemas.microsoft.com/office/drawing/2014/main" id="{FF551E89-4ED8-FCF0-7E9B-2446F24111F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/>
          <a:stretch/>
        </p:blipFill>
        <p:spPr>
          <a:xfrm>
            <a:off x="5618540" y="1374718"/>
            <a:ext cx="954921" cy="954921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759FA4B8-B22A-02CB-D4E5-CDAF1F338C84}"/>
              </a:ext>
            </a:extLst>
          </p:cNvPr>
          <p:cNvSpPr txBox="1"/>
          <p:nvPr/>
        </p:nvSpPr>
        <p:spPr>
          <a:xfrm>
            <a:off x="9215120" y="6570337"/>
            <a:ext cx="2282476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r>
              <a:rPr lang="en-US" sz="900" dirty="0">
                <a:solidFill>
                  <a:schemeClr val="tx1"/>
                </a:solidFill>
              </a:rPr>
              <a:t>©2025 Ellucian. Confidential and Proprietary</a:t>
            </a:r>
          </a:p>
        </p:txBody>
      </p:sp>
    </p:spTree>
    <p:extLst>
      <p:ext uri="{BB962C8B-B14F-4D97-AF65-F5344CB8AC3E}">
        <p14:creationId xmlns:p14="http://schemas.microsoft.com/office/powerpoint/2010/main" val="3013015282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urple Color Lad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>
            <a:extLst>
              <a:ext uri="{FF2B5EF4-FFF2-40B4-BE49-F238E27FC236}">
                <a16:creationId xmlns:a16="http://schemas.microsoft.com/office/drawing/2014/main" id="{3374222F-BE28-8D9C-1B92-E635F1CBA88D}"/>
              </a:ext>
            </a:extLst>
          </p:cNvPr>
          <p:cNvSpPr/>
          <p:nvPr/>
        </p:nvSpPr>
        <p:spPr>
          <a:xfrm>
            <a:off x="0" y="-25400"/>
            <a:ext cx="12192000" cy="26289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81DE53FD-96AB-3992-7C02-A065E96271A5}"/>
              </a:ext>
            </a:extLst>
          </p:cNvPr>
          <p:cNvSpPr/>
          <p:nvPr/>
        </p:nvSpPr>
        <p:spPr>
          <a:xfrm>
            <a:off x="0" y="2311400"/>
            <a:ext cx="12192000" cy="22225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1946AE80-BBF4-E9AC-E514-521942D4F333}"/>
              </a:ext>
            </a:extLst>
          </p:cNvPr>
          <p:cNvSpPr/>
          <p:nvPr/>
        </p:nvSpPr>
        <p:spPr>
          <a:xfrm>
            <a:off x="0" y="4254500"/>
            <a:ext cx="12192000" cy="1473199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32EC5E17-B3B5-4976-1ABF-427FA62F2672}"/>
              </a:ext>
            </a:extLst>
          </p:cNvPr>
          <p:cNvSpPr/>
          <p:nvPr/>
        </p:nvSpPr>
        <p:spPr>
          <a:xfrm>
            <a:off x="0" y="5562599"/>
            <a:ext cx="12192000" cy="88157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DCC5AC45-371A-D1F2-3506-59FB4F407F5D}"/>
              </a:ext>
            </a:extLst>
          </p:cNvPr>
          <p:cNvSpPr/>
          <p:nvPr/>
        </p:nvSpPr>
        <p:spPr>
          <a:xfrm>
            <a:off x="0" y="6351180"/>
            <a:ext cx="12192000" cy="50681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F3AC560F-803C-C500-7A06-7D72D570ACAA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38598" y="266700"/>
            <a:ext cx="11510502" cy="430887"/>
          </a:xfrm>
        </p:spPr>
        <p:txBody>
          <a:bodyPr/>
          <a:lstStyle>
            <a:lvl1pPr marL="0" indent="0">
              <a:lnSpc>
                <a:spcPct val="100000"/>
              </a:lnSpc>
              <a:spcAft>
                <a:spcPts val="0"/>
              </a:spcAft>
              <a:buNone/>
              <a:defRPr sz="2800" b="1"/>
            </a:lvl1pPr>
          </a:lstStyle>
          <a:p>
            <a:pPr lvl="0"/>
            <a:r>
              <a:rPr lang="en-US" dirty="0"/>
              <a:t>Insert Eyebrow copy</a:t>
            </a:r>
          </a:p>
        </p:txBody>
      </p:sp>
      <p:sp>
        <p:nvSpPr>
          <p:cNvPr id="17" name="Text Placeholder 15">
            <a:extLst>
              <a:ext uri="{FF2B5EF4-FFF2-40B4-BE49-F238E27FC236}">
                <a16:creationId xmlns:a16="http://schemas.microsoft.com/office/drawing/2014/main" id="{D7175254-6888-0D7A-73D9-BAB846174361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38598" y="768078"/>
            <a:ext cx="11510502" cy="1477328"/>
          </a:xfrm>
        </p:spPr>
        <p:txBody>
          <a:bodyPr/>
          <a:lstStyle>
            <a:lvl1pPr marL="0" indent="0">
              <a:lnSpc>
                <a:spcPct val="100000"/>
              </a:lnSpc>
              <a:spcAft>
                <a:spcPts val="0"/>
              </a:spcAft>
              <a:buNone/>
              <a:defRPr sz="9600" b="1"/>
            </a:lvl1pPr>
          </a:lstStyle>
          <a:p>
            <a:pPr lvl="0"/>
            <a:r>
              <a:rPr lang="en-US" dirty="0"/>
              <a:t>Main Headline</a:t>
            </a:r>
          </a:p>
        </p:txBody>
      </p:sp>
      <p:sp>
        <p:nvSpPr>
          <p:cNvPr id="18" name="Text Placeholder 15">
            <a:extLst>
              <a:ext uri="{FF2B5EF4-FFF2-40B4-BE49-F238E27FC236}">
                <a16:creationId xmlns:a16="http://schemas.microsoft.com/office/drawing/2014/main" id="{C700BDF8-0D95-F5D3-DE70-6F94479F0798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38598" y="2311399"/>
            <a:ext cx="11510502" cy="1943101"/>
          </a:xfrm>
        </p:spPr>
        <p:txBody>
          <a:bodyPr anchor="ctr" anchorCtr="0">
            <a:noAutofit/>
          </a:bodyPr>
          <a:lstStyle>
            <a:lvl1pPr marL="0" indent="0">
              <a:lnSpc>
                <a:spcPct val="100000"/>
              </a:lnSpc>
              <a:spcAft>
                <a:spcPts val="0"/>
              </a:spcAft>
              <a:buNone/>
              <a:defRPr sz="7200" b="1"/>
            </a:lvl1pPr>
          </a:lstStyle>
          <a:p>
            <a:pPr lvl="0"/>
            <a:r>
              <a:rPr lang="en-US" dirty="0"/>
              <a:t>Second level statement </a:t>
            </a:r>
          </a:p>
        </p:txBody>
      </p:sp>
      <p:sp>
        <p:nvSpPr>
          <p:cNvPr id="19" name="Text Placeholder 15">
            <a:extLst>
              <a:ext uri="{FF2B5EF4-FFF2-40B4-BE49-F238E27FC236}">
                <a16:creationId xmlns:a16="http://schemas.microsoft.com/office/drawing/2014/main" id="{3EFF4A6F-B443-2BFD-5274-C4CEDB33249F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25898" y="4254499"/>
            <a:ext cx="11510502" cy="1308099"/>
          </a:xfrm>
        </p:spPr>
        <p:txBody>
          <a:bodyPr anchor="ctr" anchorCtr="0">
            <a:noAutofit/>
          </a:bodyPr>
          <a:lstStyle>
            <a:lvl1pPr marL="0" indent="0">
              <a:lnSpc>
                <a:spcPct val="100000"/>
              </a:lnSpc>
              <a:spcAft>
                <a:spcPts val="0"/>
              </a:spcAft>
              <a:buNone/>
              <a:defRPr sz="5400" b="0"/>
            </a:lvl1pPr>
          </a:lstStyle>
          <a:p>
            <a:pPr lvl="0"/>
            <a:r>
              <a:rPr lang="en-US" dirty="0"/>
              <a:t>Third level statement</a:t>
            </a:r>
          </a:p>
        </p:txBody>
      </p:sp>
      <p:sp>
        <p:nvSpPr>
          <p:cNvPr id="20" name="Text Placeholder 15">
            <a:extLst>
              <a:ext uri="{FF2B5EF4-FFF2-40B4-BE49-F238E27FC236}">
                <a16:creationId xmlns:a16="http://schemas.microsoft.com/office/drawing/2014/main" id="{68C87247-A369-32C8-E069-B1E624079C76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25898" y="5562598"/>
            <a:ext cx="11510502" cy="736601"/>
          </a:xfrm>
        </p:spPr>
        <p:txBody>
          <a:bodyPr anchor="ctr" anchorCtr="0">
            <a:noAutofit/>
          </a:bodyPr>
          <a:lstStyle>
            <a:lvl1pPr marL="0" indent="0">
              <a:lnSpc>
                <a:spcPct val="100000"/>
              </a:lnSpc>
              <a:spcAft>
                <a:spcPts val="0"/>
              </a:spcAft>
              <a:buNone/>
              <a:defRPr sz="3600" b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Fourth level statement</a:t>
            </a:r>
          </a:p>
        </p:txBody>
      </p:sp>
      <p:pic>
        <p:nvPicPr>
          <p:cNvPr id="2" name="Graphic 1">
            <a:extLst>
              <a:ext uri="{FF2B5EF4-FFF2-40B4-BE49-F238E27FC236}">
                <a16:creationId xmlns:a16="http://schemas.microsoft.com/office/drawing/2014/main" id="{320A3CFF-FF3A-806C-4272-4BD562E4527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78777" y="6474193"/>
            <a:ext cx="820683" cy="198585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83CB4FD4-52E5-7743-832E-878711B6912D}"/>
              </a:ext>
            </a:extLst>
          </p:cNvPr>
          <p:cNvSpPr txBox="1"/>
          <p:nvPr/>
        </p:nvSpPr>
        <p:spPr>
          <a:xfrm>
            <a:off x="11616267" y="6570337"/>
            <a:ext cx="389880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fld id="{39BFE1BD-C136-3F41-856A-526B10A97418}" type="slidenum">
              <a:rPr lang="en-US" sz="900" smtClean="0">
                <a:solidFill>
                  <a:schemeClr val="bg1"/>
                </a:solidFill>
              </a:rPr>
              <a:pPr algn="r"/>
              <a:t>‹#›</a:t>
            </a:fld>
            <a:endParaRPr lang="en-US" sz="900" dirty="0">
              <a:solidFill>
                <a:schemeClr val="bg1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955BA75-BCED-43A8-374C-ED5B5EB749B9}"/>
              </a:ext>
            </a:extLst>
          </p:cNvPr>
          <p:cNvSpPr txBox="1"/>
          <p:nvPr/>
        </p:nvSpPr>
        <p:spPr>
          <a:xfrm>
            <a:off x="9215120" y="6570337"/>
            <a:ext cx="2282476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r>
              <a:rPr lang="en-US" sz="900" dirty="0">
                <a:solidFill>
                  <a:schemeClr val="bg1"/>
                </a:solidFill>
              </a:rPr>
              <a:t>©2025 Ellucian. Confidential and Proprietary</a:t>
            </a:r>
          </a:p>
        </p:txBody>
      </p:sp>
    </p:spTree>
    <p:extLst>
      <p:ext uri="{BB962C8B-B14F-4D97-AF65-F5344CB8AC3E}">
        <p14:creationId xmlns:p14="http://schemas.microsoft.com/office/powerpoint/2010/main" val="28514928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Green Color Lad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>
            <a:extLst>
              <a:ext uri="{FF2B5EF4-FFF2-40B4-BE49-F238E27FC236}">
                <a16:creationId xmlns:a16="http://schemas.microsoft.com/office/drawing/2014/main" id="{3374222F-BE28-8D9C-1B92-E635F1CBA88D}"/>
              </a:ext>
            </a:extLst>
          </p:cNvPr>
          <p:cNvSpPr/>
          <p:nvPr/>
        </p:nvSpPr>
        <p:spPr>
          <a:xfrm>
            <a:off x="0" y="-25400"/>
            <a:ext cx="12192000" cy="26289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81DE53FD-96AB-3992-7C02-A065E96271A5}"/>
              </a:ext>
            </a:extLst>
          </p:cNvPr>
          <p:cNvSpPr/>
          <p:nvPr/>
        </p:nvSpPr>
        <p:spPr>
          <a:xfrm>
            <a:off x="0" y="2311400"/>
            <a:ext cx="12192000" cy="222250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1946AE80-BBF4-E9AC-E514-521942D4F333}"/>
              </a:ext>
            </a:extLst>
          </p:cNvPr>
          <p:cNvSpPr/>
          <p:nvPr/>
        </p:nvSpPr>
        <p:spPr>
          <a:xfrm>
            <a:off x="0" y="4254500"/>
            <a:ext cx="12192000" cy="1473199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32EC5E17-B3B5-4976-1ABF-427FA62F2672}"/>
              </a:ext>
            </a:extLst>
          </p:cNvPr>
          <p:cNvSpPr/>
          <p:nvPr/>
        </p:nvSpPr>
        <p:spPr>
          <a:xfrm>
            <a:off x="0" y="5562599"/>
            <a:ext cx="12192000" cy="88157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F3AC560F-803C-C500-7A06-7D72D570ACAA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38598" y="266700"/>
            <a:ext cx="11510502" cy="430887"/>
          </a:xfrm>
        </p:spPr>
        <p:txBody>
          <a:bodyPr/>
          <a:lstStyle>
            <a:lvl1pPr marL="0" indent="0">
              <a:lnSpc>
                <a:spcPct val="100000"/>
              </a:lnSpc>
              <a:spcAft>
                <a:spcPts val="0"/>
              </a:spcAft>
              <a:buNone/>
              <a:defRPr sz="2800" b="1"/>
            </a:lvl1pPr>
          </a:lstStyle>
          <a:p>
            <a:pPr lvl="0"/>
            <a:r>
              <a:rPr lang="en-US" dirty="0"/>
              <a:t>Insert Eyebrow copy</a:t>
            </a:r>
          </a:p>
        </p:txBody>
      </p:sp>
      <p:sp>
        <p:nvSpPr>
          <p:cNvPr id="17" name="Text Placeholder 15">
            <a:extLst>
              <a:ext uri="{FF2B5EF4-FFF2-40B4-BE49-F238E27FC236}">
                <a16:creationId xmlns:a16="http://schemas.microsoft.com/office/drawing/2014/main" id="{D7175254-6888-0D7A-73D9-BAB846174361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38598" y="768078"/>
            <a:ext cx="11510502" cy="1477328"/>
          </a:xfrm>
        </p:spPr>
        <p:txBody>
          <a:bodyPr/>
          <a:lstStyle>
            <a:lvl1pPr marL="0" indent="0">
              <a:lnSpc>
                <a:spcPct val="100000"/>
              </a:lnSpc>
              <a:spcAft>
                <a:spcPts val="0"/>
              </a:spcAft>
              <a:buNone/>
              <a:defRPr sz="9600" b="1"/>
            </a:lvl1pPr>
          </a:lstStyle>
          <a:p>
            <a:pPr lvl="0"/>
            <a:r>
              <a:rPr lang="en-US" dirty="0"/>
              <a:t>Main Headline</a:t>
            </a:r>
          </a:p>
        </p:txBody>
      </p:sp>
      <p:sp>
        <p:nvSpPr>
          <p:cNvPr id="18" name="Text Placeholder 15">
            <a:extLst>
              <a:ext uri="{FF2B5EF4-FFF2-40B4-BE49-F238E27FC236}">
                <a16:creationId xmlns:a16="http://schemas.microsoft.com/office/drawing/2014/main" id="{C700BDF8-0D95-F5D3-DE70-6F94479F0798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38598" y="2311399"/>
            <a:ext cx="11510502" cy="1943101"/>
          </a:xfrm>
        </p:spPr>
        <p:txBody>
          <a:bodyPr anchor="ctr" anchorCtr="0">
            <a:noAutofit/>
          </a:bodyPr>
          <a:lstStyle>
            <a:lvl1pPr marL="0" indent="0">
              <a:lnSpc>
                <a:spcPct val="100000"/>
              </a:lnSpc>
              <a:spcAft>
                <a:spcPts val="0"/>
              </a:spcAft>
              <a:buNone/>
              <a:defRPr sz="7200" b="1"/>
            </a:lvl1pPr>
          </a:lstStyle>
          <a:p>
            <a:pPr lvl="0"/>
            <a:r>
              <a:rPr lang="en-US" dirty="0"/>
              <a:t>Second level statement </a:t>
            </a:r>
          </a:p>
        </p:txBody>
      </p:sp>
      <p:sp>
        <p:nvSpPr>
          <p:cNvPr id="19" name="Text Placeholder 15">
            <a:extLst>
              <a:ext uri="{FF2B5EF4-FFF2-40B4-BE49-F238E27FC236}">
                <a16:creationId xmlns:a16="http://schemas.microsoft.com/office/drawing/2014/main" id="{3EFF4A6F-B443-2BFD-5274-C4CEDB33249F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25898" y="4254499"/>
            <a:ext cx="11510502" cy="1308099"/>
          </a:xfrm>
        </p:spPr>
        <p:txBody>
          <a:bodyPr anchor="ctr" anchorCtr="0">
            <a:noAutofit/>
          </a:bodyPr>
          <a:lstStyle>
            <a:lvl1pPr marL="0" indent="0">
              <a:lnSpc>
                <a:spcPct val="100000"/>
              </a:lnSpc>
              <a:spcAft>
                <a:spcPts val="0"/>
              </a:spcAft>
              <a:buNone/>
              <a:defRPr sz="5400" b="0"/>
            </a:lvl1pPr>
          </a:lstStyle>
          <a:p>
            <a:pPr lvl="0"/>
            <a:r>
              <a:rPr lang="en-US" dirty="0"/>
              <a:t>Third level statement</a:t>
            </a:r>
          </a:p>
        </p:txBody>
      </p:sp>
      <p:sp>
        <p:nvSpPr>
          <p:cNvPr id="20" name="Text Placeholder 15">
            <a:extLst>
              <a:ext uri="{FF2B5EF4-FFF2-40B4-BE49-F238E27FC236}">
                <a16:creationId xmlns:a16="http://schemas.microsoft.com/office/drawing/2014/main" id="{68C87247-A369-32C8-E069-B1E624079C76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25898" y="5562598"/>
            <a:ext cx="11510502" cy="736601"/>
          </a:xfrm>
        </p:spPr>
        <p:txBody>
          <a:bodyPr anchor="ctr" anchorCtr="0">
            <a:noAutofit/>
          </a:bodyPr>
          <a:lstStyle>
            <a:lvl1pPr marL="0" indent="0">
              <a:lnSpc>
                <a:spcPct val="100000"/>
              </a:lnSpc>
              <a:spcAft>
                <a:spcPts val="0"/>
              </a:spcAft>
              <a:buNone/>
              <a:defRPr sz="3600" b="0"/>
            </a:lvl1pPr>
          </a:lstStyle>
          <a:p>
            <a:pPr lvl="0"/>
            <a:r>
              <a:rPr lang="en-US" dirty="0"/>
              <a:t>Fourth level statement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ABC92165-EA63-BA70-B09C-3AE3A0E3B988}"/>
              </a:ext>
            </a:extLst>
          </p:cNvPr>
          <p:cNvSpPr/>
          <p:nvPr/>
        </p:nvSpPr>
        <p:spPr>
          <a:xfrm>
            <a:off x="0" y="6351180"/>
            <a:ext cx="12192000" cy="50681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Graphic 2">
            <a:extLst>
              <a:ext uri="{FF2B5EF4-FFF2-40B4-BE49-F238E27FC236}">
                <a16:creationId xmlns:a16="http://schemas.microsoft.com/office/drawing/2014/main" id="{B8487BB2-49A0-1AD0-6AEA-A6BA00965FB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78777" y="6474193"/>
            <a:ext cx="820683" cy="198585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36D645B4-C9BC-C447-40CC-BED53F5C40F2}"/>
              </a:ext>
            </a:extLst>
          </p:cNvPr>
          <p:cNvSpPr txBox="1"/>
          <p:nvPr/>
        </p:nvSpPr>
        <p:spPr>
          <a:xfrm>
            <a:off x="11616267" y="6570337"/>
            <a:ext cx="389880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fld id="{39BFE1BD-C136-3F41-856A-526B10A97418}" type="slidenum">
              <a:rPr lang="en-US" sz="900" smtClean="0">
                <a:solidFill>
                  <a:schemeClr val="bg1"/>
                </a:solidFill>
              </a:rPr>
              <a:pPr algn="r"/>
              <a:t>‹#›</a:t>
            </a:fld>
            <a:endParaRPr lang="en-US" sz="900" dirty="0">
              <a:solidFill>
                <a:schemeClr val="bg1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6D9A09A-FC77-0C42-3399-4228AB66473E}"/>
              </a:ext>
            </a:extLst>
          </p:cNvPr>
          <p:cNvSpPr txBox="1"/>
          <p:nvPr/>
        </p:nvSpPr>
        <p:spPr>
          <a:xfrm>
            <a:off x="9215120" y="6570337"/>
            <a:ext cx="2282476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r>
              <a:rPr lang="en-US" sz="900" dirty="0">
                <a:solidFill>
                  <a:schemeClr val="bg1"/>
                </a:solidFill>
              </a:rPr>
              <a:t>©2025 Ellucian. Confidential and Proprietary</a:t>
            </a:r>
          </a:p>
        </p:txBody>
      </p:sp>
    </p:spTree>
    <p:extLst>
      <p:ext uri="{BB962C8B-B14F-4D97-AF65-F5344CB8AC3E}">
        <p14:creationId xmlns:p14="http://schemas.microsoft.com/office/powerpoint/2010/main" val="3115225111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hank Yo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DE1BBC57-2A7B-F916-1726-A8A00107824A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035BE7A-2092-E334-9925-A2CD0ED61EC1}"/>
              </a:ext>
            </a:extLst>
          </p:cNvPr>
          <p:cNvSpPr txBox="1"/>
          <p:nvPr/>
        </p:nvSpPr>
        <p:spPr>
          <a:xfrm>
            <a:off x="836428" y="2435962"/>
            <a:ext cx="10441173" cy="1769715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US" sz="11500" b="1" dirty="0">
                <a:solidFill>
                  <a:schemeClr val="bg1"/>
                </a:solidFill>
              </a:rPr>
              <a:t>Thank You</a:t>
            </a:r>
          </a:p>
        </p:txBody>
      </p:sp>
      <p:sp>
        <p:nvSpPr>
          <p:cNvPr id="9" name="Text Placeholder 17">
            <a:extLst>
              <a:ext uri="{FF2B5EF4-FFF2-40B4-BE49-F238E27FC236}">
                <a16:creationId xmlns:a16="http://schemas.microsoft.com/office/drawing/2014/main" id="{C141F636-6F6B-39E0-D74A-E2DC465DEF1A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2556897" y="4302308"/>
            <a:ext cx="7078206" cy="389915"/>
          </a:xfrm>
        </p:spPr>
        <p:txBody>
          <a:bodyPr>
            <a:spAutoFit/>
          </a:bodyPr>
          <a:lstStyle>
            <a:lvl1pPr marL="0" indent="0" algn="ctr">
              <a:spcBef>
                <a:spcPts val="0"/>
              </a:spcBef>
              <a:buNone/>
              <a:defRPr sz="24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Presenter Name</a:t>
            </a:r>
          </a:p>
        </p:txBody>
      </p:sp>
      <p:sp>
        <p:nvSpPr>
          <p:cNvPr id="11" name="Text Placeholder 17">
            <a:extLst>
              <a:ext uri="{FF2B5EF4-FFF2-40B4-BE49-F238E27FC236}">
                <a16:creationId xmlns:a16="http://schemas.microsoft.com/office/drawing/2014/main" id="{15F716EA-D293-96D7-C5A7-61FE08272CBD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2556897" y="4735941"/>
            <a:ext cx="7078206" cy="324961"/>
          </a:xfrm>
        </p:spPr>
        <p:txBody>
          <a:bodyPr>
            <a:spAutoFit/>
          </a:bodyPr>
          <a:lstStyle>
            <a:lvl1pPr marL="0" indent="0" algn="ctr">
              <a:spcBef>
                <a:spcPts val="0"/>
              </a:spcBef>
              <a:buNone/>
              <a:defRPr sz="2000" b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 err="1"/>
              <a:t>PresenterEmail@Ellucian.com</a:t>
            </a:r>
            <a:endParaRPr lang="en-US" dirty="0"/>
          </a:p>
        </p:txBody>
      </p:sp>
      <p:pic>
        <p:nvPicPr>
          <p:cNvPr id="2" name="Graphic 1">
            <a:extLst>
              <a:ext uri="{FF2B5EF4-FFF2-40B4-BE49-F238E27FC236}">
                <a16:creationId xmlns:a16="http://schemas.microsoft.com/office/drawing/2014/main" id="{7C871F66-B895-DB0B-1D73-90E74A3951C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78777" y="6474193"/>
            <a:ext cx="820683" cy="198585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53435677-394B-4E5D-4CD3-2D77A2110358}"/>
              </a:ext>
            </a:extLst>
          </p:cNvPr>
          <p:cNvSpPr txBox="1"/>
          <p:nvPr/>
        </p:nvSpPr>
        <p:spPr>
          <a:xfrm>
            <a:off x="9635103" y="6562717"/>
            <a:ext cx="2371044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r>
              <a:rPr lang="en-US" sz="900" dirty="0">
                <a:solidFill>
                  <a:schemeClr val="bg1"/>
                </a:solidFill>
              </a:rPr>
              <a:t>©2025 Ellucian. Confidential and Proprietary</a:t>
            </a:r>
          </a:p>
        </p:txBody>
      </p:sp>
    </p:spTree>
    <p:extLst>
      <p:ext uri="{BB962C8B-B14F-4D97-AF65-F5344CB8AC3E}">
        <p14:creationId xmlns:p14="http://schemas.microsoft.com/office/powerpoint/2010/main" val="41276873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estio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DE1BBC57-2A7B-F916-1726-A8A00107824A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accent1"/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8229B27-8CB8-A4DF-B214-C621F3644437}"/>
              </a:ext>
            </a:extLst>
          </p:cNvPr>
          <p:cNvSpPr txBox="1"/>
          <p:nvPr/>
        </p:nvSpPr>
        <p:spPr>
          <a:xfrm>
            <a:off x="836428" y="2544142"/>
            <a:ext cx="10441173" cy="1769715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US" sz="11500" b="1" dirty="0">
                <a:solidFill>
                  <a:schemeClr val="accent1"/>
                </a:solidFill>
              </a:rPr>
              <a:t>Questions?</a:t>
            </a:r>
          </a:p>
        </p:txBody>
      </p:sp>
      <p:pic>
        <p:nvPicPr>
          <p:cNvPr id="2" name="Graphic 1">
            <a:extLst>
              <a:ext uri="{FF2B5EF4-FFF2-40B4-BE49-F238E27FC236}">
                <a16:creationId xmlns:a16="http://schemas.microsoft.com/office/drawing/2014/main" id="{C0225686-2493-61CB-BED8-8CD6B90C882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78777" y="6474193"/>
            <a:ext cx="820683" cy="198585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3757E6F9-39D1-A7B6-72FA-6CB25BEA039E}"/>
              </a:ext>
            </a:extLst>
          </p:cNvPr>
          <p:cNvSpPr txBox="1"/>
          <p:nvPr/>
        </p:nvSpPr>
        <p:spPr>
          <a:xfrm>
            <a:off x="9635103" y="6562717"/>
            <a:ext cx="2371044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r>
              <a:rPr lang="en-US" sz="900" dirty="0">
                <a:solidFill>
                  <a:schemeClr val="tx1"/>
                </a:solidFill>
              </a:rPr>
              <a:t>©2025 Ellucian. Confidential and Proprietary</a:t>
            </a:r>
          </a:p>
        </p:txBody>
      </p:sp>
    </p:spTree>
    <p:extLst>
      <p:ext uri="{BB962C8B-B14F-4D97-AF65-F5344CB8AC3E}">
        <p14:creationId xmlns:p14="http://schemas.microsoft.com/office/powerpoint/2010/main" val="3054274041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ection Divider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ext Placeholder 2">
            <a:extLst>
              <a:ext uri="{FF2B5EF4-FFF2-40B4-BE49-F238E27FC236}">
                <a16:creationId xmlns:a16="http://schemas.microsoft.com/office/drawing/2014/main" id="{B4E21473-327B-3C3B-2526-FD5AB3A4428E}"/>
              </a:ext>
            </a:extLst>
          </p:cNvPr>
          <p:cNvSpPr>
            <a:spLocks noGrp="1"/>
          </p:cNvSpPr>
          <p:nvPr>
            <p:ph type="body" orient="vert" sz="quarter" idx="10" hasCustomPrompt="1"/>
          </p:nvPr>
        </p:nvSpPr>
        <p:spPr>
          <a:xfrm>
            <a:off x="0" y="685800"/>
            <a:ext cx="609600" cy="5486399"/>
          </a:xfrm>
        </p:spPr>
        <p:txBody>
          <a:bodyPr vert="vert270" anchor="ctr" anchorCtr="0">
            <a:noAutofit/>
          </a:bodyPr>
          <a:lstStyle>
            <a:lvl1pPr marL="0" indent="0" algn="ctr">
              <a:buNone/>
              <a:defRPr sz="1200" spc="300">
                <a:solidFill>
                  <a:schemeClr val="bg1"/>
                </a:solidFill>
              </a:defRPr>
            </a:lvl1pPr>
            <a:lvl2pPr marL="457200" indent="0" algn="ctr">
              <a:buNone/>
              <a:defRPr sz="1200" spc="300">
                <a:solidFill>
                  <a:schemeClr val="bg1"/>
                </a:solidFill>
              </a:defRPr>
            </a:lvl2pPr>
            <a:lvl3pPr marL="914400" indent="0" algn="ctr">
              <a:buNone/>
              <a:defRPr sz="1100" spc="300">
                <a:solidFill>
                  <a:schemeClr val="bg1"/>
                </a:solidFill>
              </a:defRPr>
            </a:lvl3pPr>
            <a:lvl4pPr marL="1371600" indent="0" algn="ctr">
              <a:buNone/>
              <a:defRPr sz="1050" spc="300">
                <a:solidFill>
                  <a:schemeClr val="bg1"/>
                </a:solidFill>
              </a:defRPr>
            </a:lvl4pPr>
            <a:lvl5pPr marL="1828800" indent="0" algn="ctr">
              <a:buNone/>
              <a:defRPr sz="1050" spc="3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30773A33-C933-040C-38F4-7E444DEDA5A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104900" y="1800808"/>
            <a:ext cx="7092820" cy="1628192"/>
          </a:xfrm>
        </p:spPr>
        <p:txBody>
          <a:bodyPr lIns="0" bIns="0" anchor="b" anchorCtr="0">
            <a:noAutofit/>
          </a:bodyPr>
          <a:lstStyle>
            <a:lvl1pPr>
              <a:defRPr sz="3200" b="1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Section Title (Max Two Lines)</a:t>
            </a:r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03C54B7B-813E-7B62-27B5-633489321878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1104900" y="3652538"/>
            <a:ext cx="7092820" cy="774441"/>
          </a:xfrm>
        </p:spPr>
        <p:txBody>
          <a:bodyPr lIns="0" tIns="0">
            <a:noAutofit/>
          </a:bodyPr>
          <a:lstStyle>
            <a:lvl1pPr marL="0" indent="0">
              <a:lnSpc>
                <a:spcPct val="100000"/>
              </a:lnSpc>
              <a:buClr>
                <a:schemeClr val="accent2"/>
              </a:buClr>
              <a:buFont typeface="Arial" panose="020B0604020202020204" pitchFamily="34" charset="0"/>
              <a:buNone/>
              <a:tabLst/>
              <a:defRPr sz="1800">
                <a:solidFill>
                  <a:schemeClr val="bg1"/>
                </a:solidFill>
              </a:defRPr>
            </a:lvl1pPr>
            <a:lvl2pPr marL="174625" indent="0">
              <a:lnSpc>
                <a:spcPct val="100000"/>
              </a:lnSpc>
              <a:buClr>
                <a:schemeClr val="accent2"/>
              </a:buClr>
              <a:buFont typeface="Arial" panose="020B0604020202020204" pitchFamily="34" charset="0"/>
              <a:buNone/>
              <a:tabLst/>
              <a:defRPr sz="1600">
                <a:solidFill>
                  <a:schemeClr val="bg1"/>
                </a:solidFill>
              </a:defRPr>
            </a:lvl2pPr>
            <a:lvl3pPr marL="342900" indent="0">
              <a:lnSpc>
                <a:spcPct val="100000"/>
              </a:lnSpc>
              <a:buClr>
                <a:schemeClr val="accent2"/>
              </a:buClr>
              <a:buFont typeface="Arial" panose="020B0604020202020204" pitchFamily="34" charset="0"/>
              <a:buNone/>
              <a:tabLst/>
              <a:defRPr sz="1400">
                <a:solidFill>
                  <a:schemeClr val="bg1"/>
                </a:solidFill>
              </a:defRPr>
            </a:lvl3pPr>
            <a:lvl4pPr marL="519112" indent="0">
              <a:lnSpc>
                <a:spcPct val="100000"/>
              </a:lnSpc>
              <a:buClr>
                <a:schemeClr val="accent2"/>
              </a:buClr>
              <a:buFont typeface="Arial" panose="020B0604020202020204" pitchFamily="34" charset="0"/>
              <a:buNone/>
              <a:tabLst/>
              <a:defRPr sz="1200">
                <a:solidFill>
                  <a:schemeClr val="bg1"/>
                </a:solidFill>
              </a:defRPr>
            </a:lvl4pPr>
            <a:lvl5pPr marL="685800" indent="0">
              <a:lnSpc>
                <a:spcPct val="100000"/>
              </a:lnSpc>
              <a:buClr>
                <a:schemeClr val="accent2"/>
              </a:buClr>
              <a:buFont typeface="Arial" panose="020B0604020202020204" pitchFamily="34" charset="0"/>
              <a:buNone/>
              <a:tabLst/>
              <a:defRPr sz="1200">
                <a:solidFill>
                  <a:schemeClr val="bg1"/>
                </a:solidFill>
              </a:defRPr>
            </a:lvl5pPr>
          </a:lstStyle>
          <a:p>
            <a:r>
              <a:rPr lang="en-US" dirty="0"/>
              <a:t>Subhead (not required, max two lines)</a:t>
            </a:r>
          </a:p>
          <a:p>
            <a:pPr lvl="0"/>
            <a:endParaRPr lang="en-US" dirty="0"/>
          </a:p>
        </p:txBody>
      </p:sp>
      <p:sp>
        <p:nvSpPr>
          <p:cNvPr id="13" name="Slide Number Placeholder 5">
            <a:extLst>
              <a:ext uri="{FF2B5EF4-FFF2-40B4-BE49-F238E27FC236}">
                <a16:creationId xmlns:a16="http://schemas.microsoft.com/office/drawing/2014/main" id="{C9736184-ED63-6779-B7C5-534556DC214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0" y="6356349"/>
            <a:ext cx="62257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100">
                <a:solidFill>
                  <a:schemeClr val="bg1"/>
                </a:solidFill>
              </a:defRPr>
            </a:lvl1pPr>
          </a:lstStyle>
          <a:p>
            <a:fld id="{BAD56BAB-9B7B-4C09-8A45-659D39241E09}" type="slidenum">
              <a:rPr lang="es-CL" smtClean="0"/>
              <a:t>‹#›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2903902041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1-Up ">
    <p:bg>
      <p:bgPr>
        <a:solidFill>
          <a:schemeClr val="bg1">
            <a:alpha val="20231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5">
            <a:extLst>
              <a:ext uri="{FF2B5EF4-FFF2-40B4-BE49-F238E27FC236}">
                <a16:creationId xmlns:a16="http://schemas.microsoft.com/office/drawing/2014/main" id="{2D92EE01-92FE-27B7-8491-8AE3AAC0FEF1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1104900" y="1905002"/>
            <a:ext cx="10477499" cy="4267198"/>
          </a:xfrm>
        </p:spPr>
        <p:txBody>
          <a:bodyPr>
            <a:noAutofit/>
          </a:bodyPr>
          <a:lstStyle>
            <a:lvl1pPr marL="174625" indent="-174625">
              <a:lnSpc>
                <a:spcPct val="100000"/>
              </a:lnSpc>
              <a:buClr>
                <a:schemeClr val="accent2"/>
              </a:buClr>
              <a:buFont typeface="Arial" panose="020B0604020202020204" pitchFamily="34" charset="0"/>
              <a:buChar char="•"/>
              <a:tabLst/>
              <a:defRPr sz="1600">
                <a:solidFill>
                  <a:schemeClr val="tx1"/>
                </a:solidFill>
              </a:defRPr>
            </a:lvl1pPr>
            <a:lvl2pPr marL="342900" indent="-168275">
              <a:lnSpc>
                <a:spcPct val="100000"/>
              </a:lnSpc>
              <a:buClr>
                <a:schemeClr val="accent2"/>
              </a:buClr>
              <a:buFont typeface="Arial" panose="020B0604020202020204" pitchFamily="34" charset="0"/>
              <a:buChar char="•"/>
              <a:tabLst/>
              <a:defRPr sz="1600">
                <a:solidFill>
                  <a:schemeClr val="tx1"/>
                </a:solidFill>
              </a:defRPr>
            </a:lvl2pPr>
            <a:lvl3pPr marL="519113" indent="-176213">
              <a:lnSpc>
                <a:spcPct val="100000"/>
              </a:lnSpc>
              <a:buClr>
                <a:schemeClr val="accent2"/>
              </a:buClr>
              <a:buFont typeface="Arial" panose="020B0604020202020204" pitchFamily="34" charset="0"/>
              <a:buChar char="•"/>
              <a:tabLst/>
              <a:defRPr sz="1600">
                <a:solidFill>
                  <a:schemeClr val="tx1"/>
                </a:solidFill>
              </a:defRPr>
            </a:lvl3pPr>
            <a:lvl4pPr marL="685800" indent="-166688">
              <a:lnSpc>
                <a:spcPct val="100000"/>
              </a:lnSpc>
              <a:buClr>
                <a:schemeClr val="accent2"/>
              </a:buClr>
              <a:buFont typeface="Arial" panose="020B0604020202020204" pitchFamily="34" charset="0"/>
              <a:buChar char="•"/>
              <a:tabLst/>
              <a:defRPr sz="1600">
                <a:solidFill>
                  <a:schemeClr val="tx1"/>
                </a:solidFill>
              </a:defRPr>
            </a:lvl4pPr>
            <a:lvl5pPr marL="862013" indent="-176213">
              <a:lnSpc>
                <a:spcPct val="100000"/>
              </a:lnSpc>
              <a:buClr>
                <a:schemeClr val="accent2"/>
              </a:buClr>
              <a:buFont typeface="Arial" panose="020B0604020202020204" pitchFamily="34" charset="0"/>
              <a:buChar char="•"/>
              <a:tabLst/>
              <a:defRPr sz="1600">
                <a:solidFill>
                  <a:schemeClr val="tx1"/>
                </a:solidFill>
              </a:defRPr>
            </a:lvl5pPr>
          </a:lstStyle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n-US" dirty="0"/>
          </a:p>
        </p:txBody>
      </p:sp>
      <p:sp>
        <p:nvSpPr>
          <p:cNvPr id="4" name="Vertical Text Placeholder 13">
            <a:extLst>
              <a:ext uri="{FF2B5EF4-FFF2-40B4-BE49-F238E27FC236}">
                <a16:creationId xmlns:a16="http://schemas.microsoft.com/office/drawing/2014/main" id="{E932BD03-3866-775C-FCE1-9468113E4954}"/>
              </a:ext>
            </a:extLst>
          </p:cNvPr>
          <p:cNvSpPr>
            <a:spLocks noGrp="1"/>
          </p:cNvSpPr>
          <p:nvPr>
            <p:ph type="body" orient="vert" sz="quarter" idx="17" hasCustomPrompt="1"/>
          </p:nvPr>
        </p:nvSpPr>
        <p:spPr>
          <a:xfrm rot="10800000">
            <a:off x="0" y="685800"/>
            <a:ext cx="609600" cy="5486399"/>
          </a:xfrm>
        </p:spPr>
        <p:txBody>
          <a:bodyPr vert="eaVert" anchor="ctr">
            <a:noAutofit/>
          </a:bodyPr>
          <a:lstStyle>
            <a:lvl1pPr marL="0" indent="0" algn="ctr">
              <a:buNone/>
              <a:defRPr sz="1200" spc="30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pPr lvl="0"/>
            <a:r>
              <a:rPr lang="en-US" dirty="0"/>
              <a:t>SECTION TITLE</a:t>
            </a:r>
          </a:p>
        </p:txBody>
      </p:sp>
      <p:sp>
        <p:nvSpPr>
          <p:cNvPr id="8" name="Slide Number Placeholder 5">
            <a:extLst>
              <a:ext uri="{FF2B5EF4-FFF2-40B4-BE49-F238E27FC236}">
                <a16:creationId xmlns:a16="http://schemas.microsoft.com/office/drawing/2014/main" id="{D3877212-0337-0A89-2140-1837D97F806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0" y="6356349"/>
            <a:ext cx="62257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100">
                <a:solidFill>
                  <a:schemeClr val="bg1">
                    <a:lumMod val="65000"/>
                  </a:schemeClr>
                </a:solidFill>
              </a:defRPr>
            </a:lvl1pPr>
          </a:lstStyle>
          <a:p>
            <a:fld id="{BAD56BAB-9B7B-4C09-8A45-659D39241E09}" type="slidenum">
              <a:rPr lang="es-CL" smtClean="0"/>
              <a:t>‹#›</a:t>
            </a:fld>
            <a:endParaRPr lang="es-CL"/>
          </a:p>
        </p:txBody>
      </p:sp>
      <p:sp>
        <p:nvSpPr>
          <p:cNvPr id="9" name="Title 2">
            <a:extLst>
              <a:ext uri="{FF2B5EF4-FFF2-40B4-BE49-F238E27FC236}">
                <a16:creationId xmlns:a16="http://schemas.microsoft.com/office/drawing/2014/main" id="{50D7E829-0820-3DB9-FA55-7C961469D7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04900" y="685800"/>
            <a:ext cx="10477497" cy="898555"/>
          </a:xfrm>
        </p:spPr>
        <p:txBody>
          <a:bodyPr anchor="t" anchorCtr="0">
            <a:noAutofit/>
          </a:bodyPr>
          <a:lstStyle>
            <a:lvl1pPr>
              <a:defRPr sz="3200" b="1">
                <a:solidFill>
                  <a:schemeClr val="tx1"/>
                </a:solidFill>
              </a:defRPr>
            </a:lvl1pPr>
          </a:lstStyle>
          <a:p>
            <a:r>
              <a:rPr lang="es-MX"/>
              <a:t>Haz clic para modificar el estilo de título del patrón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84145667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15775137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 Footer Blac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raphic 1">
            <a:extLst>
              <a:ext uri="{FF2B5EF4-FFF2-40B4-BE49-F238E27FC236}">
                <a16:creationId xmlns:a16="http://schemas.microsoft.com/office/drawing/2014/main" id="{981C625F-C66F-1373-141C-E36C160D0D35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78777" y="6474193"/>
            <a:ext cx="820683" cy="198585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A8E6E8FD-F743-B760-4565-52A5B0B667B8}"/>
              </a:ext>
            </a:extLst>
          </p:cNvPr>
          <p:cNvSpPr txBox="1"/>
          <p:nvPr userDrawn="1"/>
        </p:nvSpPr>
        <p:spPr>
          <a:xfrm>
            <a:off x="11616267" y="6570337"/>
            <a:ext cx="389880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fld id="{39BFE1BD-C136-3F41-856A-526B10A97418}" type="slidenum">
              <a:rPr lang="en-US" sz="900" smtClean="0">
                <a:solidFill>
                  <a:schemeClr val="tx1"/>
                </a:solidFill>
              </a:rPr>
              <a:pPr algn="r"/>
              <a:t>‹#›</a:t>
            </a:fld>
            <a:endParaRPr lang="en-US" sz="900" dirty="0">
              <a:solidFill>
                <a:schemeClr val="tx1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DF76087-D7C9-C1C3-5E17-263AB892AD6D}"/>
              </a:ext>
            </a:extLst>
          </p:cNvPr>
          <p:cNvSpPr txBox="1"/>
          <p:nvPr userDrawn="1"/>
        </p:nvSpPr>
        <p:spPr>
          <a:xfrm>
            <a:off x="9265920" y="6570337"/>
            <a:ext cx="2231676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r>
              <a:rPr lang="en-US" sz="900" dirty="0">
                <a:solidFill>
                  <a:schemeClr val="tx1"/>
                </a:solidFill>
              </a:rPr>
              <a:t>©2025 Ellucian. Confidential and Proprietary</a:t>
            </a:r>
          </a:p>
        </p:txBody>
      </p:sp>
    </p:spTree>
    <p:extLst>
      <p:ext uri="{BB962C8B-B14F-4D97-AF65-F5344CB8AC3E}">
        <p14:creationId xmlns:p14="http://schemas.microsoft.com/office/powerpoint/2010/main" val="734871144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 Purple Half Le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FFE05E42-38B4-613A-91A3-6308614973EC}"/>
              </a:ext>
            </a:extLst>
          </p:cNvPr>
          <p:cNvSpPr/>
          <p:nvPr userDrawn="1"/>
        </p:nvSpPr>
        <p:spPr>
          <a:xfrm>
            <a:off x="0" y="0"/>
            <a:ext cx="6096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9" name="Graphic 8">
            <a:extLst>
              <a:ext uri="{FF2B5EF4-FFF2-40B4-BE49-F238E27FC236}">
                <a16:creationId xmlns:a16="http://schemas.microsoft.com/office/drawing/2014/main" id="{EE1FD067-74D8-0E64-F510-C09BEC15D055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78777" y="6474193"/>
            <a:ext cx="820683" cy="198585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116E64D5-8E4A-3059-BC15-EB884BE08EC3}"/>
              </a:ext>
            </a:extLst>
          </p:cNvPr>
          <p:cNvSpPr txBox="1"/>
          <p:nvPr userDrawn="1"/>
        </p:nvSpPr>
        <p:spPr>
          <a:xfrm>
            <a:off x="11616267" y="6570337"/>
            <a:ext cx="389880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fld id="{39BFE1BD-C136-3F41-856A-526B10A97418}" type="slidenum">
              <a:rPr lang="en-US" sz="900" smtClean="0">
                <a:solidFill>
                  <a:schemeClr val="tx1"/>
                </a:solidFill>
              </a:rPr>
              <a:pPr algn="r"/>
              <a:t>‹#›</a:t>
            </a:fld>
            <a:endParaRPr lang="en-US" sz="900" dirty="0">
              <a:solidFill>
                <a:schemeClr val="tx1"/>
              </a:solidFill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0DFD1F0B-69D7-F3A9-055F-2A986648AD27}"/>
              </a:ext>
            </a:extLst>
          </p:cNvPr>
          <p:cNvSpPr txBox="1"/>
          <p:nvPr userDrawn="1"/>
        </p:nvSpPr>
        <p:spPr>
          <a:xfrm>
            <a:off x="9265920" y="6570337"/>
            <a:ext cx="2231676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r>
              <a:rPr lang="en-US" sz="900" dirty="0">
                <a:solidFill>
                  <a:schemeClr val="tx1"/>
                </a:solidFill>
              </a:rPr>
              <a:t>©2025 Ellucian. Confidential and Proprietary</a:t>
            </a:r>
          </a:p>
        </p:txBody>
      </p:sp>
    </p:spTree>
    <p:extLst>
      <p:ext uri="{BB962C8B-B14F-4D97-AF65-F5344CB8AC3E}">
        <p14:creationId xmlns:p14="http://schemas.microsoft.com/office/powerpoint/2010/main" val="4045396911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 Purple Half R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FFE05E42-38B4-613A-91A3-6308614973EC}"/>
              </a:ext>
            </a:extLst>
          </p:cNvPr>
          <p:cNvSpPr/>
          <p:nvPr userDrawn="1"/>
        </p:nvSpPr>
        <p:spPr>
          <a:xfrm>
            <a:off x="6096000" y="0"/>
            <a:ext cx="6096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6DB79317-11D6-0AF3-4B54-BDA534C904B3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78777" y="6474193"/>
            <a:ext cx="820683" cy="198585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3C7209B0-4D3E-B28A-692D-AB3B431BDB03}"/>
              </a:ext>
            </a:extLst>
          </p:cNvPr>
          <p:cNvSpPr txBox="1"/>
          <p:nvPr userDrawn="1"/>
        </p:nvSpPr>
        <p:spPr>
          <a:xfrm>
            <a:off x="11616267" y="6570337"/>
            <a:ext cx="389880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fld id="{39BFE1BD-C136-3F41-856A-526B10A97418}" type="slidenum">
              <a:rPr lang="en-US" sz="900" smtClean="0">
                <a:solidFill>
                  <a:schemeClr val="bg1"/>
                </a:solidFill>
              </a:rPr>
              <a:pPr algn="r"/>
              <a:t>‹#›</a:t>
            </a:fld>
            <a:endParaRPr lang="en-US" sz="900" dirty="0">
              <a:solidFill>
                <a:schemeClr val="bg1"/>
              </a:solidFill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65158A56-C172-10B2-D489-16D7DACEC5FE}"/>
              </a:ext>
            </a:extLst>
          </p:cNvPr>
          <p:cNvSpPr txBox="1"/>
          <p:nvPr userDrawn="1"/>
        </p:nvSpPr>
        <p:spPr>
          <a:xfrm>
            <a:off x="9265920" y="6570337"/>
            <a:ext cx="2231676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r>
              <a:rPr lang="en-US" sz="900" dirty="0">
                <a:solidFill>
                  <a:schemeClr val="bg1"/>
                </a:solidFill>
              </a:rPr>
              <a:t>©2025 Ellucian. Confidential and Proprietary</a:t>
            </a:r>
          </a:p>
        </p:txBody>
      </p:sp>
    </p:spTree>
    <p:extLst>
      <p:ext uri="{BB962C8B-B14F-4D97-AF65-F5344CB8AC3E}">
        <p14:creationId xmlns:p14="http://schemas.microsoft.com/office/powerpoint/2010/main" val="1513132177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 Gray Half Le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FFE05E42-38B4-613A-91A3-6308614973EC}"/>
              </a:ext>
            </a:extLst>
          </p:cNvPr>
          <p:cNvSpPr/>
          <p:nvPr userDrawn="1"/>
        </p:nvSpPr>
        <p:spPr>
          <a:xfrm>
            <a:off x="0" y="0"/>
            <a:ext cx="6096000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" name="Graphic 1">
            <a:extLst>
              <a:ext uri="{FF2B5EF4-FFF2-40B4-BE49-F238E27FC236}">
                <a16:creationId xmlns:a16="http://schemas.microsoft.com/office/drawing/2014/main" id="{0ABA3577-65BA-7CC4-5395-E38F2A7AC772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78777" y="6474193"/>
            <a:ext cx="820683" cy="198585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E135DE03-26E8-0184-A39C-5A462BDC2DCF}"/>
              </a:ext>
            </a:extLst>
          </p:cNvPr>
          <p:cNvSpPr txBox="1"/>
          <p:nvPr userDrawn="1"/>
        </p:nvSpPr>
        <p:spPr>
          <a:xfrm>
            <a:off x="11616267" y="6570337"/>
            <a:ext cx="389880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fld id="{39BFE1BD-C136-3F41-856A-526B10A97418}" type="slidenum">
              <a:rPr lang="en-US" sz="900" smtClean="0">
                <a:solidFill>
                  <a:schemeClr val="tx1"/>
                </a:solidFill>
              </a:rPr>
              <a:pPr algn="r"/>
              <a:t>‹#›</a:t>
            </a:fld>
            <a:endParaRPr lang="en-US" sz="900" dirty="0">
              <a:solidFill>
                <a:schemeClr val="tx1"/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9F91899-8397-C452-E914-5DA32F2E64BE}"/>
              </a:ext>
            </a:extLst>
          </p:cNvPr>
          <p:cNvSpPr txBox="1"/>
          <p:nvPr userDrawn="1"/>
        </p:nvSpPr>
        <p:spPr>
          <a:xfrm>
            <a:off x="9144000" y="6570337"/>
            <a:ext cx="2353596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r>
              <a:rPr lang="en-US" sz="900" dirty="0">
                <a:solidFill>
                  <a:schemeClr val="tx1"/>
                </a:solidFill>
              </a:rPr>
              <a:t>©2025 Ellucian. Confidential and Proprietary</a:t>
            </a:r>
          </a:p>
        </p:txBody>
      </p:sp>
    </p:spTree>
    <p:extLst>
      <p:ext uri="{BB962C8B-B14F-4D97-AF65-F5344CB8AC3E}">
        <p14:creationId xmlns:p14="http://schemas.microsoft.com/office/powerpoint/2010/main" val="3579621108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 Gray Half R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FFE05E42-38B4-613A-91A3-6308614973EC}"/>
              </a:ext>
            </a:extLst>
          </p:cNvPr>
          <p:cNvSpPr/>
          <p:nvPr userDrawn="1"/>
        </p:nvSpPr>
        <p:spPr>
          <a:xfrm>
            <a:off x="6096000" y="0"/>
            <a:ext cx="6096000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7695EB3C-8530-E0C8-4217-5508CF63DB53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78777" y="6474193"/>
            <a:ext cx="820683" cy="198585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59450D81-7260-A5B0-C045-065E98F3D872}"/>
              </a:ext>
            </a:extLst>
          </p:cNvPr>
          <p:cNvSpPr txBox="1"/>
          <p:nvPr userDrawn="1"/>
        </p:nvSpPr>
        <p:spPr>
          <a:xfrm>
            <a:off x="11616267" y="6570337"/>
            <a:ext cx="389880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fld id="{39BFE1BD-C136-3F41-856A-526B10A97418}" type="slidenum">
              <a:rPr lang="en-US" sz="900" smtClean="0">
                <a:solidFill>
                  <a:schemeClr val="tx1"/>
                </a:solidFill>
              </a:rPr>
              <a:pPr algn="r"/>
              <a:t>‹#›</a:t>
            </a:fld>
            <a:endParaRPr lang="en-US" sz="900" dirty="0">
              <a:solidFill>
                <a:schemeClr val="tx1"/>
              </a:solidFill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C8E4D3A3-6199-EF4C-2D38-F8DA60A48FEE}"/>
              </a:ext>
            </a:extLst>
          </p:cNvPr>
          <p:cNvSpPr txBox="1"/>
          <p:nvPr userDrawn="1"/>
        </p:nvSpPr>
        <p:spPr>
          <a:xfrm>
            <a:off x="9265920" y="6570337"/>
            <a:ext cx="2231676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r>
              <a:rPr lang="en-US" sz="900" dirty="0">
                <a:solidFill>
                  <a:schemeClr val="tx1"/>
                </a:solidFill>
              </a:rPr>
              <a:t>©2025 Ellucian. Confidential and Proprietary</a:t>
            </a:r>
          </a:p>
        </p:txBody>
      </p:sp>
    </p:spTree>
    <p:extLst>
      <p:ext uri="{BB962C8B-B14F-4D97-AF65-F5344CB8AC3E}">
        <p14:creationId xmlns:p14="http://schemas.microsoft.com/office/powerpoint/2010/main" val="4231762787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 Green Half Le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FFE05E42-38B4-613A-91A3-6308614973EC}"/>
              </a:ext>
            </a:extLst>
          </p:cNvPr>
          <p:cNvSpPr/>
          <p:nvPr userDrawn="1"/>
        </p:nvSpPr>
        <p:spPr>
          <a:xfrm>
            <a:off x="0" y="0"/>
            <a:ext cx="6096000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" name="Graphic 1">
            <a:extLst>
              <a:ext uri="{FF2B5EF4-FFF2-40B4-BE49-F238E27FC236}">
                <a16:creationId xmlns:a16="http://schemas.microsoft.com/office/drawing/2014/main" id="{40CB40AC-8E27-B4CE-FE98-617281F61892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78777" y="6474193"/>
            <a:ext cx="820683" cy="198585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08A44510-D9B6-3D27-0025-27FFAAD9F8AE}"/>
              </a:ext>
            </a:extLst>
          </p:cNvPr>
          <p:cNvSpPr txBox="1"/>
          <p:nvPr userDrawn="1"/>
        </p:nvSpPr>
        <p:spPr>
          <a:xfrm>
            <a:off x="11616267" y="6570337"/>
            <a:ext cx="389880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fld id="{39BFE1BD-C136-3F41-856A-526B10A97418}" type="slidenum">
              <a:rPr lang="en-US" sz="900" smtClean="0">
                <a:solidFill>
                  <a:schemeClr val="tx1"/>
                </a:solidFill>
              </a:rPr>
              <a:pPr algn="r"/>
              <a:t>‹#›</a:t>
            </a:fld>
            <a:endParaRPr lang="en-US" sz="900" dirty="0">
              <a:solidFill>
                <a:schemeClr val="tx1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9DBE2C0-3213-6D2D-4479-AD9B8089A641}"/>
              </a:ext>
            </a:extLst>
          </p:cNvPr>
          <p:cNvSpPr txBox="1"/>
          <p:nvPr userDrawn="1"/>
        </p:nvSpPr>
        <p:spPr>
          <a:xfrm>
            <a:off x="9144000" y="6570337"/>
            <a:ext cx="2353596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r>
              <a:rPr lang="en-US" sz="900" dirty="0">
                <a:solidFill>
                  <a:schemeClr val="tx1"/>
                </a:solidFill>
              </a:rPr>
              <a:t>©2025 Ellucian. Confidential and Proprietary</a:t>
            </a:r>
          </a:p>
        </p:txBody>
      </p:sp>
    </p:spTree>
    <p:extLst>
      <p:ext uri="{BB962C8B-B14F-4D97-AF65-F5344CB8AC3E}">
        <p14:creationId xmlns:p14="http://schemas.microsoft.com/office/powerpoint/2010/main" val="2205884030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 Green Half R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FFE05E42-38B4-613A-91A3-6308614973EC}"/>
              </a:ext>
            </a:extLst>
          </p:cNvPr>
          <p:cNvSpPr/>
          <p:nvPr userDrawn="1"/>
        </p:nvSpPr>
        <p:spPr>
          <a:xfrm>
            <a:off x="6096000" y="0"/>
            <a:ext cx="6096000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61839101-BBAA-D670-10CD-40BF5E0392E8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78777" y="6474193"/>
            <a:ext cx="820683" cy="198585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DCCF7E87-236E-67B1-F9B1-5ACC27A1C0BF}"/>
              </a:ext>
            </a:extLst>
          </p:cNvPr>
          <p:cNvSpPr txBox="1"/>
          <p:nvPr userDrawn="1"/>
        </p:nvSpPr>
        <p:spPr>
          <a:xfrm>
            <a:off x="11616267" y="6570337"/>
            <a:ext cx="389880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fld id="{39BFE1BD-C136-3F41-856A-526B10A97418}" type="slidenum">
              <a:rPr lang="en-US" sz="900" smtClean="0">
                <a:solidFill>
                  <a:schemeClr val="tx1"/>
                </a:solidFill>
              </a:rPr>
              <a:pPr algn="r"/>
              <a:t>‹#›</a:t>
            </a:fld>
            <a:endParaRPr lang="en-US" sz="900" dirty="0">
              <a:solidFill>
                <a:schemeClr val="tx1"/>
              </a:solidFill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8B6E2BFF-AA3C-F635-EDE7-1D4D95732292}"/>
              </a:ext>
            </a:extLst>
          </p:cNvPr>
          <p:cNvSpPr txBox="1"/>
          <p:nvPr userDrawn="1"/>
        </p:nvSpPr>
        <p:spPr>
          <a:xfrm>
            <a:off x="9265920" y="6570337"/>
            <a:ext cx="2231676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r>
              <a:rPr lang="en-US" sz="900" dirty="0">
                <a:solidFill>
                  <a:schemeClr val="tx1"/>
                </a:solidFill>
              </a:rPr>
              <a:t>©2025 Ellucian. Confidential and Proprietary</a:t>
            </a:r>
          </a:p>
        </p:txBody>
      </p:sp>
    </p:spTree>
    <p:extLst>
      <p:ext uri="{BB962C8B-B14F-4D97-AF65-F5344CB8AC3E}">
        <p14:creationId xmlns:p14="http://schemas.microsoft.com/office/powerpoint/2010/main" val="1707213178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 Purple Third Le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5788CB9F-7B69-6D25-41A0-F5D4BFE324C9}"/>
              </a:ext>
            </a:extLst>
          </p:cNvPr>
          <p:cNvSpPr/>
          <p:nvPr userDrawn="1"/>
        </p:nvSpPr>
        <p:spPr>
          <a:xfrm>
            <a:off x="0" y="0"/>
            <a:ext cx="406398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Graphic 2">
            <a:extLst>
              <a:ext uri="{FF2B5EF4-FFF2-40B4-BE49-F238E27FC236}">
                <a16:creationId xmlns:a16="http://schemas.microsoft.com/office/drawing/2014/main" id="{2E0AAAEA-1F16-516A-417D-DC9DF964E800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78777" y="6474193"/>
            <a:ext cx="820683" cy="198585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66FD55EF-B73C-D814-E528-7EF5EBB86F1C}"/>
              </a:ext>
            </a:extLst>
          </p:cNvPr>
          <p:cNvSpPr txBox="1"/>
          <p:nvPr userDrawn="1"/>
        </p:nvSpPr>
        <p:spPr>
          <a:xfrm>
            <a:off x="11616267" y="6570337"/>
            <a:ext cx="389880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fld id="{39BFE1BD-C136-3F41-856A-526B10A97418}" type="slidenum">
              <a:rPr lang="en-US" sz="900" smtClean="0">
                <a:solidFill>
                  <a:schemeClr val="tx1"/>
                </a:solidFill>
              </a:rPr>
              <a:pPr algn="r"/>
              <a:t>‹#›</a:t>
            </a:fld>
            <a:endParaRPr lang="en-US" sz="900" dirty="0">
              <a:solidFill>
                <a:schemeClr val="tx1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077C5A4-055F-072E-16C5-84527D1FFDB1}"/>
              </a:ext>
            </a:extLst>
          </p:cNvPr>
          <p:cNvSpPr txBox="1"/>
          <p:nvPr userDrawn="1"/>
        </p:nvSpPr>
        <p:spPr>
          <a:xfrm>
            <a:off x="9265920" y="6570337"/>
            <a:ext cx="2231676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r>
              <a:rPr lang="en-US" sz="900" dirty="0">
                <a:solidFill>
                  <a:schemeClr val="tx1"/>
                </a:solidFill>
              </a:rPr>
              <a:t>©2025 Ellucian. Confidential and Proprietary</a:t>
            </a:r>
          </a:p>
        </p:txBody>
      </p:sp>
    </p:spTree>
    <p:extLst>
      <p:ext uri="{BB962C8B-B14F-4D97-AF65-F5344CB8AC3E}">
        <p14:creationId xmlns:p14="http://schemas.microsoft.com/office/powerpoint/2010/main" val="2199110435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 Purple Third R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F8A5C8E9-F647-20C1-E64B-5FADBF7E8499}"/>
              </a:ext>
            </a:extLst>
          </p:cNvPr>
          <p:cNvSpPr/>
          <p:nvPr userDrawn="1"/>
        </p:nvSpPr>
        <p:spPr>
          <a:xfrm>
            <a:off x="8128016" y="0"/>
            <a:ext cx="406398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C66E5DE2-889D-3DE4-3572-3DCEEA210F8E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78777" y="6474193"/>
            <a:ext cx="820683" cy="198585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7C932288-F84C-D66E-3E63-ED023CEAD978}"/>
              </a:ext>
            </a:extLst>
          </p:cNvPr>
          <p:cNvSpPr txBox="1"/>
          <p:nvPr userDrawn="1"/>
        </p:nvSpPr>
        <p:spPr>
          <a:xfrm>
            <a:off x="11616267" y="6570337"/>
            <a:ext cx="389880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fld id="{39BFE1BD-C136-3F41-856A-526B10A97418}" type="slidenum">
              <a:rPr lang="en-US" sz="900" smtClean="0">
                <a:solidFill>
                  <a:schemeClr val="bg1"/>
                </a:solidFill>
              </a:rPr>
              <a:pPr algn="r"/>
              <a:t>‹#›</a:t>
            </a:fld>
            <a:endParaRPr lang="en-US" sz="900" dirty="0">
              <a:solidFill>
                <a:schemeClr val="bg1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2AA4C6E-89CC-BA61-A575-3A36232457CA}"/>
              </a:ext>
            </a:extLst>
          </p:cNvPr>
          <p:cNvSpPr txBox="1"/>
          <p:nvPr userDrawn="1"/>
        </p:nvSpPr>
        <p:spPr>
          <a:xfrm>
            <a:off x="9265920" y="6570337"/>
            <a:ext cx="2231676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r>
              <a:rPr lang="en-US" sz="900" dirty="0">
                <a:solidFill>
                  <a:schemeClr val="bg1"/>
                </a:solidFill>
              </a:rPr>
              <a:t>©2025 Ellucian. Confidential and Proprietary</a:t>
            </a:r>
          </a:p>
        </p:txBody>
      </p:sp>
    </p:spTree>
    <p:extLst>
      <p:ext uri="{BB962C8B-B14F-4D97-AF65-F5344CB8AC3E}">
        <p14:creationId xmlns:p14="http://schemas.microsoft.com/office/powerpoint/2010/main" val="1517466231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 Gray Third Le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9B3401B5-FB7E-EDEB-5D87-90FA593EF7F8}"/>
              </a:ext>
            </a:extLst>
          </p:cNvPr>
          <p:cNvSpPr/>
          <p:nvPr userDrawn="1"/>
        </p:nvSpPr>
        <p:spPr>
          <a:xfrm>
            <a:off x="0" y="0"/>
            <a:ext cx="4063984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Graphic 2">
            <a:extLst>
              <a:ext uri="{FF2B5EF4-FFF2-40B4-BE49-F238E27FC236}">
                <a16:creationId xmlns:a16="http://schemas.microsoft.com/office/drawing/2014/main" id="{9D04E6AC-3638-47BF-6BFD-E68AF8093ADB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78777" y="6474193"/>
            <a:ext cx="820683" cy="198585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AC033454-6E80-8B9B-BBCB-6434F5D21BAD}"/>
              </a:ext>
            </a:extLst>
          </p:cNvPr>
          <p:cNvSpPr txBox="1"/>
          <p:nvPr userDrawn="1"/>
        </p:nvSpPr>
        <p:spPr>
          <a:xfrm>
            <a:off x="11616267" y="6570337"/>
            <a:ext cx="389880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fld id="{39BFE1BD-C136-3F41-856A-526B10A97418}" type="slidenum">
              <a:rPr lang="en-US" sz="900" smtClean="0">
                <a:solidFill>
                  <a:schemeClr val="tx1"/>
                </a:solidFill>
              </a:rPr>
              <a:pPr algn="r"/>
              <a:t>‹#›</a:t>
            </a:fld>
            <a:endParaRPr lang="en-US" sz="900" dirty="0">
              <a:solidFill>
                <a:schemeClr val="tx1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F42D7DB-F5BA-604F-2A99-DBAB5A8DE7ED}"/>
              </a:ext>
            </a:extLst>
          </p:cNvPr>
          <p:cNvSpPr txBox="1"/>
          <p:nvPr userDrawn="1"/>
        </p:nvSpPr>
        <p:spPr>
          <a:xfrm>
            <a:off x="9144000" y="6570337"/>
            <a:ext cx="2353596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r>
              <a:rPr lang="en-US" sz="900" dirty="0">
                <a:solidFill>
                  <a:schemeClr val="tx1"/>
                </a:solidFill>
              </a:rPr>
              <a:t>©2025 Ellucian. Confidential and Proprietary</a:t>
            </a:r>
          </a:p>
        </p:txBody>
      </p:sp>
    </p:spTree>
    <p:extLst>
      <p:ext uri="{BB962C8B-B14F-4D97-AF65-F5344CB8AC3E}">
        <p14:creationId xmlns:p14="http://schemas.microsoft.com/office/powerpoint/2010/main" val="3241187953"/>
      </p:ext>
    </p:extLst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 Gray Third R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6DFEDEB4-E39B-67FF-92F1-4314058FBAAE}"/>
              </a:ext>
            </a:extLst>
          </p:cNvPr>
          <p:cNvSpPr/>
          <p:nvPr userDrawn="1"/>
        </p:nvSpPr>
        <p:spPr>
          <a:xfrm>
            <a:off x="8128016" y="0"/>
            <a:ext cx="4063984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145C3B88-0182-B843-BB3B-F145067D5C95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78777" y="6474193"/>
            <a:ext cx="820683" cy="198585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CC84ADAE-B350-C159-D672-6F29FE4CC4FD}"/>
              </a:ext>
            </a:extLst>
          </p:cNvPr>
          <p:cNvSpPr txBox="1"/>
          <p:nvPr userDrawn="1"/>
        </p:nvSpPr>
        <p:spPr>
          <a:xfrm>
            <a:off x="11616267" y="6570337"/>
            <a:ext cx="389880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fld id="{39BFE1BD-C136-3F41-856A-526B10A97418}" type="slidenum">
              <a:rPr lang="en-US" sz="900" smtClean="0">
                <a:solidFill>
                  <a:schemeClr val="tx1"/>
                </a:solidFill>
              </a:rPr>
              <a:pPr algn="r"/>
              <a:t>‹#›</a:t>
            </a:fld>
            <a:endParaRPr lang="en-US" sz="900" dirty="0">
              <a:solidFill>
                <a:schemeClr val="tx1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3FB9DF3-A55E-DBF2-C049-8624E2CA3238}"/>
              </a:ext>
            </a:extLst>
          </p:cNvPr>
          <p:cNvSpPr txBox="1"/>
          <p:nvPr userDrawn="1"/>
        </p:nvSpPr>
        <p:spPr>
          <a:xfrm>
            <a:off x="9265920" y="6570337"/>
            <a:ext cx="2231676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r>
              <a:rPr lang="en-US" sz="900" dirty="0">
                <a:solidFill>
                  <a:schemeClr val="tx1"/>
                </a:solidFill>
              </a:rPr>
              <a:t>©2025 Ellucian. Confidential and Proprietary</a:t>
            </a:r>
          </a:p>
        </p:txBody>
      </p:sp>
    </p:spTree>
    <p:extLst>
      <p:ext uri="{BB962C8B-B14F-4D97-AF65-F5344CB8AC3E}">
        <p14:creationId xmlns:p14="http://schemas.microsoft.com/office/powerpoint/2010/main" val="3551272102"/>
      </p:ext>
    </p:extLst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 Green Third Le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9B3401B5-FB7E-EDEB-5D87-90FA593EF7F8}"/>
              </a:ext>
            </a:extLst>
          </p:cNvPr>
          <p:cNvSpPr/>
          <p:nvPr userDrawn="1"/>
        </p:nvSpPr>
        <p:spPr>
          <a:xfrm>
            <a:off x="0" y="0"/>
            <a:ext cx="4063984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Graphic 2">
            <a:extLst>
              <a:ext uri="{FF2B5EF4-FFF2-40B4-BE49-F238E27FC236}">
                <a16:creationId xmlns:a16="http://schemas.microsoft.com/office/drawing/2014/main" id="{3668F462-6E9A-C654-C321-DFBF69C7A66B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78777" y="6474193"/>
            <a:ext cx="820683" cy="198585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2F75F911-FCDF-6D37-1A4E-6CFB26AAEB35}"/>
              </a:ext>
            </a:extLst>
          </p:cNvPr>
          <p:cNvSpPr txBox="1"/>
          <p:nvPr userDrawn="1"/>
        </p:nvSpPr>
        <p:spPr>
          <a:xfrm>
            <a:off x="11616267" y="6570337"/>
            <a:ext cx="389880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fld id="{39BFE1BD-C136-3F41-856A-526B10A97418}" type="slidenum">
              <a:rPr lang="en-US" sz="900" smtClean="0">
                <a:solidFill>
                  <a:schemeClr val="tx1"/>
                </a:solidFill>
              </a:rPr>
              <a:pPr algn="r"/>
              <a:t>‹#›</a:t>
            </a:fld>
            <a:endParaRPr lang="en-US" sz="900" dirty="0">
              <a:solidFill>
                <a:schemeClr val="tx1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F4A93C5-2125-4620-62DB-C8E3A6CA982A}"/>
              </a:ext>
            </a:extLst>
          </p:cNvPr>
          <p:cNvSpPr txBox="1"/>
          <p:nvPr userDrawn="1"/>
        </p:nvSpPr>
        <p:spPr>
          <a:xfrm>
            <a:off x="9144000" y="6570337"/>
            <a:ext cx="2353596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r>
              <a:rPr lang="en-US" sz="900" dirty="0">
                <a:solidFill>
                  <a:schemeClr val="tx1"/>
                </a:solidFill>
              </a:rPr>
              <a:t>©2025 Ellucian. Confidential and Proprietary</a:t>
            </a:r>
          </a:p>
        </p:txBody>
      </p:sp>
    </p:spTree>
    <p:extLst>
      <p:ext uri="{BB962C8B-B14F-4D97-AF65-F5344CB8AC3E}">
        <p14:creationId xmlns:p14="http://schemas.microsoft.com/office/powerpoint/2010/main" val="3627546043"/>
      </p:ext>
    </p:extLst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 Green Third R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6DFEDEB4-E39B-67FF-92F1-4314058FBAAE}"/>
              </a:ext>
            </a:extLst>
          </p:cNvPr>
          <p:cNvSpPr/>
          <p:nvPr userDrawn="1"/>
        </p:nvSpPr>
        <p:spPr>
          <a:xfrm>
            <a:off x="8128016" y="0"/>
            <a:ext cx="4063984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CE396D46-CDE6-66B6-0A7B-6DEC14B972B8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78777" y="6474193"/>
            <a:ext cx="820683" cy="198585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36462404-BF65-8481-4332-5DF7AD5ED1C9}"/>
              </a:ext>
            </a:extLst>
          </p:cNvPr>
          <p:cNvSpPr txBox="1"/>
          <p:nvPr userDrawn="1"/>
        </p:nvSpPr>
        <p:spPr>
          <a:xfrm>
            <a:off x="11616267" y="6570337"/>
            <a:ext cx="389880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fld id="{39BFE1BD-C136-3F41-856A-526B10A97418}" type="slidenum">
              <a:rPr lang="en-US" sz="900" smtClean="0">
                <a:solidFill>
                  <a:schemeClr val="tx1"/>
                </a:solidFill>
              </a:rPr>
              <a:pPr algn="r"/>
              <a:t>‹#›</a:t>
            </a:fld>
            <a:endParaRPr lang="en-US" sz="900" dirty="0">
              <a:solidFill>
                <a:schemeClr val="tx1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C6232A2-9E4F-3C88-D771-7120FAD75090}"/>
              </a:ext>
            </a:extLst>
          </p:cNvPr>
          <p:cNvSpPr txBox="1"/>
          <p:nvPr userDrawn="1"/>
        </p:nvSpPr>
        <p:spPr>
          <a:xfrm>
            <a:off x="9265920" y="6570337"/>
            <a:ext cx="2231676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r>
              <a:rPr lang="en-US" sz="900" dirty="0">
                <a:solidFill>
                  <a:schemeClr val="tx1"/>
                </a:solidFill>
              </a:rPr>
              <a:t>©2025 Ellucian. Confidential and Proprietary</a:t>
            </a:r>
          </a:p>
        </p:txBody>
      </p:sp>
    </p:spTree>
    <p:extLst>
      <p:ext uri="{BB962C8B-B14F-4D97-AF65-F5344CB8AC3E}">
        <p14:creationId xmlns:p14="http://schemas.microsoft.com/office/powerpoint/2010/main" val="1066829086"/>
      </p:ext>
    </p:extLst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 Purp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6DFEDEB4-E39B-67FF-92F1-4314058FBAAE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7F4F974E-F629-0B9E-90C7-6BA76E29618B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78777" y="6474193"/>
            <a:ext cx="820683" cy="198585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D8B03757-D8E3-42CD-21F7-B5A125EE77E1}"/>
              </a:ext>
            </a:extLst>
          </p:cNvPr>
          <p:cNvSpPr txBox="1"/>
          <p:nvPr userDrawn="1"/>
        </p:nvSpPr>
        <p:spPr>
          <a:xfrm>
            <a:off x="11616267" y="6570337"/>
            <a:ext cx="389880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fld id="{39BFE1BD-C136-3F41-856A-526B10A97418}" type="slidenum">
              <a:rPr lang="en-US" sz="900" smtClean="0">
                <a:solidFill>
                  <a:schemeClr val="bg1"/>
                </a:solidFill>
              </a:rPr>
              <a:pPr algn="r"/>
              <a:t>‹#›</a:t>
            </a:fld>
            <a:endParaRPr lang="en-US" sz="900" dirty="0">
              <a:solidFill>
                <a:schemeClr val="bg1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21DA2E6-F483-60DE-DF61-B60C10DBDE89}"/>
              </a:ext>
            </a:extLst>
          </p:cNvPr>
          <p:cNvSpPr txBox="1"/>
          <p:nvPr userDrawn="1"/>
        </p:nvSpPr>
        <p:spPr>
          <a:xfrm>
            <a:off x="9265920" y="6570337"/>
            <a:ext cx="2231676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r>
              <a:rPr lang="en-US" sz="900" dirty="0">
                <a:solidFill>
                  <a:schemeClr val="bg1"/>
                </a:solidFill>
              </a:rPr>
              <a:t>©2025 Ellucian. Confidential and Proprietary</a:t>
            </a:r>
          </a:p>
        </p:txBody>
      </p:sp>
    </p:spTree>
    <p:extLst>
      <p:ext uri="{BB962C8B-B14F-4D97-AF65-F5344CB8AC3E}">
        <p14:creationId xmlns:p14="http://schemas.microsoft.com/office/powerpoint/2010/main" val="889164832"/>
      </p:ext>
    </p:extLst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 Dark Purp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6DFEDEB4-E39B-67FF-92F1-4314058FBAAE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7F4F974E-F629-0B9E-90C7-6BA76E29618B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78777" y="6474193"/>
            <a:ext cx="820683" cy="198585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D8B03757-D8E3-42CD-21F7-B5A125EE77E1}"/>
              </a:ext>
            </a:extLst>
          </p:cNvPr>
          <p:cNvSpPr txBox="1"/>
          <p:nvPr userDrawn="1"/>
        </p:nvSpPr>
        <p:spPr>
          <a:xfrm>
            <a:off x="11616267" y="6570337"/>
            <a:ext cx="389880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fld id="{39BFE1BD-C136-3F41-856A-526B10A97418}" type="slidenum">
              <a:rPr lang="en-US" sz="900" smtClean="0">
                <a:solidFill>
                  <a:schemeClr val="bg1"/>
                </a:solidFill>
              </a:rPr>
              <a:pPr algn="r"/>
              <a:t>‹#›</a:t>
            </a:fld>
            <a:endParaRPr lang="en-US" sz="900" dirty="0">
              <a:solidFill>
                <a:schemeClr val="bg1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593DCF4-AC60-B9D8-A985-C1CFC1A5AD75}"/>
              </a:ext>
            </a:extLst>
          </p:cNvPr>
          <p:cNvSpPr txBox="1"/>
          <p:nvPr userDrawn="1"/>
        </p:nvSpPr>
        <p:spPr>
          <a:xfrm>
            <a:off x="9265920" y="6570337"/>
            <a:ext cx="2231676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r>
              <a:rPr lang="en-US" sz="900" dirty="0">
                <a:solidFill>
                  <a:schemeClr val="bg1"/>
                </a:solidFill>
              </a:rPr>
              <a:t>©2025 Ellucian. Confidential and Proprietary</a:t>
            </a:r>
          </a:p>
        </p:txBody>
      </p:sp>
    </p:spTree>
    <p:extLst>
      <p:ext uri="{BB962C8B-B14F-4D97-AF65-F5344CB8AC3E}">
        <p14:creationId xmlns:p14="http://schemas.microsoft.com/office/powerpoint/2010/main" val="3210200670"/>
      </p:ext>
    </p:extLst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 Dark Gree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6DFEDEB4-E39B-67FF-92F1-4314058FBAAE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7F4F974E-F629-0B9E-90C7-6BA76E29618B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78777" y="6474193"/>
            <a:ext cx="820683" cy="198585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D8B03757-D8E3-42CD-21F7-B5A125EE77E1}"/>
              </a:ext>
            </a:extLst>
          </p:cNvPr>
          <p:cNvSpPr txBox="1"/>
          <p:nvPr userDrawn="1"/>
        </p:nvSpPr>
        <p:spPr>
          <a:xfrm>
            <a:off x="11616267" y="6570337"/>
            <a:ext cx="389880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fld id="{39BFE1BD-C136-3F41-856A-526B10A97418}" type="slidenum">
              <a:rPr lang="en-US" sz="900" smtClean="0">
                <a:solidFill>
                  <a:schemeClr val="bg1"/>
                </a:solidFill>
              </a:rPr>
              <a:pPr algn="r"/>
              <a:t>‹#›</a:t>
            </a:fld>
            <a:endParaRPr lang="en-US" sz="900" dirty="0">
              <a:solidFill>
                <a:schemeClr val="bg1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FFC058F-486D-43DF-4B5C-09387CA4F8E1}"/>
              </a:ext>
            </a:extLst>
          </p:cNvPr>
          <p:cNvSpPr txBox="1"/>
          <p:nvPr userDrawn="1"/>
        </p:nvSpPr>
        <p:spPr>
          <a:xfrm>
            <a:off x="9265920" y="6570337"/>
            <a:ext cx="2231676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r>
              <a:rPr lang="en-US" sz="900" dirty="0">
                <a:solidFill>
                  <a:schemeClr val="bg1"/>
                </a:solidFill>
              </a:rPr>
              <a:t>©2025 Ellucian. Confidential and Proprietary</a:t>
            </a:r>
          </a:p>
        </p:txBody>
      </p:sp>
    </p:spTree>
    <p:extLst>
      <p:ext uri="{BB962C8B-B14F-4D97-AF65-F5344CB8AC3E}">
        <p14:creationId xmlns:p14="http://schemas.microsoft.com/office/powerpoint/2010/main" val="2408074873"/>
      </p:ext>
    </p:extLst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 Warm Gra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6DFEDEB4-E39B-67FF-92F1-4314058FBAAE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9FF5FB22-C2EA-99F6-EF38-AD4BBB0C3454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78777" y="6474193"/>
            <a:ext cx="820683" cy="198585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603AEA50-DA2C-915C-545F-713FCDF35A3F}"/>
              </a:ext>
            </a:extLst>
          </p:cNvPr>
          <p:cNvSpPr txBox="1"/>
          <p:nvPr userDrawn="1"/>
        </p:nvSpPr>
        <p:spPr>
          <a:xfrm>
            <a:off x="11616267" y="6570337"/>
            <a:ext cx="389880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fld id="{39BFE1BD-C136-3F41-856A-526B10A97418}" type="slidenum">
              <a:rPr lang="en-US" sz="900" smtClean="0">
                <a:solidFill>
                  <a:schemeClr val="tx1"/>
                </a:solidFill>
              </a:rPr>
              <a:pPr algn="r"/>
              <a:t>‹#›</a:t>
            </a:fld>
            <a:endParaRPr lang="en-US" sz="900" dirty="0">
              <a:solidFill>
                <a:schemeClr val="tx1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D0EA6DE-76EE-C5B8-0477-8D50A19F0758}"/>
              </a:ext>
            </a:extLst>
          </p:cNvPr>
          <p:cNvSpPr txBox="1"/>
          <p:nvPr userDrawn="1"/>
        </p:nvSpPr>
        <p:spPr>
          <a:xfrm>
            <a:off x="9265920" y="6570337"/>
            <a:ext cx="2231676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r>
              <a:rPr lang="en-US" sz="900" dirty="0">
                <a:solidFill>
                  <a:schemeClr val="tx1"/>
                </a:solidFill>
              </a:rPr>
              <a:t>©2025 Ellucian. Confidential and Proprietary</a:t>
            </a:r>
          </a:p>
        </p:txBody>
      </p:sp>
    </p:spTree>
    <p:extLst>
      <p:ext uri="{BB962C8B-B14F-4D97-AF65-F5344CB8AC3E}">
        <p14:creationId xmlns:p14="http://schemas.microsoft.com/office/powerpoint/2010/main" val="3040896222"/>
      </p:ext>
    </p:extLst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 Foo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883615125"/>
      </p:ext>
    </p:extLst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urple Cov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F7839227-1D94-2A38-E77C-5D1E1D0DD3A3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9A07DC58-1A21-92BE-DFA2-CB4F91284969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56901" y="2294526"/>
            <a:ext cx="8313737" cy="1333891"/>
          </a:xfrm>
        </p:spPr>
        <p:txBody>
          <a:bodyPr/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48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Headline culpa qui official arum </a:t>
            </a:r>
            <a:r>
              <a:rPr lang="en-US" dirty="0" err="1"/>
              <a:t>quidem</a:t>
            </a:r>
            <a:r>
              <a:rPr lang="en-US" dirty="0"/>
              <a:t> rerum facilis</a:t>
            </a:r>
          </a:p>
        </p:txBody>
      </p:sp>
      <p:sp>
        <p:nvSpPr>
          <p:cNvPr id="19" name="Text Placeholder 17">
            <a:extLst>
              <a:ext uri="{FF2B5EF4-FFF2-40B4-BE49-F238E27FC236}">
                <a16:creationId xmlns:a16="http://schemas.microsoft.com/office/drawing/2014/main" id="{0A31E1B8-B722-2D65-909E-9A914A5A076E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56901" y="3806151"/>
            <a:ext cx="8313737" cy="796180"/>
          </a:xfrm>
        </p:spPr>
        <p:txBody>
          <a:bodyPr/>
          <a:lstStyle>
            <a:lvl1pPr marL="0" indent="0">
              <a:spcBef>
                <a:spcPts val="0"/>
              </a:spcBef>
              <a:buNone/>
              <a:defRPr sz="2400" b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Subhead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 sed do </a:t>
            </a:r>
            <a:r>
              <a:rPr lang="en-US" dirty="0" err="1"/>
              <a:t>eiusmod</a:t>
            </a:r>
            <a:r>
              <a:rPr lang="en-US" dirty="0"/>
              <a:t> </a:t>
            </a:r>
            <a:r>
              <a:rPr lang="en-US" dirty="0" err="1"/>
              <a:t>omnis</a:t>
            </a:r>
            <a:r>
              <a:rPr lang="en-US" dirty="0"/>
              <a:t> </a:t>
            </a:r>
            <a:r>
              <a:rPr lang="en-US" dirty="0" err="1"/>
              <a:t>iste</a:t>
            </a:r>
            <a:r>
              <a:rPr lang="en-US" dirty="0"/>
              <a:t> </a:t>
            </a:r>
            <a:r>
              <a:rPr lang="en-US" dirty="0" err="1"/>
              <a:t>natus</a:t>
            </a:r>
            <a:r>
              <a:rPr lang="en-US" dirty="0"/>
              <a:t>.</a:t>
            </a:r>
          </a:p>
        </p:txBody>
      </p:sp>
      <p:sp>
        <p:nvSpPr>
          <p:cNvPr id="20" name="Text Placeholder 17">
            <a:extLst>
              <a:ext uri="{FF2B5EF4-FFF2-40B4-BE49-F238E27FC236}">
                <a16:creationId xmlns:a16="http://schemas.microsoft.com/office/drawing/2014/main" id="{6E9C32C0-6005-3B19-7D13-32AC67121CFE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56902" y="5458457"/>
            <a:ext cx="3229036" cy="464486"/>
          </a:xfrm>
        </p:spPr>
        <p:txBody>
          <a:bodyPr/>
          <a:lstStyle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400" b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First &amp; Last Name</a:t>
            </a:r>
            <a:br>
              <a:rPr lang="en-US" dirty="0"/>
            </a:br>
            <a:r>
              <a:rPr lang="en-US" dirty="0"/>
              <a:t>Job Title</a:t>
            </a:r>
          </a:p>
        </p:txBody>
      </p:sp>
      <p:sp>
        <p:nvSpPr>
          <p:cNvPr id="21" name="Text Placeholder 17">
            <a:extLst>
              <a:ext uri="{FF2B5EF4-FFF2-40B4-BE49-F238E27FC236}">
                <a16:creationId xmlns:a16="http://schemas.microsoft.com/office/drawing/2014/main" id="{48946FB4-67EB-F51C-A1FC-5421BE4D22B9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56901" y="6253018"/>
            <a:ext cx="3229036" cy="227498"/>
          </a:xfrm>
        </p:spPr>
        <p:txBody>
          <a:bodyPr/>
          <a:lstStyle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400" b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Month, Year</a:t>
            </a:r>
          </a:p>
        </p:txBody>
      </p:sp>
      <p:pic>
        <p:nvPicPr>
          <p:cNvPr id="2" name="Graphic 1">
            <a:extLst>
              <a:ext uri="{FF2B5EF4-FFF2-40B4-BE49-F238E27FC236}">
                <a16:creationId xmlns:a16="http://schemas.microsoft.com/office/drawing/2014/main" id="{5A8556FD-943F-2CA8-3B15-1C7401E71D1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56901" y="573882"/>
            <a:ext cx="2450374" cy="592930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C6B12A91-8583-2E4C-B1C8-7E1F64EF24C9}"/>
              </a:ext>
            </a:extLst>
          </p:cNvPr>
          <p:cNvSpPr txBox="1"/>
          <p:nvPr/>
        </p:nvSpPr>
        <p:spPr>
          <a:xfrm>
            <a:off x="9347200" y="6562717"/>
            <a:ext cx="2658947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r>
              <a:rPr lang="en-US" sz="900" dirty="0">
                <a:solidFill>
                  <a:schemeClr val="bg1"/>
                </a:solidFill>
              </a:rPr>
              <a:t>©2026 Ellucian. Confidential and Proprietary</a:t>
            </a:r>
          </a:p>
        </p:txBody>
      </p:sp>
    </p:spTree>
    <p:extLst>
      <p:ext uri="{BB962C8B-B14F-4D97-AF65-F5344CB8AC3E}">
        <p14:creationId xmlns:p14="http://schemas.microsoft.com/office/powerpoint/2010/main" val="394866201"/>
      </p:ext>
    </p:extLst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urple Cover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F7839227-1D94-2A38-E77C-5D1E1D0DD3A3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3" name="Graphic 12">
            <a:extLst>
              <a:ext uri="{FF2B5EF4-FFF2-40B4-BE49-F238E27FC236}">
                <a16:creationId xmlns:a16="http://schemas.microsoft.com/office/drawing/2014/main" id="{E308F59C-932F-DFB8-2AAA-2B651473632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56901" y="573882"/>
            <a:ext cx="2450374" cy="592930"/>
          </a:xfrm>
          <a:prstGeom prst="rect">
            <a:avLst/>
          </a:prstGeom>
        </p:spPr>
      </p:pic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9A07DC58-1A21-92BE-DFA2-CB4F91284969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56902" y="2249757"/>
            <a:ext cx="5427132" cy="1748877"/>
          </a:xfrm>
        </p:spPr>
        <p:txBody>
          <a:bodyPr/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4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Headline culpa qui official arum </a:t>
            </a:r>
            <a:r>
              <a:rPr lang="en-US" dirty="0" err="1"/>
              <a:t>quidem</a:t>
            </a:r>
            <a:r>
              <a:rPr lang="en-US" dirty="0"/>
              <a:t> rerum facilis</a:t>
            </a:r>
          </a:p>
        </p:txBody>
      </p:sp>
      <p:sp>
        <p:nvSpPr>
          <p:cNvPr id="19" name="Text Placeholder 17">
            <a:extLst>
              <a:ext uri="{FF2B5EF4-FFF2-40B4-BE49-F238E27FC236}">
                <a16:creationId xmlns:a16="http://schemas.microsoft.com/office/drawing/2014/main" id="{0A31E1B8-B722-2D65-909E-9A914A5A076E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56902" y="4116116"/>
            <a:ext cx="5427132" cy="663515"/>
          </a:xfrm>
        </p:spPr>
        <p:txBody>
          <a:bodyPr/>
          <a:lstStyle>
            <a:lvl1pPr marL="0" indent="0">
              <a:spcBef>
                <a:spcPts val="0"/>
              </a:spcBef>
              <a:buNone/>
              <a:defRPr sz="2000" b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Subhead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 sed do </a:t>
            </a:r>
            <a:r>
              <a:rPr lang="en-US" dirty="0" err="1"/>
              <a:t>eiusmod</a:t>
            </a:r>
            <a:endParaRPr lang="en-US" dirty="0"/>
          </a:p>
        </p:txBody>
      </p:sp>
      <p:sp>
        <p:nvSpPr>
          <p:cNvPr id="20" name="Text Placeholder 17">
            <a:extLst>
              <a:ext uri="{FF2B5EF4-FFF2-40B4-BE49-F238E27FC236}">
                <a16:creationId xmlns:a16="http://schemas.microsoft.com/office/drawing/2014/main" id="{6E9C32C0-6005-3B19-7D13-32AC67121CFE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56902" y="5609784"/>
            <a:ext cx="3032274" cy="398058"/>
          </a:xfrm>
        </p:spPr>
        <p:txBody>
          <a:bodyPr/>
          <a:lstStyle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200" b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First &amp; Last Name</a:t>
            </a:r>
            <a:br>
              <a:rPr lang="en-US" dirty="0"/>
            </a:br>
            <a:r>
              <a:rPr lang="en-US" dirty="0"/>
              <a:t>Job Title</a:t>
            </a:r>
          </a:p>
        </p:txBody>
      </p:sp>
      <p:sp>
        <p:nvSpPr>
          <p:cNvPr id="21" name="Text Placeholder 17">
            <a:extLst>
              <a:ext uri="{FF2B5EF4-FFF2-40B4-BE49-F238E27FC236}">
                <a16:creationId xmlns:a16="http://schemas.microsoft.com/office/drawing/2014/main" id="{48946FB4-67EB-F51C-A1FC-5421BE4D22B9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56902" y="6230769"/>
            <a:ext cx="2228873" cy="194925"/>
          </a:xfrm>
        </p:spPr>
        <p:txBody>
          <a:bodyPr/>
          <a:lstStyle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200" b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Month, Year</a:t>
            </a:r>
          </a:p>
        </p:txBody>
      </p:sp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8ED3A513-644B-6B1D-40F3-221E3E565B2F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6690226" y="573882"/>
            <a:ext cx="5501774" cy="5710237"/>
          </a:xfrm>
          <a:custGeom>
            <a:avLst/>
            <a:gdLst>
              <a:gd name="connsiteX0" fmla="*/ 0 w 5501774"/>
              <a:gd name="connsiteY0" fmla="*/ 0 h 5710237"/>
              <a:gd name="connsiteX1" fmla="*/ 2675908 w 5501774"/>
              <a:gd name="connsiteY1" fmla="*/ 0 h 5710237"/>
              <a:gd name="connsiteX2" fmla="*/ 2675908 w 5501774"/>
              <a:gd name="connsiteY2" fmla="*/ 1 h 5710237"/>
              <a:gd name="connsiteX3" fmla="*/ 5501774 w 5501774"/>
              <a:gd name="connsiteY3" fmla="*/ 1 h 5710237"/>
              <a:gd name="connsiteX4" fmla="*/ 5501774 w 5501774"/>
              <a:gd name="connsiteY4" fmla="*/ 1513523 h 5710237"/>
              <a:gd name="connsiteX5" fmla="*/ 2675908 w 5501774"/>
              <a:gd name="connsiteY5" fmla="*/ 1513523 h 5710237"/>
              <a:gd name="connsiteX6" fmla="*/ 2675908 w 5501774"/>
              <a:gd name="connsiteY6" fmla="*/ 2093595 h 5710237"/>
              <a:gd name="connsiteX7" fmla="*/ 4971924 w 5501774"/>
              <a:gd name="connsiteY7" fmla="*/ 2093595 h 5710237"/>
              <a:gd name="connsiteX8" fmla="*/ 4971924 w 5501774"/>
              <a:gd name="connsiteY8" fmla="*/ 3607117 h 5710237"/>
              <a:gd name="connsiteX9" fmla="*/ 2675908 w 5501774"/>
              <a:gd name="connsiteY9" fmla="*/ 3607117 h 5710237"/>
              <a:gd name="connsiteX10" fmla="*/ 2675908 w 5501774"/>
              <a:gd name="connsiteY10" fmla="*/ 4196715 h 5710237"/>
              <a:gd name="connsiteX11" fmla="*/ 5501774 w 5501774"/>
              <a:gd name="connsiteY11" fmla="*/ 4196715 h 5710237"/>
              <a:gd name="connsiteX12" fmla="*/ 5501774 w 5501774"/>
              <a:gd name="connsiteY12" fmla="*/ 5710237 h 5710237"/>
              <a:gd name="connsiteX13" fmla="*/ 2675908 w 5501774"/>
              <a:gd name="connsiteY13" fmla="*/ 5710237 h 5710237"/>
              <a:gd name="connsiteX14" fmla="*/ 1951722 w 5501774"/>
              <a:gd name="connsiteY14" fmla="*/ 5710237 h 5710237"/>
              <a:gd name="connsiteX15" fmla="*/ 0 w 5501774"/>
              <a:gd name="connsiteY15" fmla="*/ 5710237 h 57102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l" t="t" r="r" b="b"/>
            <a:pathLst>
              <a:path w="5501774" h="5710237">
                <a:moveTo>
                  <a:pt x="0" y="0"/>
                </a:moveTo>
                <a:lnTo>
                  <a:pt x="2675908" y="0"/>
                </a:lnTo>
                <a:lnTo>
                  <a:pt x="2675908" y="1"/>
                </a:lnTo>
                <a:lnTo>
                  <a:pt x="5501774" y="1"/>
                </a:lnTo>
                <a:lnTo>
                  <a:pt x="5501774" y="1513523"/>
                </a:lnTo>
                <a:lnTo>
                  <a:pt x="2675908" y="1513523"/>
                </a:lnTo>
                <a:lnTo>
                  <a:pt x="2675908" y="2093595"/>
                </a:lnTo>
                <a:lnTo>
                  <a:pt x="4971924" y="2093595"/>
                </a:lnTo>
                <a:lnTo>
                  <a:pt x="4971924" y="3607117"/>
                </a:lnTo>
                <a:lnTo>
                  <a:pt x="2675908" y="3607117"/>
                </a:lnTo>
                <a:lnTo>
                  <a:pt x="2675908" y="4196715"/>
                </a:lnTo>
                <a:lnTo>
                  <a:pt x="5501774" y="4196715"/>
                </a:lnTo>
                <a:lnTo>
                  <a:pt x="5501774" y="5710237"/>
                </a:lnTo>
                <a:lnTo>
                  <a:pt x="2675908" y="5710237"/>
                </a:lnTo>
                <a:lnTo>
                  <a:pt x="1951722" y="5710237"/>
                </a:lnTo>
                <a:lnTo>
                  <a:pt x="0" y="5710237"/>
                </a:lnTo>
                <a:close/>
              </a:path>
            </a:pathLst>
          </a:custGeom>
        </p:spPr>
        <p:txBody>
          <a:bodyPr wrap="square" anchor="ctr" anchorCtr="0">
            <a:noAutofit/>
          </a:bodyPr>
          <a:lstStyle>
            <a:lvl1pPr marL="0" indent="0" algn="ctr">
              <a:buNone/>
              <a:defRPr/>
            </a:lvl1pPr>
          </a:lstStyle>
          <a:p>
            <a:r>
              <a:rPr lang="en-US" dirty="0"/>
              <a:t>[Click to insert image]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8F1688B8-4AFA-00EF-A18F-CE0BE044452E}"/>
              </a:ext>
            </a:extLst>
          </p:cNvPr>
          <p:cNvSpPr txBox="1"/>
          <p:nvPr/>
        </p:nvSpPr>
        <p:spPr>
          <a:xfrm>
            <a:off x="9347200" y="6562717"/>
            <a:ext cx="2658947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r>
              <a:rPr lang="en-US" sz="900" dirty="0">
                <a:solidFill>
                  <a:schemeClr val="bg1"/>
                </a:solidFill>
              </a:rPr>
              <a:t>©2026 Ellucian. Confidential and Proprietary</a:t>
            </a:r>
          </a:p>
        </p:txBody>
      </p:sp>
    </p:spTree>
    <p:extLst>
      <p:ext uri="{BB962C8B-B14F-4D97-AF65-F5344CB8AC3E}">
        <p14:creationId xmlns:p14="http://schemas.microsoft.com/office/powerpoint/2010/main" val="3812458369"/>
      </p:ext>
    </p:extLst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Green Cover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F7839227-1D94-2A38-E77C-5D1E1D0DD3A3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3" name="Graphic 12">
            <a:extLst>
              <a:ext uri="{FF2B5EF4-FFF2-40B4-BE49-F238E27FC236}">
                <a16:creationId xmlns:a16="http://schemas.microsoft.com/office/drawing/2014/main" id="{E308F59C-932F-DFB8-2AAA-2B651473632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56901" y="573882"/>
            <a:ext cx="2450374" cy="592930"/>
          </a:xfrm>
          <a:prstGeom prst="rect">
            <a:avLst/>
          </a:prstGeom>
        </p:spPr>
      </p:pic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9A07DC58-1A21-92BE-DFA2-CB4F91284969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56902" y="2249757"/>
            <a:ext cx="5427132" cy="1748877"/>
          </a:xfrm>
        </p:spPr>
        <p:txBody>
          <a:bodyPr/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42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Headline culpa qui official arum </a:t>
            </a:r>
            <a:r>
              <a:rPr lang="en-US" dirty="0" err="1"/>
              <a:t>quidem</a:t>
            </a:r>
            <a:r>
              <a:rPr lang="en-US" dirty="0"/>
              <a:t> rerum facilis</a:t>
            </a:r>
          </a:p>
        </p:txBody>
      </p:sp>
      <p:sp>
        <p:nvSpPr>
          <p:cNvPr id="19" name="Text Placeholder 17">
            <a:extLst>
              <a:ext uri="{FF2B5EF4-FFF2-40B4-BE49-F238E27FC236}">
                <a16:creationId xmlns:a16="http://schemas.microsoft.com/office/drawing/2014/main" id="{0A31E1B8-B722-2D65-909E-9A914A5A076E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56902" y="4116116"/>
            <a:ext cx="5427132" cy="663515"/>
          </a:xfrm>
        </p:spPr>
        <p:txBody>
          <a:bodyPr/>
          <a:lstStyle>
            <a:lvl1pPr marL="0" indent="0">
              <a:spcBef>
                <a:spcPts val="0"/>
              </a:spcBef>
              <a:buNone/>
              <a:defRPr sz="2000" b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Subhead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 sed do </a:t>
            </a:r>
            <a:r>
              <a:rPr lang="en-US" dirty="0" err="1"/>
              <a:t>eiusmod</a:t>
            </a:r>
            <a:endParaRPr lang="en-US" dirty="0"/>
          </a:p>
        </p:txBody>
      </p:sp>
      <p:sp>
        <p:nvSpPr>
          <p:cNvPr id="20" name="Text Placeholder 17">
            <a:extLst>
              <a:ext uri="{FF2B5EF4-FFF2-40B4-BE49-F238E27FC236}">
                <a16:creationId xmlns:a16="http://schemas.microsoft.com/office/drawing/2014/main" id="{6E9C32C0-6005-3B19-7D13-32AC67121CFE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56902" y="5609784"/>
            <a:ext cx="3032274" cy="398058"/>
          </a:xfrm>
        </p:spPr>
        <p:txBody>
          <a:bodyPr/>
          <a:lstStyle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200" b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First &amp; Last Name</a:t>
            </a:r>
            <a:br>
              <a:rPr lang="en-US" dirty="0"/>
            </a:br>
            <a:r>
              <a:rPr lang="en-US" dirty="0"/>
              <a:t>Job Title</a:t>
            </a:r>
          </a:p>
        </p:txBody>
      </p:sp>
      <p:sp>
        <p:nvSpPr>
          <p:cNvPr id="21" name="Text Placeholder 17">
            <a:extLst>
              <a:ext uri="{FF2B5EF4-FFF2-40B4-BE49-F238E27FC236}">
                <a16:creationId xmlns:a16="http://schemas.microsoft.com/office/drawing/2014/main" id="{48946FB4-67EB-F51C-A1FC-5421BE4D22B9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56902" y="6230769"/>
            <a:ext cx="2228873" cy="194925"/>
          </a:xfrm>
        </p:spPr>
        <p:txBody>
          <a:bodyPr/>
          <a:lstStyle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200" b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Month, Year</a:t>
            </a:r>
          </a:p>
        </p:txBody>
      </p:sp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8ED3A513-644B-6B1D-40F3-221E3E565B2F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6690226" y="573882"/>
            <a:ext cx="5501774" cy="5710237"/>
          </a:xfrm>
          <a:custGeom>
            <a:avLst/>
            <a:gdLst>
              <a:gd name="connsiteX0" fmla="*/ 0 w 5501774"/>
              <a:gd name="connsiteY0" fmla="*/ 0 h 5710237"/>
              <a:gd name="connsiteX1" fmla="*/ 2675908 w 5501774"/>
              <a:gd name="connsiteY1" fmla="*/ 0 h 5710237"/>
              <a:gd name="connsiteX2" fmla="*/ 2675908 w 5501774"/>
              <a:gd name="connsiteY2" fmla="*/ 1 h 5710237"/>
              <a:gd name="connsiteX3" fmla="*/ 5501774 w 5501774"/>
              <a:gd name="connsiteY3" fmla="*/ 1 h 5710237"/>
              <a:gd name="connsiteX4" fmla="*/ 5501774 w 5501774"/>
              <a:gd name="connsiteY4" fmla="*/ 1513523 h 5710237"/>
              <a:gd name="connsiteX5" fmla="*/ 2675908 w 5501774"/>
              <a:gd name="connsiteY5" fmla="*/ 1513523 h 5710237"/>
              <a:gd name="connsiteX6" fmla="*/ 2675908 w 5501774"/>
              <a:gd name="connsiteY6" fmla="*/ 2093595 h 5710237"/>
              <a:gd name="connsiteX7" fmla="*/ 4971924 w 5501774"/>
              <a:gd name="connsiteY7" fmla="*/ 2093595 h 5710237"/>
              <a:gd name="connsiteX8" fmla="*/ 4971924 w 5501774"/>
              <a:gd name="connsiteY8" fmla="*/ 3607117 h 5710237"/>
              <a:gd name="connsiteX9" fmla="*/ 2675908 w 5501774"/>
              <a:gd name="connsiteY9" fmla="*/ 3607117 h 5710237"/>
              <a:gd name="connsiteX10" fmla="*/ 2675908 w 5501774"/>
              <a:gd name="connsiteY10" fmla="*/ 4196715 h 5710237"/>
              <a:gd name="connsiteX11" fmla="*/ 5501774 w 5501774"/>
              <a:gd name="connsiteY11" fmla="*/ 4196715 h 5710237"/>
              <a:gd name="connsiteX12" fmla="*/ 5501774 w 5501774"/>
              <a:gd name="connsiteY12" fmla="*/ 5710237 h 5710237"/>
              <a:gd name="connsiteX13" fmla="*/ 2675908 w 5501774"/>
              <a:gd name="connsiteY13" fmla="*/ 5710237 h 5710237"/>
              <a:gd name="connsiteX14" fmla="*/ 1951722 w 5501774"/>
              <a:gd name="connsiteY14" fmla="*/ 5710237 h 5710237"/>
              <a:gd name="connsiteX15" fmla="*/ 0 w 5501774"/>
              <a:gd name="connsiteY15" fmla="*/ 5710237 h 57102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l" t="t" r="r" b="b"/>
            <a:pathLst>
              <a:path w="5501774" h="5710237">
                <a:moveTo>
                  <a:pt x="0" y="0"/>
                </a:moveTo>
                <a:lnTo>
                  <a:pt x="2675908" y="0"/>
                </a:lnTo>
                <a:lnTo>
                  <a:pt x="2675908" y="1"/>
                </a:lnTo>
                <a:lnTo>
                  <a:pt x="5501774" y="1"/>
                </a:lnTo>
                <a:lnTo>
                  <a:pt x="5501774" y="1513523"/>
                </a:lnTo>
                <a:lnTo>
                  <a:pt x="2675908" y="1513523"/>
                </a:lnTo>
                <a:lnTo>
                  <a:pt x="2675908" y="2093595"/>
                </a:lnTo>
                <a:lnTo>
                  <a:pt x="4971924" y="2093595"/>
                </a:lnTo>
                <a:lnTo>
                  <a:pt x="4971924" y="3607117"/>
                </a:lnTo>
                <a:lnTo>
                  <a:pt x="2675908" y="3607117"/>
                </a:lnTo>
                <a:lnTo>
                  <a:pt x="2675908" y="4196715"/>
                </a:lnTo>
                <a:lnTo>
                  <a:pt x="5501774" y="4196715"/>
                </a:lnTo>
                <a:lnTo>
                  <a:pt x="5501774" y="5710237"/>
                </a:lnTo>
                <a:lnTo>
                  <a:pt x="2675908" y="5710237"/>
                </a:lnTo>
                <a:lnTo>
                  <a:pt x="1951722" y="5710237"/>
                </a:lnTo>
                <a:lnTo>
                  <a:pt x="0" y="5710237"/>
                </a:lnTo>
                <a:close/>
              </a:path>
            </a:pathLst>
          </a:custGeom>
        </p:spPr>
        <p:txBody>
          <a:bodyPr wrap="square" anchor="ctr" anchorCtr="0">
            <a:noAutofit/>
          </a:bodyPr>
          <a:lstStyle>
            <a:lvl1pPr marL="0" indent="0" algn="ctr">
              <a:buNone/>
              <a:defRPr/>
            </a:lvl1pPr>
          </a:lstStyle>
          <a:p>
            <a:r>
              <a:rPr lang="en-US" dirty="0"/>
              <a:t>[Click to insert image]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2E118B2-5580-3101-C2BB-4FB39252D744}"/>
              </a:ext>
            </a:extLst>
          </p:cNvPr>
          <p:cNvSpPr txBox="1"/>
          <p:nvPr/>
        </p:nvSpPr>
        <p:spPr>
          <a:xfrm>
            <a:off x="9347200" y="6562717"/>
            <a:ext cx="2658947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r>
              <a:rPr lang="en-US" sz="900" dirty="0">
                <a:solidFill>
                  <a:schemeClr val="tx1"/>
                </a:solidFill>
              </a:rPr>
              <a:t>©2026 Ellucian. Confidential and Proprietary</a:t>
            </a:r>
          </a:p>
        </p:txBody>
      </p:sp>
    </p:spTree>
    <p:extLst>
      <p:ext uri="{BB962C8B-B14F-4D97-AF65-F5344CB8AC3E}">
        <p14:creationId xmlns:p14="http://schemas.microsoft.com/office/powerpoint/2010/main" val="3462898458"/>
      </p:ext>
    </p:extLst>
  </p:cSld>
  <p:clrMapOvr>
    <a:masterClrMapping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 Purple Cov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F7839227-1D94-2A38-E77C-5D1E1D0DD3A3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 Placeholder 17">
            <a:extLst>
              <a:ext uri="{FF2B5EF4-FFF2-40B4-BE49-F238E27FC236}">
                <a16:creationId xmlns:a16="http://schemas.microsoft.com/office/drawing/2014/main" id="{0A86818C-B6FC-21B3-0821-EE3D8DAE5AE3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56901" y="2294526"/>
            <a:ext cx="8313737" cy="1333891"/>
          </a:xfrm>
        </p:spPr>
        <p:txBody>
          <a:bodyPr/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48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Headline culpa qui official arum </a:t>
            </a:r>
            <a:r>
              <a:rPr lang="en-US" dirty="0" err="1"/>
              <a:t>quidem</a:t>
            </a:r>
            <a:r>
              <a:rPr lang="en-US" dirty="0"/>
              <a:t> rerum facilis</a:t>
            </a:r>
          </a:p>
        </p:txBody>
      </p:sp>
      <p:sp>
        <p:nvSpPr>
          <p:cNvPr id="6" name="Text Placeholder 17">
            <a:extLst>
              <a:ext uri="{FF2B5EF4-FFF2-40B4-BE49-F238E27FC236}">
                <a16:creationId xmlns:a16="http://schemas.microsoft.com/office/drawing/2014/main" id="{2BC038CA-3E14-5783-3761-76D8A4C63EC0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56901" y="3806151"/>
            <a:ext cx="8313737" cy="796180"/>
          </a:xfrm>
        </p:spPr>
        <p:txBody>
          <a:bodyPr/>
          <a:lstStyle>
            <a:lvl1pPr marL="0" indent="0">
              <a:spcBef>
                <a:spcPts val="0"/>
              </a:spcBef>
              <a:buNone/>
              <a:defRPr sz="2400" b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Subhead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 sed do </a:t>
            </a:r>
            <a:r>
              <a:rPr lang="en-US" dirty="0" err="1"/>
              <a:t>eiusmod</a:t>
            </a:r>
            <a:r>
              <a:rPr lang="en-US" dirty="0"/>
              <a:t> </a:t>
            </a:r>
            <a:r>
              <a:rPr lang="en-US" dirty="0" err="1"/>
              <a:t>omnis</a:t>
            </a:r>
            <a:r>
              <a:rPr lang="en-US" dirty="0"/>
              <a:t> </a:t>
            </a:r>
            <a:r>
              <a:rPr lang="en-US" dirty="0" err="1"/>
              <a:t>iste</a:t>
            </a:r>
            <a:r>
              <a:rPr lang="en-US" dirty="0"/>
              <a:t> </a:t>
            </a:r>
            <a:r>
              <a:rPr lang="en-US" dirty="0" err="1"/>
              <a:t>natus</a:t>
            </a:r>
            <a:r>
              <a:rPr lang="en-US" dirty="0"/>
              <a:t>.</a:t>
            </a:r>
          </a:p>
        </p:txBody>
      </p:sp>
      <p:pic>
        <p:nvPicPr>
          <p:cNvPr id="10" name="Graphic 9">
            <a:extLst>
              <a:ext uri="{FF2B5EF4-FFF2-40B4-BE49-F238E27FC236}">
                <a16:creationId xmlns:a16="http://schemas.microsoft.com/office/drawing/2014/main" id="{A9D3FE11-F167-1622-761B-F4BFADB0B0E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56901" y="573882"/>
            <a:ext cx="2450374" cy="592930"/>
          </a:xfrm>
          <a:prstGeom prst="rect">
            <a:avLst/>
          </a:prstGeom>
        </p:spPr>
      </p:pic>
      <p:sp>
        <p:nvSpPr>
          <p:cNvPr id="2" name="Text Placeholder 17">
            <a:extLst>
              <a:ext uri="{FF2B5EF4-FFF2-40B4-BE49-F238E27FC236}">
                <a16:creationId xmlns:a16="http://schemas.microsoft.com/office/drawing/2014/main" id="{EBAA974E-55D6-2A02-03A4-AAB7F36BF1B1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56902" y="5458457"/>
            <a:ext cx="3229036" cy="464486"/>
          </a:xfrm>
        </p:spPr>
        <p:txBody>
          <a:bodyPr/>
          <a:lstStyle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400" b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First &amp; Last Name</a:t>
            </a:r>
            <a:br>
              <a:rPr lang="en-US" dirty="0"/>
            </a:br>
            <a:r>
              <a:rPr lang="en-US" dirty="0"/>
              <a:t>Job Title</a:t>
            </a:r>
          </a:p>
        </p:txBody>
      </p:sp>
      <p:sp>
        <p:nvSpPr>
          <p:cNvPr id="4" name="Text Placeholder 17">
            <a:extLst>
              <a:ext uri="{FF2B5EF4-FFF2-40B4-BE49-F238E27FC236}">
                <a16:creationId xmlns:a16="http://schemas.microsoft.com/office/drawing/2014/main" id="{69C30255-143C-EB1C-95B6-9319F7AB9F7D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56901" y="6253018"/>
            <a:ext cx="3229036" cy="227498"/>
          </a:xfrm>
        </p:spPr>
        <p:txBody>
          <a:bodyPr/>
          <a:lstStyle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400" b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Month, Year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7E32664-E882-9D71-52FE-71612364F8CE}"/>
              </a:ext>
            </a:extLst>
          </p:cNvPr>
          <p:cNvSpPr txBox="1"/>
          <p:nvPr/>
        </p:nvSpPr>
        <p:spPr>
          <a:xfrm>
            <a:off x="9347200" y="6562717"/>
            <a:ext cx="2658947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r>
              <a:rPr lang="en-US" sz="900" dirty="0">
                <a:solidFill>
                  <a:schemeClr val="bg1"/>
                </a:solidFill>
              </a:rPr>
              <a:t>©2026 Ellucian. Confidential and Proprietary</a:t>
            </a:r>
          </a:p>
        </p:txBody>
      </p:sp>
    </p:spTree>
    <p:extLst>
      <p:ext uri="{BB962C8B-B14F-4D97-AF65-F5344CB8AC3E}">
        <p14:creationId xmlns:p14="http://schemas.microsoft.com/office/powerpoint/2010/main" val="1442779344"/>
      </p:ext>
    </p:extLst>
  </p:cSld>
  <p:clrMapOvr>
    <a:masterClrMapping/>
  </p:clrMapOvr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Warm Gray Cov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F7839227-1D94-2A38-E77C-5D1E1D0DD3A3}"/>
              </a:ext>
            </a:extLst>
          </p:cNvPr>
          <p:cNvSpPr>
            <a:spLocks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ext Placeholder 17">
            <a:extLst>
              <a:ext uri="{FF2B5EF4-FFF2-40B4-BE49-F238E27FC236}">
                <a16:creationId xmlns:a16="http://schemas.microsoft.com/office/drawing/2014/main" id="{A2941D41-B5B7-CCE1-1B2C-89AAD5DACBE0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56901" y="2294526"/>
            <a:ext cx="8313737" cy="1333891"/>
          </a:xfrm>
        </p:spPr>
        <p:txBody>
          <a:bodyPr/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48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Headline culpa qui official arum </a:t>
            </a:r>
            <a:r>
              <a:rPr lang="en-US" dirty="0" err="1"/>
              <a:t>quidem</a:t>
            </a:r>
            <a:r>
              <a:rPr lang="en-US" dirty="0"/>
              <a:t> rerum facilis</a:t>
            </a:r>
          </a:p>
        </p:txBody>
      </p:sp>
      <p:sp>
        <p:nvSpPr>
          <p:cNvPr id="7" name="Text Placeholder 17">
            <a:extLst>
              <a:ext uri="{FF2B5EF4-FFF2-40B4-BE49-F238E27FC236}">
                <a16:creationId xmlns:a16="http://schemas.microsoft.com/office/drawing/2014/main" id="{6600B585-62A4-8333-3077-9DD14A781807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56901" y="3806151"/>
            <a:ext cx="8313737" cy="796180"/>
          </a:xfrm>
        </p:spPr>
        <p:txBody>
          <a:bodyPr/>
          <a:lstStyle>
            <a:lvl1pPr marL="0" indent="0">
              <a:spcBef>
                <a:spcPts val="0"/>
              </a:spcBef>
              <a:buNone/>
              <a:defRPr sz="2400" b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Subhead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 sed do </a:t>
            </a:r>
            <a:r>
              <a:rPr lang="en-US" dirty="0" err="1"/>
              <a:t>eiusmod</a:t>
            </a:r>
            <a:r>
              <a:rPr lang="en-US" dirty="0"/>
              <a:t> </a:t>
            </a:r>
            <a:r>
              <a:rPr lang="en-US" dirty="0" err="1"/>
              <a:t>omnis</a:t>
            </a:r>
            <a:r>
              <a:rPr lang="en-US" dirty="0"/>
              <a:t> </a:t>
            </a:r>
            <a:r>
              <a:rPr lang="en-US" dirty="0" err="1"/>
              <a:t>iste</a:t>
            </a:r>
            <a:r>
              <a:rPr lang="en-US" dirty="0"/>
              <a:t> </a:t>
            </a:r>
            <a:r>
              <a:rPr lang="en-US" dirty="0" err="1"/>
              <a:t>natus</a:t>
            </a:r>
            <a:r>
              <a:rPr lang="en-US" dirty="0"/>
              <a:t>.</a:t>
            </a:r>
          </a:p>
        </p:txBody>
      </p:sp>
      <p:pic>
        <p:nvPicPr>
          <p:cNvPr id="11" name="Graphic 10">
            <a:extLst>
              <a:ext uri="{FF2B5EF4-FFF2-40B4-BE49-F238E27FC236}">
                <a16:creationId xmlns:a16="http://schemas.microsoft.com/office/drawing/2014/main" id="{21C3DEEA-3CCE-EBD2-6CE3-835C44C810E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56901" y="573882"/>
            <a:ext cx="2450374" cy="592930"/>
          </a:xfrm>
          <a:prstGeom prst="rect">
            <a:avLst/>
          </a:prstGeom>
        </p:spPr>
      </p:pic>
      <p:sp>
        <p:nvSpPr>
          <p:cNvPr id="2" name="Text Placeholder 17">
            <a:extLst>
              <a:ext uri="{FF2B5EF4-FFF2-40B4-BE49-F238E27FC236}">
                <a16:creationId xmlns:a16="http://schemas.microsoft.com/office/drawing/2014/main" id="{74440542-6D19-B6BD-7831-2A113C1E6A79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56902" y="5458457"/>
            <a:ext cx="3229036" cy="464486"/>
          </a:xfrm>
        </p:spPr>
        <p:txBody>
          <a:bodyPr/>
          <a:lstStyle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400" b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First &amp; Last Name</a:t>
            </a:r>
            <a:br>
              <a:rPr lang="en-US" dirty="0"/>
            </a:br>
            <a:r>
              <a:rPr lang="en-US" dirty="0"/>
              <a:t>Job Title</a:t>
            </a:r>
          </a:p>
        </p:txBody>
      </p:sp>
      <p:sp>
        <p:nvSpPr>
          <p:cNvPr id="4" name="Text Placeholder 17">
            <a:extLst>
              <a:ext uri="{FF2B5EF4-FFF2-40B4-BE49-F238E27FC236}">
                <a16:creationId xmlns:a16="http://schemas.microsoft.com/office/drawing/2014/main" id="{30B08173-A7BE-6F86-6CDE-43EC9BEEB3CB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56901" y="6253018"/>
            <a:ext cx="3229036" cy="227498"/>
          </a:xfrm>
        </p:spPr>
        <p:txBody>
          <a:bodyPr/>
          <a:lstStyle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400" b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Month, Year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C9D9DE1-FE9F-14AE-4A3F-F4173038006F}"/>
              </a:ext>
            </a:extLst>
          </p:cNvPr>
          <p:cNvSpPr txBox="1"/>
          <p:nvPr/>
        </p:nvSpPr>
        <p:spPr>
          <a:xfrm>
            <a:off x="9347200" y="6562717"/>
            <a:ext cx="2658947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r>
              <a:rPr lang="en-US" sz="900" dirty="0">
                <a:solidFill>
                  <a:schemeClr val="tx1"/>
                </a:solidFill>
              </a:rPr>
              <a:t>©2026 Ellucian. Confidential and Proprietary</a:t>
            </a:r>
          </a:p>
        </p:txBody>
      </p:sp>
    </p:spTree>
    <p:extLst>
      <p:ext uri="{BB962C8B-B14F-4D97-AF65-F5344CB8AC3E}">
        <p14:creationId xmlns:p14="http://schemas.microsoft.com/office/powerpoint/2010/main" val="866124718"/>
      </p:ext>
    </p:extLst>
  </p:cSld>
  <p:clrMapOvr>
    <a:masterClrMapping/>
  </p:clrMapOvr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2C Cov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4">
            <a:extLst>
              <a:ext uri="{FF2B5EF4-FFF2-40B4-BE49-F238E27FC236}">
                <a16:creationId xmlns:a16="http://schemas.microsoft.com/office/drawing/2014/main" id="{FB2127B1-FA67-CE8D-CD90-41309DF1AC6C}"/>
              </a:ext>
            </a:extLst>
          </p:cNvPr>
          <p:cNvSpPr/>
          <p:nvPr/>
        </p:nvSpPr>
        <p:spPr>
          <a:xfrm>
            <a:off x="0" y="6282612"/>
            <a:ext cx="1418253" cy="57538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FF108B6B-C056-2E89-CB24-74221272E2EC}"/>
              </a:ext>
            </a:extLst>
          </p:cNvPr>
          <p:cNvSpPr/>
          <p:nvPr/>
        </p:nvSpPr>
        <p:spPr>
          <a:xfrm>
            <a:off x="0" y="6502400"/>
            <a:ext cx="12192000" cy="3556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46737573-4583-0401-B46C-004DF090DAB6}"/>
              </a:ext>
            </a:extLst>
          </p:cNvPr>
          <p:cNvSpPr/>
          <p:nvPr/>
        </p:nvSpPr>
        <p:spPr>
          <a:xfrm>
            <a:off x="0" y="0"/>
            <a:ext cx="12192000" cy="3556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Text Placeholder 17">
            <a:extLst>
              <a:ext uri="{FF2B5EF4-FFF2-40B4-BE49-F238E27FC236}">
                <a16:creationId xmlns:a16="http://schemas.microsoft.com/office/drawing/2014/main" id="{52C18FF9-32C7-751D-36F8-EF5124DF2BE2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56901" y="2294526"/>
            <a:ext cx="8313737" cy="1333891"/>
          </a:xfrm>
        </p:spPr>
        <p:txBody>
          <a:bodyPr/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4800"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 dirty="0"/>
              <a:t>Headline culpa qui official arum </a:t>
            </a:r>
            <a:r>
              <a:rPr lang="en-US" dirty="0" err="1"/>
              <a:t>quidem</a:t>
            </a:r>
            <a:r>
              <a:rPr lang="en-US" dirty="0"/>
              <a:t> rerum facilis</a:t>
            </a:r>
          </a:p>
        </p:txBody>
      </p:sp>
      <p:sp>
        <p:nvSpPr>
          <p:cNvPr id="23" name="Text Placeholder 17">
            <a:extLst>
              <a:ext uri="{FF2B5EF4-FFF2-40B4-BE49-F238E27FC236}">
                <a16:creationId xmlns:a16="http://schemas.microsoft.com/office/drawing/2014/main" id="{D8DE661F-53B2-6E8E-9238-FE6484215B1A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56901" y="3806151"/>
            <a:ext cx="8313737" cy="796180"/>
          </a:xfrm>
        </p:spPr>
        <p:txBody>
          <a:bodyPr/>
          <a:lstStyle>
            <a:lvl1pPr marL="0" indent="0">
              <a:spcBef>
                <a:spcPts val="0"/>
              </a:spcBef>
              <a:buNone/>
              <a:defRPr sz="2400" b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Subhead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 sed do </a:t>
            </a:r>
            <a:r>
              <a:rPr lang="en-US" dirty="0" err="1"/>
              <a:t>eiusmod</a:t>
            </a:r>
            <a:r>
              <a:rPr lang="en-US" dirty="0"/>
              <a:t> </a:t>
            </a:r>
            <a:r>
              <a:rPr lang="en-US" dirty="0" err="1"/>
              <a:t>omnis</a:t>
            </a:r>
            <a:r>
              <a:rPr lang="en-US" dirty="0"/>
              <a:t> </a:t>
            </a:r>
            <a:r>
              <a:rPr lang="en-US" dirty="0" err="1"/>
              <a:t>iste</a:t>
            </a:r>
            <a:r>
              <a:rPr lang="en-US" dirty="0"/>
              <a:t> </a:t>
            </a:r>
            <a:r>
              <a:rPr lang="en-US" dirty="0" err="1"/>
              <a:t>natus</a:t>
            </a:r>
            <a:r>
              <a:rPr lang="en-US" dirty="0"/>
              <a:t>.</a:t>
            </a:r>
          </a:p>
        </p:txBody>
      </p:sp>
      <p:pic>
        <p:nvPicPr>
          <p:cNvPr id="26" name="Graphic 25">
            <a:extLst>
              <a:ext uri="{FF2B5EF4-FFF2-40B4-BE49-F238E27FC236}">
                <a16:creationId xmlns:a16="http://schemas.microsoft.com/office/drawing/2014/main" id="{2590016B-4462-F023-25AF-B00C9285325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56901" y="573882"/>
            <a:ext cx="2450374" cy="592930"/>
          </a:xfrm>
          <a:prstGeom prst="rect">
            <a:avLst/>
          </a:prstGeom>
        </p:spPr>
      </p:pic>
      <p:sp>
        <p:nvSpPr>
          <p:cNvPr id="5" name="Text Placeholder 17">
            <a:extLst>
              <a:ext uri="{FF2B5EF4-FFF2-40B4-BE49-F238E27FC236}">
                <a16:creationId xmlns:a16="http://schemas.microsoft.com/office/drawing/2014/main" id="{7C710057-3FB3-19E3-5D75-F018F116AE47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56902" y="5260553"/>
            <a:ext cx="3229036" cy="464486"/>
          </a:xfrm>
        </p:spPr>
        <p:txBody>
          <a:bodyPr/>
          <a:lstStyle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400" b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First &amp; Last Name</a:t>
            </a:r>
            <a:br>
              <a:rPr lang="en-US" dirty="0"/>
            </a:br>
            <a:r>
              <a:rPr lang="en-US" dirty="0"/>
              <a:t>Job Title</a:t>
            </a:r>
          </a:p>
        </p:txBody>
      </p:sp>
      <p:sp>
        <p:nvSpPr>
          <p:cNvPr id="6" name="Text Placeholder 17">
            <a:extLst>
              <a:ext uri="{FF2B5EF4-FFF2-40B4-BE49-F238E27FC236}">
                <a16:creationId xmlns:a16="http://schemas.microsoft.com/office/drawing/2014/main" id="{C41EE674-4BC9-86D6-67E5-FF509240DDED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56901" y="6055114"/>
            <a:ext cx="3229036" cy="227498"/>
          </a:xfrm>
        </p:spPr>
        <p:txBody>
          <a:bodyPr/>
          <a:lstStyle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400" b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Month, Year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E8FAC4F-619C-5E6B-F2B0-D001F5A51111}"/>
              </a:ext>
            </a:extLst>
          </p:cNvPr>
          <p:cNvSpPr txBox="1"/>
          <p:nvPr/>
        </p:nvSpPr>
        <p:spPr>
          <a:xfrm>
            <a:off x="9347200" y="6562717"/>
            <a:ext cx="2658947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r>
              <a:rPr lang="en-US" sz="900" dirty="0">
                <a:solidFill>
                  <a:schemeClr val="bg1"/>
                </a:solidFill>
              </a:rPr>
              <a:t>©2026 Ellucian. Confidential and Proprietary</a:t>
            </a:r>
          </a:p>
        </p:txBody>
      </p:sp>
    </p:spTree>
    <p:extLst>
      <p:ext uri="{BB962C8B-B14F-4D97-AF65-F5344CB8AC3E}">
        <p14:creationId xmlns:p14="http://schemas.microsoft.com/office/powerpoint/2010/main" val="153825346"/>
      </p:ext>
    </p:extLst>
  </p:cSld>
  <p:clrMapOvr>
    <a:masterClrMapping/>
  </p:clrMapOvr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2C Cover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4">
            <a:extLst>
              <a:ext uri="{FF2B5EF4-FFF2-40B4-BE49-F238E27FC236}">
                <a16:creationId xmlns:a16="http://schemas.microsoft.com/office/drawing/2014/main" id="{FB2127B1-FA67-CE8D-CD90-41309DF1AC6C}"/>
              </a:ext>
            </a:extLst>
          </p:cNvPr>
          <p:cNvSpPr/>
          <p:nvPr/>
        </p:nvSpPr>
        <p:spPr>
          <a:xfrm>
            <a:off x="0" y="6282612"/>
            <a:ext cx="1418253" cy="57538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FF108B6B-C056-2E89-CB24-74221272E2EC}"/>
              </a:ext>
            </a:extLst>
          </p:cNvPr>
          <p:cNvSpPr/>
          <p:nvPr/>
        </p:nvSpPr>
        <p:spPr>
          <a:xfrm>
            <a:off x="0" y="6502400"/>
            <a:ext cx="12192000" cy="3556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46737573-4583-0401-B46C-004DF090DAB6}"/>
              </a:ext>
            </a:extLst>
          </p:cNvPr>
          <p:cNvSpPr/>
          <p:nvPr/>
        </p:nvSpPr>
        <p:spPr>
          <a:xfrm>
            <a:off x="0" y="0"/>
            <a:ext cx="12192000" cy="3556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Graphic 2">
            <a:extLst>
              <a:ext uri="{FF2B5EF4-FFF2-40B4-BE49-F238E27FC236}">
                <a16:creationId xmlns:a16="http://schemas.microsoft.com/office/drawing/2014/main" id="{FBB43B24-12DD-1DD6-963C-7ADA857CCDC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56901" y="573882"/>
            <a:ext cx="2450374" cy="592930"/>
          </a:xfrm>
          <a:prstGeom prst="rect">
            <a:avLst/>
          </a:prstGeom>
        </p:spPr>
      </p:pic>
      <p:sp>
        <p:nvSpPr>
          <p:cNvPr id="5" name="Text Placeholder 17">
            <a:extLst>
              <a:ext uri="{FF2B5EF4-FFF2-40B4-BE49-F238E27FC236}">
                <a16:creationId xmlns:a16="http://schemas.microsoft.com/office/drawing/2014/main" id="{A39E11EF-D17E-E6F4-B66D-C68ABBCCF813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56902" y="2249757"/>
            <a:ext cx="5427132" cy="1748877"/>
          </a:xfrm>
        </p:spPr>
        <p:txBody>
          <a:bodyPr/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42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Headline culpa qui official arum </a:t>
            </a:r>
            <a:r>
              <a:rPr lang="en-US" dirty="0" err="1"/>
              <a:t>quidem</a:t>
            </a:r>
            <a:r>
              <a:rPr lang="en-US" dirty="0"/>
              <a:t> rerum facilis</a:t>
            </a:r>
          </a:p>
        </p:txBody>
      </p:sp>
      <p:sp>
        <p:nvSpPr>
          <p:cNvPr id="6" name="Text Placeholder 17">
            <a:extLst>
              <a:ext uri="{FF2B5EF4-FFF2-40B4-BE49-F238E27FC236}">
                <a16:creationId xmlns:a16="http://schemas.microsoft.com/office/drawing/2014/main" id="{64D279B7-3D21-DC76-5BCE-6A2D109B8EDB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56902" y="4116116"/>
            <a:ext cx="5427132" cy="663515"/>
          </a:xfrm>
        </p:spPr>
        <p:txBody>
          <a:bodyPr/>
          <a:lstStyle>
            <a:lvl1pPr marL="0" indent="0">
              <a:spcBef>
                <a:spcPts val="0"/>
              </a:spcBef>
              <a:buNone/>
              <a:defRPr sz="2000" b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Subhead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 sed do </a:t>
            </a:r>
            <a:r>
              <a:rPr lang="en-US" dirty="0" err="1"/>
              <a:t>eiusmod</a:t>
            </a:r>
            <a:endParaRPr lang="en-US" dirty="0"/>
          </a:p>
        </p:txBody>
      </p:sp>
      <p:sp>
        <p:nvSpPr>
          <p:cNvPr id="13" name="Picture Placeholder 12">
            <a:extLst>
              <a:ext uri="{FF2B5EF4-FFF2-40B4-BE49-F238E27FC236}">
                <a16:creationId xmlns:a16="http://schemas.microsoft.com/office/drawing/2014/main" id="{04B738B6-E606-753D-F43C-ADBDF91B7E2D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>
          <a:xfrm>
            <a:off x="6689725" y="355598"/>
            <a:ext cx="5502275" cy="6146801"/>
          </a:xfrm>
          <a:custGeom>
            <a:avLst/>
            <a:gdLst>
              <a:gd name="connsiteX0" fmla="*/ 0 w 5502275"/>
              <a:gd name="connsiteY0" fmla="*/ 0 h 6135556"/>
              <a:gd name="connsiteX1" fmla="*/ 5502275 w 5502275"/>
              <a:gd name="connsiteY1" fmla="*/ 0 h 6135556"/>
              <a:gd name="connsiteX2" fmla="*/ 5502275 w 5502275"/>
              <a:gd name="connsiteY2" fmla="*/ 218283 h 6135556"/>
              <a:gd name="connsiteX3" fmla="*/ 5502275 w 5502275"/>
              <a:gd name="connsiteY3" fmla="*/ 1268413 h 6135556"/>
              <a:gd name="connsiteX4" fmla="*/ 5502275 w 5502275"/>
              <a:gd name="connsiteY4" fmla="*/ 1731805 h 6135556"/>
              <a:gd name="connsiteX5" fmla="*/ 2676409 w 5502275"/>
              <a:gd name="connsiteY5" fmla="*/ 1731805 h 6135556"/>
              <a:gd name="connsiteX6" fmla="*/ 2676409 w 5502275"/>
              <a:gd name="connsiteY6" fmla="*/ 2311877 h 6135556"/>
              <a:gd name="connsiteX7" fmla="*/ 4972425 w 5502275"/>
              <a:gd name="connsiteY7" fmla="*/ 2311877 h 6135556"/>
              <a:gd name="connsiteX8" fmla="*/ 4972425 w 5502275"/>
              <a:gd name="connsiteY8" fmla="*/ 3825399 h 6135556"/>
              <a:gd name="connsiteX9" fmla="*/ 2676409 w 5502275"/>
              <a:gd name="connsiteY9" fmla="*/ 3825399 h 6135556"/>
              <a:gd name="connsiteX10" fmla="*/ 2676409 w 5502275"/>
              <a:gd name="connsiteY10" fmla="*/ 4414997 h 6135556"/>
              <a:gd name="connsiteX11" fmla="*/ 5502275 w 5502275"/>
              <a:gd name="connsiteY11" fmla="*/ 4414997 h 6135556"/>
              <a:gd name="connsiteX12" fmla="*/ 5502275 w 5502275"/>
              <a:gd name="connsiteY12" fmla="*/ 4867143 h 6135556"/>
              <a:gd name="connsiteX13" fmla="*/ 5502275 w 5502275"/>
              <a:gd name="connsiteY13" fmla="*/ 5928519 h 6135556"/>
              <a:gd name="connsiteX14" fmla="*/ 5502275 w 5502275"/>
              <a:gd name="connsiteY14" fmla="*/ 6135556 h 6135556"/>
              <a:gd name="connsiteX15" fmla="*/ 0 w 5502275"/>
              <a:gd name="connsiteY15" fmla="*/ 6135556 h 6135556"/>
              <a:gd name="connsiteX16" fmla="*/ 0 w 5502275"/>
              <a:gd name="connsiteY16" fmla="*/ 4867143 h 6135556"/>
              <a:gd name="connsiteX17" fmla="*/ 501 w 5502275"/>
              <a:gd name="connsiteY17" fmla="*/ 4867143 h 6135556"/>
              <a:gd name="connsiteX18" fmla="*/ 501 w 5502275"/>
              <a:gd name="connsiteY18" fmla="*/ 1268413 h 6135556"/>
              <a:gd name="connsiteX19" fmla="*/ 0 w 5502275"/>
              <a:gd name="connsiteY19" fmla="*/ 1268413 h 613555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</a:cxnLst>
            <a:rect l="l" t="t" r="r" b="b"/>
            <a:pathLst>
              <a:path w="5502275" h="6135556">
                <a:moveTo>
                  <a:pt x="0" y="0"/>
                </a:moveTo>
                <a:lnTo>
                  <a:pt x="5502275" y="0"/>
                </a:lnTo>
                <a:lnTo>
                  <a:pt x="5502275" y="218283"/>
                </a:lnTo>
                <a:lnTo>
                  <a:pt x="5502275" y="1268413"/>
                </a:lnTo>
                <a:lnTo>
                  <a:pt x="5502275" y="1731805"/>
                </a:lnTo>
                <a:lnTo>
                  <a:pt x="2676409" y="1731805"/>
                </a:lnTo>
                <a:lnTo>
                  <a:pt x="2676409" y="2311877"/>
                </a:lnTo>
                <a:lnTo>
                  <a:pt x="4972425" y="2311877"/>
                </a:lnTo>
                <a:lnTo>
                  <a:pt x="4972425" y="3825399"/>
                </a:lnTo>
                <a:lnTo>
                  <a:pt x="2676409" y="3825399"/>
                </a:lnTo>
                <a:lnTo>
                  <a:pt x="2676409" y="4414997"/>
                </a:lnTo>
                <a:lnTo>
                  <a:pt x="5502275" y="4414997"/>
                </a:lnTo>
                <a:lnTo>
                  <a:pt x="5502275" y="4867143"/>
                </a:lnTo>
                <a:lnTo>
                  <a:pt x="5502275" y="5928519"/>
                </a:lnTo>
                <a:lnTo>
                  <a:pt x="5502275" y="6135556"/>
                </a:lnTo>
                <a:lnTo>
                  <a:pt x="0" y="6135556"/>
                </a:lnTo>
                <a:lnTo>
                  <a:pt x="0" y="4867143"/>
                </a:lnTo>
                <a:lnTo>
                  <a:pt x="501" y="4867143"/>
                </a:lnTo>
                <a:lnTo>
                  <a:pt x="501" y="1268413"/>
                </a:lnTo>
                <a:lnTo>
                  <a:pt x="0" y="1268413"/>
                </a:lnTo>
                <a:close/>
              </a:path>
            </a:pathLst>
          </a:custGeom>
        </p:spPr>
        <p:txBody>
          <a:bodyPr wrap="square" anchor="ctr" anchorCtr="0">
            <a:noAutofit/>
          </a:bodyPr>
          <a:lstStyle>
            <a:lvl1pPr marL="0" indent="0" algn="ctr">
              <a:buNone/>
              <a:defRPr/>
            </a:lvl1pPr>
          </a:lstStyle>
          <a:p>
            <a:r>
              <a:rPr lang="en-US" dirty="0"/>
              <a:t>[Click to insert image]</a:t>
            </a:r>
          </a:p>
        </p:txBody>
      </p:sp>
      <p:sp>
        <p:nvSpPr>
          <p:cNvPr id="10" name="Text Placeholder 17">
            <a:extLst>
              <a:ext uri="{FF2B5EF4-FFF2-40B4-BE49-F238E27FC236}">
                <a16:creationId xmlns:a16="http://schemas.microsoft.com/office/drawing/2014/main" id="{1E88AEE2-3A55-B667-5D40-BB6299F48205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56902" y="5260553"/>
            <a:ext cx="3229036" cy="464486"/>
          </a:xfrm>
        </p:spPr>
        <p:txBody>
          <a:bodyPr/>
          <a:lstStyle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400" b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First &amp; Last Name</a:t>
            </a:r>
            <a:br>
              <a:rPr lang="en-US" dirty="0"/>
            </a:br>
            <a:r>
              <a:rPr lang="en-US" dirty="0"/>
              <a:t>Job Title</a:t>
            </a:r>
          </a:p>
        </p:txBody>
      </p:sp>
      <p:sp>
        <p:nvSpPr>
          <p:cNvPr id="11" name="Text Placeholder 17">
            <a:extLst>
              <a:ext uri="{FF2B5EF4-FFF2-40B4-BE49-F238E27FC236}">
                <a16:creationId xmlns:a16="http://schemas.microsoft.com/office/drawing/2014/main" id="{D376FEF2-D482-FF48-0E21-E85BCDCAE008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56901" y="6055114"/>
            <a:ext cx="3229036" cy="227498"/>
          </a:xfrm>
        </p:spPr>
        <p:txBody>
          <a:bodyPr/>
          <a:lstStyle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400" b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Month, Year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35B847D-2BA6-4533-FDD7-9CCF9A96A36C}"/>
              </a:ext>
            </a:extLst>
          </p:cNvPr>
          <p:cNvSpPr txBox="1"/>
          <p:nvPr/>
        </p:nvSpPr>
        <p:spPr>
          <a:xfrm>
            <a:off x="9347200" y="6562717"/>
            <a:ext cx="2658947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r>
              <a:rPr lang="en-US" sz="900" dirty="0">
                <a:solidFill>
                  <a:schemeClr val="bg1"/>
                </a:solidFill>
              </a:rPr>
              <a:t>©2026 Ellucian. Confidential and Proprietary</a:t>
            </a:r>
          </a:p>
        </p:txBody>
      </p:sp>
    </p:spTree>
    <p:extLst>
      <p:ext uri="{BB962C8B-B14F-4D97-AF65-F5344CB8AC3E}">
        <p14:creationId xmlns:p14="http://schemas.microsoft.com/office/powerpoint/2010/main" val="2425762893"/>
      </p:ext>
    </p:extLst>
  </p:cSld>
  <p:clrMapOvr>
    <a:masterClrMapping/>
  </p:clrMapOvr>
</p:sldLayout>
</file>

<file path=ppt/slideLayouts/slideLayout6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lank Foo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834091479"/>
      </p:ext>
    </p:extLst>
  </p:cSld>
  <p:clrMapOvr>
    <a:masterClrMapping/>
  </p:clrMapOvr>
</p:sldLayout>
</file>

<file path=ppt/slideLayouts/slideLayout6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Head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7">
            <a:extLst>
              <a:ext uri="{FF2B5EF4-FFF2-40B4-BE49-F238E27FC236}">
                <a16:creationId xmlns:a16="http://schemas.microsoft.com/office/drawing/2014/main" id="{3081F721-E8A4-AE4D-5353-BF45B3173324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22515" y="361822"/>
            <a:ext cx="11122188" cy="446084"/>
          </a:xfrm>
        </p:spPr>
        <p:txBody>
          <a:bodyPr wrap="square">
            <a:sp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3200"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 dirty="0"/>
              <a:t>Headline culpa qui official arum </a:t>
            </a:r>
            <a:r>
              <a:rPr lang="en-US" dirty="0" err="1"/>
              <a:t>quidem</a:t>
            </a:r>
            <a:r>
              <a:rPr lang="en-US" dirty="0"/>
              <a:t> rerum facilis</a:t>
            </a:r>
          </a:p>
        </p:txBody>
      </p:sp>
    </p:spTree>
    <p:extLst>
      <p:ext uri="{BB962C8B-B14F-4D97-AF65-F5344CB8AC3E}">
        <p14:creationId xmlns:p14="http://schemas.microsoft.com/office/powerpoint/2010/main" val="38194575"/>
      </p:ext>
    </p:extLst>
  </p:cSld>
  <p:clrMapOvr>
    <a:masterClrMapping/>
  </p:clrMapOvr>
</p:sldLayout>
</file>

<file path=ppt/slideLayouts/slideLayout6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Headline-Cop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7">
            <a:extLst>
              <a:ext uri="{FF2B5EF4-FFF2-40B4-BE49-F238E27FC236}">
                <a16:creationId xmlns:a16="http://schemas.microsoft.com/office/drawing/2014/main" id="{3081F721-E8A4-AE4D-5353-BF45B3173324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22515" y="361822"/>
            <a:ext cx="11122188" cy="446084"/>
          </a:xfrm>
        </p:spPr>
        <p:txBody>
          <a:bodyPr wrap="square">
            <a:sp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3200"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 dirty="0"/>
              <a:t>Headline culpa qui official arum </a:t>
            </a:r>
            <a:r>
              <a:rPr lang="en-US" dirty="0" err="1"/>
              <a:t>quidem</a:t>
            </a:r>
            <a:r>
              <a:rPr lang="en-US" dirty="0"/>
              <a:t> rerum facilis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9D09DD77-3C7C-EEB6-765D-0ED3FE5F28B3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22287" y="1056958"/>
            <a:ext cx="11122188" cy="510063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084251798"/>
      </p:ext>
    </p:extLst>
  </p:cSld>
  <p:clrMapOvr>
    <a:masterClrMapping/>
  </p:clrMapOvr>
</p:sldLayout>
</file>

<file path=ppt/slideLayouts/slideLayout6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-0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7">
            <a:extLst>
              <a:ext uri="{FF2B5EF4-FFF2-40B4-BE49-F238E27FC236}">
                <a16:creationId xmlns:a16="http://schemas.microsoft.com/office/drawing/2014/main" id="{3081F721-E8A4-AE4D-5353-BF45B3173324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22516" y="655578"/>
            <a:ext cx="11122186" cy="446084"/>
          </a:xfrm>
        </p:spPr>
        <p:txBody>
          <a:bodyPr wrap="square">
            <a:sp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3200"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 dirty="0"/>
              <a:t>Headline culpa qui official arum </a:t>
            </a:r>
            <a:r>
              <a:rPr lang="en-US" dirty="0" err="1"/>
              <a:t>quidem</a:t>
            </a:r>
            <a:r>
              <a:rPr lang="en-US" dirty="0"/>
              <a:t> rerum facilis</a:t>
            </a:r>
          </a:p>
        </p:txBody>
      </p:sp>
      <p:sp>
        <p:nvSpPr>
          <p:cNvPr id="3" name="Text Placeholder 17">
            <a:extLst>
              <a:ext uri="{FF2B5EF4-FFF2-40B4-BE49-F238E27FC236}">
                <a16:creationId xmlns:a16="http://schemas.microsoft.com/office/drawing/2014/main" id="{C7C69F1E-9805-AE5A-7142-CFC2C784AC58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22516" y="361822"/>
            <a:ext cx="11122186" cy="227498"/>
          </a:xfrm>
        </p:spPr>
        <p:txBody>
          <a:bodyPr wrap="square">
            <a:spAutoFit/>
          </a:bodyPr>
          <a:lstStyle>
            <a:lvl1pPr marL="0" indent="0">
              <a:spcBef>
                <a:spcPts val="0"/>
              </a:spcBef>
              <a:buNone/>
              <a:defRPr sz="1400"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 dirty="0"/>
              <a:t>EYEBROW COPY BLANDITIIS PRAESENTIUM VOLUPTATUM</a:t>
            </a:r>
          </a:p>
        </p:txBody>
      </p:sp>
      <p:sp>
        <p:nvSpPr>
          <p:cNvPr id="5" name="Text Placeholder 17">
            <a:extLst>
              <a:ext uri="{FF2B5EF4-FFF2-40B4-BE49-F238E27FC236}">
                <a16:creationId xmlns:a16="http://schemas.microsoft.com/office/drawing/2014/main" id="{112D25B5-8051-9BC2-9889-36FD4D585FD1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22790" y="1763901"/>
            <a:ext cx="8599914" cy="278794"/>
          </a:xfrm>
        </p:spPr>
        <p:txBody>
          <a:bodyPr wrap="square">
            <a:sp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20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Subhead culpa qui official arum </a:t>
            </a:r>
            <a:r>
              <a:rPr lang="en-US" dirty="0" err="1"/>
              <a:t>quidem</a:t>
            </a:r>
            <a:r>
              <a:rPr lang="en-US" dirty="0"/>
              <a:t> rerum facilis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EBC34DA4-0543-35F0-39E6-84A7B5877EED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22790" y="2229208"/>
            <a:ext cx="8599914" cy="597151"/>
          </a:xfrm>
        </p:spPr>
        <p:txBody>
          <a:bodyPr wrap="square">
            <a:spAutoFit/>
          </a:bodyPr>
          <a:lstStyle>
            <a:lvl1pPr marL="0" indent="0">
              <a:buNone/>
              <a:defRPr sz="1800"/>
            </a:lvl1pPr>
          </a:lstStyle>
          <a:p>
            <a:pPr lvl="0"/>
            <a:r>
              <a:rPr lang="en-US" dirty="0"/>
              <a:t>Sed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perspiciatis</a:t>
            </a:r>
            <a:r>
              <a:rPr lang="en-US" dirty="0"/>
              <a:t> </a:t>
            </a:r>
            <a:r>
              <a:rPr lang="en-US" dirty="0" err="1"/>
              <a:t>unde</a:t>
            </a:r>
            <a:r>
              <a:rPr lang="en-US" dirty="0"/>
              <a:t> </a:t>
            </a:r>
            <a:r>
              <a:rPr lang="en-US" dirty="0" err="1"/>
              <a:t>omnis</a:t>
            </a:r>
            <a:r>
              <a:rPr lang="en-US" dirty="0"/>
              <a:t> </a:t>
            </a:r>
            <a:r>
              <a:rPr lang="en-US" dirty="0" err="1"/>
              <a:t>iste</a:t>
            </a:r>
            <a:r>
              <a:rPr lang="en-US" dirty="0"/>
              <a:t> </a:t>
            </a:r>
            <a:r>
              <a:rPr lang="en-US" dirty="0" err="1"/>
              <a:t>natus</a:t>
            </a:r>
            <a:r>
              <a:rPr lang="en-US" dirty="0"/>
              <a:t> error sit </a:t>
            </a:r>
            <a:r>
              <a:rPr lang="en-US" dirty="0" err="1"/>
              <a:t>voluptatem</a:t>
            </a:r>
            <a:r>
              <a:rPr lang="en-US" dirty="0"/>
              <a:t> </a:t>
            </a:r>
            <a:r>
              <a:rPr lang="en-US" dirty="0" err="1"/>
              <a:t>accusantium</a:t>
            </a:r>
            <a:r>
              <a:rPr lang="en-US" dirty="0"/>
              <a:t> </a:t>
            </a:r>
            <a:r>
              <a:rPr lang="en-US" dirty="0" err="1"/>
              <a:t>doloremque</a:t>
            </a:r>
            <a:r>
              <a:rPr lang="en-US" dirty="0"/>
              <a:t> </a:t>
            </a:r>
            <a:r>
              <a:rPr lang="en-US" dirty="0" err="1"/>
              <a:t>laudantium</a:t>
            </a:r>
            <a:r>
              <a:rPr lang="en-US" dirty="0"/>
              <a:t>, </a:t>
            </a:r>
            <a:r>
              <a:rPr lang="en-US" dirty="0" err="1"/>
              <a:t>totam</a:t>
            </a:r>
            <a:r>
              <a:rPr lang="en-US" dirty="0"/>
              <a:t> rem </a:t>
            </a:r>
            <a:r>
              <a:rPr lang="en-US" dirty="0" err="1"/>
              <a:t>aperiam</a:t>
            </a:r>
            <a:r>
              <a:rPr lang="en-US" dirty="0"/>
              <a:t> </a:t>
            </a:r>
            <a:r>
              <a:rPr lang="en-US" dirty="0" err="1"/>
              <a:t>eaque</a:t>
            </a:r>
            <a:r>
              <a:rPr lang="en-US" dirty="0"/>
              <a:t> </a:t>
            </a:r>
            <a:r>
              <a:rPr lang="en-US" dirty="0" err="1"/>
              <a:t>ipsa</a:t>
            </a:r>
            <a:r>
              <a:rPr lang="en-US" dirty="0"/>
              <a:t>.</a:t>
            </a:r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99E36904-4452-1FE0-159B-0D75E562EAB9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522515" y="3012872"/>
            <a:ext cx="8599572" cy="989438"/>
          </a:xfrm>
        </p:spPr>
        <p:txBody>
          <a:bodyPr wrap="square">
            <a:sp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271859740"/>
      </p:ext>
    </p:extLst>
  </p:cSld>
  <p:clrMapOvr>
    <a:masterClrMapping/>
  </p:clrMapOvr>
</p:sldLayout>
</file>

<file path=ppt/slideLayouts/slideLayout6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-0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7">
            <a:extLst>
              <a:ext uri="{FF2B5EF4-FFF2-40B4-BE49-F238E27FC236}">
                <a16:creationId xmlns:a16="http://schemas.microsoft.com/office/drawing/2014/main" id="{3081F721-E8A4-AE4D-5353-BF45B3173324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22516" y="655578"/>
            <a:ext cx="11122186" cy="446084"/>
          </a:xfrm>
        </p:spPr>
        <p:txBody>
          <a:bodyPr wrap="square">
            <a:sp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3200"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 dirty="0"/>
              <a:t>Headline culpa qui official arum </a:t>
            </a:r>
            <a:r>
              <a:rPr lang="en-US" dirty="0" err="1"/>
              <a:t>quidem</a:t>
            </a:r>
            <a:r>
              <a:rPr lang="en-US" dirty="0"/>
              <a:t> rerum facilis</a:t>
            </a:r>
          </a:p>
        </p:txBody>
      </p:sp>
      <p:sp>
        <p:nvSpPr>
          <p:cNvPr id="3" name="Text Placeholder 17">
            <a:extLst>
              <a:ext uri="{FF2B5EF4-FFF2-40B4-BE49-F238E27FC236}">
                <a16:creationId xmlns:a16="http://schemas.microsoft.com/office/drawing/2014/main" id="{C7C69F1E-9805-AE5A-7142-CFC2C784AC58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22516" y="361822"/>
            <a:ext cx="11122186" cy="227498"/>
          </a:xfrm>
        </p:spPr>
        <p:txBody>
          <a:bodyPr wrap="square">
            <a:spAutoFit/>
          </a:bodyPr>
          <a:lstStyle>
            <a:lvl1pPr marL="0" indent="0">
              <a:spcBef>
                <a:spcPts val="0"/>
              </a:spcBef>
              <a:buNone/>
              <a:defRPr sz="1400"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 dirty="0"/>
              <a:t>EYEBROW COPY BLANDITIIS PRAESENTIUM VOLUPTATUM</a:t>
            </a:r>
          </a:p>
        </p:txBody>
      </p:sp>
      <p:sp>
        <p:nvSpPr>
          <p:cNvPr id="5" name="Text Placeholder 17">
            <a:extLst>
              <a:ext uri="{FF2B5EF4-FFF2-40B4-BE49-F238E27FC236}">
                <a16:creationId xmlns:a16="http://schemas.microsoft.com/office/drawing/2014/main" id="{112D25B5-8051-9BC2-9889-36FD4D585FD1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22795" y="1763901"/>
            <a:ext cx="4757205" cy="555793"/>
          </a:xfrm>
        </p:spPr>
        <p:txBody>
          <a:bodyPr wrap="square">
            <a:sp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20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Subhead culpa qui official arum </a:t>
            </a:r>
            <a:r>
              <a:rPr lang="en-US" dirty="0" err="1"/>
              <a:t>quidem</a:t>
            </a:r>
            <a:r>
              <a:rPr lang="en-US" dirty="0"/>
              <a:t> rerum facilis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EBC34DA4-0543-35F0-39E6-84A7B5877EED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22795" y="2426711"/>
            <a:ext cx="4757205" cy="901850"/>
          </a:xfrm>
        </p:spPr>
        <p:txBody>
          <a:bodyPr wrap="square">
            <a:spAutoFit/>
          </a:bodyPr>
          <a:lstStyle>
            <a:lvl1pPr marL="0" indent="0">
              <a:buNone/>
              <a:defRPr sz="1800"/>
            </a:lvl1pPr>
          </a:lstStyle>
          <a:p>
            <a:pPr lvl="0"/>
            <a:r>
              <a:rPr lang="en-US" dirty="0"/>
              <a:t>Sed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perspiciatis</a:t>
            </a:r>
            <a:r>
              <a:rPr lang="en-US" dirty="0"/>
              <a:t> </a:t>
            </a:r>
            <a:r>
              <a:rPr lang="en-US" dirty="0" err="1"/>
              <a:t>unde</a:t>
            </a:r>
            <a:r>
              <a:rPr lang="en-US" dirty="0"/>
              <a:t> </a:t>
            </a:r>
            <a:r>
              <a:rPr lang="en-US" dirty="0" err="1"/>
              <a:t>omnis</a:t>
            </a:r>
            <a:r>
              <a:rPr lang="en-US" dirty="0"/>
              <a:t> </a:t>
            </a:r>
            <a:r>
              <a:rPr lang="en-US" dirty="0" err="1"/>
              <a:t>iste</a:t>
            </a:r>
            <a:r>
              <a:rPr lang="en-US" dirty="0"/>
              <a:t> </a:t>
            </a:r>
            <a:r>
              <a:rPr lang="en-US" dirty="0" err="1"/>
              <a:t>natus</a:t>
            </a:r>
            <a:r>
              <a:rPr lang="en-US" dirty="0"/>
              <a:t> error sit </a:t>
            </a:r>
            <a:r>
              <a:rPr lang="en-US" dirty="0" err="1"/>
              <a:t>voluptatem</a:t>
            </a:r>
            <a:r>
              <a:rPr lang="en-US" dirty="0"/>
              <a:t> </a:t>
            </a:r>
            <a:r>
              <a:rPr lang="en-US" dirty="0" err="1"/>
              <a:t>accusantium</a:t>
            </a:r>
            <a:r>
              <a:rPr lang="en-US" dirty="0"/>
              <a:t> </a:t>
            </a:r>
            <a:r>
              <a:rPr lang="en-US" dirty="0" err="1"/>
              <a:t>doloremque</a:t>
            </a:r>
            <a:r>
              <a:rPr lang="en-US" dirty="0"/>
              <a:t> </a:t>
            </a:r>
            <a:r>
              <a:rPr lang="en-US" dirty="0" err="1"/>
              <a:t>laudantium</a:t>
            </a:r>
            <a:r>
              <a:rPr lang="en-US" dirty="0"/>
              <a:t> </a:t>
            </a:r>
            <a:r>
              <a:rPr lang="en-US" dirty="0" err="1"/>
              <a:t>totam</a:t>
            </a:r>
            <a:r>
              <a:rPr lang="en-US" dirty="0"/>
              <a:t> rem </a:t>
            </a:r>
            <a:r>
              <a:rPr lang="en-US" dirty="0" err="1"/>
              <a:t>aperiam</a:t>
            </a:r>
            <a:r>
              <a:rPr lang="en-US" dirty="0"/>
              <a:t>.</a:t>
            </a:r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99E36904-4452-1FE0-159B-0D75E562EAB9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522515" y="3529440"/>
            <a:ext cx="4757015" cy="989438"/>
          </a:xfrm>
        </p:spPr>
        <p:txBody>
          <a:bodyPr wrap="square">
            <a:sp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4" name="Text Placeholder 17">
            <a:extLst>
              <a:ext uri="{FF2B5EF4-FFF2-40B4-BE49-F238E27FC236}">
                <a16:creationId xmlns:a16="http://schemas.microsoft.com/office/drawing/2014/main" id="{D20FA87A-09E8-BDB2-1C69-54F54B22BE31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303835" y="1763901"/>
            <a:ext cx="4757205" cy="555793"/>
          </a:xfrm>
        </p:spPr>
        <p:txBody>
          <a:bodyPr wrap="square">
            <a:sp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20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Subhead culpa qui official arum </a:t>
            </a:r>
            <a:r>
              <a:rPr lang="en-US" dirty="0" err="1"/>
              <a:t>quidem</a:t>
            </a:r>
            <a:r>
              <a:rPr lang="en-US" dirty="0"/>
              <a:t> rerum facilis</a:t>
            </a:r>
          </a:p>
        </p:txBody>
      </p:sp>
      <p:sp>
        <p:nvSpPr>
          <p:cNvPr id="6" name="Text Placeholder 8">
            <a:extLst>
              <a:ext uri="{FF2B5EF4-FFF2-40B4-BE49-F238E27FC236}">
                <a16:creationId xmlns:a16="http://schemas.microsoft.com/office/drawing/2014/main" id="{349B6786-5FA4-2087-2C3C-22F8A8E171CC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303835" y="2426711"/>
            <a:ext cx="4757205" cy="901850"/>
          </a:xfrm>
        </p:spPr>
        <p:txBody>
          <a:bodyPr wrap="square">
            <a:spAutoFit/>
          </a:bodyPr>
          <a:lstStyle>
            <a:lvl1pPr marL="0" indent="0">
              <a:buNone/>
              <a:defRPr sz="1800"/>
            </a:lvl1pPr>
          </a:lstStyle>
          <a:p>
            <a:pPr lvl="0"/>
            <a:r>
              <a:rPr lang="en-US" dirty="0"/>
              <a:t>Sed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perspiciatis</a:t>
            </a:r>
            <a:r>
              <a:rPr lang="en-US" dirty="0"/>
              <a:t> </a:t>
            </a:r>
            <a:r>
              <a:rPr lang="en-US" dirty="0" err="1"/>
              <a:t>unde</a:t>
            </a:r>
            <a:r>
              <a:rPr lang="en-US" dirty="0"/>
              <a:t> </a:t>
            </a:r>
            <a:r>
              <a:rPr lang="en-US" dirty="0" err="1"/>
              <a:t>omnis</a:t>
            </a:r>
            <a:r>
              <a:rPr lang="en-US" dirty="0"/>
              <a:t> </a:t>
            </a:r>
            <a:r>
              <a:rPr lang="en-US" dirty="0" err="1"/>
              <a:t>iste</a:t>
            </a:r>
            <a:r>
              <a:rPr lang="en-US" dirty="0"/>
              <a:t> </a:t>
            </a:r>
            <a:r>
              <a:rPr lang="en-US" dirty="0" err="1"/>
              <a:t>natus</a:t>
            </a:r>
            <a:r>
              <a:rPr lang="en-US" dirty="0"/>
              <a:t> error sit </a:t>
            </a:r>
            <a:r>
              <a:rPr lang="en-US" dirty="0" err="1"/>
              <a:t>voluptatem</a:t>
            </a:r>
            <a:r>
              <a:rPr lang="en-US" dirty="0"/>
              <a:t> </a:t>
            </a:r>
            <a:r>
              <a:rPr lang="en-US" dirty="0" err="1"/>
              <a:t>accusantium</a:t>
            </a:r>
            <a:r>
              <a:rPr lang="en-US" dirty="0"/>
              <a:t> </a:t>
            </a:r>
            <a:r>
              <a:rPr lang="en-US" dirty="0" err="1"/>
              <a:t>doloremque</a:t>
            </a:r>
            <a:r>
              <a:rPr lang="en-US" dirty="0"/>
              <a:t> </a:t>
            </a:r>
            <a:r>
              <a:rPr lang="en-US" dirty="0" err="1"/>
              <a:t>laudantium</a:t>
            </a:r>
            <a:r>
              <a:rPr lang="en-US" dirty="0"/>
              <a:t> </a:t>
            </a:r>
            <a:r>
              <a:rPr lang="en-US" dirty="0" err="1"/>
              <a:t>totam</a:t>
            </a:r>
            <a:r>
              <a:rPr lang="en-US" dirty="0"/>
              <a:t> rem </a:t>
            </a:r>
            <a:r>
              <a:rPr lang="en-US" dirty="0" err="1"/>
              <a:t>aperiam</a:t>
            </a:r>
            <a:r>
              <a:rPr lang="en-US" dirty="0"/>
              <a:t>.</a:t>
            </a:r>
          </a:p>
        </p:txBody>
      </p:sp>
      <p:sp>
        <p:nvSpPr>
          <p:cNvPr id="7" name="Text Placeholder 12">
            <a:extLst>
              <a:ext uri="{FF2B5EF4-FFF2-40B4-BE49-F238E27FC236}">
                <a16:creationId xmlns:a16="http://schemas.microsoft.com/office/drawing/2014/main" id="{86BD890A-D326-FD3F-EDA2-9599F756B623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6303555" y="3529440"/>
            <a:ext cx="4757015" cy="989438"/>
          </a:xfrm>
        </p:spPr>
        <p:txBody>
          <a:bodyPr wrap="square">
            <a:sp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1230583064"/>
      </p:ext>
    </p:extLst>
  </p:cSld>
  <p:clrMapOvr>
    <a:masterClrMapping/>
  </p:clrMapOvr>
</p:sldLayout>
</file>

<file path=ppt/slideLayouts/slideLayout6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-0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7">
            <a:extLst>
              <a:ext uri="{FF2B5EF4-FFF2-40B4-BE49-F238E27FC236}">
                <a16:creationId xmlns:a16="http://schemas.microsoft.com/office/drawing/2014/main" id="{3081F721-E8A4-AE4D-5353-BF45B3173324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22516" y="655578"/>
            <a:ext cx="11122186" cy="446084"/>
          </a:xfrm>
        </p:spPr>
        <p:txBody>
          <a:bodyPr wrap="square">
            <a:sp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3200"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 dirty="0"/>
              <a:t>Headline culpa qui official arum </a:t>
            </a:r>
            <a:r>
              <a:rPr lang="en-US" dirty="0" err="1"/>
              <a:t>quidem</a:t>
            </a:r>
            <a:r>
              <a:rPr lang="en-US" dirty="0"/>
              <a:t> rerum facilis</a:t>
            </a:r>
          </a:p>
        </p:txBody>
      </p:sp>
      <p:sp>
        <p:nvSpPr>
          <p:cNvPr id="3" name="Text Placeholder 17">
            <a:extLst>
              <a:ext uri="{FF2B5EF4-FFF2-40B4-BE49-F238E27FC236}">
                <a16:creationId xmlns:a16="http://schemas.microsoft.com/office/drawing/2014/main" id="{C7C69F1E-9805-AE5A-7142-CFC2C784AC58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22516" y="361822"/>
            <a:ext cx="11122186" cy="227498"/>
          </a:xfrm>
        </p:spPr>
        <p:txBody>
          <a:bodyPr wrap="square">
            <a:spAutoFit/>
          </a:bodyPr>
          <a:lstStyle>
            <a:lvl1pPr marL="0" indent="0">
              <a:spcBef>
                <a:spcPts val="0"/>
              </a:spcBef>
              <a:buNone/>
              <a:defRPr sz="1400"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 dirty="0"/>
              <a:t>EYEBROW COPY BLANDITIIS PRAESENTIUM VOLUPTATUM</a:t>
            </a:r>
          </a:p>
        </p:txBody>
      </p:sp>
      <p:sp>
        <p:nvSpPr>
          <p:cNvPr id="5" name="Text Placeholder 17">
            <a:extLst>
              <a:ext uri="{FF2B5EF4-FFF2-40B4-BE49-F238E27FC236}">
                <a16:creationId xmlns:a16="http://schemas.microsoft.com/office/drawing/2014/main" id="{112D25B5-8051-9BC2-9889-36FD4D585FD1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22790" y="1763901"/>
            <a:ext cx="3217042" cy="555793"/>
          </a:xfrm>
        </p:spPr>
        <p:txBody>
          <a:bodyPr wrap="square">
            <a:sp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20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Subhead culpa qui official arum </a:t>
            </a:r>
            <a:r>
              <a:rPr lang="en-US" dirty="0" err="1"/>
              <a:t>quidem</a:t>
            </a:r>
            <a:r>
              <a:rPr lang="en-US" dirty="0"/>
              <a:t> rerum facilis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EBC34DA4-0543-35F0-39E6-84A7B5877EED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22790" y="2426711"/>
            <a:ext cx="3217042" cy="1206549"/>
          </a:xfrm>
        </p:spPr>
        <p:txBody>
          <a:bodyPr wrap="square">
            <a:spAutoFit/>
          </a:bodyPr>
          <a:lstStyle>
            <a:lvl1pPr marL="0" indent="0">
              <a:buNone/>
              <a:defRPr sz="1800"/>
            </a:lvl1pPr>
          </a:lstStyle>
          <a:p>
            <a:pPr lvl="0"/>
            <a:r>
              <a:rPr lang="en-US" dirty="0"/>
              <a:t>Sed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perspiciatis</a:t>
            </a:r>
            <a:r>
              <a:rPr lang="en-US" dirty="0"/>
              <a:t> </a:t>
            </a:r>
            <a:r>
              <a:rPr lang="en-US" dirty="0" err="1"/>
              <a:t>unde</a:t>
            </a:r>
            <a:r>
              <a:rPr lang="en-US" dirty="0"/>
              <a:t> </a:t>
            </a:r>
            <a:r>
              <a:rPr lang="en-US" dirty="0" err="1"/>
              <a:t>omnis</a:t>
            </a:r>
            <a:r>
              <a:rPr lang="en-US" dirty="0"/>
              <a:t> </a:t>
            </a:r>
            <a:r>
              <a:rPr lang="en-US" dirty="0" err="1"/>
              <a:t>iste</a:t>
            </a:r>
            <a:r>
              <a:rPr lang="en-US" dirty="0"/>
              <a:t> </a:t>
            </a:r>
            <a:r>
              <a:rPr lang="en-US" dirty="0" err="1"/>
              <a:t>natus</a:t>
            </a:r>
            <a:r>
              <a:rPr lang="en-US" dirty="0"/>
              <a:t> error sit </a:t>
            </a:r>
            <a:r>
              <a:rPr lang="en-US" dirty="0" err="1"/>
              <a:t>voluptatem</a:t>
            </a:r>
            <a:r>
              <a:rPr lang="en-US" dirty="0"/>
              <a:t> </a:t>
            </a:r>
            <a:r>
              <a:rPr lang="en-US" dirty="0" err="1"/>
              <a:t>accusantium</a:t>
            </a:r>
            <a:r>
              <a:rPr lang="en-US" dirty="0"/>
              <a:t> </a:t>
            </a:r>
            <a:r>
              <a:rPr lang="en-US" dirty="0" err="1"/>
              <a:t>doloremque</a:t>
            </a:r>
            <a:r>
              <a:rPr lang="en-US" dirty="0"/>
              <a:t> </a:t>
            </a:r>
            <a:r>
              <a:rPr lang="en-US" dirty="0" err="1"/>
              <a:t>laudantium</a:t>
            </a:r>
            <a:r>
              <a:rPr lang="en-US" dirty="0"/>
              <a:t> </a:t>
            </a:r>
            <a:r>
              <a:rPr lang="en-US" dirty="0" err="1"/>
              <a:t>totam</a:t>
            </a:r>
            <a:r>
              <a:rPr lang="en-US" dirty="0"/>
              <a:t> rem </a:t>
            </a:r>
            <a:r>
              <a:rPr lang="en-US" dirty="0" err="1"/>
              <a:t>aperiam</a:t>
            </a:r>
            <a:r>
              <a:rPr lang="en-US" dirty="0"/>
              <a:t>.</a:t>
            </a:r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99E36904-4452-1FE0-159B-0D75E562EAB9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522515" y="3740277"/>
            <a:ext cx="3216914" cy="989438"/>
          </a:xfrm>
        </p:spPr>
        <p:txBody>
          <a:bodyPr wrap="square">
            <a:sp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6" name="Text Placeholder 17">
            <a:extLst>
              <a:ext uri="{FF2B5EF4-FFF2-40B4-BE49-F238E27FC236}">
                <a16:creationId xmlns:a16="http://schemas.microsoft.com/office/drawing/2014/main" id="{5A431E8C-C0AC-DBC9-2391-1C619D591E69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393750" y="1763901"/>
            <a:ext cx="3217042" cy="555793"/>
          </a:xfrm>
        </p:spPr>
        <p:txBody>
          <a:bodyPr wrap="square">
            <a:sp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20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Subhead culpa qui official arum </a:t>
            </a:r>
            <a:r>
              <a:rPr lang="en-US" dirty="0" err="1"/>
              <a:t>quidem</a:t>
            </a:r>
            <a:r>
              <a:rPr lang="en-US" dirty="0"/>
              <a:t> rerum facilis</a:t>
            </a:r>
          </a:p>
        </p:txBody>
      </p:sp>
      <p:sp>
        <p:nvSpPr>
          <p:cNvPr id="17" name="Text Placeholder 8">
            <a:extLst>
              <a:ext uri="{FF2B5EF4-FFF2-40B4-BE49-F238E27FC236}">
                <a16:creationId xmlns:a16="http://schemas.microsoft.com/office/drawing/2014/main" id="{7C89246B-18AE-5DA8-795F-679BD7C0617D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4393750" y="2426711"/>
            <a:ext cx="3217042" cy="1206549"/>
          </a:xfrm>
        </p:spPr>
        <p:txBody>
          <a:bodyPr wrap="square">
            <a:spAutoFit/>
          </a:bodyPr>
          <a:lstStyle>
            <a:lvl1pPr marL="0" indent="0">
              <a:buNone/>
              <a:defRPr sz="1800"/>
            </a:lvl1pPr>
          </a:lstStyle>
          <a:p>
            <a:pPr lvl="0"/>
            <a:r>
              <a:rPr lang="en-US" dirty="0"/>
              <a:t>Sed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perspiciatis</a:t>
            </a:r>
            <a:r>
              <a:rPr lang="en-US" dirty="0"/>
              <a:t> </a:t>
            </a:r>
            <a:r>
              <a:rPr lang="en-US" dirty="0" err="1"/>
              <a:t>unde</a:t>
            </a:r>
            <a:r>
              <a:rPr lang="en-US" dirty="0"/>
              <a:t> </a:t>
            </a:r>
            <a:r>
              <a:rPr lang="en-US" dirty="0" err="1"/>
              <a:t>omnis</a:t>
            </a:r>
            <a:r>
              <a:rPr lang="en-US" dirty="0"/>
              <a:t> </a:t>
            </a:r>
            <a:r>
              <a:rPr lang="en-US" dirty="0" err="1"/>
              <a:t>iste</a:t>
            </a:r>
            <a:r>
              <a:rPr lang="en-US" dirty="0"/>
              <a:t> </a:t>
            </a:r>
            <a:r>
              <a:rPr lang="en-US" dirty="0" err="1"/>
              <a:t>natus</a:t>
            </a:r>
            <a:r>
              <a:rPr lang="en-US" dirty="0"/>
              <a:t> error sit </a:t>
            </a:r>
            <a:r>
              <a:rPr lang="en-US" dirty="0" err="1"/>
              <a:t>voluptatem</a:t>
            </a:r>
            <a:r>
              <a:rPr lang="en-US" dirty="0"/>
              <a:t> </a:t>
            </a:r>
            <a:r>
              <a:rPr lang="en-US" dirty="0" err="1"/>
              <a:t>accusantium</a:t>
            </a:r>
            <a:r>
              <a:rPr lang="en-US" dirty="0"/>
              <a:t> </a:t>
            </a:r>
            <a:r>
              <a:rPr lang="en-US" dirty="0" err="1"/>
              <a:t>doloremque</a:t>
            </a:r>
            <a:r>
              <a:rPr lang="en-US" dirty="0"/>
              <a:t> </a:t>
            </a:r>
            <a:r>
              <a:rPr lang="en-US" dirty="0" err="1"/>
              <a:t>laudantium</a:t>
            </a:r>
            <a:r>
              <a:rPr lang="en-US" dirty="0"/>
              <a:t> </a:t>
            </a:r>
            <a:r>
              <a:rPr lang="en-US" dirty="0" err="1"/>
              <a:t>totam</a:t>
            </a:r>
            <a:r>
              <a:rPr lang="en-US" dirty="0"/>
              <a:t> rem </a:t>
            </a:r>
            <a:r>
              <a:rPr lang="en-US" dirty="0" err="1"/>
              <a:t>aperiam</a:t>
            </a:r>
            <a:r>
              <a:rPr lang="en-US" dirty="0"/>
              <a:t>.</a:t>
            </a:r>
          </a:p>
        </p:txBody>
      </p:sp>
      <p:sp>
        <p:nvSpPr>
          <p:cNvPr id="18" name="Text Placeholder 12">
            <a:extLst>
              <a:ext uri="{FF2B5EF4-FFF2-40B4-BE49-F238E27FC236}">
                <a16:creationId xmlns:a16="http://schemas.microsoft.com/office/drawing/2014/main" id="{4F617632-1F8F-2092-32FC-7367A36B4B50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4393475" y="3740277"/>
            <a:ext cx="3216914" cy="989438"/>
          </a:xfrm>
        </p:spPr>
        <p:txBody>
          <a:bodyPr wrap="square">
            <a:sp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9" name="Text Placeholder 17">
            <a:extLst>
              <a:ext uri="{FF2B5EF4-FFF2-40B4-BE49-F238E27FC236}">
                <a16:creationId xmlns:a16="http://schemas.microsoft.com/office/drawing/2014/main" id="{03C76AD3-B446-33B3-D6A6-D34A7B1A9CA9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8264710" y="1763901"/>
            <a:ext cx="3217042" cy="555793"/>
          </a:xfrm>
        </p:spPr>
        <p:txBody>
          <a:bodyPr wrap="square">
            <a:sp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20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Subhead culpa qui official arum </a:t>
            </a:r>
            <a:r>
              <a:rPr lang="en-US" dirty="0" err="1"/>
              <a:t>quidem</a:t>
            </a:r>
            <a:r>
              <a:rPr lang="en-US" dirty="0"/>
              <a:t> rerum facilis</a:t>
            </a:r>
          </a:p>
        </p:txBody>
      </p:sp>
      <p:sp>
        <p:nvSpPr>
          <p:cNvPr id="20" name="Text Placeholder 8">
            <a:extLst>
              <a:ext uri="{FF2B5EF4-FFF2-40B4-BE49-F238E27FC236}">
                <a16:creationId xmlns:a16="http://schemas.microsoft.com/office/drawing/2014/main" id="{EA4DB68B-5ABD-7BD4-0D0C-E218D955694D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8264710" y="2426711"/>
            <a:ext cx="3217042" cy="1206549"/>
          </a:xfrm>
        </p:spPr>
        <p:txBody>
          <a:bodyPr wrap="square">
            <a:spAutoFit/>
          </a:bodyPr>
          <a:lstStyle>
            <a:lvl1pPr marL="0" indent="0">
              <a:buNone/>
              <a:defRPr sz="1800"/>
            </a:lvl1pPr>
          </a:lstStyle>
          <a:p>
            <a:pPr lvl="0"/>
            <a:r>
              <a:rPr lang="en-US" dirty="0"/>
              <a:t>Sed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perspiciatis</a:t>
            </a:r>
            <a:r>
              <a:rPr lang="en-US" dirty="0"/>
              <a:t> </a:t>
            </a:r>
            <a:r>
              <a:rPr lang="en-US" dirty="0" err="1"/>
              <a:t>unde</a:t>
            </a:r>
            <a:r>
              <a:rPr lang="en-US" dirty="0"/>
              <a:t> </a:t>
            </a:r>
            <a:r>
              <a:rPr lang="en-US" dirty="0" err="1"/>
              <a:t>omnis</a:t>
            </a:r>
            <a:r>
              <a:rPr lang="en-US" dirty="0"/>
              <a:t> </a:t>
            </a:r>
            <a:r>
              <a:rPr lang="en-US" dirty="0" err="1"/>
              <a:t>iste</a:t>
            </a:r>
            <a:r>
              <a:rPr lang="en-US" dirty="0"/>
              <a:t> </a:t>
            </a:r>
            <a:r>
              <a:rPr lang="en-US" dirty="0" err="1"/>
              <a:t>natus</a:t>
            </a:r>
            <a:r>
              <a:rPr lang="en-US" dirty="0"/>
              <a:t> error sit </a:t>
            </a:r>
            <a:r>
              <a:rPr lang="en-US" dirty="0" err="1"/>
              <a:t>voluptatem</a:t>
            </a:r>
            <a:r>
              <a:rPr lang="en-US" dirty="0"/>
              <a:t> </a:t>
            </a:r>
            <a:r>
              <a:rPr lang="en-US" dirty="0" err="1"/>
              <a:t>accusantium</a:t>
            </a:r>
            <a:r>
              <a:rPr lang="en-US" dirty="0"/>
              <a:t> </a:t>
            </a:r>
            <a:r>
              <a:rPr lang="en-US" dirty="0" err="1"/>
              <a:t>doloremque</a:t>
            </a:r>
            <a:r>
              <a:rPr lang="en-US" dirty="0"/>
              <a:t> </a:t>
            </a:r>
            <a:r>
              <a:rPr lang="en-US" dirty="0" err="1"/>
              <a:t>laudantium</a:t>
            </a:r>
            <a:r>
              <a:rPr lang="en-US" dirty="0"/>
              <a:t> </a:t>
            </a:r>
            <a:r>
              <a:rPr lang="en-US" dirty="0" err="1"/>
              <a:t>totam</a:t>
            </a:r>
            <a:r>
              <a:rPr lang="en-US" dirty="0"/>
              <a:t> rem </a:t>
            </a:r>
            <a:r>
              <a:rPr lang="en-US" dirty="0" err="1"/>
              <a:t>aperiam</a:t>
            </a:r>
            <a:r>
              <a:rPr lang="en-US" dirty="0"/>
              <a:t>.</a:t>
            </a:r>
          </a:p>
        </p:txBody>
      </p:sp>
      <p:sp>
        <p:nvSpPr>
          <p:cNvPr id="21" name="Text Placeholder 12">
            <a:extLst>
              <a:ext uri="{FF2B5EF4-FFF2-40B4-BE49-F238E27FC236}">
                <a16:creationId xmlns:a16="http://schemas.microsoft.com/office/drawing/2014/main" id="{9E284295-AA76-A820-A4B4-F649763A5346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8264435" y="3740277"/>
            <a:ext cx="3216914" cy="989438"/>
          </a:xfrm>
        </p:spPr>
        <p:txBody>
          <a:bodyPr wrap="square">
            <a:sp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704468352"/>
      </p:ext>
    </p:extLst>
  </p:cSld>
  <p:clrMapOvr>
    <a:masterClrMapping/>
  </p:clrMapOvr>
</p:sldLayout>
</file>

<file path=ppt/slideLayouts/slideLayout6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-0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7">
            <a:extLst>
              <a:ext uri="{FF2B5EF4-FFF2-40B4-BE49-F238E27FC236}">
                <a16:creationId xmlns:a16="http://schemas.microsoft.com/office/drawing/2014/main" id="{3081F721-E8A4-AE4D-5353-BF45B3173324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22516" y="655578"/>
            <a:ext cx="11122186" cy="446084"/>
          </a:xfrm>
        </p:spPr>
        <p:txBody>
          <a:bodyPr wrap="square">
            <a:sp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3200"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 dirty="0"/>
              <a:t>Headline culpa qui official arum </a:t>
            </a:r>
            <a:r>
              <a:rPr lang="en-US" dirty="0" err="1"/>
              <a:t>quidem</a:t>
            </a:r>
            <a:r>
              <a:rPr lang="en-US" dirty="0"/>
              <a:t> rerum facilis</a:t>
            </a:r>
          </a:p>
        </p:txBody>
      </p:sp>
      <p:sp>
        <p:nvSpPr>
          <p:cNvPr id="3" name="Text Placeholder 17">
            <a:extLst>
              <a:ext uri="{FF2B5EF4-FFF2-40B4-BE49-F238E27FC236}">
                <a16:creationId xmlns:a16="http://schemas.microsoft.com/office/drawing/2014/main" id="{C7C69F1E-9805-AE5A-7142-CFC2C784AC58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22516" y="361822"/>
            <a:ext cx="11122186" cy="227498"/>
          </a:xfrm>
        </p:spPr>
        <p:txBody>
          <a:bodyPr wrap="square">
            <a:spAutoFit/>
          </a:bodyPr>
          <a:lstStyle>
            <a:lvl1pPr marL="0" indent="0">
              <a:spcBef>
                <a:spcPts val="0"/>
              </a:spcBef>
              <a:buNone/>
              <a:defRPr sz="1400"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 dirty="0"/>
              <a:t>EYEBROW COPY BLANDITIIS PRAESENTIUM VOLUPTATUM</a:t>
            </a:r>
          </a:p>
        </p:txBody>
      </p:sp>
      <p:sp>
        <p:nvSpPr>
          <p:cNvPr id="5" name="Text Placeholder 17">
            <a:extLst>
              <a:ext uri="{FF2B5EF4-FFF2-40B4-BE49-F238E27FC236}">
                <a16:creationId xmlns:a16="http://schemas.microsoft.com/office/drawing/2014/main" id="{112D25B5-8051-9BC2-9889-36FD4D585FD1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22786" y="1763901"/>
            <a:ext cx="2479085" cy="555793"/>
          </a:xfrm>
        </p:spPr>
        <p:txBody>
          <a:bodyPr wrap="square">
            <a:sp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20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Subhead culpa qui official arum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EBC34DA4-0543-35F0-39E6-84A7B5877EED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22786" y="2426711"/>
            <a:ext cx="2479085" cy="1206549"/>
          </a:xfrm>
        </p:spPr>
        <p:txBody>
          <a:bodyPr wrap="square">
            <a:spAutoFit/>
          </a:bodyPr>
          <a:lstStyle>
            <a:lvl1pPr marL="0" indent="0">
              <a:buNone/>
              <a:defRPr sz="1800"/>
            </a:lvl1pPr>
          </a:lstStyle>
          <a:p>
            <a:pPr lvl="0"/>
            <a:r>
              <a:rPr lang="en-US" dirty="0"/>
              <a:t>Sed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perspiciatis</a:t>
            </a:r>
            <a:r>
              <a:rPr lang="en-US" dirty="0"/>
              <a:t> </a:t>
            </a:r>
            <a:r>
              <a:rPr lang="en-US" dirty="0" err="1"/>
              <a:t>unde</a:t>
            </a:r>
            <a:r>
              <a:rPr lang="en-US" dirty="0"/>
              <a:t> </a:t>
            </a:r>
            <a:r>
              <a:rPr lang="en-US" dirty="0" err="1"/>
              <a:t>omnis</a:t>
            </a:r>
            <a:r>
              <a:rPr lang="en-US" dirty="0"/>
              <a:t> </a:t>
            </a:r>
            <a:r>
              <a:rPr lang="en-US" dirty="0" err="1"/>
              <a:t>iste</a:t>
            </a:r>
            <a:r>
              <a:rPr lang="en-US" dirty="0"/>
              <a:t> </a:t>
            </a:r>
            <a:r>
              <a:rPr lang="en-US" dirty="0" err="1"/>
              <a:t>natus</a:t>
            </a:r>
            <a:r>
              <a:rPr lang="en-US" dirty="0"/>
              <a:t> error sit </a:t>
            </a:r>
            <a:r>
              <a:rPr lang="en-US" dirty="0" err="1"/>
              <a:t>voluptatem</a:t>
            </a:r>
            <a:r>
              <a:rPr lang="en-US" dirty="0"/>
              <a:t> </a:t>
            </a:r>
            <a:r>
              <a:rPr lang="en-US" dirty="0" err="1"/>
              <a:t>accusantium</a:t>
            </a:r>
            <a:r>
              <a:rPr lang="en-US" dirty="0"/>
              <a:t> </a:t>
            </a:r>
            <a:r>
              <a:rPr lang="en-US" dirty="0" err="1"/>
              <a:t>doloremque</a:t>
            </a:r>
            <a:r>
              <a:rPr lang="en-US" dirty="0"/>
              <a:t>.</a:t>
            </a:r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99E36904-4452-1FE0-159B-0D75E562EAB9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522515" y="3740277"/>
            <a:ext cx="2478986" cy="1294137"/>
          </a:xfrm>
        </p:spPr>
        <p:txBody>
          <a:bodyPr wrap="square">
            <a:sp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4" name="Text Placeholder 17">
            <a:extLst>
              <a:ext uri="{FF2B5EF4-FFF2-40B4-BE49-F238E27FC236}">
                <a16:creationId xmlns:a16="http://schemas.microsoft.com/office/drawing/2014/main" id="{A7841F65-A264-9942-011F-C0257234F038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3370044" y="1763901"/>
            <a:ext cx="2479085" cy="555793"/>
          </a:xfrm>
        </p:spPr>
        <p:txBody>
          <a:bodyPr wrap="square">
            <a:sp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20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Subhead culpa qui official arum</a:t>
            </a:r>
          </a:p>
        </p:txBody>
      </p:sp>
      <p:sp>
        <p:nvSpPr>
          <p:cNvPr id="6" name="Text Placeholder 8">
            <a:extLst>
              <a:ext uri="{FF2B5EF4-FFF2-40B4-BE49-F238E27FC236}">
                <a16:creationId xmlns:a16="http://schemas.microsoft.com/office/drawing/2014/main" id="{C15516F4-558F-C634-22F7-1F2C190C2A1A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370044" y="2426711"/>
            <a:ext cx="2479085" cy="1206549"/>
          </a:xfrm>
        </p:spPr>
        <p:txBody>
          <a:bodyPr wrap="square">
            <a:spAutoFit/>
          </a:bodyPr>
          <a:lstStyle>
            <a:lvl1pPr marL="0" indent="0">
              <a:buNone/>
              <a:defRPr sz="1800"/>
            </a:lvl1pPr>
          </a:lstStyle>
          <a:p>
            <a:pPr lvl="0"/>
            <a:r>
              <a:rPr lang="en-US" dirty="0"/>
              <a:t>Sed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perspiciatis</a:t>
            </a:r>
            <a:r>
              <a:rPr lang="en-US" dirty="0"/>
              <a:t> </a:t>
            </a:r>
            <a:r>
              <a:rPr lang="en-US" dirty="0" err="1"/>
              <a:t>unde</a:t>
            </a:r>
            <a:r>
              <a:rPr lang="en-US" dirty="0"/>
              <a:t> </a:t>
            </a:r>
            <a:r>
              <a:rPr lang="en-US" dirty="0" err="1"/>
              <a:t>omnis</a:t>
            </a:r>
            <a:r>
              <a:rPr lang="en-US" dirty="0"/>
              <a:t> </a:t>
            </a:r>
            <a:r>
              <a:rPr lang="en-US" dirty="0" err="1"/>
              <a:t>iste</a:t>
            </a:r>
            <a:r>
              <a:rPr lang="en-US" dirty="0"/>
              <a:t> </a:t>
            </a:r>
            <a:r>
              <a:rPr lang="en-US" dirty="0" err="1"/>
              <a:t>natus</a:t>
            </a:r>
            <a:r>
              <a:rPr lang="en-US" dirty="0"/>
              <a:t> error sit </a:t>
            </a:r>
            <a:r>
              <a:rPr lang="en-US" dirty="0" err="1"/>
              <a:t>voluptatem</a:t>
            </a:r>
            <a:r>
              <a:rPr lang="en-US" dirty="0"/>
              <a:t> </a:t>
            </a:r>
            <a:r>
              <a:rPr lang="en-US" dirty="0" err="1"/>
              <a:t>accusantium</a:t>
            </a:r>
            <a:r>
              <a:rPr lang="en-US" dirty="0"/>
              <a:t> </a:t>
            </a:r>
            <a:r>
              <a:rPr lang="en-US" dirty="0" err="1"/>
              <a:t>doloremque</a:t>
            </a:r>
            <a:r>
              <a:rPr lang="en-US" dirty="0"/>
              <a:t>.</a:t>
            </a:r>
          </a:p>
        </p:txBody>
      </p:sp>
      <p:sp>
        <p:nvSpPr>
          <p:cNvPr id="7" name="Text Placeholder 12">
            <a:extLst>
              <a:ext uri="{FF2B5EF4-FFF2-40B4-BE49-F238E27FC236}">
                <a16:creationId xmlns:a16="http://schemas.microsoft.com/office/drawing/2014/main" id="{D46D04B0-DA90-F948-8623-D10B3ED438A3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3369773" y="3740277"/>
            <a:ext cx="2478986" cy="1294137"/>
          </a:xfrm>
        </p:spPr>
        <p:txBody>
          <a:bodyPr wrap="square">
            <a:sp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8" name="Text Placeholder 17">
            <a:extLst>
              <a:ext uri="{FF2B5EF4-FFF2-40B4-BE49-F238E27FC236}">
                <a16:creationId xmlns:a16="http://schemas.microsoft.com/office/drawing/2014/main" id="{C45E5508-18D4-B8A0-9554-18C8CC7BA633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6217771" y="1763901"/>
            <a:ext cx="2479085" cy="555793"/>
          </a:xfrm>
        </p:spPr>
        <p:txBody>
          <a:bodyPr wrap="square">
            <a:sp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20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Subhead culpa qui official arum</a:t>
            </a:r>
          </a:p>
        </p:txBody>
      </p:sp>
      <p:sp>
        <p:nvSpPr>
          <p:cNvPr id="10" name="Text Placeholder 8">
            <a:extLst>
              <a:ext uri="{FF2B5EF4-FFF2-40B4-BE49-F238E27FC236}">
                <a16:creationId xmlns:a16="http://schemas.microsoft.com/office/drawing/2014/main" id="{9B9FC0B2-A2E1-EE23-DD92-95D99FB7FCBC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6217771" y="2426711"/>
            <a:ext cx="2479085" cy="1206549"/>
          </a:xfrm>
        </p:spPr>
        <p:txBody>
          <a:bodyPr wrap="square">
            <a:spAutoFit/>
          </a:bodyPr>
          <a:lstStyle>
            <a:lvl1pPr marL="0" indent="0">
              <a:buNone/>
              <a:defRPr sz="1800"/>
            </a:lvl1pPr>
          </a:lstStyle>
          <a:p>
            <a:pPr lvl="0"/>
            <a:r>
              <a:rPr lang="en-US" dirty="0"/>
              <a:t>Sed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perspiciatis</a:t>
            </a:r>
            <a:r>
              <a:rPr lang="en-US" dirty="0"/>
              <a:t> </a:t>
            </a:r>
            <a:r>
              <a:rPr lang="en-US" dirty="0" err="1"/>
              <a:t>unde</a:t>
            </a:r>
            <a:r>
              <a:rPr lang="en-US" dirty="0"/>
              <a:t> </a:t>
            </a:r>
            <a:r>
              <a:rPr lang="en-US" dirty="0" err="1"/>
              <a:t>omnis</a:t>
            </a:r>
            <a:r>
              <a:rPr lang="en-US" dirty="0"/>
              <a:t> </a:t>
            </a:r>
            <a:r>
              <a:rPr lang="en-US" dirty="0" err="1"/>
              <a:t>iste</a:t>
            </a:r>
            <a:r>
              <a:rPr lang="en-US" dirty="0"/>
              <a:t> </a:t>
            </a:r>
            <a:r>
              <a:rPr lang="en-US" dirty="0" err="1"/>
              <a:t>natus</a:t>
            </a:r>
            <a:r>
              <a:rPr lang="en-US" dirty="0"/>
              <a:t> error sit </a:t>
            </a:r>
            <a:r>
              <a:rPr lang="en-US" dirty="0" err="1"/>
              <a:t>voluptatem</a:t>
            </a:r>
            <a:r>
              <a:rPr lang="en-US" dirty="0"/>
              <a:t> </a:t>
            </a:r>
            <a:r>
              <a:rPr lang="en-US" dirty="0" err="1"/>
              <a:t>accusantium</a:t>
            </a:r>
            <a:r>
              <a:rPr lang="en-US" dirty="0"/>
              <a:t> </a:t>
            </a:r>
            <a:r>
              <a:rPr lang="en-US" dirty="0" err="1"/>
              <a:t>doloremque</a:t>
            </a:r>
            <a:r>
              <a:rPr lang="en-US" dirty="0"/>
              <a:t>.</a:t>
            </a:r>
          </a:p>
        </p:txBody>
      </p:sp>
      <p:sp>
        <p:nvSpPr>
          <p:cNvPr id="11" name="Text Placeholder 12">
            <a:extLst>
              <a:ext uri="{FF2B5EF4-FFF2-40B4-BE49-F238E27FC236}">
                <a16:creationId xmlns:a16="http://schemas.microsoft.com/office/drawing/2014/main" id="{9AD3BD22-757B-EEDC-2BED-851D01FAD009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6217500" y="3740277"/>
            <a:ext cx="2478986" cy="1294137"/>
          </a:xfrm>
        </p:spPr>
        <p:txBody>
          <a:bodyPr wrap="square">
            <a:sp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2" name="Text Placeholder 17">
            <a:extLst>
              <a:ext uri="{FF2B5EF4-FFF2-40B4-BE49-F238E27FC236}">
                <a16:creationId xmlns:a16="http://schemas.microsoft.com/office/drawing/2014/main" id="{5E75D8B7-36BA-C036-3008-ED7181EA29CE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9065399" y="1763901"/>
            <a:ext cx="2479085" cy="555793"/>
          </a:xfrm>
        </p:spPr>
        <p:txBody>
          <a:bodyPr wrap="square">
            <a:sp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20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Subhead culpa qui official arum</a:t>
            </a:r>
          </a:p>
        </p:txBody>
      </p:sp>
      <p:sp>
        <p:nvSpPr>
          <p:cNvPr id="14" name="Text Placeholder 8">
            <a:extLst>
              <a:ext uri="{FF2B5EF4-FFF2-40B4-BE49-F238E27FC236}">
                <a16:creationId xmlns:a16="http://schemas.microsoft.com/office/drawing/2014/main" id="{BD2C72CE-2AC1-03E8-EC6E-6628A5C8EE8B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9065399" y="2426711"/>
            <a:ext cx="2479085" cy="1206549"/>
          </a:xfrm>
        </p:spPr>
        <p:txBody>
          <a:bodyPr wrap="square">
            <a:spAutoFit/>
          </a:bodyPr>
          <a:lstStyle>
            <a:lvl1pPr marL="0" indent="0">
              <a:buNone/>
              <a:defRPr sz="1800"/>
            </a:lvl1pPr>
          </a:lstStyle>
          <a:p>
            <a:pPr lvl="0"/>
            <a:r>
              <a:rPr lang="en-US" dirty="0"/>
              <a:t>Sed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perspiciatis</a:t>
            </a:r>
            <a:r>
              <a:rPr lang="en-US" dirty="0"/>
              <a:t> </a:t>
            </a:r>
            <a:r>
              <a:rPr lang="en-US" dirty="0" err="1"/>
              <a:t>unde</a:t>
            </a:r>
            <a:r>
              <a:rPr lang="en-US" dirty="0"/>
              <a:t> </a:t>
            </a:r>
            <a:r>
              <a:rPr lang="en-US" dirty="0" err="1"/>
              <a:t>omnis</a:t>
            </a:r>
            <a:r>
              <a:rPr lang="en-US" dirty="0"/>
              <a:t> </a:t>
            </a:r>
            <a:r>
              <a:rPr lang="en-US" dirty="0" err="1"/>
              <a:t>iste</a:t>
            </a:r>
            <a:r>
              <a:rPr lang="en-US" dirty="0"/>
              <a:t> </a:t>
            </a:r>
            <a:r>
              <a:rPr lang="en-US" dirty="0" err="1"/>
              <a:t>natus</a:t>
            </a:r>
            <a:r>
              <a:rPr lang="en-US" dirty="0"/>
              <a:t> error sit </a:t>
            </a:r>
            <a:r>
              <a:rPr lang="en-US" dirty="0" err="1"/>
              <a:t>voluptatem</a:t>
            </a:r>
            <a:r>
              <a:rPr lang="en-US" dirty="0"/>
              <a:t> </a:t>
            </a:r>
            <a:r>
              <a:rPr lang="en-US" dirty="0" err="1"/>
              <a:t>accusantium</a:t>
            </a:r>
            <a:r>
              <a:rPr lang="en-US" dirty="0"/>
              <a:t> </a:t>
            </a:r>
            <a:r>
              <a:rPr lang="en-US" dirty="0" err="1"/>
              <a:t>doloremque</a:t>
            </a:r>
            <a:r>
              <a:rPr lang="en-US" dirty="0"/>
              <a:t>.</a:t>
            </a:r>
          </a:p>
        </p:txBody>
      </p:sp>
      <p:sp>
        <p:nvSpPr>
          <p:cNvPr id="15" name="Text Placeholder 12">
            <a:extLst>
              <a:ext uri="{FF2B5EF4-FFF2-40B4-BE49-F238E27FC236}">
                <a16:creationId xmlns:a16="http://schemas.microsoft.com/office/drawing/2014/main" id="{C86AC0A8-2096-FDDC-FEAB-27E8D3456BF7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9065128" y="3740277"/>
            <a:ext cx="2478986" cy="1294137"/>
          </a:xfrm>
        </p:spPr>
        <p:txBody>
          <a:bodyPr wrap="square">
            <a:sp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2196933549"/>
      </p:ext>
    </p:extLst>
  </p:cSld>
  <p:clrMapOvr>
    <a:masterClrMapping/>
  </p:clrMapOvr>
</p:sldLayout>
</file>

<file path=ppt/slideLayouts/slideLayout7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F75CBFEB-E840-D7EB-F8A5-6E3EB245AA06}"/>
              </a:ext>
            </a:extLst>
          </p:cNvPr>
          <p:cNvSpPr/>
          <p:nvPr/>
        </p:nvSpPr>
        <p:spPr>
          <a:xfrm>
            <a:off x="0" y="0"/>
            <a:ext cx="406398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1CE7E595-5C3F-0BAF-330D-65E2AD801F66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4571323" y="1133918"/>
            <a:ext cx="7234915" cy="324961"/>
          </a:xfrm>
        </p:spPr>
        <p:txBody>
          <a:bodyPr/>
          <a:lstStyle>
            <a:lvl1pPr marL="231775" indent="-231775">
              <a:spcAft>
                <a:spcPts val="600"/>
              </a:spcAft>
              <a:buFont typeface="Arial" panose="020B0604020202020204" pitchFamily="34" charset="0"/>
              <a:buChar char="•"/>
              <a:tabLst/>
              <a:defRPr sz="2000"/>
            </a:lvl1pPr>
          </a:lstStyle>
          <a:p>
            <a:pPr lvl="0"/>
            <a:r>
              <a:rPr lang="en-US" dirty="0"/>
              <a:t>Agenda item sed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perspiciatis</a:t>
            </a:r>
            <a:r>
              <a:rPr lang="en-US" dirty="0"/>
              <a:t> </a:t>
            </a:r>
            <a:r>
              <a:rPr lang="en-US" dirty="0" err="1"/>
              <a:t>unde</a:t>
            </a:r>
            <a:r>
              <a:rPr lang="en-US" dirty="0"/>
              <a:t> </a:t>
            </a:r>
            <a:r>
              <a:rPr lang="en-US" dirty="0" err="1"/>
              <a:t>omnis</a:t>
            </a:r>
            <a:endParaRPr lang="en-US" dirty="0"/>
          </a:p>
        </p:txBody>
      </p:sp>
      <p:sp>
        <p:nvSpPr>
          <p:cNvPr id="9" name="Text Placeholder 7">
            <a:extLst>
              <a:ext uri="{FF2B5EF4-FFF2-40B4-BE49-F238E27FC236}">
                <a16:creationId xmlns:a16="http://schemas.microsoft.com/office/drawing/2014/main" id="{00B49552-BA81-9DEE-DBCE-F9356D66374D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4571323" y="1793136"/>
            <a:ext cx="7234915" cy="324961"/>
          </a:xfrm>
        </p:spPr>
        <p:txBody>
          <a:bodyPr/>
          <a:lstStyle>
            <a:lvl1pPr marL="231775" indent="-231775">
              <a:spcAft>
                <a:spcPts val="600"/>
              </a:spcAft>
              <a:buFont typeface="Arial" panose="020B0604020202020204" pitchFamily="34" charset="0"/>
              <a:buChar char="•"/>
              <a:tabLst/>
              <a:defRPr sz="2000"/>
            </a:lvl1pPr>
          </a:lstStyle>
          <a:p>
            <a:pPr lvl="0"/>
            <a:r>
              <a:rPr lang="en-US" dirty="0"/>
              <a:t>Agenda item sed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perspiciatis</a:t>
            </a:r>
            <a:r>
              <a:rPr lang="en-US" dirty="0"/>
              <a:t> </a:t>
            </a:r>
            <a:r>
              <a:rPr lang="en-US" dirty="0" err="1"/>
              <a:t>unde</a:t>
            </a:r>
            <a:r>
              <a:rPr lang="en-US" dirty="0"/>
              <a:t> </a:t>
            </a:r>
            <a:r>
              <a:rPr lang="en-US" dirty="0" err="1"/>
              <a:t>omnis</a:t>
            </a:r>
            <a:endParaRPr lang="en-US" dirty="0"/>
          </a:p>
        </p:txBody>
      </p:sp>
      <p:sp>
        <p:nvSpPr>
          <p:cNvPr id="10" name="Text Placeholder 7">
            <a:extLst>
              <a:ext uri="{FF2B5EF4-FFF2-40B4-BE49-F238E27FC236}">
                <a16:creationId xmlns:a16="http://schemas.microsoft.com/office/drawing/2014/main" id="{03CD231C-30AC-3339-A90C-FF099FDCE126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4571323" y="2452355"/>
            <a:ext cx="7234915" cy="324961"/>
          </a:xfrm>
        </p:spPr>
        <p:txBody>
          <a:bodyPr/>
          <a:lstStyle>
            <a:lvl1pPr marL="231775" indent="-231775">
              <a:spcAft>
                <a:spcPts val="600"/>
              </a:spcAft>
              <a:buFont typeface="Arial" panose="020B0604020202020204" pitchFamily="34" charset="0"/>
              <a:buChar char="•"/>
              <a:tabLst/>
              <a:defRPr sz="2000"/>
            </a:lvl1pPr>
          </a:lstStyle>
          <a:p>
            <a:pPr lvl="0"/>
            <a:r>
              <a:rPr lang="en-US" dirty="0"/>
              <a:t>Agenda item sed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perspiciatis</a:t>
            </a:r>
            <a:r>
              <a:rPr lang="en-US" dirty="0"/>
              <a:t> </a:t>
            </a:r>
            <a:r>
              <a:rPr lang="en-US" dirty="0" err="1"/>
              <a:t>unde</a:t>
            </a:r>
            <a:r>
              <a:rPr lang="en-US" dirty="0"/>
              <a:t> </a:t>
            </a:r>
            <a:r>
              <a:rPr lang="en-US" dirty="0" err="1"/>
              <a:t>omnis</a:t>
            </a:r>
            <a:endParaRPr lang="en-US" dirty="0"/>
          </a:p>
        </p:txBody>
      </p:sp>
      <p:sp>
        <p:nvSpPr>
          <p:cNvPr id="11" name="Text Placeholder 7">
            <a:extLst>
              <a:ext uri="{FF2B5EF4-FFF2-40B4-BE49-F238E27FC236}">
                <a16:creationId xmlns:a16="http://schemas.microsoft.com/office/drawing/2014/main" id="{8982B152-EDC0-3186-CD84-DAB96BF42494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4571323" y="3111573"/>
            <a:ext cx="7234915" cy="324961"/>
          </a:xfrm>
        </p:spPr>
        <p:txBody>
          <a:bodyPr/>
          <a:lstStyle>
            <a:lvl1pPr marL="231775" indent="-231775">
              <a:spcAft>
                <a:spcPts val="600"/>
              </a:spcAft>
              <a:buFont typeface="Arial" panose="020B0604020202020204" pitchFamily="34" charset="0"/>
              <a:buChar char="•"/>
              <a:tabLst/>
              <a:defRPr sz="2000"/>
            </a:lvl1pPr>
          </a:lstStyle>
          <a:p>
            <a:pPr lvl="0"/>
            <a:r>
              <a:rPr lang="en-US" dirty="0"/>
              <a:t>Agenda item sed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perspiciatis</a:t>
            </a:r>
            <a:r>
              <a:rPr lang="en-US" dirty="0"/>
              <a:t> </a:t>
            </a:r>
            <a:r>
              <a:rPr lang="en-US" dirty="0" err="1"/>
              <a:t>unde</a:t>
            </a:r>
            <a:r>
              <a:rPr lang="en-US" dirty="0"/>
              <a:t> </a:t>
            </a:r>
            <a:r>
              <a:rPr lang="en-US" dirty="0" err="1"/>
              <a:t>omnis</a:t>
            </a:r>
            <a:endParaRPr lang="en-US" dirty="0"/>
          </a:p>
        </p:txBody>
      </p:sp>
      <p:sp>
        <p:nvSpPr>
          <p:cNvPr id="18" name="Text Placeholder 7">
            <a:extLst>
              <a:ext uri="{FF2B5EF4-FFF2-40B4-BE49-F238E27FC236}">
                <a16:creationId xmlns:a16="http://schemas.microsoft.com/office/drawing/2014/main" id="{356610AF-C4CC-A0BF-AEC5-6E3BDD36D990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4571323" y="3770791"/>
            <a:ext cx="7234915" cy="324961"/>
          </a:xfrm>
        </p:spPr>
        <p:txBody>
          <a:bodyPr/>
          <a:lstStyle>
            <a:lvl1pPr marL="231775" indent="-231775">
              <a:spcAft>
                <a:spcPts val="600"/>
              </a:spcAft>
              <a:buFont typeface="Arial" panose="020B0604020202020204" pitchFamily="34" charset="0"/>
              <a:buChar char="•"/>
              <a:tabLst/>
              <a:defRPr sz="2000"/>
            </a:lvl1pPr>
          </a:lstStyle>
          <a:p>
            <a:pPr lvl="0"/>
            <a:r>
              <a:rPr lang="en-US" dirty="0"/>
              <a:t>Agenda item sed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perspiciatis</a:t>
            </a:r>
            <a:r>
              <a:rPr lang="en-US" dirty="0"/>
              <a:t> </a:t>
            </a:r>
            <a:r>
              <a:rPr lang="en-US" dirty="0" err="1"/>
              <a:t>unde</a:t>
            </a:r>
            <a:r>
              <a:rPr lang="en-US" dirty="0"/>
              <a:t> </a:t>
            </a:r>
            <a:r>
              <a:rPr lang="en-US" dirty="0" err="1"/>
              <a:t>omnis</a:t>
            </a:r>
            <a:endParaRPr lang="en-US" dirty="0"/>
          </a:p>
        </p:txBody>
      </p:sp>
      <p:sp>
        <p:nvSpPr>
          <p:cNvPr id="19" name="Text Placeholder 7">
            <a:extLst>
              <a:ext uri="{FF2B5EF4-FFF2-40B4-BE49-F238E27FC236}">
                <a16:creationId xmlns:a16="http://schemas.microsoft.com/office/drawing/2014/main" id="{71249665-4BF1-BC80-9E3E-27C6AC131E05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4571323" y="4430010"/>
            <a:ext cx="7234915" cy="324961"/>
          </a:xfrm>
        </p:spPr>
        <p:txBody>
          <a:bodyPr/>
          <a:lstStyle>
            <a:lvl1pPr marL="231775" indent="-231775">
              <a:spcAft>
                <a:spcPts val="600"/>
              </a:spcAft>
              <a:buFont typeface="Arial" panose="020B0604020202020204" pitchFamily="34" charset="0"/>
              <a:buChar char="•"/>
              <a:tabLst/>
              <a:defRPr sz="2000"/>
            </a:lvl1pPr>
          </a:lstStyle>
          <a:p>
            <a:pPr lvl="0"/>
            <a:r>
              <a:rPr lang="en-US" dirty="0"/>
              <a:t>Agenda item sed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perspiciatis</a:t>
            </a:r>
            <a:r>
              <a:rPr lang="en-US" dirty="0"/>
              <a:t> </a:t>
            </a:r>
            <a:r>
              <a:rPr lang="en-US" dirty="0" err="1"/>
              <a:t>unde</a:t>
            </a:r>
            <a:r>
              <a:rPr lang="en-US" dirty="0"/>
              <a:t> </a:t>
            </a:r>
            <a:r>
              <a:rPr lang="en-US" dirty="0" err="1"/>
              <a:t>omnis</a:t>
            </a:r>
            <a:endParaRPr lang="en-US" dirty="0"/>
          </a:p>
        </p:txBody>
      </p:sp>
      <p:sp>
        <p:nvSpPr>
          <p:cNvPr id="20" name="Text Placeholder 7">
            <a:extLst>
              <a:ext uri="{FF2B5EF4-FFF2-40B4-BE49-F238E27FC236}">
                <a16:creationId xmlns:a16="http://schemas.microsoft.com/office/drawing/2014/main" id="{5AF120EB-8D6E-49DB-0DA5-20F61C819518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4571323" y="5089229"/>
            <a:ext cx="7234915" cy="324961"/>
          </a:xfrm>
        </p:spPr>
        <p:txBody>
          <a:bodyPr/>
          <a:lstStyle>
            <a:lvl1pPr marL="231775" indent="-231775">
              <a:spcAft>
                <a:spcPts val="600"/>
              </a:spcAft>
              <a:buFont typeface="Arial" panose="020B0604020202020204" pitchFamily="34" charset="0"/>
              <a:buChar char="•"/>
              <a:tabLst/>
              <a:defRPr sz="2000"/>
            </a:lvl1pPr>
          </a:lstStyle>
          <a:p>
            <a:pPr lvl="0"/>
            <a:r>
              <a:rPr lang="en-US" dirty="0"/>
              <a:t>Agenda item sed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perspiciatis</a:t>
            </a:r>
            <a:r>
              <a:rPr lang="en-US" dirty="0"/>
              <a:t> </a:t>
            </a:r>
            <a:r>
              <a:rPr lang="en-US" dirty="0" err="1"/>
              <a:t>unde</a:t>
            </a:r>
            <a:r>
              <a:rPr lang="en-US" dirty="0"/>
              <a:t> </a:t>
            </a:r>
            <a:r>
              <a:rPr lang="en-US" dirty="0" err="1"/>
              <a:t>omnis</a:t>
            </a:r>
            <a:endParaRPr lang="en-US" dirty="0"/>
          </a:p>
        </p:txBody>
      </p:sp>
      <p:pic>
        <p:nvPicPr>
          <p:cNvPr id="21" name="Graphic 20">
            <a:extLst>
              <a:ext uri="{FF2B5EF4-FFF2-40B4-BE49-F238E27FC236}">
                <a16:creationId xmlns:a16="http://schemas.microsoft.com/office/drawing/2014/main" id="{B6EDFCBE-296B-864F-13E7-245D40ED0C3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1647542" y="1793136"/>
            <a:ext cx="789191" cy="789191"/>
          </a:xfrm>
          <a:prstGeom prst="rect">
            <a:avLst/>
          </a:prstGeom>
        </p:spPr>
      </p:pic>
      <p:pic>
        <p:nvPicPr>
          <p:cNvPr id="22" name="Graphic 21">
            <a:extLst>
              <a:ext uri="{FF2B5EF4-FFF2-40B4-BE49-F238E27FC236}">
                <a16:creationId xmlns:a16="http://schemas.microsoft.com/office/drawing/2014/main" id="{D5A0CFA2-F296-A8B7-CB70-C9D00D9E3C98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78777" y="6474193"/>
            <a:ext cx="820683" cy="198585"/>
          </a:xfrm>
          <a:prstGeom prst="rect">
            <a:avLst/>
          </a:prstGeom>
        </p:spPr>
      </p:pic>
      <p:sp>
        <p:nvSpPr>
          <p:cNvPr id="5" name="Text Placeholder 17">
            <a:extLst>
              <a:ext uri="{FF2B5EF4-FFF2-40B4-BE49-F238E27FC236}">
                <a16:creationId xmlns:a16="http://schemas.microsoft.com/office/drawing/2014/main" id="{7CD097DB-9618-CDB1-1F1F-B033BC4801EA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52660" y="2735750"/>
            <a:ext cx="3358665" cy="944810"/>
          </a:xfrm>
        </p:spPr>
        <p:txBody>
          <a:bodyPr wrap="square">
            <a:spAutoFit/>
          </a:bodyPr>
          <a:lstStyle>
            <a:lvl1pPr marL="0" indent="0" algn="ctr">
              <a:lnSpc>
                <a:spcPct val="90000"/>
              </a:lnSpc>
              <a:spcBef>
                <a:spcPts val="0"/>
              </a:spcBef>
              <a:buNone/>
              <a:defRPr sz="34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Agenda or Table of Contents</a:t>
            </a:r>
          </a:p>
        </p:txBody>
      </p:sp>
    </p:spTree>
    <p:extLst>
      <p:ext uri="{BB962C8B-B14F-4D97-AF65-F5344CB8AC3E}">
        <p14:creationId xmlns:p14="http://schemas.microsoft.com/office/powerpoint/2010/main" val="182763002"/>
      </p:ext>
    </p:extLst>
  </p:cSld>
  <p:clrMapOvr>
    <a:masterClrMapping/>
  </p:clrMapOvr>
</p:sldLayout>
</file>

<file path=ppt/slideLayouts/slideLayout7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reaker PU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DE1BBC57-2A7B-F916-1726-A8A00107824A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ext Placeholder 17">
            <a:extLst>
              <a:ext uri="{FF2B5EF4-FFF2-40B4-BE49-F238E27FC236}">
                <a16:creationId xmlns:a16="http://schemas.microsoft.com/office/drawing/2014/main" id="{C1DAE6E1-94AC-793D-E334-0CF26EA0FEE8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914399" y="2238843"/>
            <a:ext cx="10363202" cy="1333891"/>
          </a:xfrm>
        </p:spPr>
        <p:txBody>
          <a:bodyPr/>
          <a:lstStyle>
            <a:lvl1pPr marL="0" indent="0" algn="ctr">
              <a:lnSpc>
                <a:spcPct val="90000"/>
              </a:lnSpc>
              <a:spcBef>
                <a:spcPts val="0"/>
              </a:spcBef>
              <a:buNone/>
              <a:defRPr sz="48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Breaker slide culpa qui official arum </a:t>
            </a:r>
            <a:r>
              <a:rPr lang="en-US" dirty="0" err="1"/>
              <a:t>quidem</a:t>
            </a:r>
            <a:r>
              <a:rPr lang="en-US" dirty="0"/>
              <a:t> rerum facilis</a:t>
            </a:r>
          </a:p>
        </p:txBody>
      </p:sp>
      <p:sp>
        <p:nvSpPr>
          <p:cNvPr id="7" name="Text Placeholder 17">
            <a:extLst>
              <a:ext uri="{FF2B5EF4-FFF2-40B4-BE49-F238E27FC236}">
                <a16:creationId xmlns:a16="http://schemas.microsoft.com/office/drawing/2014/main" id="{F049E1B0-BA0B-F873-361C-6B7CE114B94A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914399" y="3750468"/>
            <a:ext cx="10363202" cy="389915"/>
          </a:xfrm>
        </p:spPr>
        <p:txBody>
          <a:bodyPr>
            <a:spAutoFit/>
          </a:bodyPr>
          <a:lstStyle>
            <a:lvl1pPr marL="0" indent="0" algn="ctr">
              <a:spcBef>
                <a:spcPts val="0"/>
              </a:spcBef>
              <a:buNone/>
              <a:defRPr sz="2400" b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Subhead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 sed do </a:t>
            </a:r>
            <a:r>
              <a:rPr lang="en-US" dirty="0" err="1"/>
              <a:t>eiusmod</a:t>
            </a:r>
            <a:endParaRPr lang="en-US" dirty="0"/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11D55CDA-462C-A7FF-EE12-3FDD8DDBC2F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78777" y="6474193"/>
            <a:ext cx="820683" cy="198585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9C2795BC-99C0-3605-DA72-63D94FCF0973}"/>
              </a:ext>
            </a:extLst>
          </p:cNvPr>
          <p:cNvSpPr txBox="1"/>
          <p:nvPr/>
        </p:nvSpPr>
        <p:spPr>
          <a:xfrm>
            <a:off x="11616267" y="6570337"/>
            <a:ext cx="389880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fld id="{39BFE1BD-C136-3F41-856A-526B10A97418}" type="slidenum">
              <a:rPr lang="en-US" sz="900" smtClean="0">
                <a:solidFill>
                  <a:schemeClr val="bg1"/>
                </a:solidFill>
              </a:rPr>
              <a:pPr algn="r"/>
              <a:t>‹#›</a:t>
            </a:fld>
            <a:endParaRPr lang="en-US" sz="900" dirty="0">
              <a:solidFill>
                <a:schemeClr val="bg1"/>
              </a:solidFill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490D0730-EC65-31BF-A4FA-992A99E0E4CF}"/>
              </a:ext>
            </a:extLst>
          </p:cNvPr>
          <p:cNvSpPr txBox="1"/>
          <p:nvPr/>
        </p:nvSpPr>
        <p:spPr>
          <a:xfrm>
            <a:off x="9265920" y="6570337"/>
            <a:ext cx="2231676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r>
              <a:rPr lang="en-US" sz="900" dirty="0">
                <a:solidFill>
                  <a:schemeClr val="bg1"/>
                </a:solidFill>
              </a:rPr>
              <a:t>©2026 Ellucian. Confidential and Proprietary</a:t>
            </a:r>
          </a:p>
        </p:txBody>
      </p:sp>
    </p:spTree>
    <p:extLst>
      <p:ext uri="{BB962C8B-B14F-4D97-AF65-F5344CB8AC3E}">
        <p14:creationId xmlns:p14="http://schemas.microsoft.com/office/powerpoint/2010/main" val="3413944518"/>
      </p:ext>
    </p:extLst>
  </p:cSld>
  <p:clrMapOvr>
    <a:masterClrMapping/>
  </p:clrMapOvr>
</p:sldLayout>
</file>

<file path=ppt/slideLayouts/slideLayout7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reaker Dark PU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DE1BBC57-2A7B-F916-1726-A8A00107824A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ext Placeholder 17">
            <a:extLst>
              <a:ext uri="{FF2B5EF4-FFF2-40B4-BE49-F238E27FC236}">
                <a16:creationId xmlns:a16="http://schemas.microsoft.com/office/drawing/2014/main" id="{C1DAE6E1-94AC-793D-E334-0CF26EA0FEE8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914399" y="2238843"/>
            <a:ext cx="10363202" cy="1333891"/>
          </a:xfrm>
        </p:spPr>
        <p:txBody>
          <a:bodyPr/>
          <a:lstStyle>
            <a:lvl1pPr marL="0" indent="0" algn="ctr">
              <a:lnSpc>
                <a:spcPct val="90000"/>
              </a:lnSpc>
              <a:spcBef>
                <a:spcPts val="0"/>
              </a:spcBef>
              <a:buNone/>
              <a:defRPr sz="48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Breaker slide culpa qui official arum </a:t>
            </a:r>
            <a:r>
              <a:rPr lang="en-US" dirty="0" err="1"/>
              <a:t>quidem</a:t>
            </a:r>
            <a:r>
              <a:rPr lang="en-US" dirty="0"/>
              <a:t> rerum facilis</a:t>
            </a:r>
          </a:p>
        </p:txBody>
      </p:sp>
      <p:sp>
        <p:nvSpPr>
          <p:cNvPr id="7" name="Text Placeholder 17">
            <a:extLst>
              <a:ext uri="{FF2B5EF4-FFF2-40B4-BE49-F238E27FC236}">
                <a16:creationId xmlns:a16="http://schemas.microsoft.com/office/drawing/2014/main" id="{F049E1B0-BA0B-F873-361C-6B7CE114B94A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914399" y="3750468"/>
            <a:ext cx="10363202" cy="389915"/>
          </a:xfrm>
        </p:spPr>
        <p:txBody>
          <a:bodyPr>
            <a:spAutoFit/>
          </a:bodyPr>
          <a:lstStyle>
            <a:lvl1pPr marL="0" indent="0" algn="ctr">
              <a:spcBef>
                <a:spcPts val="0"/>
              </a:spcBef>
              <a:buNone/>
              <a:defRPr sz="2400" b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Subhead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 sed do </a:t>
            </a:r>
            <a:r>
              <a:rPr lang="en-US" dirty="0" err="1"/>
              <a:t>eiusmod</a:t>
            </a:r>
            <a:endParaRPr lang="en-US" dirty="0"/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BE3200C5-B5A9-AC44-9200-784DFC63364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78777" y="6474193"/>
            <a:ext cx="820683" cy="198585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A2BD6F6F-F10E-C53F-032B-188519D8D1C8}"/>
              </a:ext>
            </a:extLst>
          </p:cNvPr>
          <p:cNvSpPr txBox="1"/>
          <p:nvPr/>
        </p:nvSpPr>
        <p:spPr>
          <a:xfrm>
            <a:off x="11616267" y="6570337"/>
            <a:ext cx="389880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fld id="{39BFE1BD-C136-3F41-856A-526B10A97418}" type="slidenum">
              <a:rPr lang="en-US" sz="900" smtClean="0">
                <a:solidFill>
                  <a:schemeClr val="bg1"/>
                </a:solidFill>
              </a:rPr>
              <a:pPr algn="r"/>
              <a:t>‹#›</a:t>
            </a:fld>
            <a:endParaRPr lang="en-US" sz="900" dirty="0">
              <a:solidFill>
                <a:schemeClr val="bg1"/>
              </a:solidFill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8460C111-1CB1-186F-BF66-55001B5779EA}"/>
              </a:ext>
            </a:extLst>
          </p:cNvPr>
          <p:cNvSpPr txBox="1"/>
          <p:nvPr/>
        </p:nvSpPr>
        <p:spPr>
          <a:xfrm>
            <a:off x="9265920" y="6570337"/>
            <a:ext cx="2231676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r>
              <a:rPr lang="en-US" sz="900" dirty="0">
                <a:solidFill>
                  <a:schemeClr val="bg1"/>
                </a:solidFill>
              </a:rPr>
              <a:t>©2026 Ellucian. Confidential and Proprietary</a:t>
            </a:r>
          </a:p>
        </p:txBody>
      </p:sp>
    </p:spTree>
    <p:extLst>
      <p:ext uri="{BB962C8B-B14F-4D97-AF65-F5344CB8AC3E}">
        <p14:creationId xmlns:p14="http://schemas.microsoft.com/office/powerpoint/2010/main" val="3580728415"/>
      </p:ext>
    </p:extLst>
  </p:cSld>
  <p:clrMapOvr>
    <a:masterClrMapping/>
  </p:clrMapOvr>
</p:sldLayout>
</file>

<file path=ppt/slideLayouts/slideLayout7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reaker Gra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DE1BBC57-2A7B-F916-1726-A8A00107824A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ext Placeholder 17">
            <a:extLst>
              <a:ext uri="{FF2B5EF4-FFF2-40B4-BE49-F238E27FC236}">
                <a16:creationId xmlns:a16="http://schemas.microsoft.com/office/drawing/2014/main" id="{C1DAE6E1-94AC-793D-E334-0CF26EA0FEE8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914399" y="2238843"/>
            <a:ext cx="10363202" cy="1333891"/>
          </a:xfrm>
        </p:spPr>
        <p:txBody>
          <a:bodyPr/>
          <a:lstStyle>
            <a:lvl1pPr marL="0" indent="0" algn="ctr">
              <a:lnSpc>
                <a:spcPct val="90000"/>
              </a:lnSpc>
              <a:spcBef>
                <a:spcPts val="0"/>
              </a:spcBef>
              <a:buNone/>
              <a:defRPr sz="48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Breaker slide culpa qui official arum </a:t>
            </a:r>
            <a:r>
              <a:rPr lang="en-US" dirty="0" err="1"/>
              <a:t>quidem</a:t>
            </a:r>
            <a:r>
              <a:rPr lang="en-US" dirty="0"/>
              <a:t> rerum facilis</a:t>
            </a:r>
          </a:p>
        </p:txBody>
      </p:sp>
      <p:sp>
        <p:nvSpPr>
          <p:cNvPr id="7" name="Text Placeholder 17">
            <a:extLst>
              <a:ext uri="{FF2B5EF4-FFF2-40B4-BE49-F238E27FC236}">
                <a16:creationId xmlns:a16="http://schemas.microsoft.com/office/drawing/2014/main" id="{F049E1B0-BA0B-F873-361C-6B7CE114B94A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914399" y="3750468"/>
            <a:ext cx="10363202" cy="389915"/>
          </a:xfrm>
        </p:spPr>
        <p:txBody>
          <a:bodyPr>
            <a:spAutoFit/>
          </a:bodyPr>
          <a:lstStyle>
            <a:lvl1pPr marL="0" indent="0" algn="ctr">
              <a:spcBef>
                <a:spcPts val="0"/>
              </a:spcBef>
              <a:buNone/>
              <a:defRPr sz="2400" b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Subhead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 sed do </a:t>
            </a:r>
            <a:r>
              <a:rPr lang="en-US" dirty="0" err="1"/>
              <a:t>eiusmod</a:t>
            </a:r>
            <a:endParaRPr lang="en-US" dirty="0"/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8E4133EC-B264-3D5F-9CF5-94A59CFE1B1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78777" y="6474193"/>
            <a:ext cx="820683" cy="198585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4515307C-7F1F-2BB9-1D42-4EAB1A2F58C8}"/>
              </a:ext>
            </a:extLst>
          </p:cNvPr>
          <p:cNvSpPr txBox="1"/>
          <p:nvPr/>
        </p:nvSpPr>
        <p:spPr>
          <a:xfrm>
            <a:off x="11616267" y="6570337"/>
            <a:ext cx="389880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fld id="{39BFE1BD-C136-3F41-856A-526B10A97418}" type="slidenum">
              <a:rPr lang="en-US" sz="900" smtClean="0">
                <a:solidFill>
                  <a:schemeClr val="tx1"/>
                </a:solidFill>
              </a:rPr>
              <a:pPr algn="r"/>
              <a:t>‹#›</a:t>
            </a:fld>
            <a:endParaRPr lang="en-US" sz="900" dirty="0">
              <a:solidFill>
                <a:schemeClr val="tx1"/>
              </a:solidFill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642BD9AE-C83A-9EF9-F573-61A0E81EA594}"/>
              </a:ext>
            </a:extLst>
          </p:cNvPr>
          <p:cNvSpPr txBox="1"/>
          <p:nvPr/>
        </p:nvSpPr>
        <p:spPr>
          <a:xfrm>
            <a:off x="9265920" y="6570337"/>
            <a:ext cx="2231676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r>
              <a:rPr lang="en-US" sz="900" dirty="0">
                <a:solidFill>
                  <a:schemeClr val="tx1"/>
                </a:solidFill>
              </a:rPr>
              <a:t>©2026 Ellucian. Confidential and Proprietary</a:t>
            </a:r>
          </a:p>
        </p:txBody>
      </p:sp>
    </p:spTree>
    <p:extLst>
      <p:ext uri="{BB962C8B-B14F-4D97-AF65-F5344CB8AC3E}">
        <p14:creationId xmlns:p14="http://schemas.microsoft.com/office/powerpoint/2010/main" val="3278825613"/>
      </p:ext>
    </p:extLst>
  </p:cSld>
  <p:clrMapOvr>
    <a:masterClrMapping/>
  </p:clrMapOvr>
</p:sldLayout>
</file>

<file path=ppt/slideLayouts/slideLayout7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UR Half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F75CBFEB-E840-D7EB-F8A5-6E3EB245AA06}"/>
              </a:ext>
            </a:extLst>
          </p:cNvPr>
          <p:cNvSpPr/>
          <p:nvPr/>
        </p:nvSpPr>
        <p:spPr>
          <a:xfrm>
            <a:off x="0" y="0"/>
            <a:ext cx="6096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 Placeholder 17">
            <a:extLst>
              <a:ext uri="{FF2B5EF4-FFF2-40B4-BE49-F238E27FC236}">
                <a16:creationId xmlns:a16="http://schemas.microsoft.com/office/drawing/2014/main" id="{BBF114DA-2F2B-4926-CFCC-092A749330D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86034" y="2147403"/>
            <a:ext cx="5334046" cy="944810"/>
          </a:xfrm>
        </p:spPr>
        <p:txBody>
          <a:bodyPr>
            <a:spAutoFit/>
          </a:bodyPr>
          <a:lstStyle>
            <a:lvl1pPr marL="0" indent="0" algn="l">
              <a:lnSpc>
                <a:spcPct val="90000"/>
              </a:lnSpc>
              <a:spcBef>
                <a:spcPts val="0"/>
              </a:spcBef>
              <a:buNone/>
              <a:defRPr sz="34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Headline culpa qui official arum </a:t>
            </a:r>
            <a:r>
              <a:rPr lang="en-US" dirty="0" err="1"/>
              <a:t>quidem</a:t>
            </a:r>
            <a:r>
              <a:rPr lang="en-US" dirty="0"/>
              <a:t> rerum facilis</a:t>
            </a:r>
          </a:p>
        </p:txBody>
      </p:sp>
      <p:sp>
        <p:nvSpPr>
          <p:cNvPr id="6" name="Text Placeholder 17">
            <a:extLst>
              <a:ext uri="{FF2B5EF4-FFF2-40B4-BE49-F238E27FC236}">
                <a16:creationId xmlns:a16="http://schemas.microsoft.com/office/drawing/2014/main" id="{16B976F1-2579-253B-37D3-66B1EB3F4F20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86034" y="3283108"/>
            <a:ext cx="5334046" cy="663451"/>
          </a:xfrm>
        </p:spPr>
        <p:txBody>
          <a:bodyPr wrap="square">
            <a:spAutoFit/>
          </a:bodyPr>
          <a:lstStyle>
            <a:lvl1pPr marL="0" indent="0" algn="l">
              <a:spcBef>
                <a:spcPts val="0"/>
              </a:spcBef>
              <a:buNone/>
              <a:defRPr sz="2000" b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Subhead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 sed do </a:t>
            </a:r>
            <a:r>
              <a:rPr lang="en-US" dirty="0" err="1"/>
              <a:t>eiusmod</a:t>
            </a:r>
            <a:endParaRPr lang="en-US" dirty="0"/>
          </a:p>
        </p:txBody>
      </p:sp>
      <p:sp>
        <p:nvSpPr>
          <p:cNvPr id="8" name="Text Placeholder 17">
            <a:extLst>
              <a:ext uri="{FF2B5EF4-FFF2-40B4-BE49-F238E27FC236}">
                <a16:creationId xmlns:a16="http://schemas.microsoft.com/office/drawing/2014/main" id="{2D4575E4-C207-8E90-E726-B9033C8488D1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563360" y="1763901"/>
            <a:ext cx="5232925" cy="555793"/>
          </a:xfrm>
        </p:spPr>
        <p:txBody>
          <a:bodyPr wrap="square">
            <a:sp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20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Subhead culpa qui official arum </a:t>
            </a:r>
            <a:r>
              <a:rPr lang="en-US" dirty="0" err="1"/>
              <a:t>quidem</a:t>
            </a:r>
            <a:r>
              <a:rPr lang="en-US" dirty="0"/>
              <a:t> rerum facilis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1D16B016-4F74-45FD-A9CC-07A8056565CD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563360" y="2426711"/>
            <a:ext cx="5232925" cy="1206549"/>
          </a:xfrm>
        </p:spPr>
        <p:txBody>
          <a:bodyPr wrap="square">
            <a:spAutoFit/>
          </a:bodyPr>
          <a:lstStyle>
            <a:lvl1pPr marL="0" indent="0">
              <a:buNone/>
              <a:defRPr sz="1800"/>
            </a:lvl1pPr>
          </a:lstStyle>
          <a:p>
            <a:pPr lvl="0"/>
            <a:r>
              <a:rPr lang="en-US" dirty="0"/>
              <a:t>Sed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perspiciatis</a:t>
            </a:r>
            <a:r>
              <a:rPr lang="en-US" dirty="0"/>
              <a:t> </a:t>
            </a:r>
            <a:r>
              <a:rPr lang="en-US" dirty="0" err="1"/>
              <a:t>unde</a:t>
            </a:r>
            <a:r>
              <a:rPr lang="en-US" dirty="0"/>
              <a:t> </a:t>
            </a:r>
            <a:r>
              <a:rPr lang="en-US" dirty="0" err="1"/>
              <a:t>omnis</a:t>
            </a:r>
            <a:r>
              <a:rPr lang="en-US" dirty="0"/>
              <a:t> </a:t>
            </a:r>
            <a:r>
              <a:rPr lang="en-US" dirty="0" err="1"/>
              <a:t>iste</a:t>
            </a:r>
            <a:r>
              <a:rPr lang="en-US" dirty="0"/>
              <a:t> </a:t>
            </a:r>
            <a:r>
              <a:rPr lang="en-US" dirty="0" err="1"/>
              <a:t>natus</a:t>
            </a:r>
            <a:r>
              <a:rPr lang="en-US" dirty="0"/>
              <a:t> error sit </a:t>
            </a:r>
            <a:r>
              <a:rPr lang="en-US" dirty="0" err="1"/>
              <a:t>voluptatem</a:t>
            </a:r>
            <a:r>
              <a:rPr lang="en-US" dirty="0"/>
              <a:t> </a:t>
            </a:r>
            <a:r>
              <a:rPr lang="en-US" dirty="0" err="1"/>
              <a:t>accusantium</a:t>
            </a:r>
            <a:r>
              <a:rPr lang="en-US" dirty="0"/>
              <a:t> </a:t>
            </a:r>
            <a:r>
              <a:rPr lang="en-US" dirty="0" err="1"/>
              <a:t>doloremque</a:t>
            </a:r>
            <a:r>
              <a:rPr lang="en-US" dirty="0"/>
              <a:t> </a:t>
            </a:r>
            <a:r>
              <a:rPr lang="en-US" dirty="0" err="1"/>
              <a:t>laudantium</a:t>
            </a:r>
            <a:r>
              <a:rPr lang="en-US" dirty="0"/>
              <a:t>, </a:t>
            </a:r>
            <a:r>
              <a:rPr lang="en-US" dirty="0" err="1"/>
              <a:t>totam</a:t>
            </a:r>
            <a:r>
              <a:rPr lang="en-US" dirty="0"/>
              <a:t> rem </a:t>
            </a:r>
            <a:r>
              <a:rPr lang="en-US" dirty="0" err="1"/>
              <a:t>aperiam</a:t>
            </a:r>
            <a:r>
              <a:rPr lang="en-US" dirty="0"/>
              <a:t> </a:t>
            </a:r>
            <a:r>
              <a:rPr lang="en-US" dirty="0" err="1"/>
              <a:t>eaque</a:t>
            </a:r>
            <a:r>
              <a:rPr lang="en-US" dirty="0"/>
              <a:t> </a:t>
            </a:r>
            <a:r>
              <a:rPr lang="en-US" dirty="0" err="1"/>
              <a:t>ipsa</a:t>
            </a:r>
            <a:r>
              <a:rPr lang="en-US" dirty="0"/>
              <a:t> </a:t>
            </a:r>
            <a:r>
              <a:rPr lang="en-US" dirty="0" err="1"/>
              <a:t>quae</a:t>
            </a:r>
            <a:r>
              <a:rPr lang="en-US" dirty="0"/>
              <a:t> ab </a:t>
            </a:r>
            <a:r>
              <a:rPr lang="en-US" dirty="0" err="1"/>
              <a:t>illo</a:t>
            </a:r>
            <a:r>
              <a:rPr lang="en-US" dirty="0"/>
              <a:t> </a:t>
            </a:r>
            <a:r>
              <a:rPr lang="en-US" dirty="0" err="1"/>
              <a:t>inventore</a:t>
            </a:r>
            <a:r>
              <a:rPr lang="en-US" dirty="0"/>
              <a:t> </a:t>
            </a:r>
            <a:r>
              <a:rPr lang="en-US" dirty="0" err="1"/>
              <a:t>veritatis</a:t>
            </a:r>
            <a:r>
              <a:rPr lang="en-US" dirty="0"/>
              <a:t> et quasi </a:t>
            </a:r>
            <a:r>
              <a:rPr lang="en-US" dirty="0" err="1"/>
              <a:t>architecto</a:t>
            </a:r>
            <a:r>
              <a:rPr lang="en-US" dirty="0"/>
              <a:t> beatae vitae.</a:t>
            </a:r>
          </a:p>
        </p:txBody>
      </p:sp>
      <p:sp>
        <p:nvSpPr>
          <p:cNvPr id="10" name="Text Placeholder 12">
            <a:extLst>
              <a:ext uri="{FF2B5EF4-FFF2-40B4-BE49-F238E27FC236}">
                <a16:creationId xmlns:a16="http://schemas.microsoft.com/office/drawing/2014/main" id="{06B0A9AB-D9A3-1E08-3001-30A9D645FFA9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563089" y="3740277"/>
            <a:ext cx="5232717" cy="1684948"/>
          </a:xfrm>
        </p:spPr>
        <p:txBody>
          <a:bodyPr wrap="square">
            <a:sp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pic>
        <p:nvPicPr>
          <p:cNvPr id="2" name="Graphic 1">
            <a:extLst>
              <a:ext uri="{FF2B5EF4-FFF2-40B4-BE49-F238E27FC236}">
                <a16:creationId xmlns:a16="http://schemas.microsoft.com/office/drawing/2014/main" id="{017A8F2F-9330-25BE-0D2E-902E66CDE27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78777" y="6474193"/>
            <a:ext cx="820683" cy="1985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82942213"/>
      </p:ext>
    </p:extLst>
  </p:cSld>
  <p:clrMapOvr>
    <a:masterClrMapping/>
  </p:clrMapOvr>
</p:sldLayout>
</file>

<file path=ppt/slideLayouts/slideLayout7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Gray Half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9A1D1E00-2C7E-EB5E-B9AA-70EC4E40EAA1}"/>
              </a:ext>
            </a:extLst>
          </p:cNvPr>
          <p:cNvSpPr/>
          <p:nvPr/>
        </p:nvSpPr>
        <p:spPr>
          <a:xfrm>
            <a:off x="0" y="0"/>
            <a:ext cx="6096000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 Placeholder 17">
            <a:extLst>
              <a:ext uri="{FF2B5EF4-FFF2-40B4-BE49-F238E27FC236}">
                <a16:creationId xmlns:a16="http://schemas.microsoft.com/office/drawing/2014/main" id="{2FE01EFE-63CA-D3D5-C581-993880DA8B04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86034" y="2147403"/>
            <a:ext cx="5334046" cy="944810"/>
          </a:xfrm>
        </p:spPr>
        <p:txBody>
          <a:bodyPr>
            <a:spAutoFit/>
          </a:bodyPr>
          <a:lstStyle>
            <a:lvl1pPr marL="0" indent="0" algn="l">
              <a:lnSpc>
                <a:spcPct val="90000"/>
              </a:lnSpc>
              <a:spcBef>
                <a:spcPts val="0"/>
              </a:spcBef>
              <a:buNone/>
              <a:defRPr sz="34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Headline culpa qui official arum </a:t>
            </a:r>
            <a:r>
              <a:rPr lang="en-US" dirty="0" err="1"/>
              <a:t>quidem</a:t>
            </a:r>
            <a:r>
              <a:rPr lang="en-US" dirty="0"/>
              <a:t> rerum facilis</a:t>
            </a:r>
          </a:p>
        </p:txBody>
      </p:sp>
      <p:sp>
        <p:nvSpPr>
          <p:cNvPr id="6" name="Text Placeholder 17">
            <a:extLst>
              <a:ext uri="{FF2B5EF4-FFF2-40B4-BE49-F238E27FC236}">
                <a16:creationId xmlns:a16="http://schemas.microsoft.com/office/drawing/2014/main" id="{5AE79D15-E07D-A51E-4EAF-87E654A74472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86034" y="3283108"/>
            <a:ext cx="5334046" cy="663451"/>
          </a:xfrm>
        </p:spPr>
        <p:txBody>
          <a:bodyPr wrap="square">
            <a:spAutoFit/>
          </a:bodyPr>
          <a:lstStyle>
            <a:lvl1pPr marL="0" indent="0" algn="l">
              <a:spcBef>
                <a:spcPts val="0"/>
              </a:spcBef>
              <a:buNone/>
              <a:defRPr sz="2000" b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Subhead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 sed do </a:t>
            </a:r>
            <a:r>
              <a:rPr lang="en-US" dirty="0" err="1"/>
              <a:t>eiusmod</a:t>
            </a:r>
            <a:endParaRPr lang="en-US" dirty="0"/>
          </a:p>
        </p:txBody>
      </p:sp>
      <p:sp>
        <p:nvSpPr>
          <p:cNvPr id="7" name="Text Placeholder 17">
            <a:extLst>
              <a:ext uri="{FF2B5EF4-FFF2-40B4-BE49-F238E27FC236}">
                <a16:creationId xmlns:a16="http://schemas.microsoft.com/office/drawing/2014/main" id="{B23AFD1E-0CBC-F8B7-0767-9DD68D6AA30C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563360" y="1763901"/>
            <a:ext cx="5232925" cy="555793"/>
          </a:xfrm>
        </p:spPr>
        <p:txBody>
          <a:bodyPr wrap="square">
            <a:sp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20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Subhead culpa qui official arum </a:t>
            </a:r>
            <a:r>
              <a:rPr lang="en-US" dirty="0" err="1"/>
              <a:t>quidem</a:t>
            </a:r>
            <a:r>
              <a:rPr lang="en-US" dirty="0"/>
              <a:t> rerum facilis</a:t>
            </a:r>
          </a:p>
        </p:txBody>
      </p:sp>
      <p:sp>
        <p:nvSpPr>
          <p:cNvPr id="8" name="Text Placeholder 8">
            <a:extLst>
              <a:ext uri="{FF2B5EF4-FFF2-40B4-BE49-F238E27FC236}">
                <a16:creationId xmlns:a16="http://schemas.microsoft.com/office/drawing/2014/main" id="{CF81A4C6-9E62-AA06-E7C6-9A7067E4CE38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563360" y="2426711"/>
            <a:ext cx="5232925" cy="1206549"/>
          </a:xfrm>
        </p:spPr>
        <p:txBody>
          <a:bodyPr wrap="square">
            <a:spAutoFit/>
          </a:bodyPr>
          <a:lstStyle>
            <a:lvl1pPr marL="0" indent="0">
              <a:buNone/>
              <a:defRPr sz="1800"/>
            </a:lvl1pPr>
          </a:lstStyle>
          <a:p>
            <a:pPr lvl="0"/>
            <a:r>
              <a:rPr lang="en-US" dirty="0"/>
              <a:t>Sed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perspiciatis</a:t>
            </a:r>
            <a:r>
              <a:rPr lang="en-US" dirty="0"/>
              <a:t> </a:t>
            </a:r>
            <a:r>
              <a:rPr lang="en-US" dirty="0" err="1"/>
              <a:t>unde</a:t>
            </a:r>
            <a:r>
              <a:rPr lang="en-US" dirty="0"/>
              <a:t> </a:t>
            </a:r>
            <a:r>
              <a:rPr lang="en-US" dirty="0" err="1"/>
              <a:t>omnis</a:t>
            </a:r>
            <a:r>
              <a:rPr lang="en-US" dirty="0"/>
              <a:t> </a:t>
            </a:r>
            <a:r>
              <a:rPr lang="en-US" dirty="0" err="1"/>
              <a:t>iste</a:t>
            </a:r>
            <a:r>
              <a:rPr lang="en-US" dirty="0"/>
              <a:t> </a:t>
            </a:r>
            <a:r>
              <a:rPr lang="en-US" dirty="0" err="1"/>
              <a:t>natus</a:t>
            </a:r>
            <a:r>
              <a:rPr lang="en-US" dirty="0"/>
              <a:t> error sit </a:t>
            </a:r>
            <a:r>
              <a:rPr lang="en-US" dirty="0" err="1"/>
              <a:t>voluptatem</a:t>
            </a:r>
            <a:r>
              <a:rPr lang="en-US" dirty="0"/>
              <a:t> </a:t>
            </a:r>
            <a:r>
              <a:rPr lang="en-US" dirty="0" err="1"/>
              <a:t>accusantium</a:t>
            </a:r>
            <a:r>
              <a:rPr lang="en-US" dirty="0"/>
              <a:t> </a:t>
            </a:r>
            <a:r>
              <a:rPr lang="en-US" dirty="0" err="1"/>
              <a:t>doloremque</a:t>
            </a:r>
            <a:r>
              <a:rPr lang="en-US" dirty="0"/>
              <a:t> </a:t>
            </a:r>
            <a:r>
              <a:rPr lang="en-US" dirty="0" err="1"/>
              <a:t>laudantium</a:t>
            </a:r>
            <a:r>
              <a:rPr lang="en-US" dirty="0"/>
              <a:t>, </a:t>
            </a:r>
            <a:r>
              <a:rPr lang="en-US" dirty="0" err="1"/>
              <a:t>totam</a:t>
            </a:r>
            <a:r>
              <a:rPr lang="en-US" dirty="0"/>
              <a:t> rem </a:t>
            </a:r>
            <a:r>
              <a:rPr lang="en-US" dirty="0" err="1"/>
              <a:t>aperiam</a:t>
            </a:r>
            <a:r>
              <a:rPr lang="en-US" dirty="0"/>
              <a:t> </a:t>
            </a:r>
            <a:r>
              <a:rPr lang="en-US" dirty="0" err="1"/>
              <a:t>eaque</a:t>
            </a:r>
            <a:r>
              <a:rPr lang="en-US" dirty="0"/>
              <a:t> </a:t>
            </a:r>
            <a:r>
              <a:rPr lang="en-US" dirty="0" err="1"/>
              <a:t>ipsa</a:t>
            </a:r>
            <a:r>
              <a:rPr lang="en-US" dirty="0"/>
              <a:t> </a:t>
            </a:r>
            <a:r>
              <a:rPr lang="en-US" dirty="0" err="1"/>
              <a:t>quae</a:t>
            </a:r>
            <a:r>
              <a:rPr lang="en-US" dirty="0"/>
              <a:t> ab </a:t>
            </a:r>
            <a:r>
              <a:rPr lang="en-US" dirty="0" err="1"/>
              <a:t>illo</a:t>
            </a:r>
            <a:r>
              <a:rPr lang="en-US" dirty="0"/>
              <a:t> </a:t>
            </a:r>
            <a:r>
              <a:rPr lang="en-US" dirty="0" err="1"/>
              <a:t>inventore</a:t>
            </a:r>
            <a:r>
              <a:rPr lang="en-US" dirty="0"/>
              <a:t> </a:t>
            </a:r>
            <a:r>
              <a:rPr lang="en-US" dirty="0" err="1"/>
              <a:t>veritatis</a:t>
            </a:r>
            <a:r>
              <a:rPr lang="en-US" dirty="0"/>
              <a:t> et quasi </a:t>
            </a:r>
            <a:r>
              <a:rPr lang="en-US" dirty="0" err="1"/>
              <a:t>architecto</a:t>
            </a:r>
            <a:r>
              <a:rPr lang="en-US" dirty="0"/>
              <a:t> beatae vitae.</a:t>
            </a:r>
          </a:p>
        </p:txBody>
      </p:sp>
      <p:sp>
        <p:nvSpPr>
          <p:cNvPr id="9" name="Text Placeholder 12">
            <a:extLst>
              <a:ext uri="{FF2B5EF4-FFF2-40B4-BE49-F238E27FC236}">
                <a16:creationId xmlns:a16="http://schemas.microsoft.com/office/drawing/2014/main" id="{C2B39BD8-F2D4-82FD-6B93-90DE2A49E686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563089" y="3740277"/>
            <a:ext cx="5232717" cy="1684948"/>
          </a:xfrm>
        </p:spPr>
        <p:txBody>
          <a:bodyPr wrap="square">
            <a:sp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pic>
        <p:nvPicPr>
          <p:cNvPr id="12" name="Graphic 11">
            <a:extLst>
              <a:ext uri="{FF2B5EF4-FFF2-40B4-BE49-F238E27FC236}">
                <a16:creationId xmlns:a16="http://schemas.microsoft.com/office/drawing/2014/main" id="{989C4F93-BF72-9EDD-88A7-D0623456593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78777" y="6474193"/>
            <a:ext cx="820683" cy="1985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98355697"/>
      </p:ext>
    </p:extLst>
  </p:cSld>
  <p:clrMapOvr>
    <a:masterClrMapping/>
  </p:clrMapOvr>
</p:sldLayout>
</file>

<file path=ppt/slideLayouts/slideLayout7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Green Half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9A1D1E00-2C7E-EB5E-B9AA-70EC4E40EAA1}"/>
              </a:ext>
            </a:extLst>
          </p:cNvPr>
          <p:cNvSpPr/>
          <p:nvPr/>
        </p:nvSpPr>
        <p:spPr>
          <a:xfrm>
            <a:off x="0" y="0"/>
            <a:ext cx="6096000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 Placeholder 17">
            <a:extLst>
              <a:ext uri="{FF2B5EF4-FFF2-40B4-BE49-F238E27FC236}">
                <a16:creationId xmlns:a16="http://schemas.microsoft.com/office/drawing/2014/main" id="{2FE01EFE-63CA-D3D5-C581-993880DA8B04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86034" y="2147403"/>
            <a:ext cx="5334046" cy="944810"/>
          </a:xfrm>
        </p:spPr>
        <p:txBody>
          <a:bodyPr>
            <a:spAutoFit/>
          </a:bodyPr>
          <a:lstStyle>
            <a:lvl1pPr marL="0" indent="0" algn="l">
              <a:lnSpc>
                <a:spcPct val="90000"/>
              </a:lnSpc>
              <a:spcBef>
                <a:spcPts val="0"/>
              </a:spcBef>
              <a:buNone/>
              <a:defRPr sz="34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Headline culpa qui official arum </a:t>
            </a:r>
            <a:r>
              <a:rPr lang="en-US" dirty="0" err="1"/>
              <a:t>quidem</a:t>
            </a:r>
            <a:r>
              <a:rPr lang="en-US" dirty="0"/>
              <a:t> rerum facilis</a:t>
            </a:r>
          </a:p>
        </p:txBody>
      </p:sp>
      <p:sp>
        <p:nvSpPr>
          <p:cNvPr id="6" name="Text Placeholder 17">
            <a:extLst>
              <a:ext uri="{FF2B5EF4-FFF2-40B4-BE49-F238E27FC236}">
                <a16:creationId xmlns:a16="http://schemas.microsoft.com/office/drawing/2014/main" id="{5AE79D15-E07D-A51E-4EAF-87E654A74472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86034" y="3283108"/>
            <a:ext cx="5334046" cy="663451"/>
          </a:xfrm>
        </p:spPr>
        <p:txBody>
          <a:bodyPr wrap="square">
            <a:spAutoFit/>
          </a:bodyPr>
          <a:lstStyle>
            <a:lvl1pPr marL="0" indent="0" algn="l">
              <a:spcBef>
                <a:spcPts val="0"/>
              </a:spcBef>
              <a:buNone/>
              <a:defRPr sz="2000" b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Subhead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 sed do </a:t>
            </a:r>
            <a:r>
              <a:rPr lang="en-US" dirty="0" err="1"/>
              <a:t>eiusmod</a:t>
            </a:r>
            <a:endParaRPr lang="en-US" dirty="0"/>
          </a:p>
        </p:txBody>
      </p:sp>
      <p:sp>
        <p:nvSpPr>
          <p:cNvPr id="7" name="Text Placeholder 17">
            <a:extLst>
              <a:ext uri="{FF2B5EF4-FFF2-40B4-BE49-F238E27FC236}">
                <a16:creationId xmlns:a16="http://schemas.microsoft.com/office/drawing/2014/main" id="{B23AFD1E-0CBC-F8B7-0767-9DD68D6AA30C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563360" y="1763901"/>
            <a:ext cx="5232925" cy="555793"/>
          </a:xfrm>
        </p:spPr>
        <p:txBody>
          <a:bodyPr wrap="square">
            <a:sp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20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Subhead culpa qui official arum </a:t>
            </a:r>
            <a:r>
              <a:rPr lang="en-US" dirty="0" err="1"/>
              <a:t>quidem</a:t>
            </a:r>
            <a:r>
              <a:rPr lang="en-US" dirty="0"/>
              <a:t> rerum facilis</a:t>
            </a:r>
          </a:p>
        </p:txBody>
      </p:sp>
      <p:sp>
        <p:nvSpPr>
          <p:cNvPr id="8" name="Text Placeholder 8">
            <a:extLst>
              <a:ext uri="{FF2B5EF4-FFF2-40B4-BE49-F238E27FC236}">
                <a16:creationId xmlns:a16="http://schemas.microsoft.com/office/drawing/2014/main" id="{CF81A4C6-9E62-AA06-E7C6-9A7067E4CE38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563360" y="2426711"/>
            <a:ext cx="5232925" cy="1206549"/>
          </a:xfrm>
        </p:spPr>
        <p:txBody>
          <a:bodyPr wrap="square">
            <a:spAutoFit/>
          </a:bodyPr>
          <a:lstStyle>
            <a:lvl1pPr marL="0" indent="0">
              <a:buNone/>
              <a:defRPr sz="1800"/>
            </a:lvl1pPr>
          </a:lstStyle>
          <a:p>
            <a:pPr lvl="0"/>
            <a:r>
              <a:rPr lang="en-US" dirty="0"/>
              <a:t>Sed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perspiciatis</a:t>
            </a:r>
            <a:r>
              <a:rPr lang="en-US" dirty="0"/>
              <a:t> </a:t>
            </a:r>
            <a:r>
              <a:rPr lang="en-US" dirty="0" err="1"/>
              <a:t>unde</a:t>
            </a:r>
            <a:r>
              <a:rPr lang="en-US" dirty="0"/>
              <a:t> </a:t>
            </a:r>
            <a:r>
              <a:rPr lang="en-US" dirty="0" err="1"/>
              <a:t>omnis</a:t>
            </a:r>
            <a:r>
              <a:rPr lang="en-US" dirty="0"/>
              <a:t> </a:t>
            </a:r>
            <a:r>
              <a:rPr lang="en-US" dirty="0" err="1"/>
              <a:t>iste</a:t>
            </a:r>
            <a:r>
              <a:rPr lang="en-US" dirty="0"/>
              <a:t> </a:t>
            </a:r>
            <a:r>
              <a:rPr lang="en-US" dirty="0" err="1"/>
              <a:t>natus</a:t>
            </a:r>
            <a:r>
              <a:rPr lang="en-US" dirty="0"/>
              <a:t> error sit </a:t>
            </a:r>
            <a:r>
              <a:rPr lang="en-US" dirty="0" err="1"/>
              <a:t>voluptatem</a:t>
            </a:r>
            <a:r>
              <a:rPr lang="en-US" dirty="0"/>
              <a:t> </a:t>
            </a:r>
            <a:r>
              <a:rPr lang="en-US" dirty="0" err="1"/>
              <a:t>accusantium</a:t>
            </a:r>
            <a:r>
              <a:rPr lang="en-US" dirty="0"/>
              <a:t> </a:t>
            </a:r>
            <a:r>
              <a:rPr lang="en-US" dirty="0" err="1"/>
              <a:t>doloremque</a:t>
            </a:r>
            <a:r>
              <a:rPr lang="en-US" dirty="0"/>
              <a:t> </a:t>
            </a:r>
            <a:r>
              <a:rPr lang="en-US" dirty="0" err="1"/>
              <a:t>laudantium</a:t>
            </a:r>
            <a:r>
              <a:rPr lang="en-US" dirty="0"/>
              <a:t>, </a:t>
            </a:r>
            <a:r>
              <a:rPr lang="en-US" dirty="0" err="1"/>
              <a:t>totam</a:t>
            </a:r>
            <a:r>
              <a:rPr lang="en-US" dirty="0"/>
              <a:t> rem </a:t>
            </a:r>
            <a:r>
              <a:rPr lang="en-US" dirty="0" err="1"/>
              <a:t>aperiam</a:t>
            </a:r>
            <a:r>
              <a:rPr lang="en-US" dirty="0"/>
              <a:t> </a:t>
            </a:r>
            <a:r>
              <a:rPr lang="en-US" dirty="0" err="1"/>
              <a:t>eaque</a:t>
            </a:r>
            <a:r>
              <a:rPr lang="en-US" dirty="0"/>
              <a:t> </a:t>
            </a:r>
            <a:r>
              <a:rPr lang="en-US" dirty="0" err="1"/>
              <a:t>ipsa</a:t>
            </a:r>
            <a:r>
              <a:rPr lang="en-US" dirty="0"/>
              <a:t> </a:t>
            </a:r>
            <a:r>
              <a:rPr lang="en-US" dirty="0" err="1"/>
              <a:t>quae</a:t>
            </a:r>
            <a:r>
              <a:rPr lang="en-US" dirty="0"/>
              <a:t> ab </a:t>
            </a:r>
            <a:r>
              <a:rPr lang="en-US" dirty="0" err="1"/>
              <a:t>illo</a:t>
            </a:r>
            <a:r>
              <a:rPr lang="en-US" dirty="0"/>
              <a:t> </a:t>
            </a:r>
            <a:r>
              <a:rPr lang="en-US" dirty="0" err="1"/>
              <a:t>inventore</a:t>
            </a:r>
            <a:r>
              <a:rPr lang="en-US" dirty="0"/>
              <a:t> </a:t>
            </a:r>
            <a:r>
              <a:rPr lang="en-US" dirty="0" err="1"/>
              <a:t>veritatis</a:t>
            </a:r>
            <a:r>
              <a:rPr lang="en-US" dirty="0"/>
              <a:t> et quasi </a:t>
            </a:r>
            <a:r>
              <a:rPr lang="en-US" dirty="0" err="1"/>
              <a:t>architecto</a:t>
            </a:r>
            <a:r>
              <a:rPr lang="en-US" dirty="0"/>
              <a:t> beatae vitae.</a:t>
            </a:r>
          </a:p>
        </p:txBody>
      </p:sp>
      <p:sp>
        <p:nvSpPr>
          <p:cNvPr id="9" name="Text Placeholder 12">
            <a:extLst>
              <a:ext uri="{FF2B5EF4-FFF2-40B4-BE49-F238E27FC236}">
                <a16:creationId xmlns:a16="http://schemas.microsoft.com/office/drawing/2014/main" id="{C2B39BD8-F2D4-82FD-6B93-90DE2A49E686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563089" y="3740277"/>
            <a:ext cx="5232717" cy="1684948"/>
          </a:xfrm>
        </p:spPr>
        <p:txBody>
          <a:bodyPr wrap="square">
            <a:sp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pic>
        <p:nvPicPr>
          <p:cNvPr id="12" name="Graphic 11">
            <a:extLst>
              <a:ext uri="{FF2B5EF4-FFF2-40B4-BE49-F238E27FC236}">
                <a16:creationId xmlns:a16="http://schemas.microsoft.com/office/drawing/2014/main" id="{AB1728AA-35B4-4BD9-8922-5A10B50EFB7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78777" y="6474193"/>
            <a:ext cx="820683" cy="1985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28107928"/>
      </p:ext>
    </p:extLst>
  </p:cSld>
  <p:clrMapOvr>
    <a:masterClrMapping/>
  </p:clrMapOvr>
</p:sldLayout>
</file>

<file path=ppt/slideLayouts/slideLayout7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UR Thi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F75CBFEB-E840-D7EB-F8A5-6E3EB245AA06}"/>
              </a:ext>
            </a:extLst>
          </p:cNvPr>
          <p:cNvSpPr/>
          <p:nvPr/>
        </p:nvSpPr>
        <p:spPr>
          <a:xfrm>
            <a:off x="0" y="0"/>
            <a:ext cx="406398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 Placeholder 17">
            <a:extLst>
              <a:ext uri="{FF2B5EF4-FFF2-40B4-BE49-F238E27FC236}">
                <a16:creationId xmlns:a16="http://schemas.microsoft.com/office/drawing/2014/main" id="{BBF114DA-2F2B-4926-CFCC-092A749330D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86034" y="1647736"/>
            <a:ext cx="3312206" cy="1415709"/>
          </a:xfrm>
        </p:spPr>
        <p:txBody>
          <a:bodyPr wrap="square">
            <a:spAutoFit/>
          </a:bodyPr>
          <a:lstStyle>
            <a:lvl1pPr marL="0" indent="0" algn="l">
              <a:lnSpc>
                <a:spcPct val="90000"/>
              </a:lnSpc>
              <a:spcBef>
                <a:spcPts val="0"/>
              </a:spcBef>
              <a:buNone/>
              <a:defRPr sz="34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Headline culpa qui official arum </a:t>
            </a:r>
            <a:r>
              <a:rPr lang="en-US" dirty="0" err="1"/>
              <a:t>quidem</a:t>
            </a:r>
            <a:r>
              <a:rPr lang="en-US" dirty="0"/>
              <a:t> rerum</a:t>
            </a:r>
          </a:p>
        </p:txBody>
      </p:sp>
      <p:sp>
        <p:nvSpPr>
          <p:cNvPr id="6" name="Text Placeholder 17">
            <a:extLst>
              <a:ext uri="{FF2B5EF4-FFF2-40B4-BE49-F238E27FC236}">
                <a16:creationId xmlns:a16="http://schemas.microsoft.com/office/drawing/2014/main" id="{16B976F1-2579-253B-37D3-66B1EB3F4F20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86034" y="3211988"/>
            <a:ext cx="3312206" cy="1002006"/>
          </a:xfrm>
        </p:spPr>
        <p:txBody>
          <a:bodyPr wrap="square">
            <a:spAutoFit/>
          </a:bodyPr>
          <a:lstStyle>
            <a:lvl1pPr marL="0" indent="0" algn="l">
              <a:spcBef>
                <a:spcPts val="0"/>
              </a:spcBef>
              <a:buNone/>
              <a:defRPr sz="2000" b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Subhead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 sed do </a:t>
            </a:r>
            <a:r>
              <a:rPr lang="en-US" dirty="0" err="1"/>
              <a:t>eiusmod</a:t>
            </a:r>
            <a:endParaRPr lang="en-US" dirty="0"/>
          </a:p>
        </p:txBody>
      </p:sp>
      <p:sp>
        <p:nvSpPr>
          <p:cNvPr id="12" name="Text Placeholder 17">
            <a:extLst>
              <a:ext uri="{FF2B5EF4-FFF2-40B4-BE49-F238E27FC236}">
                <a16:creationId xmlns:a16="http://schemas.microsoft.com/office/drawing/2014/main" id="{247F7AFC-9E1C-DD0B-41C1-05088976F5FF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4571595" y="1647736"/>
            <a:ext cx="3363411" cy="555793"/>
          </a:xfrm>
        </p:spPr>
        <p:txBody>
          <a:bodyPr wrap="square">
            <a:sp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20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Subhead culpa qui official arum </a:t>
            </a:r>
            <a:r>
              <a:rPr lang="en-US" dirty="0" err="1"/>
              <a:t>quidem</a:t>
            </a:r>
            <a:r>
              <a:rPr lang="en-US" dirty="0"/>
              <a:t> rerum facilis</a:t>
            </a:r>
          </a:p>
        </p:txBody>
      </p:sp>
      <p:sp>
        <p:nvSpPr>
          <p:cNvPr id="13" name="Text Placeholder 8">
            <a:extLst>
              <a:ext uri="{FF2B5EF4-FFF2-40B4-BE49-F238E27FC236}">
                <a16:creationId xmlns:a16="http://schemas.microsoft.com/office/drawing/2014/main" id="{0E7A1DE1-A6A1-A8B0-1E59-2D30FDB4CB2B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571595" y="2310546"/>
            <a:ext cx="3363411" cy="1206549"/>
          </a:xfrm>
        </p:spPr>
        <p:txBody>
          <a:bodyPr wrap="square">
            <a:spAutoFit/>
          </a:bodyPr>
          <a:lstStyle>
            <a:lvl1pPr marL="0" indent="0">
              <a:buNone/>
              <a:defRPr sz="1800"/>
            </a:lvl1pPr>
          </a:lstStyle>
          <a:p>
            <a:pPr lvl="0"/>
            <a:r>
              <a:rPr lang="en-US" dirty="0"/>
              <a:t>Sed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perspiciatis</a:t>
            </a:r>
            <a:r>
              <a:rPr lang="en-US" dirty="0"/>
              <a:t> </a:t>
            </a:r>
            <a:r>
              <a:rPr lang="en-US" dirty="0" err="1"/>
              <a:t>unde</a:t>
            </a:r>
            <a:r>
              <a:rPr lang="en-US" dirty="0"/>
              <a:t> </a:t>
            </a:r>
            <a:r>
              <a:rPr lang="en-US" dirty="0" err="1"/>
              <a:t>omnis</a:t>
            </a:r>
            <a:r>
              <a:rPr lang="en-US" dirty="0"/>
              <a:t> </a:t>
            </a:r>
            <a:r>
              <a:rPr lang="en-US" dirty="0" err="1"/>
              <a:t>iste</a:t>
            </a:r>
            <a:r>
              <a:rPr lang="en-US" dirty="0"/>
              <a:t> </a:t>
            </a:r>
            <a:r>
              <a:rPr lang="en-US" dirty="0" err="1"/>
              <a:t>natus</a:t>
            </a:r>
            <a:r>
              <a:rPr lang="en-US" dirty="0"/>
              <a:t> error sit </a:t>
            </a:r>
            <a:r>
              <a:rPr lang="en-US" dirty="0" err="1"/>
              <a:t>voluptatem</a:t>
            </a:r>
            <a:r>
              <a:rPr lang="en-US" dirty="0"/>
              <a:t> </a:t>
            </a:r>
            <a:r>
              <a:rPr lang="en-US" dirty="0" err="1"/>
              <a:t>accusantium</a:t>
            </a:r>
            <a:r>
              <a:rPr lang="en-US" dirty="0"/>
              <a:t> </a:t>
            </a:r>
            <a:r>
              <a:rPr lang="en-US" dirty="0" err="1"/>
              <a:t>doloremque</a:t>
            </a:r>
            <a:r>
              <a:rPr lang="en-US" dirty="0"/>
              <a:t> </a:t>
            </a:r>
            <a:r>
              <a:rPr lang="en-US" dirty="0" err="1"/>
              <a:t>laudantium</a:t>
            </a:r>
            <a:r>
              <a:rPr lang="en-US" dirty="0"/>
              <a:t> </a:t>
            </a:r>
            <a:r>
              <a:rPr lang="en-US" dirty="0" err="1"/>
              <a:t>totam</a:t>
            </a:r>
            <a:r>
              <a:rPr lang="en-US" dirty="0"/>
              <a:t> rem </a:t>
            </a:r>
            <a:r>
              <a:rPr lang="en-US" dirty="0" err="1"/>
              <a:t>aperiam</a:t>
            </a:r>
            <a:r>
              <a:rPr lang="en-US" dirty="0"/>
              <a:t>.</a:t>
            </a:r>
          </a:p>
        </p:txBody>
      </p:sp>
      <p:sp>
        <p:nvSpPr>
          <p:cNvPr id="14" name="Text Placeholder 12">
            <a:extLst>
              <a:ext uri="{FF2B5EF4-FFF2-40B4-BE49-F238E27FC236}">
                <a16:creationId xmlns:a16="http://schemas.microsoft.com/office/drawing/2014/main" id="{F338C581-FDC0-BE86-1CD1-D9586D8EB8A0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4571323" y="3624112"/>
            <a:ext cx="3363277" cy="1684948"/>
          </a:xfrm>
        </p:spPr>
        <p:txBody>
          <a:bodyPr wrap="square">
            <a:sp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5" name="Text Placeholder 17">
            <a:extLst>
              <a:ext uri="{FF2B5EF4-FFF2-40B4-BE49-F238E27FC236}">
                <a16:creationId xmlns:a16="http://schemas.microsoft.com/office/drawing/2014/main" id="{8BE05EDD-6AF1-AF29-FB86-197BB73F5255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8442555" y="1647736"/>
            <a:ext cx="3363411" cy="555793"/>
          </a:xfrm>
        </p:spPr>
        <p:txBody>
          <a:bodyPr wrap="square">
            <a:sp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20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Subhead culpa qui official arum </a:t>
            </a:r>
            <a:r>
              <a:rPr lang="en-US" dirty="0" err="1"/>
              <a:t>quidem</a:t>
            </a:r>
            <a:r>
              <a:rPr lang="en-US" dirty="0"/>
              <a:t> rerum facilis</a:t>
            </a:r>
          </a:p>
        </p:txBody>
      </p:sp>
      <p:sp>
        <p:nvSpPr>
          <p:cNvPr id="16" name="Text Placeholder 8">
            <a:extLst>
              <a:ext uri="{FF2B5EF4-FFF2-40B4-BE49-F238E27FC236}">
                <a16:creationId xmlns:a16="http://schemas.microsoft.com/office/drawing/2014/main" id="{7F1C9870-651A-8301-4A2C-6EE5FB7ABFD6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8442555" y="2310546"/>
            <a:ext cx="3363411" cy="1206549"/>
          </a:xfrm>
        </p:spPr>
        <p:txBody>
          <a:bodyPr wrap="square">
            <a:spAutoFit/>
          </a:bodyPr>
          <a:lstStyle>
            <a:lvl1pPr marL="0" indent="0">
              <a:buNone/>
              <a:defRPr sz="1800"/>
            </a:lvl1pPr>
          </a:lstStyle>
          <a:p>
            <a:pPr lvl="0"/>
            <a:r>
              <a:rPr lang="en-US" dirty="0"/>
              <a:t>Sed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perspiciatis</a:t>
            </a:r>
            <a:r>
              <a:rPr lang="en-US" dirty="0"/>
              <a:t> </a:t>
            </a:r>
            <a:r>
              <a:rPr lang="en-US" dirty="0" err="1"/>
              <a:t>unde</a:t>
            </a:r>
            <a:r>
              <a:rPr lang="en-US" dirty="0"/>
              <a:t> </a:t>
            </a:r>
            <a:r>
              <a:rPr lang="en-US" dirty="0" err="1"/>
              <a:t>omnis</a:t>
            </a:r>
            <a:r>
              <a:rPr lang="en-US" dirty="0"/>
              <a:t> </a:t>
            </a:r>
            <a:r>
              <a:rPr lang="en-US" dirty="0" err="1"/>
              <a:t>iste</a:t>
            </a:r>
            <a:r>
              <a:rPr lang="en-US" dirty="0"/>
              <a:t> </a:t>
            </a:r>
            <a:r>
              <a:rPr lang="en-US" dirty="0" err="1"/>
              <a:t>natus</a:t>
            </a:r>
            <a:r>
              <a:rPr lang="en-US" dirty="0"/>
              <a:t> error sit </a:t>
            </a:r>
            <a:r>
              <a:rPr lang="en-US" dirty="0" err="1"/>
              <a:t>voluptatem</a:t>
            </a:r>
            <a:r>
              <a:rPr lang="en-US" dirty="0"/>
              <a:t> </a:t>
            </a:r>
            <a:r>
              <a:rPr lang="en-US" dirty="0" err="1"/>
              <a:t>accusantium</a:t>
            </a:r>
            <a:r>
              <a:rPr lang="en-US" dirty="0"/>
              <a:t> </a:t>
            </a:r>
            <a:r>
              <a:rPr lang="en-US" dirty="0" err="1"/>
              <a:t>doloremque</a:t>
            </a:r>
            <a:r>
              <a:rPr lang="en-US" dirty="0"/>
              <a:t> </a:t>
            </a:r>
            <a:r>
              <a:rPr lang="en-US" dirty="0" err="1"/>
              <a:t>laudantium</a:t>
            </a:r>
            <a:r>
              <a:rPr lang="en-US" dirty="0"/>
              <a:t> </a:t>
            </a:r>
            <a:r>
              <a:rPr lang="en-US" dirty="0" err="1"/>
              <a:t>totam</a:t>
            </a:r>
            <a:r>
              <a:rPr lang="en-US" dirty="0"/>
              <a:t> rem </a:t>
            </a:r>
            <a:r>
              <a:rPr lang="en-US" dirty="0" err="1"/>
              <a:t>aperiam</a:t>
            </a:r>
            <a:r>
              <a:rPr lang="en-US" dirty="0"/>
              <a:t>.</a:t>
            </a:r>
          </a:p>
        </p:txBody>
      </p:sp>
      <p:sp>
        <p:nvSpPr>
          <p:cNvPr id="17" name="Text Placeholder 12">
            <a:extLst>
              <a:ext uri="{FF2B5EF4-FFF2-40B4-BE49-F238E27FC236}">
                <a16:creationId xmlns:a16="http://schemas.microsoft.com/office/drawing/2014/main" id="{CB3B220D-3CAD-B3DC-8F6C-B8A398E8864A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8442283" y="3624112"/>
            <a:ext cx="3363277" cy="1684948"/>
          </a:xfrm>
        </p:spPr>
        <p:txBody>
          <a:bodyPr wrap="square">
            <a:sp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pic>
        <p:nvPicPr>
          <p:cNvPr id="2" name="Graphic 1">
            <a:extLst>
              <a:ext uri="{FF2B5EF4-FFF2-40B4-BE49-F238E27FC236}">
                <a16:creationId xmlns:a16="http://schemas.microsoft.com/office/drawing/2014/main" id="{01D50BC8-C95D-425B-652A-2D581ADCD81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78777" y="6474193"/>
            <a:ext cx="820683" cy="1985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99412032"/>
      </p:ext>
    </p:extLst>
  </p:cSld>
  <p:clrMapOvr>
    <a:masterClrMapping/>
  </p:clrMapOvr>
</p:sldLayout>
</file>

<file path=ppt/slideLayouts/slideLayout7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Gray Thi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F75CBFEB-E840-D7EB-F8A5-6E3EB245AA06}"/>
              </a:ext>
            </a:extLst>
          </p:cNvPr>
          <p:cNvSpPr/>
          <p:nvPr/>
        </p:nvSpPr>
        <p:spPr>
          <a:xfrm>
            <a:off x="0" y="0"/>
            <a:ext cx="4063984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 Placeholder 17">
            <a:extLst>
              <a:ext uri="{FF2B5EF4-FFF2-40B4-BE49-F238E27FC236}">
                <a16:creationId xmlns:a16="http://schemas.microsoft.com/office/drawing/2014/main" id="{BBF114DA-2F2B-4926-CFCC-092A749330D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86034" y="1647736"/>
            <a:ext cx="3312206" cy="1415709"/>
          </a:xfrm>
        </p:spPr>
        <p:txBody>
          <a:bodyPr wrap="square">
            <a:spAutoFit/>
          </a:bodyPr>
          <a:lstStyle>
            <a:lvl1pPr marL="0" indent="0" algn="l">
              <a:lnSpc>
                <a:spcPct val="90000"/>
              </a:lnSpc>
              <a:spcBef>
                <a:spcPts val="0"/>
              </a:spcBef>
              <a:buNone/>
              <a:defRPr sz="34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Headline culpa qui official arum </a:t>
            </a:r>
            <a:r>
              <a:rPr lang="en-US" dirty="0" err="1"/>
              <a:t>quidem</a:t>
            </a:r>
            <a:r>
              <a:rPr lang="en-US" dirty="0"/>
              <a:t> rerum</a:t>
            </a:r>
          </a:p>
        </p:txBody>
      </p:sp>
      <p:sp>
        <p:nvSpPr>
          <p:cNvPr id="6" name="Text Placeholder 17">
            <a:extLst>
              <a:ext uri="{FF2B5EF4-FFF2-40B4-BE49-F238E27FC236}">
                <a16:creationId xmlns:a16="http://schemas.microsoft.com/office/drawing/2014/main" id="{16B976F1-2579-253B-37D3-66B1EB3F4F20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86034" y="3211988"/>
            <a:ext cx="3312206" cy="1002006"/>
          </a:xfrm>
        </p:spPr>
        <p:txBody>
          <a:bodyPr wrap="square">
            <a:spAutoFit/>
          </a:bodyPr>
          <a:lstStyle>
            <a:lvl1pPr marL="0" indent="0" algn="l">
              <a:spcBef>
                <a:spcPts val="0"/>
              </a:spcBef>
              <a:buNone/>
              <a:defRPr sz="2000" b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Subhead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 sed do </a:t>
            </a:r>
            <a:r>
              <a:rPr lang="en-US" dirty="0" err="1"/>
              <a:t>eiusmod</a:t>
            </a:r>
            <a:endParaRPr lang="en-US" dirty="0"/>
          </a:p>
        </p:txBody>
      </p:sp>
      <p:sp>
        <p:nvSpPr>
          <p:cNvPr id="12" name="Text Placeholder 17">
            <a:extLst>
              <a:ext uri="{FF2B5EF4-FFF2-40B4-BE49-F238E27FC236}">
                <a16:creationId xmlns:a16="http://schemas.microsoft.com/office/drawing/2014/main" id="{247F7AFC-9E1C-DD0B-41C1-05088976F5FF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4571595" y="1647736"/>
            <a:ext cx="3363411" cy="555793"/>
          </a:xfrm>
        </p:spPr>
        <p:txBody>
          <a:bodyPr wrap="square">
            <a:sp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20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Subhead culpa qui official arum </a:t>
            </a:r>
            <a:r>
              <a:rPr lang="en-US" dirty="0" err="1"/>
              <a:t>quidem</a:t>
            </a:r>
            <a:r>
              <a:rPr lang="en-US" dirty="0"/>
              <a:t> rerum facilis</a:t>
            </a:r>
          </a:p>
        </p:txBody>
      </p:sp>
      <p:sp>
        <p:nvSpPr>
          <p:cNvPr id="13" name="Text Placeholder 8">
            <a:extLst>
              <a:ext uri="{FF2B5EF4-FFF2-40B4-BE49-F238E27FC236}">
                <a16:creationId xmlns:a16="http://schemas.microsoft.com/office/drawing/2014/main" id="{0E7A1DE1-A6A1-A8B0-1E59-2D30FDB4CB2B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571595" y="2310546"/>
            <a:ext cx="3363411" cy="1206549"/>
          </a:xfrm>
        </p:spPr>
        <p:txBody>
          <a:bodyPr wrap="square">
            <a:spAutoFit/>
          </a:bodyPr>
          <a:lstStyle>
            <a:lvl1pPr marL="0" indent="0">
              <a:buNone/>
              <a:defRPr sz="1800"/>
            </a:lvl1pPr>
          </a:lstStyle>
          <a:p>
            <a:pPr lvl="0"/>
            <a:r>
              <a:rPr lang="en-US" dirty="0"/>
              <a:t>Sed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perspiciatis</a:t>
            </a:r>
            <a:r>
              <a:rPr lang="en-US" dirty="0"/>
              <a:t> </a:t>
            </a:r>
            <a:r>
              <a:rPr lang="en-US" dirty="0" err="1"/>
              <a:t>unde</a:t>
            </a:r>
            <a:r>
              <a:rPr lang="en-US" dirty="0"/>
              <a:t> </a:t>
            </a:r>
            <a:r>
              <a:rPr lang="en-US" dirty="0" err="1"/>
              <a:t>omnis</a:t>
            </a:r>
            <a:r>
              <a:rPr lang="en-US" dirty="0"/>
              <a:t> </a:t>
            </a:r>
            <a:r>
              <a:rPr lang="en-US" dirty="0" err="1"/>
              <a:t>iste</a:t>
            </a:r>
            <a:r>
              <a:rPr lang="en-US" dirty="0"/>
              <a:t> </a:t>
            </a:r>
            <a:r>
              <a:rPr lang="en-US" dirty="0" err="1"/>
              <a:t>natus</a:t>
            </a:r>
            <a:r>
              <a:rPr lang="en-US" dirty="0"/>
              <a:t> error sit </a:t>
            </a:r>
            <a:r>
              <a:rPr lang="en-US" dirty="0" err="1"/>
              <a:t>voluptatem</a:t>
            </a:r>
            <a:r>
              <a:rPr lang="en-US" dirty="0"/>
              <a:t> </a:t>
            </a:r>
            <a:r>
              <a:rPr lang="en-US" dirty="0" err="1"/>
              <a:t>accusantium</a:t>
            </a:r>
            <a:r>
              <a:rPr lang="en-US" dirty="0"/>
              <a:t> </a:t>
            </a:r>
            <a:r>
              <a:rPr lang="en-US" dirty="0" err="1"/>
              <a:t>doloremque</a:t>
            </a:r>
            <a:r>
              <a:rPr lang="en-US" dirty="0"/>
              <a:t> </a:t>
            </a:r>
            <a:r>
              <a:rPr lang="en-US" dirty="0" err="1"/>
              <a:t>laudantium</a:t>
            </a:r>
            <a:r>
              <a:rPr lang="en-US" dirty="0"/>
              <a:t> </a:t>
            </a:r>
            <a:r>
              <a:rPr lang="en-US" dirty="0" err="1"/>
              <a:t>totam</a:t>
            </a:r>
            <a:r>
              <a:rPr lang="en-US" dirty="0"/>
              <a:t> rem </a:t>
            </a:r>
            <a:r>
              <a:rPr lang="en-US" dirty="0" err="1"/>
              <a:t>aperiam</a:t>
            </a:r>
            <a:r>
              <a:rPr lang="en-US" dirty="0"/>
              <a:t>.</a:t>
            </a:r>
          </a:p>
        </p:txBody>
      </p:sp>
      <p:sp>
        <p:nvSpPr>
          <p:cNvPr id="14" name="Text Placeholder 12">
            <a:extLst>
              <a:ext uri="{FF2B5EF4-FFF2-40B4-BE49-F238E27FC236}">
                <a16:creationId xmlns:a16="http://schemas.microsoft.com/office/drawing/2014/main" id="{F338C581-FDC0-BE86-1CD1-D9586D8EB8A0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4571323" y="3624112"/>
            <a:ext cx="3363277" cy="1684948"/>
          </a:xfrm>
        </p:spPr>
        <p:txBody>
          <a:bodyPr wrap="square">
            <a:sp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5" name="Text Placeholder 17">
            <a:extLst>
              <a:ext uri="{FF2B5EF4-FFF2-40B4-BE49-F238E27FC236}">
                <a16:creationId xmlns:a16="http://schemas.microsoft.com/office/drawing/2014/main" id="{8BE05EDD-6AF1-AF29-FB86-197BB73F5255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8442555" y="1647736"/>
            <a:ext cx="3363411" cy="555793"/>
          </a:xfrm>
        </p:spPr>
        <p:txBody>
          <a:bodyPr wrap="square">
            <a:sp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20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Subhead culpa qui official arum </a:t>
            </a:r>
            <a:r>
              <a:rPr lang="en-US" dirty="0" err="1"/>
              <a:t>quidem</a:t>
            </a:r>
            <a:r>
              <a:rPr lang="en-US" dirty="0"/>
              <a:t> rerum facilis</a:t>
            </a:r>
          </a:p>
        </p:txBody>
      </p:sp>
      <p:sp>
        <p:nvSpPr>
          <p:cNvPr id="16" name="Text Placeholder 8">
            <a:extLst>
              <a:ext uri="{FF2B5EF4-FFF2-40B4-BE49-F238E27FC236}">
                <a16:creationId xmlns:a16="http://schemas.microsoft.com/office/drawing/2014/main" id="{7F1C9870-651A-8301-4A2C-6EE5FB7ABFD6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8442555" y="2310546"/>
            <a:ext cx="3363411" cy="1206549"/>
          </a:xfrm>
        </p:spPr>
        <p:txBody>
          <a:bodyPr wrap="square">
            <a:spAutoFit/>
          </a:bodyPr>
          <a:lstStyle>
            <a:lvl1pPr marL="0" indent="0">
              <a:buNone/>
              <a:defRPr sz="1800"/>
            </a:lvl1pPr>
          </a:lstStyle>
          <a:p>
            <a:pPr lvl="0"/>
            <a:r>
              <a:rPr lang="en-US" dirty="0"/>
              <a:t>Sed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perspiciatis</a:t>
            </a:r>
            <a:r>
              <a:rPr lang="en-US" dirty="0"/>
              <a:t> </a:t>
            </a:r>
            <a:r>
              <a:rPr lang="en-US" dirty="0" err="1"/>
              <a:t>unde</a:t>
            </a:r>
            <a:r>
              <a:rPr lang="en-US" dirty="0"/>
              <a:t> </a:t>
            </a:r>
            <a:r>
              <a:rPr lang="en-US" dirty="0" err="1"/>
              <a:t>omnis</a:t>
            </a:r>
            <a:r>
              <a:rPr lang="en-US" dirty="0"/>
              <a:t> </a:t>
            </a:r>
            <a:r>
              <a:rPr lang="en-US" dirty="0" err="1"/>
              <a:t>iste</a:t>
            </a:r>
            <a:r>
              <a:rPr lang="en-US" dirty="0"/>
              <a:t> </a:t>
            </a:r>
            <a:r>
              <a:rPr lang="en-US" dirty="0" err="1"/>
              <a:t>natus</a:t>
            </a:r>
            <a:r>
              <a:rPr lang="en-US" dirty="0"/>
              <a:t> error sit </a:t>
            </a:r>
            <a:r>
              <a:rPr lang="en-US" dirty="0" err="1"/>
              <a:t>voluptatem</a:t>
            </a:r>
            <a:r>
              <a:rPr lang="en-US" dirty="0"/>
              <a:t> </a:t>
            </a:r>
            <a:r>
              <a:rPr lang="en-US" dirty="0" err="1"/>
              <a:t>accusantium</a:t>
            </a:r>
            <a:r>
              <a:rPr lang="en-US" dirty="0"/>
              <a:t> </a:t>
            </a:r>
            <a:r>
              <a:rPr lang="en-US" dirty="0" err="1"/>
              <a:t>doloremque</a:t>
            </a:r>
            <a:r>
              <a:rPr lang="en-US" dirty="0"/>
              <a:t> </a:t>
            </a:r>
            <a:r>
              <a:rPr lang="en-US" dirty="0" err="1"/>
              <a:t>laudantium</a:t>
            </a:r>
            <a:r>
              <a:rPr lang="en-US" dirty="0"/>
              <a:t> </a:t>
            </a:r>
            <a:r>
              <a:rPr lang="en-US" dirty="0" err="1"/>
              <a:t>totam</a:t>
            </a:r>
            <a:r>
              <a:rPr lang="en-US" dirty="0"/>
              <a:t> rem </a:t>
            </a:r>
            <a:r>
              <a:rPr lang="en-US" dirty="0" err="1"/>
              <a:t>aperiam</a:t>
            </a:r>
            <a:r>
              <a:rPr lang="en-US" dirty="0"/>
              <a:t>.</a:t>
            </a:r>
          </a:p>
        </p:txBody>
      </p:sp>
      <p:sp>
        <p:nvSpPr>
          <p:cNvPr id="17" name="Text Placeholder 12">
            <a:extLst>
              <a:ext uri="{FF2B5EF4-FFF2-40B4-BE49-F238E27FC236}">
                <a16:creationId xmlns:a16="http://schemas.microsoft.com/office/drawing/2014/main" id="{CB3B220D-3CAD-B3DC-8F6C-B8A398E8864A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8442283" y="3624112"/>
            <a:ext cx="3363277" cy="1684948"/>
          </a:xfrm>
        </p:spPr>
        <p:txBody>
          <a:bodyPr wrap="square">
            <a:sp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pic>
        <p:nvPicPr>
          <p:cNvPr id="9" name="Graphic 8">
            <a:extLst>
              <a:ext uri="{FF2B5EF4-FFF2-40B4-BE49-F238E27FC236}">
                <a16:creationId xmlns:a16="http://schemas.microsoft.com/office/drawing/2014/main" id="{E5FB72CE-435D-5F45-16B1-4A77B79AF3C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78777" y="6474193"/>
            <a:ext cx="820683" cy="1985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4330579"/>
      </p:ext>
    </p:extLst>
  </p:cSld>
  <p:clrMapOvr>
    <a:masterClrMapping/>
  </p:clrMapOvr>
</p:sldLayout>
</file>

<file path=ppt/slideLayouts/slideLayout7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Green Thi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F75CBFEB-E840-D7EB-F8A5-6E3EB245AA06}"/>
              </a:ext>
            </a:extLst>
          </p:cNvPr>
          <p:cNvSpPr/>
          <p:nvPr/>
        </p:nvSpPr>
        <p:spPr>
          <a:xfrm>
            <a:off x="0" y="0"/>
            <a:ext cx="4063984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 Placeholder 17">
            <a:extLst>
              <a:ext uri="{FF2B5EF4-FFF2-40B4-BE49-F238E27FC236}">
                <a16:creationId xmlns:a16="http://schemas.microsoft.com/office/drawing/2014/main" id="{BBF114DA-2F2B-4926-CFCC-092A749330D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86034" y="1647736"/>
            <a:ext cx="3312206" cy="1415709"/>
          </a:xfrm>
        </p:spPr>
        <p:txBody>
          <a:bodyPr wrap="square">
            <a:spAutoFit/>
          </a:bodyPr>
          <a:lstStyle>
            <a:lvl1pPr marL="0" indent="0" algn="l">
              <a:lnSpc>
                <a:spcPct val="90000"/>
              </a:lnSpc>
              <a:spcBef>
                <a:spcPts val="0"/>
              </a:spcBef>
              <a:buNone/>
              <a:defRPr sz="34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Headline culpa qui official arum </a:t>
            </a:r>
            <a:r>
              <a:rPr lang="en-US" dirty="0" err="1"/>
              <a:t>quidem</a:t>
            </a:r>
            <a:r>
              <a:rPr lang="en-US" dirty="0"/>
              <a:t> rerum</a:t>
            </a:r>
          </a:p>
        </p:txBody>
      </p:sp>
      <p:sp>
        <p:nvSpPr>
          <p:cNvPr id="6" name="Text Placeholder 17">
            <a:extLst>
              <a:ext uri="{FF2B5EF4-FFF2-40B4-BE49-F238E27FC236}">
                <a16:creationId xmlns:a16="http://schemas.microsoft.com/office/drawing/2014/main" id="{16B976F1-2579-253B-37D3-66B1EB3F4F20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86034" y="3211988"/>
            <a:ext cx="3312206" cy="1002006"/>
          </a:xfrm>
        </p:spPr>
        <p:txBody>
          <a:bodyPr wrap="square">
            <a:spAutoFit/>
          </a:bodyPr>
          <a:lstStyle>
            <a:lvl1pPr marL="0" indent="0" algn="l">
              <a:spcBef>
                <a:spcPts val="0"/>
              </a:spcBef>
              <a:buNone/>
              <a:defRPr sz="2000" b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Subhead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 sed do </a:t>
            </a:r>
            <a:r>
              <a:rPr lang="en-US" dirty="0" err="1"/>
              <a:t>eiusmod</a:t>
            </a:r>
            <a:endParaRPr lang="en-US" dirty="0"/>
          </a:p>
        </p:txBody>
      </p:sp>
      <p:sp>
        <p:nvSpPr>
          <p:cNvPr id="12" name="Text Placeholder 17">
            <a:extLst>
              <a:ext uri="{FF2B5EF4-FFF2-40B4-BE49-F238E27FC236}">
                <a16:creationId xmlns:a16="http://schemas.microsoft.com/office/drawing/2014/main" id="{247F7AFC-9E1C-DD0B-41C1-05088976F5FF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4571595" y="1647736"/>
            <a:ext cx="3363411" cy="555793"/>
          </a:xfrm>
        </p:spPr>
        <p:txBody>
          <a:bodyPr wrap="square">
            <a:sp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20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Subhead culpa qui official arum </a:t>
            </a:r>
            <a:r>
              <a:rPr lang="en-US" dirty="0" err="1"/>
              <a:t>quidem</a:t>
            </a:r>
            <a:r>
              <a:rPr lang="en-US" dirty="0"/>
              <a:t> rerum facilis</a:t>
            </a:r>
          </a:p>
        </p:txBody>
      </p:sp>
      <p:sp>
        <p:nvSpPr>
          <p:cNvPr id="13" name="Text Placeholder 8">
            <a:extLst>
              <a:ext uri="{FF2B5EF4-FFF2-40B4-BE49-F238E27FC236}">
                <a16:creationId xmlns:a16="http://schemas.microsoft.com/office/drawing/2014/main" id="{0E7A1DE1-A6A1-A8B0-1E59-2D30FDB4CB2B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571595" y="2310546"/>
            <a:ext cx="3363411" cy="1206549"/>
          </a:xfrm>
        </p:spPr>
        <p:txBody>
          <a:bodyPr wrap="square">
            <a:spAutoFit/>
          </a:bodyPr>
          <a:lstStyle>
            <a:lvl1pPr marL="0" indent="0">
              <a:buNone/>
              <a:defRPr sz="1800"/>
            </a:lvl1pPr>
          </a:lstStyle>
          <a:p>
            <a:pPr lvl="0"/>
            <a:r>
              <a:rPr lang="en-US" dirty="0"/>
              <a:t>Sed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perspiciatis</a:t>
            </a:r>
            <a:r>
              <a:rPr lang="en-US" dirty="0"/>
              <a:t> </a:t>
            </a:r>
            <a:r>
              <a:rPr lang="en-US" dirty="0" err="1"/>
              <a:t>unde</a:t>
            </a:r>
            <a:r>
              <a:rPr lang="en-US" dirty="0"/>
              <a:t> </a:t>
            </a:r>
            <a:r>
              <a:rPr lang="en-US" dirty="0" err="1"/>
              <a:t>omnis</a:t>
            </a:r>
            <a:r>
              <a:rPr lang="en-US" dirty="0"/>
              <a:t> </a:t>
            </a:r>
            <a:r>
              <a:rPr lang="en-US" dirty="0" err="1"/>
              <a:t>iste</a:t>
            </a:r>
            <a:r>
              <a:rPr lang="en-US" dirty="0"/>
              <a:t> </a:t>
            </a:r>
            <a:r>
              <a:rPr lang="en-US" dirty="0" err="1"/>
              <a:t>natus</a:t>
            </a:r>
            <a:r>
              <a:rPr lang="en-US" dirty="0"/>
              <a:t> error sit </a:t>
            </a:r>
            <a:r>
              <a:rPr lang="en-US" dirty="0" err="1"/>
              <a:t>voluptatem</a:t>
            </a:r>
            <a:r>
              <a:rPr lang="en-US" dirty="0"/>
              <a:t> </a:t>
            </a:r>
            <a:r>
              <a:rPr lang="en-US" dirty="0" err="1"/>
              <a:t>accusantium</a:t>
            </a:r>
            <a:r>
              <a:rPr lang="en-US" dirty="0"/>
              <a:t> </a:t>
            </a:r>
            <a:r>
              <a:rPr lang="en-US" dirty="0" err="1"/>
              <a:t>doloremque</a:t>
            </a:r>
            <a:r>
              <a:rPr lang="en-US" dirty="0"/>
              <a:t> </a:t>
            </a:r>
            <a:r>
              <a:rPr lang="en-US" dirty="0" err="1"/>
              <a:t>laudantium</a:t>
            </a:r>
            <a:r>
              <a:rPr lang="en-US" dirty="0"/>
              <a:t> </a:t>
            </a:r>
            <a:r>
              <a:rPr lang="en-US" dirty="0" err="1"/>
              <a:t>totam</a:t>
            </a:r>
            <a:r>
              <a:rPr lang="en-US" dirty="0"/>
              <a:t> rem </a:t>
            </a:r>
            <a:r>
              <a:rPr lang="en-US" dirty="0" err="1"/>
              <a:t>aperiam</a:t>
            </a:r>
            <a:r>
              <a:rPr lang="en-US" dirty="0"/>
              <a:t>.</a:t>
            </a:r>
          </a:p>
        </p:txBody>
      </p:sp>
      <p:sp>
        <p:nvSpPr>
          <p:cNvPr id="14" name="Text Placeholder 12">
            <a:extLst>
              <a:ext uri="{FF2B5EF4-FFF2-40B4-BE49-F238E27FC236}">
                <a16:creationId xmlns:a16="http://schemas.microsoft.com/office/drawing/2014/main" id="{F338C581-FDC0-BE86-1CD1-D9586D8EB8A0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4571323" y="3624112"/>
            <a:ext cx="3363277" cy="1684948"/>
          </a:xfrm>
        </p:spPr>
        <p:txBody>
          <a:bodyPr wrap="square">
            <a:sp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5" name="Text Placeholder 17">
            <a:extLst>
              <a:ext uri="{FF2B5EF4-FFF2-40B4-BE49-F238E27FC236}">
                <a16:creationId xmlns:a16="http://schemas.microsoft.com/office/drawing/2014/main" id="{8BE05EDD-6AF1-AF29-FB86-197BB73F5255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8442555" y="1647736"/>
            <a:ext cx="3363411" cy="555793"/>
          </a:xfrm>
        </p:spPr>
        <p:txBody>
          <a:bodyPr wrap="square">
            <a:sp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20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Subhead culpa qui official arum </a:t>
            </a:r>
            <a:r>
              <a:rPr lang="en-US" dirty="0" err="1"/>
              <a:t>quidem</a:t>
            </a:r>
            <a:r>
              <a:rPr lang="en-US" dirty="0"/>
              <a:t> rerum facilis</a:t>
            </a:r>
          </a:p>
        </p:txBody>
      </p:sp>
      <p:sp>
        <p:nvSpPr>
          <p:cNvPr id="16" name="Text Placeholder 8">
            <a:extLst>
              <a:ext uri="{FF2B5EF4-FFF2-40B4-BE49-F238E27FC236}">
                <a16:creationId xmlns:a16="http://schemas.microsoft.com/office/drawing/2014/main" id="{7F1C9870-651A-8301-4A2C-6EE5FB7ABFD6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8442555" y="2310546"/>
            <a:ext cx="3363411" cy="1206549"/>
          </a:xfrm>
        </p:spPr>
        <p:txBody>
          <a:bodyPr wrap="square">
            <a:spAutoFit/>
          </a:bodyPr>
          <a:lstStyle>
            <a:lvl1pPr marL="0" indent="0">
              <a:buNone/>
              <a:defRPr sz="1800"/>
            </a:lvl1pPr>
          </a:lstStyle>
          <a:p>
            <a:pPr lvl="0"/>
            <a:r>
              <a:rPr lang="en-US" dirty="0"/>
              <a:t>Sed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perspiciatis</a:t>
            </a:r>
            <a:r>
              <a:rPr lang="en-US" dirty="0"/>
              <a:t> </a:t>
            </a:r>
            <a:r>
              <a:rPr lang="en-US" dirty="0" err="1"/>
              <a:t>unde</a:t>
            </a:r>
            <a:r>
              <a:rPr lang="en-US" dirty="0"/>
              <a:t> </a:t>
            </a:r>
            <a:r>
              <a:rPr lang="en-US" dirty="0" err="1"/>
              <a:t>omnis</a:t>
            </a:r>
            <a:r>
              <a:rPr lang="en-US" dirty="0"/>
              <a:t> </a:t>
            </a:r>
            <a:r>
              <a:rPr lang="en-US" dirty="0" err="1"/>
              <a:t>iste</a:t>
            </a:r>
            <a:r>
              <a:rPr lang="en-US" dirty="0"/>
              <a:t> </a:t>
            </a:r>
            <a:r>
              <a:rPr lang="en-US" dirty="0" err="1"/>
              <a:t>natus</a:t>
            </a:r>
            <a:r>
              <a:rPr lang="en-US" dirty="0"/>
              <a:t> error sit </a:t>
            </a:r>
            <a:r>
              <a:rPr lang="en-US" dirty="0" err="1"/>
              <a:t>voluptatem</a:t>
            </a:r>
            <a:r>
              <a:rPr lang="en-US" dirty="0"/>
              <a:t> </a:t>
            </a:r>
            <a:r>
              <a:rPr lang="en-US" dirty="0" err="1"/>
              <a:t>accusantium</a:t>
            </a:r>
            <a:r>
              <a:rPr lang="en-US" dirty="0"/>
              <a:t> </a:t>
            </a:r>
            <a:r>
              <a:rPr lang="en-US" dirty="0" err="1"/>
              <a:t>doloremque</a:t>
            </a:r>
            <a:r>
              <a:rPr lang="en-US" dirty="0"/>
              <a:t> </a:t>
            </a:r>
            <a:r>
              <a:rPr lang="en-US" dirty="0" err="1"/>
              <a:t>laudantium</a:t>
            </a:r>
            <a:r>
              <a:rPr lang="en-US" dirty="0"/>
              <a:t> </a:t>
            </a:r>
            <a:r>
              <a:rPr lang="en-US" dirty="0" err="1"/>
              <a:t>totam</a:t>
            </a:r>
            <a:r>
              <a:rPr lang="en-US" dirty="0"/>
              <a:t> rem </a:t>
            </a:r>
            <a:r>
              <a:rPr lang="en-US" dirty="0" err="1"/>
              <a:t>aperiam</a:t>
            </a:r>
            <a:r>
              <a:rPr lang="en-US" dirty="0"/>
              <a:t>.</a:t>
            </a:r>
          </a:p>
        </p:txBody>
      </p:sp>
      <p:sp>
        <p:nvSpPr>
          <p:cNvPr id="17" name="Text Placeholder 12">
            <a:extLst>
              <a:ext uri="{FF2B5EF4-FFF2-40B4-BE49-F238E27FC236}">
                <a16:creationId xmlns:a16="http://schemas.microsoft.com/office/drawing/2014/main" id="{CB3B220D-3CAD-B3DC-8F6C-B8A398E8864A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8442283" y="3624112"/>
            <a:ext cx="3363277" cy="1684948"/>
          </a:xfrm>
        </p:spPr>
        <p:txBody>
          <a:bodyPr wrap="square">
            <a:sp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pic>
        <p:nvPicPr>
          <p:cNvPr id="9" name="Graphic 8">
            <a:extLst>
              <a:ext uri="{FF2B5EF4-FFF2-40B4-BE49-F238E27FC236}">
                <a16:creationId xmlns:a16="http://schemas.microsoft.com/office/drawing/2014/main" id="{65A4C054-B1C8-E492-ADA1-D665C51553F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78777" y="6474193"/>
            <a:ext cx="820683" cy="1985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32192268"/>
      </p:ext>
    </p:extLst>
  </p:cSld>
  <p:clrMapOvr>
    <a:masterClrMapping/>
  </p:clrMapOvr>
</p:sldLayout>
</file>

<file path=ppt/slideLayouts/slideLayout8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mage-R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17">
            <a:extLst>
              <a:ext uri="{FF2B5EF4-FFF2-40B4-BE49-F238E27FC236}">
                <a16:creationId xmlns:a16="http://schemas.microsoft.com/office/drawing/2014/main" id="{BBF114DA-2F2B-4926-CFCC-092A749330D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86034" y="807451"/>
            <a:ext cx="5008909" cy="944810"/>
          </a:xfrm>
        </p:spPr>
        <p:txBody>
          <a:bodyPr wrap="square">
            <a:spAutoFit/>
          </a:bodyPr>
          <a:lstStyle>
            <a:lvl1pPr marL="0" indent="0" algn="l">
              <a:lnSpc>
                <a:spcPct val="90000"/>
              </a:lnSpc>
              <a:spcBef>
                <a:spcPts val="0"/>
              </a:spcBef>
              <a:buNone/>
              <a:defRPr sz="34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Headline culpa qui official arum </a:t>
            </a:r>
            <a:r>
              <a:rPr lang="en-US" dirty="0" err="1"/>
              <a:t>quidem</a:t>
            </a:r>
            <a:endParaRPr lang="en-US" dirty="0"/>
          </a:p>
        </p:txBody>
      </p:sp>
      <p:sp>
        <p:nvSpPr>
          <p:cNvPr id="8" name="Text Placeholder 17">
            <a:extLst>
              <a:ext uri="{FF2B5EF4-FFF2-40B4-BE49-F238E27FC236}">
                <a16:creationId xmlns:a16="http://schemas.microsoft.com/office/drawing/2014/main" id="{2D4575E4-C207-8E90-E726-B9033C8488D1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86305" y="2162915"/>
            <a:ext cx="5008655" cy="555793"/>
          </a:xfrm>
        </p:spPr>
        <p:txBody>
          <a:bodyPr wrap="square">
            <a:sp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20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Subhead culpa qui official arum </a:t>
            </a:r>
            <a:r>
              <a:rPr lang="en-US" dirty="0" err="1"/>
              <a:t>quidem</a:t>
            </a:r>
            <a:r>
              <a:rPr lang="en-US" dirty="0"/>
              <a:t> rerum facilis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1D16B016-4F74-45FD-A9CC-07A8056565CD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86305" y="2825725"/>
            <a:ext cx="5008655" cy="1206549"/>
          </a:xfrm>
        </p:spPr>
        <p:txBody>
          <a:bodyPr wrap="square">
            <a:spAutoFit/>
          </a:bodyPr>
          <a:lstStyle>
            <a:lvl1pPr marL="0" indent="0">
              <a:buNone/>
              <a:defRPr sz="1800"/>
            </a:lvl1pPr>
          </a:lstStyle>
          <a:p>
            <a:pPr lvl="0"/>
            <a:r>
              <a:rPr lang="en-US" dirty="0"/>
              <a:t>Sed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perspiciatis</a:t>
            </a:r>
            <a:r>
              <a:rPr lang="en-US" dirty="0"/>
              <a:t> </a:t>
            </a:r>
            <a:r>
              <a:rPr lang="en-US" dirty="0" err="1"/>
              <a:t>unde</a:t>
            </a:r>
            <a:r>
              <a:rPr lang="en-US" dirty="0"/>
              <a:t> </a:t>
            </a:r>
            <a:r>
              <a:rPr lang="en-US" dirty="0" err="1"/>
              <a:t>omnis</a:t>
            </a:r>
            <a:r>
              <a:rPr lang="en-US" dirty="0"/>
              <a:t> </a:t>
            </a:r>
            <a:r>
              <a:rPr lang="en-US" dirty="0" err="1"/>
              <a:t>iste</a:t>
            </a:r>
            <a:r>
              <a:rPr lang="en-US" dirty="0"/>
              <a:t> </a:t>
            </a:r>
            <a:r>
              <a:rPr lang="en-US" dirty="0" err="1"/>
              <a:t>natus</a:t>
            </a:r>
            <a:r>
              <a:rPr lang="en-US" dirty="0"/>
              <a:t> error sit </a:t>
            </a:r>
            <a:r>
              <a:rPr lang="en-US" dirty="0" err="1"/>
              <a:t>voluptatem</a:t>
            </a:r>
            <a:r>
              <a:rPr lang="en-US" dirty="0"/>
              <a:t> </a:t>
            </a:r>
            <a:r>
              <a:rPr lang="en-US" dirty="0" err="1"/>
              <a:t>accusantium</a:t>
            </a:r>
            <a:r>
              <a:rPr lang="en-US" dirty="0"/>
              <a:t> </a:t>
            </a:r>
            <a:r>
              <a:rPr lang="en-US" dirty="0" err="1"/>
              <a:t>doloremque</a:t>
            </a:r>
            <a:r>
              <a:rPr lang="en-US" dirty="0"/>
              <a:t> </a:t>
            </a:r>
            <a:r>
              <a:rPr lang="en-US" dirty="0" err="1"/>
              <a:t>laudantium</a:t>
            </a:r>
            <a:r>
              <a:rPr lang="en-US" dirty="0"/>
              <a:t>, </a:t>
            </a:r>
            <a:r>
              <a:rPr lang="en-US" dirty="0" err="1"/>
              <a:t>totam</a:t>
            </a:r>
            <a:r>
              <a:rPr lang="en-US" dirty="0"/>
              <a:t> rem </a:t>
            </a:r>
            <a:r>
              <a:rPr lang="en-US" dirty="0" err="1"/>
              <a:t>aperiam</a:t>
            </a:r>
            <a:r>
              <a:rPr lang="en-US" dirty="0"/>
              <a:t> </a:t>
            </a:r>
            <a:r>
              <a:rPr lang="en-US" dirty="0" err="1"/>
              <a:t>eaque</a:t>
            </a:r>
            <a:r>
              <a:rPr lang="en-US" dirty="0"/>
              <a:t> </a:t>
            </a:r>
            <a:r>
              <a:rPr lang="en-US" dirty="0" err="1"/>
              <a:t>ipsa</a:t>
            </a:r>
            <a:r>
              <a:rPr lang="en-US" dirty="0"/>
              <a:t> </a:t>
            </a:r>
            <a:r>
              <a:rPr lang="en-US" dirty="0" err="1"/>
              <a:t>quae</a:t>
            </a:r>
            <a:r>
              <a:rPr lang="en-US" dirty="0"/>
              <a:t> ab </a:t>
            </a:r>
            <a:r>
              <a:rPr lang="en-US" dirty="0" err="1"/>
              <a:t>illo</a:t>
            </a:r>
            <a:r>
              <a:rPr lang="en-US" dirty="0"/>
              <a:t> </a:t>
            </a:r>
            <a:r>
              <a:rPr lang="en-US" dirty="0" err="1"/>
              <a:t>inventore</a:t>
            </a:r>
            <a:r>
              <a:rPr lang="en-US" dirty="0"/>
              <a:t> </a:t>
            </a:r>
            <a:r>
              <a:rPr lang="en-US" dirty="0" err="1"/>
              <a:t>veritatis</a:t>
            </a:r>
            <a:r>
              <a:rPr lang="en-US" dirty="0"/>
              <a:t> et quasi </a:t>
            </a:r>
            <a:r>
              <a:rPr lang="en-US" dirty="0" err="1"/>
              <a:t>architecto</a:t>
            </a:r>
            <a:r>
              <a:rPr lang="en-US" dirty="0"/>
              <a:t> beatae vitae.</a:t>
            </a:r>
          </a:p>
        </p:txBody>
      </p:sp>
      <p:sp>
        <p:nvSpPr>
          <p:cNvPr id="10" name="Text Placeholder 12">
            <a:extLst>
              <a:ext uri="{FF2B5EF4-FFF2-40B4-BE49-F238E27FC236}">
                <a16:creationId xmlns:a16="http://schemas.microsoft.com/office/drawing/2014/main" id="{06B0A9AB-D9A3-1E08-3001-30A9D645FFA9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386035" y="4139291"/>
            <a:ext cx="5008456" cy="1684948"/>
          </a:xfrm>
        </p:spPr>
        <p:txBody>
          <a:bodyPr wrap="square">
            <a:sp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Picture Placeholder 6">
            <a:extLst>
              <a:ext uri="{FF2B5EF4-FFF2-40B4-BE49-F238E27FC236}">
                <a16:creationId xmlns:a16="http://schemas.microsoft.com/office/drawing/2014/main" id="{B668D94B-8222-405F-8341-EB39E2CA0283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6096000" y="0"/>
            <a:ext cx="6096000" cy="6858000"/>
          </a:xfrm>
        </p:spPr>
        <p:txBody>
          <a:bodyPr anchor="ctr" anchorCtr="0">
            <a:noAutofit/>
          </a:bodyPr>
          <a:lstStyle>
            <a:lvl1pPr marL="0" indent="0" algn="ctr">
              <a:buNone/>
              <a:defRPr/>
            </a:lvl1pPr>
          </a:lstStyle>
          <a:p>
            <a:r>
              <a:rPr lang="en-US" dirty="0"/>
              <a:t>[Click to insert image]</a:t>
            </a:r>
          </a:p>
        </p:txBody>
      </p:sp>
    </p:spTree>
    <p:extLst>
      <p:ext uri="{BB962C8B-B14F-4D97-AF65-F5344CB8AC3E}">
        <p14:creationId xmlns:p14="http://schemas.microsoft.com/office/powerpoint/2010/main" val="276780090"/>
      </p:ext>
    </p:extLst>
  </p:cSld>
  <p:clrMapOvr>
    <a:masterClrMapping/>
  </p:clrMapOvr>
</p:sldLayout>
</file>

<file path=ppt/slideLayouts/slideLayout8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mage-Le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cture Placeholder 6">
            <a:extLst>
              <a:ext uri="{FF2B5EF4-FFF2-40B4-BE49-F238E27FC236}">
                <a16:creationId xmlns:a16="http://schemas.microsoft.com/office/drawing/2014/main" id="{B668D94B-8222-405F-8341-EB39E2CA0283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0" y="0"/>
            <a:ext cx="6096000" cy="6858000"/>
          </a:xfrm>
        </p:spPr>
        <p:txBody>
          <a:bodyPr anchor="ctr" anchorCtr="0">
            <a:noAutofit/>
          </a:bodyPr>
          <a:lstStyle>
            <a:lvl1pPr marL="0" indent="0" algn="ctr">
              <a:buNone/>
              <a:defRPr/>
            </a:lvl1pPr>
          </a:lstStyle>
          <a:p>
            <a:r>
              <a:rPr lang="en-US" dirty="0"/>
              <a:t>[Click to insert image]</a:t>
            </a:r>
          </a:p>
        </p:txBody>
      </p:sp>
      <p:sp>
        <p:nvSpPr>
          <p:cNvPr id="5" name="Text Placeholder 17">
            <a:extLst>
              <a:ext uri="{FF2B5EF4-FFF2-40B4-BE49-F238E27FC236}">
                <a16:creationId xmlns:a16="http://schemas.microsoft.com/office/drawing/2014/main" id="{BBF114DA-2F2B-4926-CFCC-092A749330D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664914" y="807451"/>
            <a:ext cx="5008909" cy="944810"/>
          </a:xfrm>
        </p:spPr>
        <p:txBody>
          <a:bodyPr wrap="square">
            <a:spAutoFit/>
          </a:bodyPr>
          <a:lstStyle>
            <a:lvl1pPr marL="0" indent="0" algn="l">
              <a:lnSpc>
                <a:spcPct val="90000"/>
              </a:lnSpc>
              <a:spcBef>
                <a:spcPts val="0"/>
              </a:spcBef>
              <a:buNone/>
              <a:defRPr sz="34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Headline culpa qui official arum </a:t>
            </a:r>
            <a:r>
              <a:rPr lang="en-US" dirty="0" err="1"/>
              <a:t>quidem</a:t>
            </a:r>
            <a:endParaRPr lang="en-US" dirty="0"/>
          </a:p>
        </p:txBody>
      </p:sp>
      <p:sp>
        <p:nvSpPr>
          <p:cNvPr id="8" name="Text Placeholder 17">
            <a:extLst>
              <a:ext uri="{FF2B5EF4-FFF2-40B4-BE49-F238E27FC236}">
                <a16:creationId xmlns:a16="http://schemas.microsoft.com/office/drawing/2014/main" id="{2D4575E4-C207-8E90-E726-B9033C8488D1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665185" y="2162915"/>
            <a:ext cx="5008655" cy="555793"/>
          </a:xfrm>
        </p:spPr>
        <p:txBody>
          <a:bodyPr wrap="square">
            <a:sp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20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Subhead culpa qui official arum </a:t>
            </a:r>
            <a:r>
              <a:rPr lang="en-US" dirty="0" err="1"/>
              <a:t>quidem</a:t>
            </a:r>
            <a:r>
              <a:rPr lang="en-US" dirty="0"/>
              <a:t> rerum facilis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1D16B016-4F74-45FD-A9CC-07A8056565CD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665185" y="2825725"/>
            <a:ext cx="5008655" cy="1206549"/>
          </a:xfrm>
        </p:spPr>
        <p:txBody>
          <a:bodyPr wrap="square">
            <a:spAutoFit/>
          </a:bodyPr>
          <a:lstStyle>
            <a:lvl1pPr marL="0" indent="0">
              <a:buNone/>
              <a:defRPr sz="1800"/>
            </a:lvl1pPr>
          </a:lstStyle>
          <a:p>
            <a:pPr lvl="0"/>
            <a:r>
              <a:rPr lang="en-US" dirty="0"/>
              <a:t>Sed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perspiciatis</a:t>
            </a:r>
            <a:r>
              <a:rPr lang="en-US" dirty="0"/>
              <a:t> </a:t>
            </a:r>
            <a:r>
              <a:rPr lang="en-US" dirty="0" err="1"/>
              <a:t>unde</a:t>
            </a:r>
            <a:r>
              <a:rPr lang="en-US" dirty="0"/>
              <a:t> </a:t>
            </a:r>
            <a:r>
              <a:rPr lang="en-US" dirty="0" err="1"/>
              <a:t>omnis</a:t>
            </a:r>
            <a:r>
              <a:rPr lang="en-US" dirty="0"/>
              <a:t> </a:t>
            </a:r>
            <a:r>
              <a:rPr lang="en-US" dirty="0" err="1"/>
              <a:t>iste</a:t>
            </a:r>
            <a:r>
              <a:rPr lang="en-US" dirty="0"/>
              <a:t> </a:t>
            </a:r>
            <a:r>
              <a:rPr lang="en-US" dirty="0" err="1"/>
              <a:t>natus</a:t>
            </a:r>
            <a:r>
              <a:rPr lang="en-US" dirty="0"/>
              <a:t> error sit </a:t>
            </a:r>
            <a:r>
              <a:rPr lang="en-US" dirty="0" err="1"/>
              <a:t>voluptatem</a:t>
            </a:r>
            <a:r>
              <a:rPr lang="en-US" dirty="0"/>
              <a:t> </a:t>
            </a:r>
            <a:r>
              <a:rPr lang="en-US" dirty="0" err="1"/>
              <a:t>accusantium</a:t>
            </a:r>
            <a:r>
              <a:rPr lang="en-US" dirty="0"/>
              <a:t> </a:t>
            </a:r>
            <a:r>
              <a:rPr lang="en-US" dirty="0" err="1"/>
              <a:t>doloremque</a:t>
            </a:r>
            <a:r>
              <a:rPr lang="en-US" dirty="0"/>
              <a:t> </a:t>
            </a:r>
            <a:r>
              <a:rPr lang="en-US" dirty="0" err="1"/>
              <a:t>laudantium</a:t>
            </a:r>
            <a:r>
              <a:rPr lang="en-US" dirty="0"/>
              <a:t>, </a:t>
            </a:r>
            <a:r>
              <a:rPr lang="en-US" dirty="0" err="1"/>
              <a:t>totam</a:t>
            </a:r>
            <a:r>
              <a:rPr lang="en-US" dirty="0"/>
              <a:t> rem </a:t>
            </a:r>
            <a:r>
              <a:rPr lang="en-US" dirty="0" err="1"/>
              <a:t>aperiam</a:t>
            </a:r>
            <a:r>
              <a:rPr lang="en-US" dirty="0"/>
              <a:t> </a:t>
            </a:r>
            <a:r>
              <a:rPr lang="en-US" dirty="0" err="1"/>
              <a:t>eaque</a:t>
            </a:r>
            <a:r>
              <a:rPr lang="en-US" dirty="0"/>
              <a:t> </a:t>
            </a:r>
            <a:r>
              <a:rPr lang="en-US" dirty="0" err="1"/>
              <a:t>ipsa</a:t>
            </a:r>
            <a:r>
              <a:rPr lang="en-US" dirty="0"/>
              <a:t> </a:t>
            </a:r>
            <a:r>
              <a:rPr lang="en-US" dirty="0" err="1"/>
              <a:t>quae</a:t>
            </a:r>
            <a:r>
              <a:rPr lang="en-US" dirty="0"/>
              <a:t> ab </a:t>
            </a:r>
            <a:r>
              <a:rPr lang="en-US" dirty="0" err="1"/>
              <a:t>illo</a:t>
            </a:r>
            <a:r>
              <a:rPr lang="en-US" dirty="0"/>
              <a:t> </a:t>
            </a:r>
            <a:r>
              <a:rPr lang="en-US" dirty="0" err="1"/>
              <a:t>inventore</a:t>
            </a:r>
            <a:r>
              <a:rPr lang="en-US" dirty="0"/>
              <a:t> </a:t>
            </a:r>
            <a:r>
              <a:rPr lang="en-US" dirty="0" err="1"/>
              <a:t>veritatis</a:t>
            </a:r>
            <a:r>
              <a:rPr lang="en-US" dirty="0"/>
              <a:t> et quasi </a:t>
            </a:r>
            <a:r>
              <a:rPr lang="en-US" dirty="0" err="1"/>
              <a:t>architecto</a:t>
            </a:r>
            <a:r>
              <a:rPr lang="en-US" dirty="0"/>
              <a:t> beatae vitae.</a:t>
            </a:r>
          </a:p>
        </p:txBody>
      </p:sp>
      <p:sp>
        <p:nvSpPr>
          <p:cNvPr id="10" name="Text Placeholder 12">
            <a:extLst>
              <a:ext uri="{FF2B5EF4-FFF2-40B4-BE49-F238E27FC236}">
                <a16:creationId xmlns:a16="http://schemas.microsoft.com/office/drawing/2014/main" id="{06B0A9AB-D9A3-1E08-3001-30A9D645FFA9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664915" y="4139291"/>
            <a:ext cx="5008456" cy="1684948"/>
          </a:xfrm>
        </p:spPr>
        <p:txBody>
          <a:bodyPr wrap="square">
            <a:sp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70930646"/>
      </p:ext>
    </p:extLst>
  </p:cSld>
  <p:clrMapOvr>
    <a:masterClrMapping/>
  </p:clrMapOvr>
</p:sldLayout>
</file>

<file path=ppt/slideLayouts/slideLayout8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Full Page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cture Placeholder 6">
            <a:extLst>
              <a:ext uri="{FF2B5EF4-FFF2-40B4-BE49-F238E27FC236}">
                <a16:creationId xmlns:a16="http://schemas.microsoft.com/office/drawing/2014/main" id="{B668D94B-8222-405F-8341-EB39E2CA0283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0" y="0"/>
            <a:ext cx="12192000" cy="6858000"/>
          </a:xfrm>
        </p:spPr>
        <p:txBody>
          <a:bodyPr anchor="ctr" anchorCtr="0">
            <a:noAutofit/>
          </a:bodyPr>
          <a:lstStyle>
            <a:lvl1pPr marL="0" indent="0" algn="ctr">
              <a:buNone/>
              <a:defRPr/>
            </a:lvl1pPr>
          </a:lstStyle>
          <a:p>
            <a:r>
              <a:rPr lang="en-US" dirty="0"/>
              <a:t>[Click to insert image]</a:t>
            </a:r>
          </a:p>
        </p:txBody>
      </p:sp>
    </p:spTree>
    <p:extLst>
      <p:ext uri="{BB962C8B-B14F-4D97-AF65-F5344CB8AC3E}">
        <p14:creationId xmlns:p14="http://schemas.microsoft.com/office/powerpoint/2010/main" val="4147731909"/>
      </p:ext>
    </p:extLst>
  </p:cSld>
  <p:clrMapOvr>
    <a:masterClrMapping/>
  </p:clrMapOvr>
</p:sldLayout>
</file>

<file path=ppt/slideLayouts/slideLayout8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EFrame Image Purp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Rectangle 50">
            <a:extLst>
              <a:ext uri="{FF2B5EF4-FFF2-40B4-BE49-F238E27FC236}">
                <a16:creationId xmlns:a16="http://schemas.microsoft.com/office/drawing/2014/main" id="{5AACD76F-5A98-DE42-2012-2E4698A70B32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4" name="Picture Placeholder 43">
            <a:extLst>
              <a:ext uri="{FF2B5EF4-FFF2-40B4-BE49-F238E27FC236}">
                <a16:creationId xmlns:a16="http://schemas.microsoft.com/office/drawing/2014/main" id="{C5980322-EF45-73EA-F45B-05C3C55E7CE2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5337810" y="573881"/>
            <a:ext cx="6854190" cy="5710237"/>
          </a:xfrm>
          <a:custGeom>
            <a:avLst/>
            <a:gdLst>
              <a:gd name="connsiteX0" fmla="*/ 0 w 6854190"/>
              <a:gd name="connsiteY0" fmla="*/ 0 h 5710237"/>
              <a:gd name="connsiteX1" fmla="*/ 3816350 w 6854190"/>
              <a:gd name="connsiteY1" fmla="*/ 0 h 5710237"/>
              <a:gd name="connsiteX2" fmla="*/ 3816350 w 6854190"/>
              <a:gd name="connsiteY2" fmla="*/ 1 h 5710237"/>
              <a:gd name="connsiteX3" fmla="*/ 6854190 w 6854190"/>
              <a:gd name="connsiteY3" fmla="*/ 1 h 5710237"/>
              <a:gd name="connsiteX4" fmla="*/ 6854190 w 6854190"/>
              <a:gd name="connsiteY4" fmla="*/ 1513523 h 5710237"/>
              <a:gd name="connsiteX5" fmla="*/ 3816350 w 6854190"/>
              <a:gd name="connsiteY5" fmla="*/ 1513523 h 5710237"/>
              <a:gd name="connsiteX6" fmla="*/ 3816350 w 6854190"/>
              <a:gd name="connsiteY6" fmla="*/ 2093595 h 5710237"/>
              <a:gd name="connsiteX7" fmla="*/ 6284595 w 6854190"/>
              <a:gd name="connsiteY7" fmla="*/ 2093595 h 5710237"/>
              <a:gd name="connsiteX8" fmla="*/ 6284595 w 6854190"/>
              <a:gd name="connsiteY8" fmla="*/ 3607117 h 5710237"/>
              <a:gd name="connsiteX9" fmla="*/ 3816350 w 6854190"/>
              <a:gd name="connsiteY9" fmla="*/ 3607117 h 5710237"/>
              <a:gd name="connsiteX10" fmla="*/ 3816350 w 6854190"/>
              <a:gd name="connsiteY10" fmla="*/ 4196715 h 5710237"/>
              <a:gd name="connsiteX11" fmla="*/ 6854190 w 6854190"/>
              <a:gd name="connsiteY11" fmla="*/ 4196715 h 5710237"/>
              <a:gd name="connsiteX12" fmla="*/ 6854190 w 6854190"/>
              <a:gd name="connsiteY12" fmla="*/ 5710237 h 5710237"/>
              <a:gd name="connsiteX13" fmla="*/ 3816350 w 6854190"/>
              <a:gd name="connsiteY13" fmla="*/ 5710237 h 5710237"/>
              <a:gd name="connsiteX14" fmla="*/ 3037840 w 6854190"/>
              <a:gd name="connsiteY14" fmla="*/ 5710237 h 5710237"/>
              <a:gd name="connsiteX15" fmla="*/ 0 w 6854190"/>
              <a:gd name="connsiteY15" fmla="*/ 5710237 h 57102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l" t="t" r="r" b="b"/>
            <a:pathLst>
              <a:path w="6854190" h="5710237">
                <a:moveTo>
                  <a:pt x="0" y="0"/>
                </a:moveTo>
                <a:lnTo>
                  <a:pt x="3816350" y="0"/>
                </a:lnTo>
                <a:lnTo>
                  <a:pt x="3816350" y="1"/>
                </a:lnTo>
                <a:lnTo>
                  <a:pt x="6854190" y="1"/>
                </a:lnTo>
                <a:lnTo>
                  <a:pt x="6854190" y="1513523"/>
                </a:lnTo>
                <a:lnTo>
                  <a:pt x="3816350" y="1513523"/>
                </a:lnTo>
                <a:lnTo>
                  <a:pt x="3816350" y="2093595"/>
                </a:lnTo>
                <a:lnTo>
                  <a:pt x="6284595" y="2093595"/>
                </a:lnTo>
                <a:lnTo>
                  <a:pt x="6284595" y="3607117"/>
                </a:lnTo>
                <a:lnTo>
                  <a:pt x="3816350" y="3607117"/>
                </a:lnTo>
                <a:lnTo>
                  <a:pt x="3816350" y="4196715"/>
                </a:lnTo>
                <a:lnTo>
                  <a:pt x="6854190" y="4196715"/>
                </a:lnTo>
                <a:lnTo>
                  <a:pt x="6854190" y="5710237"/>
                </a:lnTo>
                <a:lnTo>
                  <a:pt x="3816350" y="5710237"/>
                </a:lnTo>
                <a:lnTo>
                  <a:pt x="3037840" y="5710237"/>
                </a:lnTo>
                <a:lnTo>
                  <a:pt x="0" y="5710237"/>
                </a:lnTo>
                <a:close/>
              </a:path>
            </a:pathLst>
          </a:custGeom>
        </p:spPr>
        <p:txBody>
          <a:bodyPr wrap="square" anchor="ctr" anchorCtr="0">
            <a:noAutofit/>
          </a:bodyPr>
          <a:lstStyle>
            <a:lvl1pPr marL="0" indent="0" algn="ctr">
              <a:buNone/>
              <a:defRPr/>
            </a:lvl1pPr>
          </a:lstStyle>
          <a:p>
            <a:r>
              <a:rPr lang="en-US" dirty="0"/>
              <a:t>[Click to insert image]</a:t>
            </a:r>
          </a:p>
        </p:txBody>
      </p:sp>
      <p:sp>
        <p:nvSpPr>
          <p:cNvPr id="47" name="Text Placeholder 17">
            <a:extLst>
              <a:ext uri="{FF2B5EF4-FFF2-40B4-BE49-F238E27FC236}">
                <a16:creationId xmlns:a16="http://schemas.microsoft.com/office/drawing/2014/main" id="{72A36242-E96D-BCC5-8B9A-F727F91C17DD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86035" y="1112251"/>
            <a:ext cx="4317994" cy="944810"/>
          </a:xfrm>
        </p:spPr>
        <p:txBody>
          <a:bodyPr wrap="square">
            <a:spAutoFit/>
          </a:bodyPr>
          <a:lstStyle>
            <a:lvl1pPr marL="0" indent="0" algn="l">
              <a:lnSpc>
                <a:spcPct val="90000"/>
              </a:lnSpc>
              <a:spcBef>
                <a:spcPts val="0"/>
              </a:spcBef>
              <a:buNone/>
              <a:defRPr sz="34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Headline culpa qui official arum </a:t>
            </a:r>
            <a:r>
              <a:rPr lang="en-US" dirty="0" err="1"/>
              <a:t>quidem</a:t>
            </a:r>
            <a:endParaRPr lang="en-US" dirty="0"/>
          </a:p>
        </p:txBody>
      </p:sp>
      <p:sp>
        <p:nvSpPr>
          <p:cNvPr id="48" name="Text Placeholder 17">
            <a:extLst>
              <a:ext uri="{FF2B5EF4-FFF2-40B4-BE49-F238E27FC236}">
                <a16:creationId xmlns:a16="http://schemas.microsoft.com/office/drawing/2014/main" id="{E033C30C-F4BF-DEFA-8C82-E924E66CF321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86305" y="2467715"/>
            <a:ext cx="4317775" cy="555793"/>
          </a:xfrm>
        </p:spPr>
        <p:txBody>
          <a:bodyPr wrap="square">
            <a:sp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2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Subhead culpa qui official arum </a:t>
            </a:r>
            <a:r>
              <a:rPr lang="en-US" dirty="0" err="1"/>
              <a:t>quidem</a:t>
            </a:r>
            <a:r>
              <a:rPr lang="en-US" dirty="0"/>
              <a:t> rerum facilis</a:t>
            </a:r>
          </a:p>
        </p:txBody>
      </p:sp>
      <p:sp>
        <p:nvSpPr>
          <p:cNvPr id="49" name="Text Placeholder 8">
            <a:extLst>
              <a:ext uri="{FF2B5EF4-FFF2-40B4-BE49-F238E27FC236}">
                <a16:creationId xmlns:a16="http://schemas.microsoft.com/office/drawing/2014/main" id="{A0F481E4-FC0E-C80A-C2EC-B76F27D262A7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86305" y="3130525"/>
            <a:ext cx="4317775" cy="901850"/>
          </a:xfrm>
        </p:spPr>
        <p:txBody>
          <a:bodyPr wrap="square">
            <a:spAutoFit/>
          </a:bodyPr>
          <a:lstStyle>
            <a:lvl1pPr marL="0" indent="0">
              <a:buNone/>
              <a:defRPr sz="18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Sed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perspiciatis</a:t>
            </a:r>
            <a:r>
              <a:rPr lang="en-US" dirty="0"/>
              <a:t> </a:t>
            </a:r>
            <a:r>
              <a:rPr lang="en-US" dirty="0" err="1"/>
              <a:t>unde</a:t>
            </a:r>
            <a:r>
              <a:rPr lang="en-US" dirty="0"/>
              <a:t> </a:t>
            </a:r>
            <a:r>
              <a:rPr lang="en-US" dirty="0" err="1"/>
              <a:t>omnis</a:t>
            </a:r>
            <a:r>
              <a:rPr lang="en-US" dirty="0"/>
              <a:t> </a:t>
            </a:r>
            <a:r>
              <a:rPr lang="en-US" dirty="0" err="1"/>
              <a:t>iste</a:t>
            </a:r>
            <a:r>
              <a:rPr lang="en-US" dirty="0"/>
              <a:t> </a:t>
            </a:r>
            <a:r>
              <a:rPr lang="en-US" dirty="0" err="1"/>
              <a:t>natus</a:t>
            </a:r>
            <a:r>
              <a:rPr lang="en-US" dirty="0"/>
              <a:t> error sit </a:t>
            </a:r>
            <a:r>
              <a:rPr lang="en-US" dirty="0" err="1"/>
              <a:t>voluptatem</a:t>
            </a:r>
            <a:r>
              <a:rPr lang="en-US" dirty="0"/>
              <a:t> </a:t>
            </a:r>
            <a:r>
              <a:rPr lang="en-US" dirty="0" err="1"/>
              <a:t>accusantium</a:t>
            </a:r>
            <a:r>
              <a:rPr lang="en-US" dirty="0"/>
              <a:t> </a:t>
            </a:r>
            <a:r>
              <a:rPr lang="en-US" dirty="0" err="1"/>
              <a:t>doloremque</a:t>
            </a:r>
            <a:r>
              <a:rPr lang="en-US" dirty="0"/>
              <a:t> </a:t>
            </a:r>
            <a:r>
              <a:rPr lang="en-US" dirty="0" err="1"/>
              <a:t>laudantium</a:t>
            </a:r>
            <a:r>
              <a:rPr lang="en-US" dirty="0"/>
              <a:t>.</a:t>
            </a:r>
          </a:p>
        </p:txBody>
      </p:sp>
      <p:sp>
        <p:nvSpPr>
          <p:cNvPr id="50" name="Text Placeholder 12">
            <a:extLst>
              <a:ext uri="{FF2B5EF4-FFF2-40B4-BE49-F238E27FC236}">
                <a16:creationId xmlns:a16="http://schemas.microsoft.com/office/drawing/2014/main" id="{F28319CA-55ED-F435-6422-E7CAE3A4E5C8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386035" y="4155118"/>
            <a:ext cx="4317603" cy="1684948"/>
          </a:xfrm>
        </p:spPr>
        <p:txBody>
          <a:bodyPr wrap="square">
            <a:spAutoFit/>
          </a:bodyPr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pic>
        <p:nvPicPr>
          <p:cNvPr id="2" name="Graphic 1">
            <a:extLst>
              <a:ext uri="{FF2B5EF4-FFF2-40B4-BE49-F238E27FC236}">
                <a16:creationId xmlns:a16="http://schemas.microsoft.com/office/drawing/2014/main" id="{E2FA6E33-C1DD-C1DE-7C6F-82957792F31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78777" y="6474193"/>
            <a:ext cx="820683" cy="198585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8D073452-E314-EB2D-1FC4-135DC2D7775F}"/>
              </a:ext>
            </a:extLst>
          </p:cNvPr>
          <p:cNvSpPr txBox="1"/>
          <p:nvPr/>
        </p:nvSpPr>
        <p:spPr>
          <a:xfrm>
            <a:off x="11616267" y="6570337"/>
            <a:ext cx="389880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fld id="{39BFE1BD-C136-3F41-856A-526B10A97418}" type="slidenum">
              <a:rPr lang="en-US" sz="900" smtClean="0">
                <a:solidFill>
                  <a:schemeClr val="bg1"/>
                </a:solidFill>
              </a:rPr>
              <a:pPr algn="r"/>
              <a:t>‹#›</a:t>
            </a:fld>
            <a:endParaRPr lang="en-US" sz="900" dirty="0">
              <a:solidFill>
                <a:schemeClr val="bg1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28DAA59-27D2-784E-D2A1-F51D07814DEC}"/>
              </a:ext>
            </a:extLst>
          </p:cNvPr>
          <p:cNvSpPr txBox="1"/>
          <p:nvPr/>
        </p:nvSpPr>
        <p:spPr>
          <a:xfrm>
            <a:off x="9215120" y="6570337"/>
            <a:ext cx="2282476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r>
              <a:rPr lang="en-US" sz="900" dirty="0">
                <a:solidFill>
                  <a:schemeClr val="bg1"/>
                </a:solidFill>
              </a:rPr>
              <a:t>©2026 Ellucian. Confidential and Proprietary</a:t>
            </a:r>
          </a:p>
        </p:txBody>
      </p:sp>
    </p:spTree>
    <p:extLst>
      <p:ext uri="{BB962C8B-B14F-4D97-AF65-F5344CB8AC3E}">
        <p14:creationId xmlns:p14="http://schemas.microsoft.com/office/powerpoint/2010/main" val="2618580893"/>
      </p:ext>
    </p:extLst>
  </p:cSld>
  <p:clrMapOvr>
    <a:masterClrMapping/>
  </p:clrMapOvr>
</p:sldLayout>
</file>

<file path=ppt/slideLayouts/slideLayout8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Purp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DE1BBC57-2A7B-F916-1726-A8A00107824A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ext Placeholder 17">
            <a:extLst>
              <a:ext uri="{FF2B5EF4-FFF2-40B4-BE49-F238E27FC236}">
                <a16:creationId xmlns:a16="http://schemas.microsoft.com/office/drawing/2014/main" id="{C1DAE6E1-94AC-793D-E334-0CF26EA0FEE8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914399" y="2531927"/>
            <a:ext cx="10363202" cy="1579278"/>
          </a:xfrm>
        </p:spPr>
        <p:txBody>
          <a:bodyPr/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3200" b="0" i="1">
                <a:solidFill>
                  <a:schemeClr val="bg1"/>
                </a:solidFill>
              </a:defRPr>
            </a:lvl1pPr>
          </a:lstStyle>
          <a:p>
            <a:r>
              <a:rPr lang="en-US" dirty="0">
                <a:effectLst/>
                <a:latin typeface="Helvetica Neue" panose="02000503000000020004" pitchFamily="2" charset="0"/>
              </a:rPr>
              <a:t>Lorem ipsum dolor sit </a:t>
            </a:r>
            <a:r>
              <a:rPr lang="en-US" dirty="0" err="1">
                <a:effectLst/>
                <a:latin typeface="Helvetica Neue" panose="02000503000000020004" pitchFamily="2" charset="0"/>
              </a:rPr>
              <a:t>amet</a:t>
            </a:r>
            <a:r>
              <a:rPr lang="en-US" dirty="0">
                <a:effectLst/>
                <a:latin typeface="Helvetica Neue" panose="02000503000000020004" pitchFamily="2" charset="0"/>
              </a:rPr>
              <a:t>, </a:t>
            </a:r>
            <a:r>
              <a:rPr lang="en-US" dirty="0" err="1">
                <a:effectLst/>
                <a:latin typeface="Helvetica Neue" panose="02000503000000020004" pitchFamily="2" charset="0"/>
              </a:rPr>
              <a:t>consectetur</a:t>
            </a:r>
            <a:r>
              <a:rPr lang="en-US" dirty="0">
                <a:effectLst/>
                <a:latin typeface="Helvetica Neue" panose="02000503000000020004" pitchFamily="2" charset="0"/>
              </a:rPr>
              <a:t> </a:t>
            </a:r>
            <a:r>
              <a:rPr lang="en-US" dirty="0" err="1">
                <a:effectLst/>
                <a:latin typeface="Helvetica Neue" panose="02000503000000020004" pitchFamily="2" charset="0"/>
              </a:rPr>
              <a:t>adipiscing</a:t>
            </a:r>
            <a:r>
              <a:rPr lang="en-US" dirty="0">
                <a:effectLst/>
                <a:latin typeface="Helvetica Neue" panose="02000503000000020004" pitchFamily="2" charset="0"/>
              </a:rPr>
              <a:t> </a:t>
            </a:r>
            <a:r>
              <a:rPr lang="en-US" dirty="0" err="1">
                <a:effectLst/>
                <a:latin typeface="Helvetica Neue" panose="02000503000000020004" pitchFamily="2" charset="0"/>
              </a:rPr>
              <a:t>elit</a:t>
            </a:r>
            <a:r>
              <a:rPr lang="en-US" dirty="0">
                <a:effectLst/>
                <a:latin typeface="Helvetica Neue" panose="02000503000000020004" pitchFamily="2" charset="0"/>
              </a:rPr>
              <a:t> sed do </a:t>
            </a:r>
            <a:r>
              <a:rPr lang="en-US" dirty="0" err="1">
                <a:effectLst/>
                <a:latin typeface="Helvetica Neue" panose="02000503000000020004" pitchFamily="2" charset="0"/>
              </a:rPr>
              <a:t>eiusmod</a:t>
            </a:r>
            <a:r>
              <a:rPr lang="en-US" dirty="0">
                <a:effectLst/>
                <a:latin typeface="Helvetica Neue" panose="02000503000000020004" pitchFamily="2" charset="0"/>
              </a:rPr>
              <a:t> </a:t>
            </a:r>
            <a:r>
              <a:rPr lang="en-US" dirty="0" err="1">
                <a:effectLst/>
                <a:latin typeface="Helvetica Neue" panose="02000503000000020004" pitchFamily="2" charset="0"/>
              </a:rPr>
              <a:t>tempor</a:t>
            </a:r>
            <a:r>
              <a:rPr lang="en-US" dirty="0">
                <a:effectLst/>
                <a:latin typeface="Helvetica Neue" panose="02000503000000020004" pitchFamily="2" charset="0"/>
              </a:rPr>
              <a:t> </a:t>
            </a:r>
            <a:r>
              <a:rPr lang="en-US" dirty="0" err="1">
                <a:effectLst/>
                <a:latin typeface="Helvetica Neue" panose="02000503000000020004" pitchFamily="2" charset="0"/>
              </a:rPr>
              <a:t>incididunt</a:t>
            </a:r>
            <a:r>
              <a:rPr lang="en-US" dirty="0">
                <a:effectLst/>
                <a:latin typeface="Helvetica Neue" panose="02000503000000020004" pitchFamily="2" charset="0"/>
              </a:rPr>
              <a:t> </a:t>
            </a:r>
            <a:r>
              <a:rPr lang="en-US" dirty="0" err="1">
                <a:effectLst/>
                <a:latin typeface="Helvetica Neue" panose="02000503000000020004" pitchFamily="2" charset="0"/>
              </a:rPr>
              <a:t>ut</a:t>
            </a:r>
            <a:r>
              <a:rPr lang="en-US" dirty="0">
                <a:effectLst/>
                <a:latin typeface="Helvetica Neue" panose="02000503000000020004" pitchFamily="2" charset="0"/>
              </a:rPr>
              <a:t> labore et dolore magna </a:t>
            </a:r>
            <a:r>
              <a:rPr lang="en-US" dirty="0" err="1">
                <a:effectLst/>
                <a:latin typeface="Helvetica Neue" panose="02000503000000020004" pitchFamily="2" charset="0"/>
              </a:rPr>
              <a:t>aliqua</a:t>
            </a:r>
            <a:r>
              <a:rPr lang="en-US" dirty="0">
                <a:effectLst/>
                <a:latin typeface="Helvetica Neue" panose="02000503000000020004" pitchFamily="2" charset="0"/>
              </a:rPr>
              <a:t>. Ut </a:t>
            </a:r>
            <a:r>
              <a:rPr lang="en-US" dirty="0" err="1">
                <a:effectLst/>
                <a:latin typeface="Helvetica Neue" panose="02000503000000020004" pitchFamily="2" charset="0"/>
              </a:rPr>
              <a:t>enim</a:t>
            </a:r>
            <a:r>
              <a:rPr lang="en-US" dirty="0">
                <a:effectLst/>
                <a:latin typeface="Helvetica Neue" panose="02000503000000020004" pitchFamily="2" charset="0"/>
              </a:rPr>
              <a:t> ad minim </a:t>
            </a:r>
            <a:r>
              <a:rPr lang="en-US" dirty="0" err="1">
                <a:effectLst/>
                <a:latin typeface="Helvetica Neue" panose="02000503000000020004" pitchFamily="2" charset="0"/>
              </a:rPr>
              <a:t>veniam</a:t>
            </a:r>
            <a:r>
              <a:rPr lang="en-US" dirty="0">
                <a:effectLst/>
                <a:latin typeface="Helvetica Neue" panose="02000503000000020004" pitchFamily="2" charset="0"/>
              </a:rPr>
              <a:t>.</a:t>
            </a:r>
          </a:p>
        </p:txBody>
      </p:sp>
      <p:sp>
        <p:nvSpPr>
          <p:cNvPr id="7" name="Text Placeholder 17">
            <a:extLst>
              <a:ext uri="{FF2B5EF4-FFF2-40B4-BE49-F238E27FC236}">
                <a16:creationId xmlns:a16="http://schemas.microsoft.com/office/drawing/2014/main" id="{F049E1B0-BA0B-F873-361C-6B7CE114B94A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914399" y="4515781"/>
            <a:ext cx="10363202" cy="292452"/>
          </a:xfrm>
        </p:spPr>
        <p:txBody>
          <a:bodyPr>
            <a:spAutoFit/>
          </a:bodyPr>
          <a:lstStyle>
            <a:lvl1pPr marL="0" indent="0" algn="ctr">
              <a:spcBef>
                <a:spcPts val="0"/>
              </a:spcBef>
              <a:buNone/>
              <a:defRPr sz="18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First &amp; Last Name</a:t>
            </a:r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11D55CDA-462C-A7FF-EE12-3FDD8DDBC2F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78777" y="6474193"/>
            <a:ext cx="820683" cy="198585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9C2795BC-99C0-3605-DA72-63D94FCF0973}"/>
              </a:ext>
            </a:extLst>
          </p:cNvPr>
          <p:cNvSpPr txBox="1"/>
          <p:nvPr/>
        </p:nvSpPr>
        <p:spPr>
          <a:xfrm>
            <a:off x="11616267" y="6570337"/>
            <a:ext cx="389880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fld id="{39BFE1BD-C136-3F41-856A-526B10A97418}" type="slidenum">
              <a:rPr lang="en-US" sz="900" smtClean="0">
                <a:solidFill>
                  <a:schemeClr val="bg1"/>
                </a:solidFill>
              </a:rPr>
              <a:pPr algn="r"/>
              <a:t>‹#›</a:t>
            </a:fld>
            <a:endParaRPr lang="en-US" sz="900" dirty="0">
              <a:solidFill>
                <a:schemeClr val="bg1"/>
              </a:solidFill>
            </a:endParaRPr>
          </a:p>
        </p:txBody>
      </p:sp>
      <p:sp>
        <p:nvSpPr>
          <p:cNvPr id="2" name="Text Placeholder 17">
            <a:extLst>
              <a:ext uri="{FF2B5EF4-FFF2-40B4-BE49-F238E27FC236}">
                <a16:creationId xmlns:a16="http://schemas.microsoft.com/office/drawing/2014/main" id="{D05DB1F1-ACC3-B191-E3E7-7348B83D3D7B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914399" y="4893468"/>
            <a:ext cx="10363202" cy="260008"/>
          </a:xfrm>
        </p:spPr>
        <p:txBody>
          <a:bodyPr>
            <a:spAutoFit/>
          </a:bodyPr>
          <a:lstStyle>
            <a:lvl1pPr marL="0" indent="0" algn="ctr">
              <a:spcBef>
                <a:spcPts val="0"/>
              </a:spcBef>
              <a:buNone/>
              <a:defRPr sz="1600" b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Title and Company or Institution</a:t>
            </a:r>
          </a:p>
        </p:txBody>
      </p:sp>
      <p:pic>
        <p:nvPicPr>
          <p:cNvPr id="4" name="Graphic 3">
            <a:extLst>
              <a:ext uri="{FF2B5EF4-FFF2-40B4-BE49-F238E27FC236}">
                <a16:creationId xmlns:a16="http://schemas.microsoft.com/office/drawing/2014/main" id="{3F44E2C7-6484-3A24-48A0-1EC4CE2E334F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/>
          <a:stretch/>
        </p:blipFill>
        <p:spPr>
          <a:xfrm>
            <a:off x="5618540" y="1374718"/>
            <a:ext cx="954921" cy="954921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56538370-0C99-95AF-B7F2-D3F6183791A0}"/>
              </a:ext>
            </a:extLst>
          </p:cNvPr>
          <p:cNvSpPr txBox="1"/>
          <p:nvPr/>
        </p:nvSpPr>
        <p:spPr>
          <a:xfrm>
            <a:off x="9215120" y="6570337"/>
            <a:ext cx="2282476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r>
              <a:rPr lang="en-US" sz="900" dirty="0">
                <a:solidFill>
                  <a:schemeClr val="bg1"/>
                </a:solidFill>
              </a:rPr>
              <a:t>©2026 Ellucian. Confidential and Proprietary</a:t>
            </a:r>
          </a:p>
        </p:txBody>
      </p:sp>
    </p:spTree>
    <p:extLst>
      <p:ext uri="{BB962C8B-B14F-4D97-AF65-F5344CB8AC3E}">
        <p14:creationId xmlns:p14="http://schemas.microsoft.com/office/powerpoint/2010/main" val="1267449243"/>
      </p:ext>
    </p:extLst>
  </p:cSld>
  <p:clrMapOvr>
    <a:masterClrMapping/>
  </p:clrMapOvr>
</p:sldLayout>
</file>

<file path=ppt/slideLayouts/slideLayout8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Gra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DE1BBC57-2A7B-F916-1726-A8A00107824A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8E4133EC-B264-3D5F-9CF5-94A59CFE1B1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78777" y="6474193"/>
            <a:ext cx="820683" cy="198585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4515307C-7F1F-2BB9-1D42-4EAB1A2F58C8}"/>
              </a:ext>
            </a:extLst>
          </p:cNvPr>
          <p:cNvSpPr txBox="1"/>
          <p:nvPr/>
        </p:nvSpPr>
        <p:spPr>
          <a:xfrm>
            <a:off x="11616267" y="6570337"/>
            <a:ext cx="389880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fld id="{39BFE1BD-C136-3F41-856A-526B10A97418}" type="slidenum">
              <a:rPr lang="en-US" sz="900" smtClean="0">
                <a:solidFill>
                  <a:schemeClr val="tx1"/>
                </a:solidFill>
              </a:rPr>
              <a:pPr algn="r"/>
              <a:t>‹#›</a:t>
            </a:fld>
            <a:endParaRPr lang="en-US" sz="900" dirty="0">
              <a:solidFill>
                <a:schemeClr val="tx1"/>
              </a:solidFill>
            </a:endParaRPr>
          </a:p>
        </p:txBody>
      </p:sp>
      <p:sp>
        <p:nvSpPr>
          <p:cNvPr id="2" name="Text Placeholder 17">
            <a:extLst>
              <a:ext uri="{FF2B5EF4-FFF2-40B4-BE49-F238E27FC236}">
                <a16:creationId xmlns:a16="http://schemas.microsoft.com/office/drawing/2014/main" id="{97C25E61-6B43-DBD5-C2CE-87847F39AAE2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914399" y="2531927"/>
            <a:ext cx="10363202" cy="1579278"/>
          </a:xfrm>
        </p:spPr>
        <p:txBody>
          <a:bodyPr/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3200" b="0" i="1">
                <a:solidFill>
                  <a:schemeClr val="tx1"/>
                </a:solidFill>
              </a:defRPr>
            </a:lvl1pPr>
          </a:lstStyle>
          <a:p>
            <a:r>
              <a:rPr lang="en-US" dirty="0">
                <a:effectLst/>
                <a:latin typeface="Helvetica Neue" panose="02000503000000020004" pitchFamily="2" charset="0"/>
              </a:rPr>
              <a:t>Lorem ipsum dolor sit </a:t>
            </a:r>
            <a:r>
              <a:rPr lang="en-US" dirty="0" err="1">
                <a:effectLst/>
                <a:latin typeface="Helvetica Neue" panose="02000503000000020004" pitchFamily="2" charset="0"/>
              </a:rPr>
              <a:t>amet</a:t>
            </a:r>
            <a:r>
              <a:rPr lang="en-US" dirty="0">
                <a:effectLst/>
                <a:latin typeface="Helvetica Neue" panose="02000503000000020004" pitchFamily="2" charset="0"/>
              </a:rPr>
              <a:t>, </a:t>
            </a:r>
            <a:r>
              <a:rPr lang="en-US" dirty="0" err="1">
                <a:effectLst/>
                <a:latin typeface="Helvetica Neue" panose="02000503000000020004" pitchFamily="2" charset="0"/>
              </a:rPr>
              <a:t>consectetur</a:t>
            </a:r>
            <a:r>
              <a:rPr lang="en-US" dirty="0">
                <a:effectLst/>
                <a:latin typeface="Helvetica Neue" panose="02000503000000020004" pitchFamily="2" charset="0"/>
              </a:rPr>
              <a:t> </a:t>
            </a:r>
            <a:r>
              <a:rPr lang="en-US" dirty="0" err="1">
                <a:effectLst/>
                <a:latin typeface="Helvetica Neue" panose="02000503000000020004" pitchFamily="2" charset="0"/>
              </a:rPr>
              <a:t>adipiscing</a:t>
            </a:r>
            <a:r>
              <a:rPr lang="en-US" dirty="0">
                <a:effectLst/>
                <a:latin typeface="Helvetica Neue" panose="02000503000000020004" pitchFamily="2" charset="0"/>
              </a:rPr>
              <a:t> </a:t>
            </a:r>
            <a:r>
              <a:rPr lang="en-US" dirty="0" err="1">
                <a:effectLst/>
                <a:latin typeface="Helvetica Neue" panose="02000503000000020004" pitchFamily="2" charset="0"/>
              </a:rPr>
              <a:t>elit</a:t>
            </a:r>
            <a:r>
              <a:rPr lang="en-US" dirty="0">
                <a:effectLst/>
                <a:latin typeface="Helvetica Neue" panose="02000503000000020004" pitchFamily="2" charset="0"/>
              </a:rPr>
              <a:t> sed do </a:t>
            </a:r>
            <a:r>
              <a:rPr lang="en-US" dirty="0" err="1">
                <a:effectLst/>
                <a:latin typeface="Helvetica Neue" panose="02000503000000020004" pitchFamily="2" charset="0"/>
              </a:rPr>
              <a:t>eiusmod</a:t>
            </a:r>
            <a:r>
              <a:rPr lang="en-US" dirty="0">
                <a:effectLst/>
                <a:latin typeface="Helvetica Neue" panose="02000503000000020004" pitchFamily="2" charset="0"/>
              </a:rPr>
              <a:t> </a:t>
            </a:r>
            <a:r>
              <a:rPr lang="en-US" dirty="0" err="1">
                <a:effectLst/>
                <a:latin typeface="Helvetica Neue" panose="02000503000000020004" pitchFamily="2" charset="0"/>
              </a:rPr>
              <a:t>tempor</a:t>
            </a:r>
            <a:r>
              <a:rPr lang="en-US" dirty="0">
                <a:effectLst/>
                <a:latin typeface="Helvetica Neue" panose="02000503000000020004" pitchFamily="2" charset="0"/>
              </a:rPr>
              <a:t> </a:t>
            </a:r>
            <a:r>
              <a:rPr lang="en-US" dirty="0" err="1">
                <a:effectLst/>
                <a:latin typeface="Helvetica Neue" panose="02000503000000020004" pitchFamily="2" charset="0"/>
              </a:rPr>
              <a:t>incididunt</a:t>
            </a:r>
            <a:r>
              <a:rPr lang="en-US" dirty="0">
                <a:effectLst/>
                <a:latin typeface="Helvetica Neue" panose="02000503000000020004" pitchFamily="2" charset="0"/>
              </a:rPr>
              <a:t> </a:t>
            </a:r>
            <a:r>
              <a:rPr lang="en-US" dirty="0" err="1">
                <a:effectLst/>
                <a:latin typeface="Helvetica Neue" panose="02000503000000020004" pitchFamily="2" charset="0"/>
              </a:rPr>
              <a:t>ut</a:t>
            </a:r>
            <a:r>
              <a:rPr lang="en-US" dirty="0">
                <a:effectLst/>
                <a:latin typeface="Helvetica Neue" panose="02000503000000020004" pitchFamily="2" charset="0"/>
              </a:rPr>
              <a:t> labore et dolore magna </a:t>
            </a:r>
            <a:r>
              <a:rPr lang="en-US" dirty="0" err="1">
                <a:effectLst/>
                <a:latin typeface="Helvetica Neue" panose="02000503000000020004" pitchFamily="2" charset="0"/>
              </a:rPr>
              <a:t>aliqua</a:t>
            </a:r>
            <a:r>
              <a:rPr lang="en-US" dirty="0">
                <a:effectLst/>
                <a:latin typeface="Helvetica Neue" panose="02000503000000020004" pitchFamily="2" charset="0"/>
              </a:rPr>
              <a:t>. Ut </a:t>
            </a:r>
            <a:r>
              <a:rPr lang="en-US" dirty="0" err="1">
                <a:effectLst/>
                <a:latin typeface="Helvetica Neue" panose="02000503000000020004" pitchFamily="2" charset="0"/>
              </a:rPr>
              <a:t>enim</a:t>
            </a:r>
            <a:r>
              <a:rPr lang="en-US" dirty="0">
                <a:effectLst/>
                <a:latin typeface="Helvetica Neue" panose="02000503000000020004" pitchFamily="2" charset="0"/>
              </a:rPr>
              <a:t> ad minim </a:t>
            </a:r>
            <a:r>
              <a:rPr lang="en-US" dirty="0" err="1">
                <a:effectLst/>
                <a:latin typeface="Helvetica Neue" panose="02000503000000020004" pitchFamily="2" charset="0"/>
              </a:rPr>
              <a:t>veniam</a:t>
            </a:r>
            <a:r>
              <a:rPr lang="en-US" dirty="0">
                <a:effectLst/>
                <a:latin typeface="Helvetica Neue" panose="02000503000000020004" pitchFamily="2" charset="0"/>
              </a:rPr>
              <a:t>.</a:t>
            </a:r>
          </a:p>
        </p:txBody>
      </p:sp>
      <p:sp>
        <p:nvSpPr>
          <p:cNvPr id="4" name="Text Placeholder 17">
            <a:extLst>
              <a:ext uri="{FF2B5EF4-FFF2-40B4-BE49-F238E27FC236}">
                <a16:creationId xmlns:a16="http://schemas.microsoft.com/office/drawing/2014/main" id="{FCEE0479-D5F9-CE3F-36E7-238BA0F4577F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914399" y="4515781"/>
            <a:ext cx="10363202" cy="292452"/>
          </a:xfrm>
        </p:spPr>
        <p:txBody>
          <a:bodyPr>
            <a:spAutoFit/>
          </a:bodyPr>
          <a:lstStyle>
            <a:lvl1pPr marL="0" indent="0" algn="ctr">
              <a:spcBef>
                <a:spcPts val="0"/>
              </a:spcBef>
              <a:buNone/>
              <a:defRPr sz="18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First &amp; Last Name</a:t>
            </a:r>
          </a:p>
        </p:txBody>
      </p:sp>
      <p:sp>
        <p:nvSpPr>
          <p:cNvPr id="8" name="Text Placeholder 17">
            <a:extLst>
              <a:ext uri="{FF2B5EF4-FFF2-40B4-BE49-F238E27FC236}">
                <a16:creationId xmlns:a16="http://schemas.microsoft.com/office/drawing/2014/main" id="{A76AF4FC-9A53-DBD9-C4E3-8F3D9D7DB7DB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914399" y="4893468"/>
            <a:ext cx="10363202" cy="260008"/>
          </a:xfrm>
        </p:spPr>
        <p:txBody>
          <a:bodyPr>
            <a:spAutoFit/>
          </a:bodyPr>
          <a:lstStyle>
            <a:lvl1pPr marL="0" indent="0" algn="ctr">
              <a:spcBef>
                <a:spcPts val="0"/>
              </a:spcBef>
              <a:buNone/>
              <a:defRPr sz="1600" b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Title and Company or Institution</a:t>
            </a:r>
          </a:p>
        </p:txBody>
      </p:sp>
      <p:pic>
        <p:nvPicPr>
          <p:cNvPr id="11" name="Graphic 10">
            <a:extLst>
              <a:ext uri="{FF2B5EF4-FFF2-40B4-BE49-F238E27FC236}">
                <a16:creationId xmlns:a16="http://schemas.microsoft.com/office/drawing/2014/main" id="{FF551E89-4ED8-FCF0-7E9B-2446F24111F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/>
          <a:stretch/>
        </p:blipFill>
        <p:spPr>
          <a:xfrm>
            <a:off x="5618540" y="1374718"/>
            <a:ext cx="954921" cy="954921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759FA4B8-B22A-02CB-D4E5-CDAF1F338C84}"/>
              </a:ext>
            </a:extLst>
          </p:cNvPr>
          <p:cNvSpPr txBox="1"/>
          <p:nvPr/>
        </p:nvSpPr>
        <p:spPr>
          <a:xfrm>
            <a:off x="9215120" y="6570337"/>
            <a:ext cx="2282476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r>
              <a:rPr lang="en-US" sz="900" dirty="0">
                <a:solidFill>
                  <a:schemeClr val="tx1"/>
                </a:solidFill>
              </a:rPr>
              <a:t>©2026 Ellucian. Confidential and Proprietary</a:t>
            </a:r>
          </a:p>
        </p:txBody>
      </p:sp>
    </p:spTree>
    <p:extLst>
      <p:ext uri="{BB962C8B-B14F-4D97-AF65-F5344CB8AC3E}">
        <p14:creationId xmlns:p14="http://schemas.microsoft.com/office/powerpoint/2010/main" val="3895698580"/>
      </p:ext>
    </p:extLst>
  </p:cSld>
  <p:clrMapOvr>
    <a:masterClrMapping/>
  </p:clrMapOvr>
</p:sldLayout>
</file>

<file path=ppt/slideLayouts/slideLayout8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urple Color Lad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>
            <a:extLst>
              <a:ext uri="{FF2B5EF4-FFF2-40B4-BE49-F238E27FC236}">
                <a16:creationId xmlns:a16="http://schemas.microsoft.com/office/drawing/2014/main" id="{3374222F-BE28-8D9C-1B92-E635F1CBA88D}"/>
              </a:ext>
            </a:extLst>
          </p:cNvPr>
          <p:cNvSpPr/>
          <p:nvPr/>
        </p:nvSpPr>
        <p:spPr>
          <a:xfrm>
            <a:off x="0" y="-25400"/>
            <a:ext cx="12192000" cy="26289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81DE53FD-96AB-3992-7C02-A065E96271A5}"/>
              </a:ext>
            </a:extLst>
          </p:cNvPr>
          <p:cNvSpPr/>
          <p:nvPr/>
        </p:nvSpPr>
        <p:spPr>
          <a:xfrm>
            <a:off x="0" y="2311400"/>
            <a:ext cx="12192000" cy="22225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1946AE80-BBF4-E9AC-E514-521942D4F333}"/>
              </a:ext>
            </a:extLst>
          </p:cNvPr>
          <p:cNvSpPr/>
          <p:nvPr/>
        </p:nvSpPr>
        <p:spPr>
          <a:xfrm>
            <a:off x="0" y="4254500"/>
            <a:ext cx="12192000" cy="1473199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32EC5E17-B3B5-4976-1ABF-427FA62F2672}"/>
              </a:ext>
            </a:extLst>
          </p:cNvPr>
          <p:cNvSpPr/>
          <p:nvPr/>
        </p:nvSpPr>
        <p:spPr>
          <a:xfrm>
            <a:off x="0" y="5573109"/>
            <a:ext cx="12192000" cy="88157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DCC5AC45-371A-D1F2-3506-59FB4F407F5D}"/>
              </a:ext>
            </a:extLst>
          </p:cNvPr>
          <p:cNvSpPr/>
          <p:nvPr/>
        </p:nvSpPr>
        <p:spPr>
          <a:xfrm>
            <a:off x="0" y="6351180"/>
            <a:ext cx="12192000" cy="50681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F3AC560F-803C-C500-7A06-7D72D570ACAA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38598" y="266700"/>
            <a:ext cx="11510502" cy="430887"/>
          </a:xfrm>
        </p:spPr>
        <p:txBody>
          <a:bodyPr/>
          <a:lstStyle>
            <a:lvl1pPr marL="0" indent="0">
              <a:lnSpc>
                <a:spcPct val="100000"/>
              </a:lnSpc>
              <a:spcAft>
                <a:spcPts val="0"/>
              </a:spcAft>
              <a:buNone/>
              <a:defRPr sz="2800" b="1"/>
            </a:lvl1pPr>
          </a:lstStyle>
          <a:p>
            <a:pPr lvl="0"/>
            <a:r>
              <a:rPr lang="en-US" dirty="0"/>
              <a:t>Insert Eyebrow copy</a:t>
            </a:r>
          </a:p>
        </p:txBody>
      </p:sp>
      <p:sp>
        <p:nvSpPr>
          <p:cNvPr id="17" name="Text Placeholder 15">
            <a:extLst>
              <a:ext uri="{FF2B5EF4-FFF2-40B4-BE49-F238E27FC236}">
                <a16:creationId xmlns:a16="http://schemas.microsoft.com/office/drawing/2014/main" id="{D7175254-6888-0D7A-73D9-BAB846174361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38598" y="768078"/>
            <a:ext cx="11510502" cy="1477328"/>
          </a:xfrm>
        </p:spPr>
        <p:txBody>
          <a:bodyPr/>
          <a:lstStyle>
            <a:lvl1pPr marL="0" indent="0">
              <a:lnSpc>
                <a:spcPct val="100000"/>
              </a:lnSpc>
              <a:spcAft>
                <a:spcPts val="0"/>
              </a:spcAft>
              <a:buNone/>
              <a:defRPr sz="9600" b="1"/>
            </a:lvl1pPr>
          </a:lstStyle>
          <a:p>
            <a:pPr lvl="0"/>
            <a:r>
              <a:rPr lang="en-US" dirty="0"/>
              <a:t>Main Headline</a:t>
            </a:r>
          </a:p>
        </p:txBody>
      </p:sp>
      <p:sp>
        <p:nvSpPr>
          <p:cNvPr id="18" name="Text Placeholder 15">
            <a:extLst>
              <a:ext uri="{FF2B5EF4-FFF2-40B4-BE49-F238E27FC236}">
                <a16:creationId xmlns:a16="http://schemas.microsoft.com/office/drawing/2014/main" id="{C700BDF8-0D95-F5D3-DE70-6F94479F0798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38598" y="2311399"/>
            <a:ext cx="11510502" cy="1943101"/>
          </a:xfrm>
        </p:spPr>
        <p:txBody>
          <a:bodyPr anchor="ctr" anchorCtr="0">
            <a:noAutofit/>
          </a:bodyPr>
          <a:lstStyle>
            <a:lvl1pPr marL="0" indent="0">
              <a:lnSpc>
                <a:spcPct val="100000"/>
              </a:lnSpc>
              <a:spcAft>
                <a:spcPts val="0"/>
              </a:spcAft>
              <a:buNone/>
              <a:defRPr sz="7200" b="1"/>
            </a:lvl1pPr>
          </a:lstStyle>
          <a:p>
            <a:pPr lvl="0"/>
            <a:r>
              <a:rPr lang="en-US" dirty="0"/>
              <a:t>Second level statement </a:t>
            </a:r>
          </a:p>
        </p:txBody>
      </p:sp>
      <p:sp>
        <p:nvSpPr>
          <p:cNvPr id="19" name="Text Placeholder 15">
            <a:extLst>
              <a:ext uri="{FF2B5EF4-FFF2-40B4-BE49-F238E27FC236}">
                <a16:creationId xmlns:a16="http://schemas.microsoft.com/office/drawing/2014/main" id="{3EFF4A6F-B443-2BFD-5274-C4CEDB33249F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25898" y="4254499"/>
            <a:ext cx="11510502" cy="1308099"/>
          </a:xfrm>
        </p:spPr>
        <p:txBody>
          <a:bodyPr anchor="ctr" anchorCtr="0">
            <a:noAutofit/>
          </a:bodyPr>
          <a:lstStyle>
            <a:lvl1pPr marL="0" indent="0">
              <a:lnSpc>
                <a:spcPct val="100000"/>
              </a:lnSpc>
              <a:spcAft>
                <a:spcPts val="0"/>
              </a:spcAft>
              <a:buNone/>
              <a:defRPr sz="5400" b="0"/>
            </a:lvl1pPr>
          </a:lstStyle>
          <a:p>
            <a:pPr lvl="0"/>
            <a:r>
              <a:rPr lang="en-US" dirty="0"/>
              <a:t>Third level statement</a:t>
            </a:r>
          </a:p>
        </p:txBody>
      </p:sp>
      <p:sp>
        <p:nvSpPr>
          <p:cNvPr id="20" name="Text Placeholder 15">
            <a:extLst>
              <a:ext uri="{FF2B5EF4-FFF2-40B4-BE49-F238E27FC236}">
                <a16:creationId xmlns:a16="http://schemas.microsoft.com/office/drawing/2014/main" id="{68C87247-A369-32C8-E069-B1E624079C76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25898" y="5562598"/>
            <a:ext cx="11510502" cy="736601"/>
          </a:xfrm>
        </p:spPr>
        <p:txBody>
          <a:bodyPr anchor="ctr" anchorCtr="0">
            <a:noAutofit/>
          </a:bodyPr>
          <a:lstStyle>
            <a:lvl1pPr marL="0" indent="0">
              <a:lnSpc>
                <a:spcPct val="100000"/>
              </a:lnSpc>
              <a:spcAft>
                <a:spcPts val="0"/>
              </a:spcAft>
              <a:buNone/>
              <a:defRPr sz="3600" b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Fourth level statement</a:t>
            </a:r>
          </a:p>
        </p:txBody>
      </p:sp>
      <p:pic>
        <p:nvPicPr>
          <p:cNvPr id="2" name="Graphic 1">
            <a:extLst>
              <a:ext uri="{FF2B5EF4-FFF2-40B4-BE49-F238E27FC236}">
                <a16:creationId xmlns:a16="http://schemas.microsoft.com/office/drawing/2014/main" id="{320A3CFF-FF3A-806C-4272-4BD562E4527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78777" y="6474193"/>
            <a:ext cx="820683" cy="198585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83CB4FD4-52E5-7743-832E-878711B6912D}"/>
              </a:ext>
            </a:extLst>
          </p:cNvPr>
          <p:cNvSpPr txBox="1"/>
          <p:nvPr/>
        </p:nvSpPr>
        <p:spPr>
          <a:xfrm>
            <a:off x="11616267" y="6570337"/>
            <a:ext cx="389880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fld id="{39BFE1BD-C136-3F41-856A-526B10A97418}" type="slidenum">
              <a:rPr lang="en-US" sz="900" smtClean="0">
                <a:solidFill>
                  <a:schemeClr val="bg1"/>
                </a:solidFill>
              </a:rPr>
              <a:pPr algn="r"/>
              <a:t>‹#›</a:t>
            </a:fld>
            <a:endParaRPr lang="en-US" sz="900" dirty="0">
              <a:solidFill>
                <a:schemeClr val="bg1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955BA75-BCED-43A8-374C-ED5B5EB749B9}"/>
              </a:ext>
            </a:extLst>
          </p:cNvPr>
          <p:cNvSpPr txBox="1"/>
          <p:nvPr/>
        </p:nvSpPr>
        <p:spPr>
          <a:xfrm>
            <a:off x="9215120" y="6570337"/>
            <a:ext cx="2282476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r>
              <a:rPr lang="en-US" sz="900" dirty="0">
                <a:solidFill>
                  <a:schemeClr val="bg1"/>
                </a:solidFill>
              </a:rPr>
              <a:t>©2026 Ellucian. Confidential and Proprietary</a:t>
            </a:r>
          </a:p>
        </p:txBody>
      </p:sp>
    </p:spTree>
    <p:extLst>
      <p:ext uri="{BB962C8B-B14F-4D97-AF65-F5344CB8AC3E}">
        <p14:creationId xmlns:p14="http://schemas.microsoft.com/office/powerpoint/2010/main" val="2971746465"/>
      </p:ext>
    </p:extLst>
  </p:cSld>
  <p:clrMapOvr>
    <a:masterClrMapping/>
  </p:clrMapOvr>
</p:sldLayout>
</file>

<file path=ppt/slideLayouts/slideLayout8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Green Color Lad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>
            <a:extLst>
              <a:ext uri="{FF2B5EF4-FFF2-40B4-BE49-F238E27FC236}">
                <a16:creationId xmlns:a16="http://schemas.microsoft.com/office/drawing/2014/main" id="{3374222F-BE28-8D9C-1B92-E635F1CBA88D}"/>
              </a:ext>
            </a:extLst>
          </p:cNvPr>
          <p:cNvSpPr/>
          <p:nvPr/>
        </p:nvSpPr>
        <p:spPr>
          <a:xfrm>
            <a:off x="0" y="-25400"/>
            <a:ext cx="12192000" cy="26289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81DE53FD-96AB-3992-7C02-A065E96271A5}"/>
              </a:ext>
            </a:extLst>
          </p:cNvPr>
          <p:cNvSpPr/>
          <p:nvPr/>
        </p:nvSpPr>
        <p:spPr>
          <a:xfrm>
            <a:off x="0" y="2311400"/>
            <a:ext cx="12192000" cy="222250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1946AE80-BBF4-E9AC-E514-521942D4F333}"/>
              </a:ext>
            </a:extLst>
          </p:cNvPr>
          <p:cNvSpPr/>
          <p:nvPr/>
        </p:nvSpPr>
        <p:spPr>
          <a:xfrm>
            <a:off x="0" y="4254500"/>
            <a:ext cx="12192000" cy="1473199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32EC5E17-B3B5-4976-1ABF-427FA62F2672}"/>
              </a:ext>
            </a:extLst>
          </p:cNvPr>
          <p:cNvSpPr/>
          <p:nvPr/>
        </p:nvSpPr>
        <p:spPr>
          <a:xfrm>
            <a:off x="0" y="5562599"/>
            <a:ext cx="12192000" cy="88157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F3AC560F-803C-C500-7A06-7D72D570ACAA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38598" y="266700"/>
            <a:ext cx="11510502" cy="430887"/>
          </a:xfrm>
        </p:spPr>
        <p:txBody>
          <a:bodyPr/>
          <a:lstStyle>
            <a:lvl1pPr marL="0" indent="0">
              <a:lnSpc>
                <a:spcPct val="100000"/>
              </a:lnSpc>
              <a:spcAft>
                <a:spcPts val="0"/>
              </a:spcAft>
              <a:buNone/>
              <a:defRPr sz="2800" b="1"/>
            </a:lvl1pPr>
          </a:lstStyle>
          <a:p>
            <a:pPr lvl="0"/>
            <a:r>
              <a:rPr lang="en-US" dirty="0"/>
              <a:t>Insert Eyebrow copy</a:t>
            </a:r>
          </a:p>
        </p:txBody>
      </p:sp>
      <p:sp>
        <p:nvSpPr>
          <p:cNvPr id="17" name="Text Placeholder 15">
            <a:extLst>
              <a:ext uri="{FF2B5EF4-FFF2-40B4-BE49-F238E27FC236}">
                <a16:creationId xmlns:a16="http://schemas.microsoft.com/office/drawing/2014/main" id="{D7175254-6888-0D7A-73D9-BAB846174361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38598" y="768078"/>
            <a:ext cx="11510502" cy="1477328"/>
          </a:xfrm>
        </p:spPr>
        <p:txBody>
          <a:bodyPr/>
          <a:lstStyle>
            <a:lvl1pPr marL="0" indent="0">
              <a:lnSpc>
                <a:spcPct val="100000"/>
              </a:lnSpc>
              <a:spcAft>
                <a:spcPts val="0"/>
              </a:spcAft>
              <a:buNone/>
              <a:defRPr sz="9600" b="1"/>
            </a:lvl1pPr>
          </a:lstStyle>
          <a:p>
            <a:pPr lvl="0"/>
            <a:r>
              <a:rPr lang="en-US" dirty="0"/>
              <a:t>Main Headline</a:t>
            </a:r>
          </a:p>
        </p:txBody>
      </p:sp>
      <p:sp>
        <p:nvSpPr>
          <p:cNvPr id="18" name="Text Placeholder 15">
            <a:extLst>
              <a:ext uri="{FF2B5EF4-FFF2-40B4-BE49-F238E27FC236}">
                <a16:creationId xmlns:a16="http://schemas.microsoft.com/office/drawing/2014/main" id="{C700BDF8-0D95-F5D3-DE70-6F94479F0798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38598" y="2311399"/>
            <a:ext cx="11510502" cy="1943101"/>
          </a:xfrm>
        </p:spPr>
        <p:txBody>
          <a:bodyPr anchor="ctr" anchorCtr="0">
            <a:noAutofit/>
          </a:bodyPr>
          <a:lstStyle>
            <a:lvl1pPr marL="0" indent="0">
              <a:lnSpc>
                <a:spcPct val="100000"/>
              </a:lnSpc>
              <a:spcAft>
                <a:spcPts val="0"/>
              </a:spcAft>
              <a:buNone/>
              <a:defRPr sz="7200" b="1"/>
            </a:lvl1pPr>
          </a:lstStyle>
          <a:p>
            <a:pPr lvl="0"/>
            <a:r>
              <a:rPr lang="en-US" dirty="0"/>
              <a:t>Second level statement </a:t>
            </a:r>
          </a:p>
        </p:txBody>
      </p:sp>
      <p:sp>
        <p:nvSpPr>
          <p:cNvPr id="19" name="Text Placeholder 15">
            <a:extLst>
              <a:ext uri="{FF2B5EF4-FFF2-40B4-BE49-F238E27FC236}">
                <a16:creationId xmlns:a16="http://schemas.microsoft.com/office/drawing/2014/main" id="{3EFF4A6F-B443-2BFD-5274-C4CEDB33249F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25898" y="4254499"/>
            <a:ext cx="11510502" cy="1308099"/>
          </a:xfrm>
        </p:spPr>
        <p:txBody>
          <a:bodyPr anchor="ctr" anchorCtr="0">
            <a:noAutofit/>
          </a:bodyPr>
          <a:lstStyle>
            <a:lvl1pPr marL="0" indent="0">
              <a:lnSpc>
                <a:spcPct val="100000"/>
              </a:lnSpc>
              <a:spcAft>
                <a:spcPts val="0"/>
              </a:spcAft>
              <a:buNone/>
              <a:defRPr sz="5400" b="0"/>
            </a:lvl1pPr>
          </a:lstStyle>
          <a:p>
            <a:pPr lvl="0"/>
            <a:r>
              <a:rPr lang="en-US" dirty="0"/>
              <a:t>Third level statement</a:t>
            </a:r>
          </a:p>
        </p:txBody>
      </p:sp>
      <p:sp>
        <p:nvSpPr>
          <p:cNvPr id="20" name="Text Placeholder 15">
            <a:extLst>
              <a:ext uri="{FF2B5EF4-FFF2-40B4-BE49-F238E27FC236}">
                <a16:creationId xmlns:a16="http://schemas.microsoft.com/office/drawing/2014/main" id="{68C87247-A369-32C8-E069-B1E624079C76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25898" y="5562598"/>
            <a:ext cx="11510502" cy="736601"/>
          </a:xfrm>
        </p:spPr>
        <p:txBody>
          <a:bodyPr anchor="ctr" anchorCtr="0">
            <a:noAutofit/>
          </a:bodyPr>
          <a:lstStyle>
            <a:lvl1pPr marL="0" indent="0">
              <a:lnSpc>
                <a:spcPct val="100000"/>
              </a:lnSpc>
              <a:spcAft>
                <a:spcPts val="0"/>
              </a:spcAft>
              <a:buNone/>
              <a:defRPr sz="3600" b="0"/>
            </a:lvl1pPr>
          </a:lstStyle>
          <a:p>
            <a:pPr lvl="0"/>
            <a:r>
              <a:rPr lang="en-US" dirty="0"/>
              <a:t>Fourth level statement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ABC92165-EA63-BA70-B09C-3AE3A0E3B988}"/>
              </a:ext>
            </a:extLst>
          </p:cNvPr>
          <p:cNvSpPr/>
          <p:nvPr/>
        </p:nvSpPr>
        <p:spPr>
          <a:xfrm>
            <a:off x="0" y="6351180"/>
            <a:ext cx="12192000" cy="50681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Graphic 2">
            <a:extLst>
              <a:ext uri="{FF2B5EF4-FFF2-40B4-BE49-F238E27FC236}">
                <a16:creationId xmlns:a16="http://schemas.microsoft.com/office/drawing/2014/main" id="{B8487BB2-49A0-1AD0-6AEA-A6BA00965FB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78777" y="6474193"/>
            <a:ext cx="820683" cy="198585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36D645B4-C9BC-C447-40CC-BED53F5C40F2}"/>
              </a:ext>
            </a:extLst>
          </p:cNvPr>
          <p:cNvSpPr txBox="1"/>
          <p:nvPr/>
        </p:nvSpPr>
        <p:spPr>
          <a:xfrm>
            <a:off x="11616267" y="6570337"/>
            <a:ext cx="389880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fld id="{39BFE1BD-C136-3F41-856A-526B10A97418}" type="slidenum">
              <a:rPr lang="en-US" sz="900" smtClean="0">
                <a:solidFill>
                  <a:schemeClr val="bg1"/>
                </a:solidFill>
              </a:rPr>
              <a:pPr algn="r"/>
              <a:t>‹#›</a:t>
            </a:fld>
            <a:endParaRPr lang="en-US" sz="900" dirty="0">
              <a:solidFill>
                <a:schemeClr val="bg1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6D9A09A-FC77-0C42-3399-4228AB66473E}"/>
              </a:ext>
            </a:extLst>
          </p:cNvPr>
          <p:cNvSpPr txBox="1"/>
          <p:nvPr/>
        </p:nvSpPr>
        <p:spPr>
          <a:xfrm>
            <a:off x="9215120" y="6570337"/>
            <a:ext cx="2282476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r>
              <a:rPr lang="en-US" sz="900" dirty="0">
                <a:solidFill>
                  <a:schemeClr val="bg1"/>
                </a:solidFill>
              </a:rPr>
              <a:t>©2026 Ellucian. Confidential and Proprietary</a:t>
            </a:r>
          </a:p>
        </p:txBody>
      </p:sp>
    </p:spTree>
    <p:extLst>
      <p:ext uri="{BB962C8B-B14F-4D97-AF65-F5344CB8AC3E}">
        <p14:creationId xmlns:p14="http://schemas.microsoft.com/office/powerpoint/2010/main" val="1245722360"/>
      </p:ext>
    </p:extLst>
  </p:cSld>
  <p:clrMapOvr>
    <a:masterClrMapping/>
  </p:clrMapOvr>
</p:sldLayout>
</file>

<file path=ppt/slideLayouts/slideLayout8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hank Yo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DE1BBC57-2A7B-F916-1726-A8A00107824A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035BE7A-2092-E334-9925-A2CD0ED61EC1}"/>
              </a:ext>
            </a:extLst>
          </p:cNvPr>
          <p:cNvSpPr txBox="1"/>
          <p:nvPr/>
        </p:nvSpPr>
        <p:spPr>
          <a:xfrm>
            <a:off x="836428" y="2435962"/>
            <a:ext cx="10441173" cy="1769715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US" sz="11500" b="1" dirty="0">
                <a:solidFill>
                  <a:schemeClr val="bg1"/>
                </a:solidFill>
              </a:rPr>
              <a:t>Thank You</a:t>
            </a:r>
          </a:p>
        </p:txBody>
      </p:sp>
      <p:sp>
        <p:nvSpPr>
          <p:cNvPr id="9" name="Text Placeholder 17">
            <a:extLst>
              <a:ext uri="{FF2B5EF4-FFF2-40B4-BE49-F238E27FC236}">
                <a16:creationId xmlns:a16="http://schemas.microsoft.com/office/drawing/2014/main" id="{C141F636-6F6B-39E0-D74A-E2DC465DEF1A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2556897" y="4302308"/>
            <a:ext cx="7078206" cy="389915"/>
          </a:xfrm>
        </p:spPr>
        <p:txBody>
          <a:bodyPr>
            <a:spAutoFit/>
          </a:bodyPr>
          <a:lstStyle>
            <a:lvl1pPr marL="0" indent="0" algn="ctr">
              <a:spcBef>
                <a:spcPts val="0"/>
              </a:spcBef>
              <a:buNone/>
              <a:defRPr sz="24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Presenter Name</a:t>
            </a:r>
          </a:p>
        </p:txBody>
      </p:sp>
      <p:sp>
        <p:nvSpPr>
          <p:cNvPr id="11" name="Text Placeholder 17">
            <a:extLst>
              <a:ext uri="{FF2B5EF4-FFF2-40B4-BE49-F238E27FC236}">
                <a16:creationId xmlns:a16="http://schemas.microsoft.com/office/drawing/2014/main" id="{15F716EA-D293-96D7-C5A7-61FE08272CBD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2556897" y="4735941"/>
            <a:ext cx="7078206" cy="324961"/>
          </a:xfrm>
        </p:spPr>
        <p:txBody>
          <a:bodyPr>
            <a:spAutoFit/>
          </a:bodyPr>
          <a:lstStyle>
            <a:lvl1pPr marL="0" indent="0" algn="ctr">
              <a:spcBef>
                <a:spcPts val="0"/>
              </a:spcBef>
              <a:buNone/>
              <a:defRPr sz="2000" b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 err="1"/>
              <a:t>PresenterEmail@Ellucian.com</a:t>
            </a:r>
            <a:endParaRPr lang="en-US" dirty="0"/>
          </a:p>
        </p:txBody>
      </p:sp>
      <p:pic>
        <p:nvPicPr>
          <p:cNvPr id="2" name="Graphic 1">
            <a:extLst>
              <a:ext uri="{FF2B5EF4-FFF2-40B4-BE49-F238E27FC236}">
                <a16:creationId xmlns:a16="http://schemas.microsoft.com/office/drawing/2014/main" id="{7C871F66-B895-DB0B-1D73-90E74A3951C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78777" y="6474193"/>
            <a:ext cx="820683" cy="198585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53435677-394B-4E5D-4CD3-2D77A2110358}"/>
              </a:ext>
            </a:extLst>
          </p:cNvPr>
          <p:cNvSpPr txBox="1"/>
          <p:nvPr/>
        </p:nvSpPr>
        <p:spPr>
          <a:xfrm>
            <a:off x="9635103" y="6562717"/>
            <a:ext cx="2371044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r>
              <a:rPr lang="en-US" sz="900" dirty="0">
                <a:solidFill>
                  <a:schemeClr val="bg1"/>
                </a:solidFill>
              </a:rPr>
              <a:t>©2026 Ellucian. Confidential and Proprietary</a:t>
            </a:r>
          </a:p>
        </p:txBody>
      </p:sp>
    </p:spTree>
    <p:extLst>
      <p:ext uri="{BB962C8B-B14F-4D97-AF65-F5344CB8AC3E}">
        <p14:creationId xmlns:p14="http://schemas.microsoft.com/office/powerpoint/2010/main" val="3894470334"/>
      </p:ext>
    </p:extLst>
  </p:cSld>
  <p:clrMapOvr>
    <a:masterClrMapping/>
  </p:clrMapOvr>
</p:sldLayout>
</file>

<file path=ppt/slideLayouts/slideLayout8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estio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DE1BBC57-2A7B-F916-1726-A8A00107824A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accent1"/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8229B27-8CB8-A4DF-B214-C621F3644437}"/>
              </a:ext>
            </a:extLst>
          </p:cNvPr>
          <p:cNvSpPr txBox="1"/>
          <p:nvPr/>
        </p:nvSpPr>
        <p:spPr>
          <a:xfrm>
            <a:off x="836428" y="2544142"/>
            <a:ext cx="10441173" cy="1769715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US" sz="11500" b="1" dirty="0">
                <a:solidFill>
                  <a:schemeClr val="accent1"/>
                </a:solidFill>
              </a:rPr>
              <a:t>Questions?</a:t>
            </a:r>
          </a:p>
        </p:txBody>
      </p:sp>
      <p:pic>
        <p:nvPicPr>
          <p:cNvPr id="2" name="Graphic 1">
            <a:extLst>
              <a:ext uri="{FF2B5EF4-FFF2-40B4-BE49-F238E27FC236}">
                <a16:creationId xmlns:a16="http://schemas.microsoft.com/office/drawing/2014/main" id="{C0225686-2493-61CB-BED8-8CD6B90C882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78777" y="6474193"/>
            <a:ext cx="820683" cy="198585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3757E6F9-39D1-A7B6-72FA-6CB25BEA039E}"/>
              </a:ext>
            </a:extLst>
          </p:cNvPr>
          <p:cNvSpPr txBox="1"/>
          <p:nvPr/>
        </p:nvSpPr>
        <p:spPr>
          <a:xfrm>
            <a:off x="9635103" y="6562717"/>
            <a:ext cx="2371044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r>
              <a:rPr lang="en-US" sz="900" dirty="0">
                <a:solidFill>
                  <a:schemeClr val="tx1"/>
                </a:solidFill>
              </a:rPr>
              <a:t>©2026 Ellucian. Confidential and Proprietary</a:t>
            </a:r>
          </a:p>
        </p:txBody>
      </p:sp>
    </p:spTree>
    <p:extLst>
      <p:ext uri="{BB962C8B-B14F-4D97-AF65-F5344CB8AC3E}">
        <p14:creationId xmlns:p14="http://schemas.microsoft.com/office/powerpoint/2010/main" val="3152233524"/>
      </p:ext>
    </p:extLst>
  </p:cSld>
  <p:clrMapOvr>
    <a:masterClrMapping/>
  </p:clrMapOvr>
</p:sldLayout>
</file>

<file path=ppt/slideLayouts/slideLayout90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ection Divider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ext Placeholder 2">
            <a:extLst>
              <a:ext uri="{FF2B5EF4-FFF2-40B4-BE49-F238E27FC236}">
                <a16:creationId xmlns:a16="http://schemas.microsoft.com/office/drawing/2014/main" id="{B4E21473-327B-3C3B-2526-FD5AB3A4428E}"/>
              </a:ext>
            </a:extLst>
          </p:cNvPr>
          <p:cNvSpPr>
            <a:spLocks noGrp="1"/>
          </p:cNvSpPr>
          <p:nvPr>
            <p:ph type="body" orient="vert" sz="quarter" idx="10" hasCustomPrompt="1"/>
          </p:nvPr>
        </p:nvSpPr>
        <p:spPr>
          <a:xfrm>
            <a:off x="0" y="685800"/>
            <a:ext cx="609600" cy="5486399"/>
          </a:xfrm>
        </p:spPr>
        <p:txBody>
          <a:bodyPr vert="vert270" anchor="ctr" anchorCtr="0">
            <a:noAutofit/>
          </a:bodyPr>
          <a:lstStyle>
            <a:lvl1pPr marL="0" indent="0" algn="ctr">
              <a:buNone/>
              <a:defRPr sz="1200" spc="300">
                <a:solidFill>
                  <a:schemeClr val="bg1"/>
                </a:solidFill>
              </a:defRPr>
            </a:lvl1pPr>
            <a:lvl2pPr marL="457200" indent="0" algn="ctr">
              <a:buNone/>
              <a:defRPr sz="1200" spc="300">
                <a:solidFill>
                  <a:schemeClr val="bg1"/>
                </a:solidFill>
              </a:defRPr>
            </a:lvl2pPr>
            <a:lvl3pPr marL="914400" indent="0" algn="ctr">
              <a:buNone/>
              <a:defRPr sz="1100" spc="300">
                <a:solidFill>
                  <a:schemeClr val="bg1"/>
                </a:solidFill>
              </a:defRPr>
            </a:lvl3pPr>
            <a:lvl4pPr marL="1371600" indent="0" algn="ctr">
              <a:buNone/>
              <a:defRPr sz="1050" spc="300">
                <a:solidFill>
                  <a:schemeClr val="bg1"/>
                </a:solidFill>
              </a:defRPr>
            </a:lvl4pPr>
            <a:lvl5pPr marL="1828800" indent="0" algn="ctr">
              <a:buNone/>
              <a:defRPr sz="1050" spc="3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30773A33-C933-040C-38F4-7E444DEDA5A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104900" y="1800808"/>
            <a:ext cx="7092820" cy="1628192"/>
          </a:xfrm>
        </p:spPr>
        <p:txBody>
          <a:bodyPr lIns="0" bIns="0" anchor="b" anchorCtr="0">
            <a:noAutofit/>
          </a:bodyPr>
          <a:lstStyle>
            <a:lvl1pPr>
              <a:defRPr sz="3200" b="1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Section Title (Max Two Lines)</a:t>
            </a:r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03C54B7B-813E-7B62-27B5-633489321878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1104900" y="3652538"/>
            <a:ext cx="7092820" cy="774441"/>
          </a:xfrm>
        </p:spPr>
        <p:txBody>
          <a:bodyPr lIns="0" tIns="0">
            <a:noAutofit/>
          </a:bodyPr>
          <a:lstStyle>
            <a:lvl1pPr marL="0" indent="0">
              <a:lnSpc>
                <a:spcPct val="100000"/>
              </a:lnSpc>
              <a:buClr>
                <a:schemeClr val="accent2"/>
              </a:buClr>
              <a:buFont typeface="Arial" panose="020B0604020202020204" pitchFamily="34" charset="0"/>
              <a:buNone/>
              <a:tabLst/>
              <a:defRPr sz="1800">
                <a:solidFill>
                  <a:schemeClr val="bg1"/>
                </a:solidFill>
              </a:defRPr>
            </a:lvl1pPr>
            <a:lvl2pPr marL="174625" indent="0">
              <a:lnSpc>
                <a:spcPct val="100000"/>
              </a:lnSpc>
              <a:buClr>
                <a:schemeClr val="accent2"/>
              </a:buClr>
              <a:buFont typeface="Arial" panose="020B0604020202020204" pitchFamily="34" charset="0"/>
              <a:buNone/>
              <a:tabLst/>
              <a:defRPr sz="1600">
                <a:solidFill>
                  <a:schemeClr val="bg1"/>
                </a:solidFill>
              </a:defRPr>
            </a:lvl2pPr>
            <a:lvl3pPr marL="342900" indent="0">
              <a:lnSpc>
                <a:spcPct val="100000"/>
              </a:lnSpc>
              <a:buClr>
                <a:schemeClr val="accent2"/>
              </a:buClr>
              <a:buFont typeface="Arial" panose="020B0604020202020204" pitchFamily="34" charset="0"/>
              <a:buNone/>
              <a:tabLst/>
              <a:defRPr sz="1400">
                <a:solidFill>
                  <a:schemeClr val="bg1"/>
                </a:solidFill>
              </a:defRPr>
            </a:lvl3pPr>
            <a:lvl4pPr marL="519112" indent="0">
              <a:lnSpc>
                <a:spcPct val="100000"/>
              </a:lnSpc>
              <a:buClr>
                <a:schemeClr val="accent2"/>
              </a:buClr>
              <a:buFont typeface="Arial" panose="020B0604020202020204" pitchFamily="34" charset="0"/>
              <a:buNone/>
              <a:tabLst/>
              <a:defRPr sz="1200">
                <a:solidFill>
                  <a:schemeClr val="bg1"/>
                </a:solidFill>
              </a:defRPr>
            </a:lvl4pPr>
            <a:lvl5pPr marL="685800" indent="0">
              <a:lnSpc>
                <a:spcPct val="100000"/>
              </a:lnSpc>
              <a:buClr>
                <a:schemeClr val="accent2"/>
              </a:buClr>
              <a:buFont typeface="Arial" panose="020B0604020202020204" pitchFamily="34" charset="0"/>
              <a:buNone/>
              <a:tabLst/>
              <a:defRPr sz="1200">
                <a:solidFill>
                  <a:schemeClr val="bg1"/>
                </a:solidFill>
              </a:defRPr>
            </a:lvl5pPr>
          </a:lstStyle>
          <a:p>
            <a:r>
              <a:rPr lang="en-US" dirty="0"/>
              <a:t>Subhead (not required, max two lines)</a:t>
            </a:r>
          </a:p>
          <a:p>
            <a:pPr lvl="0"/>
            <a:endParaRPr lang="en-US" dirty="0"/>
          </a:p>
        </p:txBody>
      </p:sp>
      <p:sp>
        <p:nvSpPr>
          <p:cNvPr id="13" name="Slide Number Placeholder 5">
            <a:extLst>
              <a:ext uri="{FF2B5EF4-FFF2-40B4-BE49-F238E27FC236}">
                <a16:creationId xmlns:a16="http://schemas.microsoft.com/office/drawing/2014/main" id="{C9736184-ED63-6779-B7C5-534556DC214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0" y="6356349"/>
            <a:ext cx="62257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100">
                <a:solidFill>
                  <a:schemeClr val="bg1"/>
                </a:solidFill>
              </a:defRPr>
            </a:lvl1pPr>
          </a:lstStyle>
          <a:p>
            <a:fld id="{BAD56BAB-9B7B-4C09-8A45-659D39241E09}" type="slidenum">
              <a:rPr lang="es-CL" smtClean="0"/>
              <a:t>‹#›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1496722062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91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1-Up ">
    <p:bg>
      <p:bgPr>
        <a:solidFill>
          <a:schemeClr val="bg1">
            <a:alpha val="20231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5">
            <a:extLst>
              <a:ext uri="{FF2B5EF4-FFF2-40B4-BE49-F238E27FC236}">
                <a16:creationId xmlns:a16="http://schemas.microsoft.com/office/drawing/2014/main" id="{2D92EE01-92FE-27B7-8491-8AE3AAC0FEF1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1104900" y="1905002"/>
            <a:ext cx="10477499" cy="4267198"/>
          </a:xfrm>
        </p:spPr>
        <p:txBody>
          <a:bodyPr>
            <a:noAutofit/>
          </a:bodyPr>
          <a:lstStyle>
            <a:lvl1pPr marL="174625" indent="-174625">
              <a:lnSpc>
                <a:spcPct val="100000"/>
              </a:lnSpc>
              <a:buClr>
                <a:schemeClr val="accent2"/>
              </a:buClr>
              <a:buFont typeface="Arial" panose="020B0604020202020204" pitchFamily="34" charset="0"/>
              <a:buChar char="•"/>
              <a:tabLst/>
              <a:defRPr sz="1600">
                <a:solidFill>
                  <a:schemeClr val="tx1"/>
                </a:solidFill>
              </a:defRPr>
            </a:lvl1pPr>
            <a:lvl2pPr marL="342900" indent="-168275">
              <a:lnSpc>
                <a:spcPct val="100000"/>
              </a:lnSpc>
              <a:buClr>
                <a:schemeClr val="accent2"/>
              </a:buClr>
              <a:buFont typeface="Arial" panose="020B0604020202020204" pitchFamily="34" charset="0"/>
              <a:buChar char="•"/>
              <a:tabLst/>
              <a:defRPr sz="1600">
                <a:solidFill>
                  <a:schemeClr val="tx1"/>
                </a:solidFill>
              </a:defRPr>
            </a:lvl2pPr>
            <a:lvl3pPr marL="519113" indent="-176213">
              <a:lnSpc>
                <a:spcPct val="100000"/>
              </a:lnSpc>
              <a:buClr>
                <a:schemeClr val="accent2"/>
              </a:buClr>
              <a:buFont typeface="Arial" panose="020B0604020202020204" pitchFamily="34" charset="0"/>
              <a:buChar char="•"/>
              <a:tabLst/>
              <a:defRPr sz="1600">
                <a:solidFill>
                  <a:schemeClr val="tx1"/>
                </a:solidFill>
              </a:defRPr>
            </a:lvl3pPr>
            <a:lvl4pPr marL="685800" indent="-166688">
              <a:lnSpc>
                <a:spcPct val="100000"/>
              </a:lnSpc>
              <a:buClr>
                <a:schemeClr val="accent2"/>
              </a:buClr>
              <a:buFont typeface="Arial" panose="020B0604020202020204" pitchFamily="34" charset="0"/>
              <a:buChar char="•"/>
              <a:tabLst/>
              <a:defRPr sz="1600">
                <a:solidFill>
                  <a:schemeClr val="tx1"/>
                </a:solidFill>
              </a:defRPr>
            </a:lvl4pPr>
            <a:lvl5pPr marL="862013" indent="-176213">
              <a:lnSpc>
                <a:spcPct val="100000"/>
              </a:lnSpc>
              <a:buClr>
                <a:schemeClr val="accent2"/>
              </a:buClr>
              <a:buFont typeface="Arial" panose="020B0604020202020204" pitchFamily="34" charset="0"/>
              <a:buChar char="•"/>
              <a:tabLst/>
              <a:defRPr sz="1600">
                <a:solidFill>
                  <a:schemeClr val="tx1"/>
                </a:solidFill>
              </a:defRPr>
            </a:lvl5pPr>
          </a:lstStyle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n-US" dirty="0"/>
          </a:p>
        </p:txBody>
      </p:sp>
      <p:sp>
        <p:nvSpPr>
          <p:cNvPr id="4" name="Vertical Text Placeholder 13">
            <a:extLst>
              <a:ext uri="{FF2B5EF4-FFF2-40B4-BE49-F238E27FC236}">
                <a16:creationId xmlns:a16="http://schemas.microsoft.com/office/drawing/2014/main" id="{E932BD03-3866-775C-FCE1-9468113E4954}"/>
              </a:ext>
            </a:extLst>
          </p:cNvPr>
          <p:cNvSpPr>
            <a:spLocks noGrp="1"/>
          </p:cNvSpPr>
          <p:nvPr>
            <p:ph type="body" orient="vert" sz="quarter" idx="17" hasCustomPrompt="1"/>
          </p:nvPr>
        </p:nvSpPr>
        <p:spPr>
          <a:xfrm rot="10800000">
            <a:off x="0" y="685800"/>
            <a:ext cx="609600" cy="5486399"/>
          </a:xfrm>
        </p:spPr>
        <p:txBody>
          <a:bodyPr vert="eaVert" anchor="ctr">
            <a:noAutofit/>
          </a:bodyPr>
          <a:lstStyle>
            <a:lvl1pPr marL="0" indent="0" algn="ctr">
              <a:buNone/>
              <a:defRPr sz="1200" spc="30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pPr lvl="0"/>
            <a:r>
              <a:rPr lang="en-US" dirty="0"/>
              <a:t>SECTION TITLE</a:t>
            </a:r>
          </a:p>
        </p:txBody>
      </p:sp>
      <p:sp>
        <p:nvSpPr>
          <p:cNvPr id="8" name="Slide Number Placeholder 5">
            <a:extLst>
              <a:ext uri="{FF2B5EF4-FFF2-40B4-BE49-F238E27FC236}">
                <a16:creationId xmlns:a16="http://schemas.microsoft.com/office/drawing/2014/main" id="{D3877212-0337-0A89-2140-1837D97F806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0" y="6356349"/>
            <a:ext cx="62257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100">
                <a:solidFill>
                  <a:schemeClr val="bg1">
                    <a:lumMod val="65000"/>
                  </a:schemeClr>
                </a:solidFill>
              </a:defRPr>
            </a:lvl1pPr>
          </a:lstStyle>
          <a:p>
            <a:fld id="{BAD56BAB-9B7B-4C09-8A45-659D39241E09}" type="slidenum">
              <a:rPr lang="es-CL" smtClean="0"/>
              <a:t>‹#›</a:t>
            </a:fld>
            <a:endParaRPr lang="es-CL"/>
          </a:p>
        </p:txBody>
      </p:sp>
      <p:sp>
        <p:nvSpPr>
          <p:cNvPr id="9" name="Title 2">
            <a:extLst>
              <a:ext uri="{FF2B5EF4-FFF2-40B4-BE49-F238E27FC236}">
                <a16:creationId xmlns:a16="http://schemas.microsoft.com/office/drawing/2014/main" id="{50D7E829-0820-3DB9-FA55-7C961469D7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04900" y="685800"/>
            <a:ext cx="10477497" cy="898555"/>
          </a:xfrm>
        </p:spPr>
        <p:txBody>
          <a:bodyPr anchor="t" anchorCtr="0">
            <a:noAutofit/>
          </a:bodyPr>
          <a:lstStyle>
            <a:lvl1pPr>
              <a:defRPr sz="3200" b="1">
                <a:solidFill>
                  <a:schemeClr val="tx1"/>
                </a:solidFill>
              </a:defRPr>
            </a:lvl1pPr>
          </a:lstStyle>
          <a:p>
            <a:r>
              <a:rPr lang="es-MX"/>
              <a:t>Haz clic para modificar el estilo de título del patrón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00519050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9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592013858"/>
      </p:ext>
    </p:extLst>
  </p:cSld>
  <p:clrMapOvr>
    <a:masterClrMapping/>
  </p:clrMapOvr>
</p:sldLayout>
</file>

<file path=ppt/slideLayouts/slideLayout9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 Footer Blac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raphic 1">
            <a:extLst>
              <a:ext uri="{FF2B5EF4-FFF2-40B4-BE49-F238E27FC236}">
                <a16:creationId xmlns:a16="http://schemas.microsoft.com/office/drawing/2014/main" id="{981C625F-C66F-1373-141C-E36C160D0D35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78777" y="6474193"/>
            <a:ext cx="820683" cy="198585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A8E6E8FD-F743-B760-4565-52A5B0B667B8}"/>
              </a:ext>
            </a:extLst>
          </p:cNvPr>
          <p:cNvSpPr txBox="1"/>
          <p:nvPr userDrawn="1"/>
        </p:nvSpPr>
        <p:spPr>
          <a:xfrm>
            <a:off x="11616267" y="6570337"/>
            <a:ext cx="389880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fld id="{39BFE1BD-C136-3F41-856A-526B10A97418}" type="slidenum">
              <a:rPr lang="en-US" sz="900" smtClean="0">
                <a:solidFill>
                  <a:schemeClr val="tx1"/>
                </a:solidFill>
              </a:rPr>
              <a:pPr algn="r"/>
              <a:t>‹#›</a:t>
            </a:fld>
            <a:endParaRPr lang="en-US" sz="900" dirty="0">
              <a:solidFill>
                <a:schemeClr val="tx1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DF76087-D7C9-C1C3-5E17-263AB892AD6D}"/>
              </a:ext>
            </a:extLst>
          </p:cNvPr>
          <p:cNvSpPr txBox="1"/>
          <p:nvPr userDrawn="1"/>
        </p:nvSpPr>
        <p:spPr>
          <a:xfrm>
            <a:off x="9265920" y="6570337"/>
            <a:ext cx="2231676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r>
              <a:rPr lang="en-US" sz="900" dirty="0">
                <a:solidFill>
                  <a:schemeClr val="tx1"/>
                </a:solidFill>
              </a:rPr>
              <a:t>©2026 Ellucian. Confidential and Proprietary</a:t>
            </a:r>
          </a:p>
        </p:txBody>
      </p:sp>
    </p:spTree>
    <p:extLst>
      <p:ext uri="{BB962C8B-B14F-4D97-AF65-F5344CB8AC3E}">
        <p14:creationId xmlns:p14="http://schemas.microsoft.com/office/powerpoint/2010/main" val="3681405469"/>
      </p:ext>
    </p:extLst>
  </p:cSld>
  <p:clrMapOvr>
    <a:masterClrMapping/>
  </p:clrMapOvr>
</p:sldLayout>
</file>

<file path=ppt/slideLayouts/slideLayout9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 Purple Half Le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FFE05E42-38B4-613A-91A3-6308614973EC}"/>
              </a:ext>
            </a:extLst>
          </p:cNvPr>
          <p:cNvSpPr/>
          <p:nvPr userDrawn="1"/>
        </p:nvSpPr>
        <p:spPr>
          <a:xfrm>
            <a:off x="0" y="0"/>
            <a:ext cx="6096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9" name="Graphic 8">
            <a:extLst>
              <a:ext uri="{FF2B5EF4-FFF2-40B4-BE49-F238E27FC236}">
                <a16:creationId xmlns:a16="http://schemas.microsoft.com/office/drawing/2014/main" id="{EE1FD067-74D8-0E64-F510-C09BEC15D055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78777" y="6474193"/>
            <a:ext cx="820683" cy="198585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116E64D5-8E4A-3059-BC15-EB884BE08EC3}"/>
              </a:ext>
            </a:extLst>
          </p:cNvPr>
          <p:cNvSpPr txBox="1"/>
          <p:nvPr userDrawn="1"/>
        </p:nvSpPr>
        <p:spPr>
          <a:xfrm>
            <a:off x="11616267" y="6570337"/>
            <a:ext cx="389880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fld id="{39BFE1BD-C136-3F41-856A-526B10A97418}" type="slidenum">
              <a:rPr lang="en-US" sz="900" smtClean="0">
                <a:solidFill>
                  <a:schemeClr val="tx1"/>
                </a:solidFill>
              </a:rPr>
              <a:pPr algn="r"/>
              <a:t>‹#›</a:t>
            </a:fld>
            <a:endParaRPr lang="en-US" sz="900" dirty="0">
              <a:solidFill>
                <a:schemeClr val="tx1"/>
              </a:solidFill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0DFD1F0B-69D7-F3A9-055F-2A986648AD27}"/>
              </a:ext>
            </a:extLst>
          </p:cNvPr>
          <p:cNvSpPr txBox="1"/>
          <p:nvPr userDrawn="1"/>
        </p:nvSpPr>
        <p:spPr>
          <a:xfrm>
            <a:off x="9265920" y="6570337"/>
            <a:ext cx="2231676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r>
              <a:rPr lang="en-US" sz="900" dirty="0">
                <a:solidFill>
                  <a:schemeClr val="tx1"/>
                </a:solidFill>
              </a:rPr>
              <a:t>©2026 Ellucian. Confidential and Proprietary</a:t>
            </a:r>
          </a:p>
        </p:txBody>
      </p:sp>
    </p:spTree>
    <p:extLst>
      <p:ext uri="{BB962C8B-B14F-4D97-AF65-F5344CB8AC3E}">
        <p14:creationId xmlns:p14="http://schemas.microsoft.com/office/powerpoint/2010/main" val="281446487"/>
      </p:ext>
    </p:extLst>
  </p:cSld>
  <p:clrMapOvr>
    <a:masterClrMapping/>
  </p:clrMapOvr>
</p:sldLayout>
</file>

<file path=ppt/slideLayouts/slideLayout9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 Purple Half R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FFE05E42-38B4-613A-91A3-6308614973EC}"/>
              </a:ext>
            </a:extLst>
          </p:cNvPr>
          <p:cNvSpPr/>
          <p:nvPr userDrawn="1"/>
        </p:nvSpPr>
        <p:spPr>
          <a:xfrm>
            <a:off x="6096000" y="0"/>
            <a:ext cx="6096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6DB79317-11D6-0AF3-4B54-BDA534C904B3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78777" y="6474193"/>
            <a:ext cx="820683" cy="198585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3C7209B0-4D3E-B28A-692D-AB3B431BDB03}"/>
              </a:ext>
            </a:extLst>
          </p:cNvPr>
          <p:cNvSpPr txBox="1"/>
          <p:nvPr userDrawn="1"/>
        </p:nvSpPr>
        <p:spPr>
          <a:xfrm>
            <a:off x="11616267" y="6570337"/>
            <a:ext cx="389880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fld id="{39BFE1BD-C136-3F41-856A-526B10A97418}" type="slidenum">
              <a:rPr lang="en-US" sz="900" smtClean="0">
                <a:solidFill>
                  <a:schemeClr val="bg1"/>
                </a:solidFill>
              </a:rPr>
              <a:pPr algn="r"/>
              <a:t>‹#›</a:t>
            </a:fld>
            <a:endParaRPr lang="en-US" sz="900" dirty="0">
              <a:solidFill>
                <a:schemeClr val="bg1"/>
              </a:solidFill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65158A56-C172-10B2-D489-16D7DACEC5FE}"/>
              </a:ext>
            </a:extLst>
          </p:cNvPr>
          <p:cNvSpPr txBox="1"/>
          <p:nvPr userDrawn="1"/>
        </p:nvSpPr>
        <p:spPr>
          <a:xfrm>
            <a:off x="9265920" y="6570337"/>
            <a:ext cx="2231676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r>
              <a:rPr lang="en-US" sz="900" dirty="0">
                <a:solidFill>
                  <a:schemeClr val="bg1"/>
                </a:solidFill>
              </a:rPr>
              <a:t>©2026 Ellucian. Confidential and Proprietary</a:t>
            </a:r>
          </a:p>
        </p:txBody>
      </p:sp>
    </p:spTree>
    <p:extLst>
      <p:ext uri="{BB962C8B-B14F-4D97-AF65-F5344CB8AC3E}">
        <p14:creationId xmlns:p14="http://schemas.microsoft.com/office/powerpoint/2010/main" val="3921221550"/>
      </p:ext>
    </p:extLst>
  </p:cSld>
  <p:clrMapOvr>
    <a:masterClrMapping/>
  </p:clrMapOvr>
</p:sldLayout>
</file>

<file path=ppt/slideLayouts/slideLayout9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 Gray Half Le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FFE05E42-38B4-613A-91A3-6308614973EC}"/>
              </a:ext>
            </a:extLst>
          </p:cNvPr>
          <p:cNvSpPr/>
          <p:nvPr userDrawn="1"/>
        </p:nvSpPr>
        <p:spPr>
          <a:xfrm>
            <a:off x="0" y="0"/>
            <a:ext cx="6096000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" name="Graphic 1">
            <a:extLst>
              <a:ext uri="{FF2B5EF4-FFF2-40B4-BE49-F238E27FC236}">
                <a16:creationId xmlns:a16="http://schemas.microsoft.com/office/drawing/2014/main" id="{0ABA3577-65BA-7CC4-5395-E38F2A7AC772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78777" y="6474193"/>
            <a:ext cx="820683" cy="198585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E135DE03-26E8-0184-A39C-5A462BDC2DCF}"/>
              </a:ext>
            </a:extLst>
          </p:cNvPr>
          <p:cNvSpPr txBox="1"/>
          <p:nvPr userDrawn="1"/>
        </p:nvSpPr>
        <p:spPr>
          <a:xfrm>
            <a:off x="11616267" y="6570337"/>
            <a:ext cx="389880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fld id="{39BFE1BD-C136-3F41-856A-526B10A97418}" type="slidenum">
              <a:rPr lang="en-US" sz="900" smtClean="0">
                <a:solidFill>
                  <a:schemeClr val="tx1"/>
                </a:solidFill>
              </a:rPr>
              <a:pPr algn="r"/>
              <a:t>‹#›</a:t>
            </a:fld>
            <a:endParaRPr lang="en-US" sz="900" dirty="0">
              <a:solidFill>
                <a:schemeClr val="tx1"/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9F91899-8397-C452-E914-5DA32F2E64BE}"/>
              </a:ext>
            </a:extLst>
          </p:cNvPr>
          <p:cNvSpPr txBox="1"/>
          <p:nvPr userDrawn="1"/>
        </p:nvSpPr>
        <p:spPr>
          <a:xfrm>
            <a:off x="9144000" y="6570337"/>
            <a:ext cx="2353596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r>
              <a:rPr lang="en-US" sz="900" dirty="0">
                <a:solidFill>
                  <a:schemeClr val="tx1"/>
                </a:solidFill>
              </a:rPr>
              <a:t>©2026 Ellucian. Confidential and Proprietary</a:t>
            </a:r>
          </a:p>
        </p:txBody>
      </p:sp>
    </p:spTree>
    <p:extLst>
      <p:ext uri="{BB962C8B-B14F-4D97-AF65-F5344CB8AC3E}">
        <p14:creationId xmlns:p14="http://schemas.microsoft.com/office/powerpoint/2010/main" val="3565609855"/>
      </p:ext>
    </p:extLst>
  </p:cSld>
  <p:clrMapOvr>
    <a:masterClrMapping/>
  </p:clrMapOvr>
</p:sldLayout>
</file>

<file path=ppt/slideLayouts/slideLayout9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 Gray Half R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FFE05E42-38B4-613A-91A3-6308614973EC}"/>
              </a:ext>
            </a:extLst>
          </p:cNvPr>
          <p:cNvSpPr/>
          <p:nvPr userDrawn="1"/>
        </p:nvSpPr>
        <p:spPr>
          <a:xfrm>
            <a:off x="6096000" y="0"/>
            <a:ext cx="6096000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7695EB3C-8530-E0C8-4217-5508CF63DB53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78777" y="6474193"/>
            <a:ext cx="820683" cy="198585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59450D81-7260-A5B0-C045-065E98F3D872}"/>
              </a:ext>
            </a:extLst>
          </p:cNvPr>
          <p:cNvSpPr txBox="1"/>
          <p:nvPr userDrawn="1"/>
        </p:nvSpPr>
        <p:spPr>
          <a:xfrm>
            <a:off x="11616267" y="6570337"/>
            <a:ext cx="389880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fld id="{39BFE1BD-C136-3F41-856A-526B10A97418}" type="slidenum">
              <a:rPr lang="en-US" sz="900" smtClean="0">
                <a:solidFill>
                  <a:schemeClr val="tx1"/>
                </a:solidFill>
              </a:rPr>
              <a:pPr algn="r"/>
              <a:t>‹#›</a:t>
            </a:fld>
            <a:endParaRPr lang="en-US" sz="900" dirty="0">
              <a:solidFill>
                <a:schemeClr val="tx1"/>
              </a:solidFill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C8E4D3A3-6199-EF4C-2D38-F8DA60A48FEE}"/>
              </a:ext>
            </a:extLst>
          </p:cNvPr>
          <p:cNvSpPr txBox="1"/>
          <p:nvPr userDrawn="1"/>
        </p:nvSpPr>
        <p:spPr>
          <a:xfrm>
            <a:off x="9265920" y="6570337"/>
            <a:ext cx="2231676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r>
              <a:rPr lang="en-US" sz="900" dirty="0">
                <a:solidFill>
                  <a:schemeClr val="tx1"/>
                </a:solidFill>
              </a:rPr>
              <a:t>©2026 Ellucian. Confidential and Proprietary</a:t>
            </a:r>
          </a:p>
        </p:txBody>
      </p:sp>
    </p:spTree>
    <p:extLst>
      <p:ext uri="{BB962C8B-B14F-4D97-AF65-F5344CB8AC3E}">
        <p14:creationId xmlns:p14="http://schemas.microsoft.com/office/powerpoint/2010/main" val="4013666587"/>
      </p:ext>
    </p:extLst>
  </p:cSld>
  <p:clrMapOvr>
    <a:masterClrMapping/>
  </p:clrMapOvr>
</p:sldLayout>
</file>

<file path=ppt/slideLayouts/slideLayout9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 Green Half Le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FFE05E42-38B4-613A-91A3-6308614973EC}"/>
              </a:ext>
            </a:extLst>
          </p:cNvPr>
          <p:cNvSpPr/>
          <p:nvPr userDrawn="1"/>
        </p:nvSpPr>
        <p:spPr>
          <a:xfrm>
            <a:off x="0" y="0"/>
            <a:ext cx="6096000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" name="Graphic 1">
            <a:extLst>
              <a:ext uri="{FF2B5EF4-FFF2-40B4-BE49-F238E27FC236}">
                <a16:creationId xmlns:a16="http://schemas.microsoft.com/office/drawing/2014/main" id="{40CB40AC-8E27-B4CE-FE98-617281F61892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78777" y="6474193"/>
            <a:ext cx="820683" cy="198585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08A44510-D9B6-3D27-0025-27FFAAD9F8AE}"/>
              </a:ext>
            </a:extLst>
          </p:cNvPr>
          <p:cNvSpPr txBox="1"/>
          <p:nvPr userDrawn="1"/>
        </p:nvSpPr>
        <p:spPr>
          <a:xfrm>
            <a:off x="11616267" y="6570337"/>
            <a:ext cx="389880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fld id="{39BFE1BD-C136-3F41-856A-526B10A97418}" type="slidenum">
              <a:rPr lang="en-US" sz="900" smtClean="0">
                <a:solidFill>
                  <a:schemeClr val="tx1"/>
                </a:solidFill>
              </a:rPr>
              <a:pPr algn="r"/>
              <a:t>‹#›</a:t>
            </a:fld>
            <a:endParaRPr lang="en-US" sz="900" dirty="0">
              <a:solidFill>
                <a:schemeClr val="tx1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9DBE2C0-3213-6D2D-4479-AD9B8089A641}"/>
              </a:ext>
            </a:extLst>
          </p:cNvPr>
          <p:cNvSpPr txBox="1"/>
          <p:nvPr userDrawn="1"/>
        </p:nvSpPr>
        <p:spPr>
          <a:xfrm>
            <a:off x="9144000" y="6570337"/>
            <a:ext cx="2353596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r>
              <a:rPr lang="en-US" sz="900" dirty="0">
                <a:solidFill>
                  <a:schemeClr val="tx1"/>
                </a:solidFill>
              </a:rPr>
              <a:t>©2026 Ellucian. Confidential and Proprietary</a:t>
            </a:r>
          </a:p>
        </p:txBody>
      </p:sp>
    </p:spTree>
    <p:extLst>
      <p:ext uri="{BB962C8B-B14F-4D97-AF65-F5344CB8AC3E}">
        <p14:creationId xmlns:p14="http://schemas.microsoft.com/office/powerpoint/2010/main" val="1321804273"/>
      </p:ext>
    </p:extLst>
  </p:cSld>
  <p:clrMapOvr>
    <a:masterClrMapping/>
  </p:clrMapOvr>
</p:sldLayout>
</file>

<file path=ppt/slideLayouts/slideLayout9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 Green Half R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FFE05E42-38B4-613A-91A3-6308614973EC}"/>
              </a:ext>
            </a:extLst>
          </p:cNvPr>
          <p:cNvSpPr/>
          <p:nvPr userDrawn="1"/>
        </p:nvSpPr>
        <p:spPr>
          <a:xfrm>
            <a:off x="6096000" y="0"/>
            <a:ext cx="6096000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61839101-BBAA-D670-10CD-40BF5E0392E8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78777" y="6474193"/>
            <a:ext cx="820683" cy="198585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DCCF7E87-236E-67B1-F9B1-5ACC27A1C0BF}"/>
              </a:ext>
            </a:extLst>
          </p:cNvPr>
          <p:cNvSpPr txBox="1"/>
          <p:nvPr userDrawn="1"/>
        </p:nvSpPr>
        <p:spPr>
          <a:xfrm>
            <a:off x="11616267" y="6570337"/>
            <a:ext cx="389880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fld id="{39BFE1BD-C136-3F41-856A-526B10A97418}" type="slidenum">
              <a:rPr lang="en-US" sz="900" smtClean="0">
                <a:solidFill>
                  <a:schemeClr val="tx1"/>
                </a:solidFill>
              </a:rPr>
              <a:pPr algn="r"/>
              <a:t>‹#›</a:t>
            </a:fld>
            <a:endParaRPr lang="en-US" sz="900" dirty="0">
              <a:solidFill>
                <a:schemeClr val="tx1"/>
              </a:solidFill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8B6E2BFF-AA3C-F635-EDE7-1D4D95732292}"/>
              </a:ext>
            </a:extLst>
          </p:cNvPr>
          <p:cNvSpPr txBox="1"/>
          <p:nvPr userDrawn="1"/>
        </p:nvSpPr>
        <p:spPr>
          <a:xfrm>
            <a:off x="9265920" y="6570337"/>
            <a:ext cx="2231676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r>
              <a:rPr lang="en-US" sz="900" dirty="0">
                <a:solidFill>
                  <a:schemeClr val="tx1"/>
                </a:solidFill>
              </a:rPr>
              <a:t>©2026 Ellucian. Confidential and Proprietary</a:t>
            </a:r>
          </a:p>
        </p:txBody>
      </p:sp>
    </p:spTree>
    <p:extLst>
      <p:ext uri="{BB962C8B-B14F-4D97-AF65-F5344CB8AC3E}">
        <p14:creationId xmlns:p14="http://schemas.microsoft.com/office/powerpoint/2010/main" val="2420169724"/>
      </p:ext>
    </p:extLst>
  </p:cSld>
  <p:clrMapOvr>
    <a:masterClrMapping/>
  </p:clrMapOvr>
</p:sldLayout>
</file>

<file path=ppt/slideLayouts/slideLayout10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 Purple Third Le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5788CB9F-7B69-6D25-41A0-F5D4BFE324C9}"/>
              </a:ext>
            </a:extLst>
          </p:cNvPr>
          <p:cNvSpPr/>
          <p:nvPr userDrawn="1"/>
        </p:nvSpPr>
        <p:spPr>
          <a:xfrm>
            <a:off x="0" y="0"/>
            <a:ext cx="406398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Graphic 2">
            <a:extLst>
              <a:ext uri="{FF2B5EF4-FFF2-40B4-BE49-F238E27FC236}">
                <a16:creationId xmlns:a16="http://schemas.microsoft.com/office/drawing/2014/main" id="{2E0AAAEA-1F16-516A-417D-DC9DF964E800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78777" y="6474193"/>
            <a:ext cx="820683" cy="198585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66FD55EF-B73C-D814-E528-7EF5EBB86F1C}"/>
              </a:ext>
            </a:extLst>
          </p:cNvPr>
          <p:cNvSpPr txBox="1"/>
          <p:nvPr userDrawn="1"/>
        </p:nvSpPr>
        <p:spPr>
          <a:xfrm>
            <a:off x="11616267" y="6570337"/>
            <a:ext cx="389880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fld id="{39BFE1BD-C136-3F41-856A-526B10A97418}" type="slidenum">
              <a:rPr lang="en-US" sz="900" smtClean="0">
                <a:solidFill>
                  <a:schemeClr val="tx1"/>
                </a:solidFill>
              </a:rPr>
              <a:pPr algn="r"/>
              <a:t>‹#›</a:t>
            </a:fld>
            <a:endParaRPr lang="en-US" sz="900" dirty="0">
              <a:solidFill>
                <a:schemeClr val="tx1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077C5A4-055F-072E-16C5-84527D1FFDB1}"/>
              </a:ext>
            </a:extLst>
          </p:cNvPr>
          <p:cNvSpPr txBox="1"/>
          <p:nvPr userDrawn="1"/>
        </p:nvSpPr>
        <p:spPr>
          <a:xfrm>
            <a:off x="9265920" y="6570337"/>
            <a:ext cx="2231676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r>
              <a:rPr lang="en-US" sz="900" dirty="0">
                <a:solidFill>
                  <a:schemeClr val="tx1"/>
                </a:solidFill>
              </a:rPr>
              <a:t>©2026 Ellucian. Confidential and Proprietary</a:t>
            </a:r>
          </a:p>
        </p:txBody>
      </p:sp>
    </p:spTree>
    <p:extLst>
      <p:ext uri="{BB962C8B-B14F-4D97-AF65-F5344CB8AC3E}">
        <p14:creationId xmlns:p14="http://schemas.microsoft.com/office/powerpoint/2010/main" val="3063957729"/>
      </p:ext>
    </p:extLst>
  </p:cSld>
  <p:clrMapOvr>
    <a:masterClrMapping/>
  </p:clrMapOvr>
</p:sldLayout>
</file>

<file path=ppt/slideLayouts/slideLayout10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 Purple Third R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F8A5C8E9-F647-20C1-E64B-5FADBF7E8499}"/>
              </a:ext>
            </a:extLst>
          </p:cNvPr>
          <p:cNvSpPr/>
          <p:nvPr userDrawn="1"/>
        </p:nvSpPr>
        <p:spPr>
          <a:xfrm>
            <a:off x="8128016" y="0"/>
            <a:ext cx="406398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C66E5DE2-889D-3DE4-3572-3DCEEA210F8E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78777" y="6474193"/>
            <a:ext cx="820683" cy="198585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7C932288-F84C-D66E-3E63-ED023CEAD978}"/>
              </a:ext>
            </a:extLst>
          </p:cNvPr>
          <p:cNvSpPr txBox="1"/>
          <p:nvPr userDrawn="1"/>
        </p:nvSpPr>
        <p:spPr>
          <a:xfrm>
            <a:off x="11616267" y="6570337"/>
            <a:ext cx="389880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fld id="{39BFE1BD-C136-3F41-856A-526B10A97418}" type="slidenum">
              <a:rPr lang="en-US" sz="900" smtClean="0">
                <a:solidFill>
                  <a:schemeClr val="bg1"/>
                </a:solidFill>
              </a:rPr>
              <a:pPr algn="r"/>
              <a:t>‹#›</a:t>
            </a:fld>
            <a:endParaRPr lang="en-US" sz="900" dirty="0">
              <a:solidFill>
                <a:schemeClr val="bg1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2AA4C6E-89CC-BA61-A575-3A36232457CA}"/>
              </a:ext>
            </a:extLst>
          </p:cNvPr>
          <p:cNvSpPr txBox="1"/>
          <p:nvPr userDrawn="1"/>
        </p:nvSpPr>
        <p:spPr>
          <a:xfrm>
            <a:off x="9265920" y="6570337"/>
            <a:ext cx="2231676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r>
              <a:rPr lang="en-US" sz="900" dirty="0">
                <a:solidFill>
                  <a:schemeClr val="bg1"/>
                </a:solidFill>
              </a:rPr>
              <a:t>©2026 Ellucian. Confidential and Proprietary</a:t>
            </a:r>
          </a:p>
        </p:txBody>
      </p:sp>
    </p:spTree>
    <p:extLst>
      <p:ext uri="{BB962C8B-B14F-4D97-AF65-F5344CB8AC3E}">
        <p14:creationId xmlns:p14="http://schemas.microsoft.com/office/powerpoint/2010/main" val="3083155766"/>
      </p:ext>
    </p:extLst>
  </p:cSld>
  <p:clrMapOvr>
    <a:masterClrMapping/>
  </p:clrMapOvr>
</p:sldLayout>
</file>

<file path=ppt/slideLayouts/slideLayout10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 Gray Third Le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9B3401B5-FB7E-EDEB-5D87-90FA593EF7F8}"/>
              </a:ext>
            </a:extLst>
          </p:cNvPr>
          <p:cNvSpPr/>
          <p:nvPr userDrawn="1"/>
        </p:nvSpPr>
        <p:spPr>
          <a:xfrm>
            <a:off x="0" y="0"/>
            <a:ext cx="4063984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Graphic 2">
            <a:extLst>
              <a:ext uri="{FF2B5EF4-FFF2-40B4-BE49-F238E27FC236}">
                <a16:creationId xmlns:a16="http://schemas.microsoft.com/office/drawing/2014/main" id="{9D04E6AC-3638-47BF-6BFD-E68AF8093ADB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78777" y="6474193"/>
            <a:ext cx="820683" cy="198585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AC033454-6E80-8B9B-BBCB-6434F5D21BAD}"/>
              </a:ext>
            </a:extLst>
          </p:cNvPr>
          <p:cNvSpPr txBox="1"/>
          <p:nvPr userDrawn="1"/>
        </p:nvSpPr>
        <p:spPr>
          <a:xfrm>
            <a:off x="11616267" y="6570337"/>
            <a:ext cx="389880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fld id="{39BFE1BD-C136-3F41-856A-526B10A97418}" type="slidenum">
              <a:rPr lang="en-US" sz="900" smtClean="0">
                <a:solidFill>
                  <a:schemeClr val="tx1"/>
                </a:solidFill>
              </a:rPr>
              <a:pPr algn="r"/>
              <a:t>‹#›</a:t>
            </a:fld>
            <a:endParaRPr lang="en-US" sz="900" dirty="0">
              <a:solidFill>
                <a:schemeClr val="tx1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F42D7DB-F5BA-604F-2A99-DBAB5A8DE7ED}"/>
              </a:ext>
            </a:extLst>
          </p:cNvPr>
          <p:cNvSpPr txBox="1"/>
          <p:nvPr userDrawn="1"/>
        </p:nvSpPr>
        <p:spPr>
          <a:xfrm>
            <a:off x="9144000" y="6570337"/>
            <a:ext cx="2353596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r>
              <a:rPr lang="en-US" sz="900" dirty="0">
                <a:solidFill>
                  <a:schemeClr val="tx1"/>
                </a:solidFill>
              </a:rPr>
              <a:t>©2026 Ellucian. Confidential and Proprietary</a:t>
            </a:r>
          </a:p>
        </p:txBody>
      </p:sp>
    </p:spTree>
    <p:extLst>
      <p:ext uri="{BB962C8B-B14F-4D97-AF65-F5344CB8AC3E}">
        <p14:creationId xmlns:p14="http://schemas.microsoft.com/office/powerpoint/2010/main" val="3696116541"/>
      </p:ext>
    </p:extLst>
  </p:cSld>
  <p:clrMapOvr>
    <a:masterClrMapping/>
  </p:clrMapOvr>
</p:sldLayout>
</file>

<file path=ppt/slideLayouts/slideLayout10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 Gray Third R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6DFEDEB4-E39B-67FF-92F1-4314058FBAAE}"/>
              </a:ext>
            </a:extLst>
          </p:cNvPr>
          <p:cNvSpPr/>
          <p:nvPr userDrawn="1"/>
        </p:nvSpPr>
        <p:spPr>
          <a:xfrm>
            <a:off x="8128016" y="0"/>
            <a:ext cx="4063984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145C3B88-0182-B843-BB3B-F145067D5C95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78777" y="6474193"/>
            <a:ext cx="820683" cy="198585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CC84ADAE-B350-C159-D672-6F29FE4CC4FD}"/>
              </a:ext>
            </a:extLst>
          </p:cNvPr>
          <p:cNvSpPr txBox="1"/>
          <p:nvPr userDrawn="1"/>
        </p:nvSpPr>
        <p:spPr>
          <a:xfrm>
            <a:off x="11616267" y="6570337"/>
            <a:ext cx="389880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fld id="{39BFE1BD-C136-3F41-856A-526B10A97418}" type="slidenum">
              <a:rPr lang="en-US" sz="900" smtClean="0">
                <a:solidFill>
                  <a:schemeClr val="tx1"/>
                </a:solidFill>
              </a:rPr>
              <a:pPr algn="r"/>
              <a:t>‹#›</a:t>
            </a:fld>
            <a:endParaRPr lang="en-US" sz="900" dirty="0">
              <a:solidFill>
                <a:schemeClr val="tx1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3FB9DF3-A55E-DBF2-C049-8624E2CA3238}"/>
              </a:ext>
            </a:extLst>
          </p:cNvPr>
          <p:cNvSpPr txBox="1"/>
          <p:nvPr userDrawn="1"/>
        </p:nvSpPr>
        <p:spPr>
          <a:xfrm>
            <a:off x="9265920" y="6570337"/>
            <a:ext cx="2231676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r>
              <a:rPr lang="en-US" sz="900" dirty="0">
                <a:solidFill>
                  <a:schemeClr val="tx1"/>
                </a:solidFill>
              </a:rPr>
              <a:t>©2026 Ellucian. Confidential and Proprietary</a:t>
            </a:r>
          </a:p>
        </p:txBody>
      </p:sp>
    </p:spTree>
    <p:extLst>
      <p:ext uri="{BB962C8B-B14F-4D97-AF65-F5344CB8AC3E}">
        <p14:creationId xmlns:p14="http://schemas.microsoft.com/office/powerpoint/2010/main" val="70605965"/>
      </p:ext>
    </p:extLst>
  </p:cSld>
  <p:clrMapOvr>
    <a:masterClrMapping/>
  </p:clrMapOvr>
</p:sldLayout>
</file>

<file path=ppt/slideLayouts/slideLayout10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 Green Third Le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9B3401B5-FB7E-EDEB-5D87-90FA593EF7F8}"/>
              </a:ext>
            </a:extLst>
          </p:cNvPr>
          <p:cNvSpPr/>
          <p:nvPr userDrawn="1"/>
        </p:nvSpPr>
        <p:spPr>
          <a:xfrm>
            <a:off x="0" y="0"/>
            <a:ext cx="4063984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Graphic 2">
            <a:extLst>
              <a:ext uri="{FF2B5EF4-FFF2-40B4-BE49-F238E27FC236}">
                <a16:creationId xmlns:a16="http://schemas.microsoft.com/office/drawing/2014/main" id="{3668F462-6E9A-C654-C321-DFBF69C7A66B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78777" y="6474193"/>
            <a:ext cx="820683" cy="198585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2F75F911-FCDF-6D37-1A4E-6CFB26AAEB35}"/>
              </a:ext>
            </a:extLst>
          </p:cNvPr>
          <p:cNvSpPr txBox="1"/>
          <p:nvPr userDrawn="1"/>
        </p:nvSpPr>
        <p:spPr>
          <a:xfrm>
            <a:off x="11616267" y="6570337"/>
            <a:ext cx="389880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fld id="{39BFE1BD-C136-3F41-856A-526B10A97418}" type="slidenum">
              <a:rPr lang="en-US" sz="900" smtClean="0">
                <a:solidFill>
                  <a:schemeClr val="tx1"/>
                </a:solidFill>
              </a:rPr>
              <a:pPr algn="r"/>
              <a:t>‹#›</a:t>
            </a:fld>
            <a:endParaRPr lang="en-US" sz="900" dirty="0">
              <a:solidFill>
                <a:schemeClr val="tx1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F4A93C5-2125-4620-62DB-C8E3A6CA982A}"/>
              </a:ext>
            </a:extLst>
          </p:cNvPr>
          <p:cNvSpPr txBox="1"/>
          <p:nvPr userDrawn="1"/>
        </p:nvSpPr>
        <p:spPr>
          <a:xfrm>
            <a:off x="9144000" y="6570337"/>
            <a:ext cx="2353596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r>
              <a:rPr lang="en-US" sz="900" dirty="0">
                <a:solidFill>
                  <a:schemeClr val="tx1"/>
                </a:solidFill>
              </a:rPr>
              <a:t>©2026 Ellucian. Confidential and Proprietary</a:t>
            </a:r>
          </a:p>
        </p:txBody>
      </p:sp>
    </p:spTree>
    <p:extLst>
      <p:ext uri="{BB962C8B-B14F-4D97-AF65-F5344CB8AC3E}">
        <p14:creationId xmlns:p14="http://schemas.microsoft.com/office/powerpoint/2010/main" val="119396436"/>
      </p:ext>
    </p:extLst>
  </p:cSld>
  <p:clrMapOvr>
    <a:masterClrMapping/>
  </p:clrMapOvr>
</p:sldLayout>
</file>

<file path=ppt/slideLayouts/slideLayout10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 Green Third R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6DFEDEB4-E39B-67FF-92F1-4314058FBAAE}"/>
              </a:ext>
            </a:extLst>
          </p:cNvPr>
          <p:cNvSpPr/>
          <p:nvPr userDrawn="1"/>
        </p:nvSpPr>
        <p:spPr>
          <a:xfrm>
            <a:off x="8128016" y="0"/>
            <a:ext cx="4063984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CE396D46-CDE6-66B6-0A7B-6DEC14B972B8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78777" y="6474193"/>
            <a:ext cx="820683" cy="198585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36462404-BF65-8481-4332-5DF7AD5ED1C9}"/>
              </a:ext>
            </a:extLst>
          </p:cNvPr>
          <p:cNvSpPr txBox="1"/>
          <p:nvPr userDrawn="1"/>
        </p:nvSpPr>
        <p:spPr>
          <a:xfrm>
            <a:off x="11616267" y="6570337"/>
            <a:ext cx="389880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fld id="{39BFE1BD-C136-3F41-856A-526B10A97418}" type="slidenum">
              <a:rPr lang="en-US" sz="900" smtClean="0">
                <a:solidFill>
                  <a:schemeClr val="tx1"/>
                </a:solidFill>
              </a:rPr>
              <a:pPr algn="r"/>
              <a:t>‹#›</a:t>
            </a:fld>
            <a:endParaRPr lang="en-US" sz="900" dirty="0">
              <a:solidFill>
                <a:schemeClr val="tx1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C6232A2-9E4F-3C88-D771-7120FAD75090}"/>
              </a:ext>
            </a:extLst>
          </p:cNvPr>
          <p:cNvSpPr txBox="1"/>
          <p:nvPr userDrawn="1"/>
        </p:nvSpPr>
        <p:spPr>
          <a:xfrm>
            <a:off x="9265920" y="6570337"/>
            <a:ext cx="2231676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r>
              <a:rPr lang="en-US" sz="900" dirty="0">
                <a:solidFill>
                  <a:schemeClr val="tx1"/>
                </a:solidFill>
              </a:rPr>
              <a:t>©2026 Ellucian. Confidential and Proprietary</a:t>
            </a:r>
          </a:p>
        </p:txBody>
      </p:sp>
    </p:spTree>
    <p:extLst>
      <p:ext uri="{BB962C8B-B14F-4D97-AF65-F5344CB8AC3E}">
        <p14:creationId xmlns:p14="http://schemas.microsoft.com/office/powerpoint/2010/main" val="2488243114"/>
      </p:ext>
    </p:extLst>
  </p:cSld>
  <p:clrMapOvr>
    <a:masterClrMapping/>
  </p:clrMapOvr>
</p:sldLayout>
</file>

<file path=ppt/slideLayouts/slideLayout10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 Purp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6DFEDEB4-E39B-67FF-92F1-4314058FBAAE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7F4F974E-F629-0B9E-90C7-6BA76E29618B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78777" y="6474193"/>
            <a:ext cx="820683" cy="198585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D8B03757-D8E3-42CD-21F7-B5A125EE77E1}"/>
              </a:ext>
            </a:extLst>
          </p:cNvPr>
          <p:cNvSpPr txBox="1"/>
          <p:nvPr userDrawn="1"/>
        </p:nvSpPr>
        <p:spPr>
          <a:xfrm>
            <a:off x="11616267" y="6570337"/>
            <a:ext cx="389880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fld id="{39BFE1BD-C136-3F41-856A-526B10A97418}" type="slidenum">
              <a:rPr lang="en-US" sz="900" smtClean="0">
                <a:solidFill>
                  <a:schemeClr val="bg1"/>
                </a:solidFill>
              </a:rPr>
              <a:pPr algn="r"/>
              <a:t>‹#›</a:t>
            </a:fld>
            <a:endParaRPr lang="en-US" sz="900" dirty="0">
              <a:solidFill>
                <a:schemeClr val="bg1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21DA2E6-F483-60DE-DF61-B60C10DBDE89}"/>
              </a:ext>
            </a:extLst>
          </p:cNvPr>
          <p:cNvSpPr txBox="1"/>
          <p:nvPr userDrawn="1"/>
        </p:nvSpPr>
        <p:spPr>
          <a:xfrm>
            <a:off x="9265920" y="6570337"/>
            <a:ext cx="2231676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r>
              <a:rPr lang="en-US" sz="900" dirty="0">
                <a:solidFill>
                  <a:schemeClr val="bg1"/>
                </a:solidFill>
              </a:rPr>
              <a:t>©2026 Ellucian. Confidential and Proprietary</a:t>
            </a:r>
          </a:p>
        </p:txBody>
      </p:sp>
    </p:spTree>
    <p:extLst>
      <p:ext uri="{BB962C8B-B14F-4D97-AF65-F5344CB8AC3E}">
        <p14:creationId xmlns:p14="http://schemas.microsoft.com/office/powerpoint/2010/main" val="529482419"/>
      </p:ext>
    </p:extLst>
  </p:cSld>
  <p:clrMapOvr>
    <a:masterClrMapping/>
  </p:clrMapOvr>
</p:sldLayout>
</file>

<file path=ppt/slideLayouts/slideLayout10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 Dark Purp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6DFEDEB4-E39B-67FF-92F1-4314058FBAAE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7F4F974E-F629-0B9E-90C7-6BA76E29618B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78777" y="6474193"/>
            <a:ext cx="820683" cy="198585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D8B03757-D8E3-42CD-21F7-B5A125EE77E1}"/>
              </a:ext>
            </a:extLst>
          </p:cNvPr>
          <p:cNvSpPr txBox="1"/>
          <p:nvPr userDrawn="1"/>
        </p:nvSpPr>
        <p:spPr>
          <a:xfrm>
            <a:off x="11616267" y="6570337"/>
            <a:ext cx="389880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fld id="{39BFE1BD-C136-3F41-856A-526B10A97418}" type="slidenum">
              <a:rPr lang="en-US" sz="900" smtClean="0">
                <a:solidFill>
                  <a:schemeClr val="bg1"/>
                </a:solidFill>
              </a:rPr>
              <a:pPr algn="r"/>
              <a:t>‹#›</a:t>
            </a:fld>
            <a:endParaRPr lang="en-US" sz="900" dirty="0">
              <a:solidFill>
                <a:schemeClr val="bg1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593DCF4-AC60-B9D8-A985-C1CFC1A5AD75}"/>
              </a:ext>
            </a:extLst>
          </p:cNvPr>
          <p:cNvSpPr txBox="1"/>
          <p:nvPr userDrawn="1"/>
        </p:nvSpPr>
        <p:spPr>
          <a:xfrm>
            <a:off x="9265920" y="6570337"/>
            <a:ext cx="2231676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r>
              <a:rPr lang="en-US" sz="900" dirty="0">
                <a:solidFill>
                  <a:schemeClr val="bg1"/>
                </a:solidFill>
              </a:rPr>
              <a:t>©2026 Ellucian. Confidential and Proprietary</a:t>
            </a:r>
          </a:p>
        </p:txBody>
      </p:sp>
    </p:spTree>
    <p:extLst>
      <p:ext uri="{BB962C8B-B14F-4D97-AF65-F5344CB8AC3E}">
        <p14:creationId xmlns:p14="http://schemas.microsoft.com/office/powerpoint/2010/main" val="3115991833"/>
      </p:ext>
    </p:extLst>
  </p:cSld>
  <p:clrMapOvr>
    <a:masterClrMapping/>
  </p:clrMapOvr>
</p:sldLayout>
</file>

<file path=ppt/slideLayouts/slideLayout10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 Dark Gree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6DFEDEB4-E39B-67FF-92F1-4314058FBAAE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7F4F974E-F629-0B9E-90C7-6BA76E29618B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78777" y="6474193"/>
            <a:ext cx="820683" cy="198585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D8B03757-D8E3-42CD-21F7-B5A125EE77E1}"/>
              </a:ext>
            </a:extLst>
          </p:cNvPr>
          <p:cNvSpPr txBox="1"/>
          <p:nvPr userDrawn="1"/>
        </p:nvSpPr>
        <p:spPr>
          <a:xfrm>
            <a:off x="11616267" y="6570337"/>
            <a:ext cx="389880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fld id="{39BFE1BD-C136-3F41-856A-526B10A97418}" type="slidenum">
              <a:rPr lang="en-US" sz="900" smtClean="0">
                <a:solidFill>
                  <a:schemeClr val="bg1"/>
                </a:solidFill>
              </a:rPr>
              <a:pPr algn="r"/>
              <a:t>‹#›</a:t>
            </a:fld>
            <a:endParaRPr lang="en-US" sz="900" dirty="0">
              <a:solidFill>
                <a:schemeClr val="bg1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FFC058F-486D-43DF-4B5C-09387CA4F8E1}"/>
              </a:ext>
            </a:extLst>
          </p:cNvPr>
          <p:cNvSpPr txBox="1"/>
          <p:nvPr userDrawn="1"/>
        </p:nvSpPr>
        <p:spPr>
          <a:xfrm>
            <a:off x="9265920" y="6570337"/>
            <a:ext cx="2231676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r>
              <a:rPr lang="en-US" sz="900" dirty="0">
                <a:solidFill>
                  <a:schemeClr val="bg1"/>
                </a:solidFill>
              </a:rPr>
              <a:t>©2026 Ellucian. Confidential and Proprietary</a:t>
            </a:r>
          </a:p>
        </p:txBody>
      </p:sp>
    </p:spTree>
    <p:extLst>
      <p:ext uri="{BB962C8B-B14F-4D97-AF65-F5344CB8AC3E}">
        <p14:creationId xmlns:p14="http://schemas.microsoft.com/office/powerpoint/2010/main" val="4290352685"/>
      </p:ext>
    </p:extLst>
  </p:cSld>
  <p:clrMapOvr>
    <a:masterClrMapping/>
  </p:clrMapOvr>
</p:sldLayout>
</file>

<file path=ppt/slideLayouts/slideLayout10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 Warm Gra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6DFEDEB4-E39B-67FF-92F1-4314058FBAAE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9FF5FB22-C2EA-99F6-EF38-AD4BBB0C3454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78777" y="6474193"/>
            <a:ext cx="820683" cy="198585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603AEA50-DA2C-915C-545F-713FCDF35A3F}"/>
              </a:ext>
            </a:extLst>
          </p:cNvPr>
          <p:cNvSpPr txBox="1"/>
          <p:nvPr userDrawn="1"/>
        </p:nvSpPr>
        <p:spPr>
          <a:xfrm>
            <a:off x="11616267" y="6570337"/>
            <a:ext cx="389880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fld id="{39BFE1BD-C136-3F41-856A-526B10A97418}" type="slidenum">
              <a:rPr lang="en-US" sz="900" smtClean="0">
                <a:solidFill>
                  <a:schemeClr val="tx1"/>
                </a:solidFill>
              </a:rPr>
              <a:pPr algn="r"/>
              <a:t>‹#›</a:t>
            </a:fld>
            <a:endParaRPr lang="en-US" sz="900" dirty="0">
              <a:solidFill>
                <a:schemeClr val="tx1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D0EA6DE-76EE-C5B8-0477-8D50A19F0758}"/>
              </a:ext>
            </a:extLst>
          </p:cNvPr>
          <p:cNvSpPr txBox="1"/>
          <p:nvPr userDrawn="1"/>
        </p:nvSpPr>
        <p:spPr>
          <a:xfrm>
            <a:off x="9265920" y="6570337"/>
            <a:ext cx="2231676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r>
              <a:rPr lang="en-US" sz="900" dirty="0">
                <a:solidFill>
                  <a:schemeClr val="tx1"/>
                </a:solidFill>
              </a:rPr>
              <a:t>©2026 Ellucian. Confidential and Proprietary</a:t>
            </a:r>
          </a:p>
        </p:txBody>
      </p:sp>
    </p:spTree>
    <p:extLst>
      <p:ext uri="{BB962C8B-B14F-4D97-AF65-F5344CB8AC3E}">
        <p14:creationId xmlns:p14="http://schemas.microsoft.com/office/powerpoint/2010/main" val="1022390932"/>
      </p:ext>
    </p:extLst>
  </p:cSld>
  <p:clrMapOvr>
    <a:masterClrMapping/>
  </p:clrMapOvr>
</p:sldLayout>
</file>

<file path=ppt/slideLayouts/slideLayout1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 Foo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42088155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9" Type="http://schemas.openxmlformats.org/officeDocument/2006/relationships/image" Target="../media/image2.svg"/><Relationship Id="rId21" Type="http://schemas.openxmlformats.org/officeDocument/2006/relationships/slideLayout" Target="../slideLayouts/slideLayout21.xml"/><Relationship Id="rId34" Type="http://schemas.openxmlformats.org/officeDocument/2006/relationships/slideLayout" Target="../slideLayouts/slideLayout34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slideLayout" Target="../slideLayouts/slideLayout33.xml"/><Relationship Id="rId38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29" Type="http://schemas.openxmlformats.org/officeDocument/2006/relationships/slideLayout" Target="../slideLayouts/slideLayout29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slideLayout" Target="../slideLayouts/slideLayout32.xml"/><Relationship Id="rId37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36" Type="http://schemas.openxmlformats.org/officeDocument/2006/relationships/slideLayout" Target="../slideLayouts/slideLayout36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31" Type="http://schemas.openxmlformats.org/officeDocument/2006/relationships/slideLayout" Target="../slideLayouts/slideLayout3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Relationship Id="rId35" Type="http://schemas.openxmlformats.org/officeDocument/2006/relationships/slideLayout" Target="../slideLayouts/slideLayout35.xml"/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44.xml"/><Relationship Id="rId13" Type="http://schemas.openxmlformats.org/officeDocument/2006/relationships/slideLayout" Target="../slideLayouts/slideLayout49.xml"/><Relationship Id="rId18" Type="http://schemas.openxmlformats.org/officeDocument/2006/relationships/slideLayout" Target="../slideLayouts/slideLayout54.xml"/><Relationship Id="rId3" Type="http://schemas.openxmlformats.org/officeDocument/2006/relationships/slideLayout" Target="../slideLayouts/slideLayout39.xml"/><Relationship Id="rId7" Type="http://schemas.openxmlformats.org/officeDocument/2006/relationships/slideLayout" Target="../slideLayouts/slideLayout43.xml"/><Relationship Id="rId12" Type="http://schemas.openxmlformats.org/officeDocument/2006/relationships/slideLayout" Target="../slideLayouts/slideLayout48.xml"/><Relationship Id="rId17" Type="http://schemas.openxmlformats.org/officeDocument/2006/relationships/slideLayout" Target="../slideLayouts/slideLayout53.xml"/><Relationship Id="rId2" Type="http://schemas.openxmlformats.org/officeDocument/2006/relationships/slideLayout" Target="../slideLayouts/slideLayout38.xml"/><Relationship Id="rId16" Type="http://schemas.openxmlformats.org/officeDocument/2006/relationships/slideLayout" Target="../slideLayouts/slideLayout52.xml"/><Relationship Id="rId20" Type="http://schemas.openxmlformats.org/officeDocument/2006/relationships/theme" Target="../theme/theme2.xml"/><Relationship Id="rId1" Type="http://schemas.openxmlformats.org/officeDocument/2006/relationships/slideLayout" Target="../slideLayouts/slideLayout37.xml"/><Relationship Id="rId6" Type="http://schemas.openxmlformats.org/officeDocument/2006/relationships/slideLayout" Target="../slideLayouts/slideLayout42.xml"/><Relationship Id="rId11" Type="http://schemas.openxmlformats.org/officeDocument/2006/relationships/slideLayout" Target="../slideLayouts/slideLayout47.xml"/><Relationship Id="rId5" Type="http://schemas.openxmlformats.org/officeDocument/2006/relationships/slideLayout" Target="../slideLayouts/slideLayout41.xml"/><Relationship Id="rId15" Type="http://schemas.openxmlformats.org/officeDocument/2006/relationships/slideLayout" Target="../slideLayouts/slideLayout51.xml"/><Relationship Id="rId10" Type="http://schemas.openxmlformats.org/officeDocument/2006/relationships/slideLayout" Target="../slideLayouts/slideLayout46.xml"/><Relationship Id="rId19" Type="http://schemas.openxmlformats.org/officeDocument/2006/relationships/slideLayout" Target="../slideLayouts/slideLayout55.xml"/><Relationship Id="rId4" Type="http://schemas.openxmlformats.org/officeDocument/2006/relationships/slideLayout" Target="../slideLayouts/slideLayout40.xml"/><Relationship Id="rId9" Type="http://schemas.openxmlformats.org/officeDocument/2006/relationships/slideLayout" Target="../slideLayouts/slideLayout45.xml"/><Relationship Id="rId14" Type="http://schemas.openxmlformats.org/officeDocument/2006/relationships/slideLayout" Target="../slideLayouts/slideLayout50.xml"/></Relationships>
</file>

<file path=ppt/slideMasters/_rels/slideMaster3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68.xml"/><Relationship Id="rId18" Type="http://schemas.openxmlformats.org/officeDocument/2006/relationships/slideLayout" Target="../slideLayouts/slideLayout73.xml"/><Relationship Id="rId26" Type="http://schemas.openxmlformats.org/officeDocument/2006/relationships/slideLayout" Target="../slideLayouts/slideLayout81.xml"/><Relationship Id="rId39" Type="http://schemas.openxmlformats.org/officeDocument/2006/relationships/image" Target="../media/image2.svg"/><Relationship Id="rId21" Type="http://schemas.openxmlformats.org/officeDocument/2006/relationships/slideLayout" Target="../slideLayouts/slideLayout76.xml"/><Relationship Id="rId34" Type="http://schemas.openxmlformats.org/officeDocument/2006/relationships/slideLayout" Target="../slideLayouts/slideLayout89.xml"/><Relationship Id="rId7" Type="http://schemas.openxmlformats.org/officeDocument/2006/relationships/slideLayout" Target="../slideLayouts/slideLayout62.xml"/><Relationship Id="rId12" Type="http://schemas.openxmlformats.org/officeDocument/2006/relationships/slideLayout" Target="../slideLayouts/slideLayout67.xml"/><Relationship Id="rId17" Type="http://schemas.openxmlformats.org/officeDocument/2006/relationships/slideLayout" Target="../slideLayouts/slideLayout72.xml"/><Relationship Id="rId25" Type="http://schemas.openxmlformats.org/officeDocument/2006/relationships/slideLayout" Target="../slideLayouts/slideLayout80.xml"/><Relationship Id="rId33" Type="http://schemas.openxmlformats.org/officeDocument/2006/relationships/slideLayout" Target="../slideLayouts/slideLayout88.xml"/><Relationship Id="rId38" Type="http://schemas.openxmlformats.org/officeDocument/2006/relationships/image" Target="../media/image1.png"/><Relationship Id="rId2" Type="http://schemas.openxmlformats.org/officeDocument/2006/relationships/slideLayout" Target="../slideLayouts/slideLayout57.xml"/><Relationship Id="rId16" Type="http://schemas.openxmlformats.org/officeDocument/2006/relationships/slideLayout" Target="../slideLayouts/slideLayout71.xml"/><Relationship Id="rId20" Type="http://schemas.openxmlformats.org/officeDocument/2006/relationships/slideLayout" Target="../slideLayouts/slideLayout75.xml"/><Relationship Id="rId29" Type="http://schemas.openxmlformats.org/officeDocument/2006/relationships/slideLayout" Target="../slideLayouts/slideLayout84.xml"/><Relationship Id="rId1" Type="http://schemas.openxmlformats.org/officeDocument/2006/relationships/slideLayout" Target="../slideLayouts/slideLayout56.xml"/><Relationship Id="rId6" Type="http://schemas.openxmlformats.org/officeDocument/2006/relationships/slideLayout" Target="../slideLayouts/slideLayout61.xml"/><Relationship Id="rId11" Type="http://schemas.openxmlformats.org/officeDocument/2006/relationships/slideLayout" Target="../slideLayouts/slideLayout66.xml"/><Relationship Id="rId24" Type="http://schemas.openxmlformats.org/officeDocument/2006/relationships/slideLayout" Target="../slideLayouts/slideLayout79.xml"/><Relationship Id="rId32" Type="http://schemas.openxmlformats.org/officeDocument/2006/relationships/slideLayout" Target="../slideLayouts/slideLayout87.xml"/><Relationship Id="rId37" Type="http://schemas.openxmlformats.org/officeDocument/2006/relationships/theme" Target="../theme/theme3.xml"/><Relationship Id="rId5" Type="http://schemas.openxmlformats.org/officeDocument/2006/relationships/slideLayout" Target="../slideLayouts/slideLayout60.xml"/><Relationship Id="rId15" Type="http://schemas.openxmlformats.org/officeDocument/2006/relationships/slideLayout" Target="../slideLayouts/slideLayout70.xml"/><Relationship Id="rId23" Type="http://schemas.openxmlformats.org/officeDocument/2006/relationships/slideLayout" Target="../slideLayouts/slideLayout78.xml"/><Relationship Id="rId28" Type="http://schemas.openxmlformats.org/officeDocument/2006/relationships/slideLayout" Target="../slideLayouts/slideLayout83.xml"/><Relationship Id="rId36" Type="http://schemas.openxmlformats.org/officeDocument/2006/relationships/slideLayout" Target="../slideLayouts/slideLayout91.xml"/><Relationship Id="rId10" Type="http://schemas.openxmlformats.org/officeDocument/2006/relationships/slideLayout" Target="../slideLayouts/slideLayout65.xml"/><Relationship Id="rId19" Type="http://schemas.openxmlformats.org/officeDocument/2006/relationships/slideLayout" Target="../slideLayouts/slideLayout74.xml"/><Relationship Id="rId31" Type="http://schemas.openxmlformats.org/officeDocument/2006/relationships/slideLayout" Target="../slideLayouts/slideLayout86.xml"/><Relationship Id="rId4" Type="http://schemas.openxmlformats.org/officeDocument/2006/relationships/slideLayout" Target="../slideLayouts/slideLayout59.xml"/><Relationship Id="rId9" Type="http://schemas.openxmlformats.org/officeDocument/2006/relationships/slideLayout" Target="../slideLayouts/slideLayout64.xml"/><Relationship Id="rId14" Type="http://schemas.openxmlformats.org/officeDocument/2006/relationships/slideLayout" Target="../slideLayouts/slideLayout69.xml"/><Relationship Id="rId22" Type="http://schemas.openxmlformats.org/officeDocument/2006/relationships/slideLayout" Target="../slideLayouts/slideLayout77.xml"/><Relationship Id="rId27" Type="http://schemas.openxmlformats.org/officeDocument/2006/relationships/slideLayout" Target="../slideLayouts/slideLayout82.xml"/><Relationship Id="rId30" Type="http://schemas.openxmlformats.org/officeDocument/2006/relationships/slideLayout" Target="../slideLayouts/slideLayout85.xml"/><Relationship Id="rId35" Type="http://schemas.openxmlformats.org/officeDocument/2006/relationships/slideLayout" Target="../slideLayouts/slideLayout90.xml"/><Relationship Id="rId8" Type="http://schemas.openxmlformats.org/officeDocument/2006/relationships/slideLayout" Target="../slideLayouts/slideLayout63.xml"/><Relationship Id="rId3" Type="http://schemas.openxmlformats.org/officeDocument/2006/relationships/slideLayout" Target="../slideLayouts/slideLayout58.xml"/></Relationships>
</file>

<file path=ppt/slideMasters/_rels/slideMaster4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99.xml"/><Relationship Id="rId13" Type="http://schemas.openxmlformats.org/officeDocument/2006/relationships/slideLayout" Target="../slideLayouts/slideLayout104.xml"/><Relationship Id="rId18" Type="http://schemas.openxmlformats.org/officeDocument/2006/relationships/slideLayout" Target="../slideLayouts/slideLayout109.xml"/><Relationship Id="rId3" Type="http://schemas.openxmlformats.org/officeDocument/2006/relationships/slideLayout" Target="../slideLayouts/slideLayout94.xml"/><Relationship Id="rId7" Type="http://schemas.openxmlformats.org/officeDocument/2006/relationships/slideLayout" Target="../slideLayouts/slideLayout98.xml"/><Relationship Id="rId12" Type="http://schemas.openxmlformats.org/officeDocument/2006/relationships/slideLayout" Target="../slideLayouts/slideLayout103.xml"/><Relationship Id="rId17" Type="http://schemas.openxmlformats.org/officeDocument/2006/relationships/slideLayout" Target="../slideLayouts/slideLayout108.xml"/><Relationship Id="rId2" Type="http://schemas.openxmlformats.org/officeDocument/2006/relationships/slideLayout" Target="../slideLayouts/slideLayout93.xml"/><Relationship Id="rId16" Type="http://schemas.openxmlformats.org/officeDocument/2006/relationships/slideLayout" Target="../slideLayouts/slideLayout107.xml"/><Relationship Id="rId20" Type="http://schemas.openxmlformats.org/officeDocument/2006/relationships/theme" Target="../theme/theme4.xml"/><Relationship Id="rId1" Type="http://schemas.openxmlformats.org/officeDocument/2006/relationships/slideLayout" Target="../slideLayouts/slideLayout92.xml"/><Relationship Id="rId6" Type="http://schemas.openxmlformats.org/officeDocument/2006/relationships/slideLayout" Target="../slideLayouts/slideLayout97.xml"/><Relationship Id="rId11" Type="http://schemas.openxmlformats.org/officeDocument/2006/relationships/slideLayout" Target="../slideLayouts/slideLayout102.xml"/><Relationship Id="rId5" Type="http://schemas.openxmlformats.org/officeDocument/2006/relationships/slideLayout" Target="../slideLayouts/slideLayout96.xml"/><Relationship Id="rId15" Type="http://schemas.openxmlformats.org/officeDocument/2006/relationships/slideLayout" Target="../slideLayouts/slideLayout106.xml"/><Relationship Id="rId10" Type="http://schemas.openxmlformats.org/officeDocument/2006/relationships/slideLayout" Target="../slideLayouts/slideLayout101.xml"/><Relationship Id="rId19" Type="http://schemas.openxmlformats.org/officeDocument/2006/relationships/slideLayout" Target="../slideLayouts/slideLayout110.xml"/><Relationship Id="rId4" Type="http://schemas.openxmlformats.org/officeDocument/2006/relationships/slideLayout" Target="../slideLayouts/slideLayout95.xml"/><Relationship Id="rId9" Type="http://schemas.openxmlformats.org/officeDocument/2006/relationships/slideLayout" Target="../slideLayouts/slideLayout100.xml"/><Relationship Id="rId14" Type="http://schemas.openxmlformats.org/officeDocument/2006/relationships/slideLayout" Target="../slideLayouts/slideLayout105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7AE723A-1CD3-C976-D546-D7B1E1A727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613309"/>
          </a:xfrm>
          <a:prstGeom prst="rect">
            <a:avLst/>
          </a:prstGeom>
        </p:spPr>
        <p:txBody>
          <a:bodyPr vert="horz" lIns="0" tIns="0" rIns="0" bIns="0" rtlCol="0" anchor="t" anchorCtr="0">
            <a:spAutoFit/>
          </a:bodyPr>
          <a:lstStyle/>
          <a:p>
            <a:r>
              <a:rPr lang="es-MX"/>
              <a:t>Haz clic para modificar el estilo de título del patrón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F5A2E2D-CDA6-D65D-5A28-67459EB16D9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1684948"/>
          </a:xfrm>
          <a:prstGeom prst="rect">
            <a:avLst/>
          </a:prstGeom>
        </p:spPr>
        <p:txBody>
          <a:bodyPr vert="horz" lIns="0" tIns="0" rIns="0" bIns="0" rtlCol="0">
            <a:spAutoFit/>
          </a:bodyPr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n-US" dirty="0"/>
          </a:p>
        </p:txBody>
      </p:sp>
      <p:pic>
        <p:nvPicPr>
          <p:cNvPr id="6" name="Graphic 5">
            <a:extLst>
              <a:ext uri="{FF2B5EF4-FFF2-40B4-BE49-F238E27FC236}">
                <a16:creationId xmlns:a16="http://schemas.microsoft.com/office/drawing/2014/main" id="{98C54377-C373-3751-A275-A17B11FE1BB6}"/>
              </a:ext>
            </a:extLst>
          </p:cNvPr>
          <p:cNvPicPr>
            <a:picLocks noChangeAspect="1"/>
          </p:cNvPicPr>
          <p:nvPr/>
        </p:nvPicPr>
        <p:blipFill>
          <a:blip r:embed="rId38">
            <a:extLst>
              <a:ext uri="{96DAC541-7B7A-43D3-8B79-37D633B846F1}">
                <asvg:svgBlip xmlns:asvg="http://schemas.microsoft.com/office/drawing/2016/SVG/main" r:embed="rId39"/>
              </a:ext>
            </a:extLst>
          </a:blip>
          <a:stretch>
            <a:fillRect/>
          </a:stretch>
        </p:blipFill>
        <p:spPr>
          <a:xfrm>
            <a:off x="178777" y="6474193"/>
            <a:ext cx="820683" cy="198585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E00D8F4A-848B-F513-FE1A-5A86C8B8CF84}"/>
              </a:ext>
            </a:extLst>
          </p:cNvPr>
          <p:cNvSpPr txBox="1"/>
          <p:nvPr/>
        </p:nvSpPr>
        <p:spPr>
          <a:xfrm>
            <a:off x="11616267" y="6570337"/>
            <a:ext cx="389880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fld id="{39BFE1BD-C136-3F41-856A-526B10A97418}" type="slidenum">
              <a:rPr lang="en-US" sz="900" smtClean="0">
                <a:solidFill>
                  <a:schemeClr val="tx1"/>
                </a:solidFill>
              </a:rPr>
              <a:pPr algn="r"/>
              <a:t>‹#›</a:t>
            </a:fld>
            <a:endParaRPr lang="en-US" sz="900" dirty="0">
              <a:solidFill>
                <a:schemeClr val="tx1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DA225B6-A2B9-C109-E112-6ACDED1B4458}"/>
              </a:ext>
            </a:extLst>
          </p:cNvPr>
          <p:cNvSpPr txBox="1"/>
          <p:nvPr/>
        </p:nvSpPr>
        <p:spPr>
          <a:xfrm>
            <a:off x="9144000" y="6570337"/>
            <a:ext cx="2353596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r>
              <a:rPr lang="en-US" sz="900" dirty="0">
                <a:solidFill>
                  <a:schemeClr val="tx1"/>
                </a:solidFill>
              </a:rPr>
              <a:t>©2025 Ellucian. Confidential and Proprietary</a:t>
            </a:r>
          </a:p>
        </p:txBody>
      </p:sp>
    </p:spTree>
    <p:extLst>
      <p:ext uri="{BB962C8B-B14F-4D97-AF65-F5344CB8AC3E}">
        <p14:creationId xmlns:p14="http://schemas.microsoft.com/office/powerpoint/2010/main" val="153535822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2" r:id="rId1"/>
    <p:sldLayoutId id="2147483713" r:id="rId2"/>
    <p:sldLayoutId id="2147483714" r:id="rId3"/>
    <p:sldLayoutId id="2147483715" r:id="rId4"/>
    <p:sldLayoutId id="2147483716" r:id="rId5"/>
    <p:sldLayoutId id="2147483717" r:id="rId6"/>
    <p:sldLayoutId id="2147483718" r:id="rId7"/>
    <p:sldLayoutId id="2147483719" r:id="rId8"/>
    <p:sldLayoutId id="2147483720" r:id="rId9"/>
    <p:sldLayoutId id="2147483721" r:id="rId10"/>
    <p:sldLayoutId id="2147483722" r:id="rId11"/>
    <p:sldLayoutId id="2147483723" r:id="rId12"/>
    <p:sldLayoutId id="2147483724" r:id="rId13"/>
    <p:sldLayoutId id="2147483725" r:id="rId14"/>
    <p:sldLayoutId id="2147483726" r:id="rId15"/>
    <p:sldLayoutId id="2147483727" r:id="rId16"/>
    <p:sldLayoutId id="2147483728" r:id="rId17"/>
    <p:sldLayoutId id="2147483729" r:id="rId18"/>
    <p:sldLayoutId id="2147483730" r:id="rId19"/>
    <p:sldLayoutId id="2147483731" r:id="rId20"/>
    <p:sldLayoutId id="2147483732" r:id="rId21"/>
    <p:sldLayoutId id="2147483733" r:id="rId22"/>
    <p:sldLayoutId id="2147483734" r:id="rId23"/>
    <p:sldLayoutId id="2147483735" r:id="rId24"/>
    <p:sldLayoutId id="2147483736" r:id="rId25"/>
    <p:sldLayoutId id="2147483737" r:id="rId26"/>
    <p:sldLayoutId id="2147483738" r:id="rId27"/>
    <p:sldLayoutId id="2147483739" r:id="rId28"/>
    <p:sldLayoutId id="2147483740" r:id="rId29"/>
    <p:sldLayoutId id="2147483741" r:id="rId30"/>
    <p:sldLayoutId id="2147483742" r:id="rId31"/>
    <p:sldLayoutId id="2147483743" r:id="rId32"/>
    <p:sldLayoutId id="2147483744" r:id="rId33"/>
    <p:sldLayoutId id="2147483745" r:id="rId34"/>
    <p:sldLayoutId id="2147483746" r:id="rId35"/>
    <p:sldLayoutId id="2147483747" r:id="rId36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1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577850" indent="-233363" algn="l" defTabSz="914400" rtl="0" eaLnBrk="1" latinLnBrk="0" hangingPunct="1">
        <a:lnSpc>
          <a:spcPct val="110000"/>
        </a:lnSpc>
        <a:spcBef>
          <a:spcPts val="0"/>
        </a:spcBef>
        <a:spcAft>
          <a:spcPts val="600"/>
        </a:spcAft>
        <a:buFont typeface="Wingdings" pitchFamily="2" charset="2"/>
        <a:buChar char="§"/>
        <a:tabLst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923925" indent="-233363" algn="l" defTabSz="914400" rtl="0" eaLnBrk="1" latinLnBrk="0" hangingPunct="1">
        <a:lnSpc>
          <a:spcPct val="110000"/>
        </a:lnSpc>
        <a:spcBef>
          <a:spcPts val="0"/>
        </a:spcBef>
        <a:spcAft>
          <a:spcPts val="600"/>
        </a:spcAft>
        <a:buFont typeface="Courier New" panose="02070309020205020404" pitchFamily="49" charset="0"/>
        <a:buChar char="o"/>
        <a:tabLst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258888" indent="-223838" algn="l" defTabSz="914400" rtl="0" eaLnBrk="1" latinLnBrk="0" hangingPunct="1">
        <a:lnSpc>
          <a:spcPct val="11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•"/>
        <a:tabLst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1604963" indent="-223838" algn="l" defTabSz="914400" rtl="0" eaLnBrk="1" latinLnBrk="0" hangingPunct="1">
        <a:lnSpc>
          <a:spcPct val="110000"/>
        </a:lnSpc>
        <a:spcBef>
          <a:spcPts val="0"/>
        </a:spcBef>
        <a:spcAft>
          <a:spcPts val="600"/>
        </a:spcAft>
        <a:buFont typeface="Wingdings" pitchFamily="2" charset="2"/>
        <a:buChar char="§"/>
        <a:tabLst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53242545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52" r:id="rId1"/>
    <p:sldLayoutId id="2147483753" r:id="rId2"/>
    <p:sldLayoutId id="2147483754" r:id="rId3"/>
    <p:sldLayoutId id="2147483755" r:id="rId4"/>
    <p:sldLayoutId id="2147483756" r:id="rId5"/>
    <p:sldLayoutId id="2147483757" r:id="rId6"/>
    <p:sldLayoutId id="2147483758" r:id="rId7"/>
    <p:sldLayoutId id="2147483759" r:id="rId8"/>
    <p:sldLayoutId id="2147483760" r:id="rId9"/>
    <p:sldLayoutId id="2147483761" r:id="rId10"/>
    <p:sldLayoutId id="2147483762" r:id="rId11"/>
    <p:sldLayoutId id="2147483763" r:id="rId12"/>
    <p:sldLayoutId id="2147483764" r:id="rId13"/>
    <p:sldLayoutId id="2147483765" r:id="rId14"/>
    <p:sldLayoutId id="2147483766" r:id="rId15"/>
    <p:sldLayoutId id="2147483767" r:id="rId16"/>
    <p:sldLayoutId id="2147483768" r:id="rId17"/>
    <p:sldLayoutId id="2147483769" r:id="rId18"/>
    <p:sldLayoutId id="2147483770" r:id="rId19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1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577850" indent="-233363" algn="l" defTabSz="914400" rtl="0" eaLnBrk="1" latinLnBrk="0" hangingPunct="1">
        <a:lnSpc>
          <a:spcPct val="110000"/>
        </a:lnSpc>
        <a:spcBef>
          <a:spcPts val="0"/>
        </a:spcBef>
        <a:spcAft>
          <a:spcPts val="600"/>
        </a:spcAft>
        <a:buFont typeface="Wingdings" pitchFamily="2" charset="2"/>
        <a:buChar char="§"/>
        <a:tabLst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923925" indent="-233363" algn="l" defTabSz="914400" rtl="0" eaLnBrk="1" latinLnBrk="0" hangingPunct="1">
        <a:lnSpc>
          <a:spcPct val="110000"/>
        </a:lnSpc>
        <a:spcBef>
          <a:spcPts val="0"/>
        </a:spcBef>
        <a:spcAft>
          <a:spcPts val="600"/>
        </a:spcAft>
        <a:buFont typeface="Courier New" panose="02070309020205020404" pitchFamily="49" charset="0"/>
        <a:buChar char="o"/>
        <a:tabLst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258888" indent="-223838" algn="l" defTabSz="914400" rtl="0" eaLnBrk="1" latinLnBrk="0" hangingPunct="1">
        <a:lnSpc>
          <a:spcPct val="11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•"/>
        <a:tabLst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1604963" indent="-223838" algn="l" defTabSz="914400" rtl="0" eaLnBrk="1" latinLnBrk="0" hangingPunct="1">
        <a:lnSpc>
          <a:spcPct val="110000"/>
        </a:lnSpc>
        <a:spcBef>
          <a:spcPts val="0"/>
        </a:spcBef>
        <a:spcAft>
          <a:spcPts val="600"/>
        </a:spcAft>
        <a:buFont typeface="Wingdings" pitchFamily="2" charset="2"/>
        <a:buChar char="§"/>
        <a:tabLst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7AE723A-1CD3-C976-D546-D7B1E1A727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613309"/>
          </a:xfrm>
          <a:prstGeom prst="rect">
            <a:avLst/>
          </a:prstGeom>
        </p:spPr>
        <p:txBody>
          <a:bodyPr vert="horz" lIns="0" tIns="0" rIns="0" bIns="0" rtlCol="0" anchor="t" anchorCtr="0">
            <a:sp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F5A2E2D-CDA6-D65D-5A28-67459EB16D9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1684948"/>
          </a:xfrm>
          <a:prstGeom prst="rect">
            <a:avLst/>
          </a:prstGeom>
        </p:spPr>
        <p:txBody>
          <a:bodyPr vert="horz" lIns="0" tIns="0" rIns="0" bIns="0" rtlCol="0">
            <a:sp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pic>
        <p:nvPicPr>
          <p:cNvPr id="6" name="Graphic 5">
            <a:extLst>
              <a:ext uri="{FF2B5EF4-FFF2-40B4-BE49-F238E27FC236}">
                <a16:creationId xmlns:a16="http://schemas.microsoft.com/office/drawing/2014/main" id="{98C54377-C373-3751-A275-A17B11FE1BB6}"/>
              </a:ext>
            </a:extLst>
          </p:cNvPr>
          <p:cNvPicPr>
            <a:picLocks noChangeAspect="1"/>
          </p:cNvPicPr>
          <p:nvPr/>
        </p:nvPicPr>
        <p:blipFill>
          <a:blip r:embed="rId38">
            <a:extLst>
              <a:ext uri="{96DAC541-7B7A-43D3-8B79-37D633B846F1}">
                <asvg:svgBlip xmlns:asvg="http://schemas.microsoft.com/office/drawing/2016/SVG/main" r:embed="rId39"/>
              </a:ext>
            </a:extLst>
          </a:blip>
          <a:stretch>
            <a:fillRect/>
          </a:stretch>
        </p:blipFill>
        <p:spPr>
          <a:xfrm>
            <a:off x="178777" y="6474193"/>
            <a:ext cx="820683" cy="198585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E00D8F4A-848B-F513-FE1A-5A86C8B8CF84}"/>
              </a:ext>
            </a:extLst>
          </p:cNvPr>
          <p:cNvSpPr txBox="1"/>
          <p:nvPr/>
        </p:nvSpPr>
        <p:spPr>
          <a:xfrm>
            <a:off x="11616267" y="6570337"/>
            <a:ext cx="389880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fld id="{39BFE1BD-C136-3F41-856A-526B10A97418}" type="slidenum">
              <a:rPr lang="en-US" sz="900" smtClean="0">
                <a:solidFill>
                  <a:schemeClr val="tx1"/>
                </a:solidFill>
              </a:rPr>
              <a:pPr algn="r"/>
              <a:t>‹#›</a:t>
            </a:fld>
            <a:endParaRPr lang="en-US" sz="900" dirty="0">
              <a:solidFill>
                <a:schemeClr val="tx1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DA225B6-A2B9-C109-E112-6ACDED1B4458}"/>
              </a:ext>
            </a:extLst>
          </p:cNvPr>
          <p:cNvSpPr txBox="1"/>
          <p:nvPr/>
        </p:nvSpPr>
        <p:spPr>
          <a:xfrm>
            <a:off x="9144000" y="6570337"/>
            <a:ext cx="2353596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r>
              <a:rPr lang="en-US" sz="900" dirty="0">
                <a:solidFill>
                  <a:schemeClr val="tx1"/>
                </a:solidFill>
              </a:rPr>
              <a:t>©2026 Ellucian. Confidential and Proprietary</a:t>
            </a:r>
          </a:p>
        </p:txBody>
      </p:sp>
    </p:spTree>
    <p:extLst>
      <p:ext uri="{BB962C8B-B14F-4D97-AF65-F5344CB8AC3E}">
        <p14:creationId xmlns:p14="http://schemas.microsoft.com/office/powerpoint/2010/main" val="249050984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72" r:id="rId1"/>
    <p:sldLayoutId id="2147483773" r:id="rId2"/>
    <p:sldLayoutId id="2147483774" r:id="rId3"/>
    <p:sldLayoutId id="2147483775" r:id="rId4"/>
    <p:sldLayoutId id="2147483776" r:id="rId5"/>
    <p:sldLayoutId id="2147483777" r:id="rId6"/>
    <p:sldLayoutId id="2147483778" r:id="rId7"/>
    <p:sldLayoutId id="2147483779" r:id="rId8"/>
    <p:sldLayoutId id="2147483780" r:id="rId9"/>
    <p:sldLayoutId id="2147483781" r:id="rId10"/>
    <p:sldLayoutId id="2147483782" r:id="rId11"/>
    <p:sldLayoutId id="2147483783" r:id="rId12"/>
    <p:sldLayoutId id="2147483784" r:id="rId13"/>
    <p:sldLayoutId id="2147483785" r:id="rId14"/>
    <p:sldLayoutId id="2147483786" r:id="rId15"/>
    <p:sldLayoutId id="2147483787" r:id="rId16"/>
    <p:sldLayoutId id="2147483788" r:id="rId17"/>
    <p:sldLayoutId id="2147483789" r:id="rId18"/>
    <p:sldLayoutId id="2147483790" r:id="rId19"/>
    <p:sldLayoutId id="2147483791" r:id="rId20"/>
    <p:sldLayoutId id="2147483792" r:id="rId21"/>
    <p:sldLayoutId id="2147483793" r:id="rId22"/>
    <p:sldLayoutId id="2147483794" r:id="rId23"/>
    <p:sldLayoutId id="2147483795" r:id="rId24"/>
    <p:sldLayoutId id="2147483796" r:id="rId25"/>
    <p:sldLayoutId id="2147483797" r:id="rId26"/>
    <p:sldLayoutId id="2147483798" r:id="rId27"/>
    <p:sldLayoutId id="2147483799" r:id="rId28"/>
    <p:sldLayoutId id="2147483800" r:id="rId29"/>
    <p:sldLayoutId id="2147483801" r:id="rId30"/>
    <p:sldLayoutId id="2147483802" r:id="rId31"/>
    <p:sldLayoutId id="2147483803" r:id="rId32"/>
    <p:sldLayoutId id="2147483804" r:id="rId33"/>
    <p:sldLayoutId id="2147483805" r:id="rId34"/>
    <p:sldLayoutId id="2147483806" r:id="rId35"/>
    <p:sldLayoutId id="2147483807" r:id="rId36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1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577850" indent="-233363" algn="l" defTabSz="914400" rtl="0" eaLnBrk="1" latinLnBrk="0" hangingPunct="1">
        <a:lnSpc>
          <a:spcPct val="110000"/>
        </a:lnSpc>
        <a:spcBef>
          <a:spcPts val="0"/>
        </a:spcBef>
        <a:spcAft>
          <a:spcPts val="600"/>
        </a:spcAft>
        <a:buFont typeface="Wingdings" pitchFamily="2" charset="2"/>
        <a:buChar char="§"/>
        <a:tabLst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923925" indent="-233363" algn="l" defTabSz="914400" rtl="0" eaLnBrk="1" latinLnBrk="0" hangingPunct="1">
        <a:lnSpc>
          <a:spcPct val="110000"/>
        </a:lnSpc>
        <a:spcBef>
          <a:spcPts val="0"/>
        </a:spcBef>
        <a:spcAft>
          <a:spcPts val="600"/>
        </a:spcAft>
        <a:buFont typeface="Courier New" panose="02070309020205020404" pitchFamily="49" charset="0"/>
        <a:buChar char="o"/>
        <a:tabLst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258888" indent="-223838" algn="l" defTabSz="914400" rtl="0" eaLnBrk="1" latinLnBrk="0" hangingPunct="1">
        <a:lnSpc>
          <a:spcPct val="11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•"/>
        <a:tabLst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1604963" indent="-223838" algn="l" defTabSz="914400" rtl="0" eaLnBrk="1" latinLnBrk="0" hangingPunct="1">
        <a:lnSpc>
          <a:spcPct val="110000"/>
        </a:lnSpc>
        <a:spcBef>
          <a:spcPts val="0"/>
        </a:spcBef>
        <a:spcAft>
          <a:spcPts val="600"/>
        </a:spcAft>
        <a:buFont typeface="Wingdings" pitchFamily="2" charset="2"/>
        <a:buChar char="§"/>
        <a:tabLst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91213935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09" r:id="rId1"/>
    <p:sldLayoutId id="2147483810" r:id="rId2"/>
    <p:sldLayoutId id="2147483811" r:id="rId3"/>
    <p:sldLayoutId id="2147483812" r:id="rId4"/>
    <p:sldLayoutId id="2147483813" r:id="rId5"/>
    <p:sldLayoutId id="2147483814" r:id="rId6"/>
    <p:sldLayoutId id="2147483815" r:id="rId7"/>
    <p:sldLayoutId id="2147483816" r:id="rId8"/>
    <p:sldLayoutId id="2147483817" r:id="rId9"/>
    <p:sldLayoutId id="2147483818" r:id="rId10"/>
    <p:sldLayoutId id="2147483819" r:id="rId11"/>
    <p:sldLayoutId id="2147483820" r:id="rId12"/>
    <p:sldLayoutId id="2147483821" r:id="rId13"/>
    <p:sldLayoutId id="2147483822" r:id="rId14"/>
    <p:sldLayoutId id="2147483823" r:id="rId15"/>
    <p:sldLayoutId id="2147483824" r:id="rId16"/>
    <p:sldLayoutId id="2147483825" r:id="rId17"/>
    <p:sldLayoutId id="2147483826" r:id="rId18"/>
    <p:sldLayoutId id="2147483827" r:id="rId19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1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577850" indent="-233363" algn="l" defTabSz="914400" rtl="0" eaLnBrk="1" latinLnBrk="0" hangingPunct="1">
        <a:lnSpc>
          <a:spcPct val="110000"/>
        </a:lnSpc>
        <a:spcBef>
          <a:spcPts val="0"/>
        </a:spcBef>
        <a:spcAft>
          <a:spcPts val="600"/>
        </a:spcAft>
        <a:buFont typeface="Wingdings" pitchFamily="2" charset="2"/>
        <a:buChar char="§"/>
        <a:tabLst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923925" indent="-233363" algn="l" defTabSz="914400" rtl="0" eaLnBrk="1" latinLnBrk="0" hangingPunct="1">
        <a:lnSpc>
          <a:spcPct val="110000"/>
        </a:lnSpc>
        <a:spcBef>
          <a:spcPts val="0"/>
        </a:spcBef>
        <a:spcAft>
          <a:spcPts val="600"/>
        </a:spcAft>
        <a:buFont typeface="Courier New" panose="02070309020205020404" pitchFamily="49" charset="0"/>
        <a:buChar char="o"/>
        <a:tabLst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258888" indent="-223838" algn="l" defTabSz="914400" rtl="0" eaLnBrk="1" latinLnBrk="0" hangingPunct="1">
        <a:lnSpc>
          <a:spcPct val="11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•"/>
        <a:tabLst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1604963" indent="-223838" algn="l" defTabSz="914400" rtl="0" eaLnBrk="1" latinLnBrk="0" hangingPunct="1">
        <a:lnSpc>
          <a:spcPct val="110000"/>
        </a:lnSpc>
        <a:spcBef>
          <a:spcPts val="0"/>
        </a:spcBef>
        <a:spcAft>
          <a:spcPts val="600"/>
        </a:spcAft>
        <a:buFont typeface="Wingdings" pitchFamily="2" charset="2"/>
        <a:buChar char="§"/>
        <a:tabLst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g"/><Relationship Id="rId1" Type="http://schemas.openxmlformats.org/officeDocument/2006/relationships/slideLayout" Target="../slideLayouts/slideLayout5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0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65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9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65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0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9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9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9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9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91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0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9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9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91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0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91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0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sv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90.xml"/><Relationship Id="rId5" Type="http://schemas.openxmlformats.org/officeDocument/2006/relationships/image" Target="../media/image31.svg"/><Relationship Id="rId4" Type="http://schemas.openxmlformats.org/officeDocument/2006/relationships/image" Target="../media/image30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C775F30-4948-8625-4D18-95EE2803BD8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>
            <a:normAutofit/>
          </a:bodyPr>
          <a:lstStyle/>
          <a:p>
            <a:r>
              <a:rPr lang="es-ES" sz="4400" dirty="0"/>
              <a:t>Actualizar las mallas curriculares</a:t>
            </a:r>
            <a:endParaRPr lang="es-CL" dirty="0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DD381F98-39A1-4ACC-B642-A72023AF9BC1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 wrap="square">
            <a:normAutofit/>
          </a:bodyPr>
          <a:lstStyle/>
          <a:p>
            <a:r>
              <a:rPr lang="es-CL" dirty="0"/>
              <a:t>Instructivo</a:t>
            </a:r>
          </a:p>
        </p:txBody>
      </p:sp>
      <p:sp>
        <p:nvSpPr>
          <p:cNvPr id="6" name="Marcador de texto 5">
            <a:extLst>
              <a:ext uri="{FF2B5EF4-FFF2-40B4-BE49-F238E27FC236}">
                <a16:creationId xmlns:a16="http://schemas.microsoft.com/office/drawing/2014/main" id="{F1058994-14DF-8FFD-FA01-FFA4BBFEC016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56902" y="5609784"/>
            <a:ext cx="3032274" cy="194925"/>
          </a:xfrm>
        </p:spPr>
        <p:txBody>
          <a:bodyPr/>
          <a:lstStyle/>
          <a:p>
            <a:r>
              <a:rPr lang="es-CL" dirty="0"/>
              <a:t>USSIPAN-Perú</a:t>
            </a:r>
          </a:p>
        </p:txBody>
      </p:sp>
      <p:sp>
        <p:nvSpPr>
          <p:cNvPr id="13" name="Marcador de texto 12">
            <a:extLst>
              <a:ext uri="{FF2B5EF4-FFF2-40B4-BE49-F238E27FC236}">
                <a16:creationId xmlns:a16="http://schemas.microsoft.com/office/drawing/2014/main" id="{BC90C980-F946-78A1-2843-B04BE206F92C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s-CL" dirty="0"/>
              <a:t>Junio, 2026</a:t>
            </a:r>
          </a:p>
        </p:txBody>
      </p:sp>
      <p:pic>
        <p:nvPicPr>
          <p:cNvPr id="8" name="Marcador de posición de imagen 8" descr="Un par de personas sentadas en una mesa&#10;&#10;El contenido generado por IA puede ser incorrecto.">
            <a:extLst>
              <a:ext uri="{FF2B5EF4-FFF2-40B4-BE49-F238E27FC236}">
                <a16:creationId xmlns:a16="http://schemas.microsoft.com/office/drawing/2014/main" id="{E56D2DEC-D416-3AB5-1313-E840E25BFD93}"/>
              </a:ext>
            </a:extLst>
          </p:cNvPr>
          <p:cNvPicPr>
            <a:picLocks noGrp="1" noChangeAspect="1"/>
          </p:cNvPicPr>
          <p:nvPr>
            <p:ph type="pic" sz="quarter" idx="14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7869" r="17869"/>
          <a:stretch>
            <a:fillRect/>
          </a:stretch>
        </p:blipFill>
        <p:spPr/>
      </p:pic>
    </p:spTree>
    <p:extLst>
      <p:ext uri="{BB962C8B-B14F-4D97-AF65-F5344CB8AC3E}">
        <p14:creationId xmlns:p14="http://schemas.microsoft.com/office/powerpoint/2010/main" val="122614788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Vertical Text Placeholder 9">
            <a:extLst>
              <a:ext uri="{FF2B5EF4-FFF2-40B4-BE49-F238E27FC236}">
                <a16:creationId xmlns:a16="http://schemas.microsoft.com/office/drawing/2014/main" id="{61C17162-17F1-530F-F6BC-4203C78DA55D}"/>
              </a:ext>
            </a:extLst>
          </p:cNvPr>
          <p:cNvSpPr>
            <a:spLocks noGrp="1"/>
          </p:cNvSpPr>
          <p:nvPr>
            <p:ph type="body" orient="vert" sz="quarter" idx="10"/>
          </p:nvPr>
        </p:nvSpPr>
        <p:spPr/>
        <p:txBody>
          <a:bodyPr/>
          <a:lstStyle/>
          <a:p>
            <a:r>
              <a:rPr lang="es-ES" sz="1200" dirty="0"/>
              <a:t>Actualizar las mallas curriculares</a:t>
            </a:r>
            <a:endParaRPr lang="en-US" dirty="0"/>
          </a:p>
        </p:txBody>
      </p:sp>
      <p:graphicFrame>
        <p:nvGraphicFramePr>
          <p:cNvPr id="4" name="Table 2">
            <a:extLst>
              <a:ext uri="{FF2B5EF4-FFF2-40B4-BE49-F238E27FC236}">
                <a16:creationId xmlns:a16="http://schemas.microsoft.com/office/drawing/2014/main" id="{86028BF8-A141-2E97-2FAA-0A37BCE60D2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57176185"/>
              </p:ext>
            </p:extLst>
          </p:nvPr>
        </p:nvGraphicFramePr>
        <p:xfrm>
          <a:off x="786088" y="1651015"/>
          <a:ext cx="9058128" cy="3256796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930128">
                  <a:extLst>
                    <a:ext uri="{9D8B030D-6E8A-4147-A177-3AD203B41FA5}">
                      <a16:colId xmlns:a16="http://schemas.microsoft.com/office/drawing/2014/main" val="1835725686"/>
                    </a:ext>
                  </a:extLst>
                </a:gridCol>
                <a:gridCol w="8128000">
                  <a:extLst>
                    <a:ext uri="{9D8B030D-6E8A-4147-A177-3AD203B41FA5}">
                      <a16:colId xmlns:a16="http://schemas.microsoft.com/office/drawing/2014/main" val="52046442"/>
                    </a:ext>
                  </a:extLst>
                </a:gridCol>
              </a:tblGrid>
              <a:tr h="814199">
                <a:tc>
                  <a:txBody>
                    <a:bodyPr/>
                    <a:lstStyle/>
                    <a:p>
                      <a:r>
                        <a:rPr lang="en-US" sz="2800" b="1" dirty="0">
                          <a:solidFill>
                            <a:schemeClr val="bg1"/>
                          </a:solidFill>
                        </a:rPr>
                        <a:t>01</a:t>
                      </a:r>
                    </a:p>
                  </a:txBody>
                  <a:tcPr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2800" b="1" dirty="0">
                          <a:solidFill>
                            <a:schemeClr val="bg1"/>
                          </a:solidFill>
                        </a:rPr>
                        <a:t>Overview</a:t>
                      </a:r>
                    </a:p>
                  </a:txBody>
                  <a:tcPr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41948859"/>
                  </a:ext>
                </a:extLst>
              </a:tr>
              <a:tr h="814199">
                <a:tc>
                  <a:txBody>
                    <a:bodyPr/>
                    <a:lstStyle/>
                    <a:p>
                      <a:r>
                        <a:rPr lang="en-US" sz="2800" b="1" dirty="0">
                          <a:solidFill>
                            <a:schemeClr val="bg1"/>
                          </a:solidFill>
                        </a:rPr>
                        <a:t>02</a:t>
                      </a:r>
                    </a:p>
                  </a:txBody>
                  <a:tcPr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2800" b="1" dirty="0">
                          <a:solidFill>
                            <a:schemeClr val="bg1"/>
                          </a:solidFill>
                        </a:rPr>
                        <a:t>Configuraciones</a:t>
                      </a:r>
                    </a:p>
                  </a:txBody>
                  <a:tcPr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24980871"/>
                  </a:ext>
                </a:extLst>
              </a:tr>
              <a:tr h="814199">
                <a:tc>
                  <a:txBody>
                    <a:bodyPr/>
                    <a:lstStyle/>
                    <a:p>
                      <a:r>
                        <a:rPr lang="en-US" sz="2800" b="1" dirty="0">
                          <a:solidFill>
                            <a:schemeClr val="bg1"/>
                          </a:solidFill>
                        </a:rPr>
                        <a:t>03</a:t>
                      </a:r>
                    </a:p>
                  </a:txBody>
                  <a:tcPr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2800" b="1" dirty="0">
                          <a:solidFill>
                            <a:schemeClr val="bg1"/>
                          </a:solidFill>
                        </a:rPr>
                        <a:t>Actualizar las mallas curriculares</a:t>
                      </a:r>
                    </a:p>
                  </a:txBody>
                  <a:tcPr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19936347"/>
                  </a:ext>
                </a:extLst>
              </a:tr>
              <a:tr h="814199">
                <a:tc>
                  <a:txBody>
                    <a:bodyPr/>
                    <a:lstStyle/>
                    <a:p>
                      <a:r>
                        <a:rPr lang="en-US" sz="2800" b="1" dirty="0">
                          <a:solidFill>
                            <a:schemeClr val="bg1"/>
                          </a:solidFill>
                        </a:rPr>
                        <a:t>04</a:t>
                      </a:r>
                    </a:p>
                  </a:txBody>
                  <a:tcPr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2800" b="1" dirty="0">
                          <a:solidFill>
                            <a:schemeClr val="bg1"/>
                          </a:solidFill>
                        </a:rPr>
                        <a:t>Resumen</a:t>
                      </a:r>
                    </a:p>
                  </a:txBody>
                  <a:tcPr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3343629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25157114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exto 1">
            <a:extLst>
              <a:ext uri="{FF2B5EF4-FFF2-40B4-BE49-F238E27FC236}">
                <a16:creationId xmlns:a16="http://schemas.microsoft.com/office/drawing/2014/main" id="{898E1C91-D53E-9F97-C485-84628578389D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/>
              <a:t>Overview: </a:t>
            </a:r>
            <a:r>
              <a:rPr lang="en-US" b="0" dirty="0"/>
              <a:t>Mapa de </a:t>
            </a:r>
            <a:r>
              <a:rPr lang="en-US" b="0" dirty="0" err="1"/>
              <a:t>capacidades</a:t>
            </a:r>
            <a:endParaRPr lang="es-419" dirty="0"/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3A5E5532-A998-508F-D976-B5AB9A86C54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1025525"/>
            <a:ext cx="12192000" cy="48053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15133021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exto 1">
            <a:extLst>
              <a:ext uri="{FF2B5EF4-FFF2-40B4-BE49-F238E27FC236}">
                <a16:creationId xmlns:a16="http://schemas.microsoft.com/office/drawing/2014/main" id="{9D552BA8-E40D-BE5E-B33E-255C974B1B45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1104900" y="1584355"/>
            <a:ext cx="9698935" cy="813405"/>
          </a:xfrm>
        </p:spPr>
        <p:txBody>
          <a:bodyPr anchor="ctr"/>
          <a:lstStyle/>
          <a:p>
            <a:pPr marL="285750" lvl="0" indent="-285750">
              <a:buClr>
                <a:srgbClr val="0CB4B4"/>
              </a:buClr>
              <a:buFont typeface="Wingdings" panose="05000000000000000000" pitchFamily="2" charset="2"/>
              <a:buChar char="q"/>
            </a:pPr>
            <a:r>
              <a:rPr lang="es-CO" sz="2400" b="1" dirty="0">
                <a:solidFill>
                  <a:srgbClr val="7030A0"/>
                </a:solidFill>
              </a:rPr>
              <a:t>Gestionar las mallas curriculares</a:t>
            </a:r>
          </a:p>
          <a:p>
            <a:pPr marL="0" lvl="0" indent="0">
              <a:buClr>
                <a:srgbClr val="0CB4B4"/>
              </a:buClr>
              <a:buNone/>
            </a:pPr>
            <a:endParaRPr lang="es-CO" sz="2400" dirty="0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241E380B-A82E-42E5-BBD1-63A196A3298F}"/>
              </a:ext>
            </a:extLst>
          </p:cNvPr>
          <p:cNvSpPr>
            <a:spLocks noGrp="1"/>
          </p:cNvSpPr>
          <p:nvPr>
            <p:ph type="body" orient="vert" sz="quarter" idx="17"/>
          </p:nvPr>
        </p:nvSpPr>
        <p:spPr/>
        <p:txBody>
          <a:bodyPr/>
          <a:lstStyle/>
          <a:p>
            <a:r>
              <a:rPr lang="es-ES" sz="1200" dirty="0"/>
              <a:t>Actualizar las mallas curriculares</a:t>
            </a:r>
            <a:endParaRPr lang="en-US" dirty="0"/>
          </a:p>
        </p:txBody>
      </p:sp>
      <p:sp>
        <p:nvSpPr>
          <p:cNvPr id="5" name="Slide Number Placeholder 17">
            <a:extLst>
              <a:ext uri="{FF2B5EF4-FFF2-40B4-BE49-F238E27FC236}">
                <a16:creationId xmlns:a16="http://schemas.microsoft.com/office/drawing/2014/main" id="{95C607FE-72CE-5EC2-5CA9-A583BCB8A36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4A16F8ED-7337-F64C-865A-41A1F48E54DF}" type="slidenum">
              <a:rPr lang="en-US" smtClean="0"/>
              <a:pPr/>
              <a:t>4</a:t>
            </a:fld>
            <a:endParaRPr lang="en-US"/>
          </a:p>
        </p:txBody>
      </p:sp>
      <p:sp>
        <p:nvSpPr>
          <p:cNvPr id="4" name="Título 3">
            <a:extLst>
              <a:ext uri="{FF2B5EF4-FFF2-40B4-BE49-F238E27FC236}">
                <a16:creationId xmlns:a16="http://schemas.microsoft.com/office/drawing/2014/main" id="{2E231CC3-C7F7-D8DF-D8FF-168ACB91E3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 sz="3200" dirty="0">
                <a:solidFill>
                  <a:schemeClr val="tx2"/>
                </a:solidFill>
              </a:rPr>
              <a:t>Overview: </a:t>
            </a:r>
            <a:r>
              <a:rPr lang="es-ES_tradnl" sz="3200" b="1" dirty="0"/>
              <a:t>Procesos de diseñar y planear la oferta académica </a:t>
            </a:r>
            <a:endParaRPr lang="es-CL" dirty="0"/>
          </a:p>
        </p:txBody>
      </p:sp>
    </p:spTree>
    <p:extLst>
      <p:ext uri="{BB962C8B-B14F-4D97-AF65-F5344CB8AC3E}">
        <p14:creationId xmlns:p14="http://schemas.microsoft.com/office/powerpoint/2010/main" val="150487875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exto 1">
            <a:extLst>
              <a:ext uri="{FF2B5EF4-FFF2-40B4-BE49-F238E27FC236}">
                <a16:creationId xmlns:a16="http://schemas.microsoft.com/office/drawing/2014/main" id="{21D2E5BD-8D92-BBEB-6DE7-7F46E2C205E5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1027871" y="1789044"/>
            <a:ext cx="10136257" cy="4472608"/>
          </a:xfrm>
        </p:spPr>
        <p:txBody>
          <a:bodyPr/>
          <a:lstStyle/>
          <a:p>
            <a:pPr algn="just">
              <a:buClr>
                <a:srgbClr val="0CB4B4"/>
              </a:buClr>
              <a:buFont typeface="Wingdings" panose="05000000000000000000" pitchFamily="2" charset="2"/>
              <a:buChar char="§"/>
            </a:pPr>
            <a:r>
              <a:rPr lang="es-ES_tradnl" sz="2000" dirty="0"/>
              <a:t>Mediante este procedimiento se </a:t>
            </a:r>
            <a:r>
              <a:rPr lang="es-ES" sz="2000" dirty="0"/>
              <a:t>actualizan las mallas curriculares de los programas cuando haya una modificación del plan de estudios de un programa en particular</a:t>
            </a:r>
            <a:r>
              <a:rPr lang="es-CL" sz="2000" dirty="0"/>
              <a:t>. </a:t>
            </a:r>
          </a:p>
          <a:p>
            <a:pPr algn="just">
              <a:buClr>
                <a:srgbClr val="0CB4B4"/>
              </a:buClr>
              <a:buFont typeface="Wingdings" panose="05000000000000000000" pitchFamily="2" charset="2"/>
              <a:buChar char="§"/>
            </a:pPr>
            <a:r>
              <a:rPr lang="en-US" sz="2000" dirty="0"/>
              <a:t>Las mallas curriculares y su Configuración pueden estar activos desde y hasta un período específico o hasta “el final de los tiempos”.</a:t>
            </a:r>
          </a:p>
          <a:p>
            <a:pPr algn="just">
              <a:buClr>
                <a:srgbClr val="0CB4B4"/>
              </a:buClr>
              <a:buFont typeface="Wingdings" panose="05000000000000000000" pitchFamily="2" charset="2"/>
              <a:buChar char="§"/>
            </a:pPr>
            <a:r>
              <a:rPr lang="es-ES_tradnl" sz="2000" dirty="0"/>
              <a:t>Si la actualización implica nuevos cursos, éstos se deben crear antes de modificar los requerimientos de áreas.</a:t>
            </a:r>
            <a:endParaRPr lang="es-CL" sz="2000" dirty="0"/>
          </a:p>
          <a:p>
            <a:pPr algn="just">
              <a:buClr>
                <a:srgbClr val="0CB4B4"/>
              </a:buClr>
              <a:buFont typeface="Wingdings" panose="05000000000000000000" pitchFamily="2" charset="2"/>
              <a:buChar char="§"/>
            </a:pPr>
            <a:r>
              <a:rPr lang="es-ES_tradnl" sz="2000" dirty="0"/>
              <a:t>Si la actualización de la malla curricular implica una nueva área, ésta se debe crear antes de modificar los requerimientos de los programas.</a:t>
            </a:r>
            <a:endParaRPr lang="es-419" sz="2000" dirty="0"/>
          </a:p>
          <a:p>
            <a:pPr algn="just">
              <a:buClr>
                <a:srgbClr val="0CB4B4"/>
              </a:buClr>
              <a:buFont typeface="Wingdings" panose="05000000000000000000" pitchFamily="2" charset="2"/>
              <a:buChar char="§"/>
            </a:pPr>
            <a:endParaRPr lang="es-ES" sz="2000" dirty="0"/>
          </a:p>
          <a:p>
            <a:pPr marL="0" indent="0" algn="just">
              <a:buClr>
                <a:srgbClr val="0CB4B4"/>
              </a:buClr>
              <a:buNone/>
            </a:pPr>
            <a:endParaRPr lang="es-ES" sz="2000" dirty="0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22BE24A3-7467-74A8-A973-F32D51EBA4D3}"/>
              </a:ext>
            </a:extLst>
          </p:cNvPr>
          <p:cNvSpPr>
            <a:spLocks noGrp="1"/>
          </p:cNvSpPr>
          <p:nvPr>
            <p:ph type="body" orient="vert" sz="quarter" idx="17"/>
          </p:nvPr>
        </p:nvSpPr>
        <p:spPr/>
        <p:txBody>
          <a:bodyPr/>
          <a:lstStyle/>
          <a:p>
            <a:r>
              <a:rPr lang="es-ES" sz="1200" dirty="0"/>
              <a:t>Actualizar las mallas curriculares</a:t>
            </a:r>
            <a:endParaRPr lang="en-US" dirty="0"/>
          </a:p>
        </p:txBody>
      </p:sp>
      <p:sp>
        <p:nvSpPr>
          <p:cNvPr id="4" name="Título 3">
            <a:extLst>
              <a:ext uri="{FF2B5EF4-FFF2-40B4-BE49-F238E27FC236}">
                <a16:creationId xmlns:a16="http://schemas.microsoft.com/office/drawing/2014/main" id="{296A5721-C06B-CE2D-66A9-59404F1877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 sz="3200" dirty="0">
                <a:solidFill>
                  <a:schemeClr val="tx2"/>
                </a:solidFill>
              </a:rPr>
              <a:t>Overview: </a:t>
            </a:r>
            <a:r>
              <a:rPr lang="es-ES_tradnl" sz="3200" b="1" dirty="0"/>
              <a:t>Actualizar las mallas curriculares</a:t>
            </a:r>
            <a:endParaRPr lang="es-CL" dirty="0"/>
          </a:p>
        </p:txBody>
      </p:sp>
    </p:spTree>
    <p:extLst>
      <p:ext uri="{BB962C8B-B14F-4D97-AF65-F5344CB8AC3E}">
        <p14:creationId xmlns:p14="http://schemas.microsoft.com/office/powerpoint/2010/main" val="16787560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22BE24A3-7467-74A8-A973-F32D51EBA4D3}"/>
              </a:ext>
            </a:extLst>
          </p:cNvPr>
          <p:cNvSpPr>
            <a:spLocks noGrp="1"/>
          </p:cNvSpPr>
          <p:nvPr>
            <p:ph type="body" orient="vert" sz="quarter" idx="17"/>
          </p:nvPr>
        </p:nvSpPr>
        <p:spPr/>
        <p:txBody>
          <a:bodyPr/>
          <a:lstStyle/>
          <a:p>
            <a:r>
              <a:rPr lang="es-ES" sz="1200" dirty="0"/>
              <a:t>Actualizar las mallas curriculares</a:t>
            </a:r>
            <a:endParaRPr lang="en-US" dirty="0"/>
          </a:p>
        </p:txBody>
      </p:sp>
      <p:sp>
        <p:nvSpPr>
          <p:cNvPr id="4" name="Título 3">
            <a:extLst>
              <a:ext uri="{FF2B5EF4-FFF2-40B4-BE49-F238E27FC236}">
                <a16:creationId xmlns:a16="http://schemas.microsoft.com/office/drawing/2014/main" id="{296A5721-C06B-CE2D-66A9-59404F1877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7860" y="259264"/>
            <a:ext cx="10483297" cy="528791"/>
          </a:xfrm>
        </p:spPr>
        <p:txBody>
          <a:bodyPr/>
          <a:lstStyle/>
          <a:p>
            <a:r>
              <a:rPr lang="es-ES_tradnl" sz="3000" dirty="0">
                <a:solidFill>
                  <a:schemeClr val="tx2"/>
                </a:solidFill>
              </a:rPr>
              <a:t>Overview: </a:t>
            </a:r>
            <a:r>
              <a:rPr lang="es-ES_tradnl" sz="3000" b="1" dirty="0"/>
              <a:t>Procesos de actualizar</a:t>
            </a:r>
            <a:r>
              <a:rPr lang="es-ES_tradnl" sz="3000" dirty="0"/>
              <a:t> las mallas curriculares</a:t>
            </a:r>
            <a:endParaRPr lang="es-CL" sz="3000" dirty="0"/>
          </a:p>
        </p:txBody>
      </p:sp>
      <p:pic>
        <p:nvPicPr>
          <p:cNvPr id="5" name="Picture 11">
            <a:extLst>
              <a:ext uri="{FF2B5EF4-FFF2-40B4-BE49-F238E27FC236}">
                <a16:creationId xmlns:a16="http://schemas.microsoft.com/office/drawing/2014/main" id="{96CE7566-81F2-EB90-94F2-E5310319B56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71164" y="1649001"/>
            <a:ext cx="8036224" cy="32383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7554695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46FF9F5-4D73-0F95-7678-0AE0FCC4FF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exto 1">
            <a:extLst>
              <a:ext uri="{FF2B5EF4-FFF2-40B4-BE49-F238E27FC236}">
                <a16:creationId xmlns:a16="http://schemas.microsoft.com/office/drawing/2014/main" id="{9F9B5C96-8DBC-65FF-FAE3-4F645679D6ED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s-ES_tradnl" dirty="0" err="1"/>
              <a:t>Overview</a:t>
            </a:r>
            <a:r>
              <a:rPr lang="es-ES_tradnl" dirty="0"/>
              <a:t>: Región donde aplica</a:t>
            </a:r>
            <a:endParaRPr lang="es-419" dirty="0"/>
          </a:p>
        </p:txBody>
      </p:sp>
      <p:sp>
        <p:nvSpPr>
          <p:cNvPr id="9" name="CuadroTexto 8">
            <a:extLst>
              <a:ext uri="{FF2B5EF4-FFF2-40B4-BE49-F238E27FC236}">
                <a16:creationId xmlns:a16="http://schemas.microsoft.com/office/drawing/2014/main" id="{63F52F2A-F8BB-F72D-A754-DB9173333620}"/>
              </a:ext>
            </a:extLst>
          </p:cNvPr>
          <p:cNvSpPr txBox="1"/>
          <p:nvPr/>
        </p:nvSpPr>
        <p:spPr>
          <a:xfrm>
            <a:off x="8400287" y="3429000"/>
            <a:ext cx="119782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_tradnl" dirty="0"/>
              <a:t>Todo LAC</a:t>
            </a:r>
          </a:p>
        </p:txBody>
      </p:sp>
      <p:pic>
        <p:nvPicPr>
          <p:cNvPr id="10" name="Picture 9" descr="A purple map of south america&#10;&#10;AI-generated content may be incorrect.">
            <a:extLst>
              <a:ext uri="{FF2B5EF4-FFF2-40B4-BE49-F238E27FC236}">
                <a16:creationId xmlns:a16="http://schemas.microsoft.com/office/drawing/2014/main" id="{BC199AD4-C762-DD9E-693C-C0737DFB4E5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83972" y="807906"/>
            <a:ext cx="5780314" cy="57803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6676774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241E380B-A82E-42E5-BBD1-63A196A3298F}"/>
              </a:ext>
            </a:extLst>
          </p:cNvPr>
          <p:cNvSpPr>
            <a:spLocks noGrp="1"/>
          </p:cNvSpPr>
          <p:nvPr>
            <p:ph type="body" orient="vert" sz="quarter" idx="17"/>
          </p:nvPr>
        </p:nvSpPr>
        <p:spPr/>
        <p:txBody>
          <a:bodyPr/>
          <a:lstStyle/>
          <a:p>
            <a:r>
              <a:rPr lang="es-ES" sz="1200" dirty="0"/>
              <a:t>Actualizar las mallas curriculares</a:t>
            </a:r>
            <a:endParaRPr lang="en-US" dirty="0"/>
          </a:p>
        </p:txBody>
      </p:sp>
      <p:sp>
        <p:nvSpPr>
          <p:cNvPr id="5" name="Slide Number Placeholder 17">
            <a:extLst>
              <a:ext uri="{FF2B5EF4-FFF2-40B4-BE49-F238E27FC236}">
                <a16:creationId xmlns:a16="http://schemas.microsoft.com/office/drawing/2014/main" id="{95C607FE-72CE-5EC2-5CA9-A583BCB8A36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4A16F8ED-7337-F64C-865A-41A1F48E54DF}" type="slidenum">
              <a:rPr lang="en-US" smtClean="0"/>
              <a:pPr/>
              <a:t>8</a:t>
            </a:fld>
            <a:endParaRPr lang="en-US"/>
          </a:p>
        </p:txBody>
      </p:sp>
      <p:sp>
        <p:nvSpPr>
          <p:cNvPr id="4" name="Título 3">
            <a:extLst>
              <a:ext uri="{FF2B5EF4-FFF2-40B4-BE49-F238E27FC236}">
                <a16:creationId xmlns:a16="http://schemas.microsoft.com/office/drawing/2014/main" id="{2E231CC3-C7F7-D8DF-D8FF-168ACB91E3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44009" y="536868"/>
            <a:ext cx="9609373" cy="898555"/>
          </a:xfrm>
        </p:spPr>
        <p:txBody>
          <a:bodyPr/>
          <a:lstStyle/>
          <a:p>
            <a:r>
              <a:rPr lang="es-ES_tradnl" sz="3200" dirty="0">
                <a:solidFill>
                  <a:schemeClr val="tx2"/>
                </a:solidFill>
              </a:rPr>
              <a:t>Overview: </a:t>
            </a:r>
            <a:r>
              <a:rPr lang="es-ES_tradnl" sz="3200" b="1" dirty="0"/>
              <a:t>Actualizar las mallas curriculares</a:t>
            </a:r>
            <a:endParaRPr lang="es-CL" dirty="0"/>
          </a:p>
        </p:txBody>
      </p:sp>
      <p:graphicFrame>
        <p:nvGraphicFramePr>
          <p:cNvPr id="6" name="Tabla 6">
            <a:extLst>
              <a:ext uri="{FF2B5EF4-FFF2-40B4-BE49-F238E27FC236}">
                <a16:creationId xmlns:a16="http://schemas.microsoft.com/office/drawing/2014/main" id="{C0E5E4D0-6C0B-7B86-A04E-A985621B0B5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8309007"/>
              </p:ext>
            </p:extLst>
          </p:nvPr>
        </p:nvGraphicFramePr>
        <p:xfrm>
          <a:off x="1044009" y="1512390"/>
          <a:ext cx="10287379" cy="395427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30885">
                  <a:extLst>
                    <a:ext uri="{9D8B030D-6E8A-4147-A177-3AD203B41FA5}">
                      <a16:colId xmlns:a16="http://schemas.microsoft.com/office/drawing/2014/main" val="2298581278"/>
                    </a:ext>
                  </a:extLst>
                </a:gridCol>
                <a:gridCol w="8256494">
                  <a:extLst>
                    <a:ext uri="{9D8B030D-6E8A-4147-A177-3AD203B41FA5}">
                      <a16:colId xmlns:a16="http://schemas.microsoft.com/office/drawing/2014/main" val="1504358611"/>
                    </a:ext>
                  </a:extLst>
                </a:gridCol>
              </a:tblGrid>
              <a:tr h="485222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s-ES" sz="1800" dirty="0">
                          <a:effectLst/>
                        </a:rPr>
                        <a:t>Concepto</a:t>
                      </a:r>
                      <a:endParaRPr lang="es-CO" sz="2000" dirty="0">
                        <a:solidFill>
                          <a:srgbClr val="FFFFFF"/>
                        </a:solidFill>
                        <a:effectLst/>
                        <a:latin typeface="Arial" panose="020B0604020202020204" pitchFamily="34" charset="0"/>
                        <a:ea typeface="MS PGothic" panose="020B0600070205080204" pitchFamily="34" charset="-128"/>
                        <a:cs typeface="Times New Roman" panose="02020603050405020304" pitchFamily="18" charset="0"/>
                      </a:endParaRPr>
                    </a:p>
                  </a:txBody>
                  <a:tcPr marL="36830" marR="36830" marT="36830" marB="3683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s-ES" sz="1800" dirty="0">
                          <a:effectLst/>
                        </a:rPr>
                        <a:t>Descripción</a:t>
                      </a:r>
                      <a:endParaRPr lang="es-CO" sz="2000" dirty="0">
                        <a:solidFill>
                          <a:srgbClr val="FFFFFF"/>
                        </a:solidFill>
                        <a:effectLst/>
                        <a:latin typeface="Arial" panose="020B0604020202020204" pitchFamily="34" charset="0"/>
                        <a:ea typeface="MS PGothic" panose="020B0600070205080204" pitchFamily="34" charset="-128"/>
                        <a:cs typeface="Times New Roman" panose="02020603050405020304" pitchFamily="18" charset="0"/>
                      </a:endParaRPr>
                    </a:p>
                  </a:txBody>
                  <a:tcPr marL="36830" marR="36830" marT="36830" marB="36830" anchor="ctr"/>
                </a:tc>
                <a:extLst>
                  <a:ext uri="{0D108BD9-81ED-4DB2-BD59-A6C34878D82A}">
                    <a16:rowId xmlns:a16="http://schemas.microsoft.com/office/drawing/2014/main" val="631455631"/>
                  </a:ext>
                </a:extLst>
              </a:tr>
              <a:tr h="537228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CL" sz="1600" b="1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Área de prerrequisito</a:t>
                      </a:r>
                      <a:endParaRPr lang="es-CO" sz="1600" b="1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36830" marR="36830" marT="36830" marB="36830"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ES_tradnl" sz="1600" dirty="0"/>
                        <a:t>Área que reúne un conjunto de cursos que constituyen una precondición para poder inscribir una asignatura en particular</a:t>
                      </a:r>
                      <a:r>
                        <a:rPr kumimoji="0" lang="es-CL" sz="1600" b="0" i="0" u="none" strike="noStrike" kern="1200" cap="none" spc="0" normalizeH="0" baseline="0" noProof="0" dirty="0">
                          <a:ln>
                            <a:noFill/>
                          </a:ln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.</a:t>
                      </a:r>
                      <a:endParaRPr lang="es-ES" sz="160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36830" marR="36830" marT="36830" marB="36830" anchor="ctr"/>
                </a:tc>
                <a:extLst>
                  <a:ext uri="{0D108BD9-81ED-4DB2-BD59-A6C34878D82A}">
                    <a16:rowId xmlns:a16="http://schemas.microsoft.com/office/drawing/2014/main" val="1674607535"/>
                  </a:ext>
                </a:extLst>
              </a:tr>
              <a:tr h="467293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CO" sz="1600" b="1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Transferencia</a:t>
                      </a:r>
                    </a:p>
                  </a:txBody>
                  <a:tcPr marL="36830" marR="36830" marT="36830" marB="36830" anchor="ctr"/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ES_tradnl" sz="1600" dirty="0"/>
                        <a:t>Cursos o créditos cursados en otra institución y que son reconocidos por la Universidad para efectos del cumplimiento</a:t>
                      </a:r>
                      <a:r>
                        <a:rPr kumimoji="0" lang="es-CL" sz="1600" b="0" i="0" u="none" strike="noStrike" kern="1200" cap="none" spc="0" normalizeH="0" baseline="0" noProof="0" dirty="0">
                          <a:ln>
                            <a:noFill/>
                          </a:ln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.</a:t>
                      </a:r>
                      <a:endParaRPr lang="es-ES" sz="160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36830" marR="36830" marT="36830" marB="36830" anchor="ctr"/>
                </a:tc>
                <a:extLst>
                  <a:ext uri="{0D108BD9-81ED-4DB2-BD59-A6C34878D82A}">
                    <a16:rowId xmlns:a16="http://schemas.microsoft.com/office/drawing/2014/main" val="2579196519"/>
                  </a:ext>
                </a:extLst>
              </a:tr>
              <a:tr h="770595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CL" sz="1600" b="1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Programa Cautivo</a:t>
                      </a:r>
                      <a:endParaRPr lang="es-ES" sz="1600" b="1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36830" marR="36830" marT="36830" marB="36830" anchor="ctr"/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ES_tradnl" sz="16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Un programa es cautivo si todas las áreas asociadas para su cumplimento son las mismas para todos los alumnos, independientemente de características como campus, carrera, entre otros.</a:t>
                      </a:r>
                      <a:endParaRPr lang="es-CO" sz="2000" dirty="0">
                        <a:solidFill>
                          <a:srgbClr val="414042"/>
                        </a:solidFill>
                        <a:effectLst/>
                        <a:latin typeface="Arial" panose="020B0604020202020204" pitchFamily="34" charset="0"/>
                        <a:ea typeface="MS PGothic" panose="020B0600070205080204" pitchFamily="34" charset="-128"/>
                        <a:cs typeface="Times New Roman" panose="02020603050405020304" pitchFamily="18" charset="0"/>
                      </a:endParaRPr>
                    </a:p>
                  </a:txBody>
                  <a:tcPr marL="36830" marR="36830" marT="36830" marB="36830" anchor="ctr"/>
                </a:tc>
                <a:extLst>
                  <a:ext uri="{0D108BD9-81ED-4DB2-BD59-A6C34878D82A}">
                    <a16:rowId xmlns:a16="http://schemas.microsoft.com/office/drawing/2014/main" val="2959410008"/>
                  </a:ext>
                </a:extLst>
              </a:tr>
              <a:tr h="770595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ES" sz="1600" b="1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Condición</a:t>
                      </a:r>
                    </a:p>
                  </a:txBody>
                  <a:tcPr marL="36830" marR="36830" marT="36830" marB="36830" anchor="ctr"/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ES_tradnl" sz="16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Requerimiento que se indica al sistema, necesario para cumplir un área. Una condición puede sur un curso o varios cursos, dependiendo de la malla curricular del programa</a:t>
                      </a:r>
                      <a:endParaRPr lang="es-CO" sz="16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36830" marR="36830" marT="36830" marB="36830" anchor="ctr"/>
                </a:tc>
                <a:extLst>
                  <a:ext uri="{0D108BD9-81ED-4DB2-BD59-A6C34878D82A}">
                    <a16:rowId xmlns:a16="http://schemas.microsoft.com/office/drawing/2014/main" val="2056477098"/>
                  </a:ext>
                </a:extLst>
              </a:tr>
              <a:tr h="770595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CL" sz="1600" b="1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Atributo de curso</a:t>
                      </a:r>
                      <a:endParaRPr lang="es-CO" sz="1600" b="1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36830" marR="36830" marT="36830" marB="36830" anchor="ctr"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s-ES" sz="16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Propiedades de los estudiantes que podrían usarse para modelar los requerimientos de las mallas curriculares</a:t>
                      </a:r>
                      <a:endParaRPr lang="es-CO" sz="16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36830" marR="36830" marT="36830" marB="36830" anchor="ctr"/>
                </a:tc>
                <a:extLst>
                  <a:ext uri="{0D108BD9-81ED-4DB2-BD59-A6C34878D82A}">
                    <a16:rowId xmlns:a16="http://schemas.microsoft.com/office/drawing/2014/main" val="120567421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39285668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Vertical Text Placeholder 9">
            <a:extLst>
              <a:ext uri="{FF2B5EF4-FFF2-40B4-BE49-F238E27FC236}">
                <a16:creationId xmlns:a16="http://schemas.microsoft.com/office/drawing/2014/main" id="{61C17162-17F1-530F-F6BC-4203C78DA55D}"/>
              </a:ext>
            </a:extLst>
          </p:cNvPr>
          <p:cNvSpPr>
            <a:spLocks noGrp="1"/>
          </p:cNvSpPr>
          <p:nvPr>
            <p:ph type="body" orient="vert" sz="quarter" idx="10"/>
          </p:nvPr>
        </p:nvSpPr>
        <p:spPr/>
        <p:txBody>
          <a:bodyPr/>
          <a:lstStyle/>
          <a:p>
            <a:r>
              <a:rPr lang="es-ES" sz="1200" dirty="0"/>
              <a:t>Crear las mallas curriculares</a:t>
            </a:r>
            <a:endParaRPr lang="en-US" dirty="0"/>
          </a:p>
        </p:txBody>
      </p:sp>
      <p:sp>
        <p:nvSpPr>
          <p:cNvPr id="16" name="Title 15">
            <a:extLst>
              <a:ext uri="{FF2B5EF4-FFF2-40B4-BE49-F238E27FC236}">
                <a16:creationId xmlns:a16="http://schemas.microsoft.com/office/drawing/2014/main" id="{E36F486A-1A18-4A72-1755-E54B412B18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CONFIGURACIONES</a:t>
            </a:r>
          </a:p>
        </p:txBody>
      </p:sp>
      <p:sp>
        <p:nvSpPr>
          <p:cNvPr id="17" name="Text Placeholder 16">
            <a:extLst>
              <a:ext uri="{FF2B5EF4-FFF2-40B4-BE49-F238E27FC236}">
                <a16:creationId xmlns:a16="http://schemas.microsoft.com/office/drawing/2014/main" id="{4B4C8632-4464-5AEC-A279-4414A5A8BC79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/>
        <p:txBody>
          <a:bodyPr/>
          <a:lstStyle/>
          <a:p>
            <a:r>
              <a:rPr lang="es-CO" dirty="0"/>
              <a:t>Ajustar requerimiento de áreas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3738903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Imagen 9">
            <a:extLst>
              <a:ext uri="{FF2B5EF4-FFF2-40B4-BE49-F238E27FC236}">
                <a16:creationId xmlns:a16="http://schemas.microsoft.com/office/drawing/2014/main" id="{7D6780F0-3928-BAE9-977E-7E105854841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5043" y="1461273"/>
            <a:ext cx="10514132" cy="1375937"/>
          </a:xfrm>
          <a:prstGeom prst="rect">
            <a:avLst/>
          </a:prstGeom>
        </p:spPr>
      </p:pic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241E380B-A82E-42E5-BBD1-63A196A3298F}"/>
              </a:ext>
            </a:extLst>
          </p:cNvPr>
          <p:cNvSpPr>
            <a:spLocks noGrp="1"/>
          </p:cNvSpPr>
          <p:nvPr>
            <p:ph type="body" orient="vert" sz="quarter" idx="17"/>
          </p:nvPr>
        </p:nvSpPr>
        <p:spPr/>
        <p:txBody>
          <a:bodyPr/>
          <a:lstStyle/>
          <a:p>
            <a:r>
              <a:rPr lang="es-ES" sz="1200" dirty="0"/>
              <a:t>Actualizar las mallas curriculares</a:t>
            </a:r>
            <a:endParaRPr lang="en-US" dirty="0"/>
          </a:p>
        </p:txBody>
      </p:sp>
      <p:sp>
        <p:nvSpPr>
          <p:cNvPr id="5" name="Slide Number Placeholder 17">
            <a:extLst>
              <a:ext uri="{FF2B5EF4-FFF2-40B4-BE49-F238E27FC236}">
                <a16:creationId xmlns:a16="http://schemas.microsoft.com/office/drawing/2014/main" id="{95C607FE-72CE-5EC2-5CA9-A583BCB8A36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4A16F8ED-7337-F64C-865A-41A1F48E54DF}" type="slidenum">
              <a:rPr lang="en-US" smtClean="0"/>
              <a:pPr/>
              <a:t>10</a:t>
            </a:fld>
            <a:endParaRPr lang="en-US"/>
          </a:p>
        </p:txBody>
      </p:sp>
      <p:sp>
        <p:nvSpPr>
          <p:cNvPr id="4" name="Título 3">
            <a:extLst>
              <a:ext uri="{FF2B5EF4-FFF2-40B4-BE49-F238E27FC236}">
                <a16:creationId xmlns:a16="http://schemas.microsoft.com/office/drawing/2014/main" id="{2E231CC3-C7F7-D8DF-D8FF-168ACB91E3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47494" y="372717"/>
            <a:ext cx="10271883" cy="626165"/>
          </a:xfrm>
        </p:spPr>
        <p:txBody>
          <a:bodyPr/>
          <a:lstStyle/>
          <a:p>
            <a:r>
              <a:rPr lang="es-ES_tradnl" sz="3200" b="0" dirty="0"/>
              <a:t>Configuraciones: </a:t>
            </a:r>
            <a:r>
              <a:rPr lang="es-ES_tradnl" sz="3000" dirty="0"/>
              <a:t>SMAAREA</a:t>
            </a:r>
            <a:r>
              <a:rPr lang="es-ES_tradnl" sz="3000" b="1" dirty="0"/>
              <a:t> Requerimientos de área</a:t>
            </a:r>
            <a:br>
              <a:rPr lang="es-CL" b="1" dirty="0">
                <a:effectLst/>
              </a:rPr>
            </a:br>
            <a:endParaRPr lang="es-CL" dirty="0"/>
          </a:p>
        </p:txBody>
      </p:sp>
      <p:sp>
        <p:nvSpPr>
          <p:cNvPr id="7" name="Rectángulo: esquinas redondeadas 6">
            <a:extLst>
              <a:ext uri="{FF2B5EF4-FFF2-40B4-BE49-F238E27FC236}">
                <a16:creationId xmlns:a16="http://schemas.microsoft.com/office/drawing/2014/main" id="{81384B68-849F-CBFC-1490-3CD51BDD1B51}"/>
              </a:ext>
            </a:extLst>
          </p:cNvPr>
          <p:cNvSpPr/>
          <p:nvPr/>
        </p:nvSpPr>
        <p:spPr>
          <a:xfrm>
            <a:off x="747494" y="4708758"/>
            <a:ext cx="10996271" cy="879784"/>
          </a:xfrm>
          <a:prstGeom prst="roundRect">
            <a:avLst>
              <a:gd name="adj" fmla="val 14466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s-ES" sz="1100" b="1" dirty="0"/>
              <a:t>Ajustes de área</a:t>
            </a:r>
            <a:br>
              <a:rPr lang="es-ES" sz="1100" b="1" dirty="0"/>
            </a:br>
            <a:br>
              <a:rPr lang="es-ES" sz="1100" b="1" dirty="0"/>
            </a:br>
            <a:r>
              <a:rPr lang="es-ES" sz="1100" b="1" dirty="0"/>
              <a:t>1.   Área: </a:t>
            </a:r>
            <a:r>
              <a:rPr lang="es-419" sz="1100" dirty="0"/>
              <a:t>Se selecciona el área que se va a ajustar</a:t>
            </a:r>
            <a:endParaRPr lang="es-ES" sz="1100" dirty="0"/>
          </a:p>
          <a:p>
            <a:r>
              <a:rPr lang="es-CL" sz="1100" b="1" dirty="0"/>
              <a:t>2.   Período: </a:t>
            </a:r>
            <a:r>
              <a:rPr lang="es-CL" sz="1100" dirty="0"/>
              <a:t>Se selecciona el período para el cual se van a actualizar los datos de área.</a:t>
            </a:r>
          </a:p>
        </p:txBody>
      </p:sp>
      <p:sp>
        <p:nvSpPr>
          <p:cNvPr id="2" name="Rectángulo redondeado 15">
            <a:extLst>
              <a:ext uri="{FF2B5EF4-FFF2-40B4-BE49-F238E27FC236}">
                <a16:creationId xmlns:a16="http://schemas.microsoft.com/office/drawing/2014/main" id="{3F02E6F5-BE5D-90CC-F5F8-0813CCF478DF}"/>
              </a:ext>
            </a:extLst>
          </p:cNvPr>
          <p:cNvSpPr/>
          <p:nvPr/>
        </p:nvSpPr>
        <p:spPr>
          <a:xfrm>
            <a:off x="1061976" y="2046519"/>
            <a:ext cx="217351" cy="205444"/>
          </a:xfrm>
          <a:prstGeom prst="roundRect">
            <a:avLst/>
          </a:prstGeom>
          <a:solidFill>
            <a:schemeClr val="accent3">
              <a:alpha val="8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_tradnl" sz="1100" dirty="0"/>
              <a:t>1</a:t>
            </a:r>
          </a:p>
        </p:txBody>
      </p:sp>
      <p:sp>
        <p:nvSpPr>
          <p:cNvPr id="6" name="Rectángulo redondeado 15">
            <a:extLst>
              <a:ext uri="{FF2B5EF4-FFF2-40B4-BE49-F238E27FC236}">
                <a16:creationId xmlns:a16="http://schemas.microsoft.com/office/drawing/2014/main" id="{457C0300-9700-8189-A819-7B921A6CE7B6}"/>
              </a:ext>
            </a:extLst>
          </p:cNvPr>
          <p:cNvSpPr/>
          <p:nvPr/>
        </p:nvSpPr>
        <p:spPr>
          <a:xfrm>
            <a:off x="5618012" y="2046519"/>
            <a:ext cx="217351" cy="205444"/>
          </a:xfrm>
          <a:prstGeom prst="roundRect">
            <a:avLst/>
          </a:prstGeom>
          <a:solidFill>
            <a:schemeClr val="accent3">
              <a:alpha val="8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_tradnl" sz="1100" dirty="0"/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332810555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Imagen 9">
            <a:extLst>
              <a:ext uri="{FF2B5EF4-FFF2-40B4-BE49-F238E27FC236}">
                <a16:creationId xmlns:a16="http://schemas.microsoft.com/office/drawing/2014/main" id="{4BC6F934-3FB1-BFE8-3532-4531E98F439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0246" y="856055"/>
            <a:ext cx="10634260" cy="4488414"/>
          </a:xfrm>
          <a:prstGeom prst="rect">
            <a:avLst/>
          </a:prstGeom>
        </p:spPr>
      </p:pic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241E380B-A82E-42E5-BBD1-63A196A3298F}"/>
              </a:ext>
            </a:extLst>
          </p:cNvPr>
          <p:cNvSpPr>
            <a:spLocks noGrp="1"/>
          </p:cNvSpPr>
          <p:nvPr>
            <p:ph type="body" orient="vert" sz="quarter" idx="17"/>
          </p:nvPr>
        </p:nvSpPr>
        <p:spPr/>
        <p:txBody>
          <a:bodyPr/>
          <a:lstStyle/>
          <a:p>
            <a:r>
              <a:rPr lang="es-ES" sz="1200" dirty="0"/>
              <a:t>Actualizar las mallas curriculares</a:t>
            </a:r>
            <a:endParaRPr lang="en-US" dirty="0"/>
          </a:p>
        </p:txBody>
      </p:sp>
      <p:sp>
        <p:nvSpPr>
          <p:cNvPr id="5" name="Slide Number Placeholder 17">
            <a:extLst>
              <a:ext uri="{FF2B5EF4-FFF2-40B4-BE49-F238E27FC236}">
                <a16:creationId xmlns:a16="http://schemas.microsoft.com/office/drawing/2014/main" id="{95C607FE-72CE-5EC2-5CA9-A583BCB8A36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4A16F8ED-7337-F64C-865A-41A1F48E54DF}" type="slidenum">
              <a:rPr lang="en-US" smtClean="0"/>
              <a:pPr/>
              <a:t>11</a:t>
            </a:fld>
            <a:endParaRPr lang="en-US"/>
          </a:p>
        </p:txBody>
      </p:sp>
      <p:sp>
        <p:nvSpPr>
          <p:cNvPr id="4" name="Título 3">
            <a:extLst>
              <a:ext uri="{FF2B5EF4-FFF2-40B4-BE49-F238E27FC236}">
                <a16:creationId xmlns:a16="http://schemas.microsoft.com/office/drawing/2014/main" id="{2E231CC3-C7F7-D8DF-D8FF-168ACB91E3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47494" y="372717"/>
            <a:ext cx="10271883" cy="626165"/>
          </a:xfrm>
        </p:spPr>
        <p:txBody>
          <a:bodyPr/>
          <a:lstStyle/>
          <a:p>
            <a:r>
              <a:rPr lang="es-ES_tradnl" sz="3200" b="0" dirty="0"/>
              <a:t>Configuraciones: </a:t>
            </a:r>
            <a:r>
              <a:rPr lang="es-ES_tradnl" sz="3000" dirty="0"/>
              <a:t>SMAAREA</a:t>
            </a:r>
            <a:r>
              <a:rPr lang="es-ES_tradnl" sz="3000" b="1" dirty="0"/>
              <a:t> Requerimientos de área</a:t>
            </a:r>
            <a:br>
              <a:rPr lang="es-ES_tradnl" sz="3000" b="1" dirty="0"/>
            </a:br>
            <a:br>
              <a:rPr lang="es-CL" b="1" dirty="0">
                <a:effectLst/>
              </a:rPr>
            </a:br>
            <a:endParaRPr lang="es-CL" dirty="0"/>
          </a:p>
        </p:txBody>
      </p:sp>
      <p:sp>
        <p:nvSpPr>
          <p:cNvPr id="7" name="Rectángulo: esquinas redondeadas 6">
            <a:extLst>
              <a:ext uri="{FF2B5EF4-FFF2-40B4-BE49-F238E27FC236}">
                <a16:creationId xmlns:a16="http://schemas.microsoft.com/office/drawing/2014/main" id="{81384B68-849F-CBFC-1490-3CD51BDD1B51}"/>
              </a:ext>
            </a:extLst>
          </p:cNvPr>
          <p:cNvSpPr/>
          <p:nvPr/>
        </p:nvSpPr>
        <p:spPr>
          <a:xfrm>
            <a:off x="810246" y="5405718"/>
            <a:ext cx="10996271" cy="879784"/>
          </a:xfrm>
          <a:prstGeom prst="roundRect">
            <a:avLst>
              <a:gd name="adj" fmla="val 14466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s-ES" sz="1100" b="1" dirty="0"/>
              <a:t>Ajustes de área</a:t>
            </a:r>
            <a:br>
              <a:rPr lang="es-ES" sz="1100" b="1" dirty="0"/>
            </a:br>
            <a:br>
              <a:rPr lang="es-ES" sz="1100" b="1" dirty="0"/>
            </a:br>
            <a:r>
              <a:rPr lang="es-ES" sz="1100" b="1" dirty="0"/>
              <a:t>3.   Copiar: </a:t>
            </a:r>
            <a:r>
              <a:rPr lang="es-419" sz="1100" dirty="0"/>
              <a:t>Se da click en copiar y se procede a modificar los datos que correspondan</a:t>
            </a:r>
            <a:endParaRPr lang="es-ES" sz="1100" dirty="0"/>
          </a:p>
          <a:p>
            <a:endParaRPr lang="es-CL" sz="1100" dirty="0"/>
          </a:p>
        </p:txBody>
      </p:sp>
      <p:sp>
        <p:nvSpPr>
          <p:cNvPr id="2" name="Rectángulo redondeado 15">
            <a:extLst>
              <a:ext uri="{FF2B5EF4-FFF2-40B4-BE49-F238E27FC236}">
                <a16:creationId xmlns:a16="http://schemas.microsoft.com/office/drawing/2014/main" id="{D921CA9A-8006-14B5-4315-F56F718D2E64}"/>
              </a:ext>
            </a:extLst>
          </p:cNvPr>
          <p:cNvSpPr/>
          <p:nvPr/>
        </p:nvSpPr>
        <p:spPr>
          <a:xfrm>
            <a:off x="4853804" y="1859581"/>
            <a:ext cx="217351" cy="205444"/>
          </a:xfrm>
          <a:prstGeom prst="roundRect">
            <a:avLst/>
          </a:prstGeom>
          <a:solidFill>
            <a:schemeClr val="accent3">
              <a:alpha val="8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_tradnl" sz="1100" dirty="0"/>
              <a:t>3</a:t>
            </a:r>
          </a:p>
        </p:txBody>
      </p:sp>
    </p:spTree>
    <p:extLst>
      <p:ext uri="{BB962C8B-B14F-4D97-AF65-F5344CB8AC3E}">
        <p14:creationId xmlns:p14="http://schemas.microsoft.com/office/powerpoint/2010/main" val="20559460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Imagen 9">
            <a:extLst>
              <a:ext uri="{FF2B5EF4-FFF2-40B4-BE49-F238E27FC236}">
                <a16:creationId xmlns:a16="http://schemas.microsoft.com/office/drawing/2014/main" id="{B1A3A1CE-4F8B-2F34-91E0-46B3228E79B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4929" y="1183293"/>
            <a:ext cx="9901656" cy="1199573"/>
          </a:xfrm>
          <a:prstGeom prst="rect">
            <a:avLst/>
          </a:prstGeom>
        </p:spPr>
      </p:pic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241E380B-A82E-42E5-BBD1-63A196A3298F}"/>
              </a:ext>
            </a:extLst>
          </p:cNvPr>
          <p:cNvSpPr>
            <a:spLocks noGrp="1"/>
          </p:cNvSpPr>
          <p:nvPr>
            <p:ph type="body" orient="vert" sz="quarter" idx="17"/>
          </p:nvPr>
        </p:nvSpPr>
        <p:spPr/>
        <p:txBody>
          <a:bodyPr/>
          <a:lstStyle/>
          <a:p>
            <a:r>
              <a:rPr lang="es-ES" sz="1200" dirty="0"/>
              <a:t>Actualizar las mallas curriculares</a:t>
            </a:r>
            <a:endParaRPr lang="en-US" dirty="0"/>
          </a:p>
        </p:txBody>
      </p:sp>
      <p:sp>
        <p:nvSpPr>
          <p:cNvPr id="5" name="Slide Number Placeholder 17">
            <a:extLst>
              <a:ext uri="{FF2B5EF4-FFF2-40B4-BE49-F238E27FC236}">
                <a16:creationId xmlns:a16="http://schemas.microsoft.com/office/drawing/2014/main" id="{95C607FE-72CE-5EC2-5CA9-A583BCB8A36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4A16F8ED-7337-F64C-865A-41A1F48E54DF}" type="slidenum">
              <a:rPr lang="en-US" smtClean="0"/>
              <a:pPr/>
              <a:t>12</a:t>
            </a:fld>
            <a:endParaRPr lang="en-US"/>
          </a:p>
        </p:txBody>
      </p:sp>
      <p:sp>
        <p:nvSpPr>
          <p:cNvPr id="4" name="Título 3">
            <a:extLst>
              <a:ext uri="{FF2B5EF4-FFF2-40B4-BE49-F238E27FC236}">
                <a16:creationId xmlns:a16="http://schemas.microsoft.com/office/drawing/2014/main" id="{2E231CC3-C7F7-D8DF-D8FF-168ACB91E3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47494" y="372717"/>
            <a:ext cx="10271883" cy="626165"/>
          </a:xfrm>
        </p:spPr>
        <p:txBody>
          <a:bodyPr/>
          <a:lstStyle/>
          <a:p>
            <a:r>
              <a:rPr lang="es-ES_tradnl" sz="3200" b="0" dirty="0"/>
              <a:t>Configuraciones: </a:t>
            </a:r>
            <a:r>
              <a:rPr lang="es-ES_tradnl" sz="3000" dirty="0"/>
              <a:t>SMAAREA</a:t>
            </a:r>
            <a:r>
              <a:rPr lang="es-ES_tradnl" sz="3000" b="1" dirty="0"/>
              <a:t> Requerimientos de área</a:t>
            </a:r>
            <a:br>
              <a:rPr lang="es-CL" b="1" dirty="0">
                <a:effectLst/>
              </a:rPr>
            </a:br>
            <a:endParaRPr lang="es-CL" dirty="0"/>
          </a:p>
        </p:txBody>
      </p:sp>
      <p:sp>
        <p:nvSpPr>
          <p:cNvPr id="7" name="Rectángulo: esquinas redondeadas 6">
            <a:extLst>
              <a:ext uri="{FF2B5EF4-FFF2-40B4-BE49-F238E27FC236}">
                <a16:creationId xmlns:a16="http://schemas.microsoft.com/office/drawing/2014/main" id="{81384B68-849F-CBFC-1490-3CD51BDD1B51}"/>
              </a:ext>
            </a:extLst>
          </p:cNvPr>
          <p:cNvSpPr/>
          <p:nvPr/>
        </p:nvSpPr>
        <p:spPr>
          <a:xfrm>
            <a:off x="810246" y="5405718"/>
            <a:ext cx="10996271" cy="879784"/>
          </a:xfrm>
          <a:prstGeom prst="roundRect">
            <a:avLst>
              <a:gd name="adj" fmla="val 14466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s-ES" sz="1100" b="1" dirty="0"/>
              <a:t>4.1.- De periodo </a:t>
            </a:r>
          </a:p>
          <a:p>
            <a:r>
              <a:rPr lang="es-ES" sz="1100" b="1" dirty="0"/>
              <a:t>4.2.- A período</a:t>
            </a:r>
            <a:endParaRPr lang="es-ES" sz="1100" dirty="0"/>
          </a:p>
          <a:p>
            <a:r>
              <a:rPr lang="es-419" sz="1100" dirty="0"/>
              <a:t>Al presionar copiar, el campo “De período” se actualiza según el período ingresando en el bloque clave de la página. Las características generales del área se copian y se puede modificar. </a:t>
            </a:r>
          </a:p>
          <a:p>
            <a:endParaRPr lang="es-CL" sz="1100" dirty="0"/>
          </a:p>
        </p:txBody>
      </p:sp>
      <p:sp>
        <p:nvSpPr>
          <p:cNvPr id="2" name="Rectángulo redondeado 15">
            <a:extLst>
              <a:ext uri="{FF2B5EF4-FFF2-40B4-BE49-F238E27FC236}">
                <a16:creationId xmlns:a16="http://schemas.microsoft.com/office/drawing/2014/main" id="{ADBE6CF6-1331-0359-03E0-54452A402F0D}"/>
              </a:ext>
            </a:extLst>
          </p:cNvPr>
          <p:cNvSpPr/>
          <p:nvPr/>
        </p:nvSpPr>
        <p:spPr>
          <a:xfrm>
            <a:off x="810246" y="2124124"/>
            <a:ext cx="434870" cy="230050"/>
          </a:xfrm>
          <a:prstGeom prst="roundRect">
            <a:avLst/>
          </a:prstGeom>
          <a:solidFill>
            <a:schemeClr val="accent3">
              <a:alpha val="8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_tradnl" sz="1100" dirty="0"/>
              <a:t>4.1</a:t>
            </a:r>
          </a:p>
        </p:txBody>
      </p:sp>
      <p:sp>
        <p:nvSpPr>
          <p:cNvPr id="6" name="Rectángulo redondeado 15">
            <a:extLst>
              <a:ext uri="{FF2B5EF4-FFF2-40B4-BE49-F238E27FC236}">
                <a16:creationId xmlns:a16="http://schemas.microsoft.com/office/drawing/2014/main" id="{663B0BE0-E42B-BC47-54C5-474F46D83273}"/>
              </a:ext>
            </a:extLst>
          </p:cNvPr>
          <p:cNvSpPr/>
          <p:nvPr/>
        </p:nvSpPr>
        <p:spPr>
          <a:xfrm>
            <a:off x="7291726" y="2124124"/>
            <a:ext cx="434870" cy="232186"/>
          </a:xfrm>
          <a:prstGeom prst="roundRect">
            <a:avLst/>
          </a:prstGeom>
          <a:solidFill>
            <a:schemeClr val="accent3">
              <a:alpha val="8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_tradnl" sz="1100" dirty="0"/>
              <a:t>4.2</a:t>
            </a:r>
          </a:p>
        </p:txBody>
      </p:sp>
      <p:pic>
        <p:nvPicPr>
          <p:cNvPr id="12" name="Imagen 11">
            <a:extLst>
              <a:ext uri="{FF2B5EF4-FFF2-40B4-BE49-F238E27FC236}">
                <a16:creationId xmlns:a16="http://schemas.microsoft.com/office/drawing/2014/main" id="{91D9D155-2BB9-BDB0-FAB3-FCB763517FF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8520" y="2731496"/>
            <a:ext cx="9978065" cy="1141690"/>
          </a:xfrm>
          <a:prstGeom prst="rect">
            <a:avLst/>
          </a:prstGeom>
        </p:spPr>
      </p:pic>
      <p:sp>
        <p:nvSpPr>
          <p:cNvPr id="13" name="Rectángulo 12">
            <a:extLst>
              <a:ext uri="{FF2B5EF4-FFF2-40B4-BE49-F238E27FC236}">
                <a16:creationId xmlns:a16="http://schemas.microsoft.com/office/drawing/2014/main" id="{DDAE7192-F016-E4E5-5B58-5491BC695B6A}"/>
              </a:ext>
            </a:extLst>
          </p:cNvPr>
          <p:cNvSpPr/>
          <p:nvPr/>
        </p:nvSpPr>
        <p:spPr>
          <a:xfrm>
            <a:off x="1245116" y="3639127"/>
            <a:ext cx="7717729" cy="216881"/>
          </a:xfrm>
          <a:prstGeom prst="rect">
            <a:avLst/>
          </a:prstGeom>
          <a:noFill/>
          <a:ln w="34925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206531769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Imagen 10">
            <a:extLst>
              <a:ext uri="{FF2B5EF4-FFF2-40B4-BE49-F238E27FC236}">
                <a16:creationId xmlns:a16="http://schemas.microsoft.com/office/drawing/2014/main" id="{DF204B83-6AF3-36C8-21BB-377DE50713A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7494" y="1076926"/>
            <a:ext cx="10613495" cy="2757184"/>
          </a:xfrm>
          <a:prstGeom prst="rect">
            <a:avLst/>
          </a:prstGeom>
        </p:spPr>
      </p:pic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241E380B-A82E-42E5-BBD1-63A196A3298F}"/>
              </a:ext>
            </a:extLst>
          </p:cNvPr>
          <p:cNvSpPr>
            <a:spLocks noGrp="1"/>
          </p:cNvSpPr>
          <p:nvPr>
            <p:ph type="body" orient="vert" sz="quarter" idx="17"/>
          </p:nvPr>
        </p:nvSpPr>
        <p:spPr/>
        <p:txBody>
          <a:bodyPr/>
          <a:lstStyle/>
          <a:p>
            <a:r>
              <a:rPr lang="es-ES" sz="1200" dirty="0"/>
              <a:t>Actualizar las mallas curriculares</a:t>
            </a:r>
            <a:endParaRPr lang="en-US" dirty="0"/>
          </a:p>
        </p:txBody>
      </p:sp>
      <p:sp>
        <p:nvSpPr>
          <p:cNvPr id="5" name="Slide Number Placeholder 17">
            <a:extLst>
              <a:ext uri="{FF2B5EF4-FFF2-40B4-BE49-F238E27FC236}">
                <a16:creationId xmlns:a16="http://schemas.microsoft.com/office/drawing/2014/main" id="{95C607FE-72CE-5EC2-5CA9-A583BCB8A36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4A16F8ED-7337-F64C-865A-41A1F48E54DF}" type="slidenum">
              <a:rPr lang="en-US" smtClean="0"/>
              <a:pPr/>
              <a:t>13</a:t>
            </a:fld>
            <a:endParaRPr lang="en-US"/>
          </a:p>
        </p:txBody>
      </p:sp>
      <p:sp>
        <p:nvSpPr>
          <p:cNvPr id="4" name="Título 3">
            <a:extLst>
              <a:ext uri="{FF2B5EF4-FFF2-40B4-BE49-F238E27FC236}">
                <a16:creationId xmlns:a16="http://schemas.microsoft.com/office/drawing/2014/main" id="{2E231CC3-C7F7-D8DF-D8FF-168ACB91E3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47494" y="372717"/>
            <a:ext cx="10271883" cy="626165"/>
          </a:xfrm>
        </p:spPr>
        <p:txBody>
          <a:bodyPr/>
          <a:lstStyle/>
          <a:p>
            <a:r>
              <a:rPr lang="es-ES_tradnl" sz="3200" b="0" dirty="0"/>
              <a:t>Configuraciones: </a:t>
            </a:r>
            <a:r>
              <a:rPr lang="es-ES_tradnl" sz="3000" dirty="0"/>
              <a:t>SMAAREA</a:t>
            </a:r>
            <a:r>
              <a:rPr lang="es-ES_tradnl" sz="3000" b="1" dirty="0"/>
              <a:t> Requerimientos de área</a:t>
            </a:r>
            <a:br>
              <a:rPr lang="es-CL" b="1" dirty="0">
                <a:effectLst/>
              </a:rPr>
            </a:br>
            <a:endParaRPr lang="es-CL" dirty="0"/>
          </a:p>
        </p:txBody>
      </p:sp>
      <p:sp>
        <p:nvSpPr>
          <p:cNvPr id="7" name="Rectángulo: esquinas redondeadas 6">
            <a:extLst>
              <a:ext uri="{FF2B5EF4-FFF2-40B4-BE49-F238E27FC236}">
                <a16:creationId xmlns:a16="http://schemas.microsoft.com/office/drawing/2014/main" id="{81384B68-849F-CBFC-1490-3CD51BDD1B51}"/>
              </a:ext>
            </a:extLst>
          </p:cNvPr>
          <p:cNvSpPr/>
          <p:nvPr/>
        </p:nvSpPr>
        <p:spPr>
          <a:xfrm>
            <a:off x="747494" y="5476565"/>
            <a:ext cx="10996271" cy="879784"/>
          </a:xfrm>
          <a:prstGeom prst="roundRect">
            <a:avLst>
              <a:gd name="adj" fmla="val 14466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r>
              <a:rPr lang="es-419" sz="1100" b="1" dirty="0"/>
              <a:t>En el bloque reglas de anexo de curso/atributo de parea. </a:t>
            </a:r>
          </a:p>
          <a:p>
            <a:r>
              <a:rPr lang="es-419" sz="1100" b="1" dirty="0"/>
              <a:t>1.- Copiar </a:t>
            </a:r>
            <a:r>
              <a:rPr lang="es-419" sz="1100" dirty="0"/>
              <a:t>:Se realiza el proceso de copiar para que se actualice al período que se van a realizar los cambios. Nuevos registros de materia curso, atributos de curso o los que se requieran,</a:t>
            </a:r>
          </a:p>
          <a:p>
            <a:r>
              <a:rPr lang="es-CL" sz="1100" dirty="0">
                <a:cs typeface="Arial"/>
              </a:rPr>
              <a:t>2. Dar clic en Regla para que se habilite lo correspondiente a la asignatura</a:t>
            </a:r>
            <a:endParaRPr lang="es-CL" sz="1100" dirty="0"/>
          </a:p>
        </p:txBody>
      </p:sp>
      <p:sp>
        <p:nvSpPr>
          <p:cNvPr id="2" name="Rectángulo redondeado 15">
            <a:extLst>
              <a:ext uri="{FF2B5EF4-FFF2-40B4-BE49-F238E27FC236}">
                <a16:creationId xmlns:a16="http://schemas.microsoft.com/office/drawing/2014/main" id="{A082521F-229B-FDC9-AD02-30AC1D18C3BE}"/>
              </a:ext>
            </a:extLst>
          </p:cNvPr>
          <p:cNvSpPr/>
          <p:nvPr/>
        </p:nvSpPr>
        <p:spPr>
          <a:xfrm>
            <a:off x="10802026" y="2090573"/>
            <a:ext cx="217351" cy="205444"/>
          </a:xfrm>
          <a:prstGeom prst="roundRect">
            <a:avLst/>
          </a:prstGeom>
          <a:solidFill>
            <a:schemeClr val="accent3">
              <a:alpha val="8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_tradnl" sz="1100" dirty="0"/>
              <a:t>1</a:t>
            </a:r>
          </a:p>
        </p:txBody>
      </p:sp>
      <p:sp>
        <p:nvSpPr>
          <p:cNvPr id="8" name="Rectángulo 7">
            <a:extLst>
              <a:ext uri="{FF2B5EF4-FFF2-40B4-BE49-F238E27FC236}">
                <a16:creationId xmlns:a16="http://schemas.microsoft.com/office/drawing/2014/main" id="{E064194E-E428-FC14-4EBA-D9B2E32624F5}"/>
              </a:ext>
            </a:extLst>
          </p:cNvPr>
          <p:cNvSpPr/>
          <p:nvPr/>
        </p:nvSpPr>
        <p:spPr>
          <a:xfrm>
            <a:off x="747494" y="2242480"/>
            <a:ext cx="511963" cy="267807"/>
          </a:xfrm>
          <a:prstGeom prst="rect">
            <a:avLst/>
          </a:prstGeom>
          <a:noFill/>
          <a:ln w="28575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9" name="Rectángulo redondeado 15">
            <a:extLst>
              <a:ext uri="{FF2B5EF4-FFF2-40B4-BE49-F238E27FC236}">
                <a16:creationId xmlns:a16="http://schemas.microsoft.com/office/drawing/2014/main" id="{7E729AE7-0CB6-3B37-281F-BA43D4ACFE6F}"/>
              </a:ext>
            </a:extLst>
          </p:cNvPr>
          <p:cNvSpPr/>
          <p:nvPr/>
        </p:nvSpPr>
        <p:spPr>
          <a:xfrm>
            <a:off x="1342178" y="2296017"/>
            <a:ext cx="217351" cy="205444"/>
          </a:xfrm>
          <a:prstGeom prst="roundRect">
            <a:avLst/>
          </a:prstGeom>
          <a:solidFill>
            <a:schemeClr val="accent3">
              <a:alpha val="8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s-ES_tradnl" sz="1100" dirty="0"/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308855542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Imagen 8">
            <a:extLst>
              <a:ext uri="{FF2B5EF4-FFF2-40B4-BE49-F238E27FC236}">
                <a16:creationId xmlns:a16="http://schemas.microsoft.com/office/drawing/2014/main" id="{12A10BEB-BDF6-D58A-A509-F9511E3148E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11306" y="998882"/>
            <a:ext cx="9845964" cy="4321741"/>
          </a:xfrm>
          <a:prstGeom prst="rect">
            <a:avLst/>
          </a:prstGeom>
        </p:spPr>
      </p:pic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241E380B-A82E-42E5-BBD1-63A196A3298F}"/>
              </a:ext>
            </a:extLst>
          </p:cNvPr>
          <p:cNvSpPr>
            <a:spLocks noGrp="1"/>
          </p:cNvSpPr>
          <p:nvPr>
            <p:ph type="body" orient="vert" sz="quarter" idx="17"/>
          </p:nvPr>
        </p:nvSpPr>
        <p:spPr/>
        <p:txBody>
          <a:bodyPr/>
          <a:lstStyle/>
          <a:p>
            <a:r>
              <a:rPr lang="es-ES" sz="1200" dirty="0"/>
              <a:t>Actualizar las mallas curriculares</a:t>
            </a:r>
            <a:endParaRPr lang="en-US" dirty="0"/>
          </a:p>
        </p:txBody>
      </p:sp>
      <p:sp>
        <p:nvSpPr>
          <p:cNvPr id="5" name="Slide Number Placeholder 17">
            <a:extLst>
              <a:ext uri="{FF2B5EF4-FFF2-40B4-BE49-F238E27FC236}">
                <a16:creationId xmlns:a16="http://schemas.microsoft.com/office/drawing/2014/main" id="{95C607FE-72CE-5EC2-5CA9-A583BCB8A36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4A16F8ED-7337-F64C-865A-41A1F48E54DF}" type="slidenum">
              <a:rPr lang="en-US" smtClean="0"/>
              <a:pPr/>
              <a:t>14</a:t>
            </a:fld>
            <a:endParaRPr lang="en-US"/>
          </a:p>
        </p:txBody>
      </p:sp>
      <p:sp>
        <p:nvSpPr>
          <p:cNvPr id="4" name="Título 3">
            <a:extLst>
              <a:ext uri="{FF2B5EF4-FFF2-40B4-BE49-F238E27FC236}">
                <a16:creationId xmlns:a16="http://schemas.microsoft.com/office/drawing/2014/main" id="{2E231CC3-C7F7-D8DF-D8FF-168ACB91E3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47494" y="372717"/>
            <a:ext cx="10271883" cy="626165"/>
          </a:xfrm>
        </p:spPr>
        <p:txBody>
          <a:bodyPr/>
          <a:lstStyle/>
          <a:p>
            <a:r>
              <a:rPr lang="es-ES_tradnl" sz="3200" b="0" dirty="0"/>
              <a:t>Configuraciones: </a:t>
            </a:r>
            <a:r>
              <a:rPr lang="es-ES_tradnl" sz="3000" dirty="0"/>
              <a:t>SMAAREA</a:t>
            </a:r>
            <a:r>
              <a:rPr lang="es-ES_tradnl" sz="3000" b="1" dirty="0"/>
              <a:t> Requerimientos de área</a:t>
            </a:r>
            <a:br>
              <a:rPr lang="es-CL" b="1" dirty="0">
                <a:effectLst/>
              </a:rPr>
            </a:br>
            <a:endParaRPr lang="es-CL" dirty="0"/>
          </a:p>
        </p:txBody>
      </p:sp>
      <p:sp>
        <p:nvSpPr>
          <p:cNvPr id="7" name="Rectángulo: esquinas redondeadas 6">
            <a:extLst>
              <a:ext uri="{FF2B5EF4-FFF2-40B4-BE49-F238E27FC236}">
                <a16:creationId xmlns:a16="http://schemas.microsoft.com/office/drawing/2014/main" id="{81384B68-849F-CBFC-1490-3CD51BDD1B51}"/>
              </a:ext>
            </a:extLst>
          </p:cNvPr>
          <p:cNvSpPr/>
          <p:nvPr/>
        </p:nvSpPr>
        <p:spPr>
          <a:xfrm>
            <a:off x="747495" y="5476565"/>
            <a:ext cx="10646646" cy="879784"/>
          </a:xfrm>
          <a:prstGeom prst="roundRect">
            <a:avLst>
              <a:gd name="adj" fmla="val 14466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s-419" sz="1100" b="1" dirty="0"/>
              <a:t>En el bloque anexo de curso/atributo de área. </a:t>
            </a:r>
          </a:p>
          <a:p>
            <a:r>
              <a:rPr lang="es-419" sz="1100" b="1" dirty="0"/>
              <a:t>1.- Copiar: </a:t>
            </a:r>
            <a:r>
              <a:rPr lang="es-419" sz="1100" dirty="0"/>
              <a:t>Se realiza el proceso de copiar para que se actualice al período que se van a realizar los cambios, cambio de reglas o ingreso de nuevas reglas</a:t>
            </a:r>
          </a:p>
          <a:p>
            <a:endParaRPr lang="es-CL" sz="1100" dirty="0"/>
          </a:p>
        </p:txBody>
      </p:sp>
      <p:sp>
        <p:nvSpPr>
          <p:cNvPr id="2" name="Rectángulo redondeado 15">
            <a:extLst>
              <a:ext uri="{FF2B5EF4-FFF2-40B4-BE49-F238E27FC236}">
                <a16:creationId xmlns:a16="http://schemas.microsoft.com/office/drawing/2014/main" id="{3A6ED777-5A78-6A3F-CD5C-6579816DE1A5}"/>
              </a:ext>
            </a:extLst>
          </p:cNvPr>
          <p:cNvSpPr/>
          <p:nvPr/>
        </p:nvSpPr>
        <p:spPr>
          <a:xfrm>
            <a:off x="10772018" y="1960995"/>
            <a:ext cx="217351" cy="205444"/>
          </a:xfrm>
          <a:prstGeom prst="roundRect">
            <a:avLst/>
          </a:prstGeom>
          <a:solidFill>
            <a:schemeClr val="accent3">
              <a:alpha val="8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_tradnl" sz="1100" dirty="0"/>
              <a:t>1</a:t>
            </a:r>
          </a:p>
        </p:txBody>
      </p:sp>
    </p:spTree>
    <p:extLst>
      <p:ext uri="{BB962C8B-B14F-4D97-AF65-F5344CB8AC3E}">
        <p14:creationId xmlns:p14="http://schemas.microsoft.com/office/powerpoint/2010/main" val="101412903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Vertical Text Placeholder 9">
            <a:extLst>
              <a:ext uri="{FF2B5EF4-FFF2-40B4-BE49-F238E27FC236}">
                <a16:creationId xmlns:a16="http://schemas.microsoft.com/office/drawing/2014/main" id="{61C17162-17F1-530F-F6BC-4203C78DA55D}"/>
              </a:ext>
            </a:extLst>
          </p:cNvPr>
          <p:cNvSpPr>
            <a:spLocks noGrp="1"/>
          </p:cNvSpPr>
          <p:nvPr>
            <p:ph type="body" orient="vert" sz="quarter" idx="10"/>
          </p:nvPr>
        </p:nvSpPr>
        <p:spPr/>
        <p:txBody>
          <a:bodyPr/>
          <a:lstStyle/>
          <a:p>
            <a:r>
              <a:rPr lang="es-ES" sz="1200" dirty="0"/>
              <a:t>Actualizar las mallas curriculares</a:t>
            </a:r>
            <a:endParaRPr lang="en-US" dirty="0"/>
          </a:p>
        </p:txBody>
      </p:sp>
      <p:sp>
        <p:nvSpPr>
          <p:cNvPr id="16" name="Title 15">
            <a:extLst>
              <a:ext uri="{FF2B5EF4-FFF2-40B4-BE49-F238E27FC236}">
                <a16:creationId xmlns:a16="http://schemas.microsoft.com/office/drawing/2014/main" id="{E36F486A-1A18-4A72-1755-E54B412B18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200" b="1" dirty="0" err="1">
                <a:solidFill>
                  <a:schemeClr val="bg1"/>
                </a:solidFill>
              </a:rPr>
              <a:t>Actualizar</a:t>
            </a:r>
            <a:r>
              <a:rPr lang="en-US" sz="3200" b="1" dirty="0">
                <a:solidFill>
                  <a:schemeClr val="bg1"/>
                </a:solidFill>
              </a:rPr>
              <a:t> las </a:t>
            </a:r>
            <a:r>
              <a:rPr lang="en-US" sz="3200" b="1" dirty="0" err="1">
                <a:solidFill>
                  <a:schemeClr val="bg1"/>
                </a:solidFill>
              </a:rPr>
              <a:t>mallas</a:t>
            </a:r>
            <a:r>
              <a:rPr lang="en-US" sz="3200" b="1" dirty="0">
                <a:solidFill>
                  <a:schemeClr val="bg1"/>
                </a:solidFill>
              </a:rPr>
              <a:t> </a:t>
            </a:r>
            <a:r>
              <a:rPr lang="en-US" sz="3200" b="1" dirty="0" err="1">
                <a:solidFill>
                  <a:schemeClr val="bg1"/>
                </a:solidFill>
              </a:rPr>
              <a:t>curriculares</a:t>
            </a:r>
            <a:endParaRPr lang="en-US" sz="3200" b="1" dirty="0">
              <a:solidFill>
                <a:schemeClr val="bg1"/>
              </a:solidFill>
            </a:endParaRPr>
          </a:p>
        </p:txBody>
      </p:sp>
      <p:sp>
        <p:nvSpPr>
          <p:cNvPr id="17" name="Text Placeholder 16">
            <a:extLst>
              <a:ext uri="{FF2B5EF4-FFF2-40B4-BE49-F238E27FC236}">
                <a16:creationId xmlns:a16="http://schemas.microsoft.com/office/drawing/2014/main" id="{4B4C8632-4464-5AEC-A279-4414A5A8BC79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/>
        <p:txBody>
          <a:bodyPr/>
          <a:lstStyle/>
          <a:p>
            <a:r>
              <a:rPr lang="es-CO" dirty="0"/>
              <a:t>Ajustar requerimientos de programas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9415413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Imagen 10">
            <a:extLst>
              <a:ext uri="{FF2B5EF4-FFF2-40B4-BE49-F238E27FC236}">
                <a16:creationId xmlns:a16="http://schemas.microsoft.com/office/drawing/2014/main" id="{79C0F12B-C5F7-0918-4A30-1E7D84D0C91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5424" y="1715356"/>
            <a:ext cx="10434818" cy="1137058"/>
          </a:xfrm>
          <a:prstGeom prst="rect">
            <a:avLst/>
          </a:prstGeom>
        </p:spPr>
      </p:pic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241E380B-A82E-42E5-BBD1-63A196A3298F}"/>
              </a:ext>
            </a:extLst>
          </p:cNvPr>
          <p:cNvSpPr>
            <a:spLocks noGrp="1"/>
          </p:cNvSpPr>
          <p:nvPr>
            <p:ph type="body" orient="vert" sz="quarter" idx="17"/>
          </p:nvPr>
        </p:nvSpPr>
        <p:spPr/>
        <p:txBody>
          <a:bodyPr/>
          <a:lstStyle/>
          <a:p>
            <a:endParaRPr lang="es-ES" dirty="0"/>
          </a:p>
          <a:p>
            <a:r>
              <a:rPr lang="es-ES" sz="1200" dirty="0"/>
              <a:t>Actualizar las mallas curriculares</a:t>
            </a:r>
            <a:endParaRPr lang="en-US" dirty="0"/>
          </a:p>
          <a:p>
            <a:endParaRPr lang="es-CL" dirty="0"/>
          </a:p>
        </p:txBody>
      </p:sp>
      <p:sp>
        <p:nvSpPr>
          <p:cNvPr id="5" name="Slide Number Placeholder 17">
            <a:extLst>
              <a:ext uri="{FF2B5EF4-FFF2-40B4-BE49-F238E27FC236}">
                <a16:creationId xmlns:a16="http://schemas.microsoft.com/office/drawing/2014/main" id="{95C607FE-72CE-5EC2-5CA9-A583BCB8A36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4A16F8ED-7337-F64C-865A-41A1F48E54DF}" type="slidenum">
              <a:rPr lang="en-US" smtClean="0"/>
              <a:pPr/>
              <a:t>16</a:t>
            </a:fld>
            <a:endParaRPr lang="en-US"/>
          </a:p>
        </p:txBody>
      </p:sp>
      <p:sp>
        <p:nvSpPr>
          <p:cNvPr id="4" name="Título 3">
            <a:extLst>
              <a:ext uri="{FF2B5EF4-FFF2-40B4-BE49-F238E27FC236}">
                <a16:creationId xmlns:a16="http://schemas.microsoft.com/office/drawing/2014/main" id="{2E231CC3-C7F7-D8DF-D8FF-168ACB91E3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5424" y="372717"/>
            <a:ext cx="10271883" cy="626165"/>
          </a:xfrm>
        </p:spPr>
        <p:txBody>
          <a:bodyPr/>
          <a:lstStyle/>
          <a:p>
            <a:r>
              <a:rPr lang="es-ES_tradnl" sz="3200" b="0" dirty="0"/>
              <a:t>Configuraciones: </a:t>
            </a:r>
            <a:r>
              <a:rPr lang="es-ES_tradnl" sz="3000" b="1" dirty="0"/>
              <a:t>S</a:t>
            </a:r>
            <a:r>
              <a:rPr lang="es-ES_tradnl" sz="3000" dirty="0"/>
              <a:t>MAPROG</a:t>
            </a:r>
            <a:r>
              <a:rPr lang="es-ES_tradnl" sz="3000" b="1" dirty="0"/>
              <a:t> </a:t>
            </a:r>
            <a:r>
              <a:rPr lang="es-ES_tradnl" sz="3000" dirty="0"/>
              <a:t>Requerimientos de programa</a:t>
            </a:r>
            <a:br>
              <a:rPr lang="es-CL" b="1" dirty="0">
                <a:effectLst/>
              </a:rPr>
            </a:br>
            <a:endParaRPr lang="es-CL" dirty="0"/>
          </a:p>
        </p:txBody>
      </p:sp>
      <p:sp>
        <p:nvSpPr>
          <p:cNvPr id="9" name="Rectángulo: esquinas redondeadas 8">
            <a:extLst>
              <a:ext uri="{FF2B5EF4-FFF2-40B4-BE49-F238E27FC236}">
                <a16:creationId xmlns:a16="http://schemas.microsoft.com/office/drawing/2014/main" id="{8C5A3652-26C3-553F-EFB8-456E02D435B6}"/>
              </a:ext>
            </a:extLst>
          </p:cNvPr>
          <p:cNvSpPr/>
          <p:nvPr/>
        </p:nvSpPr>
        <p:spPr>
          <a:xfrm>
            <a:off x="765424" y="4473389"/>
            <a:ext cx="10996271" cy="879784"/>
          </a:xfrm>
          <a:prstGeom prst="roundRect">
            <a:avLst>
              <a:gd name="adj" fmla="val 14466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s-ES" sz="1100" b="1" dirty="0"/>
              <a:t>Ajustes de programa</a:t>
            </a:r>
            <a:br>
              <a:rPr lang="es-ES" sz="1100" b="1" dirty="0"/>
            </a:br>
            <a:br>
              <a:rPr lang="es-ES" sz="1100" b="1" dirty="0"/>
            </a:br>
            <a:r>
              <a:rPr lang="es-ES" sz="1100" b="1" dirty="0"/>
              <a:t>1.   Programa: </a:t>
            </a:r>
            <a:r>
              <a:rPr lang="es-419" sz="1100" dirty="0"/>
              <a:t>Se selecciona el programa que se va a ajustar</a:t>
            </a:r>
            <a:endParaRPr lang="es-ES" sz="1100" dirty="0"/>
          </a:p>
          <a:p>
            <a:pPr marL="228600" indent="-228600">
              <a:buAutoNum type="arabicPeriod" startAt="2"/>
            </a:pPr>
            <a:r>
              <a:rPr lang="es-CL" sz="1100" b="1" dirty="0"/>
              <a:t>Período: </a:t>
            </a:r>
            <a:r>
              <a:rPr lang="es-CL" sz="1100" dirty="0"/>
              <a:t>Se selecciona el período para el cual se van a actualizar los datos del programa.</a:t>
            </a:r>
          </a:p>
          <a:p>
            <a:pPr marL="228600" indent="-228600">
              <a:buAutoNum type="arabicPeriod" startAt="2"/>
            </a:pPr>
            <a:r>
              <a:rPr lang="es-CL" sz="1100" dirty="0"/>
              <a:t>Presionar “Ir”</a:t>
            </a:r>
          </a:p>
        </p:txBody>
      </p:sp>
      <p:sp>
        <p:nvSpPr>
          <p:cNvPr id="2" name="Rectángulo redondeado 15">
            <a:extLst>
              <a:ext uri="{FF2B5EF4-FFF2-40B4-BE49-F238E27FC236}">
                <a16:creationId xmlns:a16="http://schemas.microsoft.com/office/drawing/2014/main" id="{02CF2098-B8A2-67EC-1091-805865633C44}"/>
              </a:ext>
            </a:extLst>
          </p:cNvPr>
          <p:cNvSpPr/>
          <p:nvPr/>
        </p:nvSpPr>
        <p:spPr>
          <a:xfrm>
            <a:off x="883082" y="2283885"/>
            <a:ext cx="217351" cy="205444"/>
          </a:xfrm>
          <a:prstGeom prst="roundRect">
            <a:avLst/>
          </a:prstGeom>
          <a:solidFill>
            <a:schemeClr val="accent3">
              <a:alpha val="8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_tradnl" sz="1100" dirty="0"/>
              <a:t>1</a:t>
            </a:r>
          </a:p>
        </p:txBody>
      </p:sp>
      <p:sp>
        <p:nvSpPr>
          <p:cNvPr id="6" name="Rectángulo redondeado 15">
            <a:extLst>
              <a:ext uri="{FF2B5EF4-FFF2-40B4-BE49-F238E27FC236}">
                <a16:creationId xmlns:a16="http://schemas.microsoft.com/office/drawing/2014/main" id="{0C394384-7853-EBB0-0EB0-0917FEBAF221}"/>
              </a:ext>
            </a:extLst>
          </p:cNvPr>
          <p:cNvSpPr/>
          <p:nvPr/>
        </p:nvSpPr>
        <p:spPr>
          <a:xfrm>
            <a:off x="5676285" y="2283885"/>
            <a:ext cx="217351" cy="205444"/>
          </a:xfrm>
          <a:prstGeom prst="roundRect">
            <a:avLst/>
          </a:prstGeom>
          <a:solidFill>
            <a:schemeClr val="accent3">
              <a:alpha val="8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_tradnl" sz="1100" dirty="0"/>
              <a:t>2</a:t>
            </a:r>
          </a:p>
        </p:txBody>
      </p:sp>
      <p:sp>
        <p:nvSpPr>
          <p:cNvPr id="7" name="Rectángulo redondeado 15">
            <a:extLst>
              <a:ext uri="{FF2B5EF4-FFF2-40B4-BE49-F238E27FC236}">
                <a16:creationId xmlns:a16="http://schemas.microsoft.com/office/drawing/2014/main" id="{0CBAEEF3-2885-9778-0302-D7A8474E31F2}"/>
              </a:ext>
            </a:extLst>
          </p:cNvPr>
          <p:cNvSpPr/>
          <p:nvPr/>
        </p:nvSpPr>
        <p:spPr>
          <a:xfrm>
            <a:off x="10469488" y="2347417"/>
            <a:ext cx="217351" cy="205444"/>
          </a:xfrm>
          <a:prstGeom prst="roundRect">
            <a:avLst/>
          </a:prstGeom>
          <a:solidFill>
            <a:schemeClr val="accent3">
              <a:alpha val="8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_tradnl" sz="1100" dirty="0"/>
              <a:t>3</a:t>
            </a:r>
          </a:p>
        </p:txBody>
      </p:sp>
    </p:spTree>
    <p:extLst>
      <p:ext uri="{BB962C8B-B14F-4D97-AF65-F5344CB8AC3E}">
        <p14:creationId xmlns:p14="http://schemas.microsoft.com/office/powerpoint/2010/main" val="5178499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Imagen 8">
            <a:extLst>
              <a:ext uri="{FF2B5EF4-FFF2-40B4-BE49-F238E27FC236}">
                <a16:creationId xmlns:a16="http://schemas.microsoft.com/office/drawing/2014/main" id="{13A8B3AA-8CB9-48EF-D2E4-E2080E6DFD6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3026" y="767366"/>
            <a:ext cx="10077090" cy="4399857"/>
          </a:xfrm>
          <a:prstGeom prst="rect">
            <a:avLst/>
          </a:prstGeom>
        </p:spPr>
      </p:pic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241E380B-A82E-42E5-BBD1-63A196A3298F}"/>
              </a:ext>
            </a:extLst>
          </p:cNvPr>
          <p:cNvSpPr>
            <a:spLocks noGrp="1"/>
          </p:cNvSpPr>
          <p:nvPr>
            <p:ph type="body" orient="vert" sz="quarter" idx="17"/>
          </p:nvPr>
        </p:nvSpPr>
        <p:spPr/>
        <p:txBody>
          <a:bodyPr/>
          <a:lstStyle/>
          <a:p>
            <a:endParaRPr lang="es-ES" dirty="0"/>
          </a:p>
          <a:p>
            <a:r>
              <a:rPr lang="es-ES" sz="1200" dirty="0"/>
              <a:t>Actualizar las mallas curriculares</a:t>
            </a:r>
            <a:endParaRPr lang="en-US" dirty="0"/>
          </a:p>
          <a:p>
            <a:endParaRPr lang="es-CL" dirty="0"/>
          </a:p>
        </p:txBody>
      </p:sp>
      <p:sp>
        <p:nvSpPr>
          <p:cNvPr id="5" name="Slide Number Placeholder 17">
            <a:extLst>
              <a:ext uri="{FF2B5EF4-FFF2-40B4-BE49-F238E27FC236}">
                <a16:creationId xmlns:a16="http://schemas.microsoft.com/office/drawing/2014/main" id="{95C607FE-72CE-5EC2-5CA9-A583BCB8A36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4A16F8ED-7337-F64C-865A-41A1F48E54DF}" type="slidenum">
              <a:rPr lang="en-US" smtClean="0"/>
              <a:pPr/>
              <a:t>17</a:t>
            </a:fld>
            <a:endParaRPr lang="en-US"/>
          </a:p>
        </p:txBody>
      </p:sp>
      <p:sp>
        <p:nvSpPr>
          <p:cNvPr id="4" name="Título 3">
            <a:extLst>
              <a:ext uri="{FF2B5EF4-FFF2-40B4-BE49-F238E27FC236}">
                <a16:creationId xmlns:a16="http://schemas.microsoft.com/office/drawing/2014/main" id="{2E231CC3-C7F7-D8DF-D8FF-168ACB91E3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1635" y="327992"/>
            <a:ext cx="10271883" cy="626165"/>
          </a:xfrm>
        </p:spPr>
        <p:txBody>
          <a:bodyPr/>
          <a:lstStyle/>
          <a:p>
            <a:r>
              <a:rPr lang="es-ES_tradnl" sz="3600" b="0" dirty="0"/>
              <a:t>Configuraciones: </a:t>
            </a:r>
            <a:r>
              <a:rPr lang="es-ES_tradnl" sz="3200" b="1" dirty="0"/>
              <a:t>S</a:t>
            </a:r>
            <a:r>
              <a:rPr lang="es-ES_tradnl" sz="3200" dirty="0"/>
              <a:t>MAPROG</a:t>
            </a:r>
            <a:r>
              <a:rPr lang="es-ES_tradnl" sz="3200" b="1" dirty="0"/>
              <a:t> </a:t>
            </a:r>
            <a:r>
              <a:rPr lang="es-ES_tradnl" sz="3200" dirty="0"/>
              <a:t>Requerimientos de programa</a:t>
            </a:r>
            <a:endParaRPr lang="es-CL" dirty="0"/>
          </a:p>
        </p:txBody>
      </p:sp>
      <p:sp>
        <p:nvSpPr>
          <p:cNvPr id="8" name="Rectángulo: esquinas redondeadas 7">
            <a:extLst>
              <a:ext uri="{FF2B5EF4-FFF2-40B4-BE49-F238E27FC236}">
                <a16:creationId xmlns:a16="http://schemas.microsoft.com/office/drawing/2014/main" id="{2D36A0A4-8CBE-B1D0-01E9-12D665CB5AE1}"/>
              </a:ext>
            </a:extLst>
          </p:cNvPr>
          <p:cNvSpPr/>
          <p:nvPr/>
        </p:nvSpPr>
        <p:spPr>
          <a:xfrm>
            <a:off x="788896" y="5476565"/>
            <a:ext cx="10271883" cy="879784"/>
          </a:xfrm>
          <a:prstGeom prst="roundRect">
            <a:avLst>
              <a:gd name="adj" fmla="val 14466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s-ES" sz="1100" b="1" dirty="0"/>
              <a:t>Ajustes de programa</a:t>
            </a:r>
            <a:br>
              <a:rPr lang="es-ES" sz="1100" b="1" dirty="0"/>
            </a:br>
            <a:br>
              <a:rPr lang="es-ES" sz="1100" b="1" dirty="0"/>
            </a:br>
            <a:r>
              <a:rPr lang="es-ES" sz="1100" b="1" dirty="0"/>
              <a:t>1.   Copiar: </a:t>
            </a:r>
            <a:r>
              <a:rPr lang="es-419" sz="1100" dirty="0"/>
              <a:t>Se da click en copiar y se procede a modificar los datos del programa que se requieran ajustar</a:t>
            </a:r>
            <a:endParaRPr lang="es-ES" sz="1100" dirty="0"/>
          </a:p>
          <a:p>
            <a:endParaRPr lang="es-CL" sz="1100" dirty="0"/>
          </a:p>
        </p:txBody>
      </p:sp>
      <p:sp>
        <p:nvSpPr>
          <p:cNvPr id="2" name="Rectángulo redondeado 15">
            <a:extLst>
              <a:ext uri="{FF2B5EF4-FFF2-40B4-BE49-F238E27FC236}">
                <a16:creationId xmlns:a16="http://schemas.microsoft.com/office/drawing/2014/main" id="{719D4DB5-22B4-66F7-CE69-09F0AC05B430}"/>
              </a:ext>
            </a:extLst>
          </p:cNvPr>
          <p:cNvSpPr/>
          <p:nvPr/>
        </p:nvSpPr>
        <p:spPr>
          <a:xfrm>
            <a:off x="4757526" y="1690777"/>
            <a:ext cx="217351" cy="205444"/>
          </a:xfrm>
          <a:prstGeom prst="roundRect">
            <a:avLst/>
          </a:prstGeom>
          <a:solidFill>
            <a:schemeClr val="accent3">
              <a:alpha val="8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_tradnl" sz="1100" dirty="0"/>
              <a:t>1</a:t>
            </a:r>
          </a:p>
        </p:txBody>
      </p:sp>
    </p:spTree>
    <p:extLst>
      <p:ext uri="{BB962C8B-B14F-4D97-AF65-F5344CB8AC3E}">
        <p14:creationId xmlns:p14="http://schemas.microsoft.com/office/powerpoint/2010/main" val="79833993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Imagen 9">
            <a:extLst>
              <a:ext uri="{FF2B5EF4-FFF2-40B4-BE49-F238E27FC236}">
                <a16:creationId xmlns:a16="http://schemas.microsoft.com/office/drawing/2014/main" id="{FEBEDA1F-ADCE-A188-741E-E0C9649FF6E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7202" y="903519"/>
            <a:ext cx="10597596" cy="1974604"/>
          </a:xfrm>
          <a:prstGeom prst="rect">
            <a:avLst/>
          </a:prstGeom>
        </p:spPr>
      </p:pic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241E380B-A82E-42E5-BBD1-63A196A3298F}"/>
              </a:ext>
            </a:extLst>
          </p:cNvPr>
          <p:cNvSpPr>
            <a:spLocks noGrp="1"/>
          </p:cNvSpPr>
          <p:nvPr>
            <p:ph type="body" orient="vert" sz="quarter" idx="17"/>
          </p:nvPr>
        </p:nvSpPr>
        <p:spPr/>
        <p:txBody>
          <a:bodyPr/>
          <a:lstStyle/>
          <a:p>
            <a:endParaRPr lang="es-ES" dirty="0"/>
          </a:p>
          <a:p>
            <a:r>
              <a:rPr lang="es-ES" sz="1200" dirty="0"/>
              <a:t>Actualizar las mallas curriculares</a:t>
            </a:r>
            <a:endParaRPr lang="en-US" dirty="0"/>
          </a:p>
          <a:p>
            <a:endParaRPr lang="es-CL" dirty="0"/>
          </a:p>
        </p:txBody>
      </p:sp>
      <p:sp>
        <p:nvSpPr>
          <p:cNvPr id="5" name="Slide Number Placeholder 17">
            <a:extLst>
              <a:ext uri="{FF2B5EF4-FFF2-40B4-BE49-F238E27FC236}">
                <a16:creationId xmlns:a16="http://schemas.microsoft.com/office/drawing/2014/main" id="{95C607FE-72CE-5EC2-5CA9-A583BCB8A36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4A16F8ED-7337-F64C-865A-41A1F48E54DF}" type="slidenum">
              <a:rPr lang="en-US" smtClean="0"/>
              <a:pPr/>
              <a:t>18</a:t>
            </a:fld>
            <a:endParaRPr lang="en-US"/>
          </a:p>
        </p:txBody>
      </p:sp>
      <p:sp>
        <p:nvSpPr>
          <p:cNvPr id="4" name="Título 3">
            <a:extLst>
              <a:ext uri="{FF2B5EF4-FFF2-40B4-BE49-F238E27FC236}">
                <a16:creationId xmlns:a16="http://schemas.microsoft.com/office/drawing/2014/main" id="{2E231CC3-C7F7-D8DF-D8FF-168ACB91E3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1635" y="327992"/>
            <a:ext cx="10271883" cy="626165"/>
          </a:xfrm>
        </p:spPr>
        <p:txBody>
          <a:bodyPr/>
          <a:lstStyle/>
          <a:p>
            <a:r>
              <a:rPr lang="es-ES_tradnl" sz="3600" b="0" dirty="0"/>
              <a:t>Configuraciones: </a:t>
            </a:r>
            <a:r>
              <a:rPr lang="es-ES_tradnl" sz="3200" b="1" dirty="0"/>
              <a:t>S</a:t>
            </a:r>
            <a:r>
              <a:rPr lang="es-ES_tradnl" sz="3200" dirty="0"/>
              <a:t>MAPROG</a:t>
            </a:r>
            <a:r>
              <a:rPr lang="es-ES_tradnl" sz="3200" b="1" dirty="0"/>
              <a:t> </a:t>
            </a:r>
            <a:r>
              <a:rPr lang="es-ES_tradnl" sz="3200" dirty="0"/>
              <a:t>Requerimientos de programa</a:t>
            </a:r>
            <a:endParaRPr lang="es-CL" dirty="0"/>
          </a:p>
        </p:txBody>
      </p:sp>
      <p:sp>
        <p:nvSpPr>
          <p:cNvPr id="2" name="Rectángulo: esquinas redondeadas 1">
            <a:extLst>
              <a:ext uri="{FF2B5EF4-FFF2-40B4-BE49-F238E27FC236}">
                <a16:creationId xmlns:a16="http://schemas.microsoft.com/office/drawing/2014/main" id="{B403E970-A6EB-1473-11F2-07F544AD8A5E}"/>
              </a:ext>
            </a:extLst>
          </p:cNvPr>
          <p:cNvSpPr/>
          <p:nvPr/>
        </p:nvSpPr>
        <p:spPr>
          <a:xfrm>
            <a:off x="810246" y="5659127"/>
            <a:ext cx="10996271" cy="879784"/>
          </a:xfrm>
          <a:prstGeom prst="roundRect">
            <a:avLst>
              <a:gd name="adj" fmla="val 14466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s-ES" sz="1100" b="1" dirty="0"/>
              <a:t>2. De Periodo a período: </a:t>
            </a:r>
            <a:endParaRPr lang="es-ES" sz="1100" dirty="0"/>
          </a:p>
          <a:p>
            <a:r>
              <a:rPr lang="es-419" sz="1100" dirty="0"/>
              <a:t>Al presionar copiar, el campo “De período” se actualiza según el período ingresando en el bloque clave de la página. Las características generales del programa se copian y se pueden modificar. </a:t>
            </a:r>
          </a:p>
          <a:p>
            <a:endParaRPr lang="es-CL" sz="1100" dirty="0"/>
          </a:p>
        </p:txBody>
      </p:sp>
      <p:sp>
        <p:nvSpPr>
          <p:cNvPr id="6" name="Rectángulo redondeado 15">
            <a:extLst>
              <a:ext uri="{FF2B5EF4-FFF2-40B4-BE49-F238E27FC236}">
                <a16:creationId xmlns:a16="http://schemas.microsoft.com/office/drawing/2014/main" id="{E105CEAA-0138-AD5A-99C5-2BBB37ECDF23}"/>
              </a:ext>
            </a:extLst>
          </p:cNvPr>
          <p:cNvSpPr/>
          <p:nvPr/>
        </p:nvSpPr>
        <p:spPr>
          <a:xfrm>
            <a:off x="711635" y="1890822"/>
            <a:ext cx="398981" cy="150629"/>
          </a:xfrm>
          <a:prstGeom prst="roundRect">
            <a:avLst/>
          </a:prstGeom>
          <a:solidFill>
            <a:schemeClr val="accent3">
              <a:alpha val="8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_tradnl" sz="1100" dirty="0"/>
              <a:t>2.1</a:t>
            </a:r>
          </a:p>
        </p:txBody>
      </p:sp>
      <p:sp>
        <p:nvSpPr>
          <p:cNvPr id="7" name="Rectángulo redondeado 15">
            <a:extLst>
              <a:ext uri="{FF2B5EF4-FFF2-40B4-BE49-F238E27FC236}">
                <a16:creationId xmlns:a16="http://schemas.microsoft.com/office/drawing/2014/main" id="{85D49219-A2D9-57DD-A6BC-2E3343C6C6E0}"/>
              </a:ext>
            </a:extLst>
          </p:cNvPr>
          <p:cNvSpPr/>
          <p:nvPr/>
        </p:nvSpPr>
        <p:spPr>
          <a:xfrm>
            <a:off x="7648331" y="1890822"/>
            <a:ext cx="398981" cy="150629"/>
          </a:xfrm>
          <a:prstGeom prst="roundRect">
            <a:avLst/>
          </a:prstGeom>
          <a:solidFill>
            <a:schemeClr val="accent3">
              <a:alpha val="8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_tradnl" sz="1100" dirty="0"/>
              <a:t>2.2</a:t>
            </a:r>
          </a:p>
        </p:txBody>
      </p:sp>
      <p:pic>
        <p:nvPicPr>
          <p:cNvPr id="12" name="Imagen 11">
            <a:extLst>
              <a:ext uri="{FF2B5EF4-FFF2-40B4-BE49-F238E27FC236}">
                <a16:creationId xmlns:a16="http://schemas.microsoft.com/office/drawing/2014/main" id="{394BA922-B1C4-C400-73AE-95E1E928ECB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7200" y="2575694"/>
            <a:ext cx="10597597" cy="2008840"/>
          </a:xfrm>
          <a:prstGeom prst="rect">
            <a:avLst/>
          </a:prstGeom>
        </p:spPr>
      </p:pic>
      <p:sp>
        <p:nvSpPr>
          <p:cNvPr id="13" name="Rectángulo 12">
            <a:extLst>
              <a:ext uri="{FF2B5EF4-FFF2-40B4-BE49-F238E27FC236}">
                <a16:creationId xmlns:a16="http://schemas.microsoft.com/office/drawing/2014/main" id="{C76D8350-31AD-E2AD-7CFA-9728112C4D0C}"/>
              </a:ext>
            </a:extLst>
          </p:cNvPr>
          <p:cNvSpPr/>
          <p:nvPr/>
        </p:nvSpPr>
        <p:spPr>
          <a:xfrm>
            <a:off x="1110616" y="3588589"/>
            <a:ext cx="8205912" cy="226199"/>
          </a:xfrm>
          <a:prstGeom prst="rect">
            <a:avLst/>
          </a:prstGeom>
          <a:noFill/>
          <a:ln w="28575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114014091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Vertical Text Placeholder 9">
            <a:extLst>
              <a:ext uri="{FF2B5EF4-FFF2-40B4-BE49-F238E27FC236}">
                <a16:creationId xmlns:a16="http://schemas.microsoft.com/office/drawing/2014/main" id="{61C17162-17F1-530F-F6BC-4203C78DA55D}"/>
              </a:ext>
            </a:extLst>
          </p:cNvPr>
          <p:cNvSpPr>
            <a:spLocks noGrp="1"/>
          </p:cNvSpPr>
          <p:nvPr>
            <p:ph type="body" orient="vert" sz="quarter" idx="10"/>
          </p:nvPr>
        </p:nvSpPr>
        <p:spPr/>
        <p:txBody>
          <a:bodyPr/>
          <a:lstStyle/>
          <a:p>
            <a:r>
              <a:rPr lang="es-ES" sz="1200" dirty="0"/>
              <a:t>Actualizar las mallas curriculares</a:t>
            </a:r>
            <a:endParaRPr lang="en-US" dirty="0"/>
          </a:p>
        </p:txBody>
      </p:sp>
      <p:sp>
        <p:nvSpPr>
          <p:cNvPr id="16" name="Title 15">
            <a:extLst>
              <a:ext uri="{FF2B5EF4-FFF2-40B4-BE49-F238E27FC236}">
                <a16:creationId xmlns:a16="http://schemas.microsoft.com/office/drawing/2014/main" id="{E36F486A-1A18-4A72-1755-E54B412B18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200" b="1" dirty="0" err="1">
                <a:solidFill>
                  <a:schemeClr val="bg1"/>
                </a:solidFill>
              </a:rPr>
              <a:t>Actualizar</a:t>
            </a:r>
            <a:r>
              <a:rPr lang="en-US" sz="3200" b="1" dirty="0">
                <a:solidFill>
                  <a:schemeClr val="bg1"/>
                </a:solidFill>
              </a:rPr>
              <a:t> las </a:t>
            </a:r>
            <a:r>
              <a:rPr lang="en-US" sz="3200" b="1" dirty="0" err="1">
                <a:solidFill>
                  <a:schemeClr val="bg1"/>
                </a:solidFill>
              </a:rPr>
              <a:t>mallas</a:t>
            </a:r>
            <a:r>
              <a:rPr lang="en-US" sz="3200" b="1" dirty="0">
                <a:solidFill>
                  <a:schemeClr val="bg1"/>
                </a:solidFill>
              </a:rPr>
              <a:t> </a:t>
            </a:r>
            <a:r>
              <a:rPr lang="en-US" sz="3200" b="1" dirty="0" err="1">
                <a:solidFill>
                  <a:schemeClr val="bg1"/>
                </a:solidFill>
              </a:rPr>
              <a:t>curriculares</a:t>
            </a:r>
            <a:endParaRPr lang="en-US" dirty="0"/>
          </a:p>
        </p:txBody>
      </p:sp>
      <p:sp>
        <p:nvSpPr>
          <p:cNvPr id="17" name="Text Placeholder 16">
            <a:extLst>
              <a:ext uri="{FF2B5EF4-FFF2-40B4-BE49-F238E27FC236}">
                <a16:creationId xmlns:a16="http://schemas.microsoft.com/office/drawing/2014/main" id="{4B4C8632-4464-5AEC-A279-4414A5A8BC79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1104900" y="3537192"/>
            <a:ext cx="7092820" cy="774441"/>
          </a:xfrm>
        </p:spPr>
        <p:txBody>
          <a:bodyPr/>
          <a:lstStyle/>
          <a:p>
            <a:r>
              <a:rPr lang="es-419" dirty="0"/>
              <a:t>Modifica áreas del programa</a:t>
            </a:r>
            <a:endParaRPr lang="en-US" dirty="0"/>
          </a:p>
        </p:txBody>
      </p:sp>
      <p:sp>
        <p:nvSpPr>
          <p:cNvPr id="18" name="Slide Number Placeholder 17">
            <a:extLst>
              <a:ext uri="{FF2B5EF4-FFF2-40B4-BE49-F238E27FC236}">
                <a16:creationId xmlns:a16="http://schemas.microsoft.com/office/drawing/2014/main" id="{585CE95F-9E93-A1EC-A586-CDA89C42721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4A16F8ED-7337-F64C-865A-41A1F48E54DF}" type="slidenum">
              <a:rPr lang="en-US" smtClean="0"/>
              <a:pPr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4103050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Imagen 7">
            <a:extLst>
              <a:ext uri="{FF2B5EF4-FFF2-40B4-BE49-F238E27FC236}">
                <a16:creationId xmlns:a16="http://schemas.microsoft.com/office/drawing/2014/main" id="{16AD2A4F-C7F5-06F7-A9A5-0A62F13AA12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0246" y="1380032"/>
            <a:ext cx="10781390" cy="3623808"/>
          </a:xfrm>
          <a:prstGeom prst="rect">
            <a:avLst/>
          </a:prstGeom>
        </p:spPr>
      </p:pic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241E380B-A82E-42E5-BBD1-63A196A3298F}"/>
              </a:ext>
            </a:extLst>
          </p:cNvPr>
          <p:cNvSpPr>
            <a:spLocks noGrp="1"/>
          </p:cNvSpPr>
          <p:nvPr>
            <p:ph type="body" orient="vert" sz="quarter" idx="17"/>
          </p:nvPr>
        </p:nvSpPr>
        <p:spPr/>
        <p:txBody>
          <a:bodyPr/>
          <a:lstStyle/>
          <a:p>
            <a:endParaRPr lang="es-ES" dirty="0"/>
          </a:p>
          <a:p>
            <a:r>
              <a:rPr lang="es-ES" sz="1200" dirty="0"/>
              <a:t>Actualizar las mallas curriculares</a:t>
            </a:r>
            <a:endParaRPr lang="en-US" dirty="0"/>
          </a:p>
          <a:p>
            <a:endParaRPr lang="es-CL" dirty="0"/>
          </a:p>
        </p:txBody>
      </p:sp>
      <p:sp>
        <p:nvSpPr>
          <p:cNvPr id="5" name="Slide Number Placeholder 17">
            <a:extLst>
              <a:ext uri="{FF2B5EF4-FFF2-40B4-BE49-F238E27FC236}">
                <a16:creationId xmlns:a16="http://schemas.microsoft.com/office/drawing/2014/main" id="{95C607FE-72CE-5EC2-5CA9-A583BCB8A36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4A16F8ED-7337-F64C-865A-41A1F48E54DF}" type="slidenum">
              <a:rPr lang="en-US" smtClean="0"/>
              <a:pPr/>
              <a:t>20</a:t>
            </a:fld>
            <a:endParaRPr lang="en-US"/>
          </a:p>
        </p:txBody>
      </p:sp>
      <p:sp>
        <p:nvSpPr>
          <p:cNvPr id="4" name="Título 3">
            <a:extLst>
              <a:ext uri="{FF2B5EF4-FFF2-40B4-BE49-F238E27FC236}">
                <a16:creationId xmlns:a16="http://schemas.microsoft.com/office/drawing/2014/main" id="{2E231CC3-C7F7-D8DF-D8FF-168ACB91E3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2570" y="319089"/>
            <a:ext cx="10271883" cy="626165"/>
          </a:xfrm>
        </p:spPr>
        <p:txBody>
          <a:bodyPr/>
          <a:lstStyle/>
          <a:p>
            <a:r>
              <a:rPr lang="es-ES_tradnl" sz="3600" b="0" dirty="0"/>
              <a:t>Configuraciones: </a:t>
            </a:r>
            <a:r>
              <a:rPr lang="es-ES_tradnl" sz="3200" b="1" dirty="0"/>
              <a:t>S</a:t>
            </a:r>
            <a:r>
              <a:rPr lang="es-ES_tradnl" sz="3200" dirty="0"/>
              <a:t>MAPROG</a:t>
            </a:r>
            <a:r>
              <a:rPr lang="es-ES_tradnl" sz="3200" b="1" dirty="0"/>
              <a:t> </a:t>
            </a:r>
            <a:r>
              <a:rPr lang="es-ES_tradnl" sz="3200" dirty="0"/>
              <a:t>Requerimientos de programa</a:t>
            </a:r>
            <a:endParaRPr lang="es-CL" dirty="0"/>
          </a:p>
        </p:txBody>
      </p:sp>
      <p:sp>
        <p:nvSpPr>
          <p:cNvPr id="2" name="Rectángulo: esquinas redondeadas 1">
            <a:extLst>
              <a:ext uri="{FF2B5EF4-FFF2-40B4-BE49-F238E27FC236}">
                <a16:creationId xmlns:a16="http://schemas.microsoft.com/office/drawing/2014/main" id="{B403E970-A6EB-1473-11F2-07F544AD8A5E}"/>
              </a:ext>
            </a:extLst>
          </p:cNvPr>
          <p:cNvSpPr/>
          <p:nvPr/>
        </p:nvSpPr>
        <p:spPr>
          <a:xfrm>
            <a:off x="810246" y="5659127"/>
            <a:ext cx="10996271" cy="879784"/>
          </a:xfrm>
          <a:prstGeom prst="roundRect">
            <a:avLst>
              <a:gd name="adj" fmla="val 14466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s-ES" sz="1100" b="1" dirty="0"/>
              <a:t>Anexos de áreas de programas</a:t>
            </a:r>
            <a:endParaRPr lang="es-ES" sz="1100" dirty="0"/>
          </a:p>
          <a:p>
            <a:r>
              <a:rPr lang="es-CO" sz="1100" dirty="0"/>
              <a:t>1.- </a:t>
            </a:r>
            <a:r>
              <a:rPr lang="es-CO" sz="1100" b="1" dirty="0"/>
              <a:t>Copia</a:t>
            </a:r>
            <a:r>
              <a:rPr lang="es-CO" sz="1100" dirty="0"/>
              <a:t>: para el período que se va a realizar el ajuste y se realizan los cambios en las reglas que componen el área, se pueden incorporar nuevas áreas o eliminar áreas existentes</a:t>
            </a:r>
            <a:endParaRPr lang="es-CL" sz="1100" dirty="0"/>
          </a:p>
        </p:txBody>
      </p:sp>
      <p:sp>
        <p:nvSpPr>
          <p:cNvPr id="6" name="Rectángulo redondeado 15">
            <a:extLst>
              <a:ext uri="{FF2B5EF4-FFF2-40B4-BE49-F238E27FC236}">
                <a16:creationId xmlns:a16="http://schemas.microsoft.com/office/drawing/2014/main" id="{98880C4C-BF9D-4A3F-6E6D-2E018D8116A3}"/>
              </a:ext>
            </a:extLst>
          </p:cNvPr>
          <p:cNvSpPr/>
          <p:nvPr/>
        </p:nvSpPr>
        <p:spPr>
          <a:xfrm>
            <a:off x="11178989" y="2408058"/>
            <a:ext cx="202765" cy="193160"/>
          </a:xfrm>
          <a:prstGeom prst="roundRect">
            <a:avLst/>
          </a:prstGeom>
          <a:solidFill>
            <a:schemeClr val="accent3">
              <a:alpha val="8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_tradnl" sz="1100" dirty="0"/>
              <a:t>1</a:t>
            </a:r>
          </a:p>
        </p:txBody>
      </p:sp>
    </p:spTree>
    <p:extLst>
      <p:ext uri="{BB962C8B-B14F-4D97-AF65-F5344CB8AC3E}">
        <p14:creationId xmlns:p14="http://schemas.microsoft.com/office/powerpoint/2010/main" val="388684447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Vertical Text Placeholder 9">
            <a:extLst>
              <a:ext uri="{FF2B5EF4-FFF2-40B4-BE49-F238E27FC236}">
                <a16:creationId xmlns:a16="http://schemas.microsoft.com/office/drawing/2014/main" id="{61C17162-17F1-530F-F6BC-4203C78DA55D}"/>
              </a:ext>
            </a:extLst>
          </p:cNvPr>
          <p:cNvSpPr>
            <a:spLocks noGrp="1"/>
          </p:cNvSpPr>
          <p:nvPr>
            <p:ph type="body" orient="vert" sz="quarter" idx="10"/>
          </p:nvPr>
        </p:nvSpPr>
        <p:spPr/>
        <p:txBody>
          <a:bodyPr/>
          <a:lstStyle/>
          <a:p>
            <a:r>
              <a:rPr lang="es-ES" sz="1200" dirty="0"/>
              <a:t>Actualizar las mallas curriculares</a:t>
            </a:r>
            <a:endParaRPr lang="en-US" dirty="0"/>
          </a:p>
        </p:txBody>
      </p:sp>
      <p:sp>
        <p:nvSpPr>
          <p:cNvPr id="16" name="Title 15">
            <a:extLst>
              <a:ext uri="{FF2B5EF4-FFF2-40B4-BE49-F238E27FC236}">
                <a16:creationId xmlns:a16="http://schemas.microsoft.com/office/drawing/2014/main" id="{E36F486A-1A18-4A72-1755-E54B412B18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84827" y="258335"/>
            <a:ext cx="7092820" cy="1628192"/>
          </a:xfrm>
        </p:spPr>
        <p:txBody>
          <a:bodyPr/>
          <a:lstStyle/>
          <a:p>
            <a:r>
              <a:rPr lang="en-US" sz="3600" dirty="0"/>
              <a:t>RESUMEN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5E636CD3-9D55-E7D6-7F08-EB5DED1D28F1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984826" y="2008765"/>
            <a:ext cx="10624467" cy="3979659"/>
          </a:xfrm>
        </p:spPr>
        <p:txBody>
          <a:bodyPr/>
          <a:lstStyle/>
          <a:p>
            <a:pPr marL="0" indent="0">
              <a:buNone/>
            </a:pPr>
            <a:r>
              <a:rPr lang="es-419" sz="2000" dirty="0"/>
              <a:t>Actualizar las mallas curriculares:</a:t>
            </a:r>
          </a:p>
          <a:p>
            <a:pPr marL="342900" indent="-342900" algn="just">
              <a:buClr>
                <a:srgbClr val="0CB4B4"/>
              </a:buClr>
              <a:buFont typeface="Wingdings" panose="05000000000000000000" pitchFamily="2" charset="2"/>
              <a:buChar char="q"/>
            </a:pPr>
            <a:r>
              <a:rPr lang="es-MX" dirty="0"/>
              <a:t>La adecuación de las áreas y los programas a partir de un período se puede hacer en diferentes niveles, según a cuál de ellos apliquen las modificaciones</a:t>
            </a:r>
            <a:r>
              <a:rPr lang="es-ES_tradnl" dirty="0"/>
              <a:t>.</a:t>
            </a:r>
          </a:p>
          <a:p>
            <a:pPr marL="342900" indent="-342900" algn="just">
              <a:buClr>
                <a:srgbClr val="0CB4B4"/>
              </a:buClr>
              <a:buFont typeface="Wingdings" panose="05000000000000000000" pitchFamily="2" charset="2"/>
              <a:buChar char="q"/>
            </a:pPr>
            <a:r>
              <a:rPr lang="es-ES_tradnl" dirty="0"/>
              <a:t>Se pueden agregar, eliminar o modificar los diferentes cursos que componen un área, dependiendo de la magnitud del cambio en la malla curricular</a:t>
            </a:r>
            <a:r>
              <a:rPr lang="es-CL" dirty="0"/>
              <a:t>.  </a:t>
            </a:r>
          </a:p>
          <a:p>
            <a:pPr marL="342900" indent="-342900" algn="just">
              <a:buClr>
                <a:srgbClr val="0CB4B4"/>
              </a:buClr>
              <a:buFont typeface="Wingdings" panose="05000000000000000000" pitchFamily="2" charset="2"/>
              <a:buChar char="q"/>
            </a:pPr>
            <a:r>
              <a:rPr lang="es-ES_tradnl" dirty="0"/>
              <a:t>Las áreas asociadas a un programa pueden ser modificadas, creadas o eliminadas según lo exija la actualización del plan de estudios. </a:t>
            </a:r>
          </a:p>
          <a:p>
            <a:pPr algn="just">
              <a:buClr>
                <a:srgbClr val="0CB4B4"/>
              </a:buClr>
            </a:pPr>
            <a:endParaRPr lang="es-CL" dirty="0"/>
          </a:p>
        </p:txBody>
      </p:sp>
      <p:sp>
        <p:nvSpPr>
          <p:cNvPr id="18" name="Slide Number Placeholder 17">
            <a:extLst>
              <a:ext uri="{FF2B5EF4-FFF2-40B4-BE49-F238E27FC236}">
                <a16:creationId xmlns:a16="http://schemas.microsoft.com/office/drawing/2014/main" id="{585CE95F-9E93-A1EC-A586-CDA89C42721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4A16F8ED-7337-F64C-865A-41A1F48E54DF}" type="slidenum">
              <a:rPr lang="en-US" smtClean="0"/>
              <a:pPr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1348563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31084689-227B-A2E5-EA69-DF2CD64C73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4800" dirty="0"/>
              <a:t>MUCHAS GRACIAS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80EF50E-22E9-2C0A-4970-41D2FFEB26BC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/>
        <p:txBody>
          <a:bodyPr/>
          <a:lstStyle/>
          <a:p>
            <a:r>
              <a:rPr lang="en-US" dirty="0"/>
              <a:t>Sergio Molina</a:t>
            </a:r>
          </a:p>
          <a:p>
            <a:r>
              <a:rPr lang="en-US" dirty="0"/>
              <a:t>Sergio.molina@ellucian.com</a:t>
            </a:r>
          </a:p>
        </p:txBody>
      </p:sp>
      <p:pic>
        <p:nvPicPr>
          <p:cNvPr id="8" name="Graphic 7" descr="User with solid fill">
            <a:extLst>
              <a:ext uri="{FF2B5EF4-FFF2-40B4-BE49-F238E27FC236}">
                <a16:creationId xmlns:a16="http://schemas.microsoft.com/office/drawing/2014/main" id="{C726B198-B5C8-1C5D-4D10-BFFD13AADE3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20090" y="3652538"/>
            <a:ext cx="274320" cy="274320"/>
          </a:xfrm>
          <a:prstGeom prst="rect">
            <a:avLst/>
          </a:prstGeom>
        </p:spPr>
      </p:pic>
      <p:pic>
        <p:nvPicPr>
          <p:cNvPr id="9" name="Graphic 8" descr="Email with solid fill">
            <a:extLst>
              <a:ext uri="{FF2B5EF4-FFF2-40B4-BE49-F238E27FC236}">
                <a16:creationId xmlns:a16="http://schemas.microsoft.com/office/drawing/2014/main" id="{DD7F5D3F-15A6-F216-AF41-EA0DCDE6B379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720090" y="4039758"/>
            <a:ext cx="274320" cy="2743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68669019"/>
      </p:ext>
    </p:extLst>
  </p:cSld>
  <p:clrMapOvr>
    <a:masterClrMapping/>
  </p:clrMapOvr>
</p:sld>
</file>

<file path=ppt/theme/theme1.xml><?xml version="1.0" encoding="utf-8"?>
<a:theme xmlns:a="http://schemas.openxmlformats.org/drawingml/2006/main" name="Ellucian Main Layouts">
  <a:themeElements>
    <a:clrScheme name="Ellucian">
      <a:dk1>
        <a:srgbClr val="000000"/>
      </a:dk1>
      <a:lt1>
        <a:srgbClr val="FFFFFF"/>
      </a:lt1>
      <a:dk2>
        <a:srgbClr val="320070"/>
      </a:dk2>
      <a:lt2>
        <a:srgbClr val="D7D2CB"/>
      </a:lt2>
      <a:accent1>
        <a:srgbClr val="7000EB"/>
      </a:accent1>
      <a:accent2>
        <a:srgbClr val="95F4A0"/>
      </a:accent2>
      <a:accent3>
        <a:srgbClr val="084D2B"/>
      </a:accent3>
      <a:accent4>
        <a:srgbClr val="E8F75B"/>
      </a:accent4>
      <a:accent5>
        <a:srgbClr val="74C4FF"/>
      </a:accent5>
      <a:accent6>
        <a:srgbClr val="FFC800"/>
      </a:accent6>
      <a:hlink>
        <a:srgbClr val="7000EB"/>
      </a:hlink>
      <a:folHlink>
        <a:srgbClr val="7000EB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15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0" tIns="0" rIns="0" bIns="0" rtlCol="0">
        <a:spAutoFit/>
      </a:bodyPr>
      <a:lstStyle>
        <a:defPPr algn="l">
          <a:defRPr dirty="0" err="1" smtClean="0"/>
        </a:defPPr>
      </a:lstStyle>
    </a:txDef>
  </a:objectDefaults>
  <a:extraClrSchemeLst/>
  <a:extLst>
    <a:ext uri="{05A4C25C-085E-4340-85A3-A5531E510DB2}">
      <thm15:themeFamily xmlns:thm15="http://schemas.microsoft.com/office/thememl/2012/main" name="EBP 01 - 4.1.6.2 Programar el inicio y finalizacion de Per.Acad.Regulares" id="{36489518-00D3-425C-91F5-1EE673D7B517}" vid="{CEA309A8-FD57-42A7-831A-1C6DF3BE5D5A}"/>
    </a:ext>
  </a:extLst>
</a:theme>
</file>

<file path=ppt/theme/theme2.xml><?xml version="1.0" encoding="utf-8"?>
<a:theme xmlns:a="http://schemas.openxmlformats.org/drawingml/2006/main" name="Ellucian Blank Layouts">
  <a:themeElements>
    <a:clrScheme name="Ellucian">
      <a:dk1>
        <a:srgbClr val="000000"/>
      </a:dk1>
      <a:lt1>
        <a:srgbClr val="FFFFFF"/>
      </a:lt1>
      <a:dk2>
        <a:srgbClr val="320070"/>
      </a:dk2>
      <a:lt2>
        <a:srgbClr val="D7D2CB"/>
      </a:lt2>
      <a:accent1>
        <a:srgbClr val="7000EB"/>
      </a:accent1>
      <a:accent2>
        <a:srgbClr val="95F4A0"/>
      </a:accent2>
      <a:accent3>
        <a:srgbClr val="084D2B"/>
      </a:accent3>
      <a:accent4>
        <a:srgbClr val="E8F75B"/>
      </a:accent4>
      <a:accent5>
        <a:srgbClr val="74C4FF"/>
      </a:accent5>
      <a:accent6>
        <a:srgbClr val="FFC800"/>
      </a:accent6>
      <a:hlink>
        <a:srgbClr val="7000EB"/>
      </a:hlink>
      <a:folHlink>
        <a:srgbClr val="7000EB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15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0" tIns="0" rIns="0" bIns="0" rtlCol="0">
        <a:spAutoFit/>
      </a:bodyPr>
      <a:lstStyle>
        <a:defPPr algn="l">
          <a:defRPr dirty="0" err="1" smtClean="0"/>
        </a:defPPr>
      </a:lstStyle>
    </a:txDef>
  </a:objectDefaults>
  <a:extraClrSchemeLst/>
  <a:extLst>
    <a:ext uri="{05A4C25C-085E-4340-85A3-A5531E510DB2}">
      <thm15:themeFamily xmlns:thm15="http://schemas.microsoft.com/office/thememl/2012/main" name="EBP 01 - 4.1.6.2 Programar el inicio y finalizacion de Per.Acad.Regulares" id="{36489518-00D3-425C-91F5-1EE673D7B517}" vid="{B53508D9-7D69-489E-B75B-7682E6255525}"/>
    </a:ext>
  </a:extLst>
</a:theme>
</file>

<file path=ppt/theme/theme3.xml><?xml version="1.0" encoding="utf-8"?>
<a:theme xmlns:a="http://schemas.openxmlformats.org/drawingml/2006/main" name="1_Ellucian Main Layouts">
  <a:themeElements>
    <a:clrScheme name="Ellucian">
      <a:dk1>
        <a:srgbClr val="000000"/>
      </a:dk1>
      <a:lt1>
        <a:srgbClr val="FFFFFF"/>
      </a:lt1>
      <a:dk2>
        <a:srgbClr val="320070"/>
      </a:dk2>
      <a:lt2>
        <a:srgbClr val="D7D2CB"/>
      </a:lt2>
      <a:accent1>
        <a:srgbClr val="7000EB"/>
      </a:accent1>
      <a:accent2>
        <a:srgbClr val="95F4A0"/>
      </a:accent2>
      <a:accent3>
        <a:srgbClr val="084D2B"/>
      </a:accent3>
      <a:accent4>
        <a:srgbClr val="E8F75B"/>
      </a:accent4>
      <a:accent5>
        <a:srgbClr val="74C4FF"/>
      </a:accent5>
      <a:accent6>
        <a:srgbClr val="FFC800"/>
      </a:accent6>
      <a:hlink>
        <a:srgbClr val="7000EB"/>
      </a:hlink>
      <a:folHlink>
        <a:srgbClr val="7000EB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15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0" tIns="0" rIns="0" bIns="0" rtlCol="0">
        <a:spAutoFit/>
      </a:bodyPr>
      <a:lstStyle>
        <a:defPPr algn="l">
          <a:defRPr dirty="0" err="1" smtClean="0"/>
        </a:defPPr>
      </a:lstStyle>
    </a:tx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4.xml><?xml version="1.0" encoding="utf-8"?>
<a:theme xmlns:a="http://schemas.openxmlformats.org/drawingml/2006/main" name="1_Ellucian Blank Layouts">
  <a:themeElements>
    <a:clrScheme name="Ellucian">
      <a:dk1>
        <a:srgbClr val="000000"/>
      </a:dk1>
      <a:lt1>
        <a:srgbClr val="FFFFFF"/>
      </a:lt1>
      <a:dk2>
        <a:srgbClr val="320070"/>
      </a:dk2>
      <a:lt2>
        <a:srgbClr val="D7D2CB"/>
      </a:lt2>
      <a:accent1>
        <a:srgbClr val="7000EB"/>
      </a:accent1>
      <a:accent2>
        <a:srgbClr val="95F4A0"/>
      </a:accent2>
      <a:accent3>
        <a:srgbClr val="084D2B"/>
      </a:accent3>
      <a:accent4>
        <a:srgbClr val="E8F75B"/>
      </a:accent4>
      <a:accent5>
        <a:srgbClr val="74C4FF"/>
      </a:accent5>
      <a:accent6>
        <a:srgbClr val="FFC800"/>
      </a:accent6>
      <a:hlink>
        <a:srgbClr val="7000EB"/>
      </a:hlink>
      <a:folHlink>
        <a:srgbClr val="7000EB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15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0" tIns="0" rIns="0" bIns="0" rtlCol="0">
        <a:spAutoFit/>
      </a:bodyPr>
      <a:lstStyle>
        <a:defPPr algn="l">
          <a:defRPr dirty="0" err="1" smtClean="0"/>
        </a:defPPr>
      </a:lstStyle>
    </a:tx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5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EBP 01 - 4.1.6.2 Programar el inicio y finalizacion de Per.Acad.Regulares</Template>
  <TotalTime>5204</TotalTime>
  <Words>928</Words>
  <Application>Microsoft Office PowerPoint</Application>
  <PresentationFormat>Widescreen</PresentationFormat>
  <Paragraphs>128</Paragraphs>
  <Slides>22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4</vt:i4>
      </vt:variant>
      <vt:variant>
        <vt:lpstr>Slide Titles</vt:lpstr>
      </vt:variant>
      <vt:variant>
        <vt:i4>22</vt:i4>
      </vt:variant>
    </vt:vector>
  </HeadingPairs>
  <TitlesOfParts>
    <vt:vector size="33" baseType="lpstr">
      <vt:lpstr>Aptos</vt:lpstr>
      <vt:lpstr>Aptos Display</vt:lpstr>
      <vt:lpstr>Arial</vt:lpstr>
      <vt:lpstr>Calibri</vt:lpstr>
      <vt:lpstr>Courier New</vt:lpstr>
      <vt:lpstr>Helvetica Neue</vt:lpstr>
      <vt:lpstr>Wingdings</vt:lpstr>
      <vt:lpstr>Ellucian Main Layouts</vt:lpstr>
      <vt:lpstr>Ellucian Blank Layouts</vt:lpstr>
      <vt:lpstr>1_Ellucian Main Layouts</vt:lpstr>
      <vt:lpstr>1_Ellucian Blank Layouts</vt:lpstr>
      <vt:lpstr>PowerPoint Presentation</vt:lpstr>
      <vt:lpstr>PowerPoint Presentation</vt:lpstr>
      <vt:lpstr>PowerPoint Presentation</vt:lpstr>
      <vt:lpstr>Overview: Procesos de diseñar y planear la oferta académica </vt:lpstr>
      <vt:lpstr>Overview: Actualizar las mallas curriculares</vt:lpstr>
      <vt:lpstr>Overview: Procesos de actualizar las mallas curriculares</vt:lpstr>
      <vt:lpstr>PowerPoint Presentation</vt:lpstr>
      <vt:lpstr>Overview: Actualizar las mallas curriculares</vt:lpstr>
      <vt:lpstr>CONFIGURACIONES</vt:lpstr>
      <vt:lpstr>Configuraciones: SMAAREA Requerimientos de área </vt:lpstr>
      <vt:lpstr>Configuraciones: SMAAREA Requerimientos de área  </vt:lpstr>
      <vt:lpstr>Configuraciones: SMAAREA Requerimientos de área </vt:lpstr>
      <vt:lpstr>Configuraciones: SMAAREA Requerimientos de área </vt:lpstr>
      <vt:lpstr>Configuraciones: SMAAREA Requerimientos de área </vt:lpstr>
      <vt:lpstr>Actualizar las mallas curriculares</vt:lpstr>
      <vt:lpstr>Configuraciones: SMAPROG Requerimientos de programa </vt:lpstr>
      <vt:lpstr>Configuraciones: SMAPROG Requerimientos de programa</vt:lpstr>
      <vt:lpstr>Configuraciones: SMAPROG Requerimientos de programa</vt:lpstr>
      <vt:lpstr>Actualizar las mallas curriculares</vt:lpstr>
      <vt:lpstr>Configuraciones: SMAPROG Requerimientos de programa</vt:lpstr>
      <vt:lpstr>RESUMEN</vt:lpstr>
      <vt:lpstr>MUCHAS GRACIAS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Gestionar conceptos de cobro y pago</dc:title>
  <dc:creator>Mardones, Francisco</dc:creator>
  <cp:lastModifiedBy>Molina, Sergio</cp:lastModifiedBy>
  <cp:revision>575</cp:revision>
  <dcterms:created xsi:type="dcterms:W3CDTF">2023-07-17T20:07:38Z</dcterms:created>
  <dcterms:modified xsi:type="dcterms:W3CDTF">2026-06-11T00:08:39Z</dcterms:modified>
</cp:coreProperties>
</file>