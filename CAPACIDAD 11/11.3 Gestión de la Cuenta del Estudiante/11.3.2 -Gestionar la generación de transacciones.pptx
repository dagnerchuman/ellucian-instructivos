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87" r:id="rId2"/>
  </p:sldMasterIdLst>
  <p:notesMasterIdLst>
    <p:notesMasterId r:id="rId33"/>
  </p:notesMasterIdLst>
  <p:sldIdLst>
    <p:sldId id="265" r:id="rId3"/>
    <p:sldId id="390" r:id="rId4"/>
    <p:sldId id="418" r:id="rId5"/>
    <p:sldId id="419" r:id="rId6"/>
    <p:sldId id="498" r:id="rId7"/>
    <p:sldId id="421" r:id="rId8"/>
    <p:sldId id="422" r:id="rId9"/>
    <p:sldId id="423" r:id="rId10"/>
    <p:sldId id="517" r:id="rId11"/>
    <p:sldId id="519" r:id="rId12"/>
    <p:sldId id="518" r:id="rId13"/>
    <p:sldId id="520" r:id="rId14"/>
    <p:sldId id="500" r:id="rId15"/>
    <p:sldId id="521" r:id="rId16"/>
    <p:sldId id="522" r:id="rId17"/>
    <p:sldId id="523" r:id="rId18"/>
    <p:sldId id="524" r:id="rId19"/>
    <p:sldId id="525" r:id="rId20"/>
    <p:sldId id="526" r:id="rId21"/>
    <p:sldId id="527" r:id="rId22"/>
    <p:sldId id="528" r:id="rId23"/>
    <p:sldId id="532" r:id="rId24"/>
    <p:sldId id="533" r:id="rId25"/>
    <p:sldId id="530" r:id="rId26"/>
    <p:sldId id="531" r:id="rId27"/>
    <p:sldId id="534" r:id="rId28"/>
    <p:sldId id="535" r:id="rId29"/>
    <p:sldId id="536" r:id="rId30"/>
    <p:sldId id="497" r:id="rId31"/>
    <p:sldId id="51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94"/>
  </p:normalViewPr>
  <p:slideViewPr>
    <p:cSldViewPr snapToGrid="0">
      <p:cViewPr varScale="1">
        <p:scale>
          <a:sx n="60" d="100"/>
          <a:sy n="60" d="100"/>
        </p:scale>
        <p:origin x="1146" y="60"/>
      </p:cViewPr>
      <p:guideLst/>
    </p:cSldViewPr>
  </p:slideViewPr>
  <p:notesTextViewPr>
    <p:cViewPr>
      <p:scale>
        <a:sx n="1" d="1"/>
        <a:sy n="1" d="1"/>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custSel modSld">
      <pc:chgData name="Faver Herrera Mejía" userId="33259626242_tp_box_2" providerId="OAuth2" clId="{928070B4-3928-4BF5-8A3B-02428762A929}" dt="2026-06-19T15:27:25.067" v="114" actId="20577"/>
      <pc:docMkLst>
        <pc:docMk/>
      </pc:docMkLst>
      <pc:sldChg chg="modSp mod">
        <pc:chgData name="Faver Herrera Mejía" userId="33259626242_tp_box_2" providerId="OAuth2" clId="{928070B4-3928-4BF5-8A3B-02428762A929}" dt="2026-06-19T14:52:55.512" v="24" actId="20577"/>
        <pc:sldMkLst>
          <pc:docMk/>
          <pc:sldMk cId="9191365" sldId="265"/>
        </pc:sldMkLst>
        <pc:spChg chg="mod">
          <ac:chgData name="Faver Herrera Mejía" userId="33259626242_tp_box_2" providerId="OAuth2" clId="{928070B4-3928-4BF5-8A3B-02428762A929}" dt="2026-06-19T14:52:49.048" v="19" actId="20577"/>
          <ac:spMkLst>
            <pc:docMk/>
            <pc:sldMk cId="9191365" sldId="265"/>
            <ac:spMk id="4" creationId="{692B0829-7360-8531-FF9E-7D531E7A6091}"/>
          </ac:spMkLst>
        </pc:spChg>
        <pc:spChg chg="mod">
          <ac:chgData name="Faver Herrera Mejía" userId="33259626242_tp_box_2" providerId="OAuth2" clId="{928070B4-3928-4BF5-8A3B-02428762A929}" dt="2026-06-19T14:52:55.512" v="24" actId="20577"/>
          <ac:spMkLst>
            <pc:docMk/>
            <pc:sldMk cId="9191365" sldId="265"/>
            <ac:spMk id="5" creationId="{7640F739-8B92-AE20-CC72-FD73501B27C6}"/>
          </ac:spMkLst>
        </pc:spChg>
      </pc:sldChg>
      <pc:sldChg chg="modSp mod">
        <pc:chgData name="Faver Herrera Mejía" userId="33259626242_tp_box_2" providerId="OAuth2" clId="{928070B4-3928-4BF5-8A3B-02428762A929}" dt="2026-06-19T15:27:25.067" v="114" actId="20577"/>
        <pc:sldMkLst>
          <pc:docMk/>
          <pc:sldMk cId="2900812786" sldId="497"/>
        </pc:sldMkLst>
        <pc:spChg chg="mod">
          <ac:chgData name="Faver Herrera Mejía" userId="33259626242_tp_box_2" providerId="OAuth2" clId="{928070B4-3928-4BF5-8A3B-02428762A929}" dt="2026-06-19T15:27:25.067" v="114" actId="20577"/>
          <ac:spMkLst>
            <pc:docMk/>
            <pc:sldMk cId="2900812786" sldId="497"/>
            <ac:spMk id="6" creationId="{8A43C84A-2DC2-41B9-6418-C6DF699EAB74}"/>
          </ac:spMkLst>
        </pc:spChg>
      </pc:sldChg>
      <pc:sldChg chg="modSp mod">
        <pc:chgData name="Faver Herrera Mejía" userId="33259626242_tp_box_2" providerId="OAuth2" clId="{928070B4-3928-4BF5-8A3B-02428762A929}" dt="2026-06-19T14:54:06.261" v="64" actId="20577"/>
        <pc:sldMkLst>
          <pc:docMk/>
          <pc:sldMk cId="829329984" sldId="512"/>
        </pc:sldMkLst>
        <pc:spChg chg="mod">
          <ac:chgData name="Faver Herrera Mejía" userId="33259626242_tp_box_2" providerId="OAuth2" clId="{928070B4-3928-4BF5-8A3B-02428762A929}" dt="2026-06-19T14:53:55.798" v="43" actId="20577"/>
          <ac:spMkLst>
            <pc:docMk/>
            <pc:sldMk cId="829329984" sldId="512"/>
            <ac:spMk id="2" creationId="{98C8C561-01AA-93BA-31A2-AAD8E5DED18B}"/>
          </ac:spMkLst>
        </pc:spChg>
        <pc:spChg chg="mod">
          <ac:chgData name="Faver Herrera Mejía" userId="33259626242_tp_box_2" providerId="OAuth2" clId="{928070B4-3928-4BF5-8A3B-02428762A929}" dt="2026-06-19T14:54:06.261" v="64" actId="20577"/>
          <ac:spMkLst>
            <pc:docMk/>
            <pc:sldMk cId="829329984" sldId="512"/>
            <ac:spMk id="3" creationId="{E41D6D2D-BB92-CF38-BDA6-D770C4633ECA}"/>
          </ac:spMkLst>
        </pc:spChg>
      </pc:sldChg>
    </pc:docChg>
  </pc:docChgLst>
  <pc:docChgLst>
    <pc:chgData name="Alejandra León Barrera" userId="43512263486_tp_box_2" providerId="OAuth2" clId="{CE2DED1C-98E3-404D-AA29-8769E08C8A92}"/>
    <pc:docChg chg="undo custSel addSld delSld modSld sldOrd delMainMaster">
      <pc:chgData name="Alejandra León Barrera" userId="43512263486_tp_box_2" providerId="OAuth2" clId="{CE2DED1C-98E3-404D-AA29-8769E08C8A92}" dt="2026-06-04T21:56:08.433" v="2162" actId="113"/>
      <pc:docMkLst>
        <pc:docMk/>
      </pc:docMkLst>
      <pc:sldChg chg="modSp mod">
        <pc:chgData name="Alejandra León Barrera" userId="43512263486_tp_box_2" providerId="OAuth2" clId="{CE2DED1C-98E3-404D-AA29-8769E08C8A92}" dt="2026-05-27T18:52:16.825" v="42" actId="14100"/>
        <pc:sldMkLst>
          <pc:docMk/>
          <pc:sldMk cId="9191365" sldId="265"/>
        </pc:sldMkLst>
        <pc:spChg chg="mod">
          <ac:chgData name="Alejandra León Barrera" userId="43512263486_tp_box_2" providerId="OAuth2" clId="{CE2DED1C-98E3-404D-AA29-8769E08C8A92}" dt="2026-05-27T18:52:16.825" v="42" actId="14100"/>
          <ac:spMkLst>
            <pc:docMk/>
            <pc:sldMk cId="9191365" sldId="265"/>
            <ac:spMk id="2" creationId="{0E8BCB3F-6CDE-555F-945C-FD9DF637FF82}"/>
          </ac:spMkLst>
        </pc:spChg>
      </pc:sldChg>
      <pc:sldChg chg="modSp mod">
        <pc:chgData name="Alejandra León Barrera" userId="43512263486_tp_box_2" providerId="OAuth2" clId="{CE2DED1C-98E3-404D-AA29-8769E08C8A92}" dt="2026-05-27T13:36:21.875" v="37" actId="6549"/>
        <pc:sldMkLst>
          <pc:docMk/>
          <pc:sldMk cId="3460307485" sldId="390"/>
        </pc:sldMkLst>
        <pc:graphicFrameChg chg="mod modGraphic">
          <ac:chgData name="Alejandra León Barrera" userId="43512263486_tp_box_2" providerId="OAuth2" clId="{CE2DED1C-98E3-404D-AA29-8769E08C8A92}" dt="2026-05-27T13:36:21.875" v="37" actId="6549"/>
          <ac:graphicFrameMkLst>
            <pc:docMk/>
            <pc:sldMk cId="3460307485" sldId="390"/>
            <ac:graphicFrameMk id="6" creationId="{4673DED4-8FDF-4D14-4B12-E97032DE43BA}"/>
          </ac:graphicFrameMkLst>
        </pc:graphicFrameChg>
      </pc:sldChg>
      <pc:sldChg chg="addSp delSp modSp mod">
        <pc:chgData name="Alejandra León Barrera" userId="43512263486_tp_box_2" providerId="OAuth2" clId="{CE2DED1C-98E3-404D-AA29-8769E08C8A92}" dt="2026-06-04T12:14:06.038" v="167" actId="14100"/>
        <pc:sldMkLst>
          <pc:docMk/>
          <pc:sldMk cId="292336290" sldId="418"/>
        </pc:sldMkLst>
        <pc:spChg chg="mod">
          <ac:chgData name="Alejandra León Barrera" userId="43512263486_tp_box_2" providerId="OAuth2" clId="{CE2DED1C-98E3-404D-AA29-8769E08C8A92}" dt="2026-06-04T12:13:39.676" v="157" actId="1035"/>
          <ac:spMkLst>
            <pc:docMk/>
            <pc:sldMk cId="292336290" sldId="418"/>
            <ac:spMk id="2" creationId="{721A1DC8-C68A-CA30-5658-EEC964804FF2}"/>
          </ac:spMkLst>
        </pc:spChg>
        <pc:spChg chg="add mod">
          <ac:chgData name="Alejandra León Barrera" userId="43512263486_tp_box_2" providerId="OAuth2" clId="{CE2DED1C-98E3-404D-AA29-8769E08C8A92}" dt="2026-06-04T12:13:56.435" v="165" actId="1038"/>
          <ac:spMkLst>
            <pc:docMk/>
            <pc:sldMk cId="292336290" sldId="418"/>
            <ac:spMk id="3" creationId="{5ACB97A7-C641-3EDE-48BD-9FCC14378E39}"/>
          </ac:spMkLst>
        </pc:spChg>
        <pc:picChg chg="mod">
          <ac:chgData name="Alejandra León Barrera" userId="43512263486_tp_box_2" providerId="OAuth2" clId="{CE2DED1C-98E3-404D-AA29-8769E08C8A92}" dt="2026-06-04T12:14:06.038" v="167" actId="14100"/>
          <ac:picMkLst>
            <pc:docMk/>
            <pc:sldMk cId="292336290" sldId="418"/>
            <ac:picMk id="8" creationId="{C9DCAC72-8E59-43D3-DBF8-6FB117CFD62F}"/>
          </ac:picMkLst>
        </pc:picChg>
      </pc:sldChg>
      <pc:sldChg chg="modSp mod">
        <pc:chgData name="Alejandra León Barrera" userId="43512263486_tp_box_2" providerId="OAuth2" clId="{CE2DED1C-98E3-404D-AA29-8769E08C8A92}" dt="2026-05-27T18:53:12.398" v="45"/>
        <pc:sldMkLst>
          <pc:docMk/>
          <pc:sldMk cId="2282972334" sldId="419"/>
        </pc:sldMkLst>
        <pc:spChg chg="mod">
          <ac:chgData name="Alejandra León Barrera" userId="43512263486_tp_box_2" providerId="OAuth2" clId="{CE2DED1C-98E3-404D-AA29-8769E08C8A92}" dt="2026-05-27T18:53:12.398" v="45"/>
          <ac:spMkLst>
            <pc:docMk/>
            <pc:sldMk cId="2282972334" sldId="419"/>
            <ac:spMk id="2" creationId="{7D51AB42-514F-33BE-D706-8979FC17DF12}"/>
          </ac:spMkLst>
        </pc:spChg>
        <pc:spChg chg="mod">
          <ac:chgData name="Alejandra León Barrera" userId="43512263486_tp_box_2" providerId="OAuth2" clId="{CE2DED1C-98E3-404D-AA29-8769E08C8A92}" dt="2026-05-27T18:52:34.356" v="44" actId="108"/>
          <ac:spMkLst>
            <pc:docMk/>
            <pc:sldMk cId="2282972334" sldId="419"/>
            <ac:spMk id="3" creationId="{03C97F2C-8546-ED56-8799-AC198A5DE2B5}"/>
          </ac:spMkLst>
        </pc:spChg>
      </pc:sldChg>
      <pc:sldChg chg="addSp modSp mod">
        <pc:chgData name="Alejandra León Barrera" userId="43512263486_tp_box_2" providerId="OAuth2" clId="{CE2DED1C-98E3-404D-AA29-8769E08C8A92}" dt="2026-06-04T13:26:27.113" v="234" actId="14100"/>
        <pc:sldMkLst>
          <pc:docMk/>
          <pc:sldMk cId="3319194125" sldId="421"/>
        </pc:sldMkLst>
        <pc:spChg chg="mod">
          <ac:chgData name="Alejandra León Barrera" userId="43512263486_tp_box_2" providerId="OAuth2" clId="{CE2DED1C-98E3-404D-AA29-8769E08C8A92}" dt="2026-06-04T13:26:27.113" v="234" actId="14100"/>
          <ac:spMkLst>
            <pc:docMk/>
            <pc:sldMk cId="3319194125" sldId="421"/>
            <ac:spMk id="2" creationId="{E763723C-5330-831A-866D-B841E31941A7}"/>
          </ac:spMkLst>
        </pc:spChg>
        <pc:picChg chg="add mod">
          <ac:chgData name="Alejandra León Barrera" userId="43512263486_tp_box_2" providerId="OAuth2" clId="{CE2DED1C-98E3-404D-AA29-8769E08C8A92}" dt="2026-06-04T13:26:12.462" v="229" actId="1076"/>
          <ac:picMkLst>
            <pc:docMk/>
            <pc:sldMk cId="3319194125" sldId="421"/>
            <ac:picMk id="3" creationId="{65DC979D-7450-8E20-1589-88CC79C5812D}"/>
          </ac:picMkLst>
        </pc:picChg>
      </pc:sldChg>
      <pc:sldChg chg="addSp delSp modSp mod">
        <pc:chgData name="Alejandra León Barrera" userId="43512263486_tp_box_2" providerId="OAuth2" clId="{CE2DED1C-98E3-404D-AA29-8769E08C8A92}" dt="2026-06-04T13:26:46.448" v="237" actId="1076"/>
        <pc:sldMkLst>
          <pc:docMk/>
          <pc:sldMk cId="3240483824" sldId="422"/>
        </pc:sldMkLst>
        <pc:spChg chg="add mod">
          <ac:chgData name="Alejandra León Barrera" userId="43512263486_tp_box_2" providerId="OAuth2" clId="{CE2DED1C-98E3-404D-AA29-8769E08C8A92}" dt="2026-06-04T13:26:46.448" v="237" actId="1076"/>
          <ac:spMkLst>
            <pc:docMk/>
            <pc:sldMk cId="3240483824" sldId="422"/>
            <ac:spMk id="3" creationId="{91FB8FC1-EE61-98EC-8F58-6332769C3AD8}"/>
          </ac:spMkLst>
        </pc:spChg>
      </pc:sldChg>
      <pc:sldChg chg="addSp delSp modSp mod">
        <pc:chgData name="Alejandra León Barrera" userId="43512263486_tp_box_2" providerId="OAuth2" clId="{CE2DED1C-98E3-404D-AA29-8769E08C8A92}" dt="2026-06-04T13:26:54.713" v="240" actId="1076"/>
        <pc:sldMkLst>
          <pc:docMk/>
          <pc:sldMk cId="645989570" sldId="423"/>
        </pc:sldMkLst>
        <pc:spChg chg="add mod">
          <ac:chgData name="Alejandra León Barrera" userId="43512263486_tp_box_2" providerId="OAuth2" clId="{CE2DED1C-98E3-404D-AA29-8769E08C8A92}" dt="2026-06-04T13:26:54.713" v="240" actId="1076"/>
          <ac:spMkLst>
            <pc:docMk/>
            <pc:sldMk cId="645989570" sldId="423"/>
            <ac:spMk id="4" creationId="{FF590AAA-7739-31F1-11A7-5D09C861E13E}"/>
          </ac:spMkLst>
        </pc:spChg>
        <pc:graphicFrameChg chg="mod">
          <ac:chgData name="Alejandra León Barrera" userId="43512263486_tp_box_2" providerId="OAuth2" clId="{CE2DED1C-98E3-404D-AA29-8769E08C8A92}" dt="2026-05-27T18:54:20.598" v="66" actId="1076"/>
          <ac:graphicFrameMkLst>
            <pc:docMk/>
            <pc:sldMk cId="645989570" sldId="423"/>
            <ac:graphicFrameMk id="3" creationId="{7FB3341E-4B68-FA61-19E0-0CD352C0AF24}"/>
          </ac:graphicFrameMkLst>
        </pc:graphicFrameChg>
      </pc:sldChg>
      <pc:sldChg chg="addSp delSp modSp mod">
        <pc:chgData name="Alejandra León Barrera" userId="43512263486_tp_box_2" providerId="OAuth2" clId="{CE2DED1C-98E3-404D-AA29-8769E08C8A92}" dt="2026-06-04T21:56:08.433" v="2162" actId="113"/>
        <pc:sldMkLst>
          <pc:docMk/>
          <pc:sldMk cId="2900812786" sldId="497"/>
        </pc:sldMkLst>
        <pc:spChg chg="add mod">
          <ac:chgData name="Alejandra León Barrera" userId="43512263486_tp_box_2" providerId="OAuth2" clId="{CE2DED1C-98E3-404D-AA29-8769E08C8A92}" dt="2026-06-04T21:56:08.433" v="2162" actId="113"/>
          <ac:spMkLst>
            <pc:docMk/>
            <pc:sldMk cId="2900812786" sldId="497"/>
            <ac:spMk id="6" creationId="{8A43C84A-2DC2-41B9-6418-C6DF699EAB74}"/>
          </ac:spMkLst>
        </pc:spChg>
      </pc:sldChg>
      <pc:sldChg chg="addSp delSp modSp mod">
        <pc:chgData name="Alejandra León Barrera" userId="43512263486_tp_box_2" providerId="OAuth2" clId="{CE2DED1C-98E3-404D-AA29-8769E08C8A92}" dt="2026-06-04T13:29:34.748" v="241" actId="113"/>
        <pc:sldMkLst>
          <pc:docMk/>
          <pc:sldMk cId="882865280" sldId="498"/>
        </pc:sldMkLst>
        <pc:spChg chg="mod">
          <ac:chgData name="Alejandra León Barrera" userId="43512263486_tp_box_2" providerId="OAuth2" clId="{CE2DED1C-98E3-404D-AA29-8769E08C8A92}" dt="2026-06-04T13:24:06.224" v="191" actId="1076"/>
          <ac:spMkLst>
            <pc:docMk/>
            <pc:sldMk cId="882865280" sldId="498"/>
            <ac:spMk id="3" creationId="{0E638EA4-C530-CFF6-F456-E83A811D4142}"/>
          </ac:spMkLst>
        </pc:spChg>
        <pc:spChg chg="add del mod">
          <ac:chgData name="Alejandra León Barrera" userId="43512263486_tp_box_2" providerId="OAuth2" clId="{CE2DED1C-98E3-404D-AA29-8769E08C8A92}" dt="2026-06-04T13:29:34.748" v="241" actId="113"/>
          <ac:spMkLst>
            <pc:docMk/>
            <pc:sldMk cId="882865280" sldId="498"/>
            <ac:spMk id="4" creationId="{48D7EFB0-139D-497B-CE16-7D4D59985C61}"/>
          </ac:spMkLst>
        </pc:spChg>
      </pc:sldChg>
      <pc:sldChg chg="addSp delSp modSp mod">
        <pc:chgData name="Alejandra León Barrera" userId="43512263486_tp_box_2" providerId="OAuth2" clId="{CE2DED1C-98E3-404D-AA29-8769E08C8A92}" dt="2026-06-04T19:19:35.826" v="876" actId="1076"/>
        <pc:sldMkLst>
          <pc:docMk/>
          <pc:sldMk cId="4170624785" sldId="500"/>
        </pc:sldMkLst>
        <pc:spChg chg="mod">
          <ac:chgData name="Alejandra León Barrera" userId="43512263486_tp_box_2" providerId="OAuth2" clId="{CE2DED1C-98E3-404D-AA29-8769E08C8A92}" dt="2026-06-04T19:19:06.557" v="806" actId="1076"/>
          <ac:spMkLst>
            <pc:docMk/>
            <pc:sldMk cId="4170624785" sldId="500"/>
            <ac:spMk id="2" creationId="{72B8C541-4979-C3B4-5449-B1A02861B566}"/>
          </ac:spMkLst>
        </pc:spChg>
        <pc:spChg chg="mod">
          <ac:chgData name="Alejandra León Barrera" userId="43512263486_tp_box_2" providerId="OAuth2" clId="{CE2DED1C-98E3-404D-AA29-8769E08C8A92}" dt="2026-06-04T19:19:35.826" v="876" actId="1076"/>
          <ac:spMkLst>
            <pc:docMk/>
            <pc:sldMk cId="4170624785" sldId="500"/>
            <ac:spMk id="3" creationId="{B7D8E67F-4688-A213-B551-5BC8ACDBA1DB}"/>
          </ac:spMkLst>
        </pc:spChg>
        <pc:picChg chg="add mod">
          <ac:chgData name="Alejandra León Barrera" userId="43512263486_tp_box_2" providerId="OAuth2" clId="{CE2DED1C-98E3-404D-AA29-8769E08C8A92}" dt="2026-06-04T19:19:02.457" v="804" actId="1076"/>
          <ac:picMkLst>
            <pc:docMk/>
            <pc:sldMk cId="4170624785" sldId="500"/>
            <ac:picMk id="7" creationId="{516718F2-113B-B0BC-1FF7-B6ACFB3D6FE0}"/>
          </ac:picMkLst>
        </pc:picChg>
      </pc:sldChg>
      <pc:sldChg chg="modSp add del mod">
        <pc:chgData name="Alejandra León Barrera" userId="43512263486_tp_box_2" providerId="OAuth2" clId="{CE2DED1C-98E3-404D-AA29-8769E08C8A92}" dt="2026-06-04T19:06:14.504" v="632" actId="6549"/>
        <pc:sldMkLst>
          <pc:docMk/>
          <pc:sldMk cId="677416512" sldId="517"/>
        </pc:sldMkLst>
        <pc:spChg chg="mod">
          <ac:chgData name="Alejandra León Barrera" userId="43512263486_tp_box_2" providerId="OAuth2" clId="{CE2DED1C-98E3-404D-AA29-8769E08C8A92}" dt="2026-06-04T19:06:14.504" v="632" actId="6549"/>
          <ac:spMkLst>
            <pc:docMk/>
            <pc:sldMk cId="677416512" sldId="517"/>
            <ac:spMk id="2" creationId="{08189ACF-57C2-6B30-03EB-5F9E991675AA}"/>
          </ac:spMkLst>
        </pc:spChg>
        <pc:spChg chg="mod">
          <ac:chgData name="Alejandra León Barrera" userId="43512263486_tp_box_2" providerId="OAuth2" clId="{CE2DED1C-98E3-404D-AA29-8769E08C8A92}" dt="2026-06-04T17:07:20.855" v="383" actId="1076"/>
          <ac:spMkLst>
            <pc:docMk/>
            <pc:sldMk cId="677416512" sldId="517"/>
            <ac:spMk id="6" creationId="{D18961A5-D875-C3C7-6910-80179D77E101}"/>
          </ac:spMkLst>
        </pc:spChg>
      </pc:sldChg>
      <pc:sldChg chg="add">
        <pc:chgData name="Alejandra León Barrera" userId="43512263486_tp_box_2" providerId="OAuth2" clId="{CE2DED1C-98E3-404D-AA29-8769E08C8A92}" dt="2026-06-04T17:06:00.857" v="375" actId="2890"/>
        <pc:sldMkLst>
          <pc:docMk/>
          <pc:sldMk cId="3872289982" sldId="518"/>
        </pc:sldMkLst>
      </pc:sldChg>
      <pc:sldChg chg="addSp delSp modSp add mod">
        <pc:chgData name="Alejandra León Barrera" userId="43512263486_tp_box_2" providerId="OAuth2" clId="{CE2DED1C-98E3-404D-AA29-8769E08C8A92}" dt="2026-06-04T19:09:12.939" v="645" actId="6549"/>
        <pc:sldMkLst>
          <pc:docMk/>
          <pc:sldMk cId="4284185359" sldId="519"/>
        </pc:sldMkLst>
        <pc:spChg chg="mod">
          <ac:chgData name="Alejandra León Barrera" userId="43512263486_tp_box_2" providerId="OAuth2" clId="{CE2DED1C-98E3-404D-AA29-8769E08C8A92}" dt="2026-06-04T17:37:54.933" v="600" actId="6549"/>
          <ac:spMkLst>
            <pc:docMk/>
            <pc:sldMk cId="4284185359" sldId="519"/>
            <ac:spMk id="2" creationId="{43B36A9F-4F5F-A789-17F2-AE0C86A51996}"/>
          </ac:spMkLst>
        </pc:spChg>
        <pc:spChg chg="mod">
          <ac:chgData name="Alejandra León Barrera" userId="43512263486_tp_box_2" providerId="OAuth2" clId="{CE2DED1C-98E3-404D-AA29-8769E08C8A92}" dt="2026-06-04T19:09:12.939" v="645" actId="6549"/>
          <ac:spMkLst>
            <pc:docMk/>
            <pc:sldMk cId="4284185359" sldId="519"/>
            <ac:spMk id="3" creationId="{605ECD18-019F-D9EC-7114-E02357F26113}"/>
          </ac:spMkLst>
        </pc:spChg>
        <pc:picChg chg="add mod">
          <ac:chgData name="Alejandra León Barrera" userId="43512263486_tp_box_2" providerId="OAuth2" clId="{CE2DED1C-98E3-404D-AA29-8769E08C8A92}" dt="2026-06-04T17:38:02.002" v="601" actId="1076"/>
          <ac:picMkLst>
            <pc:docMk/>
            <pc:sldMk cId="4284185359" sldId="519"/>
            <ac:picMk id="8" creationId="{B583139A-130E-8197-F090-1CEC57F8E5C1}"/>
          </ac:picMkLst>
        </pc:picChg>
      </pc:sldChg>
      <pc:sldChg chg="addSp delSp modSp add mod ord">
        <pc:chgData name="Alejandra León Barrera" userId="43512263486_tp_box_2" providerId="OAuth2" clId="{CE2DED1C-98E3-404D-AA29-8769E08C8A92}" dt="2026-06-04T19:12:06.860" v="782" actId="20577"/>
        <pc:sldMkLst>
          <pc:docMk/>
          <pc:sldMk cId="1824294613" sldId="520"/>
        </pc:sldMkLst>
        <pc:spChg chg="mod">
          <ac:chgData name="Alejandra León Barrera" userId="43512263486_tp_box_2" providerId="OAuth2" clId="{CE2DED1C-98E3-404D-AA29-8769E08C8A92}" dt="2026-06-04T18:20:11.090" v="620" actId="108"/>
          <ac:spMkLst>
            <pc:docMk/>
            <pc:sldMk cId="1824294613" sldId="520"/>
            <ac:spMk id="2" creationId="{2483A694-21AA-DCFC-61DF-6B6B2C1D714D}"/>
          </ac:spMkLst>
        </pc:spChg>
        <pc:spChg chg="mod">
          <ac:chgData name="Alejandra León Barrera" userId="43512263486_tp_box_2" providerId="OAuth2" clId="{CE2DED1C-98E3-404D-AA29-8769E08C8A92}" dt="2026-06-04T19:12:06.860" v="782" actId="20577"/>
          <ac:spMkLst>
            <pc:docMk/>
            <pc:sldMk cId="1824294613" sldId="520"/>
            <ac:spMk id="3" creationId="{1559E03F-18CD-C79D-48A9-2E7063A9B561}"/>
          </ac:spMkLst>
        </pc:spChg>
        <pc:picChg chg="add mod">
          <ac:chgData name="Alejandra León Barrera" userId="43512263486_tp_box_2" providerId="OAuth2" clId="{CE2DED1C-98E3-404D-AA29-8769E08C8A92}" dt="2026-06-04T19:11:27.720" v="668" actId="1076"/>
          <ac:picMkLst>
            <pc:docMk/>
            <pc:sldMk cId="1824294613" sldId="520"/>
            <ac:picMk id="9" creationId="{346D4C30-24CC-0FAC-6155-9494FB65EEE8}"/>
          </ac:picMkLst>
        </pc:picChg>
      </pc:sldChg>
      <pc:sldChg chg="addSp delSp modSp add mod">
        <pc:chgData name="Alejandra León Barrera" userId="43512263486_tp_box_2" providerId="OAuth2" clId="{CE2DED1C-98E3-404D-AA29-8769E08C8A92}" dt="2026-06-04T19:21:49.473" v="885" actId="113"/>
        <pc:sldMkLst>
          <pc:docMk/>
          <pc:sldMk cId="3785345544" sldId="521"/>
        </pc:sldMkLst>
        <pc:spChg chg="mod">
          <ac:chgData name="Alejandra León Barrera" userId="43512263486_tp_box_2" providerId="OAuth2" clId="{CE2DED1C-98E3-404D-AA29-8769E08C8A92}" dt="2026-06-04T19:21:49.473" v="885" actId="113"/>
          <ac:spMkLst>
            <pc:docMk/>
            <pc:sldMk cId="3785345544" sldId="521"/>
            <ac:spMk id="3" creationId="{68EEDF3F-935A-779B-F3B6-1CB5F70C03E2}"/>
          </ac:spMkLst>
        </pc:spChg>
        <pc:picChg chg="add mod">
          <ac:chgData name="Alejandra León Barrera" userId="43512263486_tp_box_2" providerId="OAuth2" clId="{CE2DED1C-98E3-404D-AA29-8769E08C8A92}" dt="2026-06-04T19:17:18.826" v="791" actId="1076"/>
          <ac:picMkLst>
            <pc:docMk/>
            <pc:sldMk cId="3785345544" sldId="521"/>
            <ac:picMk id="5" creationId="{955B97A9-F293-079B-E913-A24FF0E3A7A1}"/>
          </ac:picMkLst>
        </pc:picChg>
        <pc:picChg chg="add mod">
          <ac:chgData name="Alejandra León Barrera" userId="43512263486_tp_box_2" providerId="OAuth2" clId="{CE2DED1C-98E3-404D-AA29-8769E08C8A92}" dt="2026-06-04T19:17:38.679" v="799" actId="1035"/>
          <ac:picMkLst>
            <pc:docMk/>
            <pc:sldMk cId="3785345544" sldId="521"/>
            <ac:picMk id="8" creationId="{7D2380E2-2A38-32AD-1265-EC3AD406FDEA}"/>
          </ac:picMkLst>
        </pc:picChg>
      </pc:sldChg>
      <pc:sldChg chg="addSp delSp modSp add mod">
        <pc:chgData name="Alejandra León Barrera" userId="43512263486_tp_box_2" providerId="OAuth2" clId="{CE2DED1C-98E3-404D-AA29-8769E08C8A92}" dt="2026-06-04T19:28:07.511" v="1275" actId="1076"/>
        <pc:sldMkLst>
          <pc:docMk/>
          <pc:sldMk cId="3950353967" sldId="522"/>
        </pc:sldMkLst>
        <pc:spChg chg="mod">
          <ac:chgData name="Alejandra León Barrera" userId="43512263486_tp_box_2" providerId="OAuth2" clId="{CE2DED1C-98E3-404D-AA29-8769E08C8A92}" dt="2026-06-04T19:26:40.048" v="1180" actId="1076"/>
          <ac:spMkLst>
            <pc:docMk/>
            <pc:sldMk cId="3950353967" sldId="522"/>
            <ac:spMk id="2" creationId="{4DF67770-32EB-D0B7-84F0-01BBAA7035AC}"/>
          </ac:spMkLst>
        </pc:spChg>
        <pc:spChg chg="mod">
          <ac:chgData name="Alejandra León Barrera" userId="43512263486_tp_box_2" providerId="OAuth2" clId="{CE2DED1C-98E3-404D-AA29-8769E08C8A92}" dt="2026-06-04T19:28:07.511" v="1275" actId="1076"/>
          <ac:spMkLst>
            <pc:docMk/>
            <pc:sldMk cId="3950353967" sldId="522"/>
            <ac:spMk id="3" creationId="{2BA66F68-7E01-3CAA-5ECF-92A6931754B7}"/>
          </ac:spMkLst>
        </pc:spChg>
        <pc:picChg chg="add mod">
          <ac:chgData name="Alejandra León Barrera" userId="43512263486_tp_box_2" providerId="OAuth2" clId="{CE2DED1C-98E3-404D-AA29-8769E08C8A92}" dt="2026-06-04T19:26:43.247" v="1182" actId="1076"/>
          <ac:picMkLst>
            <pc:docMk/>
            <pc:sldMk cId="3950353967" sldId="522"/>
            <ac:picMk id="5" creationId="{964EBC1E-4EB9-F97B-9701-939752D9D133}"/>
          </ac:picMkLst>
        </pc:picChg>
        <pc:picChg chg="add mod">
          <ac:chgData name="Alejandra León Barrera" userId="43512263486_tp_box_2" providerId="OAuth2" clId="{CE2DED1C-98E3-404D-AA29-8769E08C8A92}" dt="2026-06-04T19:26:53.781" v="1192" actId="1076"/>
          <ac:picMkLst>
            <pc:docMk/>
            <pc:sldMk cId="3950353967" sldId="522"/>
            <ac:picMk id="8" creationId="{B2EFC504-F3E1-DAD6-D3D9-57EB734870AA}"/>
          </ac:picMkLst>
        </pc:picChg>
        <pc:picChg chg="add mod">
          <ac:chgData name="Alejandra León Barrera" userId="43512263486_tp_box_2" providerId="OAuth2" clId="{CE2DED1C-98E3-404D-AA29-8769E08C8A92}" dt="2026-06-04T19:26:45.716" v="1183" actId="1076"/>
          <ac:picMkLst>
            <pc:docMk/>
            <pc:sldMk cId="3950353967" sldId="522"/>
            <ac:picMk id="10" creationId="{B6F4A01E-BB72-1584-AC62-7FC737697974}"/>
          </ac:picMkLst>
        </pc:picChg>
        <pc:picChg chg="add mod">
          <ac:chgData name="Alejandra León Barrera" userId="43512263486_tp_box_2" providerId="OAuth2" clId="{CE2DED1C-98E3-404D-AA29-8769E08C8A92}" dt="2026-06-04T19:26:49.857" v="1191" actId="1036"/>
          <ac:picMkLst>
            <pc:docMk/>
            <pc:sldMk cId="3950353967" sldId="522"/>
            <ac:picMk id="12" creationId="{681A0DA5-3F22-133E-47A6-F5ACEFF2313D}"/>
          </ac:picMkLst>
        </pc:picChg>
        <pc:picChg chg="add mod">
          <ac:chgData name="Alejandra León Barrera" userId="43512263486_tp_box_2" providerId="OAuth2" clId="{CE2DED1C-98E3-404D-AA29-8769E08C8A92}" dt="2026-06-04T19:26:53.781" v="1192" actId="1076"/>
          <ac:picMkLst>
            <pc:docMk/>
            <pc:sldMk cId="3950353967" sldId="522"/>
            <ac:picMk id="14" creationId="{28EA966C-E0D6-C9D7-5DDE-52DC3C43AF54}"/>
          </ac:picMkLst>
        </pc:picChg>
      </pc:sldChg>
      <pc:sldChg chg="addSp delSp modSp add mod">
        <pc:chgData name="Alejandra León Barrera" userId="43512263486_tp_box_2" providerId="OAuth2" clId="{CE2DED1C-98E3-404D-AA29-8769E08C8A92}" dt="2026-06-04T19:30:17.549" v="1294" actId="1076"/>
        <pc:sldMkLst>
          <pc:docMk/>
          <pc:sldMk cId="3378698222" sldId="523"/>
        </pc:sldMkLst>
        <pc:spChg chg="mod">
          <ac:chgData name="Alejandra León Barrera" userId="43512263486_tp_box_2" providerId="OAuth2" clId="{CE2DED1C-98E3-404D-AA29-8769E08C8A92}" dt="2026-06-04T19:29:38.108" v="1287" actId="1076"/>
          <ac:spMkLst>
            <pc:docMk/>
            <pc:sldMk cId="3378698222" sldId="523"/>
            <ac:spMk id="2" creationId="{27A71C8E-60D4-2437-BB33-53759F1863D7}"/>
          </ac:spMkLst>
        </pc:spChg>
        <pc:spChg chg="mod">
          <ac:chgData name="Alejandra León Barrera" userId="43512263486_tp_box_2" providerId="OAuth2" clId="{CE2DED1C-98E3-404D-AA29-8769E08C8A92}" dt="2026-06-04T19:30:17.549" v="1294" actId="1076"/>
          <ac:spMkLst>
            <pc:docMk/>
            <pc:sldMk cId="3378698222" sldId="523"/>
            <ac:spMk id="3" creationId="{1B58AE1C-379C-5C7C-CBBF-A2E356F372D9}"/>
          </ac:spMkLst>
        </pc:spChg>
        <pc:picChg chg="add mod">
          <ac:chgData name="Alejandra León Barrera" userId="43512263486_tp_box_2" providerId="OAuth2" clId="{CE2DED1C-98E3-404D-AA29-8769E08C8A92}" dt="2026-06-04T19:30:17.549" v="1294" actId="1076"/>
          <ac:picMkLst>
            <pc:docMk/>
            <pc:sldMk cId="3378698222" sldId="523"/>
            <ac:picMk id="5" creationId="{5F28B710-0CE3-CE7F-12FB-977E64AD63B8}"/>
          </ac:picMkLst>
        </pc:picChg>
        <pc:picChg chg="add mod">
          <ac:chgData name="Alejandra León Barrera" userId="43512263486_tp_box_2" providerId="OAuth2" clId="{CE2DED1C-98E3-404D-AA29-8769E08C8A92}" dt="2026-06-04T19:30:17.549" v="1294" actId="1076"/>
          <ac:picMkLst>
            <pc:docMk/>
            <pc:sldMk cId="3378698222" sldId="523"/>
            <ac:picMk id="8" creationId="{EEC214C1-E3B6-69B0-6AFA-B5FD5905571D}"/>
          </ac:picMkLst>
        </pc:picChg>
      </pc:sldChg>
      <pc:sldChg chg="addSp delSp modSp add mod">
        <pc:chgData name="Alejandra León Barrera" userId="43512263486_tp_box_2" providerId="OAuth2" clId="{CE2DED1C-98E3-404D-AA29-8769E08C8A92}" dt="2026-06-04T19:32:01.646" v="1319" actId="22"/>
        <pc:sldMkLst>
          <pc:docMk/>
          <pc:sldMk cId="2250641751" sldId="524"/>
        </pc:sldMkLst>
        <pc:spChg chg="add mod">
          <ac:chgData name="Alejandra León Barrera" userId="43512263486_tp_box_2" providerId="OAuth2" clId="{CE2DED1C-98E3-404D-AA29-8769E08C8A92}" dt="2026-06-04T19:31:18.446" v="1310" actId="1076"/>
          <ac:spMkLst>
            <pc:docMk/>
            <pc:sldMk cId="2250641751" sldId="524"/>
            <ac:spMk id="7" creationId="{156EEEFE-FCAE-6B02-882A-6A866853B02A}"/>
          </ac:spMkLst>
        </pc:spChg>
        <pc:picChg chg="add mod">
          <ac:chgData name="Alejandra León Barrera" userId="43512263486_tp_box_2" providerId="OAuth2" clId="{CE2DED1C-98E3-404D-AA29-8769E08C8A92}" dt="2026-06-04T19:30:57.557" v="1303" actId="1076"/>
          <ac:picMkLst>
            <pc:docMk/>
            <pc:sldMk cId="2250641751" sldId="524"/>
            <ac:picMk id="6" creationId="{A3708254-398C-0045-D098-4617FFAE230F}"/>
          </ac:picMkLst>
        </pc:picChg>
        <pc:picChg chg="add mod">
          <ac:chgData name="Alejandra León Barrera" userId="43512263486_tp_box_2" providerId="OAuth2" clId="{CE2DED1C-98E3-404D-AA29-8769E08C8A92}" dt="2026-06-04T19:31:38.768" v="1313" actId="1076"/>
          <ac:picMkLst>
            <pc:docMk/>
            <pc:sldMk cId="2250641751" sldId="524"/>
            <ac:picMk id="10" creationId="{2FA96F95-B28A-4C08-D600-6343DB96E7E8}"/>
          </ac:picMkLst>
        </pc:picChg>
        <pc:picChg chg="add mod">
          <ac:chgData name="Alejandra León Barrera" userId="43512263486_tp_box_2" providerId="OAuth2" clId="{CE2DED1C-98E3-404D-AA29-8769E08C8A92}" dt="2026-06-04T19:31:58.117" v="1317" actId="1076"/>
          <ac:picMkLst>
            <pc:docMk/>
            <pc:sldMk cId="2250641751" sldId="524"/>
            <ac:picMk id="12" creationId="{B4659DC2-FB1F-812B-E51E-584F366CD92B}"/>
          </ac:picMkLst>
        </pc:picChg>
      </pc:sldChg>
      <pc:sldChg chg="addSp delSp modSp add mod ord">
        <pc:chgData name="Alejandra León Barrera" userId="43512263486_tp_box_2" providerId="OAuth2" clId="{CE2DED1C-98E3-404D-AA29-8769E08C8A92}" dt="2026-06-04T19:35:20.280" v="1379" actId="20577"/>
        <pc:sldMkLst>
          <pc:docMk/>
          <pc:sldMk cId="3419966028" sldId="525"/>
        </pc:sldMkLst>
        <pc:spChg chg="mod">
          <ac:chgData name="Alejandra León Barrera" userId="43512263486_tp_box_2" providerId="OAuth2" clId="{CE2DED1C-98E3-404D-AA29-8769E08C8A92}" dt="2026-06-04T19:33:33.745" v="1335" actId="1076"/>
          <ac:spMkLst>
            <pc:docMk/>
            <pc:sldMk cId="3419966028" sldId="525"/>
            <ac:spMk id="2" creationId="{72E2F43B-D383-804D-06ED-F83263CD1172}"/>
          </ac:spMkLst>
        </pc:spChg>
        <pc:spChg chg="mod">
          <ac:chgData name="Alejandra León Barrera" userId="43512263486_tp_box_2" providerId="OAuth2" clId="{CE2DED1C-98E3-404D-AA29-8769E08C8A92}" dt="2026-06-04T19:35:20.280" v="1379" actId="20577"/>
          <ac:spMkLst>
            <pc:docMk/>
            <pc:sldMk cId="3419966028" sldId="525"/>
            <ac:spMk id="3" creationId="{B652F7B1-9C81-6585-5F7A-6A81DBF42377}"/>
          </ac:spMkLst>
        </pc:spChg>
        <pc:picChg chg="add mod ord">
          <ac:chgData name="Alejandra León Barrera" userId="43512263486_tp_box_2" providerId="OAuth2" clId="{CE2DED1C-98E3-404D-AA29-8769E08C8A92}" dt="2026-06-04T19:33:44.197" v="1342" actId="1076"/>
          <ac:picMkLst>
            <pc:docMk/>
            <pc:sldMk cId="3419966028" sldId="525"/>
            <ac:picMk id="6" creationId="{4A3E16AC-3635-2CEC-9A4D-E533EFCF028B}"/>
          </ac:picMkLst>
        </pc:picChg>
        <pc:picChg chg="add mod">
          <ac:chgData name="Alejandra León Barrera" userId="43512263486_tp_box_2" providerId="OAuth2" clId="{CE2DED1C-98E3-404D-AA29-8769E08C8A92}" dt="2026-06-04T19:34:49.414" v="1367" actId="1036"/>
          <ac:picMkLst>
            <pc:docMk/>
            <pc:sldMk cId="3419966028" sldId="525"/>
            <ac:picMk id="11" creationId="{E64E0E86-2C67-0E03-0EBB-3AD0C4A0B093}"/>
          </ac:picMkLst>
        </pc:picChg>
        <pc:picChg chg="add mod">
          <ac:chgData name="Alejandra León Barrera" userId="43512263486_tp_box_2" providerId="OAuth2" clId="{CE2DED1C-98E3-404D-AA29-8769E08C8A92}" dt="2026-06-04T19:34:54.975" v="1374" actId="1037"/>
          <ac:picMkLst>
            <pc:docMk/>
            <pc:sldMk cId="3419966028" sldId="525"/>
            <ac:picMk id="15" creationId="{E5677D93-F997-0044-8E82-964A0E975B55}"/>
          </ac:picMkLst>
        </pc:picChg>
        <pc:picChg chg="add mod">
          <ac:chgData name="Alejandra León Barrera" userId="43512263486_tp_box_2" providerId="OAuth2" clId="{CE2DED1C-98E3-404D-AA29-8769E08C8A92}" dt="2026-06-04T19:34:43.854" v="1356" actId="1076"/>
          <ac:picMkLst>
            <pc:docMk/>
            <pc:sldMk cId="3419966028" sldId="525"/>
            <ac:picMk id="17" creationId="{0531D6DB-2A98-6C76-06CF-1859C8C829F5}"/>
          </ac:picMkLst>
        </pc:picChg>
        <pc:picChg chg="add mod">
          <ac:chgData name="Alejandra León Barrera" userId="43512263486_tp_box_2" providerId="OAuth2" clId="{CE2DED1C-98E3-404D-AA29-8769E08C8A92}" dt="2026-06-04T19:34:41.115" v="1355" actId="1076"/>
          <ac:picMkLst>
            <pc:docMk/>
            <pc:sldMk cId="3419966028" sldId="525"/>
            <ac:picMk id="19" creationId="{FB01D178-DCE9-8B2B-8B75-F5DE26F305DC}"/>
          </ac:picMkLst>
        </pc:picChg>
        <pc:picChg chg="add mod">
          <ac:chgData name="Alejandra León Barrera" userId="43512263486_tp_box_2" providerId="OAuth2" clId="{CE2DED1C-98E3-404D-AA29-8769E08C8A92}" dt="2026-06-04T19:34:38.324" v="1354" actId="1036"/>
          <ac:picMkLst>
            <pc:docMk/>
            <pc:sldMk cId="3419966028" sldId="525"/>
            <ac:picMk id="21" creationId="{2FD845C8-7B1B-01C5-3811-BE23B5576E88}"/>
          </ac:picMkLst>
        </pc:picChg>
        <pc:cxnChg chg="add mod">
          <ac:chgData name="Alejandra León Barrera" userId="43512263486_tp_box_2" providerId="OAuth2" clId="{CE2DED1C-98E3-404D-AA29-8769E08C8A92}" dt="2026-06-04T19:33:59.481" v="1346" actId="13822"/>
          <ac:cxnSpMkLst>
            <pc:docMk/>
            <pc:sldMk cId="3419966028" sldId="525"/>
            <ac:cxnSpMk id="9" creationId="{0B3B48C4-969D-604D-C760-E27D256B1CA5}"/>
          </ac:cxnSpMkLst>
        </pc:cxnChg>
      </pc:sldChg>
      <pc:sldChg chg="addSp modSp add mod">
        <pc:chgData name="Alejandra León Barrera" userId="43512263486_tp_box_2" providerId="OAuth2" clId="{CE2DED1C-98E3-404D-AA29-8769E08C8A92}" dt="2026-06-04T20:07:57.836" v="1472" actId="14100"/>
        <pc:sldMkLst>
          <pc:docMk/>
          <pc:sldMk cId="898182266" sldId="526"/>
        </pc:sldMkLst>
        <pc:spChg chg="mod">
          <ac:chgData name="Alejandra León Barrera" userId="43512263486_tp_box_2" providerId="OAuth2" clId="{CE2DED1C-98E3-404D-AA29-8769E08C8A92}" dt="2026-06-04T19:36:36.023" v="1385" actId="1076"/>
          <ac:spMkLst>
            <pc:docMk/>
            <pc:sldMk cId="898182266" sldId="526"/>
            <ac:spMk id="2" creationId="{F038DD61-758A-D5AD-7C2C-7ECC121A8116}"/>
          </ac:spMkLst>
        </pc:spChg>
        <pc:spChg chg="mod">
          <ac:chgData name="Alejandra León Barrera" userId="43512263486_tp_box_2" providerId="OAuth2" clId="{CE2DED1C-98E3-404D-AA29-8769E08C8A92}" dt="2026-06-04T20:07:57.836" v="1472" actId="14100"/>
          <ac:spMkLst>
            <pc:docMk/>
            <pc:sldMk cId="898182266" sldId="526"/>
            <ac:spMk id="3" creationId="{3DE9236F-AD75-10B3-125F-644FEECB4B60}"/>
          </ac:spMkLst>
        </pc:spChg>
        <pc:picChg chg="add mod">
          <ac:chgData name="Alejandra León Barrera" userId="43512263486_tp_box_2" providerId="OAuth2" clId="{CE2DED1C-98E3-404D-AA29-8769E08C8A92}" dt="2026-06-04T19:36:38.095" v="1386" actId="1076"/>
          <ac:picMkLst>
            <pc:docMk/>
            <pc:sldMk cId="898182266" sldId="526"/>
            <ac:picMk id="5" creationId="{8C8CAAE7-3A4D-6276-AAF7-1D3588180BB9}"/>
          </ac:picMkLst>
        </pc:picChg>
      </pc:sldChg>
      <pc:sldChg chg="addSp modSp add mod">
        <pc:chgData name="Alejandra León Barrera" userId="43512263486_tp_box_2" providerId="OAuth2" clId="{CE2DED1C-98E3-404D-AA29-8769E08C8A92}" dt="2026-06-04T20:07:35.630" v="1469" actId="1076"/>
        <pc:sldMkLst>
          <pc:docMk/>
          <pc:sldMk cId="2699222890" sldId="527"/>
        </pc:sldMkLst>
        <pc:spChg chg="mod">
          <ac:chgData name="Alejandra León Barrera" userId="43512263486_tp_box_2" providerId="OAuth2" clId="{CE2DED1C-98E3-404D-AA29-8769E08C8A92}" dt="2026-06-04T20:07:35.630" v="1469" actId="1076"/>
          <ac:spMkLst>
            <pc:docMk/>
            <pc:sldMk cId="2699222890" sldId="527"/>
            <ac:spMk id="3" creationId="{ED25B04D-9618-02CF-3C06-8C63DA88A625}"/>
          </ac:spMkLst>
        </pc:spChg>
        <pc:picChg chg="add mod">
          <ac:chgData name="Alejandra León Barrera" userId="43512263486_tp_box_2" providerId="OAuth2" clId="{CE2DED1C-98E3-404D-AA29-8769E08C8A92}" dt="2026-06-04T19:38:03.663" v="1393" actId="1076"/>
          <ac:picMkLst>
            <pc:docMk/>
            <pc:sldMk cId="2699222890" sldId="527"/>
            <ac:picMk id="5" creationId="{0A492003-C11C-12FE-EA81-F51B32876394}"/>
          </ac:picMkLst>
        </pc:picChg>
      </pc:sldChg>
      <pc:sldChg chg="addSp delSp modSp add mod">
        <pc:chgData name="Alejandra León Barrera" userId="43512263486_tp_box_2" providerId="OAuth2" clId="{CE2DED1C-98E3-404D-AA29-8769E08C8A92}" dt="2026-06-04T20:08:22.458" v="1490" actId="20577"/>
        <pc:sldMkLst>
          <pc:docMk/>
          <pc:sldMk cId="315756577" sldId="528"/>
        </pc:sldMkLst>
        <pc:spChg chg="mod">
          <ac:chgData name="Alejandra León Barrera" userId="43512263486_tp_box_2" providerId="OAuth2" clId="{CE2DED1C-98E3-404D-AA29-8769E08C8A92}" dt="2026-06-04T20:08:22.458" v="1490" actId="20577"/>
          <ac:spMkLst>
            <pc:docMk/>
            <pc:sldMk cId="315756577" sldId="528"/>
            <ac:spMk id="2" creationId="{9EAA1644-9933-930F-7433-DAED892578AF}"/>
          </ac:spMkLst>
        </pc:spChg>
        <pc:spChg chg="mod">
          <ac:chgData name="Alejandra León Barrera" userId="43512263486_tp_box_2" providerId="OAuth2" clId="{CE2DED1C-98E3-404D-AA29-8769E08C8A92}" dt="2026-06-04T19:54:43.447" v="1466" actId="1076"/>
          <ac:spMkLst>
            <pc:docMk/>
            <pc:sldMk cId="315756577" sldId="528"/>
            <ac:spMk id="3" creationId="{661431FD-B1B1-DDFD-B0ED-8ECC70D6784B}"/>
          </ac:spMkLst>
        </pc:spChg>
        <pc:picChg chg="add mod">
          <ac:chgData name="Alejandra León Barrera" userId="43512263486_tp_box_2" providerId="OAuth2" clId="{CE2DED1C-98E3-404D-AA29-8769E08C8A92}" dt="2026-06-04T19:50:33.134" v="1462" actId="1076"/>
          <ac:picMkLst>
            <pc:docMk/>
            <pc:sldMk cId="315756577" sldId="528"/>
            <ac:picMk id="6" creationId="{62C55DC1-C6DC-5150-8070-DA436BEA99CB}"/>
          </ac:picMkLst>
        </pc:picChg>
      </pc:sldChg>
      <pc:sldChg chg="addSp delSp modSp add mod ord">
        <pc:chgData name="Alejandra León Barrera" userId="43512263486_tp_box_2" providerId="OAuth2" clId="{CE2DED1C-98E3-404D-AA29-8769E08C8A92}" dt="2026-06-04T21:44:32.823" v="1986" actId="1076"/>
        <pc:sldMkLst>
          <pc:docMk/>
          <pc:sldMk cId="1210019237" sldId="530"/>
        </pc:sldMkLst>
        <pc:spChg chg="mod">
          <ac:chgData name="Alejandra León Barrera" userId="43512263486_tp_box_2" providerId="OAuth2" clId="{CE2DED1C-98E3-404D-AA29-8769E08C8A92}" dt="2026-06-04T20:27:17.739" v="1591" actId="1076"/>
          <ac:spMkLst>
            <pc:docMk/>
            <pc:sldMk cId="1210019237" sldId="530"/>
            <ac:spMk id="2" creationId="{49165F9A-8D4E-9B19-7795-B7122DD7AE81}"/>
          </ac:spMkLst>
        </pc:spChg>
        <pc:spChg chg="mod">
          <ac:chgData name="Alejandra León Barrera" userId="43512263486_tp_box_2" providerId="OAuth2" clId="{CE2DED1C-98E3-404D-AA29-8769E08C8A92}" dt="2026-06-04T21:44:32.823" v="1986" actId="1076"/>
          <ac:spMkLst>
            <pc:docMk/>
            <pc:sldMk cId="1210019237" sldId="530"/>
            <ac:spMk id="3" creationId="{0845D256-31CC-D196-AC09-F2B700D8C8CD}"/>
          </ac:spMkLst>
        </pc:spChg>
        <pc:picChg chg="add mod">
          <ac:chgData name="Alejandra León Barrera" userId="43512263486_tp_box_2" providerId="OAuth2" clId="{CE2DED1C-98E3-404D-AA29-8769E08C8A92}" dt="2026-06-04T20:27:14.399" v="1590" actId="1076"/>
          <ac:picMkLst>
            <pc:docMk/>
            <pc:sldMk cId="1210019237" sldId="530"/>
            <ac:picMk id="8" creationId="{10FD0F20-B9EA-8ED1-B3D6-372F57FE15B1}"/>
          </ac:picMkLst>
        </pc:picChg>
        <pc:picChg chg="add mod">
          <ac:chgData name="Alejandra León Barrera" userId="43512263486_tp_box_2" providerId="OAuth2" clId="{CE2DED1C-98E3-404D-AA29-8769E08C8A92}" dt="2026-06-04T21:44:29.824" v="1985" actId="1076"/>
          <ac:picMkLst>
            <pc:docMk/>
            <pc:sldMk cId="1210019237" sldId="530"/>
            <ac:picMk id="10" creationId="{2AF60C5C-96A3-7C45-AC19-BB74B2F21C73}"/>
          </ac:picMkLst>
        </pc:picChg>
        <pc:picChg chg="add mod">
          <ac:chgData name="Alejandra León Barrera" userId="43512263486_tp_box_2" providerId="OAuth2" clId="{CE2DED1C-98E3-404D-AA29-8769E08C8A92}" dt="2026-06-04T21:44:25.615" v="1984" actId="1076"/>
          <ac:picMkLst>
            <pc:docMk/>
            <pc:sldMk cId="1210019237" sldId="530"/>
            <ac:picMk id="12" creationId="{6E7B7265-1900-2914-A5ED-0ECC90D8F0E9}"/>
          </ac:picMkLst>
        </pc:picChg>
      </pc:sldChg>
      <pc:sldChg chg="addSp delSp modSp add mod">
        <pc:chgData name="Alejandra León Barrera" userId="43512263486_tp_box_2" providerId="OAuth2" clId="{CE2DED1C-98E3-404D-AA29-8769E08C8A92}" dt="2026-06-04T21:48:29.877" v="2041" actId="1076"/>
        <pc:sldMkLst>
          <pc:docMk/>
          <pc:sldMk cId="413539241" sldId="531"/>
        </pc:sldMkLst>
        <pc:spChg chg="mod">
          <ac:chgData name="Alejandra León Barrera" userId="43512263486_tp_box_2" providerId="OAuth2" clId="{CE2DED1C-98E3-404D-AA29-8769E08C8A92}" dt="2026-06-04T21:35:23.261" v="1974" actId="1076"/>
          <ac:spMkLst>
            <pc:docMk/>
            <pc:sldMk cId="413539241" sldId="531"/>
            <ac:spMk id="2" creationId="{84EC5118-0DD0-CE83-DFA0-E5490659C9E8}"/>
          </ac:spMkLst>
        </pc:spChg>
        <pc:spChg chg="mod">
          <ac:chgData name="Alejandra León Barrera" userId="43512263486_tp_box_2" providerId="OAuth2" clId="{CE2DED1C-98E3-404D-AA29-8769E08C8A92}" dt="2026-06-04T21:48:29.877" v="2041" actId="1076"/>
          <ac:spMkLst>
            <pc:docMk/>
            <pc:sldMk cId="413539241" sldId="531"/>
            <ac:spMk id="3" creationId="{A416D32E-BA74-0C13-7DE2-FEA1047803BD}"/>
          </ac:spMkLst>
        </pc:spChg>
        <pc:picChg chg="add mod">
          <ac:chgData name="Alejandra León Barrera" userId="43512263486_tp_box_2" providerId="OAuth2" clId="{CE2DED1C-98E3-404D-AA29-8769E08C8A92}" dt="2026-06-04T21:35:27.905" v="1977" actId="1076"/>
          <ac:picMkLst>
            <pc:docMk/>
            <pc:sldMk cId="413539241" sldId="531"/>
            <ac:picMk id="7" creationId="{74B15DA3-73DD-2CAC-9B1E-2D452BB7D6DC}"/>
          </ac:picMkLst>
        </pc:picChg>
        <pc:picChg chg="add mod">
          <ac:chgData name="Alejandra León Barrera" userId="43512263486_tp_box_2" providerId="OAuth2" clId="{CE2DED1C-98E3-404D-AA29-8769E08C8A92}" dt="2026-06-04T21:47:05.096" v="2015" actId="1076"/>
          <ac:picMkLst>
            <pc:docMk/>
            <pc:sldMk cId="413539241" sldId="531"/>
            <ac:picMk id="10" creationId="{D9E9CC06-1E45-04D5-A5B1-8CD11D727879}"/>
          </ac:picMkLst>
        </pc:picChg>
        <pc:picChg chg="add mod">
          <ac:chgData name="Alejandra León Barrera" userId="43512263486_tp_box_2" providerId="OAuth2" clId="{CE2DED1C-98E3-404D-AA29-8769E08C8A92}" dt="2026-06-04T21:47:40.926" v="2028" actId="1036"/>
          <ac:picMkLst>
            <pc:docMk/>
            <pc:sldMk cId="413539241" sldId="531"/>
            <ac:picMk id="12" creationId="{6965DA8F-C001-E7D9-3C8E-A3E7E706EF9A}"/>
          </ac:picMkLst>
        </pc:picChg>
        <pc:picChg chg="add mod">
          <ac:chgData name="Alejandra León Barrera" userId="43512263486_tp_box_2" providerId="OAuth2" clId="{CE2DED1C-98E3-404D-AA29-8769E08C8A92}" dt="2026-06-04T21:47:36.085" v="2024" actId="1076"/>
          <ac:picMkLst>
            <pc:docMk/>
            <pc:sldMk cId="413539241" sldId="531"/>
            <ac:picMk id="14" creationId="{FDD10E03-A782-F20F-243E-BEF0F63B4C90}"/>
          </ac:picMkLst>
        </pc:picChg>
        <pc:picChg chg="add mod">
          <ac:chgData name="Alejandra León Barrera" userId="43512263486_tp_box_2" providerId="OAuth2" clId="{CE2DED1C-98E3-404D-AA29-8769E08C8A92}" dt="2026-06-04T21:47:32.693" v="2023" actId="1037"/>
          <ac:picMkLst>
            <pc:docMk/>
            <pc:sldMk cId="413539241" sldId="531"/>
            <ac:picMk id="16" creationId="{48F034FD-5045-52ED-0D07-0537B9C80EF5}"/>
          </ac:picMkLst>
        </pc:picChg>
        <pc:picChg chg="add mod">
          <ac:chgData name="Alejandra León Barrera" userId="43512263486_tp_box_2" providerId="OAuth2" clId="{CE2DED1C-98E3-404D-AA29-8769E08C8A92}" dt="2026-06-04T21:47:29.496" v="2019" actId="1076"/>
          <ac:picMkLst>
            <pc:docMk/>
            <pc:sldMk cId="413539241" sldId="531"/>
            <ac:picMk id="18" creationId="{3E41B69F-6EDA-3ED1-CB3D-164AFE9FF8B8}"/>
          </ac:picMkLst>
        </pc:picChg>
      </pc:sldChg>
      <pc:sldChg chg="addSp delSp modSp add mod ord">
        <pc:chgData name="Alejandra León Barrera" userId="43512263486_tp_box_2" providerId="OAuth2" clId="{CE2DED1C-98E3-404D-AA29-8769E08C8A92}" dt="2026-06-04T21:18:09.197" v="1951" actId="20577"/>
        <pc:sldMkLst>
          <pc:docMk/>
          <pc:sldMk cId="3621776463" sldId="532"/>
        </pc:sldMkLst>
        <pc:spChg chg="mod">
          <ac:chgData name="Alejandra León Barrera" userId="43512263486_tp_box_2" providerId="OAuth2" clId="{CE2DED1C-98E3-404D-AA29-8769E08C8A92}" dt="2026-06-04T21:18:09.197" v="1951" actId="20577"/>
          <ac:spMkLst>
            <pc:docMk/>
            <pc:sldMk cId="3621776463" sldId="532"/>
            <ac:spMk id="2" creationId="{79834E00-5ADD-669C-B988-8380CD6D852F}"/>
          </ac:spMkLst>
        </pc:spChg>
        <pc:spChg chg="mod">
          <ac:chgData name="Alejandra León Barrera" userId="43512263486_tp_box_2" providerId="OAuth2" clId="{CE2DED1C-98E3-404D-AA29-8769E08C8A92}" dt="2026-06-04T21:17:42.843" v="1914" actId="1076"/>
          <ac:spMkLst>
            <pc:docMk/>
            <pc:sldMk cId="3621776463" sldId="532"/>
            <ac:spMk id="3" creationId="{332EAD2C-FEF0-7070-A30E-D64791553679}"/>
          </ac:spMkLst>
        </pc:spChg>
        <pc:picChg chg="add mod">
          <ac:chgData name="Alejandra León Barrera" userId="43512263486_tp_box_2" providerId="OAuth2" clId="{CE2DED1C-98E3-404D-AA29-8769E08C8A92}" dt="2026-06-04T21:17:40.580" v="1913" actId="1076"/>
          <ac:picMkLst>
            <pc:docMk/>
            <pc:sldMk cId="3621776463" sldId="532"/>
            <ac:picMk id="4" creationId="{AD8C8FC1-9D50-E3FC-BBB2-65E2D66711D1}"/>
          </ac:picMkLst>
        </pc:picChg>
      </pc:sldChg>
      <pc:sldChg chg="modSp add mod ord">
        <pc:chgData name="Alejandra León Barrera" userId="43512263486_tp_box_2" providerId="OAuth2" clId="{CE2DED1C-98E3-404D-AA29-8769E08C8A92}" dt="2026-06-04T21:51:42.059" v="2089" actId="113"/>
        <pc:sldMkLst>
          <pc:docMk/>
          <pc:sldMk cId="1865499409" sldId="533"/>
        </pc:sldMkLst>
        <pc:spChg chg="mod">
          <ac:chgData name="Alejandra León Barrera" userId="43512263486_tp_box_2" providerId="OAuth2" clId="{CE2DED1C-98E3-404D-AA29-8769E08C8A92}" dt="2026-06-04T21:25:13.400" v="1966" actId="14100"/>
          <ac:spMkLst>
            <pc:docMk/>
            <pc:sldMk cId="1865499409" sldId="533"/>
            <ac:spMk id="2" creationId="{0BCD3C03-EE2A-9A6F-607C-E06C1FF64010}"/>
          </ac:spMkLst>
        </pc:spChg>
        <pc:spChg chg="mod">
          <ac:chgData name="Alejandra León Barrera" userId="43512263486_tp_box_2" providerId="OAuth2" clId="{CE2DED1C-98E3-404D-AA29-8769E08C8A92}" dt="2026-06-04T21:51:42.059" v="2089" actId="113"/>
          <ac:spMkLst>
            <pc:docMk/>
            <pc:sldMk cId="1865499409" sldId="533"/>
            <ac:spMk id="3" creationId="{FFBBAC18-D638-F530-9D56-F249B9E0F8CF}"/>
          </ac:spMkLst>
        </pc:spChg>
        <pc:picChg chg="mod">
          <ac:chgData name="Alejandra León Barrera" userId="43512263486_tp_box_2" providerId="OAuth2" clId="{CE2DED1C-98E3-404D-AA29-8769E08C8A92}" dt="2026-06-04T21:24:40.776" v="1960" actId="1076"/>
          <ac:picMkLst>
            <pc:docMk/>
            <pc:sldMk cId="1865499409" sldId="533"/>
            <ac:picMk id="5" creationId="{7509BBFB-B598-5B93-0D1C-11C0608CF180}"/>
          </ac:picMkLst>
        </pc:picChg>
      </pc:sldChg>
      <pc:sldChg chg="addSp delSp modSp add mod">
        <pc:chgData name="Alejandra León Barrera" userId="43512263486_tp_box_2" providerId="OAuth2" clId="{CE2DED1C-98E3-404D-AA29-8769E08C8A92}" dt="2026-06-04T21:49:49.307" v="2061" actId="20577"/>
        <pc:sldMkLst>
          <pc:docMk/>
          <pc:sldMk cId="747756527" sldId="534"/>
        </pc:sldMkLst>
        <pc:spChg chg="mod">
          <ac:chgData name="Alejandra León Barrera" userId="43512263486_tp_box_2" providerId="OAuth2" clId="{CE2DED1C-98E3-404D-AA29-8769E08C8A92}" dt="2026-06-04T21:45:57.025" v="2002" actId="1076"/>
          <ac:spMkLst>
            <pc:docMk/>
            <pc:sldMk cId="747756527" sldId="534"/>
            <ac:spMk id="2" creationId="{C49A029D-A2D1-19CF-400D-107B61129D1F}"/>
          </ac:spMkLst>
        </pc:spChg>
        <pc:spChg chg="mod">
          <ac:chgData name="Alejandra León Barrera" userId="43512263486_tp_box_2" providerId="OAuth2" clId="{CE2DED1C-98E3-404D-AA29-8769E08C8A92}" dt="2026-06-04T21:49:49.307" v="2061" actId="20577"/>
          <ac:spMkLst>
            <pc:docMk/>
            <pc:sldMk cId="747756527" sldId="534"/>
            <ac:spMk id="3" creationId="{C784FD66-F9A7-2C97-CB6A-E401665CAEDC}"/>
          </ac:spMkLst>
        </pc:spChg>
        <pc:picChg chg="add mod">
          <ac:chgData name="Alejandra León Barrera" userId="43512263486_tp_box_2" providerId="OAuth2" clId="{CE2DED1C-98E3-404D-AA29-8769E08C8A92}" dt="2026-06-04T21:45:59.205" v="2003" actId="1076"/>
          <ac:picMkLst>
            <pc:docMk/>
            <pc:sldMk cId="747756527" sldId="534"/>
            <ac:picMk id="8" creationId="{1679924A-62F3-12DC-A30C-7F54DA2D3B99}"/>
          </ac:picMkLst>
        </pc:picChg>
        <pc:picChg chg="add mod">
          <ac:chgData name="Alejandra León Barrera" userId="43512263486_tp_box_2" providerId="OAuth2" clId="{CE2DED1C-98E3-404D-AA29-8769E08C8A92}" dt="2026-06-04T21:49:20.683" v="2053" actId="1076"/>
          <ac:picMkLst>
            <pc:docMk/>
            <pc:sldMk cId="747756527" sldId="534"/>
            <ac:picMk id="10" creationId="{2983DE59-2B42-C8D2-BB51-21F4CB76072E}"/>
          </ac:picMkLst>
        </pc:picChg>
        <pc:picChg chg="add mod">
          <ac:chgData name="Alejandra León Barrera" userId="43512263486_tp_box_2" providerId="OAuth2" clId="{CE2DED1C-98E3-404D-AA29-8769E08C8A92}" dt="2026-06-04T21:49:17" v="2052" actId="1038"/>
          <ac:picMkLst>
            <pc:docMk/>
            <pc:sldMk cId="747756527" sldId="534"/>
            <ac:picMk id="12" creationId="{3D02280A-E115-8622-354A-5FC116CEA631}"/>
          </ac:picMkLst>
        </pc:picChg>
        <pc:picChg chg="add mod">
          <ac:chgData name="Alejandra León Barrera" userId="43512263486_tp_box_2" providerId="OAuth2" clId="{CE2DED1C-98E3-404D-AA29-8769E08C8A92}" dt="2026-06-04T21:49:12.795" v="2046" actId="1076"/>
          <ac:picMkLst>
            <pc:docMk/>
            <pc:sldMk cId="747756527" sldId="534"/>
            <ac:picMk id="14" creationId="{59040370-2BFA-5C8A-CBD8-3BDCF3C02D76}"/>
          </ac:picMkLst>
        </pc:picChg>
        <pc:picChg chg="add mod">
          <ac:chgData name="Alejandra León Barrera" userId="43512263486_tp_box_2" providerId="OAuth2" clId="{CE2DED1C-98E3-404D-AA29-8769E08C8A92}" dt="2026-06-04T21:49:05.287" v="2044" actId="1076"/>
          <ac:picMkLst>
            <pc:docMk/>
            <pc:sldMk cId="747756527" sldId="534"/>
            <ac:picMk id="16" creationId="{718E1366-2DC8-620F-8317-B3F9163A9754}"/>
          </ac:picMkLst>
        </pc:picChg>
        <pc:picChg chg="add mod">
          <ac:chgData name="Alejandra León Barrera" userId="43512263486_tp_box_2" providerId="OAuth2" clId="{CE2DED1C-98E3-404D-AA29-8769E08C8A92}" dt="2026-06-04T21:49:10.484" v="2045" actId="1076"/>
          <ac:picMkLst>
            <pc:docMk/>
            <pc:sldMk cId="747756527" sldId="534"/>
            <ac:picMk id="18" creationId="{4C412072-054B-E5E3-285A-8C42E9DC679E}"/>
          </ac:picMkLst>
        </pc:picChg>
        <pc:cxnChg chg="add mod">
          <ac:chgData name="Alejandra León Barrera" userId="43512263486_tp_box_2" providerId="OAuth2" clId="{CE2DED1C-98E3-404D-AA29-8769E08C8A92}" dt="2026-06-04T21:49:28.481" v="2056" actId="13822"/>
          <ac:cxnSpMkLst>
            <pc:docMk/>
            <pc:sldMk cId="747756527" sldId="534"/>
            <ac:cxnSpMk id="20" creationId="{B9057822-F3F0-8F3C-2150-7B972BE5D67C}"/>
          </ac:cxnSpMkLst>
        </pc:cxnChg>
      </pc:sldChg>
      <pc:sldChg chg="modSp add mod">
        <pc:chgData name="Alejandra León Barrera" userId="43512263486_tp_box_2" providerId="OAuth2" clId="{CE2DED1C-98E3-404D-AA29-8769E08C8A92}" dt="2026-06-04T21:50:05.822" v="2064" actId="20577"/>
        <pc:sldMkLst>
          <pc:docMk/>
          <pc:sldMk cId="1650054554" sldId="535"/>
        </pc:sldMkLst>
        <pc:spChg chg="mod">
          <ac:chgData name="Alejandra León Barrera" userId="43512263486_tp_box_2" providerId="OAuth2" clId="{CE2DED1C-98E3-404D-AA29-8769E08C8A92}" dt="2026-06-04T21:50:05.822" v="2064" actId="20577"/>
          <ac:spMkLst>
            <pc:docMk/>
            <pc:sldMk cId="1650054554" sldId="535"/>
            <ac:spMk id="3" creationId="{B90F08D7-BAD8-813D-22CC-37C2F030EF15}"/>
          </ac:spMkLst>
        </pc:spChg>
      </pc:sldChg>
      <pc:sldChg chg="addSp delSp modSp add mod">
        <pc:chgData name="Alejandra León Barrera" userId="43512263486_tp_box_2" providerId="OAuth2" clId="{CE2DED1C-98E3-404D-AA29-8769E08C8A92}" dt="2026-06-04T21:50:20.792" v="2068" actId="1076"/>
        <pc:sldMkLst>
          <pc:docMk/>
          <pc:sldMk cId="1931733276" sldId="536"/>
        </pc:sldMkLst>
        <pc:spChg chg="mod">
          <ac:chgData name="Alejandra León Barrera" userId="43512263486_tp_box_2" providerId="OAuth2" clId="{CE2DED1C-98E3-404D-AA29-8769E08C8A92}" dt="2026-06-04T21:46:29.625" v="2011" actId="1076"/>
          <ac:spMkLst>
            <pc:docMk/>
            <pc:sldMk cId="1931733276" sldId="536"/>
            <ac:spMk id="2" creationId="{CB1B5225-2A64-D0AB-3B8F-BFF8632ACD8F}"/>
          </ac:spMkLst>
        </pc:spChg>
        <pc:spChg chg="mod">
          <ac:chgData name="Alejandra León Barrera" userId="43512263486_tp_box_2" providerId="OAuth2" clId="{CE2DED1C-98E3-404D-AA29-8769E08C8A92}" dt="2026-06-04T21:50:20.792" v="2068" actId="1076"/>
          <ac:spMkLst>
            <pc:docMk/>
            <pc:sldMk cId="1931733276" sldId="536"/>
            <ac:spMk id="3" creationId="{22F27498-4B7F-63C1-D819-63CB185C1FCC}"/>
          </ac:spMkLst>
        </pc:spChg>
        <pc:picChg chg="add mod">
          <ac:chgData name="Alejandra León Barrera" userId="43512263486_tp_box_2" providerId="OAuth2" clId="{CE2DED1C-98E3-404D-AA29-8769E08C8A92}" dt="2026-06-04T21:46:24.184" v="2008" actId="1076"/>
          <ac:picMkLst>
            <pc:docMk/>
            <pc:sldMk cId="1931733276" sldId="536"/>
            <ac:picMk id="6" creationId="{8D9C59BD-210B-E174-7E54-38B2220DB1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14/07/2026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6</a:t>
            </a:fld>
            <a:endParaRPr lang="es-CO"/>
          </a:p>
        </p:txBody>
      </p:sp>
    </p:spTree>
    <p:extLst>
      <p:ext uri="{BB962C8B-B14F-4D97-AF65-F5344CB8AC3E}">
        <p14:creationId xmlns:p14="http://schemas.microsoft.com/office/powerpoint/2010/main" val="3811751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34837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03272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390447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842387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02641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8174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88668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9352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2062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070171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948343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46797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16348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01056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1322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940306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23341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663361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350568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345723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58301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952755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5852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46381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2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2161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4778244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43858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3666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89027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81436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32876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270941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98994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05437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719786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1.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 id="2147483730"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63922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9.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6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9.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9.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8.png"/><Relationship Id="rId1" Type="http://schemas.openxmlformats.org/officeDocument/2006/relationships/slideLayout" Target="../slideLayouts/slideLayout69.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20.png"/><Relationship Id="rId2" Type="http://schemas.openxmlformats.org/officeDocument/2006/relationships/image" Target="../media/image39.png"/><Relationship Id="rId1" Type="http://schemas.openxmlformats.org/officeDocument/2006/relationships/slideLayout" Target="../slideLayouts/slideLayout69.xml"/><Relationship Id="rId6" Type="http://schemas.openxmlformats.org/officeDocument/2006/relationships/image" Target="../media/image18.png"/><Relationship Id="rId5" Type="http://schemas.openxmlformats.org/officeDocument/2006/relationships/image" Target="../media/image23.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41.png"/><Relationship Id="rId1" Type="http://schemas.openxmlformats.org/officeDocument/2006/relationships/slideLayout" Target="../slideLayouts/slideLayout69.xml"/><Relationship Id="rId6" Type="http://schemas.openxmlformats.org/officeDocument/2006/relationships/image" Target="../media/image26.png"/><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9.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9.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2489498"/>
            <a:ext cx="5066658" cy="1909049"/>
          </a:xfrm>
        </p:spPr>
        <p:txBody>
          <a:bodyPr/>
          <a:lstStyle/>
          <a:p>
            <a:r>
              <a:rPr lang="es-CO" sz="4400" dirty="0"/>
              <a:t>Gestionar la </a:t>
            </a:r>
          </a:p>
          <a:p>
            <a:r>
              <a:rPr lang="es-CO" sz="4400" dirty="0"/>
              <a:t>generación de transacciones</a:t>
            </a:r>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p:txBody>
          <a:bodyPr/>
          <a:lstStyle/>
          <a:p>
            <a:r>
              <a:rPr lang="es-ES" dirty="0"/>
              <a:t>Faver Herrera Mejia</a:t>
            </a:r>
            <a:br>
              <a:rPr lang="es-ES" dirty="0"/>
            </a:br>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8" name="Marcador de posición de imagen 17">
            <a:extLst>
              <a:ext uri="{FF2B5EF4-FFF2-40B4-BE49-F238E27FC236}">
                <a16:creationId xmlns:a16="http://schemas.microsoft.com/office/drawing/2014/main" id="{5016D2BD-5D39-9A0D-9E81-B6400D9E142B}"/>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1350235721"/>
              </p:ext>
            </p:extLst>
          </p:nvPr>
        </p:nvGraphicFramePr>
        <p:xfrm>
          <a:off x="574223" y="1934479"/>
          <a:ext cx="11130097"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9971248">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la generación de transacciones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1382632" y="233948"/>
            <a:ext cx="9418021"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err="1">
                <a:solidFill>
                  <a:schemeClr val="accent1"/>
                </a:solidFill>
              </a:rPr>
              <a:t>Overview</a:t>
            </a:r>
            <a:r>
              <a:rPr lang="es-ES_tradnl" sz="3200" dirty="0">
                <a:solidFill>
                  <a:schemeClr val="accent1"/>
                </a:solidFill>
              </a:rPr>
              <a:t>: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rcRect l="1062" t="775" b="-1"/>
          <a:stretch>
            <a:fillRect/>
          </a:stretch>
        </p:blipFill>
        <p:spPr>
          <a:xfrm>
            <a:off x="128015" y="996696"/>
            <a:ext cx="11927254" cy="5010911"/>
          </a:xfrm>
          <a:prstGeom prst="rect">
            <a:avLst/>
          </a:prstGeom>
        </p:spPr>
      </p:pic>
      <p:sp>
        <p:nvSpPr>
          <p:cNvPr id="2" name="Rectángulo 1">
            <a:extLst>
              <a:ext uri="{FF2B5EF4-FFF2-40B4-BE49-F238E27FC236}">
                <a16:creationId xmlns:a16="http://schemas.microsoft.com/office/drawing/2014/main" id="{721A1DC8-C68A-CA30-5658-EEC964804FF2}"/>
              </a:ext>
            </a:extLst>
          </p:cNvPr>
          <p:cNvSpPr/>
          <p:nvPr/>
        </p:nvSpPr>
        <p:spPr>
          <a:xfrm>
            <a:off x="10114852" y="2953512"/>
            <a:ext cx="685801" cy="51206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
        <p:nvSpPr>
          <p:cNvPr id="3" name="Rectángulo 2">
            <a:extLst>
              <a:ext uri="{FF2B5EF4-FFF2-40B4-BE49-F238E27FC236}">
                <a16:creationId xmlns:a16="http://schemas.microsoft.com/office/drawing/2014/main" id="{5ACB97A7-C641-3EDE-48BD-9FCC14378E39}"/>
              </a:ext>
            </a:extLst>
          </p:cNvPr>
          <p:cNvSpPr/>
          <p:nvPr/>
        </p:nvSpPr>
        <p:spPr>
          <a:xfrm>
            <a:off x="8621332" y="2953512"/>
            <a:ext cx="685801" cy="51206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014984" y="448056"/>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Capacidad Operativa Gestión de la Cuenta del Estudiante</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746504"/>
            <a:ext cx="9962587" cy="4006908"/>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Gestionar los conceptos de configuración de la cuenta corriente</a:t>
            </a:r>
          </a:p>
          <a:p>
            <a:pPr>
              <a:buClr>
                <a:srgbClr val="0CB4B4"/>
              </a:buClr>
              <a:buBlip>
                <a:blip r:embed="rId2"/>
              </a:buBlip>
            </a:pPr>
            <a:r>
              <a:rPr lang="es-CO" sz="2400" dirty="0"/>
              <a:t> 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Gestionar la matrícula</a:t>
            </a:r>
          </a:p>
          <a:p>
            <a:pPr>
              <a:buClr>
                <a:srgbClr val="0CB4B4"/>
              </a:buClr>
              <a:buBlip>
                <a:blip r:embed="rId2"/>
              </a:buBlip>
            </a:pPr>
            <a:r>
              <a:rPr lang="es-CO" sz="2400" dirty="0"/>
              <a:t> 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Gestionar la cuenta corriente</a:t>
            </a:r>
          </a:p>
          <a:p>
            <a:pPr>
              <a:buClr>
                <a:srgbClr val="0CB4B4"/>
              </a:buClr>
              <a:buBlip>
                <a:blip r:embed="rId2"/>
              </a:buBlip>
            </a:pPr>
            <a:r>
              <a:rPr lang="es-CO" sz="2400" dirty="0"/>
              <a:t> </a:t>
            </a:r>
            <a:r>
              <a:rPr lang="es-CO" sz="2400" b="1" dirty="0">
                <a:solidFill>
                  <a:schemeClr val="accent1"/>
                </a:solidFill>
              </a:rPr>
              <a:t>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D37-CDA9-D682-B97A-5DDF3300299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E638EA4-C530-CFF6-F456-E83A811D4142}"/>
              </a:ext>
            </a:extLst>
          </p:cNvPr>
          <p:cNvSpPr txBox="1">
            <a:spLocks/>
          </p:cNvSpPr>
          <p:nvPr/>
        </p:nvSpPr>
        <p:spPr>
          <a:xfrm>
            <a:off x="857250" y="658369"/>
            <a:ext cx="9676637" cy="60350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Gestionar la generación de transacciones FI</a:t>
            </a:r>
          </a:p>
          <a:p>
            <a:endParaRPr lang="es-CL" dirty="0"/>
          </a:p>
        </p:txBody>
      </p:sp>
      <p:sp>
        <p:nvSpPr>
          <p:cNvPr id="4" name="Marcador de texto 1">
            <a:extLst>
              <a:ext uri="{FF2B5EF4-FFF2-40B4-BE49-F238E27FC236}">
                <a16:creationId xmlns:a16="http://schemas.microsoft.com/office/drawing/2014/main" id="{48D7EFB0-139D-497B-CE16-7D4D59985C61}"/>
              </a:ext>
            </a:extLst>
          </p:cNvPr>
          <p:cNvSpPr txBox="1">
            <a:spLocks/>
          </p:cNvSpPr>
          <p:nvPr/>
        </p:nvSpPr>
        <p:spPr>
          <a:xfrm>
            <a:off x="857250" y="1578732"/>
            <a:ext cx="10477497" cy="4282572"/>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CB4B4"/>
              </a:buClr>
              <a:buBlip>
                <a:blip r:embed="rId2"/>
              </a:buBlip>
            </a:pPr>
            <a:r>
              <a:rPr lang="es-CO" sz="2000" dirty="0"/>
              <a:t>El proceso </a:t>
            </a:r>
            <a:r>
              <a:rPr lang="es-CO" sz="2000" b="1" dirty="0"/>
              <a:t>Gestionar la Generación de Transacciones FI </a:t>
            </a:r>
            <a:r>
              <a:rPr lang="es-CO" sz="2000" dirty="0"/>
              <a:t>corresponde al traslado estructurado de datos desde el módulo de Cuenta Corriente (cuentas por cobrar) hacia el ERP Financiero, con el objetivo de generar las transacciones contables que reflejarán las operaciones académicas e institucionales en los estados financieros de la organización. </a:t>
            </a:r>
          </a:p>
          <a:p>
            <a:pPr marL="0" indent="0" algn="just">
              <a:buClr>
                <a:srgbClr val="0CB4B4"/>
              </a:buClr>
              <a:buNone/>
            </a:pPr>
            <a:endParaRPr lang="es-CO" sz="2000" dirty="0"/>
          </a:p>
          <a:p>
            <a:pPr algn="just">
              <a:buClr>
                <a:srgbClr val="0CB4B4"/>
              </a:buClr>
              <a:buBlip>
                <a:blip r:embed="rId2"/>
              </a:buBlip>
            </a:pPr>
            <a:r>
              <a:rPr lang="es-CO" sz="2000" dirty="0"/>
              <a:t>A través de la funcionalidad de </a:t>
            </a:r>
            <a:r>
              <a:rPr lang="es-CO" sz="2000" b="1" dirty="0"/>
              <a:t>Contabilidad por Programa</a:t>
            </a:r>
            <a:r>
              <a:rPr lang="es-CO" sz="2000" dirty="0"/>
              <a:t>, el sistema permite que la información registrada en la cuenta corriente como aranceles, matrículas y otros conceptos de cobro sea convertida en transacciones financieras clasificadas y enviadas al sistema contable. Esto se logra mediante la configuración de códigos de detalle asociados a cuentas contables, los cuales pueden definirse de manera genérica o diferenciada por programa académico, unidad, escuela, facultad o centro de costos.</a:t>
            </a:r>
          </a:p>
          <a:p>
            <a:pPr marL="0" indent="0" algn="just">
              <a:buClr>
                <a:srgbClr val="0CB4B4"/>
              </a:buClr>
              <a:buNone/>
            </a:pPr>
            <a:endParaRPr lang="es-CO" sz="2000" dirty="0"/>
          </a:p>
          <a:p>
            <a:pPr marL="0" indent="0" algn="just">
              <a:buClr>
                <a:srgbClr val="0CB4B4"/>
              </a:buClr>
              <a:buNone/>
            </a:pPr>
            <a:endParaRPr lang="es-CO" sz="2000" dirty="0"/>
          </a:p>
        </p:txBody>
      </p:sp>
    </p:spTree>
    <p:extLst>
      <p:ext uri="{BB962C8B-B14F-4D97-AF65-F5344CB8AC3E}">
        <p14:creationId xmlns:p14="http://schemas.microsoft.com/office/powerpoint/2010/main" val="88286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1122837" y="826192"/>
            <a:ext cx="8981283"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Gestionar la generación de transacciones FI </a:t>
            </a:r>
          </a:p>
          <a:p>
            <a:r>
              <a:rPr lang="es-ES_tradnl" sz="3000" dirty="0"/>
              <a:t> </a:t>
            </a:r>
            <a:endParaRPr lang="es-CL" sz="3000" dirty="0"/>
          </a:p>
        </p:txBody>
      </p:sp>
      <p:pic>
        <p:nvPicPr>
          <p:cNvPr id="4" name="Imagen 1">
            <a:extLst>
              <a:ext uri="{FF2B5EF4-FFF2-40B4-BE49-F238E27FC236}">
                <a16:creationId xmlns:a16="http://schemas.microsoft.com/office/drawing/2014/main" id="{2FA31266-B78A-7107-5726-55170D505528}"/>
              </a:ext>
            </a:extLst>
          </p:cNvPr>
          <p:cNvPicPr>
            <a:picLocks noChangeAspect="1"/>
          </p:cNvPicPr>
          <p:nvPr/>
        </p:nvPicPr>
        <p:blipFill>
          <a:blip r:embed="rId3"/>
          <a:stretch>
            <a:fillRect/>
          </a:stretch>
        </p:blipFill>
        <p:spPr>
          <a:xfrm>
            <a:off x="577405" y="1626010"/>
            <a:ext cx="10652068" cy="4658004"/>
          </a:xfrm>
          <a:prstGeom prst="rect">
            <a:avLst/>
          </a:prstGeom>
        </p:spPr>
      </p:pic>
    </p:spTree>
    <p:extLst>
      <p:ext uri="{BB962C8B-B14F-4D97-AF65-F5344CB8AC3E}">
        <p14:creationId xmlns:p14="http://schemas.microsoft.com/office/powerpoint/2010/main" val="331919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3" name="Título 3">
            <a:extLst>
              <a:ext uri="{FF2B5EF4-FFF2-40B4-BE49-F238E27FC236}">
                <a16:creationId xmlns:a16="http://schemas.microsoft.com/office/drawing/2014/main" id="{91FB8FC1-EE61-98EC-8F58-6332769C3AD8}"/>
              </a:ext>
            </a:extLst>
          </p:cNvPr>
          <p:cNvSpPr txBox="1">
            <a:spLocks/>
          </p:cNvSpPr>
          <p:nvPr/>
        </p:nvSpPr>
        <p:spPr>
          <a:xfrm>
            <a:off x="1605358" y="451288"/>
            <a:ext cx="8981283"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Gestionar la generación de transacciones FI </a:t>
            </a:r>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3685733493"/>
              </p:ext>
            </p:extLst>
          </p:nvPr>
        </p:nvGraphicFramePr>
        <p:xfrm>
          <a:off x="1205195" y="1271146"/>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FF590AAA-7739-31F1-11A7-5D09C861E13E}"/>
              </a:ext>
            </a:extLst>
          </p:cNvPr>
          <p:cNvSpPr txBox="1">
            <a:spLocks/>
          </p:cNvSpPr>
          <p:nvPr/>
        </p:nvSpPr>
        <p:spPr>
          <a:xfrm>
            <a:off x="1205195" y="460432"/>
            <a:ext cx="8981283"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Gestionar la generación de transacciones FI </a:t>
            </a:r>
          </a:p>
          <a:p>
            <a:r>
              <a:rPr lang="es-ES_tradnl" sz="3000" dirty="0"/>
              <a:t> </a:t>
            </a:r>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8189ACF-57C2-6B30-03EB-5F9E991675AA}"/>
              </a:ext>
            </a:extLst>
          </p:cNvPr>
          <p:cNvSpPr>
            <a:spLocks noGrp="1"/>
          </p:cNvSpPr>
          <p:nvPr>
            <p:ph type="body" sz="quarter" idx="10"/>
          </p:nvPr>
        </p:nvSpPr>
        <p:spPr>
          <a:xfrm>
            <a:off x="675773" y="2534330"/>
            <a:ext cx="10361035" cy="1333891"/>
          </a:xfrm>
        </p:spPr>
        <p:txBody>
          <a:bodyPr/>
          <a:lstStyle/>
          <a:p>
            <a:r>
              <a:rPr lang="es-ES" dirty="0"/>
              <a:t>Cierre y finalización de sesión de cajero</a:t>
            </a:r>
            <a:endParaRPr lang="es-CO" dirty="0"/>
          </a:p>
        </p:txBody>
      </p:sp>
      <p:sp>
        <p:nvSpPr>
          <p:cNvPr id="6" name="Text Placeholder 16">
            <a:extLst>
              <a:ext uri="{FF2B5EF4-FFF2-40B4-BE49-F238E27FC236}">
                <a16:creationId xmlns:a16="http://schemas.microsoft.com/office/drawing/2014/main" id="{D18961A5-D875-C3C7-6910-80179D77E101}"/>
              </a:ext>
            </a:extLst>
          </p:cNvPr>
          <p:cNvSpPr txBox="1">
            <a:spLocks/>
          </p:cNvSpPr>
          <p:nvPr/>
        </p:nvSpPr>
        <p:spPr>
          <a:xfrm>
            <a:off x="675773" y="3987093"/>
            <a:ext cx="852309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Gestión de la Cuenta del Estudiante</a:t>
            </a:r>
          </a:p>
          <a:p>
            <a:pPr marL="0" indent="0">
              <a:buNone/>
            </a:pPr>
            <a:endParaRPr lang="en-US" sz="2000" dirty="0">
              <a:solidFill>
                <a:schemeClr val="bg1"/>
              </a:solidFill>
            </a:endParaRPr>
          </a:p>
        </p:txBody>
      </p:sp>
    </p:spTree>
    <p:extLst>
      <p:ext uri="{BB962C8B-B14F-4D97-AF65-F5344CB8AC3E}">
        <p14:creationId xmlns:p14="http://schemas.microsoft.com/office/powerpoint/2010/main" val="67741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6E46-61B2-6B84-72A5-8028C30D68B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3B36A9F-4F5F-A789-17F2-AE0C86A51996}"/>
              </a:ext>
            </a:extLst>
          </p:cNvPr>
          <p:cNvSpPr txBox="1">
            <a:spLocks/>
          </p:cNvSpPr>
          <p:nvPr/>
        </p:nvSpPr>
        <p:spPr>
          <a:xfrm>
            <a:off x="1089971" y="366839"/>
            <a:ext cx="9808725" cy="102304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CO" sz="3200" dirty="0"/>
              <a:t>Cierre y finalización de sesión de cajero</a:t>
            </a:r>
            <a:endParaRPr lang="es-CL" dirty="0"/>
          </a:p>
        </p:txBody>
      </p:sp>
      <p:sp>
        <p:nvSpPr>
          <p:cNvPr id="3" name="Rectángulo: esquinas redondeadas 2">
            <a:extLst>
              <a:ext uri="{FF2B5EF4-FFF2-40B4-BE49-F238E27FC236}">
                <a16:creationId xmlns:a16="http://schemas.microsoft.com/office/drawing/2014/main" id="{605ECD18-019F-D9EC-7114-E02357F26113}"/>
              </a:ext>
            </a:extLst>
          </p:cNvPr>
          <p:cNvSpPr/>
          <p:nvPr/>
        </p:nvSpPr>
        <p:spPr>
          <a:xfrm>
            <a:off x="1202733" y="4896740"/>
            <a:ext cx="9583200" cy="9418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Verifique que todas las sesiones de los cajeros bajo la supervisión correspondiente hayan sido cerradas o finalizadas en </a:t>
            </a:r>
            <a:r>
              <a:rPr lang="es-CO" sz="1200" b="1" dirty="0"/>
              <a:t>TGACSPV</a:t>
            </a:r>
            <a:r>
              <a:rPr lang="es-CO" sz="1200" dirty="0"/>
              <a:t>. Para ello, consulte el campo </a:t>
            </a:r>
            <a:r>
              <a:rPr lang="es-CO" sz="1200" b="1" dirty="0"/>
              <a:t>Estatus</a:t>
            </a:r>
            <a:r>
              <a:rPr lang="es-CO" sz="1200" dirty="0"/>
              <a:t>, donde los valores </a:t>
            </a:r>
            <a:r>
              <a:rPr lang="es-CO" sz="1200" b="1" dirty="0"/>
              <a:t>C (Cerrada)</a:t>
            </a:r>
            <a:r>
              <a:rPr lang="es-CO" sz="1200" dirty="0"/>
              <a:t> y </a:t>
            </a:r>
            <a:r>
              <a:rPr lang="es-CO" sz="1200" b="1" dirty="0"/>
              <a:t>F (Finalizada)</a:t>
            </a:r>
            <a:r>
              <a:rPr lang="es-CO" sz="1200" dirty="0"/>
              <a:t> confirman que la sesión no presenta actividades pendientes. Cumplida esta validación, continúe con el proceso de alimentación contable. </a:t>
            </a:r>
          </a:p>
        </p:txBody>
      </p:sp>
      <p:pic>
        <p:nvPicPr>
          <p:cNvPr id="8" name="Imagen 7">
            <a:extLst>
              <a:ext uri="{FF2B5EF4-FFF2-40B4-BE49-F238E27FC236}">
                <a16:creationId xmlns:a16="http://schemas.microsoft.com/office/drawing/2014/main" id="{B583139A-130E-8197-F090-1CEC57F8E5C1}"/>
              </a:ext>
            </a:extLst>
          </p:cNvPr>
          <p:cNvPicPr>
            <a:picLocks noChangeAspect="1"/>
          </p:cNvPicPr>
          <p:nvPr/>
        </p:nvPicPr>
        <p:blipFill>
          <a:blip r:embed="rId2"/>
          <a:stretch>
            <a:fillRect/>
          </a:stretch>
        </p:blipFill>
        <p:spPr>
          <a:xfrm>
            <a:off x="1202733" y="1389888"/>
            <a:ext cx="9583200" cy="3162656"/>
          </a:xfrm>
          <a:prstGeom prst="rect">
            <a:avLst/>
          </a:prstGeom>
        </p:spPr>
      </p:pic>
    </p:spTree>
    <p:extLst>
      <p:ext uri="{BB962C8B-B14F-4D97-AF65-F5344CB8AC3E}">
        <p14:creationId xmlns:p14="http://schemas.microsoft.com/office/powerpoint/2010/main" val="428418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AA871-E977-DE5E-35D7-51585675ED7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F1574895-247B-8EAC-3848-27D775404447}"/>
              </a:ext>
            </a:extLst>
          </p:cNvPr>
          <p:cNvSpPr>
            <a:spLocks noGrp="1"/>
          </p:cNvSpPr>
          <p:nvPr>
            <p:ph type="body" sz="quarter" idx="10"/>
          </p:nvPr>
        </p:nvSpPr>
        <p:spPr>
          <a:xfrm>
            <a:off x="566045" y="2989779"/>
            <a:ext cx="10662787" cy="731829"/>
          </a:xfrm>
        </p:spPr>
        <p:txBody>
          <a:bodyPr/>
          <a:lstStyle/>
          <a:p>
            <a:r>
              <a:rPr lang="es-CO" dirty="0"/>
              <a:t>Proceso de alimentación contable</a:t>
            </a:r>
          </a:p>
          <a:p>
            <a:endParaRPr lang="es-CO" dirty="0"/>
          </a:p>
        </p:txBody>
      </p:sp>
      <p:sp>
        <p:nvSpPr>
          <p:cNvPr id="6" name="Text Placeholder 16">
            <a:extLst>
              <a:ext uri="{FF2B5EF4-FFF2-40B4-BE49-F238E27FC236}">
                <a16:creationId xmlns:a16="http://schemas.microsoft.com/office/drawing/2014/main" id="{63A2D57C-1BF2-5C22-03E5-234EE0035304}"/>
              </a:ext>
            </a:extLst>
          </p:cNvPr>
          <p:cNvSpPr txBox="1">
            <a:spLocks/>
          </p:cNvSpPr>
          <p:nvPr/>
        </p:nvSpPr>
        <p:spPr>
          <a:xfrm>
            <a:off x="566045" y="3868221"/>
            <a:ext cx="8523091"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Gestión de la Cuenta del Estudiante</a:t>
            </a:r>
          </a:p>
          <a:p>
            <a:pPr marL="0" indent="0">
              <a:buNone/>
            </a:pPr>
            <a:endParaRPr lang="en-US" sz="2000" dirty="0">
              <a:solidFill>
                <a:schemeClr val="bg1"/>
              </a:solidFill>
            </a:endParaRPr>
          </a:p>
        </p:txBody>
      </p:sp>
    </p:spTree>
    <p:extLst>
      <p:ext uri="{BB962C8B-B14F-4D97-AF65-F5344CB8AC3E}">
        <p14:creationId xmlns:p14="http://schemas.microsoft.com/office/powerpoint/2010/main" val="3872289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100A-D030-4EC8-BA92-C7C46E48047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483A694-21AA-DCFC-61DF-6B6B2C1D714D}"/>
              </a:ext>
            </a:extLst>
          </p:cNvPr>
          <p:cNvSpPr txBox="1">
            <a:spLocks/>
          </p:cNvSpPr>
          <p:nvPr/>
        </p:nvSpPr>
        <p:spPr>
          <a:xfrm>
            <a:off x="1089971" y="366839"/>
            <a:ext cx="9808725" cy="102304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CO" sz="3200" dirty="0"/>
              <a:t>TSAAREV -Revisión del detalle de la cuenta - Alumnos</a:t>
            </a:r>
          </a:p>
          <a:p>
            <a:r>
              <a:rPr lang="es-CO" sz="3200" dirty="0"/>
              <a:t>  </a:t>
            </a:r>
            <a:endParaRPr lang="es-CL" dirty="0"/>
          </a:p>
        </p:txBody>
      </p:sp>
      <p:sp>
        <p:nvSpPr>
          <p:cNvPr id="3" name="Rectángulo: esquinas redondeadas 2">
            <a:extLst>
              <a:ext uri="{FF2B5EF4-FFF2-40B4-BE49-F238E27FC236}">
                <a16:creationId xmlns:a16="http://schemas.microsoft.com/office/drawing/2014/main" id="{1559E03F-18CD-C79D-48A9-2E7063A9B561}"/>
              </a:ext>
            </a:extLst>
          </p:cNvPr>
          <p:cNvSpPr/>
          <p:nvPr/>
        </p:nvSpPr>
        <p:spPr>
          <a:xfrm>
            <a:off x="1315496" y="4741292"/>
            <a:ext cx="9583200" cy="11748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En </a:t>
            </a:r>
            <a:r>
              <a:rPr lang="es-CO" sz="1200" b="1" dirty="0"/>
              <a:t>TSAAREV</a:t>
            </a:r>
            <a:r>
              <a:rPr lang="es-CO" sz="1200" dirty="0"/>
              <a:t>, confirme que los registros a transferir presenten el valor </a:t>
            </a:r>
            <a:r>
              <a:rPr lang="es-CO" sz="1200" b="1" dirty="0"/>
              <a:t>Y</a:t>
            </a:r>
            <a:r>
              <a:rPr lang="es-CO" sz="1200" dirty="0"/>
              <a:t> en la columna </a:t>
            </a:r>
            <a:r>
              <a:rPr lang="es-CO" sz="1200" b="1" dirty="0"/>
              <a:t>Alimentar</a:t>
            </a:r>
            <a:r>
              <a:rPr lang="es-CO" sz="1200" dirty="0"/>
              <a:t>. Este estado indica que el cargo está pendiente de ser enviado a la Interfaz de Finanzas. Después de ejecutar el proceso de interfaz, el sistema actualiza automáticamente el valor a </a:t>
            </a:r>
            <a:r>
              <a:rPr lang="es-CO" sz="1200" b="1" dirty="0"/>
              <a:t>F</a:t>
            </a:r>
            <a:r>
              <a:rPr lang="es-CO" sz="1200" dirty="0"/>
              <a:t>, indicando que la transferencia fue realizada exitosamente.</a:t>
            </a:r>
          </a:p>
          <a:p>
            <a:pPr algn="just"/>
            <a:endParaRPr lang="es-CO" sz="1200" dirty="0"/>
          </a:p>
          <a:p>
            <a:pPr algn="just"/>
            <a:r>
              <a:rPr lang="es-CO" sz="1200" dirty="0"/>
              <a:t>Adicional se alimentan los campos de </a:t>
            </a:r>
            <a:r>
              <a:rPr lang="es-CO" sz="1200" b="1" dirty="0"/>
              <a:t>Número de documento de alimentación </a:t>
            </a:r>
            <a:r>
              <a:rPr lang="es-CO" sz="1200" dirty="0"/>
              <a:t>y </a:t>
            </a:r>
            <a:r>
              <a:rPr lang="es-CO" sz="1200" b="1" dirty="0"/>
              <a:t> Fecha de Alimentación.</a:t>
            </a:r>
          </a:p>
        </p:txBody>
      </p:sp>
      <p:pic>
        <p:nvPicPr>
          <p:cNvPr id="9" name="Imagen 8">
            <a:extLst>
              <a:ext uri="{FF2B5EF4-FFF2-40B4-BE49-F238E27FC236}">
                <a16:creationId xmlns:a16="http://schemas.microsoft.com/office/drawing/2014/main" id="{346D4C30-24CC-0FAC-6155-9494FB65EEE8}"/>
              </a:ext>
            </a:extLst>
          </p:cNvPr>
          <p:cNvPicPr>
            <a:picLocks noChangeAspect="1"/>
          </p:cNvPicPr>
          <p:nvPr/>
        </p:nvPicPr>
        <p:blipFill>
          <a:blip r:embed="rId2"/>
          <a:stretch>
            <a:fillRect/>
          </a:stretch>
        </p:blipFill>
        <p:spPr>
          <a:xfrm>
            <a:off x="1315496" y="1389888"/>
            <a:ext cx="9583200" cy="3129310"/>
          </a:xfrm>
          <a:prstGeom prst="rect">
            <a:avLst/>
          </a:prstGeom>
        </p:spPr>
      </p:pic>
    </p:spTree>
    <p:extLst>
      <p:ext uri="{BB962C8B-B14F-4D97-AF65-F5344CB8AC3E}">
        <p14:creationId xmlns:p14="http://schemas.microsoft.com/office/powerpoint/2010/main" val="1824294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1248B-7172-2538-BB3C-DF726B27ADA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2B8C541-4979-C3B4-5449-B1A02861B566}"/>
              </a:ext>
            </a:extLst>
          </p:cNvPr>
          <p:cNvSpPr txBox="1">
            <a:spLocks/>
          </p:cNvSpPr>
          <p:nvPr/>
        </p:nvSpPr>
        <p:spPr>
          <a:xfrm>
            <a:off x="1089970" y="583506"/>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B7D8E67F-4688-A213-B551-5BC8ACDBA1DB}"/>
              </a:ext>
            </a:extLst>
          </p:cNvPr>
          <p:cNvSpPr/>
          <p:nvPr/>
        </p:nvSpPr>
        <p:spPr>
          <a:xfrm>
            <a:off x="1089970" y="3801232"/>
            <a:ext cx="9808725" cy="9418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proceso </a:t>
            </a:r>
            <a:r>
              <a:rPr lang="es-CO" sz="1200" b="1" dirty="0"/>
              <a:t>TGRFEED</a:t>
            </a:r>
            <a:r>
              <a:rPr lang="es-CO" sz="1200" dirty="0"/>
              <a:t> permite enviar las transacciones cerradas de la cuenta corriente Al ERP financiero de la institución por medio de las cuentas contables configuradas para cada código de detalle.</a:t>
            </a:r>
          </a:p>
        </p:txBody>
      </p:sp>
      <p:pic>
        <p:nvPicPr>
          <p:cNvPr id="7" name="Imagen 6">
            <a:extLst>
              <a:ext uri="{FF2B5EF4-FFF2-40B4-BE49-F238E27FC236}">
                <a16:creationId xmlns:a16="http://schemas.microsoft.com/office/drawing/2014/main" id="{516718F2-113B-B0BC-1FF7-B6ACFB3D6FE0}"/>
              </a:ext>
            </a:extLst>
          </p:cNvPr>
          <p:cNvPicPr>
            <a:picLocks noChangeAspect="1"/>
          </p:cNvPicPr>
          <p:nvPr/>
        </p:nvPicPr>
        <p:blipFill>
          <a:blip r:embed="rId2"/>
          <a:stretch>
            <a:fillRect/>
          </a:stretch>
        </p:blipFill>
        <p:spPr>
          <a:xfrm>
            <a:off x="1202734" y="1798814"/>
            <a:ext cx="9583200" cy="1477410"/>
          </a:xfrm>
          <a:prstGeom prst="rect">
            <a:avLst/>
          </a:prstGeom>
        </p:spPr>
      </p:pic>
    </p:spTree>
    <p:extLst>
      <p:ext uri="{BB962C8B-B14F-4D97-AF65-F5344CB8AC3E}">
        <p14:creationId xmlns:p14="http://schemas.microsoft.com/office/powerpoint/2010/main" val="4170624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F20A1-E780-72DF-2101-B810D69E4D1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384FFC3-9451-B6EC-194F-A08C652DEADD}"/>
              </a:ext>
            </a:extLst>
          </p:cNvPr>
          <p:cNvSpPr txBox="1">
            <a:spLocks/>
          </p:cNvSpPr>
          <p:nvPr/>
        </p:nvSpPr>
        <p:spPr>
          <a:xfrm>
            <a:off x="1089972" y="321119"/>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68EEDF3F-935A-779B-F3B6-1CB5F70C03E2}"/>
              </a:ext>
            </a:extLst>
          </p:cNvPr>
          <p:cNvSpPr/>
          <p:nvPr/>
        </p:nvSpPr>
        <p:spPr>
          <a:xfrm>
            <a:off x="1202733" y="4587616"/>
            <a:ext cx="7127451" cy="6099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1.</a:t>
            </a:r>
            <a:r>
              <a:rPr lang="es-CO" sz="1200" dirty="0"/>
              <a:t> En la sección “Control de Impresora”, campo “Impresora” se debe asignar la sentencia </a:t>
            </a:r>
            <a:r>
              <a:rPr lang="es-CO" sz="1200" b="1" dirty="0"/>
              <a:t>DATABASE</a:t>
            </a:r>
            <a:endParaRPr lang="es-CO" sz="1200" dirty="0"/>
          </a:p>
        </p:txBody>
      </p:sp>
      <p:pic>
        <p:nvPicPr>
          <p:cNvPr id="5" name="Imagen 4">
            <a:extLst>
              <a:ext uri="{FF2B5EF4-FFF2-40B4-BE49-F238E27FC236}">
                <a16:creationId xmlns:a16="http://schemas.microsoft.com/office/drawing/2014/main" id="{955B97A9-F293-079B-E913-A24FF0E3A7A1}"/>
              </a:ext>
            </a:extLst>
          </p:cNvPr>
          <p:cNvPicPr>
            <a:picLocks noChangeAspect="1"/>
          </p:cNvPicPr>
          <p:nvPr/>
        </p:nvPicPr>
        <p:blipFill>
          <a:blip r:embed="rId2"/>
          <a:stretch>
            <a:fillRect/>
          </a:stretch>
        </p:blipFill>
        <p:spPr>
          <a:xfrm>
            <a:off x="1202733" y="1183122"/>
            <a:ext cx="9583200" cy="3159406"/>
          </a:xfrm>
          <a:prstGeom prst="rect">
            <a:avLst/>
          </a:prstGeom>
        </p:spPr>
      </p:pic>
      <p:pic>
        <p:nvPicPr>
          <p:cNvPr id="8" name="Imagen 7">
            <a:extLst>
              <a:ext uri="{FF2B5EF4-FFF2-40B4-BE49-F238E27FC236}">
                <a16:creationId xmlns:a16="http://schemas.microsoft.com/office/drawing/2014/main" id="{7D2380E2-2A38-32AD-1265-EC3AD406FDEA}"/>
              </a:ext>
            </a:extLst>
          </p:cNvPr>
          <p:cNvPicPr>
            <a:picLocks noChangeAspect="1"/>
          </p:cNvPicPr>
          <p:nvPr/>
        </p:nvPicPr>
        <p:blipFill>
          <a:blip r:embed="rId3"/>
          <a:stretch>
            <a:fillRect/>
          </a:stretch>
        </p:blipFill>
        <p:spPr>
          <a:xfrm>
            <a:off x="1244067" y="2169835"/>
            <a:ext cx="162000" cy="162000"/>
          </a:xfrm>
          <a:prstGeom prst="rect">
            <a:avLst/>
          </a:prstGeom>
        </p:spPr>
      </p:pic>
    </p:spTree>
    <p:extLst>
      <p:ext uri="{BB962C8B-B14F-4D97-AF65-F5344CB8AC3E}">
        <p14:creationId xmlns:p14="http://schemas.microsoft.com/office/powerpoint/2010/main" val="3785345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3127-4845-9C5E-9D84-B84913EB959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DF67770-32EB-D0B7-84F0-01BBAA7035AC}"/>
              </a:ext>
            </a:extLst>
          </p:cNvPr>
          <p:cNvSpPr txBox="1">
            <a:spLocks/>
          </p:cNvSpPr>
          <p:nvPr/>
        </p:nvSpPr>
        <p:spPr>
          <a:xfrm>
            <a:off x="1089972" y="166467"/>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2BA66F68-7E01-3CAA-5ECF-92A6931754B7}"/>
              </a:ext>
            </a:extLst>
          </p:cNvPr>
          <p:cNvSpPr/>
          <p:nvPr/>
        </p:nvSpPr>
        <p:spPr>
          <a:xfrm>
            <a:off x="1259115" y="5244490"/>
            <a:ext cx="9695963" cy="11435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Parámetros: </a:t>
            </a:r>
          </a:p>
          <a:p>
            <a:pPr marL="171450" indent="-171450" algn="just">
              <a:buFont typeface="Arial" panose="020B0604020202020204" pitchFamily="34" charset="0"/>
              <a:buChar char="•"/>
            </a:pPr>
            <a:r>
              <a:rPr lang="es-CO" sz="1200" b="1" dirty="0"/>
              <a:t>Fecha de selección de dirección</a:t>
            </a:r>
            <a:r>
              <a:rPr lang="es-CO" sz="1200" dirty="0"/>
              <a:t>: Se indica la fecha actual para correr el proceso.</a:t>
            </a:r>
          </a:p>
          <a:p>
            <a:pPr marL="171450" indent="-171450" algn="just">
              <a:buFont typeface="Arial" panose="020B0604020202020204" pitchFamily="34" charset="0"/>
              <a:buChar char="•"/>
            </a:pPr>
            <a:r>
              <a:rPr lang="es-CO" sz="1200" b="1" dirty="0"/>
              <a:t>Jerarquía de dirección:</a:t>
            </a:r>
            <a:r>
              <a:rPr lang="es-CO" sz="1200" dirty="0"/>
              <a:t> 1MA </a:t>
            </a:r>
          </a:p>
          <a:p>
            <a:pPr marL="171450" indent="-171450" algn="just">
              <a:buFont typeface="Arial" panose="020B0604020202020204" pitchFamily="34" charset="0"/>
              <a:buChar char="•"/>
            </a:pPr>
            <a:r>
              <a:rPr lang="es-CO" sz="1200" b="1" dirty="0"/>
              <a:t>Registros por docto de </a:t>
            </a:r>
            <a:r>
              <a:rPr lang="es-CO" sz="1200" b="1" dirty="0" err="1"/>
              <a:t>aliment</a:t>
            </a:r>
            <a:r>
              <a:rPr lang="es-CO" sz="1200" dirty="0"/>
              <a:t>: Se indica un rango de fechas. </a:t>
            </a:r>
          </a:p>
          <a:p>
            <a:pPr marL="171450" indent="-171450" algn="just">
              <a:buFont typeface="Arial" panose="020B0604020202020204" pitchFamily="34" charset="0"/>
              <a:buChar char="•"/>
            </a:pPr>
            <a:r>
              <a:rPr lang="es-CO" sz="1200" b="1" dirty="0"/>
              <a:t>Alim. Número de recibo (Y/N): Y: </a:t>
            </a:r>
            <a:r>
              <a:rPr lang="es-CO" sz="1200" dirty="0"/>
              <a:t>Conservar el número de recibo – </a:t>
            </a:r>
            <a:r>
              <a:rPr lang="es-CO" sz="1200" b="1" dirty="0"/>
              <a:t>N: </a:t>
            </a:r>
            <a:r>
              <a:rPr lang="es-CO" sz="1200" dirty="0"/>
              <a:t>Hace Nulo el número de recibo.</a:t>
            </a:r>
            <a:endParaRPr lang="es-CO" sz="1200" b="1" dirty="0"/>
          </a:p>
          <a:p>
            <a:pPr algn="just"/>
            <a:endParaRPr lang="es-CO" sz="1200" dirty="0"/>
          </a:p>
        </p:txBody>
      </p:sp>
      <p:pic>
        <p:nvPicPr>
          <p:cNvPr id="5" name="Imagen 4">
            <a:extLst>
              <a:ext uri="{FF2B5EF4-FFF2-40B4-BE49-F238E27FC236}">
                <a16:creationId xmlns:a16="http://schemas.microsoft.com/office/drawing/2014/main" id="{964EBC1E-4EB9-F97B-9701-939752D9D133}"/>
              </a:ext>
            </a:extLst>
          </p:cNvPr>
          <p:cNvPicPr>
            <a:picLocks noChangeAspect="1"/>
          </p:cNvPicPr>
          <p:nvPr/>
        </p:nvPicPr>
        <p:blipFill>
          <a:blip r:embed="rId2"/>
          <a:stretch>
            <a:fillRect/>
          </a:stretch>
        </p:blipFill>
        <p:spPr>
          <a:xfrm>
            <a:off x="1259115" y="738853"/>
            <a:ext cx="9583200" cy="3943374"/>
          </a:xfrm>
          <a:prstGeom prst="rect">
            <a:avLst/>
          </a:prstGeom>
        </p:spPr>
      </p:pic>
      <p:pic>
        <p:nvPicPr>
          <p:cNvPr id="8" name="Imagen 7">
            <a:extLst>
              <a:ext uri="{FF2B5EF4-FFF2-40B4-BE49-F238E27FC236}">
                <a16:creationId xmlns:a16="http://schemas.microsoft.com/office/drawing/2014/main" id="{B2EFC504-F3E1-DAD6-D3D9-57EB734870AA}"/>
              </a:ext>
            </a:extLst>
          </p:cNvPr>
          <p:cNvPicPr>
            <a:picLocks noChangeAspect="1"/>
          </p:cNvPicPr>
          <p:nvPr/>
        </p:nvPicPr>
        <p:blipFill>
          <a:blip r:embed="rId3"/>
          <a:stretch>
            <a:fillRect/>
          </a:stretch>
        </p:blipFill>
        <p:spPr>
          <a:xfrm>
            <a:off x="10883926" y="4702030"/>
            <a:ext cx="162000" cy="162000"/>
          </a:xfrm>
          <a:prstGeom prst="rect">
            <a:avLst/>
          </a:prstGeom>
        </p:spPr>
      </p:pic>
      <p:pic>
        <p:nvPicPr>
          <p:cNvPr id="10" name="Imagen 9">
            <a:extLst>
              <a:ext uri="{FF2B5EF4-FFF2-40B4-BE49-F238E27FC236}">
                <a16:creationId xmlns:a16="http://schemas.microsoft.com/office/drawing/2014/main" id="{B6F4A01E-BB72-1584-AC62-7FC737697974}"/>
              </a:ext>
            </a:extLst>
          </p:cNvPr>
          <p:cNvPicPr>
            <a:picLocks noChangeAspect="1"/>
          </p:cNvPicPr>
          <p:nvPr/>
        </p:nvPicPr>
        <p:blipFill>
          <a:blip r:embed="rId4"/>
          <a:stretch>
            <a:fillRect/>
          </a:stretch>
        </p:blipFill>
        <p:spPr>
          <a:xfrm>
            <a:off x="1089972" y="2816333"/>
            <a:ext cx="162000" cy="162000"/>
          </a:xfrm>
          <a:prstGeom prst="rect">
            <a:avLst/>
          </a:prstGeom>
        </p:spPr>
      </p:pic>
      <p:pic>
        <p:nvPicPr>
          <p:cNvPr id="12" name="Imagen 11">
            <a:extLst>
              <a:ext uri="{FF2B5EF4-FFF2-40B4-BE49-F238E27FC236}">
                <a16:creationId xmlns:a16="http://schemas.microsoft.com/office/drawing/2014/main" id="{681A0DA5-3F22-133E-47A6-F5ACEFF2313D}"/>
              </a:ext>
            </a:extLst>
          </p:cNvPr>
          <p:cNvPicPr>
            <a:picLocks noChangeAspect="1"/>
          </p:cNvPicPr>
          <p:nvPr/>
        </p:nvPicPr>
        <p:blipFill>
          <a:blip r:embed="rId5"/>
          <a:stretch>
            <a:fillRect/>
          </a:stretch>
        </p:blipFill>
        <p:spPr>
          <a:xfrm>
            <a:off x="3408619" y="4160200"/>
            <a:ext cx="162000" cy="162000"/>
          </a:xfrm>
          <a:prstGeom prst="rect">
            <a:avLst/>
          </a:prstGeom>
        </p:spPr>
      </p:pic>
      <p:pic>
        <p:nvPicPr>
          <p:cNvPr id="14" name="Imagen 13">
            <a:extLst>
              <a:ext uri="{FF2B5EF4-FFF2-40B4-BE49-F238E27FC236}">
                <a16:creationId xmlns:a16="http://schemas.microsoft.com/office/drawing/2014/main" id="{28EA966C-E0D6-C9D7-5DDE-52DC3C43AF54}"/>
              </a:ext>
            </a:extLst>
          </p:cNvPr>
          <p:cNvPicPr>
            <a:picLocks noChangeAspect="1"/>
          </p:cNvPicPr>
          <p:nvPr/>
        </p:nvPicPr>
        <p:blipFill>
          <a:blip r:embed="rId6"/>
          <a:stretch>
            <a:fillRect/>
          </a:stretch>
        </p:blipFill>
        <p:spPr>
          <a:xfrm>
            <a:off x="1259115" y="4596103"/>
            <a:ext cx="9583200" cy="419921"/>
          </a:xfrm>
          <a:prstGeom prst="rect">
            <a:avLst/>
          </a:prstGeom>
        </p:spPr>
      </p:pic>
    </p:spTree>
    <p:extLst>
      <p:ext uri="{BB962C8B-B14F-4D97-AF65-F5344CB8AC3E}">
        <p14:creationId xmlns:p14="http://schemas.microsoft.com/office/powerpoint/2010/main" val="3950353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6A54-1066-D545-4434-281665BDDE5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7A71C8E-60D4-2437-BB33-53759F1863D7}"/>
              </a:ext>
            </a:extLst>
          </p:cNvPr>
          <p:cNvSpPr txBox="1">
            <a:spLocks/>
          </p:cNvSpPr>
          <p:nvPr/>
        </p:nvSpPr>
        <p:spPr>
          <a:xfrm>
            <a:off x="1099540" y="720252"/>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1B58AE1C-379C-5C7C-CBBF-A2E356F372D9}"/>
              </a:ext>
            </a:extLst>
          </p:cNvPr>
          <p:cNvSpPr/>
          <p:nvPr/>
        </p:nvSpPr>
        <p:spPr>
          <a:xfrm>
            <a:off x="1212302" y="4156138"/>
            <a:ext cx="5840756" cy="454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Confirmación de la ejecución del Proceso. Generación de los archivos .LIS y .LOG</a:t>
            </a:r>
          </a:p>
        </p:txBody>
      </p:sp>
      <p:pic>
        <p:nvPicPr>
          <p:cNvPr id="5" name="Imagen 4">
            <a:extLst>
              <a:ext uri="{FF2B5EF4-FFF2-40B4-BE49-F238E27FC236}">
                <a16:creationId xmlns:a16="http://schemas.microsoft.com/office/drawing/2014/main" id="{5F28B710-0CE3-CE7F-12FB-977E64AD63B8}"/>
              </a:ext>
            </a:extLst>
          </p:cNvPr>
          <p:cNvPicPr>
            <a:picLocks noChangeAspect="1"/>
          </p:cNvPicPr>
          <p:nvPr/>
        </p:nvPicPr>
        <p:blipFill>
          <a:blip r:embed="rId2"/>
          <a:stretch>
            <a:fillRect/>
          </a:stretch>
        </p:blipFill>
        <p:spPr>
          <a:xfrm>
            <a:off x="1212302" y="2231576"/>
            <a:ext cx="9583200" cy="1432489"/>
          </a:xfrm>
          <a:prstGeom prst="rect">
            <a:avLst/>
          </a:prstGeom>
        </p:spPr>
      </p:pic>
      <p:pic>
        <p:nvPicPr>
          <p:cNvPr id="8" name="Imagen 7">
            <a:extLst>
              <a:ext uri="{FF2B5EF4-FFF2-40B4-BE49-F238E27FC236}">
                <a16:creationId xmlns:a16="http://schemas.microsoft.com/office/drawing/2014/main" id="{EEC214C1-E3B6-69B0-6AFA-B5FD5905571D}"/>
              </a:ext>
            </a:extLst>
          </p:cNvPr>
          <p:cNvPicPr>
            <a:picLocks noChangeAspect="1"/>
          </p:cNvPicPr>
          <p:nvPr/>
        </p:nvPicPr>
        <p:blipFill>
          <a:blip r:embed="rId3"/>
          <a:stretch>
            <a:fillRect/>
          </a:stretch>
        </p:blipFill>
        <p:spPr>
          <a:xfrm>
            <a:off x="10836834" y="2804108"/>
            <a:ext cx="162000" cy="162000"/>
          </a:xfrm>
          <a:prstGeom prst="rect">
            <a:avLst/>
          </a:prstGeom>
        </p:spPr>
      </p:pic>
    </p:spTree>
    <p:extLst>
      <p:ext uri="{BB962C8B-B14F-4D97-AF65-F5344CB8AC3E}">
        <p14:creationId xmlns:p14="http://schemas.microsoft.com/office/powerpoint/2010/main" val="3378698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3AA6A-5077-0E32-526C-8766FDDF835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FCD6FCE-EFFA-2C8A-C1CC-621242805DBA}"/>
              </a:ext>
            </a:extLst>
          </p:cNvPr>
          <p:cNvSpPr txBox="1">
            <a:spLocks/>
          </p:cNvSpPr>
          <p:nvPr/>
        </p:nvSpPr>
        <p:spPr>
          <a:xfrm>
            <a:off x="1099540" y="720252"/>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pic>
        <p:nvPicPr>
          <p:cNvPr id="6" name="Imagen 5">
            <a:extLst>
              <a:ext uri="{FF2B5EF4-FFF2-40B4-BE49-F238E27FC236}">
                <a16:creationId xmlns:a16="http://schemas.microsoft.com/office/drawing/2014/main" id="{A3708254-398C-0045-D098-4617FFAE230F}"/>
              </a:ext>
            </a:extLst>
          </p:cNvPr>
          <p:cNvPicPr>
            <a:picLocks noChangeAspect="1"/>
          </p:cNvPicPr>
          <p:nvPr/>
        </p:nvPicPr>
        <p:blipFill>
          <a:blip r:embed="rId2"/>
          <a:stretch>
            <a:fillRect/>
          </a:stretch>
        </p:blipFill>
        <p:spPr>
          <a:xfrm>
            <a:off x="1212302" y="1525437"/>
            <a:ext cx="9583200" cy="3409359"/>
          </a:xfrm>
          <a:prstGeom prst="rect">
            <a:avLst/>
          </a:prstGeom>
        </p:spPr>
      </p:pic>
      <p:sp>
        <p:nvSpPr>
          <p:cNvPr id="7" name="Rectángulo: esquinas redondeadas 6">
            <a:extLst>
              <a:ext uri="{FF2B5EF4-FFF2-40B4-BE49-F238E27FC236}">
                <a16:creationId xmlns:a16="http://schemas.microsoft.com/office/drawing/2014/main" id="{156EEEFE-FCAE-6B02-882A-6A866853B02A}"/>
              </a:ext>
            </a:extLst>
          </p:cNvPr>
          <p:cNvSpPr/>
          <p:nvPr/>
        </p:nvSpPr>
        <p:spPr>
          <a:xfrm>
            <a:off x="1212302" y="5053668"/>
            <a:ext cx="9583200" cy="8350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a:t>
            </a:r>
          </a:p>
        </p:txBody>
      </p:sp>
      <p:pic>
        <p:nvPicPr>
          <p:cNvPr id="10" name="Imagen 9">
            <a:extLst>
              <a:ext uri="{FF2B5EF4-FFF2-40B4-BE49-F238E27FC236}">
                <a16:creationId xmlns:a16="http://schemas.microsoft.com/office/drawing/2014/main" id="{2FA96F95-B28A-4C08-D600-6343DB96E7E8}"/>
              </a:ext>
            </a:extLst>
          </p:cNvPr>
          <p:cNvPicPr>
            <a:picLocks noChangeAspect="1"/>
          </p:cNvPicPr>
          <p:nvPr/>
        </p:nvPicPr>
        <p:blipFill>
          <a:blip r:embed="rId3"/>
          <a:stretch>
            <a:fillRect/>
          </a:stretch>
        </p:blipFill>
        <p:spPr>
          <a:xfrm>
            <a:off x="8001305" y="1832153"/>
            <a:ext cx="162000" cy="162000"/>
          </a:xfrm>
          <a:prstGeom prst="rect">
            <a:avLst/>
          </a:prstGeom>
        </p:spPr>
      </p:pic>
      <p:pic>
        <p:nvPicPr>
          <p:cNvPr id="12" name="Imagen 11">
            <a:extLst>
              <a:ext uri="{FF2B5EF4-FFF2-40B4-BE49-F238E27FC236}">
                <a16:creationId xmlns:a16="http://schemas.microsoft.com/office/drawing/2014/main" id="{B4659DC2-FB1F-812B-E51E-584F366CD92B}"/>
              </a:ext>
            </a:extLst>
          </p:cNvPr>
          <p:cNvPicPr>
            <a:picLocks noChangeAspect="1"/>
          </p:cNvPicPr>
          <p:nvPr/>
        </p:nvPicPr>
        <p:blipFill>
          <a:blip r:embed="rId4"/>
          <a:stretch>
            <a:fillRect/>
          </a:stretch>
        </p:blipFill>
        <p:spPr>
          <a:xfrm>
            <a:off x="10314737" y="2389937"/>
            <a:ext cx="162000" cy="162000"/>
          </a:xfrm>
          <a:prstGeom prst="rect">
            <a:avLst/>
          </a:prstGeom>
        </p:spPr>
      </p:pic>
    </p:spTree>
    <p:extLst>
      <p:ext uri="{BB962C8B-B14F-4D97-AF65-F5344CB8AC3E}">
        <p14:creationId xmlns:p14="http://schemas.microsoft.com/office/powerpoint/2010/main" val="2250641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61DCB-9255-162F-4579-869BFA9868FA}"/>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A3E16AC-3635-2CEC-9A4D-E533EFCF028B}"/>
              </a:ext>
            </a:extLst>
          </p:cNvPr>
          <p:cNvPicPr>
            <a:picLocks noChangeAspect="1"/>
          </p:cNvPicPr>
          <p:nvPr/>
        </p:nvPicPr>
        <p:blipFill>
          <a:blip r:embed="rId2"/>
          <a:stretch>
            <a:fillRect/>
          </a:stretch>
        </p:blipFill>
        <p:spPr>
          <a:xfrm>
            <a:off x="1417162" y="1148479"/>
            <a:ext cx="9583200" cy="4561042"/>
          </a:xfrm>
          <a:prstGeom prst="rect">
            <a:avLst/>
          </a:prstGeom>
        </p:spPr>
      </p:pic>
      <p:sp>
        <p:nvSpPr>
          <p:cNvPr id="2" name="Título 3">
            <a:extLst>
              <a:ext uri="{FF2B5EF4-FFF2-40B4-BE49-F238E27FC236}">
                <a16:creationId xmlns:a16="http://schemas.microsoft.com/office/drawing/2014/main" id="{72E2F43B-D383-804D-06ED-F83263CD1172}"/>
              </a:ext>
            </a:extLst>
          </p:cNvPr>
          <p:cNvSpPr txBox="1">
            <a:spLocks/>
          </p:cNvSpPr>
          <p:nvPr/>
        </p:nvSpPr>
        <p:spPr>
          <a:xfrm>
            <a:off x="1191637" y="363636"/>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B652F7B1-9C81-6585-5F7A-6A81DBF42377}"/>
              </a:ext>
            </a:extLst>
          </p:cNvPr>
          <p:cNvSpPr/>
          <p:nvPr/>
        </p:nvSpPr>
        <p:spPr>
          <a:xfrm>
            <a:off x="1417162" y="5709521"/>
            <a:ext cx="9583200" cy="775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Revisión salida en GJIREVO:</a:t>
            </a:r>
          </a:p>
          <a:p>
            <a:r>
              <a:rPr lang="es-CO" sz="1200" dirty="0"/>
              <a:t>Ratificando que el campo “Número” cuente con la numeración asignada al proceso ejecutado, en el campo Nombre de Archivo, se despliega las opciones de los archivos .LIS y .LOG. </a:t>
            </a:r>
          </a:p>
        </p:txBody>
      </p:sp>
      <p:cxnSp>
        <p:nvCxnSpPr>
          <p:cNvPr id="9" name="Conector recto de flecha 8">
            <a:extLst>
              <a:ext uri="{FF2B5EF4-FFF2-40B4-BE49-F238E27FC236}">
                <a16:creationId xmlns:a16="http://schemas.microsoft.com/office/drawing/2014/main" id="{0B3B48C4-969D-604D-C760-E27D256B1CA5}"/>
              </a:ext>
            </a:extLst>
          </p:cNvPr>
          <p:cNvCxnSpPr/>
          <p:nvPr/>
        </p:nvCxnSpPr>
        <p:spPr>
          <a:xfrm>
            <a:off x="2880360" y="2249424"/>
            <a:ext cx="1115568" cy="110642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pic>
        <p:nvPicPr>
          <p:cNvPr id="11" name="Imagen 10">
            <a:extLst>
              <a:ext uri="{FF2B5EF4-FFF2-40B4-BE49-F238E27FC236}">
                <a16:creationId xmlns:a16="http://schemas.microsoft.com/office/drawing/2014/main" id="{E64E0E86-2C67-0E03-0EBB-3AD0C4A0B093}"/>
              </a:ext>
            </a:extLst>
          </p:cNvPr>
          <p:cNvPicPr>
            <a:picLocks noChangeAspect="1"/>
          </p:cNvPicPr>
          <p:nvPr/>
        </p:nvPicPr>
        <p:blipFill>
          <a:blip r:embed="rId3"/>
          <a:stretch>
            <a:fillRect/>
          </a:stretch>
        </p:blipFill>
        <p:spPr>
          <a:xfrm>
            <a:off x="7753771" y="5278795"/>
            <a:ext cx="162000" cy="162000"/>
          </a:xfrm>
          <a:prstGeom prst="rect">
            <a:avLst/>
          </a:prstGeom>
        </p:spPr>
      </p:pic>
      <p:pic>
        <p:nvPicPr>
          <p:cNvPr id="15" name="Imagen 14">
            <a:extLst>
              <a:ext uri="{FF2B5EF4-FFF2-40B4-BE49-F238E27FC236}">
                <a16:creationId xmlns:a16="http://schemas.microsoft.com/office/drawing/2014/main" id="{E5677D93-F997-0044-8E82-964A0E975B55}"/>
              </a:ext>
            </a:extLst>
          </p:cNvPr>
          <p:cNvPicPr>
            <a:picLocks noChangeAspect="1"/>
          </p:cNvPicPr>
          <p:nvPr/>
        </p:nvPicPr>
        <p:blipFill>
          <a:blip r:embed="rId4"/>
          <a:stretch>
            <a:fillRect/>
          </a:stretch>
        </p:blipFill>
        <p:spPr>
          <a:xfrm>
            <a:off x="10431211" y="1801140"/>
            <a:ext cx="162000" cy="162000"/>
          </a:xfrm>
          <a:prstGeom prst="rect">
            <a:avLst/>
          </a:prstGeom>
        </p:spPr>
      </p:pic>
      <p:pic>
        <p:nvPicPr>
          <p:cNvPr id="17" name="Imagen 16">
            <a:extLst>
              <a:ext uri="{FF2B5EF4-FFF2-40B4-BE49-F238E27FC236}">
                <a16:creationId xmlns:a16="http://schemas.microsoft.com/office/drawing/2014/main" id="{0531D6DB-2A98-6C76-06CF-1859C8C829F5}"/>
              </a:ext>
            </a:extLst>
          </p:cNvPr>
          <p:cNvPicPr>
            <a:picLocks noChangeAspect="1"/>
          </p:cNvPicPr>
          <p:nvPr/>
        </p:nvPicPr>
        <p:blipFill>
          <a:blip r:embed="rId5"/>
          <a:stretch>
            <a:fillRect/>
          </a:stretch>
        </p:blipFill>
        <p:spPr>
          <a:xfrm>
            <a:off x="3888259" y="3665575"/>
            <a:ext cx="162000" cy="162000"/>
          </a:xfrm>
          <a:prstGeom prst="rect">
            <a:avLst/>
          </a:prstGeom>
        </p:spPr>
      </p:pic>
      <p:pic>
        <p:nvPicPr>
          <p:cNvPr id="19" name="Imagen 18">
            <a:extLst>
              <a:ext uri="{FF2B5EF4-FFF2-40B4-BE49-F238E27FC236}">
                <a16:creationId xmlns:a16="http://schemas.microsoft.com/office/drawing/2014/main" id="{FB01D178-DCE9-8B2B-8B75-F5DE26F305DC}"/>
              </a:ext>
            </a:extLst>
          </p:cNvPr>
          <p:cNvPicPr>
            <a:picLocks noChangeAspect="1"/>
          </p:cNvPicPr>
          <p:nvPr/>
        </p:nvPicPr>
        <p:blipFill>
          <a:blip r:embed="rId6"/>
          <a:stretch>
            <a:fillRect/>
          </a:stretch>
        </p:blipFill>
        <p:spPr>
          <a:xfrm>
            <a:off x="3616838" y="1924049"/>
            <a:ext cx="162000" cy="162000"/>
          </a:xfrm>
          <a:prstGeom prst="rect">
            <a:avLst/>
          </a:prstGeom>
        </p:spPr>
      </p:pic>
      <p:pic>
        <p:nvPicPr>
          <p:cNvPr id="21" name="Imagen 20">
            <a:extLst>
              <a:ext uri="{FF2B5EF4-FFF2-40B4-BE49-F238E27FC236}">
                <a16:creationId xmlns:a16="http://schemas.microsoft.com/office/drawing/2014/main" id="{2FD845C8-7B1B-01C5-3811-BE23B5576E88}"/>
              </a:ext>
            </a:extLst>
          </p:cNvPr>
          <p:cNvPicPr>
            <a:picLocks noChangeAspect="1"/>
          </p:cNvPicPr>
          <p:nvPr/>
        </p:nvPicPr>
        <p:blipFill>
          <a:blip r:embed="rId7"/>
          <a:stretch>
            <a:fillRect/>
          </a:stretch>
        </p:blipFill>
        <p:spPr>
          <a:xfrm>
            <a:off x="7955777" y="1762049"/>
            <a:ext cx="162000" cy="162000"/>
          </a:xfrm>
          <a:prstGeom prst="rect">
            <a:avLst/>
          </a:prstGeom>
        </p:spPr>
      </p:pic>
    </p:spTree>
    <p:extLst>
      <p:ext uri="{BB962C8B-B14F-4D97-AF65-F5344CB8AC3E}">
        <p14:creationId xmlns:p14="http://schemas.microsoft.com/office/powerpoint/2010/main" val="3419966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F1D91-57E6-BB01-652C-B0176133C7E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038DD61-758A-D5AD-7C2C-7ECC121A8116}"/>
              </a:ext>
            </a:extLst>
          </p:cNvPr>
          <p:cNvSpPr txBox="1">
            <a:spLocks/>
          </p:cNvSpPr>
          <p:nvPr/>
        </p:nvSpPr>
        <p:spPr>
          <a:xfrm>
            <a:off x="1108684" y="299628"/>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3DE9236F-AD75-10B3-125F-644FEECB4B60}"/>
              </a:ext>
            </a:extLst>
          </p:cNvPr>
          <p:cNvSpPr/>
          <p:nvPr/>
        </p:nvSpPr>
        <p:spPr>
          <a:xfrm>
            <a:off x="1221446" y="5872641"/>
            <a:ext cx="5407954" cy="454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.LIS:</a:t>
            </a:r>
          </a:p>
          <a:p>
            <a:r>
              <a:rPr lang="es-CO" sz="1200" dirty="0"/>
              <a:t>El archivo .LIS confirma la actualización de dos registros de estudiantes.</a:t>
            </a:r>
          </a:p>
        </p:txBody>
      </p:sp>
      <p:pic>
        <p:nvPicPr>
          <p:cNvPr id="5" name="Imagen 4">
            <a:extLst>
              <a:ext uri="{FF2B5EF4-FFF2-40B4-BE49-F238E27FC236}">
                <a16:creationId xmlns:a16="http://schemas.microsoft.com/office/drawing/2014/main" id="{8C8CAAE7-3A4D-6276-AAF7-1D3588180BB9}"/>
              </a:ext>
            </a:extLst>
          </p:cNvPr>
          <p:cNvPicPr>
            <a:picLocks noChangeAspect="1"/>
          </p:cNvPicPr>
          <p:nvPr/>
        </p:nvPicPr>
        <p:blipFill>
          <a:blip r:embed="rId2"/>
          <a:stretch>
            <a:fillRect/>
          </a:stretch>
        </p:blipFill>
        <p:spPr>
          <a:xfrm>
            <a:off x="1221446" y="985359"/>
            <a:ext cx="9583200" cy="4734050"/>
          </a:xfrm>
          <a:prstGeom prst="rect">
            <a:avLst/>
          </a:prstGeom>
        </p:spPr>
      </p:pic>
    </p:spTree>
    <p:extLst>
      <p:ext uri="{BB962C8B-B14F-4D97-AF65-F5344CB8AC3E}">
        <p14:creationId xmlns:p14="http://schemas.microsoft.com/office/powerpoint/2010/main" val="898182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50F1-948E-D6C4-7B62-7736CB0AE65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D2F1369-6D7C-93AE-0745-2A432463CF1E}"/>
              </a:ext>
            </a:extLst>
          </p:cNvPr>
          <p:cNvSpPr txBox="1">
            <a:spLocks/>
          </p:cNvSpPr>
          <p:nvPr/>
        </p:nvSpPr>
        <p:spPr>
          <a:xfrm>
            <a:off x="1099540" y="720252"/>
            <a:ext cx="980872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TGRFEED Proceso de alimentación contable </a:t>
            </a:r>
            <a:endParaRPr lang="es-CL" dirty="0"/>
          </a:p>
        </p:txBody>
      </p:sp>
      <p:sp>
        <p:nvSpPr>
          <p:cNvPr id="3" name="Rectángulo: esquinas redondeadas 2">
            <a:extLst>
              <a:ext uri="{FF2B5EF4-FFF2-40B4-BE49-F238E27FC236}">
                <a16:creationId xmlns:a16="http://schemas.microsoft.com/office/drawing/2014/main" id="{ED25B04D-9618-02CF-3C06-8C63DA88A625}"/>
              </a:ext>
            </a:extLst>
          </p:cNvPr>
          <p:cNvSpPr/>
          <p:nvPr/>
        </p:nvSpPr>
        <p:spPr>
          <a:xfrm>
            <a:off x="1212302" y="5047464"/>
            <a:ext cx="3387130" cy="454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.LOG:</a:t>
            </a:r>
          </a:p>
          <a:p>
            <a:r>
              <a:rPr lang="es-CO" sz="1200" dirty="0"/>
              <a:t>El archivo .LOG confirma ejecución completa</a:t>
            </a:r>
          </a:p>
        </p:txBody>
      </p:sp>
      <p:pic>
        <p:nvPicPr>
          <p:cNvPr id="5" name="Imagen 4">
            <a:extLst>
              <a:ext uri="{FF2B5EF4-FFF2-40B4-BE49-F238E27FC236}">
                <a16:creationId xmlns:a16="http://schemas.microsoft.com/office/drawing/2014/main" id="{0A492003-C11C-12FE-EA81-F51B32876394}"/>
              </a:ext>
            </a:extLst>
          </p:cNvPr>
          <p:cNvPicPr>
            <a:picLocks noChangeAspect="1"/>
          </p:cNvPicPr>
          <p:nvPr/>
        </p:nvPicPr>
        <p:blipFill>
          <a:blip r:embed="rId2"/>
          <a:stretch>
            <a:fillRect/>
          </a:stretch>
        </p:blipFill>
        <p:spPr>
          <a:xfrm>
            <a:off x="1212302" y="1482494"/>
            <a:ext cx="9583200" cy="3344372"/>
          </a:xfrm>
          <a:prstGeom prst="rect">
            <a:avLst/>
          </a:prstGeom>
        </p:spPr>
      </p:pic>
    </p:spTree>
    <p:extLst>
      <p:ext uri="{BB962C8B-B14F-4D97-AF65-F5344CB8AC3E}">
        <p14:creationId xmlns:p14="http://schemas.microsoft.com/office/powerpoint/2010/main" val="2699222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B236C-22F8-AAF3-48E2-697C111C73F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EAA1644-9933-930F-7433-DAED892578AF}"/>
              </a:ext>
            </a:extLst>
          </p:cNvPr>
          <p:cNvSpPr txBox="1">
            <a:spLocks/>
          </p:cNvSpPr>
          <p:nvPr/>
        </p:nvSpPr>
        <p:spPr>
          <a:xfrm>
            <a:off x="1108684" y="409356"/>
            <a:ext cx="9808725" cy="95310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Registro Tabla: </a:t>
            </a:r>
            <a:r>
              <a:rPr lang="es-ES_tradnl" sz="3200" dirty="0"/>
              <a:t>GURFEED - Proceso de alimentación contable </a:t>
            </a:r>
            <a:endParaRPr lang="es-CL" dirty="0"/>
          </a:p>
        </p:txBody>
      </p:sp>
      <p:sp>
        <p:nvSpPr>
          <p:cNvPr id="3" name="Rectángulo: esquinas redondeadas 2">
            <a:extLst>
              <a:ext uri="{FF2B5EF4-FFF2-40B4-BE49-F238E27FC236}">
                <a16:creationId xmlns:a16="http://schemas.microsoft.com/office/drawing/2014/main" id="{661431FD-B1B1-DDFD-B0ED-8ECC70D6784B}"/>
              </a:ext>
            </a:extLst>
          </p:cNvPr>
          <p:cNvSpPr/>
          <p:nvPr/>
        </p:nvSpPr>
        <p:spPr>
          <a:xfrm>
            <a:off x="1212302" y="4494756"/>
            <a:ext cx="9918000" cy="7132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Al finalizar la ejecución de </a:t>
            </a:r>
            <a:r>
              <a:rPr lang="es-CO" sz="1200" b="1" dirty="0"/>
              <a:t>TGRFEED</a:t>
            </a:r>
            <a:r>
              <a:rPr lang="es-CO" sz="1200" dirty="0"/>
              <a:t>, los movimientos seleccionados deben encontrarse registrados en </a:t>
            </a:r>
            <a:r>
              <a:rPr lang="es-CO" sz="1200" b="1" dirty="0"/>
              <a:t>GURFEED</a:t>
            </a:r>
            <a:r>
              <a:rPr lang="es-CO" sz="1200" dirty="0"/>
              <a:t>, evidenciando que fueron incluidos en el proceso de alimentación contable y quedaron disponibles para su posterior integración financiera.</a:t>
            </a:r>
          </a:p>
        </p:txBody>
      </p:sp>
      <p:pic>
        <p:nvPicPr>
          <p:cNvPr id="6" name="Imagen 5">
            <a:extLst>
              <a:ext uri="{FF2B5EF4-FFF2-40B4-BE49-F238E27FC236}">
                <a16:creationId xmlns:a16="http://schemas.microsoft.com/office/drawing/2014/main" id="{62C55DC1-C6DC-5150-8070-DA436BEA99CB}"/>
              </a:ext>
            </a:extLst>
          </p:cNvPr>
          <p:cNvPicPr>
            <a:picLocks noChangeAspect="1"/>
          </p:cNvPicPr>
          <p:nvPr/>
        </p:nvPicPr>
        <p:blipFill>
          <a:blip r:embed="rId2"/>
          <a:stretch>
            <a:fillRect/>
          </a:stretch>
        </p:blipFill>
        <p:spPr>
          <a:xfrm>
            <a:off x="1212302" y="1862829"/>
            <a:ext cx="9918000" cy="2131554"/>
          </a:xfrm>
          <a:prstGeom prst="rect">
            <a:avLst/>
          </a:prstGeom>
        </p:spPr>
      </p:pic>
    </p:spTree>
    <p:extLst>
      <p:ext uri="{BB962C8B-B14F-4D97-AF65-F5344CB8AC3E}">
        <p14:creationId xmlns:p14="http://schemas.microsoft.com/office/powerpoint/2010/main" val="315756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26C78-BBF2-1D58-E740-4F8A8A4B268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9834E00-5ADD-669C-B988-8380CD6D852F}"/>
              </a:ext>
            </a:extLst>
          </p:cNvPr>
          <p:cNvSpPr txBox="1">
            <a:spLocks/>
          </p:cNvSpPr>
          <p:nvPr/>
        </p:nvSpPr>
        <p:spPr>
          <a:xfrm>
            <a:off x="1089971" y="366839"/>
            <a:ext cx="9808725" cy="102304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TSAAREV -Revisión del detalle de la cuenta - Alumnos</a:t>
            </a:r>
          </a:p>
          <a:p>
            <a:r>
              <a:rPr lang="es-CO" sz="3200" dirty="0"/>
              <a:t>  </a:t>
            </a:r>
            <a:endParaRPr lang="es-CL" dirty="0"/>
          </a:p>
        </p:txBody>
      </p:sp>
      <p:sp>
        <p:nvSpPr>
          <p:cNvPr id="3" name="Rectángulo: esquinas redondeadas 2">
            <a:extLst>
              <a:ext uri="{FF2B5EF4-FFF2-40B4-BE49-F238E27FC236}">
                <a16:creationId xmlns:a16="http://schemas.microsoft.com/office/drawing/2014/main" id="{332EAD2C-FEF0-7070-A30E-D64791553679}"/>
              </a:ext>
            </a:extLst>
          </p:cNvPr>
          <p:cNvSpPr/>
          <p:nvPr/>
        </p:nvSpPr>
        <p:spPr>
          <a:xfrm>
            <a:off x="1202733" y="4675764"/>
            <a:ext cx="9583200" cy="9235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En </a:t>
            </a:r>
            <a:r>
              <a:rPr lang="es-CO" sz="1200" b="1" dirty="0"/>
              <a:t>TSAAREV</a:t>
            </a:r>
            <a:r>
              <a:rPr lang="es-CO" sz="1200" dirty="0"/>
              <a:t>, se evidencia que el estado de campo </a:t>
            </a:r>
            <a:r>
              <a:rPr lang="es-CO" sz="1200" b="1" dirty="0"/>
              <a:t>Alimentar</a:t>
            </a:r>
            <a:r>
              <a:rPr lang="es-CO" sz="1200" dirty="0"/>
              <a:t> está representado por la letra </a:t>
            </a:r>
            <a:r>
              <a:rPr lang="es-CO" sz="1200" b="1" dirty="0"/>
              <a:t>F, </a:t>
            </a:r>
            <a:r>
              <a:rPr lang="es-CO" sz="1200" dirty="0"/>
              <a:t>lo que indica que ya se realizó es traslado de información a la contabilidad por medio del proceso GURFEED, así mismo se identifica el registro de datos en los campos de </a:t>
            </a:r>
            <a:r>
              <a:rPr lang="es-CO" sz="1200" b="1" dirty="0"/>
              <a:t>Número de documento de alimentación </a:t>
            </a:r>
            <a:r>
              <a:rPr lang="es-CO" sz="1200" dirty="0"/>
              <a:t>y </a:t>
            </a:r>
            <a:r>
              <a:rPr lang="es-CO" sz="1200" b="1" dirty="0"/>
              <a:t> Fecha de Alimentación.</a:t>
            </a:r>
          </a:p>
        </p:txBody>
      </p:sp>
      <p:pic>
        <p:nvPicPr>
          <p:cNvPr id="4" name="Imagen 3">
            <a:extLst>
              <a:ext uri="{FF2B5EF4-FFF2-40B4-BE49-F238E27FC236}">
                <a16:creationId xmlns:a16="http://schemas.microsoft.com/office/drawing/2014/main" id="{AD8C8FC1-9D50-E3FC-BBB2-65E2D66711D1}"/>
              </a:ext>
            </a:extLst>
          </p:cNvPr>
          <p:cNvPicPr>
            <a:picLocks noChangeAspect="1"/>
          </p:cNvPicPr>
          <p:nvPr/>
        </p:nvPicPr>
        <p:blipFill>
          <a:blip r:embed="rId2"/>
          <a:stretch>
            <a:fillRect/>
          </a:stretch>
        </p:blipFill>
        <p:spPr>
          <a:xfrm>
            <a:off x="1202733" y="1389888"/>
            <a:ext cx="9583200" cy="3186371"/>
          </a:xfrm>
          <a:prstGeom prst="rect">
            <a:avLst/>
          </a:prstGeom>
        </p:spPr>
      </p:pic>
    </p:spTree>
    <p:extLst>
      <p:ext uri="{BB962C8B-B14F-4D97-AF65-F5344CB8AC3E}">
        <p14:creationId xmlns:p14="http://schemas.microsoft.com/office/powerpoint/2010/main" val="3621776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3DE35-3633-5D84-3B83-FF376E5C760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BCD3C03-EE2A-9A6F-607C-E06C1FF64010}"/>
              </a:ext>
            </a:extLst>
          </p:cNvPr>
          <p:cNvSpPr txBox="1">
            <a:spLocks/>
          </p:cNvSpPr>
          <p:nvPr/>
        </p:nvSpPr>
        <p:spPr>
          <a:xfrm>
            <a:off x="1304400" y="368585"/>
            <a:ext cx="9233180" cy="105787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a:t>
            </a:r>
            <a:r>
              <a:rPr lang="es-CO" sz="3200" dirty="0"/>
              <a:t>TGIFEDH - Historial de detalles de la alimentación a contabilidad</a:t>
            </a:r>
            <a:endParaRPr lang="es-CL" dirty="0"/>
          </a:p>
        </p:txBody>
      </p:sp>
      <p:sp>
        <p:nvSpPr>
          <p:cNvPr id="3" name="Rectángulo: esquinas redondeadas 2">
            <a:extLst>
              <a:ext uri="{FF2B5EF4-FFF2-40B4-BE49-F238E27FC236}">
                <a16:creationId xmlns:a16="http://schemas.microsoft.com/office/drawing/2014/main" id="{FFBBAC18-D638-F530-9D56-F249B9E0F8CF}"/>
              </a:ext>
            </a:extLst>
          </p:cNvPr>
          <p:cNvSpPr/>
          <p:nvPr/>
        </p:nvSpPr>
        <p:spPr>
          <a:xfrm>
            <a:off x="1304400" y="4236990"/>
            <a:ext cx="9583200" cy="83793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página TGIFEDH permite consultar el historial de los registros generados durante el proceso de alimentación contable. Esta información corresponde a los movimientos que inicialmente fueron almacenados en </a:t>
            </a:r>
            <a:r>
              <a:rPr lang="es-CO" sz="1200" b="1" dirty="0"/>
              <a:t>GURFEED</a:t>
            </a:r>
            <a:r>
              <a:rPr lang="es-CO" sz="1200" dirty="0"/>
              <a:t> y que, posteriormente, fueron procesados mediante la interfaz de contabilidad. </a:t>
            </a:r>
          </a:p>
        </p:txBody>
      </p:sp>
      <p:pic>
        <p:nvPicPr>
          <p:cNvPr id="5" name="Imagen 4">
            <a:extLst>
              <a:ext uri="{FF2B5EF4-FFF2-40B4-BE49-F238E27FC236}">
                <a16:creationId xmlns:a16="http://schemas.microsoft.com/office/drawing/2014/main" id="{7509BBFB-B598-5B93-0D1C-11C0608CF180}"/>
              </a:ext>
            </a:extLst>
          </p:cNvPr>
          <p:cNvPicPr>
            <a:picLocks noChangeAspect="1"/>
          </p:cNvPicPr>
          <p:nvPr/>
        </p:nvPicPr>
        <p:blipFill>
          <a:blip r:embed="rId2"/>
          <a:stretch>
            <a:fillRect/>
          </a:stretch>
        </p:blipFill>
        <p:spPr>
          <a:xfrm>
            <a:off x="1304400" y="1706219"/>
            <a:ext cx="9583200" cy="2392047"/>
          </a:xfrm>
          <a:prstGeom prst="rect">
            <a:avLst/>
          </a:prstGeom>
        </p:spPr>
      </p:pic>
    </p:spTree>
    <p:extLst>
      <p:ext uri="{BB962C8B-B14F-4D97-AF65-F5344CB8AC3E}">
        <p14:creationId xmlns:p14="http://schemas.microsoft.com/office/powerpoint/2010/main" val="1865499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D3FEE-7A84-75B1-8EF1-B278B58B769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9165F9A-8D4E-9B19-7795-B7122DD7AE81}"/>
              </a:ext>
            </a:extLst>
          </p:cNvPr>
          <p:cNvSpPr txBox="1">
            <a:spLocks/>
          </p:cNvSpPr>
          <p:nvPr/>
        </p:nvSpPr>
        <p:spPr>
          <a:xfrm>
            <a:off x="1212302" y="574839"/>
            <a:ext cx="9233180"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TVPFAIP Contabilidad por Programa</a:t>
            </a:r>
            <a:endParaRPr lang="es-CL" dirty="0"/>
          </a:p>
        </p:txBody>
      </p:sp>
      <p:sp>
        <p:nvSpPr>
          <p:cNvPr id="3" name="Rectángulo: esquinas redondeadas 2">
            <a:extLst>
              <a:ext uri="{FF2B5EF4-FFF2-40B4-BE49-F238E27FC236}">
                <a16:creationId xmlns:a16="http://schemas.microsoft.com/office/drawing/2014/main" id="{0845D256-31CC-D196-AC09-F2B700D8C8CD}"/>
              </a:ext>
            </a:extLst>
          </p:cNvPr>
          <p:cNvSpPr/>
          <p:nvPr/>
        </p:nvSpPr>
        <p:spPr>
          <a:xfrm>
            <a:off x="1304400" y="4018262"/>
            <a:ext cx="9583200" cy="81381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cs typeface="Arial"/>
              </a:rPr>
              <a:t>El proceso </a:t>
            </a:r>
            <a:r>
              <a:rPr lang="es-CO" sz="1200" b="1" dirty="0">
                <a:cs typeface="Arial"/>
              </a:rPr>
              <a:t>TVPFAIP</a:t>
            </a:r>
            <a:r>
              <a:rPr lang="es-CO" sz="1200" dirty="0">
                <a:cs typeface="Arial"/>
              </a:rPr>
              <a:t> reemplaza las cuentas contables registradas en la tabla </a:t>
            </a:r>
            <a:r>
              <a:rPr lang="es-CO" sz="1200" b="1" dirty="0">
                <a:cs typeface="Arial"/>
              </a:rPr>
              <a:t>GURFEED</a:t>
            </a:r>
            <a:r>
              <a:rPr lang="es-CO" sz="1200" dirty="0">
                <a:cs typeface="Arial"/>
              </a:rPr>
              <a:t> que se encuentren con el código genérico </a:t>
            </a:r>
            <a:r>
              <a:rPr lang="es-CO" sz="1200" b="1" dirty="0">
                <a:cs typeface="Arial"/>
              </a:rPr>
              <a:t>'9999'</a:t>
            </a:r>
            <a:r>
              <a:rPr lang="es-CO" sz="1200" dirty="0">
                <a:cs typeface="Arial"/>
              </a:rPr>
              <a:t> por los valores que hayan sido configurados en las reglas de contabilidad por programa configuradas en </a:t>
            </a:r>
            <a:r>
              <a:rPr lang="es-CO" sz="1200" b="1" dirty="0">
                <a:solidFill>
                  <a:srgbClr val="FFFFFF"/>
                </a:solidFill>
                <a:cs typeface="Arial"/>
              </a:rPr>
              <a:t>TVAAIPR</a:t>
            </a:r>
            <a:r>
              <a:rPr lang="es-CO" sz="1200" dirty="0">
                <a:solidFill>
                  <a:srgbClr val="FFFFFF"/>
                </a:solidFill>
                <a:cs typeface="Arial"/>
              </a:rPr>
              <a:t>. </a:t>
            </a:r>
          </a:p>
        </p:txBody>
      </p:sp>
      <p:pic>
        <p:nvPicPr>
          <p:cNvPr id="8" name="Imagen 7">
            <a:extLst>
              <a:ext uri="{FF2B5EF4-FFF2-40B4-BE49-F238E27FC236}">
                <a16:creationId xmlns:a16="http://schemas.microsoft.com/office/drawing/2014/main" id="{10FD0F20-B9EA-8ED1-B3D6-372F57FE15B1}"/>
              </a:ext>
            </a:extLst>
          </p:cNvPr>
          <p:cNvPicPr>
            <a:picLocks noChangeAspect="1"/>
          </p:cNvPicPr>
          <p:nvPr/>
        </p:nvPicPr>
        <p:blipFill>
          <a:blip r:embed="rId2"/>
          <a:stretch>
            <a:fillRect/>
          </a:stretch>
        </p:blipFill>
        <p:spPr>
          <a:xfrm>
            <a:off x="1304400" y="1930002"/>
            <a:ext cx="9583200" cy="1756920"/>
          </a:xfrm>
          <a:prstGeom prst="rect">
            <a:avLst/>
          </a:prstGeom>
        </p:spPr>
      </p:pic>
      <p:pic>
        <p:nvPicPr>
          <p:cNvPr id="10" name="Imagen 9">
            <a:extLst>
              <a:ext uri="{FF2B5EF4-FFF2-40B4-BE49-F238E27FC236}">
                <a16:creationId xmlns:a16="http://schemas.microsoft.com/office/drawing/2014/main" id="{2AF60C5C-96A3-7C45-AC19-BB74B2F21C73}"/>
              </a:ext>
            </a:extLst>
          </p:cNvPr>
          <p:cNvPicPr>
            <a:picLocks noChangeAspect="1"/>
          </p:cNvPicPr>
          <p:nvPr/>
        </p:nvPicPr>
        <p:blipFill>
          <a:blip r:embed="rId3"/>
          <a:stretch>
            <a:fillRect/>
          </a:stretch>
        </p:blipFill>
        <p:spPr>
          <a:xfrm>
            <a:off x="10283482" y="2539646"/>
            <a:ext cx="162000" cy="162000"/>
          </a:xfrm>
          <a:prstGeom prst="rect">
            <a:avLst/>
          </a:prstGeom>
        </p:spPr>
      </p:pic>
      <p:pic>
        <p:nvPicPr>
          <p:cNvPr id="12" name="Imagen 11">
            <a:extLst>
              <a:ext uri="{FF2B5EF4-FFF2-40B4-BE49-F238E27FC236}">
                <a16:creationId xmlns:a16="http://schemas.microsoft.com/office/drawing/2014/main" id="{6E7B7265-1900-2914-A5ED-0ECC90D8F0E9}"/>
              </a:ext>
            </a:extLst>
          </p:cNvPr>
          <p:cNvPicPr>
            <a:picLocks noChangeAspect="1"/>
          </p:cNvPicPr>
          <p:nvPr/>
        </p:nvPicPr>
        <p:blipFill>
          <a:blip r:embed="rId4"/>
          <a:stretch>
            <a:fillRect/>
          </a:stretch>
        </p:blipFill>
        <p:spPr>
          <a:xfrm>
            <a:off x="1411531" y="2539646"/>
            <a:ext cx="162000" cy="162000"/>
          </a:xfrm>
          <a:prstGeom prst="rect">
            <a:avLst/>
          </a:prstGeom>
        </p:spPr>
      </p:pic>
    </p:spTree>
    <p:extLst>
      <p:ext uri="{BB962C8B-B14F-4D97-AF65-F5344CB8AC3E}">
        <p14:creationId xmlns:p14="http://schemas.microsoft.com/office/powerpoint/2010/main" val="1210019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47250-6FDC-ED83-8AC3-F57390B4352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4EC5118-0DD0-CE83-DFA0-E5490659C9E8}"/>
              </a:ext>
            </a:extLst>
          </p:cNvPr>
          <p:cNvSpPr txBox="1">
            <a:spLocks/>
          </p:cNvSpPr>
          <p:nvPr/>
        </p:nvSpPr>
        <p:spPr>
          <a:xfrm>
            <a:off x="1304400" y="283708"/>
            <a:ext cx="9233180"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TVPFAIP Contabilidad por Programa</a:t>
            </a:r>
            <a:endParaRPr lang="es-CL" dirty="0"/>
          </a:p>
        </p:txBody>
      </p:sp>
      <p:sp>
        <p:nvSpPr>
          <p:cNvPr id="3" name="Rectángulo: esquinas redondeadas 2">
            <a:extLst>
              <a:ext uri="{FF2B5EF4-FFF2-40B4-BE49-F238E27FC236}">
                <a16:creationId xmlns:a16="http://schemas.microsoft.com/office/drawing/2014/main" id="{A416D32E-BA74-0C13-7DE2-FEA1047803BD}"/>
              </a:ext>
            </a:extLst>
          </p:cNvPr>
          <p:cNvSpPr/>
          <p:nvPr/>
        </p:nvSpPr>
        <p:spPr>
          <a:xfrm>
            <a:off x="1304400" y="5418436"/>
            <a:ext cx="9583200" cy="90677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solidFill>
                  <a:srgbClr val="FFFFFF"/>
                </a:solidFill>
                <a:cs typeface="Arial"/>
              </a:rPr>
              <a:t>Ejecutado el proceso, la tabla </a:t>
            </a:r>
            <a:r>
              <a:rPr lang="es-CO" sz="1200" b="1" dirty="0">
                <a:solidFill>
                  <a:srgbClr val="FFFFFF"/>
                </a:solidFill>
                <a:cs typeface="Arial"/>
              </a:rPr>
              <a:t>GURFEED</a:t>
            </a:r>
            <a:r>
              <a:rPr lang="es-CO" sz="1200" dirty="0">
                <a:solidFill>
                  <a:srgbClr val="FFFFFF"/>
                </a:solidFill>
                <a:cs typeface="Arial"/>
              </a:rPr>
              <a:t> sería actualizada modificando los campos asociados a la cuenta contable de cada código de detalle que posean el código genérico </a:t>
            </a:r>
            <a:r>
              <a:rPr lang="es-CO" sz="1200" b="1" dirty="0">
                <a:solidFill>
                  <a:srgbClr val="FFFFFF"/>
                </a:solidFill>
                <a:cs typeface="Arial"/>
              </a:rPr>
              <a:t>'9999</a:t>
            </a:r>
            <a:r>
              <a:rPr lang="es-CO" sz="1200" dirty="0">
                <a:solidFill>
                  <a:srgbClr val="FFFFFF"/>
                </a:solidFill>
                <a:cs typeface="Arial"/>
              </a:rPr>
              <a:t>' asociado y actualizando los centros de costos, siempre y cuando las variables académicas del estudiante coincidan con la regla de contabilidad por programa configurada en </a:t>
            </a:r>
            <a:r>
              <a:rPr lang="es-CO" sz="1200" b="1" dirty="0">
                <a:solidFill>
                  <a:srgbClr val="FFFFFF"/>
                </a:solidFill>
                <a:cs typeface="Arial"/>
              </a:rPr>
              <a:t>TVAAIPR.</a:t>
            </a:r>
            <a:endParaRPr lang="es-CO" sz="1200" b="1" dirty="0">
              <a:cs typeface="Arial"/>
            </a:endParaRPr>
          </a:p>
        </p:txBody>
      </p:sp>
      <p:pic>
        <p:nvPicPr>
          <p:cNvPr id="7" name="Imagen 6">
            <a:extLst>
              <a:ext uri="{FF2B5EF4-FFF2-40B4-BE49-F238E27FC236}">
                <a16:creationId xmlns:a16="http://schemas.microsoft.com/office/drawing/2014/main" id="{74B15DA3-73DD-2CAC-9B1E-2D452BB7D6DC}"/>
              </a:ext>
            </a:extLst>
          </p:cNvPr>
          <p:cNvPicPr>
            <a:picLocks noChangeAspect="1"/>
          </p:cNvPicPr>
          <p:nvPr/>
        </p:nvPicPr>
        <p:blipFill>
          <a:blip r:embed="rId2"/>
          <a:stretch>
            <a:fillRect/>
          </a:stretch>
        </p:blipFill>
        <p:spPr>
          <a:xfrm>
            <a:off x="1304400" y="964631"/>
            <a:ext cx="9583200" cy="3915393"/>
          </a:xfrm>
          <a:prstGeom prst="rect">
            <a:avLst/>
          </a:prstGeom>
        </p:spPr>
      </p:pic>
      <p:pic>
        <p:nvPicPr>
          <p:cNvPr id="10" name="Imagen 9">
            <a:extLst>
              <a:ext uri="{FF2B5EF4-FFF2-40B4-BE49-F238E27FC236}">
                <a16:creationId xmlns:a16="http://schemas.microsoft.com/office/drawing/2014/main" id="{D9E9CC06-1E45-04D5-A5B1-8CD11D727879}"/>
              </a:ext>
            </a:extLst>
          </p:cNvPr>
          <p:cNvPicPr>
            <a:picLocks noChangeAspect="1"/>
          </p:cNvPicPr>
          <p:nvPr/>
        </p:nvPicPr>
        <p:blipFill>
          <a:blip r:embed="rId3"/>
          <a:stretch>
            <a:fillRect/>
          </a:stretch>
        </p:blipFill>
        <p:spPr>
          <a:xfrm>
            <a:off x="1304400" y="4752069"/>
            <a:ext cx="9583200" cy="383926"/>
          </a:xfrm>
          <a:prstGeom prst="rect">
            <a:avLst/>
          </a:prstGeom>
        </p:spPr>
      </p:pic>
      <p:pic>
        <p:nvPicPr>
          <p:cNvPr id="12" name="Imagen 11">
            <a:extLst>
              <a:ext uri="{FF2B5EF4-FFF2-40B4-BE49-F238E27FC236}">
                <a16:creationId xmlns:a16="http://schemas.microsoft.com/office/drawing/2014/main" id="{6965DA8F-C001-E7D9-3C8E-A3E7E706EF9A}"/>
              </a:ext>
            </a:extLst>
          </p:cNvPr>
          <p:cNvPicPr>
            <a:picLocks noChangeAspect="1"/>
          </p:cNvPicPr>
          <p:nvPr/>
        </p:nvPicPr>
        <p:blipFill>
          <a:blip r:embed="rId4"/>
          <a:stretch>
            <a:fillRect/>
          </a:stretch>
        </p:blipFill>
        <p:spPr>
          <a:xfrm>
            <a:off x="10122713" y="4872176"/>
            <a:ext cx="162000" cy="162000"/>
          </a:xfrm>
          <a:prstGeom prst="rect">
            <a:avLst/>
          </a:prstGeom>
        </p:spPr>
      </p:pic>
      <p:pic>
        <p:nvPicPr>
          <p:cNvPr id="14" name="Imagen 13">
            <a:extLst>
              <a:ext uri="{FF2B5EF4-FFF2-40B4-BE49-F238E27FC236}">
                <a16:creationId xmlns:a16="http://schemas.microsoft.com/office/drawing/2014/main" id="{FDD10E03-A782-F20F-243E-BEF0F63B4C90}"/>
              </a:ext>
            </a:extLst>
          </p:cNvPr>
          <p:cNvPicPr>
            <a:picLocks noChangeAspect="1"/>
          </p:cNvPicPr>
          <p:nvPr/>
        </p:nvPicPr>
        <p:blipFill>
          <a:blip r:embed="rId5"/>
          <a:stretch>
            <a:fillRect/>
          </a:stretch>
        </p:blipFill>
        <p:spPr>
          <a:xfrm>
            <a:off x="3323273" y="4424062"/>
            <a:ext cx="162000" cy="162000"/>
          </a:xfrm>
          <a:prstGeom prst="rect">
            <a:avLst/>
          </a:prstGeom>
        </p:spPr>
      </p:pic>
      <p:pic>
        <p:nvPicPr>
          <p:cNvPr id="16" name="Imagen 15">
            <a:extLst>
              <a:ext uri="{FF2B5EF4-FFF2-40B4-BE49-F238E27FC236}">
                <a16:creationId xmlns:a16="http://schemas.microsoft.com/office/drawing/2014/main" id="{48F034FD-5045-52ED-0D07-0537B9C80EF5}"/>
              </a:ext>
            </a:extLst>
          </p:cNvPr>
          <p:cNvPicPr>
            <a:picLocks noChangeAspect="1"/>
          </p:cNvPicPr>
          <p:nvPr/>
        </p:nvPicPr>
        <p:blipFill>
          <a:blip r:embed="rId6"/>
          <a:stretch>
            <a:fillRect/>
          </a:stretch>
        </p:blipFill>
        <p:spPr>
          <a:xfrm>
            <a:off x="1112225" y="2805087"/>
            <a:ext cx="162000" cy="162000"/>
          </a:xfrm>
          <a:prstGeom prst="rect">
            <a:avLst/>
          </a:prstGeom>
        </p:spPr>
      </p:pic>
      <p:pic>
        <p:nvPicPr>
          <p:cNvPr id="18" name="Imagen 17">
            <a:extLst>
              <a:ext uri="{FF2B5EF4-FFF2-40B4-BE49-F238E27FC236}">
                <a16:creationId xmlns:a16="http://schemas.microsoft.com/office/drawing/2014/main" id="{3E41B69F-6EDA-3ED1-CB3D-164AFE9FF8B8}"/>
              </a:ext>
            </a:extLst>
          </p:cNvPr>
          <p:cNvPicPr>
            <a:picLocks noChangeAspect="1"/>
          </p:cNvPicPr>
          <p:nvPr/>
        </p:nvPicPr>
        <p:blipFill>
          <a:blip r:embed="rId7"/>
          <a:stretch>
            <a:fillRect/>
          </a:stretch>
        </p:blipFill>
        <p:spPr>
          <a:xfrm>
            <a:off x="1492075" y="1956430"/>
            <a:ext cx="162000" cy="162000"/>
          </a:xfrm>
          <a:prstGeom prst="rect">
            <a:avLst/>
          </a:prstGeom>
        </p:spPr>
      </p:pic>
    </p:spTree>
    <p:extLst>
      <p:ext uri="{BB962C8B-B14F-4D97-AF65-F5344CB8AC3E}">
        <p14:creationId xmlns:p14="http://schemas.microsoft.com/office/powerpoint/2010/main" val="413539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726F3-9183-F2FB-BB5C-628A2FB3F99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49A029D-A2D1-19CF-400D-107B61129D1F}"/>
              </a:ext>
            </a:extLst>
          </p:cNvPr>
          <p:cNvSpPr txBox="1">
            <a:spLocks/>
          </p:cNvSpPr>
          <p:nvPr/>
        </p:nvSpPr>
        <p:spPr>
          <a:xfrm>
            <a:off x="1240392" y="258376"/>
            <a:ext cx="9233180"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TVPFAIP Contabilidad por Programa</a:t>
            </a:r>
            <a:endParaRPr lang="es-CL" dirty="0"/>
          </a:p>
        </p:txBody>
      </p:sp>
      <p:sp>
        <p:nvSpPr>
          <p:cNvPr id="3" name="Rectángulo: esquinas redondeadas 2">
            <a:extLst>
              <a:ext uri="{FF2B5EF4-FFF2-40B4-BE49-F238E27FC236}">
                <a16:creationId xmlns:a16="http://schemas.microsoft.com/office/drawing/2014/main" id="{C784FD66-F9A7-2C97-CB6A-E401665CAEDC}"/>
              </a:ext>
            </a:extLst>
          </p:cNvPr>
          <p:cNvSpPr/>
          <p:nvPr/>
        </p:nvSpPr>
        <p:spPr>
          <a:xfrm>
            <a:off x="1304400" y="5506969"/>
            <a:ext cx="9583200" cy="7929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Revisión salida en GJIREVO:</a:t>
            </a:r>
          </a:p>
          <a:p>
            <a:r>
              <a:rPr lang="es-CO" sz="1200" dirty="0"/>
              <a:t>Ratificando que el campo “Número” cuente con la numeración asignada al proceso ejecutado, en el campo Nombre de Archivo, se despliega las opciones de los archivos .LIS y .LOG. </a:t>
            </a:r>
          </a:p>
        </p:txBody>
      </p:sp>
      <p:pic>
        <p:nvPicPr>
          <p:cNvPr id="8" name="Imagen 7">
            <a:extLst>
              <a:ext uri="{FF2B5EF4-FFF2-40B4-BE49-F238E27FC236}">
                <a16:creationId xmlns:a16="http://schemas.microsoft.com/office/drawing/2014/main" id="{1679924A-62F3-12DC-A30C-7F54DA2D3B99}"/>
              </a:ext>
            </a:extLst>
          </p:cNvPr>
          <p:cNvPicPr>
            <a:picLocks noChangeAspect="1"/>
          </p:cNvPicPr>
          <p:nvPr/>
        </p:nvPicPr>
        <p:blipFill>
          <a:blip r:embed="rId2"/>
          <a:stretch>
            <a:fillRect/>
          </a:stretch>
        </p:blipFill>
        <p:spPr>
          <a:xfrm>
            <a:off x="1304400" y="875291"/>
            <a:ext cx="9583200" cy="4499459"/>
          </a:xfrm>
          <a:prstGeom prst="rect">
            <a:avLst/>
          </a:prstGeom>
        </p:spPr>
      </p:pic>
      <p:pic>
        <p:nvPicPr>
          <p:cNvPr id="10" name="Imagen 9">
            <a:extLst>
              <a:ext uri="{FF2B5EF4-FFF2-40B4-BE49-F238E27FC236}">
                <a16:creationId xmlns:a16="http://schemas.microsoft.com/office/drawing/2014/main" id="{2983DE59-2B42-C8D2-BB51-21F4CB76072E}"/>
              </a:ext>
            </a:extLst>
          </p:cNvPr>
          <p:cNvPicPr>
            <a:picLocks noChangeAspect="1"/>
          </p:cNvPicPr>
          <p:nvPr/>
        </p:nvPicPr>
        <p:blipFill>
          <a:blip r:embed="rId3"/>
          <a:stretch>
            <a:fillRect/>
          </a:stretch>
        </p:blipFill>
        <p:spPr>
          <a:xfrm>
            <a:off x="10222651" y="1523314"/>
            <a:ext cx="162000" cy="162000"/>
          </a:xfrm>
          <a:prstGeom prst="rect">
            <a:avLst/>
          </a:prstGeom>
        </p:spPr>
      </p:pic>
      <p:pic>
        <p:nvPicPr>
          <p:cNvPr id="12" name="Imagen 11">
            <a:extLst>
              <a:ext uri="{FF2B5EF4-FFF2-40B4-BE49-F238E27FC236}">
                <a16:creationId xmlns:a16="http://schemas.microsoft.com/office/drawing/2014/main" id="{3D02280A-E115-8622-354A-5FC116CEA631}"/>
              </a:ext>
            </a:extLst>
          </p:cNvPr>
          <p:cNvPicPr>
            <a:picLocks noChangeAspect="1"/>
          </p:cNvPicPr>
          <p:nvPr/>
        </p:nvPicPr>
        <p:blipFill>
          <a:blip r:embed="rId4"/>
          <a:stretch>
            <a:fillRect/>
          </a:stretch>
        </p:blipFill>
        <p:spPr>
          <a:xfrm>
            <a:off x="7720588" y="4907587"/>
            <a:ext cx="162000" cy="162000"/>
          </a:xfrm>
          <a:prstGeom prst="rect">
            <a:avLst/>
          </a:prstGeom>
        </p:spPr>
      </p:pic>
      <p:pic>
        <p:nvPicPr>
          <p:cNvPr id="14" name="Imagen 13">
            <a:extLst>
              <a:ext uri="{FF2B5EF4-FFF2-40B4-BE49-F238E27FC236}">
                <a16:creationId xmlns:a16="http://schemas.microsoft.com/office/drawing/2014/main" id="{59040370-2BFA-5C8A-CBD8-3BDCF3C02D76}"/>
              </a:ext>
            </a:extLst>
          </p:cNvPr>
          <p:cNvPicPr>
            <a:picLocks noChangeAspect="1"/>
          </p:cNvPicPr>
          <p:nvPr/>
        </p:nvPicPr>
        <p:blipFill>
          <a:blip r:embed="rId5"/>
          <a:stretch>
            <a:fillRect/>
          </a:stretch>
        </p:blipFill>
        <p:spPr>
          <a:xfrm>
            <a:off x="3819259" y="3158883"/>
            <a:ext cx="162000" cy="162000"/>
          </a:xfrm>
          <a:prstGeom prst="rect">
            <a:avLst/>
          </a:prstGeom>
        </p:spPr>
      </p:pic>
      <p:pic>
        <p:nvPicPr>
          <p:cNvPr id="16" name="Imagen 15">
            <a:extLst>
              <a:ext uri="{FF2B5EF4-FFF2-40B4-BE49-F238E27FC236}">
                <a16:creationId xmlns:a16="http://schemas.microsoft.com/office/drawing/2014/main" id="{718E1366-2DC8-620F-8317-B3F9163A9754}"/>
              </a:ext>
            </a:extLst>
          </p:cNvPr>
          <p:cNvPicPr>
            <a:picLocks noChangeAspect="1"/>
          </p:cNvPicPr>
          <p:nvPr/>
        </p:nvPicPr>
        <p:blipFill>
          <a:blip r:embed="rId6"/>
          <a:stretch>
            <a:fillRect/>
          </a:stretch>
        </p:blipFill>
        <p:spPr>
          <a:xfrm>
            <a:off x="7772097" y="1472338"/>
            <a:ext cx="162000" cy="162000"/>
          </a:xfrm>
          <a:prstGeom prst="rect">
            <a:avLst/>
          </a:prstGeom>
        </p:spPr>
      </p:pic>
      <p:pic>
        <p:nvPicPr>
          <p:cNvPr id="18" name="Imagen 17">
            <a:extLst>
              <a:ext uri="{FF2B5EF4-FFF2-40B4-BE49-F238E27FC236}">
                <a16:creationId xmlns:a16="http://schemas.microsoft.com/office/drawing/2014/main" id="{4C412072-054B-E5E3-285A-8C42E9DC679E}"/>
              </a:ext>
            </a:extLst>
          </p:cNvPr>
          <p:cNvPicPr>
            <a:picLocks noChangeAspect="1"/>
          </p:cNvPicPr>
          <p:nvPr/>
        </p:nvPicPr>
        <p:blipFill>
          <a:blip r:embed="rId7"/>
          <a:stretch>
            <a:fillRect/>
          </a:stretch>
        </p:blipFill>
        <p:spPr>
          <a:xfrm>
            <a:off x="1414121" y="1442314"/>
            <a:ext cx="162000" cy="162000"/>
          </a:xfrm>
          <a:prstGeom prst="rect">
            <a:avLst/>
          </a:prstGeom>
        </p:spPr>
      </p:pic>
      <p:cxnSp>
        <p:nvCxnSpPr>
          <p:cNvPr id="20" name="Conector recto de flecha 19">
            <a:extLst>
              <a:ext uri="{FF2B5EF4-FFF2-40B4-BE49-F238E27FC236}">
                <a16:creationId xmlns:a16="http://schemas.microsoft.com/office/drawing/2014/main" id="{B9057822-F3F0-8F3C-2150-7B972BE5D67C}"/>
              </a:ext>
            </a:extLst>
          </p:cNvPr>
          <p:cNvCxnSpPr/>
          <p:nvPr/>
        </p:nvCxnSpPr>
        <p:spPr>
          <a:xfrm>
            <a:off x="2615184" y="1874520"/>
            <a:ext cx="1285075" cy="115214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747756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AF52-1EFC-DAD6-3F63-D8844757023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AC3DF8B-7341-B96C-B2BD-A4FAEC71532E}"/>
              </a:ext>
            </a:extLst>
          </p:cNvPr>
          <p:cNvSpPr txBox="1">
            <a:spLocks/>
          </p:cNvSpPr>
          <p:nvPr/>
        </p:nvSpPr>
        <p:spPr>
          <a:xfrm>
            <a:off x="1304400" y="327951"/>
            <a:ext cx="9233180"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TVPFAIP Contabilidad por Programa</a:t>
            </a:r>
            <a:endParaRPr lang="es-CL" dirty="0"/>
          </a:p>
        </p:txBody>
      </p:sp>
      <p:sp>
        <p:nvSpPr>
          <p:cNvPr id="3" name="Rectángulo: esquinas redondeadas 2">
            <a:extLst>
              <a:ext uri="{FF2B5EF4-FFF2-40B4-BE49-F238E27FC236}">
                <a16:creationId xmlns:a16="http://schemas.microsoft.com/office/drawing/2014/main" id="{B90F08D7-BAD8-813D-22CC-37C2F030EF15}"/>
              </a:ext>
            </a:extLst>
          </p:cNvPr>
          <p:cNvSpPr/>
          <p:nvPr/>
        </p:nvSpPr>
        <p:spPr>
          <a:xfrm>
            <a:off x="1304400" y="5420759"/>
            <a:ext cx="7072162" cy="59104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.LIS:</a:t>
            </a:r>
          </a:p>
          <a:p>
            <a:r>
              <a:rPr lang="es-CO" sz="1200" dirty="0"/>
              <a:t>El archivo .LIS confirma la actualización de dos registros de estudiantes.</a:t>
            </a:r>
          </a:p>
        </p:txBody>
      </p:sp>
      <p:pic>
        <p:nvPicPr>
          <p:cNvPr id="5" name="Imagen 4">
            <a:extLst>
              <a:ext uri="{FF2B5EF4-FFF2-40B4-BE49-F238E27FC236}">
                <a16:creationId xmlns:a16="http://schemas.microsoft.com/office/drawing/2014/main" id="{553E768E-195A-7D54-EF72-F391A00BE33D}"/>
              </a:ext>
            </a:extLst>
          </p:cNvPr>
          <p:cNvPicPr>
            <a:picLocks noChangeAspect="1"/>
          </p:cNvPicPr>
          <p:nvPr/>
        </p:nvPicPr>
        <p:blipFill>
          <a:blip r:embed="rId2"/>
          <a:stretch>
            <a:fillRect/>
          </a:stretch>
        </p:blipFill>
        <p:spPr>
          <a:xfrm>
            <a:off x="1304400" y="1141720"/>
            <a:ext cx="9583200" cy="4178575"/>
          </a:xfrm>
          <a:prstGeom prst="rect">
            <a:avLst/>
          </a:prstGeom>
        </p:spPr>
      </p:pic>
    </p:spTree>
    <p:extLst>
      <p:ext uri="{BB962C8B-B14F-4D97-AF65-F5344CB8AC3E}">
        <p14:creationId xmlns:p14="http://schemas.microsoft.com/office/powerpoint/2010/main" val="1650054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1C7BF-0F92-5D86-7360-00B4A482B3F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B1B5225-2A64-D0AB-3B8F-BFF8632ACD8F}"/>
              </a:ext>
            </a:extLst>
          </p:cNvPr>
          <p:cNvSpPr txBox="1">
            <a:spLocks/>
          </p:cNvSpPr>
          <p:nvPr/>
        </p:nvSpPr>
        <p:spPr>
          <a:xfrm>
            <a:off x="1240392" y="453295"/>
            <a:ext cx="863512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t> TVPFAIP Contabilidad por Programa</a:t>
            </a:r>
            <a:endParaRPr lang="es-CL" dirty="0"/>
          </a:p>
        </p:txBody>
      </p:sp>
      <p:sp>
        <p:nvSpPr>
          <p:cNvPr id="3" name="Rectángulo: esquinas redondeadas 2">
            <a:extLst>
              <a:ext uri="{FF2B5EF4-FFF2-40B4-BE49-F238E27FC236}">
                <a16:creationId xmlns:a16="http://schemas.microsoft.com/office/drawing/2014/main" id="{22F27498-4B7F-63C1-D819-63CB185C1FCC}"/>
              </a:ext>
            </a:extLst>
          </p:cNvPr>
          <p:cNvSpPr/>
          <p:nvPr/>
        </p:nvSpPr>
        <p:spPr>
          <a:xfrm>
            <a:off x="1304400" y="5064801"/>
            <a:ext cx="3432192" cy="59104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.LOG:</a:t>
            </a:r>
          </a:p>
          <a:p>
            <a:r>
              <a:rPr lang="es-CO" sz="1200" dirty="0"/>
              <a:t>El archivo .LOG confirma ejecución completa</a:t>
            </a:r>
          </a:p>
        </p:txBody>
      </p:sp>
      <p:pic>
        <p:nvPicPr>
          <p:cNvPr id="6" name="Imagen 5">
            <a:extLst>
              <a:ext uri="{FF2B5EF4-FFF2-40B4-BE49-F238E27FC236}">
                <a16:creationId xmlns:a16="http://schemas.microsoft.com/office/drawing/2014/main" id="{8D9C59BD-210B-E174-7E54-38B2220DB18F}"/>
              </a:ext>
            </a:extLst>
          </p:cNvPr>
          <p:cNvPicPr>
            <a:picLocks noChangeAspect="1"/>
          </p:cNvPicPr>
          <p:nvPr/>
        </p:nvPicPr>
        <p:blipFill>
          <a:blip r:embed="rId2"/>
          <a:stretch>
            <a:fillRect/>
          </a:stretch>
        </p:blipFill>
        <p:spPr>
          <a:xfrm>
            <a:off x="1304400" y="1403686"/>
            <a:ext cx="9583200" cy="3327639"/>
          </a:xfrm>
          <a:prstGeom prst="rect">
            <a:avLst/>
          </a:prstGeom>
        </p:spPr>
      </p:pic>
    </p:spTree>
    <p:extLst>
      <p:ext uri="{BB962C8B-B14F-4D97-AF65-F5344CB8AC3E}">
        <p14:creationId xmlns:p14="http://schemas.microsoft.com/office/powerpoint/2010/main" val="1931733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475218"/>
            <a:ext cx="2361877" cy="6066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2133866"/>
            <a:ext cx="11118458" cy="402258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endParaRPr lang="es-419" sz="2000" dirty="0">
              <a:latin typeface="Helvetica Neue" panose="02000503000000020004" pitchFamily="2" charset="0"/>
            </a:endParaRPr>
          </a:p>
        </p:txBody>
      </p:sp>
      <p:sp>
        <p:nvSpPr>
          <p:cNvPr id="6" name="Text Placeholder 4">
            <a:extLst>
              <a:ext uri="{FF2B5EF4-FFF2-40B4-BE49-F238E27FC236}">
                <a16:creationId xmlns:a16="http://schemas.microsoft.com/office/drawing/2014/main" id="{8A43C84A-2DC2-41B9-6418-C6DF699EAB74}"/>
              </a:ext>
            </a:extLst>
          </p:cNvPr>
          <p:cNvSpPr txBox="1">
            <a:spLocks/>
          </p:cNvSpPr>
          <p:nvPr/>
        </p:nvSpPr>
        <p:spPr>
          <a:xfrm>
            <a:off x="463619" y="2280171"/>
            <a:ext cx="11118458" cy="2502142"/>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3CCCC"/>
              </a:buClr>
              <a:buNone/>
            </a:pPr>
            <a:r>
              <a:rPr lang="es-CO" sz="1600" dirty="0"/>
              <a:t>Gestionar la Generación de Transacciones FI:</a:t>
            </a:r>
          </a:p>
          <a:p>
            <a:pPr>
              <a:buClr>
                <a:srgbClr val="33CCCC"/>
              </a:buClr>
              <a:buBlip>
                <a:blip r:embed="rId2"/>
              </a:buBlip>
            </a:pPr>
            <a:r>
              <a:rPr lang="es-CO" sz="1600" dirty="0"/>
              <a:t>Mediante la ejecución de </a:t>
            </a:r>
            <a:r>
              <a:rPr lang="es-CO" sz="1600" b="1" dirty="0"/>
              <a:t>TGRFEED</a:t>
            </a:r>
            <a:r>
              <a:rPr lang="es-CO" sz="1600" dirty="0"/>
              <a:t>, el sistema procesa los movimientos elegibles y registra la información correspondiente en la tabla </a:t>
            </a:r>
            <a:r>
              <a:rPr lang="es-CO" sz="1600" b="1" dirty="0"/>
              <a:t>GURFEED</a:t>
            </a:r>
            <a:r>
              <a:rPr lang="es-CO" sz="1600" dirty="0"/>
              <a:t>, donde queda almacenado el detalle de las transacciones a transferir.</a:t>
            </a:r>
          </a:p>
          <a:p>
            <a:pPr>
              <a:buClr>
                <a:srgbClr val="33CCCC"/>
              </a:buClr>
              <a:buBlip>
                <a:blip r:embed="rId2"/>
              </a:buBlip>
            </a:pPr>
            <a:r>
              <a:rPr lang="es-CO" sz="1600" dirty="0"/>
              <a:t>Posterior al proceso realizado en </a:t>
            </a:r>
            <a:r>
              <a:rPr lang="es-CO" sz="1600" b="1" dirty="0"/>
              <a:t>GURFEED</a:t>
            </a:r>
            <a:r>
              <a:rPr lang="es-CO" sz="1600" dirty="0"/>
              <a:t>, los registros procesados pueden ser consultados posteriormente en </a:t>
            </a:r>
            <a:r>
              <a:rPr lang="es-CO" sz="1600" b="1" dirty="0"/>
              <a:t>TGIFEDH</a:t>
            </a:r>
            <a:r>
              <a:rPr lang="es-CO" sz="1600" dirty="0"/>
              <a:t>, permitiendo validar el historial de la alimentación contable y garantizar la trazabilidad de la información enviada.</a:t>
            </a:r>
          </a:p>
          <a:p>
            <a:pPr>
              <a:buClr>
                <a:srgbClr val="33CCCC"/>
              </a:buClr>
              <a:buBlip>
                <a:blip r:embed="rId2"/>
              </a:buBlip>
            </a:pPr>
            <a:r>
              <a:rPr lang="es-CO" sz="1600" dirty="0"/>
              <a:t>Finalmente, se ejecuta </a:t>
            </a:r>
            <a:r>
              <a:rPr lang="es-CO" sz="1600" b="1" dirty="0"/>
              <a:t>TVPFAIP</a:t>
            </a:r>
            <a:r>
              <a:rPr lang="es-CO" sz="1600" dirty="0"/>
              <a:t>, proceso que realiza el traspaso de la información hacia la interfaz de Finanzas para su posterior contabilización.</a:t>
            </a:r>
            <a:endParaRPr lang="es-419" sz="1600" dirty="0"/>
          </a:p>
          <a:p>
            <a:pPr>
              <a:buClr>
                <a:srgbClr val="33CCCC"/>
              </a:buClr>
              <a:buBlip>
                <a:blip r:embed="rId2"/>
              </a:buBlip>
            </a:pPr>
            <a:endParaRPr lang="es-419" sz="1600" dirty="0"/>
          </a:p>
          <a:p>
            <a:pPr marL="0" indent="0" algn="just">
              <a:buFont typeface="Arial" panose="020B0604020202020204" pitchFamily="34" charset="0"/>
              <a:buNone/>
            </a:pPr>
            <a:endParaRPr lang="es-419" sz="1600" dirty="0">
              <a:latin typeface="Helvetica Neue" panose="02000503000000020004" pitchFamily="2" charset="0"/>
            </a:endParaRPr>
          </a:p>
        </p:txBody>
      </p:sp>
    </p:spTree>
    <p:extLst>
      <p:ext uri="{BB962C8B-B14F-4D97-AF65-F5344CB8AC3E}">
        <p14:creationId xmlns:p14="http://schemas.microsoft.com/office/powerpoint/2010/main" val="2900812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dirty="0"/>
              <a:t>faver.herreramejia@ellucian.com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7266</TotalTime>
  <Words>1347</Words>
  <Application>Microsoft Office PowerPoint</Application>
  <PresentationFormat>Widescreen</PresentationFormat>
  <Paragraphs>113</Paragraphs>
  <Slides>30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Aptos</vt:lpstr>
      <vt:lpstr>Aptos Display</vt:lpstr>
      <vt:lpstr>Arial</vt:lpstr>
      <vt:lpstr>Courier New</vt:lpstr>
      <vt:lpstr>Helvetica Neue</vt:lpstr>
      <vt:lpstr>Wingdings</vt:lpstr>
      <vt:lpstr>Ellucian Main Layouts</vt:lpstr>
      <vt:lpstr>2_Ellucian Main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376</cp:revision>
  <dcterms:created xsi:type="dcterms:W3CDTF">2024-12-23T17:11:20Z</dcterms:created>
  <dcterms:modified xsi:type="dcterms:W3CDTF">2026-07-14T22:18:09Z</dcterms:modified>
</cp:coreProperties>
</file>