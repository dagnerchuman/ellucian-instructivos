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1" r:id="rId2"/>
  </p:sldMasterIdLst>
  <p:notesMasterIdLst>
    <p:notesMasterId r:id="rId78"/>
  </p:notesMasterIdLst>
  <p:sldIdLst>
    <p:sldId id="257" r:id="rId3"/>
    <p:sldId id="423" r:id="rId4"/>
    <p:sldId id="476" r:id="rId5"/>
    <p:sldId id="523" r:id="rId6"/>
    <p:sldId id="350" r:id="rId7"/>
    <p:sldId id="421" r:id="rId8"/>
    <p:sldId id="352" r:id="rId9"/>
    <p:sldId id="527" r:id="rId10"/>
    <p:sldId id="355" r:id="rId11"/>
    <p:sldId id="529" r:id="rId12"/>
    <p:sldId id="530" r:id="rId13"/>
    <p:sldId id="531" r:id="rId14"/>
    <p:sldId id="1263" r:id="rId15"/>
    <p:sldId id="1264" r:id="rId16"/>
    <p:sldId id="1265" r:id="rId17"/>
    <p:sldId id="1266" r:id="rId18"/>
    <p:sldId id="1267" r:id="rId19"/>
    <p:sldId id="1268" r:id="rId20"/>
    <p:sldId id="469" r:id="rId21"/>
    <p:sldId id="528" r:id="rId22"/>
    <p:sldId id="485" r:id="rId23"/>
    <p:sldId id="475" r:id="rId24"/>
    <p:sldId id="524" r:id="rId25"/>
    <p:sldId id="483" r:id="rId26"/>
    <p:sldId id="484" r:id="rId27"/>
    <p:sldId id="525" r:id="rId28"/>
    <p:sldId id="486" r:id="rId29"/>
    <p:sldId id="505" r:id="rId30"/>
    <p:sldId id="526" r:id="rId31"/>
    <p:sldId id="496" r:id="rId32"/>
    <p:sldId id="503" r:id="rId33"/>
    <p:sldId id="489" r:id="rId34"/>
    <p:sldId id="493" r:id="rId35"/>
    <p:sldId id="494" r:id="rId36"/>
    <p:sldId id="497" r:id="rId37"/>
    <p:sldId id="1269" r:id="rId38"/>
    <p:sldId id="1270" r:id="rId39"/>
    <p:sldId id="1271" r:id="rId40"/>
    <p:sldId id="1272" r:id="rId41"/>
    <p:sldId id="1273" r:id="rId42"/>
    <p:sldId id="1274" r:id="rId43"/>
    <p:sldId id="1275" r:id="rId44"/>
    <p:sldId id="1276" r:id="rId45"/>
    <p:sldId id="1277" r:id="rId46"/>
    <p:sldId id="1278" r:id="rId47"/>
    <p:sldId id="1279" r:id="rId48"/>
    <p:sldId id="1280" r:id="rId49"/>
    <p:sldId id="1281" r:id="rId50"/>
    <p:sldId id="1282" r:id="rId51"/>
    <p:sldId id="1283" r:id="rId52"/>
    <p:sldId id="1287" r:id="rId53"/>
    <p:sldId id="1288" r:id="rId54"/>
    <p:sldId id="1289" r:id="rId55"/>
    <p:sldId id="1290" r:id="rId56"/>
    <p:sldId id="1291" r:id="rId57"/>
    <p:sldId id="1284" r:id="rId58"/>
    <p:sldId id="1285" r:id="rId59"/>
    <p:sldId id="1286" r:id="rId60"/>
    <p:sldId id="1292" r:id="rId61"/>
    <p:sldId id="1293" r:id="rId62"/>
    <p:sldId id="1294" r:id="rId63"/>
    <p:sldId id="1295" r:id="rId64"/>
    <p:sldId id="1296" r:id="rId65"/>
    <p:sldId id="1297" r:id="rId66"/>
    <p:sldId id="1298" r:id="rId67"/>
    <p:sldId id="1299" r:id="rId68"/>
    <p:sldId id="1302" r:id="rId69"/>
    <p:sldId id="1303" r:id="rId70"/>
    <p:sldId id="1304" r:id="rId71"/>
    <p:sldId id="1300" r:id="rId72"/>
    <p:sldId id="1301" r:id="rId73"/>
    <p:sldId id="1305" r:id="rId74"/>
    <p:sldId id="1306" r:id="rId75"/>
    <p:sldId id="345" r:id="rId76"/>
    <p:sldId id="504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D8A825-6094-F40C-3852-859E2E57EF50}" name="Paredes, Claudio" initials="CP" userId="S::Claudio.Paredes@ellucian.com::fb4c8112-fb4f-4a31-afa3-9cde86169bd8" providerId="AD"/>
  <p188:author id="{0538742B-AA87-7862-DC8C-B887E2934E04}" name="Herrera Mejía, Faver" initials="FH" userId="S::Faver.HerreraMejia@ellucian.com::a216f920-99da-41f1-ba24-0851e945f311" providerId="AD"/>
  <p188:author id="{0E539551-222C-61D3-F57B-104FF550F0E9}" name="Daniela López Ospino" initials="DL" userId="S::daniela.lopez@cesa.edu.co::e5b24024-a4ca-41d6-bb62-8d441da97dac" providerId="AD"/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00845F-8681-4AE0-B631-875381CC2E11}" v="111" dt="2026-07-22T00:06:13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45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microsoft.com/office/2015/10/relationships/revisionInfo" Target="revisionInfo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85" Type="http://schemas.microsoft.com/office/2018/10/relationships/authors" Target="author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arrollo Profesoral" userId="bG7Iqd0GevsgT0YWW3IR9NQqKT6okUrwzSg3+qfPa24=" providerId="None" clId="Web-{E9B0A696-FEDB-48FF-BFC3-E4BF8ABDDB87}"/>
    <pc:docChg chg="addSld modSld">
      <pc:chgData name="Desarrollo Profesoral" userId="bG7Iqd0GevsgT0YWW3IR9NQqKT6okUrwzSg3+qfPa24=" providerId="None" clId="Web-{E9B0A696-FEDB-48FF-BFC3-E4BF8ABDDB87}" dt="2024-10-23T16:51:00.620" v="22" actId="1076"/>
      <pc:docMkLst>
        <pc:docMk/>
      </pc:docMkLst>
      <pc:sldChg chg="addSp modSp new">
        <pc:chgData name="Desarrollo Profesoral" userId="bG7Iqd0GevsgT0YWW3IR9NQqKT6okUrwzSg3+qfPa24=" providerId="None" clId="Web-{E9B0A696-FEDB-48FF-BFC3-E4BF8ABDDB87}" dt="2024-10-23T16:29:59.608" v="5" actId="14100"/>
        <pc:sldMkLst>
          <pc:docMk/>
          <pc:sldMk cId="2504070049" sldId="504"/>
        </pc:sldMkLst>
      </pc:sldChg>
      <pc:sldChg chg="addSp modSp new">
        <pc:chgData name="Desarrollo Profesoral" userId="bG7Iqd0GevsgT0YWW3IR9NQqKT6okUrwzSg3+qfPa24=" providerId="None" clId="Web-{E9B0A696-FEDB-48FF-BFC3-E4BF8ABDDB87}" dt="2024-10-23T16:51:00.620" v="22" actId="1076"/>
        <pc:sldMkLst>
          <pc:docMk/>
          <pc:sldMk cId="3737191814" sldId="505"/>
        </pc:sldMkLst>
      </pc:sldChg>
    </pc:docChg>
  </pc:docChgLst>
  <pc:docChgLst>
    <pc:chgData name="Sergio Molina" userId="20636364146_tp_box_2" providerId="OAuth2" clId="{44CDD4FA-DF07-4B69-BC01-0B2B69272B43}"/>
    <pc:docChg chg="undo redo custSel addSld delSld modSld sldOrd">
      <pc:chgData name="Sergio Molina" userId="20636364146_tp_box_2" providerId="OAuth2" clId="{44CDD4FA-DF07-4B69-BC01-0B2B69272B43}" dt="2026-07-22T00:07:28.238" v="5024" actId="20577"/>
      <pc:docMkLst>
        <pc:docMk/>
      </pc:docMkLst>
      <pc:sldChg chg="addSp delSp modSp mod">
        <pc:chgData name="Sergio Molina" userId="20636364146_tp_box_2" providerId="OAuth2" clId="{44CDD4FA-DF07-4B69-BC01-0B2B69272B43}" dt="2026-07-21T20:57:46.039" v="68" actId="1076"/>
        <pc:sldMkLst>
          <pc:docMk/>
          <pc:sldMk cId="3328105554" sldId="355"/>
        </pc:sldMkLst>
        <pc:spChg chg="del">
          <ac:chgData name="Sergio Molina" userId="20636364146_tp_box_2" providerId="OAuth2" clId="{44CDD4FA-DF07-4B69-BC01-0B2B69272B43}" dt="2026-07-21T20:56:22.532" v="33" actId="478"/>
          <ac:spMkLst>
            <pc:docMk/>
            <pc:sldMk cId="3328105554" sldId="355"/>
            <ac:spMk id="2" creationId="{66B95C6A-E511-576E-4CF2-2BEE52A44E25}"/>
          </ac:spMkLst>
        </pc:spChg>
        <pc:spChg chg="del">
          <ac:chgData name="Sergio Molina" userId="20636364146_tp_box_2" providerId="OAuth2" clId="{44CDD4FA-DF07-4B69-BC01-0B2B69272B43}" dt="2026-07-21T20:56:26.357" v="38" actId="478"/>
          <ac:spMkLst>
            <pc:docMk/>
            <pc:sldMk cId="3328105554" sldId="355"/>
            <ac:spMk id="7" creationId="{711C5B95-0895-1AE6-F0AC-FFB2F845379E}"/>
          </ac:spMkLst>
        </pc:spChg>
        <pc:spChg chg="mod">
          <ac:chgData name="Sergio Molina" userId="20636364146_tp_box_2" providerId="OAuth2" clId="{44CDD4FA-DF07-4B69-BC01-0B2B69272B43}" dt="2026-07-21T20:57:06.525" v="50" actId="1076"/>
          <ac:spMkLst>
            <pc:docMk/>
            <pc:sldMk cId="3328105554" sldId="355"/>
            <ac:spMk id="8" creationId="{5122A535-8FC4-917D-A68F-E70F2D72205F}"/>
          </ac:spMkLst>
        </pc:spChg>
        <pc:spChg chg="mod">
          <ac:chgData name="Sergio Molina" userId="20636364146_tp_box_2" providerId="OAuth2" clId="{44CDD4FA-DF07-4B69-BC01-0B2B69272B43}" dt="2026-07-21T20:57:09.671" v="51" actId="1076"/>
          <ac:spMkLst>
            <pc:docMk/>
            <pc:sldMk cId="3328105554" sldId="355"/>
            <ac:spMk id="9" creationId="{4DAE54D3-2752-F947-E65C-E60024E8BF7F}"/>
          </ac:spMkLst>
        </pc:spChg>
        <pc:spChg chg="del">
          <ac:chgData name="Sergio Molina" userId="20636364146_tp_box_2" providerId="OAuth2" clId="{44CDD4FA-DF07-4B69-BC01-0B2B69272B43}" dt="2026-07-21T20:56:11.358" v="26" actId="478"/>
          <ac:spMkLst>
            <pc:docMk/>
            <pc:sldMk cId="3328105554" sldId="355"/>
            <ac:spMk id="10" creationId="{67374D74-D989-F6A3-35AE-49F04BBAA145}"/>
          </ac:spMkLst>
        </pc:spChg>
        <pc:spChg chg="del mod">
          <ac:chgData name="Sergio Molina" userId="20636364146_tp_box_2" providerId="OAuth2" clId="{44CDD4FA-DF07-4B69-BC01-0B2B69272B43}" dt="2026-07-21T20:56:23.116" v="35" actId="478"/>
          <ac:spMkLst>
            <pc:docMk/>
            <pc:sldMk cId="3328105554" sldId="355"/>
            <ac:spMk id="11" creationId="{E29F1A9A-6237-24F4-0090-C3170F22EE49}"/>
          </ac:spMkLst>
        </pc:spChg>
        <pc:spChg chg="del mod">
          <ac:chgData name="Sergio Molina" userId="20636364146_tp_box_2" providerId="OAuth2" clId="{44CDD4FA-DF07-4B69-BC01-0B2B69272B43}" dt="2026-07-21T20:56:29.795" v="41" actId="478"/>
          <ac:spMkLst>
            <pc:docMk/>
            <pc:sldMk cId="3328105554" sldId="355"/>
            <ac:spMk id="12" creationId="{EBFBF872-F340-7E43-B427-681DA6F5E8AE}"/>
          </ac:spMkLst>
        </pc:spChg>
        <pc:spChg chg="del">
          <ac:chgData name="Sergio Molina" userId="20636364146_tp_box_2" providerId="OAuth2" clId="{44CDD4FA-DF07-4B69-BC01-0B2B69272B43}" dt="2026-07-21T20:56:09.757" v="24" actId="478"/>
          <ac:spMkLst>
            <pc:docMk/>
            <pc:sldMk cId="3328105554" sldId="355"/>
            <ac:spMk id="13" creationId="{3998CE8B-BD2C-023B-0822-F5FF8D09383A}"/>
          </ac:spMkLst>
        </pc:spChg>
        <pc:spChg chg="mod">
          <ac:chgData name="Sergio Molina" userId="20636364146_tp_box_2" providerId="OAuth2" clId="{44CDD4FA-DF07-4B69-BC01-0B2B69272B43}" dt="2026-07-21T20:57:31.620" v="60" actId="1076"/>
          <ac:spMkLst>
            <pc:docMk/>
            <pc:sldMk cId="3328105554" sldId="355"/>
            <ac:spMk id="14" creationId="{5C84312C-D0E1-682C-4776-621401CEC65D}"/>
          </ac:spMkLst>
        </pc:spChg>
        <pc:spChg chg="add mod">
          <ac:chgData name="Sergio Molina" userId="20636364146_tp_box_2" providerId="OAuth2" clId="{44CDD4FA-DF07-4B69-BC01-0B2B69272B43}" dt="2026-07-21T20:57:46.039" v="68" actId="1076"/>
          <ac:spMkLst>
            <pc:docMk/>
            <pc:sldMk cId="3328105554" sldId="355"/>
            <ac:spMk id="17" creationId="{2819035D-EA19-F0DA-4B9C-F00AE858EB57}"/>
          </ac:spMkLst>
        </pc:spChg>
        <pc:spChg chg="add mod">
          <ac:chgData name="Sergio Molina" userId="20636364146_tp_box_2" providerId="OAuth2" clId="{44CDD4FA-DF07-4B69-BC01-0B2B69272B43}" dt="2026-07-21T20:57:37.720" v="63" actId="14100"/>
          <ac:spMkLst>
            <pc:docMk/>
            <pc:sldMk cId="3328105554" sldId="355"/>
            <ac:spMk id="18" creationId="{A101AF85-8245-EAF3-4EE0-978A9A18AD8B}"/>
          </ac:spMkLst>
        </pc:spChg>
        <pc:spChg chg="add mod">
          <ac:chgData name="Sergio Molina" userId="20636364146_tp_box_2" providerId="OAuth2" clId="{44CDD4FA-DF07-4B69-BC01-0B2B69272B43}" dt="2026-07-21T20:57:41.179" v="65" actId="1076"/>
          <ac:spMkLst>
            <pc:docMk/>
            <pc:sldMk cId="3328105554" sldId="355"/>
            <ac:spMk id="19" creationId="{2844F720-EE01-B63C-409C-88A50BC18510}"/>
          </ac:spMkLst>
        </pc:spChg>
        <pc:spChg chg="add mod">
          <ac:chgData name="Sergio Molina" userId="20636364146_tp_box_2" providerId="OAuth2" clId="{44CDD4FA-DF07-4B69-BC01-0B2B69272B43}" dt="2026-07-21T20:57:39.612" v="64" actId="1076"/>
          <ac:spMkLst>
            <pc:docMk/>
            <pc:sldMk cId="3328105554" sldId="355"/>
            <ac:spMk id="20" creationId="{C77F7EDC-71DB-202F-BBA9-D45ABA952E0E}"/>
          </ac:spMkLst>
        </pc:spChg>
        <pc:spChg chg="del">
          <ac:chgData name="Sergio Molina" userId="20636364146_tp_box_2" providerId="OAuth2" clId="{44CDD4FA-DF07-4B69-BC01-0B2B69272B43}" dt="2026-07-21T20:56:10.582" v="25" actId="478"/>
          <ac:spMkLst>
            <pc:docMk/>
            <pc:sldMk cId="3328105554" sldId="355"/>
            <ac:spMk id="21" creationId="{14802DD9-7388-52C7-C2F5-67A5A33D32F5}"/>
          </ac:spMkLst>
        </pc:spChg>
        <pc:picChg chg="add del mod ord">
          <ac:chgData name="Sergio Molina" userId="20636364146_tp_box_2" providerId="OAuth2" clId="{44CDD4FA-DF07-4B69-BC01-0B2B69272B43}" dt="2026-07-21T20:57:42.436" v="66" actId="1076"/>
          <ac:picMkLst>
            <pc:docMk/>
            <pc:sldMk cId="3328105554" sldId="355"/>
            <ac:picMk id="15" creationId="{C48CC09B-64B4-5AE9-09FD-F4005DA72FE8}"/>
          </ac:picMkLst>
        </pc:picChg>
        <pc:picChg chg="del">
          <ac:chgData name="Sergio Molina" userId="20636364146_tp_box_2" providerId="OAuth2" clId="{44CDD4FA-DF07-4B69-BC01-0B2B69272B43}" dt="2026-07-21T20:56:07.828" v="23" actId="478"/>
          <ac:picMkLst>
            <pc:docMk/>
            <pc:sldMk cId="3328105554" sldId="355"/>
            <ac:picMk id="16" creationId="{5600FA52-41C7-5242-6C19-BFBAB67133F8}"/>
          </ac:picMkLst>
        </pc:picChg>
      </pc:sldChg>
      <pc:sldChg chg="del">
        <pc:chgData name="Sergio Molina" userId="20636364146_tp_box_2" providerId="OAuth2" clId="{44CDD4FA-DF07-4B69-BC01-0B2B69272B43}" dt="2026-07-21T21:25:49.076" v="446" actId="2696"/>
        <pc:sldMkLst>
          <pc:docMk/>
          <pc:sldMk cId="690636011" sldId="469"/>
        </pc:sldMkLst>
      </pc:sldChg>
      <pc:sldChg chg="add">
        <pc:chgData name="Sergio Molina" userId="20636364146_tp_box_2" providerId="OAuth2" clId="{44CDD4FA-DF07-4B69-BC01-0B2B69272B43}" dt="2026-07-21T21:26:03.957" v="447"/>
        <pc:sldMkLst>
          <pc:docMk/>
          <pc:sldMk cId="4083516065" sldId="469"/>
        </pc:sldMkLst>
      </pc:sldChg>
      <pc:sldChg chg="modSp mod">
        <pc:chgData name="Sergio Molina" userId="20636364146_tp_box_2" providerId="OAuth2" clId="{44CDD4FA-DF07-4B69-BC01-0B2B69272B43}" dt="2026-07-21T21:36:12.756" v="451" actId="108"/>
        <pc:sldMkLst>
          <pc:docMk/>
          <pc:sldMk cId="3441899831" sldId="475"/>
        </pc:sldMkLst>
        <pc:spChg chg="mod">
          <ac:chgData name="Sergio Molina" userId="20636364146_tp_box_2" providerId="OAuth2" clId="{44CDD4FA-DF07-4B69-BC01-0B2B69272B43}" dt="2026-07-21T21:36:12.756" v="451" actId="108"/>
          <ac:spMkLst>
            <pc:docMk/>
            <pc:sldMk cId="3441899831" sldId="475"/>
            <ac:spMk id="17" creationId="{EBFE1B0C-4638-DE97-13BD-C9362AE782B5}"/>
          </ac:spMkLst>
        </pc:spChg>
      </pc:sldChg>
      <pc:sldChg chg="modSp mod">
        <pc:chgData name="Sergio Molina" userId="20636364146_tp_box_2" providerId="OAuth2" clId="{44CDD4FA-DF07-4B69-BC01-0B2B69272B43}" dt="2026-07-21T21:37:37.712" v="487" actId="14100"/>
        <pc:sldMkLst>
          <pc:docMk/>
          <pc:sldMk cId="180545007" sldId="483"/>
        </pc:sldMkLst>
        <pc:spChg chg="mod">
          <ac:chgData name="Sergio Molina" userId="20636364146_tp_box_2" providerId="OAuth2" clId="{44CDD4FA-DF07-4B69-BC01-0B2B69272B43}" dt="2026-07-21T21:37:37.712" v="487" actId="14100"/>
          <ac:spMkLst>
            <pc:docMk/>
            <pc:sldMk cId="180545007" sldId="483"/>
            <ac:spMk id="9" creationId="{25895338-6AD8-85D2-759F-32B6D24AB159}"/>
          </ac:spMkLst>
        </pc:spChg>
        <pc:spChg chg="mod">
          <ac:chgData name="Sergio Molina" userId="20636364146_tp_box_2" providerId="OAuth2" clId="{44CDD4FA-DF07-4B69-BC01-0B2B69272B43}" dt="2026-07-21T21:37:36.385" v="485" actId="14100"/>
          <ac:spMkLst>
            <pc:docMk/>
            <pc:sldMk cId="180545007" sldId="483"/>
            <ac:spMk id="17" creationId="{EBFE1B0C-4638-DE97-13BD-C9362AE782B5}"/>
          </ac:spMkLst>
        </pc:spChg>
      </pc:sldChg>
      <pc:sldChg chg="modSp mod">
        <pc:chgData name="Sergio Molina" userId="20636364146_tp_box_2" providerId="OAuth2" clId="{44CDD4FA-DF07-4B69-BC01-0B2B69272B43}" dt="2026-07-21T21:37:33.328" v="484" actId="14100"/>
        <pc:sldMkLst>
          <pc:docMk/>
          <pc:sldMk cId="3958182362" sldId="484"/>
        </pc:sldMkLst>
        <pc:spChg chg="mod">
          <ac:chgData name="Sergio Molina" userId="20636364146_tp_box_2" providerId="OAuth2" clId="{44CDD4FA-DF07-4B69-BC01-0B2B69272B43}" dt="2026-07-21T21:37:31.920" v="483" actId="14100"/>
          <ac:spMkLst>
            <pc:docMk/>
            <pc:sldMk cId="3958182362" sldId="484"/>
            <ac:spMk id="17" creationId="{EBFE1B0C-4638-DE97-13BD-C9362AE782B5}"/>
          </ac:spMkLst>
        </pc:spChg>
        <pc:spChg chg="mod">
          <ac:chgData name="Sergio Molina" userId="20636364146_tp_box_2" providerId="OAuth2" clId="{44CDD4FA-DF07-4B69-BC01-0B2B69272B43}" dt="2026-07-21T21:37:33.328" v="484" actId="14100"/>
          <ac:spMkLst>
            <pc:docMk/>
            <pc:sldMk cId="3958182362" sldId="484"/>
            <ac:spMk id="27" creationId="{BA07D5B0-113A-7C5F-AFD1-CED60B400873}"/>
          </ac:spMkLst>
        </pc:spChg>
        <pc:picChg chg="mod">
          <ac:chgData name="Sergio Molina" userId="20636364146_tp_box_2" providerId="OAuth2" clId="{44CDD4FA-DF07-4B69-BC01-0B2B69272B43}" dt="2026-07-21T21:36:17.026" v="454" actId="108"/>
          <ac:picMkLst>
            <pc:docMk/>
            <pc:sldMk cId="3958182362" sldId="484"/>
            <ac:picMk id="7" creationId="{C537831A-E9D5-22C8-5A01-AE6BC9C2EAA8}"/>
          </ac:picMkLst>
        </pc:picChg>
      </pc:sldChg>
      <pc:sldChg chg="modSp mod">
        <pc:chgData name="Sergio Molina" userId="20636364146_tp_box_2" providerId="OAuth2" clId="{44CDD4FA-DF07-4B69-BC01-0B2B69272B43}" dt="2026-07-21T21:37:42.827" v="490" actId="14100"/>
        <pc:sldMkLst>
          <pc:docMk/>
          <pc:sldMk cId="3398180166" sldId="486"/>
        </pc:sldMkLst>
        <pc:spChg chg="mod">
          <ac:chgData name="Sergio Molina" userId="20636364146_tp_box_2" providerId="OAuth2" clId="{44CDD4FA-DF07-4B69-BC01-0B2B69272B43}" dt="2026-07-21T21:37:40.205" v="488" actId="14100"/>
          <ac:spMkLst>
            <pc:docMk/>
            <pc:sldMk cId="3398180166" sldId="486"/>
            <ac:spMk id="8" creationId="{4B426BD4-51FB-55C6-79F7-9D3F22FBEC2D}"/>
          </ac:spMkLst>
        </pc:spChg>
        <pc:spChg chg="mod">
          <ac:chgData name="Sergio Molina" userId="20636364146_tp_box_2" providerId="OAuth2" clId="{44CDD4FA-DF07-4B69-BC01-0B2B69272B43}" dt="2026-07-21T21:37:42.827" v="490" actId="14100"/>
          <ac:spMkLst>
            <pc:docMk/>
            <pc:sldMk cId="3398180166" sldId="486"/>
            <ac:spMk id="11" creationId="{4998DE0E-6D43-1597-34EA-77E2871A8164}"/>
          </ac:spMkLst>
        </pc:spChg>
        <pc:spChg chg="mod">
          <ac:chgData name="Sergio Molina" userId="20636364146_tp_box_2" providerId="OAuth2" clId="{44CDD4FA-DF07-4B69-BC01-0B2B69272B43}" dt="2026-07-21T21:37:41.569" v="489" actId="14100"/>
          <ac:spMkLst>
            <pc:docMk/>
            <pc:sldMk cId="3398180166" sldId="486"/>
            <ac:spMk id="14" creationId="{8EA98619-1010-ED38-F4FE-617F6E2E1559}"/>
          </ac:spMkLst>
        </pc:spChg>
      </pc:sldChg>
      <pc:sldChg chg="modSp mod">
        <pc:chgData name="Sergio Molina" userId="20636364146_tp_box_2" providerId="OAuth2" clId="{44CDD4FA-DF07-4B69-BC01-0B2B69272B43}" dt="2026-07-21T21:38:20.904" v="503" actId="14100"/>
        <pc:sldMkLst>
          <pc:docMk/>
          <pc:sldMk cId="2143987733" sldId="489"/>
        </pc:sldMkLst>
        <pc:spChg chg="mod">
          <ac:chgData name="Sergio Molina" userId="20636364146_tp_box_2" providerId="OAuth2" clId="{44CDD4FA-DF07-4B69-BC01-0B2B69272B43}" dt="2026-07-21T21:38:20.904" v="503" actId="14100"/>
          <ac:spMkLst>
            <pc:docMk/>
            <pc:sldMk cId="2143987733" sldId="489"/>
            <ac:spMk id="8" creationId="{4B426BD4-51FB-55C6-79F7-9D3F22FBEC2D}"/>
          </ac:spMkLst>
        </pc:spChg>
        <pc:spChg chg="mod">
          <ac:chgData name="Sergio Molina" userId="20636364146_tp_box_2" providerId="OAuth2" clId="{44CDD4FA-DF07-4B69-BC01-0B2B69272B43}" dt="2026-07-21T21:38:18.231" v="502" actId="14100"/>
          <ac:spMkLst>
            <pc:docMk/>
            <pc:sldMk cId="2143987733" sldId="489"/>
            <ac:spMk id="11" creationId="{4998DE0E-6D43-1597-34EA-77E2871A8164}"/>
          </ac:spMkLst>
        </pc:spChg>
      </pc:sldChg>
      <pc:sldChg chg="modSp mod">
        <pc:chgData name="Sergio Molina" userId="20636364146_tp_box_2" providerId="OAuth2" clId="{44CDD4FA-DF07-4B69-BC01-0B2B69272B43}" dt="2026-07-21T21:38:27.263" v="506" actId="1076"/>
        <pc:sldMkLst>
          <pc:docMk/>
          <pc:sldMk cId="205942397" sldId="493"/>
        </pc:sldMkLst>
        <pc:spChg chg="mod">
          <ac:chgData name="Sergio Molina" userId="20636364146_tp_box_2" providerId="OAuth2" clId="{44CDD4FA-DF07-4B69-BC01-0B2B69272B43}" dt="2026-07-21T21:36:38.897" v="479" actId="108"/>
          <ac:spMkLst>
            <pc:docMk/>
            <pc:sldMk cId="205942397" sldId="493"/>
            <ac:spMk id="10" creationId="{D6C8B668-CC37-E5BB-9F1C-76AC403D9451}"/>
          </ac:spMkLst>
        </pc:spChg>
        <pc:spChg chg="mod">
          <ac:chgData name="Sergio Molina" userId="20636364146_tp_box_2" providerId="OAuth2" clId="{44CDD4FA-DF07-4B69-BC01-0B2B69272B43}" dt="2026-07-21T21:38:24.680" v="504" actId="14100"/>
          <ac:spMkLst>
            <pc:docMk/>
            <pc:sldMk cId="205942397" sldId="493"/>
            <ac:spMk id="11" creationId="{5E802EE9-AE6E-0A3D-9CD6-3ABF7E3396C2}"/>
          </ac:spMkLst>
        </pc:spChg>
        <pc:spChg chg="mod">
          <ac:chgData name="Sergio Molina" userId="20636364146_tp_box_2" providerId="OAuth2" clId="{44CDD4FA-DF07-4B69-BC01-0B2B69272B43}" dt="2026-07-21T21:36:39.574" v="480" actId="108"/>
          <ac:spMkLst>
            <pc:docMk/>
            <pc:sldMk cId="205942397" sldId="493"/>
            <ac:spMk id="14" creationId="{DF63A827-D11B-A34A-2B94-9E9A83EB4BAA}"/>
          </ac:spMkLst>
        </pc:spChg>
        <pc:spChg chg="mod">
          <ac:chgData name="Sergio Molina" userId="20636364146_tp_box_2" providerId="OAuth2" clId="{44CDD4FA-DF07-4B69-BC01-0B2B69272B43}" dt="2026-07-21T21:38:27.263" v="506" actId="1076"/>
          <ac:spMkLst>
            <pc:docMk/>
            <pc:sldMk cId="205942397" sldId="493"/>
            <ac:spMk id="16" creationId="{5E0A9312-075F-E374-A345-9FCCED89845F}"/>
          </ac:spMkLst>
        </pc:spChg>
        <pc:spChg chg="mod">
          <ac:chgData name="Sergio Molina" userId="20636364146_tp_box_2" providerId="OAuth2" clId="{44CDD4FA-DF07-4B69-BC01-0B2B69272B43}" dt="2026-07-21T21:36:38.514" v="478" actId="108"/>
          <ac:spMkLst>
            <pc:docMk/>
            <pc:sldMk cId="205942397" sldId="493"/>
            <ac:spMk id="19" creationId="{0E1F1CEE-E7B4-6CC3-DC27-D44FE7E12987}"/>
          </ac:spMkLst>
        </pc:spChg>
      </pc:sldChg>
      <pc:sldChg chg="modSp mod">
        <pc:chgData name="Sergio Molina" userId="20636364146_tp_box_2" providerId="OAuth2" clId="{44CDD4FA-DF07-4B69-BC01-0B2B69272B43}" dt="2026-07-21T21:38:59.650" v="513" actId="113"/>
        <pc:sldMkLst>
          <pc:docMk/>
          <pc:sldMk cId="3636451491" sldId="494"/>
        </pc:sldMkLst>
        <pc:spChg chg="mod">
          <ac:chgData name="Sergio Molina" userId="20636364146_tp_box_2" providerId="OAuth2" clId="{44CDD4FA-DF07-4B69-BC01-0B2B69272B43}" dt="2026-07-21T21:38:59.650" v="513" actId="113"/>
          <ac:spMkLst>
            <pc:docMk/>
            <pc:sldMk cId="3636451491" sldId="494"/>
            <ac:spMk id="16" creationId="{5E0A9312-075F-E374-A345-9FCCED89845F}"/>
          </ac:spMkLst>
        </pc:spChg>
        <pc:graphicFrameChg chg="modGraphic">
          <ac:chgData name="Sergio Molina" userId="20636364146_tp_box_2" providerId="OAuth2" clId="{44CDD4FA-DF07-4B69-BC01-0B2B69272B43}" dt="2026-07-21T21:38:34.508" v="507" actId="12385"/>
          <ac:graphicFrameMkLst>
            <pc:docMk/>
            <pc:sldMk cId="3636451491" sldId="494"/>
            <ac:graphicFrameMk id="6" creationId="{93225C7B-E4E1-1D44-1635-5A9FDCC0BE57}"/>
          </ac:graphicFrameMkLst>
        </pc:graphicFrameChg>
      </pc:sldChg>
      <pc:sldChg chg="modSp mod">
        <pc:chgData name="Sergio Molina" userId="20636364146_tp_box_2" providerId="OAuth2" clId="{44CDD4FA-DF07-4B69-BC01-0B2B69272B43}" dt="2026-07-21T21:36:30.497" v="469" actId="108"/>
        <pc:sldMkLst>
          <pc:docMk/>
          <pc:sldMk cId="24005451" sldId="496"/>
        </pc:sldMkLst>
        <pc:spChg chg="mod">
          <ac:chgData name="Sergio Molina" userId="20636364146_tp_box_2" providerId="OAuth2" clId="{44CDD4FA-DF07-4B69-BC01-0B2B69272B43}" dt="2026-07-21T21:36:30.090" v="468" actId="108"/>
          <ac:spMkLst>
            <pc:docMk/>
            <pc:sldMk cId="24005451" sldId="496"/>
            <ac:spMk id="2" creationId="{B68EE756-196B-276D-2D80-3EEB9ED099A6}"/>
          </ac:spMkLst>
        </pc:spChg>
        <pc:spChg chg="mod">
          <ac:chgData name="Sergio Molina" userId="20636364146_tp_box_2" providerId="OAuth2" clId="{44CDD4FA-DF07-4B69-BC01-0B2B69272B43}" dt="2026-07-21T21:36:29.286" v="466" actId="108"/>
          <ac:spMkLst>
            <pc:docMk/>
            <pc:sldMk cId="24005451" sldId="496"/>
            <ac:spMk id="17" creationId="{EBFE1B0C-4638-DE97-13BD-C9362AE782B5}"/>
          </ac:spMkLst>
        </pc:spChg>
        <pc:spChg chg="mod">
          <ac:chgData name="Sergio Molina" userId="20636364146_tp_box_2" providerId="OAuth2" clId="{44CDD4FA-DF07-4B69-BC01-0B2B69272B43}" dt="2026-07-21T21:36:29.707" v="467" actId="108"/>
          <ac:spMkLst>
            <pc:docMk/>
            <pc:sldMk cId="24005451" sldId="496"/>
            <ac:spMk id="21" creationId="{3A40B26F-9621-2FFF-AB45-05B2CE287193}"/>
          </ac:spMkLst>
        </pc:spChg>
        <pc:spChg chg="mod">
          <ac:chgData name="Sergio Molina" userId="20636364146_tp_box_2" providerId="OAuth2" clId="{44CDD4FA-DF07-4B69-BC01-0B2B69272B43}" dt="2026-07-21T21:36:30.497" v="469" actId="108"/>
          <ac:spMkLst>
            <pc:docMk/>
            <pc:sldMk cId="24005451" sldId="496"/>
            <ac:spMk id="24" creationId="{2193877E-8170-FA3C-6E5E-1AEAA64BA952}"/>
          </ac:spMkLst>
        </pc:spChg>
      </pc:sldChg>
      <pc:sldChg chg="modSp mod">
        <pc:chgData name="Sergio Molina" userId="20636364146_tp_box_2" providerId="OAuth2" clId="{44CDD4FA-DF07-4B69-BC01-0B2B69272B43}" dt="2026-07-21T21:39:03.971" v="514" actId="14100"/>
        <pc:sldMkLst>
          <pc:docMk/>
          <pc:sldMk cId="2103410640" sldId="497"/>
        </pc:sldMkLst>
        <pc:spChg chg="mod">
          <ac:chgData name="Sergio Molina" userId="20636364146_tp_box_2" providerId="OAuth2" clId="{44CDD4FA-DF07-4B69-BC01-0B2B69272B43}" dt="2026-07-21T21:39:03.971" v="514" actId="14100"/>
          <ac:spMkLst>
            <pc:docMk/>
            <pc:sldMk cId="2103410640" sldId="497"/>
            <ac:spMk id="16" creationId="{5E0A9312-075F-E374-A345-9FCCED89845F}"/>
          </ac:spMkLst>
        </pc:spChg>
        <pc:graphicFrameChg chg="modGraphic">
          <ac:chgData name="Sergio Molina" userId="20636364146_tp_box_2" providerId="OAuth2" clId="{44CDD4FA-DF07-4B69-BC01-0B2B69272B43}" dt="2026-07-21T21:38:38.145" v="508" actId="12385"/>
          <ac:graphicFrameMkLst>
            <pc:docMk/>
            <pc:sldMk cId="2103410640" sldId="497"/>
            <ac:graphicFrameMk id="6" creationId="{93225C7B-E4E1-1D44-1635-5A9FDCC0BE57}"/>
          </ac:graphicFrameMkLst>
        </pc:graphicFrameChg>
      </pc:sldChg>
      <pc:sldChg chg="modSp mod">
        <pc:chgData name="Sergio Molina" userId="20636364146_tp_box_2" providerId="OAuth2" clId="{44CDD4FA-DF07-4B69-BC01-0B2B69272B43}" dt="2026-07-21T21:36:33.270" v="473" actId="108"/>
        <pc:sldMkLst>
          <pc:docMk/>
          <pc:sldMk cId="1099559396" sldId="503"/>
        </pc:sldMkLst>
        <pc:spChg chg="mod">
          <ac:chgData name="Sergio Molina" userId="20636364146_tp_box_2" providerId="OAuth2" clId="{44CDD4FA-DF07-4B69-BC01-0B2B69272B43}" dt="2026-07-21T21:36:32.515" v="471" actId="108"/>
          <ac:spMkLst>
            <pc:docMk/>
            <pc:sldMk cId="1099559396" sldId="503"/>
            <ac:spMk id="15" creationId="{23FA1109-8621-BF39-7BE6-FA88FA8BD3FE}"/>
          </ac:spMkLst>
        </pc:spChg>
        <pc:spChg chg="mod">
          <ac:chgData name="Sergio Molina" userId="20636364146_tp_box_2" providerId="OAuth2" clId="{44CDD4FA-DF07-4B69-BC01-0B2B69272B43}" dt="2026-07-21T21:36:32.954" v="472" actId="108"/>
          <ac:spMkLst>
            <pc:docMk/>
            <pc:sldMk cId="1099559396" sldId="503"/>
            <ac:spMk id="16" creationId="{275088CB-A587-4680-09BF-E096F235DA6C}"/>
          </ac:spMkLst>
        </pc:spChg>
        <pc:spChg chg="mod">
          <ac:chgData name="Sergio Molina" userId="20636364146_tp_box_2" providerId="OAuth2" clId="{44CDD4FA-DF07-4B69-BC01-0B2B69272B43}" dt="2026-07-21T21:36:32.259" v="470" actId="108"/>
          <ac:spMkLst>
            <pc:docMk/>
            <pc:sldMk cId="1099559396" sldId="503"/>
            <ac:spMk id="17" creationId="{EEC41153-67A5-BFB3-CC7E-40A2E219D39A}"/>
          </ac:spMkLst>
        </pc:spChg>
        <pc:spChg chg="mod">
          <ac:chgData name="Sergio Molina" userId="20636364146_tp_box_2" providerId="OAuth2" clId="{44CDD4FA-DF07-4B69-BC01-0B2B69272B43}" dt="2026-07-21T21:36:33.270" v="473" actId="108"/>
          <ac:spMkLst>
            <pc:docMk/>
            <pc:sldMk cId="1099559396" sldId="503"/>
            <ac:spMk id="20" creationId="{E5D5C91D-5957-D31F-2957-208F37976856}"/>
          </ac:spMkLst>
        </pc:spChg>
      </pc:sldChg>
      <pc:sldChg chg="modSp mod">
        <pc:chgData name="Sergio Molina" userId="20636364146_tp_box_2" providerId="OAuth2" clId="{44CDD4FA-DF07-4B69-BC01-0B2B69272B43}" dt="2026-07-21T21:38:03.156" v="500" actId="20577"/>
        <pc:sldMkLst>
          <pc:docMk/>
          <pc:sldMk cId="707391592" sldId="505"/>
        </pc:sldMkLst>
        <pc:spChg chg="mod">
          <ac:chgData name="Sergio Molina" userId="20636364146_tp_box_2" providerId="OAuth2" clId="{44CDD4FA-DF07-4B69-BC01-0B2B69272B43}" dt="2026-07-21T21:36:24.716" v="461" actId="108"/>
          <ac:spMkLst>
            <pc:docMk/>
            <pc:sldMk cId="707391592" sldId="505"/>
            <ac:spMk id="8" creationId="{788C221A-59C0-3D69-B0B6-B6A40F026A75}"/>
          </ac:spMkLst>
        </pc:spChg>
        <pc:spChg chg="mod">
          <ac:chgData name="Sergio Molina" userId="20636364146_tp_box_2" providerId="OAuth2" clId="{44CDD4FA-DF07-4B69-BC01-0B2B69272B43}" dt="2026-07-21T21:38:03.156" v="500" actId="20577"/>
          <ac:spMkLst>
            <pc:docMk/>
            <pc:sldMk cId="707391592" sldId="505"/>
            <ac:spMk id="11" creationId="{AA49D2CA-F13C-47B9-8BFF-CFEBC09AAF0B}"/>
          </ac:spMkLst>
        </pc:spChg>
        <pc:spChg chg="mod">
          <ac:chgData name="Sergio Molina" userId="20636364146_tp_box_2" providerId="OAuth2" clId="{44CDD4FA-DF07-4B69-BC01-0B2B69272B43}" dt="2026-07-21T21:37:48.369" v="492" actId="14100"/>
          <ac:spMkLst>
            <pc:docMk/>
            <pc:sldMk cId="707391592" sldId="505"/>
            <ac:spMk id="14" creationId="{99C79DD6-D96D-4403-90CC-654E92188A71}"/>
          </ac:spMkLst>
        </pc:spChg>
        <pc:spChg chg="mod">
          <ac:chgData name="Sergio Molina" userId="20636364146_tp_box_2" providerId="OAuth2" clId="{44CDD4FA-DF07-4B69-BC01-0B2B69272B43}" dt="2026-07-21T21:37:51.424" v="493" actId="14100"/>
          <ac:spMkLst>
            <pc:docMk/>
            <pc:sldMk cId="707391592" sldId="505"/>
            <ac:spMk id="17" creationId="{1D55DDC8-D5B9-01CE-A82E-9BC19D9DC7DC}"/>
          </ac:spMkLst>
        </pc:spChg>
        <pc:spChg chg="mod">
          <ac:chgData name="Sergio Molina" userId="20636364146_tp_box_2" providerId="OAuth2" clId="{44CDD4FA-DF07-4B69-BC01-0B2B69272B43}" dt="2026-07-21T21:37:46.808" v="491" actId="14100"/>
          <ac:spMkLst>
            <pc:docMk/>
            <pc:sldMk cId="707391592" sldId="505"/>
            <ac:spMk id="18" creationId="{83635DEF-BAA2-FACE-1E3B-160BB3BD963F}"/>
          </ac:spMkLst>
        </pc:spChg>
      </pc:sldChg>
      <pc:sldChg chg="modSp add mod">
        <pc:chgData name="Sergio Molina" userId="20636364146_tp_box_2" providerId="OAuth2" clId="{44CDD4FA-DF07-4B69-BC01-0B2B69272B43}" dt="2026-07-21T20:54:58.490" v="19"/>
        <pc:sldMkLst>
          <pc:docMk/>
          <pc:sldMk cId="47805023" sldId="527"/>
        </pc:sldMkLst>
        <pc:spChg chg="mod">
          <ac:chgData name="Sergio Molina" userId="20636364146_tp_box_2" providerId="OAuth2" clId="{44CDD4FA-DF07-4B69-BC01-0B2B69272B43}" dt="2026-07-21T20:54:52.678" v="18" actId="20577"/>
          <ac:spMkLst>
            <pc:docMk/>
            <pc:sldMk cId="47805023" sldId="527"/>
            <ac:spMk id="16" creationId="{753FD439-3251-7783-7D05-287C9A5B3E57}"/>
          </ac:spMkLst>
        </pc:spChg>
        <pc:spChg chg="mod">
          <ac:chgData name="Sergio Molina" userId="20636364146_tp_box_2" providerId="OAuth2" clId="{44CDD4FA-DF07-4B69-BC01-0B2B69272B43}" dt="2026-07-21T20:54:58.490" v="19"/>
          <ac:spMkLst>
            <pc:docMk/>
            <pc:sldMk cId="47805023" sldId="527"/>
            <ac:spMk id="17" creationId="{6098EC5D-28B5-607A-7BEB-21E0348387E4}"/>
          </ac:spMkLst>
        </pc:spChg>
      </pc:sldChg>
      <pc:sldChg chg="modSp add mod ord">
        <pc:chgData name="Sergio Molina" userId="20636364146_tp_box_2" providerId="OAuth2" clId="{44CDD4FA-DF07-4B69-BC01-0B2B69272B43}" dt="2026-07-21T21:36:10.341" v="450" actId="108"/>
        <pc:sldMkLst>
          <pc:docMk/>
          <pc:sldMk cId="4111715580" sldId="528"/>
        </pc:sldMkLst>
        <pc:spChg chg="mod">
          <ac:chgData name="Sergio Molina" userId="20636364146_tp_box_2" providerId="OAuth2" clId="{44CDD4FA-DF07-4B69-BC01-0B2B69272B43}" dt="2026-07-21T21:36:09.175" v="448" actId="108"/>
          <ac:spMkLst>
            <pc:docMk/>
            <pc:sldMk cId="4111715580" sldId="528"/>
            <ac:spMk id="2" creationId="{D497A37A-2C35-0B91-E7A7-D5D5E9A708BC}"/>
          </ac:spMkLst>
        </pc:spChg>
        <pc:spChg chg="mod">
          <ac:chgData name="Sergio Molina" userId="20636364146_tp_box_2" providerId="OAuth2" clId="{44CDD4FA-DF07-4B69-BC01-0B2B69272B43}" dt="2026-07-21T21:36:09.765" v="449" actId="108"/>
          <ac:spMkLst>
            <pc:docMk/>
            <pc:sldMk cId="4111715580" sldId="528"/>
            <ac:spMk id="7" creationId="{DBA98777-60C8-291A-E4EA-E58D8CD4E11D}"/>
          </ac:spMkLst>
        </pc:spChg>
        <pc:spChg chg="mod">
          <ac:chgData name="Sergio Molina" userId="20636364146_tp_box_2" providerId="OAuth2" clId="{44CDD4FA-DF07-4B69-BC01-0B2B69272B43}" dt="2026-07-21T21:36:10.341" v="450" actId="108"/>
          <ac:spMkLst>
            <pc:docMk/>
            <pc:sldMk cId="4111715580" sldId="528"/>
            <ac:spMk id="11" creationId="{C86CFE5D-7E82-5850-F84F-27664D2B6718}"/>
          </ac:spMkLst>
        </pc:spChg>
      </pc:sldChg>
      <pc:sldChg chg="addSp delSp modSp add mod">
        <pc:chgData name="Sergio Molina" userId="20636364146_tp_box_2" providerId="OAuth2" clId="{44CDD4FA-DF07-4B69-BC01-0B2B69272B43}" dt="2026-07-21T21:01:06.364" v="190" actId="14734"/>
        <pc:sldMkLst>
          <pc:docMk/>
          <pc:sldMk cId="254077990" sldId="529"/>
        </pc:sldMkLst>
        <pc:spChg chg="mod">
          <ac:chgData name="Sergio Molina" userId="20636364146_tp_box_2" providerId="OAuth2" clId="{44CDD4FA-DF07-4B69-BC01-0B2B69272B43}" dt="2026-07-21T20:58:26.522" v="114" actId="20577"/>
          <ac:spMkLst>
            <pc:docMk/>
            <pc:sldMk cId="254077990" sldId="529"/>
            <ac:spMk id="4" creationId="{B7DD181F-8C34-AB6E-BDE6-74A089DE4F0E}"/>
          </ac:spMkLst>
        </pc:spChg>
        <pc:spChg chg="del mod">
          <ac:chgData name="Sergio Molina" userId="20636364146_tp_box_2" providerId="OAuth2" clId="{44CDD4FA-DF07-4B69-BC01-0B2B69272B43}" dt="2026-07-21T20:58:13.475" v="77" actId="478"/>
          <ac:spMkLst>
            <pc:docMk/>
            <pc:sldMk cId="254077990" sldId="529"/>
            <ac:spMk id="8" creationId="{CBB8883A-1663-BF7C-29F6-3CF33D47A13B}"/>
          </ac:spMkLst>
        </pc:spChg>
        <pc:spChg chg="del">
          <ac:chgData name="Sergio Molina" userId="20636364146_tp_box_2" providerId="OAuth2" clId="{44CDD4FA-DF07-4B69-BC01-0B2B69272B43}" dt="2026-07-21T20:58:10.922" v="74" actId="478"/>
          <ac:spMkLst>
            <pc:docMk/>
            <pc:sldMk cId="254077990" sldId="529"/>
            <ac:spMk id="9" creationId="{8862F002-D7B4-A45C-D59B-AC7DB5822C97}"/>
          </ac:spMkLst>
        </pc:spChg>
        <pc:spChg chg="del">
          <ac:chgData name="Sergio Molina" userId="20636364146_tp_box_2" providerId="OAuth2" clId="{44CDD4FA-DF07-4B69-BC01-0B2B69272B43}" dt="2026-07-21T20:58:12.619" v="76" actId="478"/>
          <ac:spMkLst>
            <pc:docMk/>
            <pc:sldMk cId="254077990" sldId="529"/>
            <ac:spMk id="14" creationId="{825F0C36-5DB9-934C-1CF8-CBF62BA30801}"/>
          </ac:spMkLst>
        </pc:spChg>
        <pc:spChg chg="del">
          <ac:chgData name="Sergio Molina" userId="20636364146_tp_box_2" providerId="OAuth2" clId="{44CDD4FA-DF07-4B69-BC01-0B2B69272B43}" dt="2026-07-21T20:58:14.668" v="78" actId="478"/>
          <ac:spMkLst>
            <pc:docMk/>
            <pc:sldMk cId="254077990" sldId="529"/>
            <ac:spMk id="17" creationId="{B94A12DB-26BA-0DD0-85D4-796BFDCFDCC7}"/>
          </ac:spMkLst>
        </pc:spChg>
        <pc:spChg chg="del">
          <ac:chgData name="Sergio Molina" userId="20636364146_tp_box_2" providerId="OAuth2" clId="{44CDD4FA-DF07-4B69-BC01-0B2B69272B43}" dt="2026-07-21T20:58:09.079" v="71" actId="478"/>
          <ac:spMkLst>
            <pc:docMk/>
            <pc:sldMk cId="254077990" sldId="529"/>
            <ac:spMk id="18" creationId="{A8AD3135-0D64-4A02-8D01-0FDB69D776FF}"/>
          </ac:spMkLst>
        </pc:spChg>
        <pc:spChg chg="del">
          <ac:chgData name="Sergio Molina" userId="20636364146_tp_box_2" providerId="OAuth2" clId="{44CDD4FA-DF07-4B69-BC01-0B2B69272B43}" dt="2026-07-21T20:58:09.923" v="72" actId="478"/>
          <ac:spMkLst>
            <pc:docMk/>
            <pc:sldMk cId="254077990" sldId="529"/>
            <ac:spMk id="19" creationId="{3DE6E561-4C57-1D30-28B0-FC53D1232DF6}"/>
          </ac:spMkLst>
        </pc:spChg>
        <pc:spChg chg="del">
          <ac:chgData name="Sergio Molina" userId="20636364146_tp_box_2" providerId="OAuth2" clId="{44CDD4FA-DF07-4B69-BC01-0B2B69272B43}" dt="2026-07-21T20:58:10.318" v="73" actId="478"/>
          <ac:spMkLst>
            <pc:docMk/>
            <pc:sldMk cId="254077990" sldId="529"/>
            <ac:spMk id="20" creationId="{DA94347A-1428-F906-158B-B0A4FFA91FB9}"/>
          </ac:spMkLst>
        </pc:spChg>
        <pc:graphicFrameChg chg="add mod modGraphic">
          <ac:chgData name="Sergio Molina" userId="20636364146_tp_box_2" providerId="OAuth2" clId="{44CDD4FA-DF07-4B69-BC01-0B2B69272B43}" dt="2026-07-21T21:01:06.364" v="190" actId="14734"/>
          <ac:graphicFrameMkLst>
            <pc:docMk/>
            <pc:sldMk cId="254077990" sldId="529"/>
            <ac:graphicFrameMk id="2" creationId="{FCB3AA7A-5F3A-3A28-8B67-1761E1675EC7}"/>
          </ac:graphicFrameMkLst>
        </pc:graphicFrameChg>
        <pc:picChg chg="del">
          <ac:chgData name="Sergio Molina" userId="20636364146_tp_box_2" providerId="OAuth2" clId="{44CDD4FA-DF07-4B69-BC01-0B2B69272B43}" dt="2026-07-21T20:58:07.643" v="70" actId="478"/>
          <ac:picMkLst>
            <pc:docMk/>
            <pc:sldMk cId="254077990" sldId="529"/>
            <ac:picMk id="15" creationId="{239DFEF0-1481-04C2-E81D-77E83F88E712}"/>
          </ac:picMkLst>
        </pc:picChg>
      </pc:sldChg>
      <pc:sldChg chg="addSp delSp modSp add mod">
        <pc:chgData name="Sergio Molina" userId="20636364146_tp_box_2" providerId="OAuth2" clId="{44CDD4FA-DF07-4B69-BC01-0B2B69272B43}" dt="2026-07-21T20:59:53.852" v="174" actId="14734"/>
        <pc:sldMkLst>
          <pc:docMk/>
          <pc:sldMk cId="544814220" sldId="530"/>
        </pc:sldMkLst>
        <pc:spChg chg="mod">
          <ac:chgData name="Sergio Molina" userId="20636364146_tp_box_2" providerId="OAuth2" clId="{44CDD4FA-DF07-4B69-BC01-0B2B69272B43}" dt="2026-07-21T20:59:17.915" v="156" actId="20577"/>
          <ac:spMkLst>
            <pc:docMk/>
            <pc:sldMk cId="544814220" sldId="530"/>
            <ac:spMk id="4" creationId="{8349A098-BEAD-D52F-B894-576068B32561}"/>
          </ac:spMkLst>
        </pc:spChg>
        <pc:graphicFrameChg chg="del">
          <ac:chgData name="Sergio Molina" userId="20636364146_tp_box_2" providerId="OAuth2" clId="{44CDD4FA-DF07-4B69-BC01-0B2B69272B43}" dt="2026-07-21T20:59:21.203" v="157" actId="478"/>
          <ac:graphicFrameMkLst>
            <pc:docMk/>
            <pc:sldMk cId="544814220" sldId="530"/>
            <ac:graphicFrameMk id="2" creationId="{282A2AD9-0C37-7913-AD44-0E3A0DDB3723}"/>
          </ac:graphicFrameMkLst>
        </pc:graphicFrameChg>
        <pc:graphicFrameChg chg="add mod modGraphic">
          <ac:chgData name="Sergio Molina" userId="20636364146_tp_box_2" providerId="OAuth2" clId="{44CDD4FA-DF07-4B69-BC01-0B2B69272B43}" dt="2026-07-21T20:59:53.852" v="174" actId="14734"/>
          <ac:graphicFrameMkLst>
            <pc:docMk/>
            <pc:sldMk cId="544814220" sldId="530"/>
            <ac:graphicFrameMk id="6" creationId="{030BA675-868B-7E52-3908-FB9ECC6B4845}"/>
          </ac:graphicFrameMkLst>
        </pc:graphicFrameChg>
      </pc:sldChg>
      <pc:sldChg chg="add del">
        <pc:chgData name="Sergio Molina" userId="20636364146_tp_box_2" providerId="OAuth2" clId="{44CDD4FA-DF07-4B69-BC01-0B2B69272B43}" dt="2026-07-21T20:58:32.119" v="116"/>
        <pc:sldMkLst>
          <pc:docMk/>
          <pc:sldMk cId="1183312394" sldId="530"/>
        </pc:sldMkLst>
      </pc:sldChg>
      <pc:sldChg chg="addSp delSp modSp add mod ord">
        <pc:chgData name="Sergio Molina" userId="20636364146_tp_box_2" providerId="OAuth2" clId="{44CDD4FA-DF07-4B69-BC01-0B2B69272B43}" dt="2026-07-21T21:12:23.494" v="222" actId="1076"/>
        <pc:sldMkLst>
          <pc:docMk/>
          <pc:sldMk cId="600958494" sldId="531"/>
        </pc:sldMkLst>
        <pc:spChg chg="del">
          <ac:chgData name="Sergio Molina" userId="20636364146_tp_box_2" providerId="OAuth2" clId="{44CDD4FA-DF07-4B69-BC01-0B2B69272B43}" dt="2026-07-21T21:10:18.097" v="196" actId="478"/>
          <ac:spMkLst>
            <pc:docMk/>
            <pc:sldMk cId="600958494" sldId="531"/>
            <ac:spMk id="2" creationId="{CFA1AFC4-72D8-4CF4-1CD1-EE67FB53FCE5}"/>
          </ac:spMkLst>
        </pc:spChg>
        <pc:spChg chg="mod">
          <ac:chgData name="Sergio Molina" userId="20636364146_tp_box_2" providerId="OAuth2" clId="{44CDD4FA-DF07-4B69-BC01-0B2B69272B43}" dt="2026-07-21T21:10:36.560" v="208"/>
          <ac:spMkLst>
            <pc:docMk/>
            <pc:sldMk cId="600958494" sldId="531"/>
            <ac:spMk id="4" creationId="{9DD9D604-9F98-206D-9966-C147E3CC9C8D}"/>
          </ac:spMkLst>
        </pc:spChg>
        <pc:spChg chg="del mod">
          <ac:chgData name="Sergio Molina" userId="20636364146_tp_box_2" providerId="OAuth2" clId="{44CDD4FA-DF07-4B69-BC01-0B2B69272B43}" dt="2026-07-21T21:10:24.051" v="204" actId="478"/>
          <ac:spMkLst>
            <pc:docMk/>
            <pc:sldMk cId="600958494" sldId="531"/>
            <ac:spMk id="7" creationId="{A16D8B1B-345F-A992-5FED-16E0772BC8A4}"/>
          </ac:spMkLst>
        </pc:spChg>
        <pc:spChg chg="del">
          <ac:chgData name="Sergio Molina" userId="20636364146_tp_box_2" providerId="OAuth2" clId="{44CDD4FA-DF07-4B69-BC01-0B2B69272B43}" dt="2026-07-21T21:10:24.923" v="205" actId="478"/>
          <ac:spMkLst>
            <pc:docMk/>
            <pc:sldMk cId="600958494" sldId="531"/>
            <ac:spMk id="8" creationId="{76C0F75C-B0C1-22AA-F027-23F7DD74B7C6}"/>
          </ac:spMkLst>
        </pc:spChg>
        <pc:spChg chg="mod">
          <ac:chgData name="Sergio Molina" userId="20636364146_tp_box_2" providerId="OAuth2" clId="{44CDD4FA-DF07-4B69-BC01-0B2B69272B43}" dt="2026-07-21T21:12:23.494" v="222" actId="1076"/>
          <ac:spMkLst>
            <pc:docMk/>
            <pc:sldMk cId="600958494" sldId="531"/>
            <ac:spMk id="9" creationId="{7E5C0A0D-8B55-C9E8-D831-B4870929FA63}"/>
          </ac:spMkLst>
        </pc:spChg>
        <pc:spChg chg="del">
          <ac:chgData name="Sergio Molina" userId="20636364146_tp_box_2" providerId="OAuth2" clId="{44CDD4FA-DF07-4B69-BC01-0B2B69272B43}" dt="2026-07-21T21:10:21.041" v="200" actId="478"/>
          <ac:spMkLst>
            <pc:docMk/>
            <pc:sldMk cId="600958494" sldId="531"/>
            <ac:spMk id="10" creationId="{F3934E2A-3335-5521-9A6E-2B8DB2CB0017}"/>
          </ac:spMkLst>
        </pc:spChg>
        <pc:spChg chg="del">
          <ac:chgData name="Sergio Molina" userId="20636364146_tp_box_2" providerId="OAuth2" clId="{44CDD4FA-DF07-4B69-BC01-0B2B69272B43}" dt="2026-07-21T21:10:19.018" v="197" actId="478"/>
          <ac:spMkLst>
            <pc:docMk/>
            <pc:sldMk cId="600958494" sldId="531"/>
            <ac:spMk id="11" creationId="{030ED657-2617-FD67-2F12-2568FC027939}"/>
          </ac:spMkLst>
        </pc:spChg>
        <pc:spChg chg="del mod">
          <ac:chgData name="Sergio Molina" userId="20636364146_tp_box_2" providerId="OAuth2" clId="{44CDD4FA-DF07-4B69-BC01-0B2B69272B43}" dt="2026-07-21T21:10:20.290" v="199" actId="478"/>
          <ac:spMkLst>
            <pc:docMk/>
            <pc:sldMk cId="600958494" sldId="531"/>
            <ac:spMk id="12" creationId="{3A4A2C6C-C0F2-B3B3-2D6D-CD7F7253B80A}"/>
          </ac:spMkLst>
        </pc:spChg>
        <pc:spChg chg="del">
          <ac:chgData name="Sergio Molina" userId="20636364146_tp_box_2" providerId="OAuth2" clId="{44CDD4FA-DF07-4B69-BC01-0B2B69272B43}" dt="2026-07-21T21:10:23.185" v="203" actId="478"/>
          <ac:spMkLst>
            <pc:docMk/>
            <pc:sldMk cId="600958494" sldId="531"/>
            <ac:spMk id="13" creationId="{27CEB9AD-FE21-CE12-FE5F-1D71E82B5EA6}"/>
          </ac:spMkLst>
        </pc:spChg>
        <pc:spChg chg="del">
          <ac:chgData name="Sergio Molina" userId="20636364146_tp_box_2" providerId="OAuth2" clId="{44CDD4FA-DF07-4B69-BC01-0B2B69272B43}" dt="2026-07-21T21:10:25.690" v="206" actId="478"/>
          <ac:spMkLst>
            <pc:docMk/>
            <pc:sldMk cId="600958494" sldId="531"/>
            <ac:spMk id="14" creationId="{41568810-DEA4-EE28-DC82-869D1A0A13EB}"/>
          </ac:spMkLst>
        </pc:spChg>
        <pc:spChg chg="add mod">
          <ac:chgData name="Sergio Molina" userId="20636364146_tp_box_2" providerId="OAuth2" clId="{44CDD4FA-DF07-4B69-BC01-0B2B69272B43}" dt="2026-07-21T21:12:15.556" v="219" actId="1076"/>
          <ac:spMkLst>
            <pc:docMk/>
            <pc:sldMk cId="600958494" sldId="531"/>
            <ac:spMk id="17" creationId="{F51F7710-5F90-129E-6AE7-0DA357DD4DFD}"/>
          </ac:spMkLst>
        </pc:spChg>
        <pc:spChg chg="add mod">
          <ac:chgData name="Sergio Molina" userId="20636364146_tp_box_2" providerId="OAuth2" clId="{44CDD4FA-DF07-4B69-BC01-0B2B69272B43}" dt="2026-07-21T21:12:20.760" v="221" actId="1076"/>
          <ac:spMkLst>
            <pc:docMk/>
            <pc:sldMk cId="600958494" sldId="531"/>
            <ac:spMk id="18" creationId="{8ADC046B-0EF5-DC1F-DCA2-81F629E87CF1}"/>
          </ac:spMkLst>
        </pc:spChg>
        <pc:spChg chg="del">
          <ac:chgData name="Sergio Molina" userId="20636364146_tp_box_2" providerId="OAuth2" clId="{44CDD4FA-DF07-4B69-BC01-0B2B69272B43}" dt="2026-07-21T21:10:28.964" v="207" actId="478"/>
          <ac:spMkLst>
            <pc:docMk/>
            <pc:sldMk cId="600958494" sldId="531"/>
            <ac:spMk id="21" creationId="{E4C743EA-F9D8-33AB-9E63-4075467EAD51}"/>
          </ac:spMkLst>
        </pc:spChg>
        <pc:picChg chg="add mod ord">
          <ac:chgData name="Sergio Molina" userId="20636364146_tp_box_2" providerId="OAuth2" clId="{44CDD4FA-DF07-4B69-BC01-0B2B69272B43}" dt="2026-07-21T21:11:17.256" v="212" actId="1076"/>
          <ac:picMkLst>
            <pc:docMk/>
            <pc:sldMk cId="600958494" sldId="531"/>
            <ac:picMk id="15" creationId="{935D914B-6EE9-69B4-ACAC-4798CC265B22}"/>
          </ac:picMkLst>
        </pc:picChg>
        <pc:picChg chg="del">
          <ac:chgData name="Sergio Molina" userId="20636364146_tp_box_2" providerId="OAuth2" clId="{44CDD4FA-DF07-4B69-BC01-0B2B69272B43}" dt="2026-07-21T21:10:22.586" v="202" actId="478"/>
          <ac:picMkLst>
            <pc:docMk/>
            <pc:sldMk cId="600958494" sldId="531"/>
            <ac:picMk id="16" creationId="{6A552E94-B6E7-DE55-A3E2-347313E2205F}"/>
          </ac:picMkLst>
        </pc:picChg>
      </pc:sldChg>
      <pc:sldChg chg="new del">
        <pc:chgData name="Sergio Molina" userId="20636364146_tp_box_2" providerId="OAuth2" clId="{44CDD4FA-DF07-4B69-BC01-0B2B69272B43}" dt="2026-07-21T21:10:08.547" v="192" actId="680"/>
        <pc:sldMkLst>
          <pc:docMk/>
          <pc:sldMk cId="621248592" sldId="531"/>
        </pc:sldMkLst>
      </pc:sldChg>
      <pc:sldChg chg="add del">
        <pc:chgData name="Sergio Molina" userId="20636364146_tp_box_2" providerId="OAuth2" clId="{44CDD4FA-DF07-4B69-BC01-0B2B69272B43}" dt="2026-07-21T21:16:07.925" v="257" actId="47"/>
        <pc:sldMkLst>
          <pc:docMk/>
          <pc:sldMk cId="2499900728" sldId="1262"/>
        </pc:sldMkLst>
      </pc:sldChg>
      <pc:sldChg chg="addSp delSp modSp add mod">
        <pc:chgData name="Sergio Molina" userId="20636364146_tp_box_2" providerId="OAuth2" clId="{44CDD4FA-DF07-4B69-BC01-0B2B69272B43}" dt="2026-07-21T21:16:10.166" v="258"/>
        <pc:sldMkLst>
          <pc:docMk/>
          <pc:sldMk cId="3574548114" sldId="1263"/>
        </pc:sldMkLst>
        <pc:spChg chg="add mod">
          <ac:chgData name="Sergio Molina" userId="20636364146_tp_box_2" providerId="OAuth2" clId="{44CDD4FA-DF07-4B69-BC01-0B2B69272B43}" dt="2026-07-21T21:15:40.279" v="254" actId="20577"/>
          <ac:spMkLst>
            <pc:docMk/>
            <pc:sldMk cId="3574548114" sldId="1263"/>
            <ac:spMk id="7" creationId="{12D053E2-7936-F2C9-60B0-8C1DC55E58F5}"/>
          </ac:spMkLst>
        </pc:spChg>
        <pc:spChg chg="add mod">
          <ac:chgData name="Sergio Molina" userId="20636364146_tp_box_2" providerId="OAuth2" clId="{44CDD4FA-DF07-4B69-BC01-0B2B69272B43}" dt="2026-07-21T21:15:43.518" v="256" actId="20577"/>
          <ac:spMkLst>
            <pc:docMk/>
            <pc:sldMk cId="3574548114" sldId="1263"/>
            <ac:spMk id="8" creationId="{13A089BF-15E7-5B53-3A59-39954F9D06C7}"/>
          </ac:spMkLst>
        </pc:spChg>
        <pc:spChg chg="mod">
          <ac:chgData name="Sergio Molina" userId="20636364146_tp_box_2" providerId="OAuth2" clId="{44CDD4FA-DF07-4B69-BC01-0B2B69272B43}" dt="2026-07-21T21:15:38.240" v="252" actId="20577"/>
          <ac:spMkLst>
            <pc:docMk/>
            <pc:sldMk cId="3574548114" sldId="1263"/>
            <ac:spMk id="9" creationId="{57F60AEA-419C-C593-FFC3-7FA429E7EE47}"/>
          </ac:spMkLst>
        </pc:spChg>
        <pc:spChg chg="add mod">
          <ac:chgData name="Sergio Molina" userId="20636364146_tp_box_2" providerId="OAuth2" clId="{44CDD4FA-DF07-4B69-BC01-0B2B69272B43}" dt="2026-07-21T21:15:24.008" v="242" actId="1076"/>
          <ac:spMkLst>
            <pc:docMk/>
            <pc:sldMk cId="3574548114" sldId="1263"/>
            <ac:spMk id="10" creationId="{62EE89C0-29DC-5C04-8A6C-F375B7AF7A61}"/>
          </ac:spMkLst>
        </pc:spChg>
        <pc:spChg chg="add mod">
          <ac:chgData name="Sergio Molina" userId="20636364146_tp_box_2" providerId="OAuth2" clId="{44CDD4FA-DF07-4B69-BC01-0B2B69272B43}" dt="2026-07-21T21:15:31.011" v="246" actId="1076"/>
          <ac:spMkLst>
            <pc:docMk/>
            <pc:sldMk cId="3574548114" sldId="1263"/>
            <ac:spMk id="11" creationId="{802401C1-5894-754B-FD38-7EDC919C7730}"/>
          </ac:spMkLst>
        </pc:spChg>
        <pc:spChg chg="add mod">
          <ac:chgData name="Sergio Molina" userId="20636364146_tp_box_2" providerId="OAuth2" clId="{44CDD4FA-DF07-4B69-BC01-0B2B69272B43}" dt="2026-07-21T21:15:35.489" v="248" actId="1076"/>
          <ac:spMkLst>
            <pc:docMk/>
            <pc:sldMk cId="3574548114" sldId="1263"/>
            <ac:spMk id="12" creationId="{FF899CE5-4AD2-382B-A333-6C9D3D518A12}"/>
          </ac:spMkLst>
        </pc:spChg>
        <pc:spChg chg="add mod">
          <ac:chgData name="Sergio Molina" userId="20636364146_tp_box_2" providerId="OAuth2" clId="{44CDD4FA-DF07-4B69-BC01-0B2B69272B43}" dt="2026-07-21T21:16:10.166" v="258"/>
          <ac:spMkLst>
            <pc:docMk/>
            <pc:sldMk cId="3574548114" sldId="1263"/>
            <ac:spMk id="13" creationId="{3BACA284-349C-C509-E6A5-19393A4B80DB}"/>
          </ac:spMkLst>
        </pc:spChg>
        <pc:spChg chg="del">
          <ac:chgData name="Sergio Molina" userId="20636364146_tp_box_2" providerId="OAuth2" clId="{44CDD4FA-DF07-4B69-BC01-0B2B69272B43}" dt="2026-07-21T21:15:04.272" v="231" actId="478"/>
          <ac:spMkLst>
            <pc:docMk/>
            <pc:sldMk cId="3574548114" sldId="1263"/>
            <ac:spMk id="17" creationId="{C7E16259-61A6-498E-3EF5-53AC9E03B9A4}"/>
          </ac:spMkLst>
        </pc:spChg>
        <pc:spChg chg="del">
          <ac:chgData name="Sergio Molina" userId="20636364146_tp_box_2" providerId="OAuth2" clId="{44CDD4FA-DF07-4B69-BC01-0B2B69272B43}" dt="2026-07-21T21:15:03.159" v="230" actId="478"/>
          <ac:spMkLst>
            <pc:docMk/>
            <pc:sldMk cId="3574548114" sldId="1263"/>
            <ac:spMk id="18" creationId="{D7191D92-6A5A-28D2-CD63-4AF7DA9571F2}"/>
          </ac:spMkLst>
        </pc:spChg>
        <pc:picChg chg="add mod ord">
          <ac:chgData name="Sergio Molina" userId="20636364146_tp_box_2" providerId="OAuth2" clId="{44CDD4FA-DF07-4B69-BC01-0B2B69272B43}" dt="2026-07-21T21:15:28.728" v="245" actId="1076"/>
          <ac:picMkLst>
            <pc:docMk/>
            <pc:sldMk cId="3574548114" sldId="1263"/>
            <ac:picMk id="6" creationId="{0BDE4FC1-D6FE-4132-FC46-F8FABA4CFB69}"/>
          </ac:picMkLst>
        </pc:picChg>
        <pc:picChg chg="del">
          <ac:chgData name="Sergio Molina" userId="20636364146_tp_box_2" providerId="OAuth2" clId="{44CDD4FA-DF07-4B69-BC01-0B2B69272B43}" dt="2026-07-21T21:14:55.367" v="225" actId="478"/>
          <ac:picMkLst>
            <pc:docMk/>
            <pc:sldMk cId="3574548114" sldId="1263"/>
            <ac:picMk id="15" creationId="{9C90CF18-0275-F37A-4961-35DFE92B9E97}"/>
          </ac:picMkLst>
        </pc:picChg>
      </pc:sldChg>
      <pc:sldChg chg="addSp delSp modSp add mod">
        <pc:chgData name="Sergio Molina" userId="20636364146_tp_box_2" providerId="OAuth2" clId="{44CDD4FA-DF07-4B69-BC01-0B2B69272B43}" dt="2026-07-21T21:18:04.747" v="291" actId="1076"/>
        <pc:sldMkLst>
          <pc:docMk/>
          <pc:sldMk cId="2887978945" sldId="1264"/>
        </pc:sldMkLst>
        <pc:spChg chg="mod">
          <ac:chgData name="Sergio Molina" userId="20636364146_tp_box_2" providerId="OAuth2" clId="{44CDD4FA-DF07-4B69-BC01-0B2B69272B43}" dt="2026-07-21T21:17:29.056" v="273" actId="20577"/>
          <ac:spMkLst>
            <pc:docMk/>
            <pc:sldMk cId="2887978945" sldId="1264"/>
            <ac:spMk id="7" creationId="{FD550E6A-1C57-BF28-4357-100948983C68}"/>
          </ac:spMkLst>
        </pc:spChg>
        <pc:spChg chg="mod">
          <ac:chgData name="Sergio Molina" userId="20636364146_tp_box_2" providerId="OAuth2" clId="{44CDD4FA-DF07-4B69-BC01-0B2B69272B43}" dt="2026-07-21T21:17:31.502" v="275" actId="20577"/>
          <ac:spMkLst>
            <pc:docMk/>
            <pc:sldMk cId="2887978945" sldId="1264"/>
            <ac:spMk id="8" creationId="{13A2F520-3AED-B1BE-1F13-F97BBEAA904D}"/>
          </ac:spMkLst>
        </pc:spChg>
        <pc:spChg chg="del">
          <ac:chgData name="Sergio Molina" userId="20636364146_tp_box_2" providerId="OAuth2" clId="{44CDD4FA-DF07-4B69-BC01-0B2B69272B43}" dt="2026-07-21T21:17:13.094" v="267" actId="478"/>
          <ac:spMkLst>
            <pc:docMk/>
            <pc:sldMk cId="2887978945" sldId="1264"/>
            <ac:spMk id="9" creationId="{E1A9C31F-F525-1E3C-5F29-6EB74C1B224B}"/>
          </ac:spMkLst>
        </pc:spChg>
        <pc:spChg chg="del">
          <ac:chgData name="Sergio Molina" userId="20636364146_tp_box_2" providerId="OAuth2" clId="{44CDD4FA-DF07-4B69-BC01-0B2B69272B43}" dt="2026-07-21T21:17:37.616" v="278" actId="478"/>
          <ac:spMkLst>
            <pc:docMk/>
            <pc:sldMk cId="2887978945" sldId="1264"/>
            <ac:spMk id="10" creationId="{BD6AEF7C-AF1D-61B4-C5B4-1344DD8D8F46}"/>
          </ac:spMkLst>
        </pc:spChg>
        <pc:spChg chg="del">
          <ac:chgData name="Sergio Molina" userId="20636364146_tp_box_2" providerId="OAuth2" clId="{44CDD4FA-DF07-4B69-BC01-0B2B69272B43}" dt="2026-07-21T21:17:38.453" v="279" actId="478"/>
          <ac:spMkLst>
            <pc:docMk/>
            <pc:sldMk cId="2887978945" sldId="1264"/>
            <ac:spMk id="11" creationId="{7AB55A58-FB3C-23E4-12A4-80CC7CDEBB54}"/>
          </ac:spMkLst>
        </pc:spChg>
        <pc:spChg chg="del">
          <ac:chgData name="Sergio Molina" userId="20636364146_tp_box_2" providerId="OAuth2" clId="{44CDD4FA-DF07-4B69-BC01-0B2B69272B43}" dt="2026-07-21T21:17:39.287" v="280" actId="478"/>
          <ac:spMkLst>
            <pc:docMk/>
            <pc:sldMk cId="2887978945" sldId="1264"/>
            <ac:spMk id="12" creationId="{E713E1BE-BD48-9D60-E7F4-952A13936C06}"/>
          </ac:spMkLst>
        </pc:spChg>
        <pc:spChg chg="add mod">
          <ac:chgData name="Sergio Molina" userId="20636364146_tp_box_2" providerId="OAuth2" clId="{44CDD4FA-DF07-4B69-BC01-0B2B69272B43}" dt="2026-07-21T21:17:33.751" v="277" actId="20577"/>
          <ac:spMkLst>
            <pc:docMk/>
            <pc:sldMk cId="2887978945" sldId="1264"/>
            <ac:spMk id="14" creationId="{6A40DC66-A491-85CE-F061-1780A4E9B5E2}"/>
          </ac:spMkLst>
        </pc:spChg>
        <pc:spChg chg="add mod">
          <ac:chgData name="Sergio Molina" userId="20636364146_tp_box_2" providerId="OAuth2" clId="{44CDD4FA-DF07-4B69-BC01-0B2B69272B43}" dt="2026-07-21T21:17:52.123" v="286" actId="1076"/>
          <ac:spMkLst>
            <pc:docMk/>
            <pc:sldMk cId="2887978945" sldId="1264"/>
            <ac:spMk id="15" creationId="{E3A9E589-CA46-70C1-4B84-1CCCD6271446}"/>
          </ac:spMkLst>
        </pc:spChg>
        <pc:spChg chg="add mod">
          <ac:chgData name="Sergio Molina" userId="20636364146_tp_box_2" providerId="OAuth2" clId="{44CDD4FA-DF07-4B69-BC01-0B2B69272B43}" dt="2026-07-21T21:17:57.268" v="288" actId="1076"/>
          <ac:spMkLst>
            <pc:docMk/>
            <pc:sldMk cId="2887978945" sldId="1264"/>
            <ac:spMk id="16" creationId="{F13E5C77-FCCE-5AB9-74AA-BD587CFEF795}"/>
          </ac:spMkLst>
        </pc:spChg>
        <pc:spChg chg="add mod">
          <ac:chgData name="Sergio Molina" userId="20636364146_tp_box_2" providerId="OAuth2" clId="{44CDD4FA-DF07-4B69-BC01-0B2B69272B43}" dt="2026-07-21T21:18:04.747" v="291" actId="1076"/>
          <ac:spMkLst>
            <pc:docMk/>
            <pc:sldMk cId="2887978945" sldId="1264"/>
            <ac:spMk id="17" creationId="{DB0C077C-483C-E009-A073-9165E645BB6A}"/>
          </ac:spMkLst>
        </pc:spChg>
        <pc:picChg chg="del">
          <ac:chgData name="Sergio Molina" userId="20636364146_tp_box_2" providerId="OAuth2" clId="{44CDD4FA-DF07-4B69-BC01-0B2B69272B43}" dt="2026-07-21T21:17:00.310" v="260" actId="478"/>
          <ac:picMkLst>
            <pc:docMk/>
            <pc:sldMk cId="2887978945" sldId="1264"/>
            <ac:picMk id="6" creationId="{496E5002-8A8D-0EC0-3865-1278CB959DB9}"/>
          </ac:picMkLst>
        </pc:picChg>
        <pc:picChg chg="add mod ord">
          <ac:chgData name="Sergio Molina" userId="20636364146_tp_box_2" providerId="OAuth2" clId="{44CDD4FA-DF07-4B69-BC01-0B2B69272B43}" dt="2026-07-21T21:17:08.301" v="266" actId="1076"/>
          <ac:picMkLst>
            <pc:docMk/>
            <pc:sldMk cId="2887978945" sldId="1264"/>
            <ac:picMk id="13" creationId="{5736D00A-AD0E-A977-F25F-C04B5952E16C}"/>
          </ac:picMkLst>
        </pc:picChg>
      </pc:sldChg>
      <pc:sldChg chg="modSp add mod">
        <pc:chgData name="Sergio Molina" userId="20636364146_tp_box_2" providerId="OAuth2" clId="{44CDD4FA-DF07-4B69-BC01-0B2B69272B43}" dt="2026-07-21T21:19:46.975" v="294"/>
        <pc:sldMkLst>
          <pc:docMk/>
          <pc:sldMk cId="3540991273" sldId="1265"/>
        </pc:sldMkLst>
        <pc:spChg chg="mod">
          <ac:chgData name="Sergio Molina" userId="20636364146_tp_box_2" providerId="OAuth2" clId="{44CDD4FA-DF07-4B69-BC01-0B2B69272B43}" dt="2026-07-21T21:19:42.427" v="293"/>
          <ac:spMkLst>
            <pc:docMk/>
            <pc:sldMk cId="3540991273" sldId="1265"/>
            <ac:spMk id="16" creationId="{FD9D077E-D21D-87ED-B859-710637871EAD}"/>
          </ac:spMkLst>
        </pc:spChg>
        <pc:spChg chg="mod">
          <ac:chgData name="Sergio Molina" userId="20636364146_tp_box_2" providerId="OAuth2" clId="{44CDD4FA-DF07-4B69-BC01-0B2B69272B43}" dt="2026-07-21T21:19:46.975" v="294"/>
          <ac:spMkLst>
            <pc:docMk/>
            <pc:sldMk cId="3540991273" sldId="1265"/>
            <ac:spMk id="17" creationId="{ED08D512-FB86-E798-1B6A-D387D1C6C616}"/>
          </ac:spMkLst>
        </pc:spChg>
      </pc:sldChg>
      <pc:sldChg chg="addSp delSp modSp add mod ord">
        <pc:chgData name="Sergio Molina" userId="20636364146_tp_box_2" providerId="OAuth2" clId="{44CDD4FA-DF07-4B69-BC01-0B2B69272B43}" dt="2026-07-21T21:21:30.834" v="320" actId="1076"/>
        <pc:sldMkLst>
          <pc:docMk/>
          <pc:sldMk cId="1838998978" sldId="1266"/>
        </pc:sldMkLst>
        <pc:spChg chg="add mod">
          <ac:chgData name="Sergio Molina" userId="20636364146_tp_box_2" providerId="OAuth2" clId="{44CDD4FA-DF07-4B69-BC01-0B2B69272B43}" dt="2026-07-21T21:20:19.951" v="310" actId="1076"/>
          <ac:spMkLst>
            <pc:docMk/>
            <pc:sldMk cId="1838998978" sldId="1266"/>
            <ac:spMk id="2" creationId="{2DE0B388-95BE-6A61-092B-CB330D1AF2CD}"/>
          </ac:spMkLst>
        </pc:spChg>
        <pc:spChg chg="mod">
          <ac:chgData name="Sergio Molina" userId="20636364146_tp_box_2" providerId="OAuth2" clId="{44CDD4FA-DF07-4B69-BC01-0B2B69272B43}" dt="2026-07-21T21:20:06.624" v="298"/>
          <ac:spMkLst>
            <pc:docMk/>
            <pc:sldMk cId="1838998978" sldId="1266"/>
            <ac:spMk id="4" creationId="{EC56922B-3CB1-5FE8-B1DF-CAF6C8E9B33F}"/>
          </ac:spMkLst>
        </pc:spChg>
        <pc:spChg chg="add mod">
          <ac:chgData name="Sergio Molina" userId="20636364146_tp_box_2" providerId="OAuth2" clId="{44CDD4FA-DF07-4B69-BC01-0B2B69272B43}" dt="2026-07-21T21:20:31.569" v="316" actId="20577"/>
          <ac:spMkLst>
            <pc:docMk/>
            <pc:sldMk cId="1838998978" sldId="1266"/>
            <ac:spMk id="6" creationId="{2BD90682-DE6D-BE04-8853-8075350D06A6}"/>
          </ac:spMkLst>
        </pc:spChg>
        <pc:spChg chg="del">
          <ac:chgData name="Sergio Molina" userId="20636364146_tp_box_2" providerId="OAuth2" clId="{44CDD4FA-DF07-4B69-BC01-0B2B69272B43}" dt="2026-07-21T21:20:10.871" v="301" actId="478"/>
          <ac:spMkLst>
            <pc:docMk/>
            <pc:sldMk cId="1838998978" sldId="1266"/>
            <ac:spMk id="7" creationId="{5DC51D04-DD28-7C54-3333-4FD902E0364A}"/>
          </ac:spMkLst>
        </pc:spChg>
        <pc:spChg chg="del mod">
          <ac:chgData name="Sergio Molina" userId="20636364146_tp_box_2" providerId="OAuth2" clId="{44CDD4FA-DF07-4B69-BC01-0B2B69272B43}" dt="2026-07-21T21:20:11.501" v="303" actId="478"/>
          <ac:spMkLst>
            <pc:docMk/>
            <pc:sldMk cId="1838998978" sldId="1266"/>
            <ac:spMk id="8" creationId="{7F9689B6-F78D-D07D-6039-811782EF4132}"/>
          </ac:spMkLst>
        </pc:spChg>
        <pc:spChg chg="del">
          <ac:chgData name="Sergio Molina" userId="20636364146_tp_box_2" providerId="OAuth2" clId="{44CDD4FA-DF07-4B69-BC01-0B2B69272B43}" dt="2026-07-21T21:20:13.671" v="307" actId="478"/>
          <ac:spMkLst>
            <pc:docMk/>
            <pc:sldMk cId="1838998978" sldId="1266"/>
            <ac:spMk id="14" creationId="{6421AC7C-AA3D-AFBD-3422-C940A02A0522}"/>
          </ac:spMkLst>
        </pc:spChg>
        <pc:spChg chg="del">
          <ac:chgData name="Sergio Molina" userId="20636364146_tp_box_2" providerId="OAuth2" clId="{44CDD4FA-DF07-4B69-BC01-0B2B69272B43}" dt="2026-07-21T21:20:10.406" v="300" actId="478"/>
          <ac:spMkLst>
            <pc:docMk/>
            <pc:sldMk cId="1838998978" sldId="1266"/>
            <ac:spMk id="15" creationId="{31B0C5D7-8515-C18D-24BA-D1E06997903D}"/>
          </ac:spMkLst>
        </pc:spChg>
        <pc:spChg chg="del mod">
          <ac:chgData name="Sergio Molina" userId="20636364146_tp_box_2" providerId="OAuth2" clId="{44CDD4FA-DF07-4B69-BC01-0B2B69272B43}" dt="2026-07-21T21:20:12.447" v="305" actId="478"/>
          <ac:spMkLst>
            <pc:docMk/>
            <pc:sldMk cId="1838998978" sldId="1266"/>
            <ac:spMk id="16" creationId="{1D34F254-AD67-A6B0-C418-C450DDD3E687}"/>
          </ac:spMkLst>
        </pc:spChg>
        <pc:spChg chg="del mod">
          <ac:chgData name="Sergio Molina" userId="20636364146_tp_box_2" providerId="OAuth2" clId="{44CDD4FA-DF07-4B69-BC01-0B2B69272B43}" dt="2026-07-21T21:20:14.231" v="308" actId="478"/>
          <ac:spMkLst>
            <pc:docMk/>
            <pc:sldMk cId="1838998978" sldId="1266"/>
            <ac:spMk id="17" creationId="{9BF24645-14D5-5401-7A4C-1B2279BEDE7F}"/>
          </ac:spMkLst>
        </pc:spChg>
        <pc:picChg chg="add mod ord">
          <ac:chgData name="Sergio Molina" userId="20636364146_tp_box_2" providerId="OAuth2" clId="{44CDD4FA-DF07-4B69-BC01-0B2B69272B43}" dt="2026-07-21T21:21:30.834" v="320" actId="1076"/>
          <ac:picMkLst>
            <pc:docMk/>
            <pc:sldMk cId="1838998978" sldId="1266"/>
            <ac:picMk id="10" creationId="{047F0BDD-3722-0B91-61C6-2991BD1708F5}"/>
          </ac:picMkLst>
        </pc:picChg>
        <pc:picChg chg="del">
          <ac:chgData name="Sergio Molina" userId="20636364146_tp_box_2" providerId="OAuth2" clId="{44CDD4FA-DF07-4B69-BC01-0B2B69272B43}" dt="2026-07-21T21:20:09.358" v="299" actId="478"/>
          <ac:picMkLst>
            <pc:docMk/>
            <pc:sldMk cId="1838998978" sldId="1266"/>
            <ac:picMk id="13" creationId="{AF4D72F2-2111-45FE-01FD-04F406D6A38D}"/>
          </ac:picMkLst>
        </pc:picChg>
      </pc:sldChg>
      <pc:sldChg chg="addSp delSp modSp add mod">
        <pc:chgData name="Sergio Molina" userId="20636364146_tp_box_2" providerId="OAuth2" clId="{44CDD4FA-DF07-4B69-BC01-0B2B69272B43}" dt="2026-07-21T21:22:59.719" v="346" actId="6549"/>
        <pc:sldMkLst>
          <pc:docMk/>
          <pc:sldMk cId="1817929501" sldId="1267"/>
        </pc:sldMkLst>
        <pc:spChg chg="del">
          <ac:chgData name="Sergio Molina" userId="20636364146_tp_box_2" providerId="OAuth2" clId="{44CDD4FA-DF07-4B69-BC01-0B2B69272B43}" dt="2026-07-21T21:22:08.334" v="323" actId="478"/>
          <ac:spMkLst>
            <pc:docMk/>
            <pc:sldMk cId="1817929501" sldId="1267"/>
            <ac:spMk id="2" creationId="{929CB68E-473F-0C6D-3672-DEB9CBA90A43}"/>
          </ac:spMkLst>
        </pc:spChg>
        <pc:spChg chg="add mod">
          <ac:chgData name="Sergio Molina" userId="20636364146_tp_box_2" providerId="OAuth2" clId="{44CDD4FA-DF07-4B69-BC01-0B2B69272B43}" dt="2026-07-21T21:22:56.111" v="342" actId="6549"/>
          <ac:spMkLst>
            <pc:docMk/>
            <pc:sldMk cId="1817929501" sldId="1267"/>
            <ac:spMk id="7" creationId="{E6FB7972-E4CD-277B-043F-4DF461DB1CBE}"/>
          </ac:spMkLst>
        </pc:spChg>
        <pc:spChg chg="add mod">
          <ac:chgData name="Sergio Molina" userId="20636364146_tp_box_2" providerId="OAuth2" clId="{44CDD4FA-DF07-4B69-BC01-0B2B69272B43}" dt="2026-07-21T21:22:59.719" v="346" actId="6549"/>
          <ac:spMkLst>
            <pc:docMk/>
            <pc:sldMk cId="1817929501" sldId="1267"/>
            <ac:spMk id="8" creationId="{5BB187F2-6E80-B8AC-4EA6-FA0105EFC166}"/>
          </ac:spMkLst>
        </pc:spChg>
        <pc:spChg chg="add mod">
          <ac:chgData name="Sergio Molina" userId="20636364146_tp_box_2" providerId="OAuth2" clId="{44CDD4FA-DF07-4B69-BC01-0B2B69272B43}" dt="2026-07-21T21:22:26.997" v="331" actId="20577"/>
          <ac:spMkLst>
            <pc:docMk/>
            <pc:sldMk cId="1817929501" sldId="1267"/>
            <ac:spMk id="9" creationId="{B67DF1E6-51D6-D760-D7C8-33DC173AA47D}"/>
          </ac:spMkLst>
        </pc:spChg>
        <pc:picChg chg="del">
          <ac:chgData name="Sergio Molina" userId="20636364146_tp_box_2" providerId="OAuth2" clId="{44CDD4FA-DF07-4B69-BC01-0B2B69272B43}" dt="2026-07-21T21:22:07.622" v="322" actId="478"/>
          <ac:picMkLst>
            <pc:docMk/>
            <pc:sldMk cId="1817929501" sldId="1267"/>
            <ac:picMk id="10" creationId="{9440A285-D7BA-896E-1743-9373069C4126}"/>
          </ac:picMkLst>
        </pc:picChg>
        <pc:picChg chg="add mod ord">
          <ac:chgData name="Sergio Molina" userId="20636364146_tp_box_2" providerId="OAuth2" clId="{44CDD4FA-DF07-4B69-BC01-0B2B69272B43}" dt="2026-07-21T21:22:49.469" v="335" actId="1076"/>
          <ac:picMkLst>
            <pc:docMk/>
            <pc:sldMk cId="1817929501" sldId="1267"/>
            <ac:picMk id="12" creationId="{3618C9D9-ABC6-95F8-874F-8BA7282B5727}"/>
          </ac:picMkLst>
        </pc:picChg>
      </pc:sldChg>
      <pc:sldChg chg="addSp delSp modSp add mod">
        <pc:chgData name="Sergio Molina" userId="20636364146_tp_box_2" providerId="OAuth2" clId="{44CDD4FA-DF07-4B69-BC01-0B2B69272B43}" dt="2026-07-21T21:25:26.510" v="445" actId="5793"/>
        <pc:sldMkLst>
          <pc:docMk/>
          <pc:sldMk cId="4097008759" sldId="1268"/>
        </pc:sldMkLst>
        <pc:spChg chg="add mod">
          <ac:chgData name="Sergio Molina" userId="20636364146_tp_box_2" providerId="OAuth2" clId="{44CDD4FA-DF07-4B69-BC01-0B2B69272B43}" dt="2026-07-21T21:25:26.510" v="445" actId="5793"/>
          <ac:spMkLst>
            <pc:docMk/>
            <pc:sldMk cId="4097008759" sldId="1268"/>
            <ac:spMk id="2" creationId="{FDF59D01-C160-44E8-A236-C1BE59A4B0B9}"/>
          </ac:spMkLst>
        </pc:spChg>
        <pc:spChg chg="del">
          <ac:chgData name="Sergio Molina" userId="20636364146_tp_box_2" providerId="OAuth2" clId="{44CDD4FA-DF07-4B69-BC01-0B2B69272B43}" dt="2026-07-21T21:23:17.398" v="350" actId="478"/>
          <ac:spMkLst>
            <pc:docMk/>
            <pc:sldMk cId="4097008759" sldId="1268"/>
            <ac:spMk id="6" creationId="{E4A1AFCF-75ED-4D3C-2CA3-1775793D965D}"/>
          </ac:spMkLst>
        </pc:spChg>
        <pc:spChg chg="del">
          <ac:chgData name="Sergio Molina" userId="20636364146_tp_box_2" providerId="OAuth2" clId="{44CDD4FA-DF07-4B69-BC01-0B2B69272B43}" dt="2026-07-21T21:23:16.663" v="349" actId="478"/>
          <ac:spMkLst>
            <pc:docMk/>
            <pc:sldMk cId="4097008759" sldId="1268"/>
            <ac:spMk id="7" creationId="{5CA19435-AEF6-5BD3-0301-B00316E0933F}"/>
          </ac:spMkLst>
        </pc:spChg>
        <pc:spChg chg="del">
          <ac:chgData name="Sergio Molina" userId="20636364146_tp_box_2" providerId="OAuth2" clId="{44CDD4FA-DF07-4B69-BC01-0B2B69272B43}" dt="2026-07-21T21:23:20.005" v="352" actId="478"/>
          <ac:spMkLst>
            <pc:docMk/>
            <pc:sldMk cId="4097008759" sldId="1268"/>
            <ac:spMk id="8" creationId="{6D9C556F-2ACC-6F48-B701-A4609BEEC954}"/>
          </ac:spMkLst>
        </pc:spChg>
        <pc:spChg chg="del">
          <ac:chgData name="Sergio Molina" userId="20636364146_tp_box_2" providerId="OAuth2" clId="{44CDD4FA-DF07-4B69-BC01-0B2B69272B43}" dt="2026-07-21T21:23:18.253" v="351" actId="478"/>
          <ac:spMkLst>
            <pc:docMk/>
            <pc:sldMk cId="4097008759" sldId="1268"/>
            <ac:spMk id="9" creationId="{C371BCD8-684A-D919-D808-F8DDEB1F9399}"/>
          </ac:spMkLst>
        </pc:spChg>
        <pc:spChg chg="add mod">
          <ac:chgData name="Sergio Molina" userId="20636364146_tp_box_2" providerId="OAuth2" clId="{44CDD4FA-DF07-4B69-BC01-0B2B69272B43}" dt="2026-07-21T21:25:23.676" v="443" actId="5793"/>
          <ac:spMkLst>
            <pc:docMk/>
            <pc:sldMk cId="4097008759" sldId="1268"/>
            <ac:spMk id="10" creationId="{998A13AE-0424-E7C0-D5C4-CC4EE264F2D6}"/>
          </ac:spMkLst>
        </pc:spChg>
        <pc:graphicFrameChg chg="add mod modGraphic">
          <ac:chgData name="Sergio Molina" userId="20636364146_tp_box_2" providerId="OAuth2" clId="{44CDD4FA-DF07-4B69-BC01-0B2B69272B43}" dt="2026-07-21T21:25:15.516" v="439" actId="1076"/>
          <ac:graphicFrameMkLst>
            <pc:docMk/>
            <pc:sldMk cId="4097008759" sldId="1268"/>
            <ac:graphicFrameMk id="11" creationId="{BB604032-521A-3FB7-8E0E-ACE4EAF33E3F}"/>
          </ac:graphicFrameMkLst>
        </pc:graphicFrameChg>
        <pc:picChg chg="del">
          <ac:chgData name="Sergio Molina" userId="20636364146_tp_box_2" providerId="OAuth2" clId="{44CDD4FA-DF07-4B69-BC01-0B2B69272B43}" dt="2026-07-21T21:23:15.735" v="348" actId="478"/>
          <ac:picMkLst>
            <pc:docMk/>
            <pc:sldMk cId="4097008759" sldId="1268"/>
            <ac:picMk id="12" creationId="{16CC03C8-902B-8B1E-3569-38D0C786EE42}"/>
          </ac:picMkLst>
        </pc:picChg>
      </pc:sldChg>
      <pc:sldChg chg="modSp add mod">
        <pc:chgData name="Sergio Molina" userId="20636364146_tp_box_2" providerId="OAuth2" clId="{44CDD4FA-DF07-4B69-BC01-0B2B69272B43}" dt="2026-07-21T21:39:43.725" v="564" actId="20577"/>
        <pc:sldMkLst>
          <pc:docMk/>
          <pc:sldMk cId="2439957543" sldId="1269"/>
        </pc:sldMkLst>
        <pc:spChg chg="mod">
          <ac:chgData name="Sergio Molina" userId="20636364146_tp_box_2" providerId="OAuth2" clId="{44CDD4FA-DF07-4B69-BC01-0B2B69272B43}" dt="2026-07-21T21:39:32.213" v="529" actId="20577"/>
          <ac:spMkLst>
            <pc:docMk/>
            <pc:sldMk cId="2439957543" sldId="1269"/>
            <ac:spMk id="16" creationId="{9F7E2EB1-179F-BB36-1832-33DD73CC8E74}"/>
          </ac:spMkLst>
        </pc:spChg>
        <pc:spChg chg="mod">
          <ac:chgData name="Sergio Molina" userId="20636364146_tp_box_2" providerId="OAuth2" clId="{44CDD4FA-DF07-4B69-BC01-0B2B69272B43}" dt="2026-07-21T21:39:43.725" v="564" actId="20577"/>
          <ac:spMkLst>
            <pc:docMk/>
            <pc:sldMk cId="2439957543" sldId="1269"/>
            <ac:spMk id="17" creationId="{BCC02FC4-D833-AD04-55A6-030BABA7FCAA}"/>
          </ac:spMkLst>
        </pc:spChg>
      </pc:sldChg>
      <pc:sldChg chg="addSp delSp modSp add mod">
        <pc:chgData name="Sergio Molina" userId="20636364146_tp_box_2" providerId="OAuth2" clId="{44CDD4FA-DF07-4B69-BC01-0B2B69272B43}" dt="2026-07-21T21:45:55.876" v="669" actId="478"/>
        <pc:sldMkLst>
          <pc:docMk/>
          <pc:sldMk cId="2104602802" sldId="1270"/>
        </pc:sldMkLst>
        <pc:spChg chg="mod">
          <ac:chgData name="Sergio Molina" userId="20636364146_tp_box_2" providerId="OAuth2" clId="{44CDD4FA-DF07-4B69-BC01-0B2B69272B43}" dt="2026-07-21T21:42:57.969" v="573"/>
          <ac:spMkLst>
            <pc:docMk/>
            <pc:sldMk cId="2104602802" sldId="1270"/>
            <ac:spMk id="4" creationId="{C34A3462-CE81-3D36-430E-33403BD35209}"/>
          </ac:spMkLst>
        </pc:spChg>
        <pc:spChg chg="del">
          <ac:chgData name="Sergio Molina" userId="20636364146_tp_box_2" providerId="OAuth2" clId="{44CDD4FA-DF07-4B69-BC01-0B2B69272B43}" dt="2026-07-21T21:42:41.424" v="567" actId="478"/>
          <ac:spMkLst>
            <pc:docMk/>
            <pc:sldMk cId="2104602802" sldId="1270"/>
            <ac:spMk id="8" creationId="{DE9D5DE2-174B-3F3D-3286-5BCABBF5DE36}"/>
          </ac:spMkLst>
        </pc:spChg>
        <pc:spChg chg="del">
          <ac:chgData name="Sergio Molina" userId="20636364146_tp_box_2" providerId="OAuth2" clId="{44CDD4FA-DF07-4B69-BC01-0B2B69272B43}" dt="2026-07-21T21:42:42.319" v="568" actId="478"/>
          <ac:spMkLst>
            <pc:docMk/>
            <pc:sldMk cId="2104602802" sldId="1270"/>
            <ac:spMk id="9" creationId="{1F61341D-3CD5-0D7F-EFB6-971D7927FEB1}"/>
          </ac:spMkLst>
        </pc:spChg>
        <pc:spChg chg="del">
          <ac:chgData name="Sergio Molina" userId="20636364146_tp_box_2" providerId="OAuth2" clId="{44CDD4FA-DF07-4B69-BC01-0B2B69272B43}" dt="2026-07-21T21:42:44.319" v="571" actId="478"/>
          <ac:spMkLst>
            <pc:docMk/>
            <pc:sldMk cId="2104602802" sldId="1270"/>
            <ac:spMk id="10" creationId="{B75AC9D3-616E-683F-DE86-8488F2C4ECCB}"/>
          </ac:spMkLst>
        </pc:spChg>
        <pc:spChg chg="del">
          <ac:chgData name="Sergio Molina" userId="20636364146_tp_box_2" providerId="OAuth2" clId="{44CDD4FA-DF07-4B69-BC01-0B2B69272B43}" dt="2026-07-21T21:42:44.785" v="572" actId="478"/>
          <ac:spMkLst>
            <pc:docMk/>
            <pc:sldMk cId="2104602802" sldId="1270"/>
            <ac:spMk id="11" creationId="{91818A27-AE40-298D-9A3A-9094B104C74E}"/>
          </ac:spMkLst>
        </pc:spChg>
        <pc:spChg chg="del">
          <ac:chgData name="Sergio Molina" userId="20636364146_tp_box_2" providerId="OAuth2" clId="{44CDD4FA-DF07-4B69-BC01-0B2B69272B43}" dt="2026-07-21T21:42:42.863" v="569" actId="478"/>
          <ac:spMkLst>
            <pc:docMk/>
            <pc:sldMk cId="2104602802" sldId="1270"/>
            <ac:spMk id="12" creationId="{7BD48F47-3253-C196-891B-365B63498ECC}"/>
          </ac:spMkLst>
        </pc:spChg>
        <pc:spChg chg="del">
          <ac:chgData name="Sergio Molina" userId="20636364146_tp_box_2" providerId="OAuth2" clId="{44CDD4FA-DF07-4B69-BC01-0B2B69272B43}" dt="2026-07-21T21:42:43.865" v="570" actId="478"/>
          <ac:spMkLst>
            <pc:docMk/>
            <pc:sldMk cId="2104602802" sldId="1270"/>
            <ac:spMk id="13" creationId="{E0FFB492-7AD8-03E3-FA43-2B7DE17E6639}"/>
          </ac:spMkLst>
        </pc:spChg>
        <pc:spChg chg="add mod">
          <ac:chgData name="Sergio Molina" userId="20636364146_tp_box_2" providerId="OAuth2" clId="{44CDD4FA-DF07-4B69-BC01-0B2B69272B43}" dt="2026-07-21T21:43:34.838" v="580" actId="1076"/>
          <ac:spMkLst>
            <pc:docMk/>
            <pc:sldMk cId="2104602802" sldId="1270"/>
            <ac:spMk id="14" creationId="{624A8165-8797-A484-DD3F-FCA1B1AAB3AF}"/>
          </ac:spMkLst>
        </pc:spChg>
        <pc:spChg chg="add mod">
          <ac:chgData name="Sergio Molina" userId="20636364146_tp_box_2" providerId="OAuth2" clId="{44CDD4FA-DF07-4B69-BC01-0B2B69272B43}" dt="2026-07-21T21:44:08.523" v="660" actId="113"/>
          <ac:spMkLst>
            <pc:docMk/>
            <pc:sldMk cId="2104602802" sldId="1270"/>
            <ac:spMk id="15" creationId="{5ECE61A5-D7CA-8243-D524-180F14A83C5A}"/>
          </ac:spMkLst>
        </pc:spChg>
        <pc:picChg chg="add mod">
          <ac:chgData name="Sergio Molina" userId="20636364146_tp_box_2" providerId="OAuth2" clId="{44CDD4FA-DF07-4B69-BC01-0B2B69272B43}" dt="2026-07-21T21:43:21.039" v="577" actId="14100"/>
          <ac:picMkLst>
            <pc:docMk/>
            <pc:sldMk cId="2104602802" sldId="1270"/>
            <ac:picMk id="6" creationId="{30E8855B-0110-4080-375F-F48E6ED3B887}"/>
          </ac:picMkLst>
        </pc:picChg>
        <pc:picChg chg="del">
          <ac:chgData name="Sergio Molina" userId="20636364146_tp_box_2" providerId="OAuth2" clId="{44CDD4FA-DF07-4B69-BC01-0B2B69272B43}" dt="2026-07-21T21:42:40.736" v="566" actId="478"/>
          <ac:picMkLst>
            <pc:docMk/>
            <pc:sldMk cId="2104602802" sldId="1270"/>
            <ac:picMk id="7" creationId="{E5CB2FF7-C55C-1C2E-2F39-D358669118E4}"/>
          </ac:picMkLst>
        </pc:picChg>
        <pc:picChg chg="add del">
          <ac:chgData name="Sergio Molina" userId="20636364146_tp_box_2" providerId="OAuth2" clId="{44CDD4FA-DF07-4B69-BC01-0B2B69272B43}" dt="2026-07-21T21:45:55.876" v="669" actId="478"/>
          <ac:picMkLst>
            <pc:docMk/>
            <pc:sldMk cId="2104602802" sldId="1270"/>
            <ac:picMk id="17" creationId="{2B1D3279-5835-5D94-9733-524D03174A92}"/>
          </ac:picMkLst>
        </pc:picChg>
      </pc:sldChg>
      <pc:sldChg chg="addSp delSp modSp add mod">
        <pc:chgData name="Sergio Molina" userId="20636364146_tp_box_2" providerId="OAuth2" clId="{44CDD4FA-DF07-4B69-BC01-0B2B69272B43}" dt="2026-07-21T22:05:45.550" v="1165" actId="1076"/>
        <pc:sldMkLst>
          <pc:docMk/>
          <pc:sldMk cId="2759101984" sldId="1271"/>
        </pc:sldMkLst>
        <pc:spChg chg="add mod">
          <ac:chgData name="Sergio Molina" userId="20636364146_tp_box_2" providerId="OAuth2" clId="{44CDD4FA-DF07-4B69-BC01-0B2B69272B43}" dt="2026-07-21T22:05:45.550" v="1165" actId="1076"/>
          <ac:spMkLst>
            <pc:docMk/>
            <pc:sldMk cId="2759101984" sldId="1271"/>
            <ac:spMk id="2" creationId="{6A2CF1B9-2367-C673-5F91-2E96A8A984C9}"/>
          </ac:spMkLst>
        </pc:spChg>
        <pc:spChg chg="add del mod">
          <ac:chgData name="Sergio Molina" userId="20636364146_tp_box_2" providerId="OAuth2" clId="{44CDD4FA-DF07-4B69-BC01-0B2B69272B43}" dt="2026-07-21T21:46:17.220" v="681" actId="478"/>
          <ac:spMkLst>
            <pc:docMk/>
            <pc:sldMk cId="2759101984" sldId="1271"/>
            <ac:spMk id="7" creationId="{F0975928-BFD1-2A50-B291-0C9FC8FBBFB7}"/>
          </ac:spMkLst>
        </pc:spChg>
        <pc:spChg chg="add mod">
          <ac:chgData name="Sergio Molina" userId="20636364146_tp_box_2" providerId="OAuth2" clId="{44CDD4FA-DF07-4B69-BC01-0B2B69272B43}" dt="2026-07-21T22:03:35.959" v="1141" actId="14100"/>
          <ac:spMkLst>
            <pc:docMk/>
            <pc:sldMk cId="2759101984" sldId="1271"/>
            <ac:spMk id="8" creationId="{CE33A4B1-C718-FDA2-4F11-C59ECF92D2B8}"/>
          </ac:spMkLst>
        </pc:spChg>
        <pc:spChg chg="mod">
          <ac:chgData name="Sergio Molina" userId="20636364146_tp_box_2" providerId="OAuth2" clId="{44CDD4FA-DF07-4B69-BC01-0B2B69272B43}" dt="2026-07-21T22:05:14.332" v="1159" actId="113"/>
          <ac:spMkLst>
            <pc:docMk/>
            <pc:sldMk cId="2759101984" sldId="1271"/>
            <ac:spMk id="14" creationId="{F36E270E-A225-17CE-EF57-21CE7DE2D3C3}"/>
          </ac:spMkLst>
        </pc:spChg>
        <pc:spChg chg="del mod">
          <ac:chgData name="Sergio Molina" userId="20636364146_tp_box_2" providerId="OAuth2" clId="{44CDD4FA-DF07-4B69-BC01-0B2B69272B43}" dt="2026-07-21T22:02:17.537" v="1001" actId="478"/>
          <ac:spMkLst>
            <pc:docMk/>
            <pc:sldMk cId="2759101984" sldId="1271"/>
            <ac:spMk id="15" creationId="{1DAC4C35-C14F-1A46-50AF-7C8ACF170EBF}"/>
          </ac:spMkLst>
        </pc:spChg>
        <pc:spChg chg="add mod">
          <ac:chgData name="Sergio Molina" userId="20636364146_tp_box_2" providerId="OAuth2" clId="{44CDD4FA-DF07-4B69-BC01-0B2B69272B43}" dt="2026-07-21T22:05:22.147" v="1161" actId="108"/>
          <ac:spMkLst>
            <pc:docMk/>
            <pc:sldMk cId="2759101984" sldId="1271"/>
            <ac:spMk id="18" creationId="{F1E1AC71-D5CC-49ED-D87F-13C78C0BD3A7}"/>
          </ac:spMkLst>
        </pc:spChg>
        <pc:spChg chg="add mod">
          <ac:chgData name="Sergio Molina" userId="20636364146_tp_box_2" providerId="OAuth2" clId="{44CDD4FA-DF07-4B69-BC01-0B2B69272B43}" dt="2026-07-21T22:03:47.613" v="1142"/>
          <ac:spMkLst>
            <pc:docMk/>
            <pc:sldMk cId="2759101984" sldId="1271"/>
            <ac:spMk id="19" creationId="{D61091BB-B00E-5B07-286B-A11ADE7836B0}"/>
          </ac:spMkLst>
        </pc:spChg>
        <pc:picChg chg="del">
          <ac:chgData name="Sergio Molina" userId="20636364146_tp_box_2" providerId="OAuth2" clId="{44CDD4FA-DF07-4B69-BC01-0B2B69272B43}" dt="2026-07-21T21:45:45.852" v="664" actId="478"/>
          <ac:picMkLst>
            <pc:docMk/>
            <pc:sldMk cId="2759101984" sldId="1271"/>
            <ac:picMk id="6" creationId="{97945621-0901-9031-4D74-4E0E53BD7B65}"/>
          </ac:picMkLst>
        </pc:picChg>
        <pc:picChg chg="add del mod ord">
          <ac:chgData name="Sergio Molina" userId="20636364146_tp_box_2" providerId="OAuth2" clId="{44CDD4FA-DF07-4B69-BC01-0B2B69272B43}" dt="2026-07-21T22:01:24.775" v="985" actId="478"/>
          <ac:picMkLst>
            <pc:docMk/>
            <pc:sldMk cId="2759101984" sldId="1271"/>
            <ac:picMk id="10" creationId="{27417377-2E3B-FD35-B7A1-48405B3B3D6E}"/>
          </ac:picMkLst>
        </pc:picChg>
        <pc:picChg chg="add del mod ord">
          <ac:chgData name="Sergio Molina" userId="20636364146_tp_box_2" providerId="OAuth2" clId="{44CDD4FA-DF07-4B69-BC01-0B2B69272B43}" dt="2026-07-21T22:02:01.176" v="991" actId="478"/>
          <ac:picMkLst>
            <pc:docMk/>
            <pc:sldMk cId="2759101984" sldId="1271"/>
            <ac:picMk id="12" creationId="{8C65B84F-A4AD-0DB7-5105-62AC6AFEA71E}"/>
          </ac:picMkLst>
        </pc:picChg>
        <pc:picChg chg="add mod ord">
          <ac:chgData name="Sergio Molina" userId="20636364146_tp_box_2" providerId="OAuth2" clId="{44CDD4FA-DF07-4B69-BC01-0B2B69272B43}" dt="2026-07-21T22:02:07.087" v="996" actId="1076"/>
          <ac:picMkLst>
            <pc:docMk/>
            <pc:sldMk cId="2759101984" sldId="1271"/>
            <ac:picMk id="16" creationId="{BEBA4B2D-0797-040B-9BC1-F93211A560A3}"/>
          </ac:picMkLst>
        </pc:picChg>
        <pc:picChg chg="del mod">
          <ac:chgData name="Sergio Molina" userId="20636364146_tp_box_2" providerId="OAuth2" clId="{44CDD4FA-DF07-4B69-BC01-0B2B69272B43}" dt="2026-07-21T21:54:42.118" v="971" actId="478"/>
          <ac:picMkLst>
            <pc:docMk/>
            <pc:sldMk cId="2759101984" sldId="1271"/>
            <ac:picMk id="17" creationId="{C8B6682F-C6CE-6440-A3AA-732D58BF54E8}"/>
          </ac:picMkLst>
        </pc:picChg>
      </pc:sldChg>
      <pc:sldChg chg="addSp delSp modSp add mod">
        <pc:chgData name="Sergio Molina" userId="20636364146_tp_box_2" providerId="OAuth2" clId="{44CDD4FA-DF07-4B69-BC01-0B2B69272B43}" dt="2026-07-21T22:06:20.333" v="1188" actId="20577"/>
        <pc:sldMkLst>
          <pc:docMk/>
          <pc:sldMk cId="817930555" sldId="1272"/>
        </pc:sldMkLst>
        <pc:spChg chg="del">
          <ac:chgData name="Sergio Molina" userId="20636364146_tp_box_2" providerId="OAuth2" clId="{44CDD4FA-DF07-4B69-BC01-0B2B69272B43}" dt="2026-07-21T22:05:37.174" v="1163" actId="478"/>
          <ac:spMkLst>
            <pc:docMk/>
            <pc:sldMk cId="817930555" sldId="1272"/>
            <ac:spMk id="2" creationId="{CE99A508-A438-2556-EE45-6783E245312A}"/>
          </ac:spMkLst>
        </pc:spChg>
        <pc:spChg chg="mod">
          <ac:chgData name="Sergio Molina" userId="20636364146_tp_box_2" providerId="OAuth2" clId="{44CDD4FA-DF07-4B69-BC01-0B2B69272B43}" dt="2026-07-21T22:06:20.333" v="1188" actId="20577"/>
          <ac:spMkLst>
            <pc:docMk/>
            <pc:sldMk cId="817930555" sldId="1272"/>
            <ac:spMk id="8" creationId="{BD2CB5AF-CA57-0899-FF36-7219292072E0}"/>
          </ac:spMkLst>
        </pc:spChg>
        <pc:spChg chg="add mod">
          <ac:chgData name="Sergio Molina" userId="20636364146_tp_box_2" providerId="OAuth2" clId="{44CDD4FA-DF07-4B69-BC01-0B2B69272B43}" dt="2026-07-21T22:06:01.226" v="1167" actId="1076"/>
          <ac:spMkLst>
            <pc:docMk/>
            <pc:sldMk cId="817930555" sldId="1272"/>
            <ac:spMk id="9" creationId="{97F544B7-F88A-3675-ECDB-88FDB8C902AA}"/>
          </ac:spMkLst>
        </pc:spChg>
        <pc:spChg chg="add mod">
          <ac:chgData name="Sergio Molina" userId="20636364146_tp_box_2" providerId="OAuth2" clId="{44CDD4FA-DF07-4B69-BC01-0B2B69272B43}" dt="2026-07-21T22:06:04.273" v="1168" actId="1076"/>
          <ac:spMkLst>
            <pc:docMk/>
            <pc:sldMk cId="817930555" sldId="1272"/>
            <ac:spMk id="10" creationId="{B8F0A307-7F04-A131-3CD0-7D6475B861D4}"/>
          </ac:spMkLst>
        </pc:spChg>
        <pc:spChg chg="add mod">
          <ac:chgData name="Sergio Molina" userId="20636364146_tp_box_2" providerId="OAuth2" clId="{44CDD4FA-DF07-4B69-BC01-0B2B69272B43}" dt="2026-07-21T22:06:06.961" v="1169" actId="1076"/>
          <ac:spMkLst>
            <pc:docMk/>
            <pc:sldMk cId="817930555" sldId="1272"/>
            <ac:spMk id="11" creationId="{21EB6689-2953-DFB4-BE38-040044FC13EE}"/>
          </ac:spMkLst>
        </pc:spChg>
        <pc:spChg chg="del">
          <ac:chgData name="Sergio Molina" userId="20636364146_tp_box_2" providerId="OAuth2" clId="{44CDD4FA-DF07-4B69-BC01-0B2B69272B43}" dt="2026-07-21T22:05:35.469" v="1162" actId="478"/>
          <ac:spMkLst>
            <pc:docMk/>
            <pc:sldMk cId="817930555" sldId="1272"/>
            <ac:spMk id="14" creationId="{5897AB8F-B402-9A79-9A1D-00CCC740E06F}"/>
          </ac:spMkLst>
        </pc:spChg>
        <pc:spChg chg="del">
          <ac:chgData name="Sergio Molina" userId="20636364146_tp_box_2" providerId="OAuth2" clId="{44CDD4FA-DF07-4B69-BC01-0B2B69272B43}" dt="2026-07-21T22:05:37.874" v="1164" actId="478"/>
          <ac:spMkLst>
            <pc:docMk/>
            <pc:sldMk cId="817930555" sldId="1272"/>
            <ac:spMk id="18" creationId="{ACCD5FF3-DDD8-4ECC-295D-D247220081E2}"/>
          </ac:spMkLst>
        </pc:spChg>
        <pc:picChg chg="add mod ord">
          <ac:chgData name="Sergio Molina" userId="20636364146_tp_box_2" providerId="OAuth2" clId="{44CDD4FA-DF07-4B69-BC01-0B2B69272B43}" dt="2026-07-21T22:04:13.235" v="1148" actId="1076"/>
          <ac:picMkLst>
            <pc:docMk/>
            <pc:sldMk cId="817930555" sldId="1272"/>
            <ac:picMk id="7" creationId="{270AB175-1C25-6A1D-957B-9AA2C524E6A4}"/>
          </ac:picMkLst>
        </pc:picChg>
        <pc:picChg chg="del">
          <ac:chgData name="Sergio Molina" userId="20636364146_tp_box_2" providerId="OAuth2" clId="{44CDD4FA-DF07-4B69-BC01-0B2B69272B43}" dt="2026-07-21T22:03:52.360" v="1144" actId="478"/>
          <ac:picMkLst>
            <pc:docMk/>
            <pc:sldMk cId="817930555" sldId="1272"/>
            <ac:picMk id="16" creationId="{D8173CEA-5C6E-405D-DEA2-779261C3EFC2}"/>
          </ac:picMkLst>
        </pc:picChg>
      </pc:sldChg>
      <pc:sldChg chg="addSp delSp modSp add mod">
        <pc:chgData name="Sergio Molina" userId="20636364146_tp_box_2" providerId="OAuth2" clId="{44CDD4FA-DF07-4B69-BC01-0B2B69272B43}" dt="2026-07-21T22:18:08.531" v="1451" actId="478"/>
        <pc:sldMkLst>
          <pc:docMk/>
          <pc:sldMk cId="1343754842" sldId="1273"/>
        </pc:sldMkLst>
        <pc:spChg chg="del">
          <ac:chgData name="Sergio Molina" userId="20636364146_tp_box_2" providerId="OAuth2" clId="{44CDD4FA-DF07-4B69-BC01-0B2B69272B43}" dt="2026-07-21T22:06:30.468" v="1190" actId="478"/>
          <ac:spMkLst>
            <pc:docMk/>
            <pc:sldMk cId="1343754842" sldId="1273"/>
            <ac:spMk id="2" creationId="{85BD8917-15C4-25B1-9BB8-9A5680FD318B}"/>
          </ac:spMkLst>
        </pc:spChg>
        <pc:spChg chg="mod">
          <ac:chgData name="Sergio Molina" userId="20636364146_tp_box_2" providerId="OAuth2" clId="{44CDD4FA-DF07-4B69-BC01-0B2B69272B43}" dt="2026-07-21T22:09:37.638" v="1273" actId="1076"/>
          <ac:spMkLst>
            <pc:docMk/>
            <pc:sldMk cId="1343754842" sldId="1273"/>
            <ac:spMk id="8" creationId="{F9AAEFAC-976A-6E4E-A40B-3CD69B4ACA61}"/>
          </ac:spMkLst>
        </pc:spChg>
        <pc:spChg chg="add mod">
          <ac:chgData name="Sergio Molina" userId="20636364146_tp_box_2" providerId="OAuth2" clId="{44CDD4FA-DF07-4B69-BC01-0B2B69272B43}" dt="2026-07-21T22:06:35.170" v="1193" actId="1076"/>
          <ac:spMkLst>
            <pc:docMk/>
            <pc:sldMk cId="1343754842" sldId="1273"/>
            <ac:spMk id="10" creationId="{E0F85090-71C8-24D4-5182-74D36E16ED04}"/>
          </ac:spMkLst>
        </pc:spChg>
        <pc:spChg chg="add mod">
          <ac:chgData name="Sergio Molina" userId="20636364146_tp_box_2" providerId="OAuth2" clId="{44CDD4FA-DF07-4B69-BC01-0B2B69272B43}" dt="2026-07-21T22:06:38" v="1194" actId="1076"/>
          <ac:spMkLst>
            <pc:docMk/>
            <pc:sldMk cId="1343754842" sldId="1273"/>
            <ac:spMk id="11" creationId="{2E99B5D9-79F9-3046-5B5B-00B12201BD08}"/>
          </ac:spMkLst>
        </pc:spChg>
        <pc:spChg chg="add mod">
          <ac:chgData name="Sergio Molina" userId="20636364146_tp_box_2" providerId="OAuth2" clId="{44CDD4FA-DF07-4B69-BC01-0B2B69272B43}" dt="2026-07-21T22:06:40.625" v="1195" actId="1076"/>
          <ac:spMkLst>
            <pc:docMk/>
            <pc:sldMk cId="1343754842" sldId="1273"/>
            <ac:spMk id="12" creationId="{6B0FD9D7-D432-AC88-B24A-96789625CC00}"/>
          </ac:spMkLst>
        </pc:spChg>
        <pc:spChg chg="del">
          <ac:chgData name="Sergio Molina" userId="20636364146_tp_box_2" providerId="OAuth2" clId="{44CDD4FA-DF07-4B69-BC01-0B2B69272B43}" dt="2026-07-21T22:06:29.716" v="1189" actId="478"/>
          <ac:spMkLst>
            <pc:docMk/>
            <pc:sldMk cId="1343754842" sldId="1273"/>
            <ac:spMk id="14" creationId="{890155EB-70D5-2659-6377-969D7A207D8D}"/>
          </ac:spMkLst>
        </pc:spChg>
        <pc:spChg chg="del">
          <ac:chgData name="Sergio Molina" userId="20636364146_tp_box_2" providerId="OAuth2" clId="{44CDD4FA-DF07-4B69-BC01-0B2B69272B43}" dt="2026-07-21T22:06:31.380" v="1191" actId="478"/>
          <ac:spMkLst>
            <pc:docMk/>
            <pc:sldMk cId="1343754842" sldId="1273"/>
            <ac:spMk id="18" creationId="{8AFE1F01-1BCF-F45D-1EEC-8053C0B21774}"/>
          </ac:spMkLst>
        </pc:spChg>
        <pc:picChg chg="del">
          <ac:chgData name="Sergio Molina" userId="20636364146_tp_box_2" providerId="OAuth2" clId="{44CDD4FA-DF07-4B69-BC01-0B2B69272B43}" dt="2026-07-21T22:04:16.326" v="1150" actId="478"/>
          <ac:picMkLst>
            <pc:docMk/>
            <pc:sldMk cId="1343754842" sldId="1273"/>
            <ac:picMk id="7" creationId="{6878CBB3-8CEF-6160-009E-9663CACB8042}"/>
          </ac:picMkLst>
        </pc:picChg>
        <pc:picChg chg="add mod ord">
          <ac:chgData name="Sergio Molina" userId="20636364146_tp_box_2" providerId="OAuth2" clId="{44CDD4FA-DF07-4B69-BC01-0B2B69272B43}" dt="2026-07-21T22:04:50.543" v="1154" actId="1076"/>
          <ac:picMkLst>
            <pc:docMk/>
            <pc:sldMk cId="1343754842" sldId="1273"/>
            <ac:picMk id="9" creationId="{28FBD107-89D7-5B35-A72A-D22B7326BDB6}"/>
          </ac:picMkLst>
        </pc:picChg>
        <pc:picChg chg="add del">
          <ac:chgData name="Sergio Molina" userId="20636364146_tp_box_2" providerId="OAuth2" clId="{44CDD4FA-DF07-4B69-BC01-0B2B69272B43}" dt="2026-07-21T22:18:08.531" v="1451" actId="478"/>
          <ac:picMkLst>
            <pc:docMk/>
            <pc:sldMk cId="1343754842" sldId="1273"/>
            <ac:picMk id="15" creationId="{F88296E4-A069-6A56-2C07-8361907E9129}"/>
          </ac:picMkLst>
        </pc:picChg>
      </pc:sldChg>
      <pc:sldChg chg="delSp modSp add mod">
        <pc:chgData name="Sergio Molina" userId="20636364146_tp_box_2" providerId="OAuth2" clId="{44CDD4FA-DF07-4B69-BC01-0B2B69272B43}" dt="2026-07-21T22:20:00.062" v="1591" actId="1076"/>
        <pc:sldMkLst>
          <pc:docMk/>
          <pc:sldMk cId="2610135815" sldId="1274"/>
        </pc:sldMkLst>
        <pc:spChg chg="mod">
          <ac:chgData name="Sergio Molina" userId="20636364146_tp_box_2" providerId="OAuth2" clId="{44CDD4FA-DF07-4B69-BC01-0B2B69272B43}" dt="2026-07-21T22:20:00.062" v="1591" actId="1076"/>
          <ac:spMkLst>
            <pc:docMk/>
            <pc:sldMk cId="2610135815" sldId="1274"/>
            <ac:spMk id="8" creationId="{F6FD8C21-D0CA-73F8-EB92-3F398E1733B3}"/>
          </ac:spMkLst>
        </pc:spChg>
        <pc:spChg chg="del mod">
          <ac:chgData name="Sergio Molina" userId="20636364146_tp_box_2" providerId="OAuth2" clId="{44CDD4FA-DF07-4B69-BC01-0B2B69272B43}" dt="2026-07-21T22:15:47.382" v="1287" actId="478"/>
          <ac:spMkLst>
            <pc:docMk/>
            <pc:sldMk cId="2610135815" sldId="1274"/>
            <ac:spMk id="10" creationId="{FE2CEAF5-5EE4-3FEF-2D0B-85F9FA1D6EFB}"/>
          </ac:spMkLst>
        </pc:spChg>
        <pc:spChg chg="del">
          <ac:chgData name="Sergio Molina" userId="20636364146_tp_box_2" providerId="OAuth2" clId="{44CDD4FA-DF07-4B69-BC01-0B2B69272B43}" dt="2026-07-21T22:15:45.517" v="1285" actId="478"/>
          <ac:spMkLst>
            <pc:docMk/>
            <pc:sldMk cId="2610135815" sldId="1274"/>
            <ac:spMk id="11" creationId="{36AE02CF-FECC-0A7C-3C15-A9056F3EAE74}"/>
          </ac:spMkLst>
        </pc:spChg>
        <pc:spChg chg="mod">
          <ac:chgData name="Sergio Molina" userId="20636364146_tp_box_2" providerId="OAuth2" clId="{44CDD4FA-DF07-4B69-BC01-0B2B69272B43}" dt="2026-07-21T22:16:59.361" v="1448" actId="1076"/>
          <ac:spMkLst>
            <pc:docMk/>
            <pc:sldMk cId="2610135815" sldId="1274"/>
            <ac:spMk id="12" creationId="{16D1FE3B-1943-8598-A2FD-6B502A6E18F4}"/>
          </ac:spMkLst>
        </pc:spChg>
        <pc:picChg chg="del">
          <ac:chgData name="Sergio Molina" userId="20636364146_tp_box_2" providerId="OAuth2" clId="{44CDD4FA-DF07-4B69-BC01-0B2B69272B43}" dt="2026-07-21T22:10:51.665" v="1277" actId="478"/>
          <ac:picMkLst>
            <pc:docMk/>
            <pc:sldMk cId="2610135815" sldId="1274"/>
            <ac:picMk id="9" creationId="{B78BC282-28F3-BC91-9151-27DAB86A4674}"/>
          </ac:picMkLst>
        </pc:picChg>
        <pc:picChg chg="mod ord">
          <ac:chgData name="Sergio Molina" userId="20636364146_tp_box_2" providerId="OAuth2" clId="{44CDD4FA-DF07-4B69-BC01-0B2B69272B43}" dt="2026-07-21T22:11:02.078" v="1283" actId="14100"/>
          <ac:picMkLst>
            <pc:docMk/>
            <pc:sldMk cId="2610135815" sldId="1274"/>
            <ac:picMk id="15" creationId="{1D3B1E2C-073A-528A-ABEC-39A56732A65D}"/>
          </ac:picMkLst>
        </pc:picChg>
      </pc:sldChg>
      <pc:sldChg chg="addSp delSp modSp add mod">
        <pc:chgData name="Sergio Molina" userId="20636364146_tp_box_2" providerId="OAuth2" clId="{44CDD4FA-DF07-4B69-BC01-0B2B69272B43}" dt="2026-07-21T22:23:39.072" v="1735" actId="478"/>
        <pc:sldMkLst>
          <pc:docMk/>
          <pc:sldMk cId="4288931028" sldId="1275"/>
        </pc:sldMkLst>
        <pc:spChg chg="add mod">
          <ac:chgData name="Sergio Molina" userId="20636364146_tp_box_2" providerId="OAuth2" clId="{44CDD4FA-DF07-4B69-BC01-0B2B69272B43}" dt="2026-07-21T22:19:34.379" v="1583" actId="1076"/>
          <ac:spMkLst>
            <pc:docMk/>
            <pc:sldMk cId="4288931028" sldId="1275"/>
            <ac:spMk id="7" creationId="{88D4417B-D068-AF7A-7AB4-D5584AC71D0C}"/>
          </ac:spMkLst>
        </pc:spChg>
        <pc:spChg chg="del">
          <ac:chgData name="Sergio Molina" userId="20636364146_tp_box_2" providerId="OAuth2" clId="{44CDD4FA-DF07-4B69-BC01-0B2B69272B43}" dt="2026-07-21T22:18:15.068" v="1454" actId="478"/>
          <ac:spMkLst>
            <pc:docMk/>
            <pc:sldMk cId="4288931028" sldId="1275"/>
            <ac:spMk id="8" creationId="{F5B58028-A08A-7681-59F9-77DBCCF324C2}"/>
          </ac:spMkLst>
        </pc:spChg>
        <pc:spChg chg="add mod">
          <ac:chgData name="Sergio Molina" userId="20636364146_tp_box_2" providerId="OAuth2" clId="{44CDD4FA-DF07-4B69-BC01-0B2B69272B43}" dt="2026-07-21T22:19:45.131" v="1587" actId="1076"/>
          <ac:spMkLst>
            <pc:docMk/>
            <pc:sldMk cId="4288931028" sldId="1275"/>
            <ac:spMk id="9" creationId="{100C02FE-4CA6-B914-240E-B38AA79CA450}"/>
          </ac:spMkLst>
        </pc:spChg>
        <pc:spChg chg="del">
          <ac:chgData name="Sergio Molina" userId="20636364146_tp_box_2" providerId="OAuth2" clId="{44CDD4FA-DF07-4B69-BC01-0B2B69272B43}" dt="2026-07-21T22:18:15.878" v="1455" actId="478"/>
          <ac:spMkLst>
            <pc:docMk/>
            <pc:sldMk cId="4288931028" sldId="1275"/>
            <ac:spMk id="12" creationId="{E5558638-AB02-259C-93F6-C06DF4E6949F}"/>
          </ac:spMkLst>
        </pc:spChg>
        <pc:picChg chg="add mod ord">
          <ac:chgData name="Sergio Molina" userId="20636364146_tp_box_2" providerId="OAuth2" clId="{44CDD4FA-DF07-4B69-BC01-0B2B69272B43}" dt="2026-07-21T22:18:28.256" v="1460" actId="1076"/>
          <ac:picMkLst>
            <pc:docMk/>
            <pc:sldMk cId="4288931028" sldId="1275"/>
            <ac:picMk id="6" creationId="{D4B1C37C-5626-44C5-BE73-6561A18EF4B9}"/>
          </ac:picMkLst>
        </pc:picChg>
        <pc:picChg chg="add del">
          <ac:chgData name="Sergio Molina" userId="20636364146_tp_box_2" providerId="OAuth2" clId="{44CDD4FA-DF07-4B69-BC01-0B2B69272B43}" dt="2026-07-21T22:22:45.225" v="1593" actId="22"/>
          <ac:picMkLst>
            <pc:docMk/>
            <pc:sldMk cId="4288931028" sldId="1275"/>
            <ac:picMk id="11" creationId="{5FE8E102-1892-4313-B6F6-9BE6A80C7182}"/>
          </ac:picMkLst>
        </pc:picChg>
        <pc:picChg chg="add del mod">
          <ac:chgData name="Sergio Molina" userId="20636364146_tp_box_2" providerId="OAuth2" clId="{44CDD4FA-DF07-4B69-BC01-0B2B69272B43}" dt="2026-07-21T22:23:39.072" v="1735" actId="478"/>
          <ac:picMkLst>
            <pc:docMk/>
            <pc:sldMk cId="4288931028" sldId="1275"/>
            <ac:picMk id="13" creationId="{D0B200B7-FAB6-6222-0C96-AF31DA9AB947}"/>
          </ac:picMkLst>
        </pc:picChg>
        <pc:picChg chg="del">
          <ac:chgData name="Sergio Molina" userId="20636364146_tp_box_2" providerId="OAuth2" clId="{44CDD4FA-DF07-4B69-BC01-0B2B69272B43}" dt="2026-07-21T22:18:13.949" v="1453" actId="478"/>
          <ac:picMkLst>
            <pc:docMk/>
            <pc:sldMk cId="4288931028" sldId="1275"/>
            <ac:picMk id="15" creationId="{2FD8B779-9E11-24E6-BAD6-D3FA0380809E}"/>
          </ac:picMkLst>
        </pc:picChg>
      </pc:sldChg>
      <pc:sldChg chg="delSp modSp add mod">
        <pc:chgData name="Sergio Molina" userId="20636364146_tp_box_2" providerId="OAuth2" clId="{44CDD4FA-DF07-4B69-BC01-0B2B69272B43}" dt="2026-07-21T22:23:47.104" v="1738" actId="14100"/>
        <pc:sldMkLst>
          <pc:docMk/>
          <pc:sldMk cId="21630315" sldId="1276"/>
        </pc:sldMkLst>
        <pc:spChg chg="mod">
          <ac:chgData name="Sergio Molina" userId="20636364146_tp_box_2" providerId="OAuth2" clId="{44CDD4FA-DF07-4B69-BC01-0B2B69272B43}" dt="2026-07-21T22:23:47.104" v="1738" actId="14100"/>
          <ac:spMkLst>
            <pc:docMk/>
            <pc:sldMk cId="21630315" sldId="1276"/>
            <ac:spMk id="7" creationId="{430D1A13-FC68-F90C-7195-73803BB541EB}"/>
          </ac:spMkLst>
        </pc:spChg>
        <pc:spChg chg="mod">
          <ac:chgData name="Sergio Molina" userId="20636364146_tp_box_2" providerId="OAuth2" clId="{44CDD4FA-DF07-4B69-BC01-0B2B69272B43}" dt="2026-07-21T22:23:43.821" v="1736" actId="1076"/>
          <ac:spMkLst>
            <pc:docMk/>
            <pc:sldMk cId="21630315" sldId="1276"/>
            <ac:spMk id="9" creationId="{C61CDB1C-CCDF-7CED-38D7-5353EC4006AD}"/>
          </ac:spMkLst>
        </pc:spChg>
        <pc:picChg chg="del">
          <ac:chgData name="Sergio Molina" userId="20636364146_tp_box_2" providerId="OAuth2" clId="{44CDD4FA-DF07-4B69-BC01-0B2B69272B43}" dt="2026-07-21T22:22:50.329" v="1597" actId="478"/>
          <ac:picMkLst>
            <pc:docMk/>
            <pc:sldMk cId="21630315" sldId="1276"/>
            <ac:picMk id="6" creationId="{BAEA6EA8-F7BB-D988-6957-8DE294C84702}"/>
          </ac:picMkLst>
        </pc:picChg>
        <pc:picChg chg="mod ord">
          <ac:chgData name="Sergio Molina" userId="20636364146_tp_box_2" providerId="OAuth2" clId="{44CDD4FA-DF07-4B69-BC01-0B2B69272B43}" dt="2026-07-21T22:22:55.454" v="1602" actId="1076"/>
          <ac:picMkLst>
            <pc:docMk/>
            <pc:sldMk cId="21630315" sldId="1276"/>
            <ac:picMk id="13" creationId="{E4C6F8D2-692F-FBAF-3E32-10332BE4DC8A}"/>
          </ac:picMkLst>
        </pc:picChg>
      </pc:sldChg>
      <pc:sldChg chg="addSp delSp modSp add mod">
        <pc:chgData name="Sergio Molina" userId="20636364146_tp_box_2" providerId="OAuth2" clId="{44CDD4FA-DF07-4B69-BC01-0B2B69272B43}" dt="2026-07-21T22:27:34.599" v="1932" actId="20577"/>
        <pc:sldMkLst>
          <pc:docMk/>
          <pc:sldMk cId="4099683217" sldId="1277"/>
        </pc:sldMkLst>
        <pc:spChg chg="mod">
          <ac:chgData name="Sergio Molina" userId="20636364146_tp_box_2" providerId="OAuth2" clId="{44CDD4FA-DF07-4B69-BC01-0B2B69272B43}" dt="2026-07-21T22:27:34.599" v="1932" actId="20577"/>
          <ac:spMkLst>
            <pc:docMk/>
            <pc:sldMk cId="4099683217" sldId="1277"/>
            <ac:spMk id="7" creationId="{29191201-9C61-B305-B816-64B6C1976198}"/>
          </ac:spMkLst>
        </pc:spChg>
        <pc:spChg chg="mod">
          <ac:chgData name="Sergio Molina" userId="20636364146_tp_box_2" providerId="OAuth2" clId="{44CDD4FA-DF07-4B69-BC01-0B2B69272B43}" dt="2026-07-21T22:25:18.616" v="1747" actId="20577"/>
          <ac:spMkLst>
            <pc:docMk/>
            <pc:sldMk cId="4099683217" sldId="1277"/>
            <ac:spMk id="9" creationId="{92F314F1-235E-EEB3-0595-B691F63984EA}"/>
          </ac:spMkLst>
        </pc:spChg>
        <pc:picChg chg="add mod ord">
          <ac:chgData name="Sergio Molina" userId="20636364146_tp_box_2" providerId="OAuth2" clId="{44CDD4FA-DF07-4B69-BC01-0B2B69272B43}" dt="2026-07-21T22:25:05.976" v="1745" actId="1076"/>
          <ac:picMkLst>
            <pc:docMk/>
            <pc:sldMk cId="4099683217" sldId="1277"/>
            <ac:picMk id="6" creationId="{FE826C96-4369-85C4-6761-28426516EB20}"/>
          </ac:picMkLst>
        </pc:picChg>
        <pc:picChg chg="del">
          <ac:chgData name="Sergio Molina" userId="20636364146_tp_box_2" providerId="OAuth2" clId="{44CDD4FA-DF07-4B69-BC01-0B2B69272B43}" dt="2026-07-21T22:23:52.730" v="1740" actId="478"/>
          <ac:picMkLst>
            <pc:docMk/>
            <pc:sldMk cId="4099683217" sldId="1277"/>
            <ac:picMk id="13" creationId="{A25E0526-F151-06A6-1262-82D2D680BB63}"/>
          </ac:picMkLst>
        </pc:picChg>
      </pc:sldChg>
      <pc:sldChg chg="addSp delSp modSp add mod">
        <pc:chgData name="Sergio Molina" userId="20636364146_tp_box_2" providerId="OAuth2" clId="{44CDD4FA-DF07-4B69-BC01-0B2B69272B43}" dt="2026-07-21T22:31:01.181" v="2219" actId="20577"/>
        <pc:sldMkLst>
          <pc:docMk/>
          <pc:sldMk cId="4059197215" sldId="1278"/>
        </pc:sldMkLst>
        <pc:spChg chg="mod">
          <ac:chgData name="Sergio Molina" userId="20636364146_tp_box_2" providerId="OAuth2" clId="{44CDD4FA-DF07-4B69-BC01-0B2B69272B43}" dt="2026-07-21T22:31:01.181" v="2219" actId="20577"/>
          <ac:spMkLst>
            <pc:docMk/>
            <pc:sldMk cId="4059197215" sldId="1278"/>
            <ac:spMk id="4" creationId="{C205908F-CC4D-25CF-9089-5E2CD56554C1}"/>
          </ac:spMkLst>
        </pc:spChg>
        <pc:spChg chg="mod">
          <ac:chgData name="Sergio Molina" userId="20636364146_tp_box_2" providerId="OAuth2" clId="{44CDD4FA-DF07-4B69-BC01-0B2B69272B43}" dt="2026-07-21T22:29:00.558" v="2035" actId="20577"/>
          <ac:spMkLst>
            <pc:docMk/>
            <pc:sldMk cId="4059197215" sldId="1278"/>
            <ac:spMk id="7" creationId="{DFC86880-8B46-BFAB-29C5-9BCC48C23B46}"/>
          </ac:spMkLst>
        </pc:spChg>
        <pc:spChg chg="mod">
          <ac:chgData name="Sergio Molina" userId="20636364146_tp_box_2" providerId="OAuth2" clId="{44CDD4FA-DF07-4B69-BC01-0B2B69272B43}" dt="2026-07-21T22:28:57.110" v="2032" actId="20577"/>
          <ac:spMkLst>
            <pc:docMk/>
            <pc:sldMk cId="4059197215" sldId="1278"/>
            <ac:spMk id="9" creationId="{E02A950B-0357-CB11-54D3-02FA4776D25B}"/>
          </ac:spMkLst>
        </pc:spChg>
        <pc:picChg chg="del">
          <ac:chgData name="Sergio Molina" userId="20636364146_tp_box_2" providerId="OAuth2" clId="{44CDD4FA-DF07-4B69-BC01-0B2B69272B43}" dt="2026-07-21T22:27:38.878" v="1933" actId="478"/>
          <ac:picMkLst>
            <pc:docMk/>
            <pc:sldMk cId="4059197215" sldId="1278"/>
            <ac:picMk id="6" creationId="{BF8ADB84-E97C-CD39-5E94-E8DD5D62ACBA}"/>
          </ac:picMkLst>
        </pc:picChg>
        <pc:picChg chg="add mod ord">
          <ac:chgData name="Sergio Molina" userId="20636364146_tp_box_2" providerId="OAuth2" clId="{44CDD4FA-DF07-4B69-BC01-0B2B69272B43}" dt="2026-07-21T22:28:05.662" v="1937" actId="1076"/>
          <ac:picMkLst>
            <pc:docMk/>
            <pc:sldMk cId="4059197215" sldId="1278"/>
            <ac:picMk id="8" creationId="{F51BC126-5D77-7D4E-CA81-8533B3559A38}"/>
          </ac:picMkLst>
        </pc:picChg>
      </pc:sldChg>
      <pc:sldChg chg="addSp delSp modSp add mod">
        <pc:chgData name="Sergio Molina" userId="20636364146_tp_box_2" providerId="OAuth2" clId="{44CDD4FA-DF07-4B69-BC01-0B2B69272B43}" dt="2026-07-21T22:30:04.332" v="2184" actId="20577"/>
        <pc:sldMkLst>
          <pc:docMk/>
          <pc:sldMk cId="460797491" sldId="1279"/>
        </pc:sldMkLst>
        <pc:spChg chg="mod">
          <ac:chgData name="Sergio Molina" userId="20636364146_tp_box_2" providerId="OAuth2" clId="{44CDD4FA-DF07-4B69-BC01-0B2B69272B43}" dt="2026-07-21T22:30:04.332" v="2184" actId="20577"/>
          <ac:spMkLst>
            <pc:docMk/>
            <pc:sldMk cId="460797491" sldId="1279"/>
            <ac:spMk id="7" creationId="{B1ED932D-86DC-49C5-E1A2-A594C9D9C159}"/>
          </ac:spMkLst>
        </pc:spChg>
        <pc:spChg chg="mod">
          <ac:chgData name="Sergio Molina" userId="20636364146_tp_box_2" providerId="OAuth2" clId="{44CDD4FA-DF07-4B69-BC01-0B2B69272B43}" dt="2026-07-21T22:29:18.918" v="2039" actId="20577"/>
          <ac:spMkLst>
            <pc:docMk/>
            <pc:sldMk cId="460797491" sldId="1279"/>
            <ac:spMk id="9" creationId="{0E4EB0AA-1D38-9BB8-373C-2984E5451C82}"/>
          </ac:spMkLst>
        </pc:spChg>
        <pc:picChg chg="add mod ord">
          <ac:chgData name="Sergio Molina" userId="20636364146_tp_box_2" providerId="OAuth2" clId="{44CDD4FA-DF07-4B69-BC01-0B2B69272B43}" dt="2026-07-21T22:29:36.165" v="2045" actId="1076"/>
          <ac:picMkLst>
            <pc:docMk/>
            <pc:sldMk cId="460797491" sldId="1279"/>
            <ac:picMk id="6" creationId="{8F258271-5966-54C7-F8BA-66093CD1A8EF}"/>
          </ac:picMkLst>
        </pc:picChg>
        <pc:picChg chg="del">
          <ac:chgData name="Sergio Molina" userId="20636364146_tp_box_2" providerId="OAuth2" clId="{44CDD4FA-DF07-4B69-BC01-0B2B69272B43}" dt="2026-07-21T22:29:17.191" v="2037" actId="478"/>
          <ac:picMkLst>
            <pc:docMk/>
            <pc:sldMk cId="460797491" sldId="1279"/>
            <ac:picMk id="8" creationId="{191CDD86-EFCC-5651-F2E9-E6FFA2E70967}"/>
          </ac:picMkLst>
        </pc:picChg>
      </pc:sldChg>
      <pc:sldChg chg="addSp delSp modSp add mod ord">
        <pc:chgData name="Sergio Molina" userId="20636364146_tp_box_2" providerId="OAuth2" clId="{44CDD4FA-DF07-4B69-BC01-0B2B69272B43}" dt="2026-07-21T22:32:20.868" v="2241" actId="20577"/>
        <pc:sldMkLst>
          <pc:docMk/>
          <pc:sldMk cId="3379277784" sldId="1280"/>
        </pc:sldMkLst>
        <pc:spChg chg="mod">
          <ac:chgData name="Sergio Molina" userId="20636364146_tp_box_2" providerId="OAuth2" clId="{44CDD4FA-DF07-4B69-BC01-0B2B69272B43}" dt="2026-07-21T22:32:20.868" v="2241" actId="20577"/>
          <ac:spMkLst>
            <pc:docMk/>
            <pc:sldMk cId="3379277784" sldId="1280"/>
            <ac:spMk id="7" creationId="{882C3D79-AA32-5683-EA52-F163FB951187}"/>
          </ac:spMkLst>
        </pc:spChg>
        <pc:picChg chg="add mod ord">
          <ac:chgData name="Sergio Molina" userId="20636364146_tp_box_2" providerId="OAuth2" clId="{44CDD4FA-DF07-4B69-BC01-0B2B69272B43}" dt="2026-07-21T22:31:45.938" v="2227" actId="1076"/>
          <ac:picMkLst>
            <pc:docMk/>
            <pc:sldMk cId="3379277784" sldId="1280"/>
            <ac:picMk id="6" creationId="{203B1EC1-41A4-1A14-D2F4-741683956C7E}"/>
          </ac:picMkLst>
        </pc:picChg>
        <pc:picChg chg="del">
          <ac:chgData name="Sergio Molina" userId="20636364146_tp_box_2" providerId="OAuth2" clId="{44CDD4FA-DF07-4B69-BC01-0B2B69272B43}" dt="2026-07-21T22:31:09.836" v="2223" actId="478"/>
          <ac:picMkLst>
            <pc:docMk/>
            <pc:sldMk cId="3379277784" sldId="1280"/>
            <ac:picMk id="8" creationId="{2DB035F5-E861-BE7D-75CD-943796BF1BF5}"/>
          </ac:picMkLst>
        </pc:picChg>
      </pc:sldChg>
      <pc:sldChg chg="addSp delSp modSp add mod">
        <pc:chgData name="Sergio Molina" userId="20636364146_tp_box_2" providerId="OAuth2" clId="{44CDD4FA-DF07-4B69-BC01-0B2B69272B43}" dt="2026-07-21T22:33:45.428" v="2359" actId="20577"/>
        <pc:sldMkLst>
          <pc:docMk/>
          <pc:sldMk cId="2848382265" sldId="1281"/>
        </pc:sldMkLst>
        <pc:spChg chg="mod">
          <ac:chgData name="Sergio Molina" userId="20636364146_tp_box_2" providerId="OAuth2" clId="{44CDD4FA-DF07-4B69-BC01-0B2B69272B43}" dt="2026-07-21T22:32:59.941" v="2276" actId="20577"/>
          <ac:spMkLst>
            <pc:docMk/>
            <pc:sldMk cId="2848382265" sldId="1281"/>
            <ac:spMk id="4" creationId="{723B4C99-8687-5DB2-F6F7-5EF486F91AC2}"/>
          </ac:spMkLst>
        </pc:spChg>
        <pc:spChg chg="mod">
          <ac:chgData name="Sergio Molina" userId="20636364146_tp_box_2" providerId="OAuth2" clId="{44CDD4FA-DF07-4B69-BC01-0B2B69272B43}" dt="2026-07-21T22:33:45.428" v="2359" actId="20577"/>
          <ac:spMkLst>
            <pc:docMk/>
            <pc:sldMk cId="2848382265" sldId="1281"/>
            <ac:spMk id="7" creationId="{230034D2-947E-8ED4-ABA5-665F9624472E}"/>
          </ac:spMkLst>
        </pc:spChg>
        <pc:spChg chg="mod">
          <ac:chgData name="Sergio Molina" userId="20636364146_tp_box_2" providerId="OAuth2" clId="{44CDD4FA-DF07-4B69-BC01-0B2B69272B43}" dt="2026-07-21T22:33:27.983" v="2283" actId="1076"/>
          <ac:spMkLst>
            <pc:docMk/>
            <pc:sldMk cId="2848382265" sldId="1281"/>
            <ac:spMk id="9" creationId="{5EC75B82-4845-CCB0-0CD7-9D08F384D6A9}"/>
          </ac:spMkLst>
        </pc:spChg>
        <pc:picChg chg="del">
          <ac:chgData name="Sergio Molina" userId="20636364146_tp_box_2" providerId="OAuth2" clId="{44CDD4FA-DF07-4B69-BC01-0B2B69272B43}" dt="2026-07-21T22:33:02.174" v="2277" actId="478"/>
          <ac:picMkLst>
            <pc:docMk/>
            <pc:sldMk cId="2848382265" sldId="1281"/>
            <ac:picMk id="6" creationId="{E9843106-B535-5ECE-B568-663121555967}"/>
          </ac:picMkLst>
        </pc:picChg>
        <pc:picChg chg="add mod ord">
          <ac:chgData name="Sergio Molina" userId="20636364146_tp_box_2" providerId="OAuth2" clId="{44CDD4FA-DF07-4B69-BC01-0B2B69272B43}" dt="2026-07-21T22:33:24.524" v="2282" actId="14100"/>
          <ac:picMkLst>
            <pc:docMk/>
            <pc:sldMk cId="2848382265" sldId="1281"/>
            <ac:picMk id="8" creationId="{0A90E9F0-43D4-750F-BEBA-E6DD72790783}"/>
          </ac:picMkLst>
        </pc:picChg>
      </pc:sldChg>
      <pc:sldChg chg="addSp delSp modSp add mod">
        <pc:chgData name="Sergio Molina" userId="20636364146_tp_box_2" providerId="OAuth2" clId="{44CDD4FA-DF07-4B69-BC01-0B2B69272B43}" dt="2026-07-21T22:36:25.106" v="2549" actId="1076"/>
        <pc:sldMkLst>
          <pc:docMk/>
          <pc:sldMk cId="875520713" sldId="1282"/>
        </pc:sldMkLst>
        <pc:spChg chg="mod">
          <ac:chgData name="Sergio Molina" userId="20636364146_tp_box_2" providerId="OAuth2" clId="{44CDD4FA-DF07-4B69-BC01-0B2B69272B43}" dt="2026-07-21T22:34:44.779" v="2449" actId="20577"/>
          <ac:spMkLst>
            <pc:docMk/>
            <pc:sldMk cId="875520713" sldId="1282"/>
            <ac:spMk id="4" creationId="{FF6BE423-25BE-EECC-9706-6F9FFA2A492C}"/>
          </ac:spMkLst>
        </pc:spChg>
        <pc:spChg chg="mod">
          <ac:chgData name="Sergio Molina" userId="20636364146_tp_box_2" providerId="OAuth2" clId="{44CDD4FA-DF07-4B69-BC01-0B2B69272B43}" dt="2026-07-21T22:36:21.423" v="2548" actId="1076"/>
          <ac:spMkLst>
            <pc:docMk/>
            <pc:sldMk cId="875520713" sldId="1282"/>
            <ac:spMk id="7" creationId="{AF916DA2-4176-5470-7C37-2259518C5245}"/>
          </ac:spMkLst>
        </pc:spChg>
        <pc:spChg chg="mod">
          <ac:chgData name="Sergio Molina" userId="20636364146_tp_box_2" providerId="OAuth2" clId="{44CDD4FA-DF07-4B69-BC01-0B2B69272B43}" dt="2026-07-21T22:36:25.106" v="2549" actId="1076"/>
          <ac:spMkLst>
            <pc:docMk/>
            <pc:sldMk cId="875520713" sldId="1282"/>
            <ac:spMk id="9" creationId="{3E1FE15D-E9E6-A866-0746-CF8302F84271}"/>
          </ac:spMkLst>
        </pc:spChg>
        <pc:picChg chg="add mod ord">
          <ac:chgData name="Sergio Molina" userId="20636364146_tp_box_2" providerId="OAuth2" clId="{44CDD4FA-DF07-4B69-BC01-0B2B69272B43}" dt="2026-07-21T22:36:17.510" v="2545" actId="1076"/>
          <ac:picMkLst>
            <pc:docMk/>
            <pc:sldMk cId="875520713" sldId="1282"/>
            <ac:picMk id="6" creationId="{28694868-3EA2-1004-8FE2-2A711AF8F56B}"/>
          </ac:picMkLst>
        </pc:picChg>
        <pc:picChg chg="del">
          <ac:chgData name="Sergio Molina" userId="20636364146_tp_box_2" providerId="OAuth2" clId="{44CDD4FA-DF07-4B69-BC01-0B2B69272B43}" dt="2026-07-21T22:34:47.042" v="2450" actId="478"/>
          <ac:picMkLst>
            <pc:docMk/>
            <pc:sldMk cId="875520713" sldId="1282"/>
            <ac:picMk id="8" creationId="{93CE0941-A2BD-FAE7-3618-CFAAE27B1A28}"/>
          </ac:picMkLst>
        </pc:picChg>
        <pc:picChg chg="add mod ord">
          <ac:chgData name="Sergio Molina" userId="20636364146_tp_box_2" providerId="OAuth2" clId="{44CDD4FA-DF07-4B69-BC01-0B2B69272B43}" dt="2026-07-21T22:36:19.522" v="2546" actId="1076"/>
          <ac:picMkLst>
            <pc:docMk/>
            <pc:sldMk cId="875520713" sldId="1282"/>
            <ac:picMk id="11" creationId="{9E5ECD91-3712-B823-76A1-789AC38CC5FD}"/>
          </ac:picMkLst>
        </pc:picChg>
      </pc:sldChg>
      <pc:sldChg chg="addSp delSp modSp add mod">
        <pc:chgData name="Sergio Molina" userId="20636364146_tp_box_2" providerId="OAuth2" clId="{44CDD4FA-DF07-4B69-BC01-0B2B69272B43}" dt="2026-07-21T22:38:30.953" v="2661" actId="20577"/>
        <pc:sldMkLst>
          <pc:docMk/>
          <pc:sldMk cId="4146817153" sldId="1283"/>
        </pc:sldMkLst>
        <pc:spChg chg="mod">
          <ac:chgData name="Sergio Molina" userId="20636364146_tp_box_2" providerId="OAuth2" clId="{44CDD4FA-DF07-4B69-BC01-0B2B69272B43}" dt="2026-07-21T22:37:19.618" v="2585" actId="20577"/>
          <ac:spMkLst>
            <pc:docMk/>
            <pc:sldMk cId="4146817153" sldId="1283"/>
            <ac:spMk id="4" creationId="{823FB1CD-9E14-674E-E8C3-AC407D86EA02}"/>
          </ac:spMkLst>
        </pc:spChg>
        <pc:spChg chg="mod">
          <ac:chgData name="Sergio Molina" userId="20636364146_tp_box_2" providerId="OAuth2" clId="{44CDD4FA-DF07-4B69-BC01-0B2B69272B43}" dt="2026-07-21T22:38:30.953" v="2661" actId="20577"/>
          <ac:spMkLst>
            <pc:docMk/>
            <pc:sldMk cId="4146817153" sldId="1283"/>
            <ac:spMk id="7" creationId="{F5F34A74-E1AE-D0BF-9004-B4014B72B2C1}"/>
          </ac:spMkLst>
        </pc:spChg>
        <pc:spChg chg="mod">
          <ac:chgData name="Sergio Molina" userId="20636364146_tp_box_2" providerId="OAuth2" clId="{44CDD4FA-DF07-4B69-BC01-0B2B69272B43}" dt="2026-07-21T22:38:11.508" v="2596" actId="20577"/>
          <ac:spMkLst>
            <pc:docMk/>
            <pc:sldMk cId="4146817153" sldId="1283"/>
            <ac:spMk id="9" creationId="{B7E72940-733F-8B62-A76A-0C188D1BA1B7}"/>
          </ac:spMkLst>
        </pc:spChg>
        <pc:picChg chg="del">
          <ac:chgData name="Sergio Molina" userId="20636364146_tp_box_2" providerId="OAuth2" clId="{44CDD4FA-DF07-4B69-BC01-0B2B69272B43}" dt="2026-07-21T22:37:22.584" v="2587" actId="478"/>
          <ac:picMkLst>
            <pc:docMk/>
            <pc:sldMk cId="4146817153" sldId="1283"/>
            <ac:picMk id="6" creationId="{BB84EEA4-61E8-2BD4-5FDD-9CD1816AFC99}"/>
          </ac:picMkLst>
        </pc:picChg>
        <pc:picChg chg="add del mod">
          <ac:chgData name="Sergio Molina" userId="20636364146_tp_box_2" providerId="OAuth2" clId="{44CDD4FA-DF07-4B69-BC01-0B2B69272B43}" dt="2026-07-21T22:38:08.072" v="2594" actId="478"/>
          <ac:picMkLst>
            <pc:docMk/>
            <pc:sldMk cId="4146817153" sldId="1283"/>
            <ac:picMk id="8" creationId="{E685CC92-C2EB-55BB-58E3-D95A24549901}"/>
          </ac:picMkLst>
        </pc:picChg>
        <pc:picChg chg="del">
          <ac:chgData name="Sergio Molina" userId="20636364146_tp_box_2" providerId="OAuth2" clId="{44CDD4FA-DF07-4B69-BC01-0B2B69272B43}" dt="2026-07-21T22:37:21.842" v="2586" actId="478"/>
          <ac:picMkLst>
            <pc:docMk/>
            <pc:sldMk cId="4146817153" sldId="1283"/>
            <ac:picMk id="11" creationId="{5390901F-396A-F717-0AA6-404AC3EB7DC5}"/>
          </ac:picMkLst>
        </pc:picChg>
        <pc:picChg chg="add mod ord">
          <ac:chgData name="Sergio Molina" userId="20636364146_tp_box_2" providerId="OAuth2" clId="{44CDD4FA-DF07-4B69-BC01-0B2B69272B43}" dt="2026-07-21T22:38:06.833" v="2593" actId="1076"/>
          <ac:picMkLst>
            <pc:docMk/>
            <pc:sldMk cId="4146817153" sldId="1283"/>
            <ac:picMk id="12" creationId="{F90F2ADF-A373-6485-EA1A-183796E69463}"/>
          </ac:picMkLst>
        </pc:picChg>
      </pc:sldChg>
      <pc:sldChg chg="modSp add mod">
        <pc:chgData name="Sergio Molina" userId="20636364146_tp_box_2" providerId="OAuth2" clId="{44CDD4FA-DF07-4B69-BC01-0B2B69272B43}" dt="2026-07-21T22:39:49.136" v="2691" actId="20577"/>
        <pc:sldMkLst>
          <pc:docMk/>
          <pc:sldMk cId="2325818688" sldId="1284"/>
        </pc:sldMkLst>
        <pc:spChg chg="mod">
          <ac:chgData name="Sergio Molina" userId="20636364146_tp_box_2" providerId="OAuth2" clId="{44CDD4FA-DF07-4B69-BC01-0B2B69272B43}" dt="2026-07-21T22:39:49.136" v="2691" actId="20577"/>
          <ac:spMkLst>
            <pc:docMk/>
            <pc:sldMk cId="2325818688" sldId="1284"/>
            <ac:spMk id="16" creationId="{29448CB7-54D2-143E-9929-3BA3D4460D89}"/>
          </ac:spMkLst>
        </pc:spChg>
      </pc:sldChg>
      <pc:sldChg chg="addSp delSp modSp add mod">
        <pc:chgData name="Sergio Molina" userId="20636364146_tp_box_2" providerId="OAuth2" clId="{44CDD4FA-DF07-4B69-BC01-0B2B69272B43}" dt="2026-07-21T22:41:27.695" v="2802" actId="1076"/>
        <pc:sldMkLst>
          <pc:docMk/>
          <pc:sldMk cId="4064836786" sldId="1285"/>
        </pc:sldMkLst>
        <pc:spChg chg="mod">
          <ac:chgData name="Sergio Molina" userId="20636364146_tp_box_2" providerId="OAuth2" clId="{44CDD4FA-DF07-4B69-BC01-0B2B69272B43}" dt="2026-07-21T22:41:27.695" v="2802" actId="1076"/>
          <ac:spMkLst>
            <pc:docMk/>
            <pc:sldMk cId="4064836786" sldId="1285"/>
            <ac:spMk id="7" creationId="{1E5B8066-4799-DDE0-4A0E-CE21B79BCA55}"/>
          </ac:spMkLst>
        </pc:spChg>
        <pc:spChg chg="mod">
          <ac:chgData name="Sergio Molina" userId="20636364146_tp_box_2" providerId="OAuth2" clId="{44CDD4FA-DF07-4B69-BC01-0B2B69272B43}" dt="2026-07-21T22:41:00.672" v="2700" actId="1076"/>
          <ac:spMkLst>
            <pc:docMk/>
            <pc:sldMk cId="4064836786" sldId="1285"/>
            <ac:spMk id="9" creationId="{6453E128-6E73-DCBB-66C2-AFFBEE948FDC}"/>
          </ac:spMkLst>
        </pc:spChg>
        <pc:picChg chg="add mod ord">
          <ac:chgData name="Sergio Molina" userId="20636364146_tp_box_2" providerId="OAuth2" clId="{44CDD4FA-DF07-4B69-BC01-0B2B69272B43}" dt="2026-07-21T22:40:55.174" v="2697" actId="1076"/>
          <ac:picMkLst>
            <pc:docMk/>
            <pc:sldMk cId="4064836786" sldId="1285"/>
            <ac:picMk id="6" creationId="{65C04C6B-909B-EF11-8F36-16015ED6C318}"/>
          </ac:picMkLst>
        </pc:picChg>
        <pc:picChg chg="del">
          <ac:chgData name="Sergio Molina" userId="20636364146_tp_box_2" providerId="OAuth2" clId="{44CDD4FA-DF07-4B69-BC01-0B2B69272B43}" dt="2026-07-21T22:39:54.921" v="2693" actId="478"/>
          <ac:picMkLst>
            <pc:docMk/>
            <pc:sldMk cId="4064836786" sldId="1285"/>
            <ac:picMk id="12" creationId="{C4D6415D-E5BB-F03D-660C-688873BE7DA5}"/>
          </ac:picMkLst>
        </pc:picChg>
      </pc:sldChg>
      <pc:sldChg chg="addSp delSp modSp add mod">
        <pc:chgData name="Sergio Molina" userId="20636364146_tp_box_2" providerId="OAuth2" clId="{44CDD4FA-DF07-4B69-BC01-0B2B69272B43}" dt="2026-07-21T22:42:47.844" v="2850" actId="14100"/>
        <pc:sldMkLst>
          <pc:docMk/>
          <pc:sldMk cId="3769872565" sldId="1286"/>
        </pc:sldMkLst>
        <pc:spChg chg="mod">
          <ac:chgData name="Sergio Molina" userId="20636364146_tp_box_2" providerId="OAuth2" clId="{44CDD4FA-DF07-4B69-BC01-0B2B69272B43}" dt="2026-07-21T22:42:47.844" v="2850" actId="14100"/>
          <ac:spMkLst>
            <pc:docMk/>
            <pc:sldMk cId="3769872565" sldId="1286"/>
            <ac:spMk id="7" creationId="{18998A00-E165-DC73-B918-776416B43032}"/>
          </ac:spMkLst>
        </pc:spChg>
        <pc:spChg chg="mod">
          <ac:chgData name="Sergio Molina" userId="20636364146_tp_box_2" providerId="OAuth2" clId="{44CDD4FA-DF07-4B69-BC01-0B2B69272B43}" dt="2026-07-21T22:42:28.686" v="2811" actId="20577"/>
          <ac:spMkLst>
            <pc:docMk/>
            <pc:sldMk cId="3769872565" sldId="1286"/>
            <ac:spMk id="9" creationId="{16B9CF2E-133D-95E7-FBB9-20A95996BDD8}"/>
          </ac:spMkLst>
        </pc:spChg>
        <pc:picChg chg="del">
          <ac:chgData name="Sergio Molina" userId="20636364146_tp_box_2" providerId="OAuth2" clId="{44CDD4FA-DF07-4B69-BC01-0B2B69272B43}" dt="2026-07-21T22:42:07.094" v="2804" actId="478"/>
          <ac:picMkLst>
            <pc:docMk/>
            <pc:sldMk cId="3769872565" sldId="1286"/>
            <ac:picMk id="6" creationId="{383B904D-36ED-C2F6-8FEC-FF854F8E2375}"/>
          </ac:picMkLst>
        </pc:picChg>
        <pc:picChg chg="add mod ord modCrop">
          <ac:chgData name="Sergio Molina" userId="20636364146_tp_box_2" providerId="OAuth2" clId="{44CDD4FA-DF07-4B69-BC01-0B2B69272B43}" dt="2026-07-21T22:42:14.875" v="2809" actId="1076"/>
          <ac:picMkLst>
            <pc:docMk/>
            <pc:sldMk cId="3769872565" sldId="1286"/>
            <ac:picMk id="8" creationId="{BF64347F-D59C-E2B3-DB9F-72245764F607}"/>
          </ac:picMkLst>
        </pc:picChg>
      </pc:sldChg>
      <pc:sldChg chg="addSp delSp modSp add mod">
        <pc:chgData name="Sergio Molina" userId="20636364146_tp_box_2" providerId="OAuth2" clId="{44CDD4FA-DF07-4B69-BC01-0B2B69272B43}" dt="2026-07-21T22:44:38.835" v="3098" actId="1076"/>
        <pc:sldMkLst>
          <pc:docMk/>
          <pc:sldMk cId="3323923613" sldId="1287"/>
        </pc:sldMkLst>
        <pc:spChg chg="mod">
          <ac:chgData name="Sergio Molina" userId="20636364146_tp_box_2" providerId="OAuth2" clId="{44CDD4FA-DF07-4B69-BC01-0B2B69272B43}" dt="2026-07-21T22:43:14.278" v="2880" actId="20577"/>
          <ac:spMkLst>
            <pc:docMk/>
            <pc:sldMk cId="3323923613" sldId="1287"/>
            <ac:spMk id="4" creationId="{BA86BBB2-03ED-F944-2D00-A6B6C9C31BDC}"/>
          </ac:spMkLst>
        </pc:spChg>
        <pc:spChg chg="mod">
          <ac:chgData name="Sergio Molina" userId="20636364146_tp_box_2" providerId="OAuth2" clId="{44CDD4FA-DF07-4B69-BC01-0B2B69272B43}" dt="2026-07-21T22:44:38.835" v="3098" actId="1076"/>
          <ac:spMkLst>
            <pc:docMk/>
            <pc:sldMk cId="3323923613" sldId="1287"/>
            <ac:spMk id="7" creationId="{6CFC3613-EF8F-556C-4F6B-80339F694763}"/>
          </ac:spMkLst>
        </pc:spChg>
        <pc:spChg chg="mod">
          <ac:chgData name="Sergio Molina" userId="20636364146_tp_box_2" providerId="OAuth2" clId="{44CDD4FA-DF07-4B69-BC01-0B2B69272B43}" dt="2026-07-21T22:43:53.789" v="2888" actId="1076"/>
          <ac:spMkLst>
            <pc:docMk/>
            <pc:sldMk cId="3323923613" sldId="1287"/>
            <ac:spMk id="9" creationId="{F4862D3D-3833-BF53-9C24-D61AF10ACD58}"/>
          </ac:spMkLst>
        </pc:spChg>
        <pc:picChg chg="add mod ord">
          <ac:chgData name="Sergio Molina" userId="20636364146_tp_box_2" providerId="OAuth2" clId="{44CDD4FA-DF07-4B69-BC01-0B2B69272B43}" dt="2026-07-21T22:43:47.070" v="2885" actId="1076"/>
          <ac:picMkLst>
            <pc:docMk/>
            <pc:sldMk cId="3323923613" sldId="1287"/>
            <ac:picMk id="6" creationId="{5C87584F-A52F-137E-91B6-AE1CBAB88ACA}"/>
          </ac:picMkLst>
        </pc:picChg>
        <pc:picChg chg="del">
          <ac:chgData name="Sergio Molina" userId="20636364146_tp_box_2" providerId="OAuth2" clId="{44CDD4FA-DF07-4B69-BC01-0B2B69272B43}" dt="2026-07-21T22:43:16.645" v="2881" actId="478"/>
          <ac:picMkLst>
            <pc:docMk/>
            <pc:sldMk cId="3323923613" sldId="1287"/>
            <ac:picMk id="12" creationId="{3DDEC454-8300-CDD6-9D14-D3E628DFE21F}"/>
          </ac:picMkLst>
        </pc:picChg>
      </pc:sldChg>
      <pc:sldChg chg="addSp delSp modSp add mod">
        <pc:chgData name="Sergio Molina" userId="20636364146_tp_box_2" providerId="OAuth2" clId="{44CDD4FA-DF07-4B69-BC01-0B2B69272B43}" dt="2026-07-21T22:46:14.861" v="3215" actId="20577"/>
        <pc:sldMkLst>
          <pc:docMk/>
          <pc:sldMk cId="3171862717" sldId="1288"/>
        </pc:sldMkLst>
        <pc:spChg chg="mod">
          <ac:chgData name="Sergio Molina" userId="20636364146_tp_box_2" providerId="OAuth2" clId="{44CDD4FA-DF07-4B69-BC01-0B2B69272B43}" dt="2026-07-21T22:45:34.326" v="3138" actId="20577"/>
          <ac:spMkLst>
            <pc:docMk/>
            <pc:sldMk cId="3171862717" sldId="1288"/>
            <ac:spMk id="4" creationId="{C603C608-6DF9-2677-54DD-341111F0327F}"/>
          </ac:spMkLst>
        </pc:spChg>
        <pc:spChg chg="mod">
          <ac:chgData name="Sergio Molina" userId="20636364146_tp_box_2" providerId="OAuth2" clId="{44CDD4FA-DF07-4B69-BC01-0B2B69272B43}" dt="2026-07-21T22:46:14.861" v="3215" actId="20577"/>
          <ac:spMkLst>
            <pc:docMk/>
            <pc:sldMk cId="3171862717" sldId="1288"/>
            <ac:spMk id="7" creationId="{8CC6FB43-6EF0-088E-2EFA-FF15A6B9FF0F}"/>
          </ac:spMkLst>
        </pc:spChg>
        <pc:spChg chg="mod">
          <ac:chgData name="Sergio Molina" userId="20636364146_tp_box_2" providerId="OAuth2" clId="{44CDD4FA-DF07-4B69-BC01-0B2B69272B43}" dt="2026-07-21T22:45:57.300" v="3145" actId="20577"/>
          <ac:spMkLst>
            <pc:docMk/>
            <pc:sldMk cId="3171862717" sldId="1288"/>
            <ac:spMk id="9" creationId="{3D423040-74FF-26A5-54D0-42910B08DC94}"/>
          </ac:spMkLst>
        </pc:spChg>
        <pc:picChg chg="del">
          <ac:chgData name="Sergio Molina" userId="20636364146_tp_box_2" providerId="OAuth2" clId="{44CDD4FA-DF07-4B69-BC01-0B2B69272B43}" dt="2026-07-21T22:45:48.388" v="3139" actId="478"/>
          <ac:picMkLst>
            <pc:docMk/>
            <pc:sldMk cId="3171862717" sldId="1288"/>
            <ac:picMk id="6" creationId="{C6E22F67-D716-FC90-E6E6-125E748962D7}"/>
          </ac:picMkLst>
        </pc:picChg>
        <pc:picChg chg="add mod ord">
          <ac:chgData name="Sergio Molina" userId="20636364146_tp_box_2" providerId="OAuth2" clId="{44CDD4FA-DF07-4B69-BC01-0B2B69272B43}" dt="2026-07-21T22:45:52.625" v="3143" actId="1076"/>
          <ac:picMkLst>
            <pc:docMk/>
            <pc:sldMk cId="3171862717" sldId="1288"/>
            <ac:picMk id="8" creationId="{41791B84-373A-9FCB-93CF-8C87E712E136}"/>
          </ac:picMkLst>
        </pc:picChg>
      </pc:sldChg>
      <pc:sldChg chg="addSp delSp modSp add mod">
        <pc:chgData name="Sergio Molina" userId="20636364146_tp_box_2" providerId="OAuth2" clId="{44CDD4FA-DF07-4B69-BC01-0B2B69272B43}" dt="2026-07-21T22:47:52.412" v="3368" actId="20577"/>
        <pc:sldMkLst>
          <pc:docMk/>
          <pc:sldMk cId="4128497571" sldId="1289"/>
        </pc:sldMkLst>
        <pc:spChg chg="mod">
          <ac:chgData name="Sergio Molina" userId="20636364146_tp_box_2" providerId="OAuth2" clId="{44CDD4FA-DF07-4B69-BC01-0B2B69272B43}" dt="2026-07-21T22:47:52.412" v="3368" actId="20577"/>
          <ac:spMkLst>
            <pc:docMk/>
            <pc:sldMk cId="4128497571" sldId="1289"/>
            <ac:spMk id="7" creationId="{3F5045F9-1A70-C5B1-1589-6884EB17B26D}"/>
          </ac:spMkLst>
        </pc:spChg>
        <pc:spChg chg="mod">
          <ac:chgData name="Sergio Molina" userId="20636364146_tp_box_2" providerId="OAuth2" clId="{44CDD4FA-DF07-4B69-BC01-0B2B69272B43}" dt="2026-07-21T22:47:08.575" v="3224" actId="1076"/>
          <ac:spMkLst>
            <pc:docMk/>
            <pc:sldMk cId="4128497571" sldId="1289"/>
            <ac:spMk id="9" creationId="{6349C269-0852-0064-4B02-3A08BF8C05BC}"/>
          </ac:spMkLst>
        </pc:spChg>
        <pc:spChg chg="add mod">
          <ac:chgData name="Sergio Molina" userId="20636364146_tp_box_2" providerId="OAuth2" clId="{44CDD4FA-DF07-4B69-BC01-0B2B69272B43}" dt="2026-07-21T22:47:13.436" v="3228" actId="20577"/>
          <ac:spMkLst>
            <pc:docMk/>
            <pc:sldMk cId="4128497571" sldId="1289"/>
            <ac:spMk id="10" creationId="{618B29BF-1B1F-585D-3C34-6BC781C0E091}"/>
          </ac:spMkLst>
        </pc:spChg>
        <pc:picChg chg="add mod ord">
          <ac:chgData name="Sergio Molina" userId="20636364146_tp_box_2" providerId="OAuth2" clId="{44CDD4FA-DF07-4B69-BC01-0B2B69272B43}" dt="2026-07-21T22:46:58.916" v="3221" actId="1076"/>
          <ac:picMkLst>
            <pc:docMk/>
            <pc:sldMk cId="4128497571" sldId="1289"/>
            <ac:picMk id="6" creationId="{F0FBDC39-0AD4-847E-A0E7-E270C64DF551}"/>
          </ac:picMkLst>
        </pc:picChg>
        <pc:picChg chg="del">
          <ac:chgData name="Sergio Molina" userId="20636364146_tp_box_2" providerId="OAuth2" clId="{44CDD4FA-DF07-4B69-BC01-0B2B69272B43}" dt="2026-07-21T22:46:19.308" v="3217" actId="478"/>
          <ac:picMkLst>
            <pc:docMk/>
            <pc:sldMk cId="4128497571" sldId="1289"/>
            <ac:picMk id="8" creationId="{EF2D5740-0CE1-6AA7-7732-7CECA1E4C82B}"/>
          </ac:picMkLst>
        </pc:picChg>
      </pc:sldChg>
      <pc:sldChg chg="addSp delSp modSp add mod">
        <pc:chgData name="Sergio Molina" userId="20636364146_tp_box_2" providerId="OAuth2" clId="{44CDD4FA-DF07-4B69-BC01-0B2B69272B43}" dt="2026-07-21T22:57:04.667" v="3447" actId="22"/>
        <pc:sldMkLst>
          <pc:docMk/>
          <pc:sldMk cId="2019806628" sldId="1290"/>
        </pc:sldMkLst>
        <pc:spChg chg="mod">
          <ac:chgData name="Sergio Molina" userId="20636364146_tp_box_2" providerId="OAuth2" clId="{44CDD4FA-DF07-4B69-BC01-0B2B69272B43}" dt="2026-07-21T22:48:50.214" v="3445" actId="20577"/>
          <ac:spMkLst>
            <pc:docMk/>
            <pc:sldMk cId="2019806628" sldId="1290"/>
            <ac:spMk id="7" creationId="{93A30268-9249-C510-7C36-0A8E68D16D0F}"/>
          </ac:spMkLst>
        </pc:spChg>
        <pc:spChg chg="del">
          <ac:chgData name="Sergio Molina" userId="20636364146_tp_box_2" providerId="OAuth2" clId="{44CDD4FA-DF07-4B69-BC01-0B2B69272B43}" dt="2026-07-21T22:48:06.267" v="3371" actId="478"/>
          <ac:spMkLst>
            <pc:docMk/>
            <pc:sldMk cId="2019806628" sldId="1290"/>
            <ac:spMk id="9" creationId="{30AA90A6-50E8-CFE2-6E98-34F3901605C7}"/>
          </ac:spMkLst>
        </pc:spChg>
        <pc:spChg chg="mod">
          <ac:chgData name="Sergio Molina" userId="20636364146_tp_box_2" providerId="OAuth2" clId="{44CDD4FA-DF07-4B69-BC01-0B2B69272B43}" dt="2026-07-21T22:48:32.099" v="3377" actId="20577"/>
          <ac:spMkLst>
            <pc:docMk/>
            <pc:sldMk cId="2019806628" sldId="1290"/>
            <ac:spMk id="10" creationId="{89F6774B-A81D-D113-C2A8-41737DDA5462}"/>
          </ac:spMkLst>
        </pc:spChg>
        <pc:spChg chg="add del">
          <ac:chgData name="Sergio Molina" userId="20636364146_tp_box_2" providerId="OAuth2" clId="{44CDD4FA-DF07-4B69-BC01-0B2B69272B43}" dt="2026-07-21T22:57:04.667" v="3447" actId="22"/>
          <ac:spMkLst>
            <pc:docMk/>
            <pc:sldMk cId="2019806628" sldId="1290"/>
            <ac:spMk id="12" creationId="{3438DF66-AB59-F237-9F87-8A76B1443959}"/>
          </ac:spMkLst>
        </pc:spChg>
        <pc:picChg chg="del">
          <ac:chgData name="Sergio Molina" userId="20636364146_tp_box_2" providerId="OAuth2" clId="{44CDD4FA-DF07-4B69-BC01-0B2B69272B43}" dt="2026-07-21T22:48:04.907" v="3370" actId="478"/>
          <ac:picMkLst>
            <pc:docMk/>
            <pc:sldMk cId="2019806628" sldId="1290"/>
            <ac:picMk id="6" creationId="{62B2857F-01DC-A999-9235-269ECB98BD60}"/>
          </ac:picMkLst>
        </pc:picChg>
        <pc:picChg chg="add mod ord">
          <ac:chgData name="Sergio Molina" userId="20636364146_tp_box_2" providerId="OAuth2" clId="{44CDD4FA-DF07-4B69-BC01-0B2B69272B43}" dt="2026-07-21T22:48:27.048" v="3375" actId="1076"/>
          <ac:picMkLst>
            <pc:docMk/>
            <pc:sldMk cId="2019806628" sldId="1290"/>
            <ac:picMk id="8" creationId="{2811F031-BC5D-DC3F-6706-1CAF3DC559C2}"/>
          </ac:picMkLst>
        </pc:picChg>
      </pc:sldChg>
      <pc:sldChg chg="addSp delSp modSp add mod">
        <pc:chgData name="Sergio Molina" userId="20636364146_tp_box_2" providerId="OAuth2" clId="{44CDD4FA-DF07-4B69-BC01-0B2B69272B43}" dt="2026-07-21T23:00:22.326" v="3818" actId="478"/>
        <pc:sldMkLst>
          <pc:docMk/>
          <pc:sldMk cId="3735950755" sldId="1291"/>
        </pc:sldMkLst>
        <pc:spChg chg="mod">
          <ac:chgData name="Sergio Molina" userId="20636364146_tp_box_2" providerId="OAuth2" clId="{44CDD4FA-DF07-4B69-BC01-0B2B69272B43}" dt="2026-07-21T23:00:19.821" v="3817" actId="1076"/>
          <ac:spMkLst>
            <pc:docMk/>
            <pc:sldMk cId="3735950755" sldId="1291"/>
            <ac:spMk id="7" creationId="{3AEEB61A-B650-E096-17CB-8D53D8FF4644}"/>
          </ac:spMkLst>
        </pc:spChg>
        <pc:spChg chg="del">
          <ac:chgData name="Sergio Molina" userId="20636364146_tp_box_2" providerId="OAuth2" clId="{44CDD4FA-DF07-4B69-BC01-0B2B69272B43}" dt="2026-07-21T23:00:22.326" v="3818" actId="478"/>
          <ac:spMkLst>
            <pc:docMk/>
            <pc:sldMk cId="3735950755" sldId="1291"/>
            <ac:spMk id="10" creationId="{8572FBEC-2BA3-E7A4-B9D6-3C88CD99586C}"/>
          </ac:spMkLst>
        </pc:spChg>
        <pc:picChg chg="add mod">
          <ac:chgData name="Sergio Molina" userId="20636364146_tp_box_2" providerId="OAuth2" clId="{44CDD4FA-DF07-4B69-BC01-0B2B69272B43}" dt="2026-07-21T22:58:31.626" v="3460" actId="1076"/>
          <ac:picMkLst>
            <pc:docMk/>
            <pc:sldMk cId="3735950755" sldId="1291"/>
            <ac:picMk id="6" creationId="{D7392D82-AB8C-45A7-914D-4971AB031894}"/>
          </ac:picMkLst>
        </pc:picChg>
        <pc:picChg chg="del">
          <ac:chgData name="Sergio Molina" userId="20636364146_tp_box_2" providerId="OAuth2" clId="{44CDD4FA-DF07-4B69-BC01-0B2B69272B43}" dt="2026-07-21T22:57:08.527" v="3449" actId="478"/>
          <ac:picMkLst>
            <pc:docMk/>
            <pc:sldMk cId="3735950755" sldId="1291"/>
            <ac:picMk id="8" creationId="{F2220E61-8D42-BCDE-6E44-97DEFD79BD75}"/>
          </ac:picMkLst>
        </pc:picChg>
        <pc:picChg chg="add mod ord">
          <ac:chgData name="Sergio Molina" userId="20636364146_tp_box_2" providerId="OAuth2" clId="{44CDD4FA-DF07-4B69-BC01-0B2B69272B43}" dt="2026-07-21T22:58:56.846" v="3464" actId="1076"/>
          <ac:picMkLst>
            <pc:docMk/>
            <pc:sldMk cId="3735950755" sldId="1291"/>
            <ac:picMk id="11" creationId="{C3BF62DE-87A6-1EF3-A640-76D18B627A16}"/>
          </ac:picMkLst>
        </pc:picChg>
        <pc:picChg chg="add del mod">
          <ac:chgData name="Sergio Molina" userId="20636364146_tp_box_2" providerId="OAuth2" clId="{44CDD4FA-DF07-4B69-BC01-0B2B69272B43}" dt="2026-07-21T22:58:54.158" v="3463" actId="478"/>
          <ac:picMkLst>
            <pc:docMk/>
            <pc:sldMk cId="3735950755" sldId="1291"/>
            <ac:picMk id="12" creationId="{FC23FCE9-9211-BD65-F241-DE61BF12ED43}"/>
          </ac:picMkLst>
        </pc:picChg>
      </pc:sldChg>
      <pc:sldChg chg="modSp add mod">
        <pc:chgData name="Sergio Molina" userId="20636364146_tp_box_2" providerId="OAuth2" clId="{44CDD4FA-DF07-4B69-BC01-0B2B69272B43}" dt="2026-07-21T23:21:50.871" v="3928" actId="20577"/>
        <pc:sldMkLst>
          <pc:docMk/>
          <pc:sldMk cId="2522266411" sldId="1292"/>
        </pc:sldMkLst>
        <pc:spChg chg="mod">
          <ac:chgData name="Sergio Molina" userId="20636364146_tp_box_2" providerId="OAuth2" clId="{44CDD4FA-DF07-4B69-BC01-0B2B69272B43}" dt="2026-07-21T23:21:38.663" v="3893" actId="20577"/>
          <ac:spMkLst>
            <pc:docMk/>
            <pc:sldMk cId="2522266411" sldId="1292"/>
            <ac:spMk id="16" creationId="{89584331-DF54-8A33-0148-F7FEE025BC4A}"/>
          </ac:spMkLst>
        </pc:spChg>
        <pc:spChg chg="mod">
          <ac:chgData name="Sergio Molina" userId="20636364146_tp_box_2" providerId="OAuth2" clId="{44CDD4FA-DF07-4B69-BC01-0B2B69272B43}" dt="2026-07-21T23:21:50.871" v="3928" actId="20577"/>
          <ac:spMkLst>
            <pc:docMk/>
            <pc:sldMk cId="2522266411" sldId="1292"/>
            <ac:spMk id="17" creationId="{B6313F96-C955-9A86-238A-DEE3AC4CC86E}"/>
          </ac:spMkLst>
        </pc:spChg>
      </pc:sldChg>
      <pc:sldChg chg="addSp delSp modSp add mod">
        <pc:chgData name="Sergio Molina" userId="20636364146_tp_box_2" providerId="OAuth2" clId="{44CDD4FA-DF07-4B69-BC01-0B2B69272B43}" dt="2026-07-21T23:31:36.559" v="4203" actId="404"/>
        <pc:sldMkLst>
          <pc:docMk/>
          <pc:sldMk cId="2387981801" sldId="1293"/>
        </pc:sldMkLst>
        <pc:spChg chg="mod">
          <ac:chgData name="Sergio Molina" userId="20636364146_tp_box_2" providerId="OAuth2" clId="{44CDD4FA-DF07-4B69-BC01-0B2B69272B43}" dt="2026-07-21T23:31:36.559" v="4203" actId="404"/>
          <ac:spMkLst>
            <pc:docMk/>
            <pc:sldMk cId="2387981801" sldId="1293"/>
            <ac:spMk id="4" creationId="{FCF676A3-7496-84C1-1DD8-C8C3CFA13EA4}"/>
          </ac:spMkLst>
        </pc:spChg>
        <pc:spChg chg="mod">
          <ac:chgData name="Sergio Molina" userId="20636364146_tp_box_2" providerId="OAuth2" clId="{44CDD4FA-DF07-4B69-BC01-0B2B69272B43}" dt="2026-07-21T23:26:58.340" v="4012" actId="14100"/>
          <ac:spMkLst>
            <pc:docMk/>
            <pc:sldMk cId="2387981801" sldId="1293"/>
            <ac:spMk id="7" creationId="{40E2F605-E39C-CBF1-CC95-FBBF20D80486}"/>
          </ac:spMkLst>
        </pc:spChg>
        <pc:spChg chg="mod">
          <ac:chgData name="Sergio Molina" userId="20636364146_tp_box_2" providerId="OAuth2" clId="{44CDD4FA-DF07-4B69-BC01-0B2B69272B43}" dt="2026-07-21T23:26:36.873" v="3940" actId="1076"/>
          <ac:spMkLst>
            <pc:docMk/>
            <pc:sldMk cId="2387981801" sldId="1293"/>
            <ac:spMk id="9" creationId="{4DCCDD53-17BA-C5A1-20C3-B4122E86E559}"/>
          </ac:spMkLst>
        </pc:spChg>
        <pc:picChg chg="add mod ord">
          <ac:chgData name="Sergio Molina" userId="20636364146_tp_box_2" providerId="OAuth2" clId="{44CDD4FA-DF07-4B69-BC01-0B2B69272B43}" dt="2026-07-21T23:26:32.657" v="3937" actId="1076"/>
          <ac:picMkLst>
            <pc:docMk/>
            <pc:sldMk cId="2387981801" sldId="1293"/>
            <ac:picMk id="6" creationId="{860AF8A4-6254-638F-C362-31437D266280}"/>
          </ac:picMkLst>
        </pc:picChg>
        <pc:picChg chg="del">
          <ac:chgData name="Sergio Molina" userId="20636364146_tp_box_2" providerId="OAuth2" clId="{44CDD4FA-DF07-4B69-BC01-0B2B69272B43}" dt="2026-07-21T23:25:46.237" v="3931" actId="478"/>
          <ac:picMkLst>
            <pc:docMk/>
            <pc:sldMk cId="2387981801" sldId="1293"/>
            <ac:picMk id="8" creationId="{ED50E7FA-FA16-8CE9-7636-2EF736B6C5B2}"/>
          </ac:picMkLst>
        </pc:picChg>
      </pc:sldChg>
      <pc:sldChg chg="addSp delSp modSp add mod">
        <pc:chgData name="Sergio Molina" userId="20636364146_tp_box_2" providerId="OAuth2" clId="{44CDD4FA-DF07-4B69-BC01-0B2B69272B43}" dt="2026-07-21T23:31:43.168" v="4205" actId="404"/>
        <pc:sldMkLst>
          <pc:docMk/>
          <pc:sldMk cId="4015954435" sldId="1294"/>
        </pc:sldMkLst>
        <pc:spChg chg="mod">
          <ac:chgData name="Sergio Molina" userId="20636364146_tp_box_2" providerId="OAuth2" clId="{44CDD4FA-DF07-4B69-BC01-0B2B69272B43}" dt="2026-07-21T23:31:43.168" v="4205" actId="404"/>
          <ac:spMkLst>
            <pc:docMk/>
            <pc:sldMk cId="4015954435" sldId="1294"/>
            <ac:spMk id="4" creationId="{3C338BDC-0FCE-05EE-FD41-26DA61ACDC53}"/>
          </ac:spMkLst>
        </pc:spChg>
        <pc:spChg chg="mod">
          <ac:chgData name="Sergio Molina" userId="20636364146_tp_box_2" providerId="OAuth2" clId="{44CDD4FA-DF07-4B69-BC01-0B2B69272B43}" dt="2026-07-21T23:28:15.323" v="4062" actId="20577"/>
          <ac:spMkLst>
            <pc:docMk/>
            <pc:sldMk cId="4015954435" sldId="1294"/>
            <ac:spMk id="7" creationId="{2131D576-9F75-6AFB-A2EA-5B4E54F5DDCE}"/>
          </ac:spMkLst>
        </pc:spChg>
        <pc:spChg chg="mod">
          <ac:chgData name="Sergio Molina" userId="20636364146_tp_box_2" providerId="OAuth2" clId="{44CDD4FA-DF07-4B69-BC01-0B2B69272B43}" dt="2026-07-21T23:29:23.708" v="4072" actId="1076"/>
          <ac:spMkLst>
            <pc:docMk/>
            <pc:sldMk cId="4015954435" sldId="1294"/>
            <ac:spMk id="9" creationId="{36100F0E-DA6E-CB81-45A5-7F959FDDCBB1}"/>
          </ac:spMkLst>
        </pc:spChg>
        <pc:picChg chg="del">
          <ac:chgData name="Sergio Molina" userId="20636364146_tp_box_2" providerId="OAuth2" clId="{44CDD4FA-DF07-4B69-BC01-0B2B69272B43}" dt="2026-07-21T23:27:43.589" v="4014" actId="478"/>
          <ac:picMkLst>
            <pc:docMk/>
            <pc:sldMk cId="4015954435" sldId="1294"/>
            <ac:picMk id="6" creationId="{44107B2F-2C8D-E199-F2E2-A11022BEE2BA}"/>
          </ac:picMkLst>
        </pc:picChg>
        <pc:picChg chg="add mod ord">
          <ac:chgData name="Sergio Molina" userId="20636364146_tp_box_2" providerId="OAuth2" clId="{44CDD4FA-DF07-4B69-BC01-0B2B69272B43}" dt="2026-07-21T23:28:02.939" v="4018" actId="1076"/>
          <ac:picMkLst>
            <pc:docMk/>
            <pc:sldMk cId="4015954435" sldId="1294"/>
            <ac:picMk id="8" creationId="{66B24E1C-5B1A-1376-3C92-342365226EC7}"/>
          </ac:picMkLst>
        </pc:picChg>
      </pc:sldChg>
      <pc:sldChg chg="addSp delSp modSp add mod">
        <pc:chgData name="Sergio Molina" userId="20636364146_tp_box_2" providerId="OAuth2" clId="{44CDD4FA-DF07-4B69-BC01-0B2B69272B43}" dt="2026-07-21T23:31:49.095" v="4206" actId="1076"/>
        <pc:sldMkLst>
          <pc:docMk/>
          <pc:sldMk cId="1960795223" sldId="1295"/>
        </pc:sldMkLst>
        <pc:spChg chg="mod">
          <ac:chgData name="Sergio Molina" userId="20636364146_tp_box_2" providerId="OAuth2" clId="{44CDD4FA-DF07-4B69-BC01-0B2B69272B43}" dt="2026-07-21T23:31:29.989" v="4201" actId="404"/>
          <ac:spMkLst>
            <pc:docMk/>
            <pc:sldMk cId="1960795223" sldId="1295"/>
            <ac:spMk id="4" creationId="{BCB111E9-B2E5-6CCF-11E1-2E3AF0F203D0}"/>
          </ac:spMkLst>
        </pc:spChg>
        <pc:spChg chg="mod">
          <ac:chgData name="Sergio Molina" userId="20636364146_tp_box_2" providerId="OAuth2" clId="{44CDD4FA-DF07-4B69-BC01-0B2B69272B43}" dt="2026-07-21T23:29:55.689" v="4187" actId="1076"/>
          <ac:spMkLst>
            <pc:docMk/>
            <pc:sldMk cId="1960795223" sldId="1295"/>
            <ac:spMk id="7" creationId="{E64C01A8-4489-22A0-A97F-D65CB538C97A}"/>
          </ac:spMkLst>
        </pc:spChg>
        <pc:spChg chg="mod">
          <ac:chgData name="Sergio Molina" userId="20636364146_tp_box_2" providerId="OAuth2" clId="{44CDD4FA-DF07-4B69-BC01-0B2B69272B43}" dt="2026-07-21T23:29:29.363" v="4075" actId="1076"/>
          <ac:spMkLst>
            <pc:docMk/>
            <pc:sldMk cId="1960795223" sldId="1295"/>
            <ac:spMk id="9" creationId="{B59A5587-6E43-F8E9-9583-E76EE00416BE}"/>
          </ac:spMkLst>
        </pc:spChg>
        <pc:picChg chg="add mod ord">
          <ac:chgData name="Sergio Molina" userId="20636364146_tp_box_2" providerId="OAuth2" clId="{44CDD4FA-DF07-4B69-BC01-0B2B69272B43}" dt="2026-07-21T23:31:49.095" v="4206" actId="1076"/>
          <ac:picMkLst>
            <pc:docMk/>
            <pc:sldMk cId="1960795223" sldId="1295"/>
            <ac:picMk id="6" creationId="{362197D2-1138-4AE1-219E-2B6D4319A8CA}"/>
          </ac:picMkLst>
        </pc:picChg>
        <pc:picChg chg="del">
          <ac:chgData name="Sergio Molina" userId="20636364146_tp_box_2" providerId="OAuth2" clId="{44CDD4FA-DF07-4B69-BC01-0B2B69272B43}" dt="2026-07-21T23:28:45.653" v="4064" actId="478"/>
          <ac:picMkLst>
            <pc:docMk/>
            <pc:sldMk cId="1960795223" sldId="1295"/>
            <ac:picMk id="8" creationId="{52F2BE71-2041-F1AE-63BB-F853A0819446}"/>
          </ac:picMkLst>
        </pc:picChg>
      </pc:sldChg>
      <pc:sldChg chg="addSp delSp modSp add mod">
        <pc:chgData name="Sergio Molina" userId="20636364146_tp_box_2" providerId="OAuth2" clId="{44CDD4FA-DF07-4B69-BC01-0B2B69272B43}" dt="2026-07-21T23:32:18.347" v="4262" actId="20577"/>
        <pc:sldMkLst>
          <pc:docMk/>
          <pc:sldMk cId="2999953864" sldId="1296"/>
        </pc:sldMkLst>
        <pc:spChg chg="mod">
          <ac:chgData name="Sergio Molina" userId="20636364146_tp_box_2" providerId="OAuth2" clId="{44CDD4FA-DF07-4B69-BC01-0B2B69272B43}" dt="2026-07-21T23:31:22.300" v="4199" actId="404"/>
          <ac:spMkLst>
            <pc:docMk/>
            <pc:sldMk cId="2999953864" sldId="1296"/>
            <ac:spMk id="4" creationId="{3E748A35-B353-02F9-3538-1AB979022322}"/>
          </ac:spMkLst>
        </pc:spChg>
        <pc:spChg chg="mod">
          <ac:chgData name="Sergio Molina" userId="20636364146_tp_box_2" providerId="OAuth2" clId="{44CDD4FA-DF07-4B69-BC01-0B2B69272B43}" dt="2026-07-21T23:32:18.347" v="4262" actId="20577"/>
          <ac:spMkLst>
            <pc:docMk/>
            <pc:sldMk cId="2999953864" sldId="1296"/>
            <ac:spMk id="7" creationId="{A85C01D4-C5C7-5D5B-83B2-0035135D29AB}"/>
          </ac:spMkLst>
        </pc:spChg>
        <pc:spChg chg="mod">
          <ac:chgData name="Sergio Molina" userId="20636364146_tp_box_2" providerId="OAuth2" clId="{44CDD4FA-DF07-4B69-BC01-0B2B69272B43}" dt="2026-07-21T23:32:16.438" v="4260" actId="1076"/>
          <ac:spMkLst>
            <pc:docMk/>
            <pc:sldMk cId="2999953864" sldId="1296"/>
            <ac:spMk id="9" creationId="{433AE207-6D58-0A8B-96F5-B2A05C9D7A92}"/>
          </ac:spMkLst>
        </pc:spChg>
        <pc:picChg chg="del">
          <ac:chgData name="Sergio Molina" userId="20636364146_tp_box_2" providerId="OAuth2" clId="{44CDD4FA-DF07-4B69-BC01-0B2B69272B43}" dt="2026-07-21T23:30:52.459" v="4189" actId="478"/>
          <ac:picMkLst>
            <pc:docMk/>
            <pc:sldMk cId="2999953864" sldId="1296"/>
            <ac:picMk id="6" creationId="{810CEA70-70C2-416B-9B19-BC33739B3F6B}"/>
          </ac:picMkLst>
        </pc:picChg>
        <pc:picChg chg="add mod ord">
          <ac:chgData name="Sergio Molina" userId="20636364146_tp_box_2" providerId="OAuth2" clId="{44CDD4FA-DF07-4B69-BC01-0B2B69272B43}" dt="2026-07-21T23:31:51.111" v="4207" actId="1076"/>
          <ac:picMkLst>
            <pc:docMk/>
            <pc:sldMk cId="2999953864" sldId="1296"/>
            <ac:picMk id="8" creationId="{27F18D4C-80AA-0173-6732-D8696DBEE3F1}"/>
          </ac:picMkLst>
        </pc:picChg>
      </pc:sldChg>
      <pc:sldChg chg="addSp delSp modSp add mod">
        <pc:chgData name="Sergio Molina" userId="20636364146_tp_box_2" providerId="OAuth2" clId="{44CDD4FA-DF07-4B69-BC01-0B2B69272B43}" dt="2026-07-21T23:35:20.303" v="4367" actId="20577"/>
        <pc:sldMkLst>
          <pc:docMk/>
          <pc:sldMk cId="107979527" sldId="1297"/>
        </pc:sldMkLst>
        <pc:spChg chg="mod">
          <ac:chgData name="Sergio Molina" userId="20636364146_tp_box_2" providerId="OAuth2" clId="{44CDD4FA-DF07-4B69-BC01-0B2B69272B43}" dt="2026-07-21T23:35:10.257" v="4357" actId="20577"/>
          <ac:spMkLst>
            <pc:docMk/>
            <pc:sldMk cId="107979527" sldId="1297"/>
            <ac:spMk id="7" creationId="{6579133A-1089-E25F-38BF-A1248EC47F31}"/>
          </ac:spMkLst>
        </pc:spChg>
        <pc:spChg chg="mod">
          <ac:chgData name="Sergio Molina" userId="20636364146_tp_box_2" providerId="OAuth2" clId="{44CDD4FA-DF07-4B69-BC01-0B2B69272B43}" dt="2026-07-21T23:35:20.303" v="4367" actId="20577"/>
          <ac:spMkLst>
            <pc:docMk/>
            <pc:sldMk cId="107979527" sldId="1297"/>
            <ac:spMk id="9" creationId="{3FF59FFF-12B2-4BC6-204C-9D450CBE6AB1}"/>
          </ac:spMkLst>
        </pc:spChg>
        <pc:spChg chg="add mod">
          <ac:chgData name="Sergio Molina" userId="20636364146_tp_box_2" providerId="OAuth2" clId="{44CDD4FA-DF07-4B69-BC01-0B2B69272B43}" dt="2026-07-21T23:35:18.447" v="4365" actId="1036"/>
          <ac:spMkLst>
            <pc:docMk/>
            <pc:sldMk cId="107979527" sldId="1297"/>
            <ac:spMk id="10" creationId="{945C678D-8419-1B94-9B2A-0B76B2231FA7}"/>
          </ac:spMkLst>
        </pc:spChg>
        <pc:picChg chg="add mod ord">
          <ac:chgData name="Sergio Molina" userId="20636364146_tp_box_2" providerId="OAuth2" clId="{44CDD4FA-DF07-4B69-BC01-0B2B69272B43}" dt="2026-07-21T23:34:29.499" v="4268" actId="1076"/>
          <ac:picMkLst>
            <pc:docMk/>
            <pc:sldMk cId="107979527" sldId="1297"/>
            <ac:picMk id="6" creationId="{F35341F0-ED14-FEC4-933A-AC822F707642}"/>
          </ac:picMkLst>
        </pc:picChg>
        <pc:picChg chg="del">
          <ac:chgData name="Sergio Molina" userId="20636364146_tp_box_2" providerId="OAuth2" clId="{44CDD4FA-DF07-4B69-BC01-0B2B69272B43}" dt="2026-07-21T23:34:24.649" v="4264" actId="478"/>
          <ac:picMkLst>
            <pc:docMk/>
            <pc:sldMk cId="107979527" sldId="1297"/>
            <ac:picMk id="8" creationId="{BBEB34C7-349B-4186-3FF5-40DBF2C9A598}"/>
          </ac:picMkLst>
        </pc:picChg>
      </pc:sldChg>
      <pc:sldChg chg="addSp delSp modSp add mod">
        <pc:chgData name="Sergio Molina" userId="20636364146_tp_box_2" providerId="OAuth2" clId="{44CDD4FA-DF07-4B69-BC01-0B2B69272B43}" dt="2026-07-21T23:41:54.211" v="4483" actId="22"/>
        <pc:sldMkLst>
          <pc:docMk/>
          <pc:sldMk cId="983046211" sldId="1298"/>
        </pc:sldMkLst>
        <pc:spChg chg="mod">
          <ac:chgData name="Sergio Molina" userId="20636364146_tp_box_2" providerId="OAuth2" clId="{44CDD4FA-DF07-4B69-BC01-0B2B69272B43}" dt="2026-07-21T23:36:18.240" v="4451" actId="20577"/>
          <ac:spMkLst>
            <pc:docMk/>
            <pc:sldMk cId="983046211" sldId="1298"/>
            <ac:spMk id="7" creationId="{C13665E3-EC31-3F43-8B32-C10CDFDEFCF1}"/>
          </ac:spMkLst>
        </pc:spChg>
        <pc:spChg chg="mod">
          <ac:chgData name="Sergio Molina" userId="20636364146_tp_box_2" providerId="OAuth2" clId="{44CDD4FA-DF07-4B69-BC01-0B2B69272B43}" dt="2026-07-21T23:35:58.764" v="4377" actId="1076"/>
          <ac:spMkLst>
            <pc:docMk/>
            <pc:sldMk cId="983046211" sldId="1298"/>
            <ac:spMk id="9" creationId="{6293E243-007B-189F-BB40-B9451F241DAA}"/>
          </ac:spMkLst>
        </pc:spChg>
        <pc:spChg chg="del">
          <ac:chgData name="Sergio Molina" userId="20636364146_tp_box_2" providerId="OAuth2" clId="{44CDD4FA-DF07-4B69-BC01-0B2B69272B43}" dt="2026-07-21T23:35:55.970" v="4376" actId="478"/>
          <ac:spMkLst>
            <pc:docMk/>
            <pc:sldMk cId="983046211" sldId="1298"/>
            <ac:spMk id="10" creationId="{36715077-600A-81EA-D6CE-CDE4B10A94ED}"/>
          </ac:spMkLst>
        </pc:spChg>
        <pc:picChg chg="del">
          <ac:chgData name="Sergio Molina" userId="20636364146_tp_box_2" providerId="OAuth2" clId="{44CDD4FA-DF07-4B69-BC01-0B2B69272B43}" dt="2026-07-21T23:35:32.205" v="4369" actId="478"/>
          <ac:picMkLst>
            <pc:docMk/>
            <pc:sldMk cId="983046211" sldId="1298"/>
            <ac:picMk id="6" creationId="{2AC560B1-B761-BEBD-14CB-812583076F79}"/>
          </ac:picMkLst>
        </pc:picChg>
        <pc:picChg chg="add mod ord">
          <ac:chgData name="Sergio Molina" userId="20636364146_tp_box_2" providerId="OAuth2" clId="{44CDD4FA-DF07-4B69-BC01-0B2B69272B43}" dt="2026-07-21T23:35:51.086" v="4373" actId="1076"/>
          <ac:picMkLst>
            <pc:docMk/>
            <pc:sldMk cId="983046211" sldId="1298"/>
            <ac:picMk id="8" creationId="{5A58D2FD-43BC-70D3-E00B-C8078CF7C8D9}"/>
          </ac:picMkLst>
        </pc:picChg>
        <pc:picChg chg="add">
          <ac:chgData name="Sergio Molina" userId="20636364146_tp_box_2" providerId="OAuth2" clId="{44CDD4FA-DF07-4B69-BC01-0B2B69272B43}" dt="2026-07-21T23:41:54.211" v="4483" actId="22"/>
          <ac:picMkLst>
            <pc:docMk/>
            <pc:sldMk cId="983046211" sldId="1298"/>
            <ac:picMk id="12" creationId="{3C653C45-694F-71C5-48E6-855A01514DE6}"/>
          </ac:picMkLst>
        </pc:picChg>
      </pc:sldChg>
      <pc:sldChg chg="modSp add mod">
        <pc:chgData name="Sergio Molina" userId="20636364146_tp_box_2" providerId="OAuth2" clId="{44CDD4FA-DF07-4B69-BC01-0B2B69272B43}" dt="2026-07-21T23:41:27.252" v="4480" actId="20577"/>
        <pc:sldMkLst>
          <pc:docMk/>
          <pc:sldMk cId="3506634986" sldId="1299"/>
        </pc:sldMkLst>
        <pc:spChg chg="mod">
          <ac:chgData name="Sergio Molina" userId="20636364146_tp_box_2" providerId="OAuth2" clId="{44CDD4FA-DF07-4B69-BC01-0B2B69272B43}" dt="2026-07-21T23:41:27.252" v="4480" actId="20577"/>
          <ac:spMkLst>
            <pc:docMk/>
            <pc:sldMk cId="3506634986" sldId="1299"/>
            <ac:spMk id="17" creationId="{43D32A86-0BCC-272D-9E63-C8A3E801EF20}"/>
          </ac:spMkLst>
        </pc:spChg>
      </pc:sldChg>
      <pc:sldChg chg="delSp modSp add mod">
        <pc:chgData name="Sergio Molina" userId="20636364146_tp_box_2" providerId="OAuth2" clId="{44CDD4FA-DF07-4B69-BC01-0B2B69272B43}" dt="2026-07-22T00:04:33.254" v="4862" actId="20577"/>
        <pc:sldMkLst>
          <pc:docMk/>
          <pc:sldMk cId="34485554" sldId="1300"/>
        </pc:sldMkLst>
        <pc:spChg chg="mod">
          <ac:chgData name="Sergio Molina" userId="20636364146_tp_box_2" providerId="OAuth2" clId="{44CDD4FA-DF07-4B69-BC01-0B2B69272B43}" dt="2026-07-21T23:43:43.300" v="4591" actId="20577"/>
          <ac:spMkLst>
            <pc:docMk/>
            <pc:sldMk cId="34485554" sldId="1300"/>
            <ac:spMk id="4" creationId="{23E0762A-960C-057F-65E5-07167F8FF4DD}"/>
          </ac:spMkLst>
        </pc:spChg>
        <pc:spChg chg="mod">
          <ac:chgData name="Sergio Molina" userId="20636364146_tp_box_2" providerId="OAuth2" clId="{44CDD4FA-DF07-4B69-BC01-0B2B69272B43}" dt="2026-07-21T23:46:02.273" v="4705" actId="20577"/>
          <ac:spMkLst>
            <pc:docMk/>
            <pc:sldMk cId="34485554" sldId="1300"/>
            <ac:spMk id="7" creationId="{3A8B186A-8712-89EA-D4AB-77E347A9DB9E}"/>
          </ac:spMkLst>
        </pc:spChg>
        <pc:spChg chg="mod">
          <ac:chgData name="Sergio Molina" userId="20636364146_tp_box_2" providerId="OAuth2" clId="{44CDD4FA-DF07-4B69-BC01-0B2B69272B43}" dt="2026-07-22T00:04:33.254" v="4862" actId="20577"/>
          <ac:spMkLst>
            <pc:docMk/>
            <pc:sldMk cId="34485554" sldId="1300"/>
            <ac:spMk id="9" creationId="{CD4389A2-8C27-1029-EDB8-C5B92A3E7C82}"/>
          </ac:spMkLst>
        </pc:spChg>
        <pc:picChg chg="del">
          <ac:chgData name="Sergio Molina" userId="20636364146_tp_box_2" providerId="OAuth2" clId="{44CDD4FA-DF07-4B69-BC01-0B2B69272B43}" dt="2026-07-21T23:41:58.900" v="4486" actId="478"/>
          <ac:picMkLst>
            <pc:docMk/>
            <pc:sldMk cId="34485554" sldId="1300"/>
            <ac:picMk id="8" creationId="{357B57A5-AB98-6804-4436-3FD27DAFCCB5}"/>
          </ac:picMkLst>
        </pc:picChg>
        <pc:picChg chg="mod ord">
          <ac:chgData name="Sergio Molina" userId="20636364146_tp_box_2" providerId="OAuth2" clId="{44CDD4FA-DF07-4B69-BC01-0B2B69272B43}" dt="2026-07-21T23:42:05.528" v="4491" actId="1076"/>
          <ac:picMkLst>
            <pc:docMk/>
            <pc:sldMk cId="34485554" sldId="1300"/>
            <ac:picMk id="12" creationId="{BCD5BADA-65CE-E249-ECDD-9BF7E161A8F3}"/>
          </ac:picMkLst>
        </pc:picChg>
      </pc:sldChg>
      <pc:sldChg chg="add del">
        <pc:chgData name="Sergio Molina" userId="20636364146_tp_box_2" providerId="OAuth2" clId="{44CDD4FA-DF07-4B69-BC01-0B2B69272B43}" dt="2026-07-21T23:41:37.632" v="4482" actId="47"/>
        <pc:sldMkLst>
          <pc:docMk/>
          <pc:sldMk cId="1259685310" sldId="1300"/>
        </pc:sldMkLst>
      </pc:sldChg>
      <pc:sldChg chg="addSp delSp modSp add mod">
        <pc:chgData name="Sergio Molina" userId="20636364146_tp_box_2" providerId="OAuth2" clId="{44CDD4FA-DF07-4B69-BC01-0B2B69272B43}" dt="2026-07-22T00:05:05.397" v="4949"/>
        <pc:sldMkLst>
          <pc:docMk/>
          <pc:sldMk cId="2235043558" sldId="1301"/>
        </pc:sldMkLst>
        <pc:spChg chg="mod">
          <ac:chgData name="Sergio Molina" userId="20636364146_tp_box_2" providerId="OAuth2" clId="{44CDD4FA-DF07-4B69-BC01-0B2B69272B43}" dt="2026-07-22T00:05:05.397" v="4949"/>
          <ac:spMkLst>
            <pc:docMk/>
            <pc:sldMk cId="2235043558" sldId="1301"/>
            <ac:spMk id="7" creationId="{3EEA4632-9ABC-E085-20F1-5049408F2876}"/>
          </ac:spMkLst>
        </pc:spChg>
        <pc:spChg chg="mod">
          <ac:chgData name="Sergio Molina" userId="20636364146_tp_box_2" providerId="OAuth2" clId="{44CDD4FA-DF07-4B69-BC01-0B2B69272B43}" dt="2026-07-22T00:04:37.919" v="4864" actId="20577"/>
          <ac:spMkLst>
            <pc:docMk/>
            <pc:sldMk cId="2235043558" sldId="1301"/>
            <ac:spMk id="9" creationId="{0913A1B5-76C6-A8EF-F6D8-DB9BC53FC4AC}"/>
          </ac:spMkLst>
        </pc:spChg>
        <pc:picChg chg="add mod ord">
          <ac:chgData name="Sergio Molina" userId="20636364146_tp_box_2" providerId="OAuth2" clId="{44CDD4FA-DF07-4B69-BC01-0B2B69272B43}" dt="2026-07-21T23:55:02.618" v="4838" actId="1076"/>
          <ac:picMkLst>
            <pc:docMk/>
            <pc:sldMk cId="2235043558" sldId="1301"/>
            <ac:picMk id="6" creationId="{FA77FD94-E22E-4957-EEC3-CE3073872EE1}"/>
          </ac:picMkLst>
        </pc:picChg>
        <pc:picChg chg="del">
          <ac:chgData name="Sergio Molina" userId="20636364146_tp_box_2" providerId="OAuth2" clId="{44CDD4FA-DF07-4B69-BC01-0B2B69272B43}" dt="2026-07-21T23:43:51.149" v="4593" actId="478"/>
          <ac:picMkLst>
            <pc:docMk/>
            <pc:sldMk cId="2235043558" sldId="1301"/>
            <ac:picMk id="12" creationId="{FB42580B-36DC-C8C5-2A4B-6A1F62BF0AC0}"/>
          </ac:picMkLst>
        </pc:picChg>
      </pc:sldChg>
      <pc:sldChg chg="addSp delSp modSp add mod">
        <pc:chgData name="Sergio Molina" userId="20636364146_tp_box_2" providerId="OAuth2" clId="{44CDD4FA-DF07-4B69-BC01-0B2B69272B43}" dt="2026-07-21T23:48:17.960" v="4717" actId="478"/>
        <pc:sldMkLst>
          <pc:docMk/>
          <pc:sldMk cId="4053771749" sldId="1302"/>
        </pc:sldMkLst>
        <pc:spChg chg="mod">
          <ac:chgData name="Sergio Molina" userId="20636364146_tp_box_2" providerId="OAuth2" clId="{44CDD4FA-DF07-4B69-BC01-0B2B69272B43}" dt="2026-07-21T23:45:09.889" v="4595"/>
          <ac:spMkLst>
            <pc:docMk/>
            <pc:sldMk cId="4053771749" sldId="1302"/>
            <ac:spMk id="4" creationId="{49B8C843-98FE-90B0-A688-BD769C0443C9}"/>
          </ac:spMkLst>
        </pc:spChg>
        <pc:spChg chg="mod">
          <ac:chgData name="Sergio Molina" userId="20636364146_tp_box_2" providerId="OAuth2" clId="{44CDD4FA-DF07-4B69-BC01-0B2B69272B43}" dt="2026-07-21T23:45:53.459" v="4701" actId="20577"/>
          <ac:spMkLst>
            <pc:docMk/>
            <pc:sldMk cId="4053771749" sldId="1302"/>
            <ac:spMk id="7" creationId="{CDAE34FD-5DAB-4173-9F31-B93EF535A131}"/>
          </ac:spMkLst>
        </pc:spChg>
        <pc:spChg chg="mod">
          <ac:chgData name="Sergio Molina" userId="20636364146_tp_box_2" providerId="OAuth2" clId="{44CDD4FA-DF07-4B69-BC01-0B2B69272B43}" dt="2026-07-21T23:45:34.053" v="4602" actId="1076"/>
          <ac:spMkLst>
            <pc:docMk/>
            <pc:sldMk cId="4053771749" sldId="1302"/>
            <ac:spMk id="9" creationId="{248F1994-E59E-7E49-AC93-8CF02CA5403D}"/>
          </ac:spMkLst>
        </pc:spChg>
        <pc:picChg chg="add mod ord">
          <ac:chgData name="Sergio Molina" userId="20636364146_tp_box_2" providerId="OAuth2" clId="{44CDD4FA-DF07-4B69-BC01-0B2B69272B43}" dt="2026-07-21T23:45:31.484" v="4601" actId="14100"/>
          <ac:picMkLst>
            <pc:docMk/>
            <pc:sldMk cId="4053771749" sldId="1302"/>
            <ac:picMk id="6" creationId="{09449ACD-37F9-5E1C-5A0D-A2C7467D841E}"/>
          </ac:picMkLst>
        </pc:picChg>
        <pc:picChg chg="add del">
          <ac:chgData name="Sergio Molina" userId="20636364146_tp_box_2" providerId="OAuth2" clId="{44CDD4FA-DF07-4B69-BC01-0B2B69272B43}" dt="2026-07-21T23:48:17.960" v="4717" actId="478"/>
          <ac:picMkLst>
            <pc:docMk/>
            <pc:sldMk cId="4053771749" sldId="1302"/>
            <ac:picMk id="10" creationId="{26A122D3-0C22-BA0A-440B-1A1B3DA3002D}"/>
          </ac:picMkLst>
        </pc:picChg>
        <pc:picChg chg="del">
          <ac:chgData name="Sergio Molina" userId="20636364146_tp_box_2" providerId="OAuth2" clId="{44CDD4FA-DF07-4B69-BC01-0B2B69272B43}" dt="2026-07-21T23:45:26.617" v="4596" actId="478"/>
          <ac:picMkLst>
            <pc:docMk/>
            <pc:sldMk cId="4053771749" sldId="1302"/>
            <ac:picMk id="12" creationId="{6F007D8F-0EFB-0F2C-7948-F26E73A63069}"/>
          </ac:picMkLst>
        </pc:picChg>
      </pc:sldChg>
      <pc:sldChg chg="addSp delSp modSp add mod">
        <pc:chgData name="Sergio Molina" userId="20636364146_tp_box_2" providerId="OAuth2" clId="{44CDD4FA-DF07-4B69-BC01-0B2B69272B43}" dt="2026-07-22T00:00:39.665" v="4855" actId="20577"/>
        <pc:sldMkLst>
          <pc:docMk/>
          <pc:sldMk cId="1555576516" sldId="1303"/>
        </pc:sldMkLst>
        <pc:spChg chg="add mod">
          <ac:chgData name="Sergio Molina" userId="20636364146_tp_box_2" providerId="OAuth2" clId="{44CDD4FA-DF07-4B69-BC01-0B2B69272B43}" dt="2026-07-21T23:49:14.415" v="4725"/>
          <ac:spMkLst>
            <pc:docMk/>
            <pc:sldMk cId="1555576516" sldId="1303"/>
            <ac:spMk id="2" creationId="{0901A27F-8D2E-191A-ED5D-036171EC5A26}"/>
          </ac:spMkLst>
        </pc:spChg>
        <pc:spChg chg="mod">
          <ac:chgData name="Sergio Molina" userId="20636364146_tp_box_2" providerId="OAuth2" clId="{44CDD4FA-DF07-4B69-BC01-0B2B69272B43}" dt="2026-07-22T00:00:39.665" v="4855" actId="20577"/>
          <ac:spMkLst>
            <pc:docMk/>
            <pc:sldMk cId="1555576516" sldId="1303"/>
            <ac:spMk id="7" creationId="{3F886530-9314-E296-A1CD-56988143B211}"/>
          </ac:spMkLst>
        </pc:spChg>
        <pc:spChg chg="add mod">
          <ac:chgData name="Sergio Molina" userId="20636364146_tp_box_2" providerId="OAuth2" clId="{44CDD4FA-DF07-4B69-BC01-0B2B69272B43}" dt="2026-07-21T23:49:21.341" v="4728"/>
          <ac:spMkLst>
            <pc:docMk/>
            <pc:sldMk cId="1555576516" sldId="1303"/>
            <ac:spMk id="8" creationId="{9F5C9F92-DCF6-36A0-3C7D-7DDDCAA24E4C}"/>
          </ac:spMkLst>
        </pc:spChg>
        <pc:spChg chg="mod">
          <ac:chgData name="Sergio Molina" userId="20636364146_tp_box_2" providerId="OAuth2" clId="{44CDD4FA-DF07-4B69-BC01-0B2B69272B43}" dt="2026-07-21T23:48:34.487" v="4720" actId="1076"/>
          <ac:spMkLst>
            <pc:docMk/>
            <pc:sldMk cId="1555576516" sldId="1303"/>
            <ac:spMk id="9" creationId="{43335990-A418-8790-8D3D-A22B2E46B343}"/>
          </ac:spMkLst>
        </pc:spChg>
        <pc:spChg chg="add mod">
          <ac:chgData name="Sergio Molina" userId="20636364146_tp_box_2" providerId="OAuth2" clId="{44CDD4FA-DF07-4B69-BC01-0B2B69272B43}" dt="2026-07-21T23:49:29.711" v="4732" actId="27636"/>
          <ac:spMkLst>
            <pc:docMk/>
            <pc:sldMk cId="1555576516" sldId="1303"/>
            <ac:spMk id="11" creationId="{5703ED14-86A0-2938-CFB7-895578D3E60C}"/>
          </ac:spMkLst>
        </pc:spChg>
        <pc:picChg chg="del">
          <ac:chgData name="Sergio Molina" userId="20636364146_tp_box_2" providerId="OAuth2" clId="{44CDD4FA-DF07-4B69-BC01-0B2B69272B43}" dt="2026-07-21T23:48:07.047" v="4711" actId="478"/>
          <ac:picMkLst>
            <pc:docMk/>
            <pc:sldMk cId="1555576516" sldId="1303"/>
            <ac:picMk id="6" creationId="{F59B0ABC-4862-108E-D20B-4EE67AFE6391}"/>
          </ac:picMkLst>
        </pc:picChg>
        <pc:picChg chg="mod ord">
          <ac:chgData name="Sergio Molina" userId="20636364146_tp_box_2" providerId="OAuth2" clId="{44CDD4FA-DF07-4B69-BC01-0B2B69272B43}" dt="2026-07-21T23:48:15.282" v="4716" actId="1076"/>
          <ac:picMkLst>
            <pc:docMk/>
            <pc:sldMk cId="1555576516" sldId="1303"/>
            <ac:picMk id="10" creationId="{A10CA536-E50C-68E5-85A2-FCA5327204E4}"/>
          </ac:picMkLst>
        </pc:picChg>
      </pc:sldChg>
      <pc:sldChg chg="addSp delSp modSp add mod">
        <pc:chgData name="Sergio Molina" userId="20636364146_tp_box_2" providerId="OAuth2" clId="{44CDD4FA-DF07-4B69-BC01-0B2B69272B43}" dt="2026-07-22T00:04:13.491" v="4860" actId="1076"/>
        <pc:sldMkLst>
          <pc:docMk/>
          <pc:sldMk cId="3040372257" sldId="1304"/>
        </pc:sldMkLst>
        <pc:spChg chg="mod">
          <ac:chgData name="Sergio Molina" userId="20636364146_tp_box_2" providerId="OAuth2" clId="{44CDD4FA-DF07-4B69-BC01-0B2B69272B43}" dt="2026-07-21T23:53:00.591" v="4809" actId="20577"/>
          <ac:spMkLst>
            <pc:docMk/>
            <pc:sldMk cId="3040372257" sldId="1304"/>
            <ac:spMk id="4" creationId="{EFF66416-5F0B-914C-F031-B266DFC603A3}"/>
          </ac:spMkLst>
        </pc:spChg>
        <pc:spChg chg="mod">
          <ac:chgData name="Sergio Molina" userId="20636364146_tp_box_2" providerId="OAuth2" clId="{44CDD4FA-DF07-4B69-BC01-0B2B69272B43}" dt="2026-07-21T23:57:24.420" v="4843" actId="20577"/>
          <ac:spMkLst>
            <pc:docMk/>
            <pc:sldMk cId="3040372257" sldId="1304"/>
            <ac:spMk id="7" creationId="{D6CD11D6-80B7-8DD4-31FA-9555CF332A0F}"/>
          </ac:spMkLst>
        </pc:spChg>
        <pc:spChg chg="mod">
          <ac:chgData name="Sergio Molina" userId="20636364146_tp_box_2" providerId="OAuth2" clId="{44CDD4FA-DF07-4B69-BC01-0B2B69272B43}" dt="2026-07-21T23:53:32.789" v="4818" actId="1036"/>
          <ac:spMkLst>
            <pc:docMk/>
            <pc:sldMk cId="3040372257" sldId="1304"/>
            <ac:spMk id="9" creationId="{874674ED-BACC-E323-01EC-90173C0F85D5}"/>
          </ac:spMkLst>
        </pc:spChg>
        <pc:picChg chg="add del mod ord">
          <ac:chgData name="Sergio Molina" userId="20636364146_tp_box_2" providerId="OAuth2" clId="{44CDD4FA-DF07-4B69-BC01-0B2B69272B43}" dt="2026-07-22T00:04:08.474" v="4856" actId="478"/>
          <ac:picMkLst>
            <pc:docMk/>
            <pc:sldMk cId="3040372257" sldId="1304"/>
            <ac:picMk id="6" creationId="{80451B05-FB79-3C52-5836-60026AB4A194}"/>
          </ac:picMkLst>
        </pc:picChg>
        <pc:picChg chg="del">
          <ac:chgData name="Sergio Molina" userId="20636364146_tp_box_2" providerId="OAuth2" clId="{44CDD4FA-DF07-4B69-BC01-0B2B69272B43}" dt="2026-07-21T23:53:03.149" v="4810" actId="478"/>
          <ac:picMkLst>
            <pc:docMk/>
            <pc:sldMk cId="3040372257" sldId="1304"/>
            <ac:picMk id="10" creationId="{2586C7E1-E3C0-091C-57C9-A53FC8B269DB}"/>
          </ac:picMkLst>
        </pc:picChg>
        <pc:picChg chg="add mod ord">
          <ac:chgData name="Sergio Molina" userId="20636364146_tp_box_2" providerId="OAuth2" clId="{44CDD4FA-DF07-4B69-BC01-0B2B69272B43}" dt="2026-07-22T00:04:13.491" v="4860" actId="1076"/>
          <ac:picMkLst>
            <pc:docMk/>
            <pc:sldMk cId="3040372257" sldId="1304"/>
            <ac:picMk id="12" creationId="{0DE94D7C-6CA5-87BC-83CF-ED8C59A218F3}"/>
          </ac:picMkLst>
        </pc:picChg>
      </pc:sldChg>
      <pc:sldChg chg="addSp delSp modSp add mod">
        <pc:chgData name="Sergio Molina" userId="20636364146_tp_box_2" providerId="OAuth2" clId="{44CDD4FA-DF07-4B69-BC01-0B2B69272B43}" dt="2026-07-22T00:07:28.238" v="5024" actId="20577"/>
        <pc:sldMkLst>
          <pc:docMk/>
          <pc:sldMk cId="469589607" sldId="1305"/>
        </pc:sldMkLst>
        <pc:spChg chg="mod">
          <ac:chgData name="Sergio Molina" userId="20636364146_tp_box_2" providerId="OAuth2" clId="{44CDD4FA-DF07-4B69-BC01-0B2B69272B43}" dt="2026-07-22T00:07:28.238" v="5024" actId="20577"/>
          <ac:spMkLst>
            <pc:docMk/>
            <pc:sldMk cId="469589607" sldId="1305"/>
            <ac:spMk id="7" creationId="{0DDCF519-B6F5-2FD4-C796-62654E4E41FD}"/>
          </ac:spMkLst>
        </pc:spChg>
        <pc:spChg chg="mod">
          <ac:chgData name="Sergio Molina" userId="20636364146_tp_box_2" providerId="OAuth2" clId="{44CDD4FA-DF07-4B69-BC01-0B2B69272B43}" dt="2026-07-22T00:06:56.988" v="4962" actId="1076"/>
          <ac:spMkLst>
            <pc:docMk/>
            <pc:sldMk cId="469589607" sldId="1305"/>
            <ac:spMk id="9" creationId="{8B2756E4-4D91-0C12-5A9D-BCB8694535BF}"/>
          </ac:spMkLst>
        </pc:spChg>
        <pc:picChg chg="del">
          <ac:chgData name="Sergio Molina" userId="20636364146_tp_box_2" providerId="OAuth2" clId="{44CDD4FA-DF07-4B69-BC01-0B2B69272B43}" dt="2026-07-21T23:55:14.110" v="4841" actId="478"/>
          <ac:picMkLst>
            <pc:docMk/>
            <pc:sldMk cId="469589607" sldId="1305"/>
            <ac:picMk id="6" creationId="{EA5AFD05-9DDD-54A8-3E09-A0EA572A0313}"/>
          </ac:picMkLst>
        </pc:picChg>
        <pc:picChg chg="add mod ord">
          <ac:chgData name="Sergio Molina" userId="20636364146_tp_box_2" providerId="OAuth2" clId="{44CDD4FA-DF07-4B69-BC01-0B2B69272B43}" dt="2026-07-22T00:06:10.909" v="4953" actId="1076"/>
          <ac:picMkLst>
            <pc:docMk/>
            <pc:sldMk cId="469589607" sldId="1305"/>
            <ac:picMk id="8" creationId="{F36EEAB7-5C32-4CA5-FE4E-356464D3F57E}"/>
          </ac:picMkLst>
        </pc:picChg>
      </pc:sldChg>
      <pc:sldChg chg="addSp delSp modSp add mod">
        <pc:chgData name="Sergio Molina" userId="20636364146_tp_box_2" providerId="OAuth2" clId="{44CDD4FA-DF07-4B69-BC01-0B2B69272B43}" dt="2026-07-22T00:07:17.796" v="5000" actId="20577"/>
        <pc:sldMkLst>
          <pc:docMk/>
          <pc:sldMk cId="703112013" sldId="1306"/>
        </pc:sldMkLst>
        <pc:spChg chg="mod">
          <ac:chgData name="Sergio Molina" userId="20636364146_tp_box_2" providerId="OAuth2" clId="{44CDD4FA-DF07-4B69-BC01-0B2B69272B43}" dt="2026-07-22T00:07:17.796" v="5000" actId="20577"/>
          <ac:spMkLst>
            <pc:docMk/>
            <pc:sldMk cId="703112013" sldId="1306"/>
            <ac:spMk id="7" creationId="{EF824A7C-CE58-A4F6-9D0C-B7CA046AF438}"/>
          </ac:spMkLst>
        </pc:spChg>
        <pc:spChg chg="mod">
          <ac:chgData name="Sergio Molina" userId="20636364146_tp_box_2" providerId="OAuth2" clId="{44CDD4FA-DF07-4B69-BC01-0B2B69272B43}" dt="2026-07-22T00:07:03.234" v="4965" actId="1076"/>
          <ac:spMkLst>
            <pc:docMk/>
            <pc:sldMk cId="703112013" sldId="1306"/>
            <ac:spMk id="9" creationId="{D486B0AA-A5D7-2A97-CCC5-2DAF27F848B4}"/>
          </ac:spMkLst>
        </pc:spChg>
        <pc:picChg chg="add mod ord">
          <ac:chgData name="Sergio Molina" userId="20636364146_tp_box_2" providerId="OAuth2" clId="{44CDD4FA-DF07-4B69-BC01-0B2B69272B43}" dt="2026-07-22T00:06:50.622" v="4959" actId="1076"/>
          <ac:picMkLst>
            <pc:docMk/>
            <pc:sldMk cId="703112013" sldId="1306"/>
            <ac:picMk id="6" creationId="{1C4F4881-027B-F4A3-7FEF-1AA13D8920D8}"/>
          </ac:picMkLst>
        </pc:picChg>
        <pc:picChg chg="del">
          <ac:chgData name="Sergio Molina" userId="20636364146_tp_box_2" providerId="OAuth2" clId="{44CDD4FA-DF07-4B69-BC01-0B2B69272B43}" dt="2026-07-22T00:06:14.807" v="4955" actId="478"/>
          <ac:picMkLst>
            <pc:docMk/>
            <pc:sldMk cId="703112013" sldId="1306"/>
            <ac:picMk id="8" creationId="{157770FF-A370-9F76-3768-33DE6324BFDA}"/>
          </ac:picMkLst>
        </pc:picChg>
      </pc:sldChg>
      <pc:sldMasterChg chg="delSldLayout">
        <pc:chgData name="Sergio Molina" userId="20636364146_tp_box_2" providerId="OAuth2" clId="{44CDD4FA-DF07-4B69-BC01-0B2B69272B43}" dt="2026-07-21T21:16:07.925" v="257" actId="47"/>
        <pc:sldMasterMkLst>
          <pc:docMk/>
          <pc:sldMasterMk cId="2670397025" sldId="2147483711"/>
        </pc:sldMasterMkLst>
        <pc:sldLayoutChg chg="del">
          <pc:chgData name="Sergio Molina" userId="20636364146_tp_box_2" providerId="OAuth2" clId="{44CDD4FA-DF07-4B69-BC01-0B2B69272B43}" dt="2026-07-21T21:16:07.925" v="257" actId="47"/>
          <pc:sldLayoutMkLst>
            <pc:docMk/>
            <pc:sldMasterMk cId="2670397025" sldId="2147483711"/>
            <pc:sldLayoutMk cId="3034122562" sldId="21474837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21-07-2026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4835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7432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60025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3903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73444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54862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33091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891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1723728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5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44040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563120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673477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67435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016549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3989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038003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00711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4414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483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24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111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710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926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1927908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8064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4939829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639191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634756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002125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051948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724525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339225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713131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36562972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6AF51A5-9CA6-61FB-33F9-E5584338402E}"/>
              </a:ext>
            </a:extLst>
          </p:cNvPr>
          <p:cNvSpPr/>
          <p:nvPr userDrawn="1"/>
        </p:nvSpPr>
        <p:spPr>
          <a:xfrm>
            <a:off x="9201150" y="6467475"/>
            <a:ext cx="2390775" cy="253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00A761-7396-F6BD-D4CE-9F0D3B2E5AD1}"/>
              </a:ext>
            </a:extLst>
          </p:cNvPr>
          <p:cNvSpPr txBox="1"/>
          <p:nvPr userDrawn="1"/>
        </p:nvSpPr>
        <p:spPr>
          <a:xfrm>
            <a:off x="9710428" y="6578538"/>
            <a:ext cx="1966885" cy="4001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/>
                </a:solidFill>
              </a:rPr>
              <a:t>©2026 Ellucian. Confidential and Proprietary</a:t>
            </a:r>
          </a:p>
          <a:p>
            <a:pPr algn="l"/>
            <a:endParaRPr lang="es-419" dirty="0" err="1"/>
          </a:p>
        </p:txBody>
      </p:sp>
    </p:spTree>
    <p:extLst>
      <p:ext uri="{BB962C8B-B14F-4D97-AF65-F5344CB8AC3E}">
        <p14:creationId xmlns:p14="http://schemas.microsoft.com/office/powerpoint/2010/main" val="17575930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68993BC-CA68-BF70-F06D-2F7DF44BF673}"/>
              </a:ext>
            </a:extLst>
          </p:cNvPr>
          <p:cNvSpPr/>
          <p:nvPr userDrawn="1"/>
        </p:nvSpPr>
        <p:spPr>
          <a:xfrm>
            <a:off x="9248775" y="6505575"/>
            <a:ext cx="2333622" cy="352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8F18FE8-8029-33D1-3181-0824D23C8FCC}"/>
              </a:ext>
            </a:extLst>
          </p:cNvPr>
          <p:cNvSpPr txBox="1"/>
          <p:nvPr userDrawn="1"/>
        </p:nvSpPr>
        <p:spPr>
          <a:xfrm>
            <a:off x="9710428" y="6578538"/>
            <a:ext cx="1966885" cy="4001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/>
                </a:solidFill>
              </a:rPr>
              <a:t>©2026 Ellucian. Confidential and Proprietary</a:t>
            </a:r>
          </a:p>
          <a:p>
            <a:pPr algn="l"/>
            <a:endParaRPr lang="es-419" dirty="0" err="1"/>
          </a:p>
        </p:txBody>
      </p:sp>
    </p:spTree>
    <p:extLst>
      <p:ext uri="{BB962C8B-B14F-4D97-AF65-F5344CB8AC3E}">
        <p14:creationId xmlns:p14="http://schemas.microsoft.com/office/powerpoint/2010/main" val="5691985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Sub-subhead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16811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6615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479620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62753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931418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06167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924015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661916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622007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110032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18957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820446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316681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2404623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418804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9709905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117207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973711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4467577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240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7039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8" r:id="rId37"/>
    <p:sldLayoutId id="2147483749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898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7891" y="3933003"/>
            <a:ext cx="5427132" cy="278794"/>
          </a:xfrm>
        </p:spPr>
        <p:txBody>
          <a:bodyPr/>
          <a:lstStyle/>
          <a:p>
            <a:r>
              <a:rPr lang="es-CL" sz="2000" b="0" dirty="0"/>
              <a:t>Instructivo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CBBAD33-723F-BD62-B3A9-45D0D938FA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Mes, Año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775F30-4948-8625-4D18-95EE2803BD8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7594" y="1757818"/>
            <a:ext cx="5828406" cy="1167179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419" sz="4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Definición y gestión de la asesoría de estudiantes </a:t>
            </a:r>
            <a:endParaRPr lang="es-CL" sz="4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Marcador de texto 5">
            <a:extLst>
              <a:ext uri="{FF2B5EF4-FFF2-40B4-BE49-F238E27FC236}">
                <a16:creationId xmlns:a16="http://schemas.microsoft.com/office/drawing/2014/main" id="{D6122DEC-097C-1D49-9DBA-7893A47981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7213" y="5610225"/>
            <a:ext cx="3032125" cy="396875"/>
          </a:xfrm>
        </p:spPr>
        <p:txBody>
          <a:bodyPr/>
          <a:lstStyle/>
          <a:p>
            <a:r>
              <a:rPr lang="es-CL" dirty="0"/>
              <a:t>Consultor</a:t>
            </a:r>
          </a:p>
          <a:p>
            <a:r>
              <a:rPr lang="es-CL" dirty="0"/>
              <a:t>Cargo</a:t>
            </a:r>
          </a:p>
        </p:txBody>
      </p:sp>
      <p:pic>
        <p:nvPicPr>
          <p:cNvPr id="13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AAEC9C98-BB68-A9CA-D4BD-25A3D59288A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xfrm>
            <a:off x="6689725" y="574675"/>
            <a:ext cx="5502275" cy="5710238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5311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362658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err="1">
                          <a:solidFill>
                            <a:schemeClr val="bg1"/>
                          </a:solidFill>
                        </a:rPr>
                        <a:t>Asesoría</a:t>
                      </a:r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 a </a:t>
                      </a:r>
                      <a:r>
                        <a:rPr lang="en-US" sz="2800" b="1" dirty="0" err="1">
                          <a:solidFill>
                            <a:schemeClr val="bg1"/>
                          </a:solidFill>
                        </a:rPr>
                        <a:t>Estudiantes</a:t>
                      </a:r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419" sz="3200" noProof="0" dirty="0">
                <a:solidFill>
                  <a:schemeClr val="accent1"/>
                </a:solidFill>
              </a:rPr>
              <a:t>Overview: </a:t>
            </a:r>
            <a:r>
              <a:rPr lang="es-419" sz="3200" b="0" noProof="0" dirty="0">
                <a:solidFill>
                  <a:schemeClr val="accent1"/>
                </a:solidFill>
              </a:rPr>
              <a:t>Mapa de capacidades</a:t>
            </a:r>
            <a:endParaRPr lang="es-419" b="0" noProof="0" dirty="0">
              <a:solidFill>
                <a:schemeClr val="accent1"/>
              </a:solidFill>
            </a:endParaRP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911D7325-C46C-1AEC-08B6-C55A90B2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030689"/>
            <a:ext cx="10180101" cy="47966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0E560-FD05-5A48-6D34-D3EBD8654FB8}"/>
              </a:ext>
            </a:extLst>
          </p:cNvPr>
          <p:cNvSpPr/>
          <p:nvPr/>
        </p:nvSpPr>
        <p:spPr>
          <a:xfrm>
            <a:off x="5486969" y="4038600"/>
            <a:ext cx="1828231" cy="63817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11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/>
              <a:t>Tiene como propósito la creación y mantención de información de los asesores en periodos académicos.</a:t>
            </a:r>
            <a:endParaRPr lang="es-ES" sz="24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Overview: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la carga de trabajo docente</a:t>
            </a:r>
            <a:endParaRPr lang="es-CL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4900" y="68580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Overview: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la carga de trabajo docente</a:t>
            </a:r>
            <a:endParaRPr lang="es-CL" b="0" dirty="0">
              <a:solidFill>
                <a:schemeClr val="accen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A7DC40-4D7D-4041-C1F7-2B84C93D1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1798638"/>
            <a:ext cx="10629900" cy="3723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A0D89D-33DC-4151-D805-A43C6E21B822}"/>
              </a:ext>
            </a:extLst>
          </p:cNvPr>
          <p:cNvSpPr txBox="1"/>
          <p:nvPr/>
        </p:nvSpPr>
        <p:spPr>
          <a:xfrm>
            <a:off x="6939975" y="2743200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/>
              <a:t>Todo LAC</a:t>
            </a: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41A78240-C607-71D5-FFEE-AC493BD21BE1}"/>
              </a:ext>
            </a:extLst>
          </p:cNvPr>
          <p:cNvSpPr txBox="1">
            <a:spLocks/>
          </p:cNvSpPr>
          <p:nvPr/>
        </p:nvSpPr>
        <p:spPr>
          <a:xfrm>
            <a:off x="1104900" y="27672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Overview: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la carga de trabajo docente</a:t>
            </a:r>
            <a:endParaRPr lang="es-CL" b="0" dirty="0">
              <a:solidFill>
                <a:schemeClr val="accent1"/>
              </a:solidFill>
            </a:endParaRPr>
          </a:p>
        </p:txBody>
      </p:sp>
      <p:pic>
        <p:nvPicPr>
          <p:cNvPr id="2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0F5A9C6B-C223-C29C-3F30-7DF0D95E5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84" y="1277421"/>
            <a:ext cx="5219641" cy="521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9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A1F63-6012-0772-208B-C98D3CDC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B761893-582D-479F-8099-567484207FBA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53FD439-3251-7783-7D05-287C9A5B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Reglas Generales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098EC5D-28B5-607A-7BEB-21E0348387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ES" dirty="0"/>
              <a:t>Configurar las reglas de acceso de asesores a distintos procesos en autoservicios</a:t>
            </a:r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45D75DE-03B6-4224-6F9E-6C5B681B2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5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48CC09B-64B4-5AE9-09FD-F4005DA72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43" y="954157"/>
            <a:ext cx="10214940" cy="505152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419" sz="3000" b="0" dirty="0">
                <a:solidFill>
                  <a:schemeClr val="accent1"/>
                </a:solidFill>
              </a:rPr>
              <a:t>STVADVR Validación de tipo de asesor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5122A535-8FC4-917D-A68F-E70F2D72205F}"/>
              </a:ext>
            </a:extLst>
          </p:cNvPr>
          <p:cNvSpPr/>
          <p:nvPr/>
        </p:nvSpPr>
        <p:spPr>
          <a:xfrm>
            <a:off x="1619453" y="4394906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5C84312C-D0E1-682C-4776-621401CEC65D}"/>
              </a:ext>
            </a:extLst>
          </p:cNvPr>
          <p:cNvSpPr/>
          <p:nvPr/>
        </p:nvSpPr>
        <p:spPr>
          <a:xfrm>
            <a:off x="7965818" y="4363601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3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4DAE54D3-2752-F947-E65C-E60024E8BF7F}"/>
              </a:ext>
            </a:extLst>
          </p:cNvPr>
          <p:cNvSpPr/>
          <p:nvPr/>
        </p:nvSpPr>
        <p:spPr>
          <a:xfrm>
            <a:off x="4131205" y="4394906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2</a:t>
            </a:r>
          </a:p>
        </p:txBody>
      </p:sp>
      <p:sp>
        <p:nvSpPr>
          <p:cNvPr id="17" name="Rectángulo redondeado 8">
            <a:extLst>
              <a:ext uri="{FF2B5EF4-FFF2-40B4-BE49-F238E27FC236}">
                <a16:creationId xmlns:a16="http://schemas.microsoft.com/office/drawing/2014/main" id="{2819035D-EA19-F0DA-4B9C-F00AE858EB57}"/>
              </a:ext>
            </a:extLst>
          </p:cNvPr>
          <p:cNvSpPr/>
          <p:nvPr/>
        </p:nvSpPr>
        <p:spPr>
          <a:xfrm>
            <a:off x="5215240" y="1307991"/>
            <a:ext cx="3566451" cy="70697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Las reglas de la página SOAFACS determinan el acceso que tienen docentes y asesores a información </a:t>
            </a:r>
            <a:endParaRPr lang="es-MX" sz="1100" dirty="0">
              <a:solidFill>
                <a:schemeClr val="bg1"/>
              </a:solidFill>
            </a:endParaRPr>
          </a:p>
        </p:txBody>
      </p:sp>
      <p:sp>
        <p:nvSpPr>
          <p:cNvPr id="18" name="Rectángulo redondeado 8">
            <a:extLst>
              <a:ext uri="{FF2B5EF4-FFF2-40B4-BE49-F238E27FC236}">
                <a16:creationId xmlns:a16="http://schemas.microsoft.com/office/drawing/2014/main" id="{A101AF85-8245-EAF3-4EE0-978A9A18AD8B}"/>
              </a:ext>
            </a:extLst>
          </p:cNvPr>
          <p:cNvSpPr/>
          <p:nvPr/>
        </p:nvSpPr>
        <p:spPr>
          <a:xfrm>
            <a:off x="769243" y="4716668"/>
            <a:ext cx="2622076" cy="75490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Las primeras columnas muestran los distintos procesos que se puede controlar para los docentes y asesores</a:t>
            </a:r>
            <a:endParaRPr lang="es-MX" sz="1100" dirty="0"/>
          </a:p>
        </p:txBody>
      </p:sp>
      <p:sp>
        <p:nvSpPr>
          <p:cNvPr id="19" name="Rectángulo redondeado 8">
            <a:extLst>
              <a:ext uri="{FF2B5EF4-FFF2-40B4-BE49-F238E27FC236}">
                <a16:creationId xmlns:a16="http://schemas.microsoft.com/office/drawing/2014/main" id="{2844F720-EE01-B63C-409C-88A50BC18510}"/>
              </a:ext>
            </a:extLst>
          </p:cNvPr>
          <p:cNvSpPr/>
          <p:nvPr/>
        </p:nvSpPr>
        <p:spPr>
          <a:xfrm>
            <a:off x="3829265" y="4764602"/>
            <a:ext cx="2389636" cy="70697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Esta columna muestra si la regla aplica al docente o al asesor.</a:t>
            </a:r>
            <a:endParaRPr lang="es-MX" sz="800" dirty="0"/>
          </a:p>
        </p:txBody>
      </p:sp>
      <p:sp>
        <p:nvSpPr>
          <p:cNvPr id="20" name="Rectángulo redondeado 8">
            <a:extLst>
              <a:ext uri="{FF2B5EF4-FFF2-40B4-BE49-F238E27FC236}">
                <a16:creationId xmlns:a16="http://schemas.microsoft.com/office/drawing/2014/main" id="{C77F7EDC-71DB-202F-BBA9-D45ABA952E0E}"/>
              </a:ext>
            </a:extLst>
          </p:cNvPr>
          <p:cNvSpPr/>
          <p:nvPr/>
        </p:nvSpPr>
        <p:spPr>
          <a:xfrm>
            <a:off x="6656848" y="4707993"/>
            <a:ext cx="4108920" cy="70697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Se define si los docentes o asesores tienen acceso al proceso </a:t>
            </a:r>
            <a:endParaRPr lang="es-MX" sz="1100" dirty="0"/>
          </a:p>
        </p:txBody>
      </p:sp>
    </p:spTree>
    <p:extLst>
      <p:ext uri="{BB962C8B-B14F-4D97-AF65-F5344CB8AC3E}">
        <p14:creationId xmlns:p14="http://schemas.microsoft.com/office/powerpoint/2010/main" val="3328105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82E6F-B250-265A-D9C5-93B8C35D0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2B3377-76E5-F18C-D140-CA095BB5F12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26717249-5065-EE03-646A-0BA8A878B0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7DD181F-8C34-AB6E-BDE6-74A089DE4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419" sz="3000" b="0" dirty="0">
                <a:solidFill>
                  <a:schemeClr val="accent1"/>
                </a:solidFill>
              </a:rPr>
              <a:t>Gestionar reglas de acceso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graphicFrame>
        <p:nvGraphicFramePr>
          <p:cNvPr id="2" name="Tabla 5">
            <a:extLst>
              <a:ext uri="{FF2B5EF4-FFF2-40B4-BE49-F238E27FC236}">
                <a16:creationId xmlns:a16="http://schemas.microsoft.com/office/drawing/2014/main" id="{FCB3AA7A-5F3A-3A28-8B67-1761E1675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363010"/>
              </p:ext>
            </p:extLst>
          </p:nvPr>
        </p:nvGraphicFramePr>
        <p:xfrm>
          <a:off x="810247" y="1394239"/>
          <a:ext cx="104385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5262">
                  <a:extLst>
                    <a:ext uri="{9D8B030D-6E8A-4147-A177-3AD203B41FA5}">
                      <a16:colId xmlns:a16="http://schemas.microsoft.com/office/drawing/2014/main" val="1184150773"/>
                    </a:ext>
                  </a:extLst>
                </a:gridCol>
                <a:gridCol w="8143335">
                  <a:extLst>
                    <a:ext uri="{9D8B030D-6E8A-4147-A177-3AD203B41FA5}">
                      <a16:colId xmlns:a16="http://schemas.microsoft.com/office/drawing/2014/main" val="1818081142"/>
                    </a:ext>
                  </a:extLst>
                </a:gridCol>
              </a:tblGrid>
              <a:tr h="18914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0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Propiedad</a:t>
                      </a:r>
                      <a:endParaRPr lang="es-MX" sz="20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0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Descripción</a:t>
                      </a:r>
                      <a:r>
                        <a:rPr lang="es-MX" sz="20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991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Proceso disponible en autoservicio</a:t>
                      </a:r>
                      <a:r>
                        <a:rPr lang="es-MX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Define si el proceso está disponible al docente o asesor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391227"/>
                  </a:ext>
                </a:extLst>
              </a:tr>
              <a:tr h="15475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Todo el acceso</a:t>
                      </a:r>
                      <a:endParaRPr lang="es-MX" sz="16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Define si el docente o asesor tiene acceso a esta información para todos los estudiantes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979362"/>
                  </a:ext>
                </a:extLst>
              </a:tr>
              <a:tr h="15475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Control de NIP</a:t>
                      </a:r>
                      <a:r>
                        <a:rPr lang="es-MX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Define si el docente o asesor debe ingresar el NIP del estudiante para ver su información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928226"/>
                  </a:ext>
                </a:extLst>
              </a:tr>
              <a:tr h="33530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Relación</a:t>
                      </a:r>
                      <a:r>
                        <a:rPr lang="es-MX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Define si el docente o asesor debe tener una relación con el estudiante para ver esta información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(es decir, es asignado como docente a una sección en que el estudiante está inscrito o es asignado como el asesor del estudiante)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837276"/>
                  </a:ext>
                </a:extLst>
              </a:tr>
              <a:tr h="2579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Principal</a:t>
                      </a:r>
                      <a:r>
                        <a:rPr lang="es-MX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Define si el docente o asesor debe ser el docente/asesor principal para ver esta información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864678"/>
                  </a:ext>
                </a:extLst>
              </a:tr>
              <a:tr h="2579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Verificación de tipo de atributo</a:t>
                      </a:r>
                      <a:endParaRPr lang="es-ES" sz="16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Permite crear reglas de acceso diferentes para distintos atributos de docentes o tipos de asesores. Al activar esta propiedad, se debe configurar las reglas por atributo/tipo en SOAFAPC.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106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77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586BC-1214-423A-7B84-2DB200449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FE45CD-E692-B0D6-21E5-CBE5B2485EE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D52D2684-29E0-8B11-517F-FDDA308CF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349A098-BEAD-D52F-B894-576068B32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419" sz="3000" b="0" dirty="0">
                <a:solidFill>
                  <a:schemeClr val="accent1"/>
                </a:solidFill>
              </a:rPr>
              <a:t>Gestionar reglas de acceso (Reglas generales)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30BA675-868B-7E52-3908-FB9ECC6B4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487836"/>
              </p:ext>
            </p:extLst>
          </p:nvPr>
        </p:nvGraphicFramePr>
        <p:xfrm>
          <a:off x="810247" y="1994135"/>
          <a:ext cx="10653622" cy="2007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474">
                  <a:extLst>
                    <a:ext uri="{9D8B030D-6E8A-4147-A177-3AD203B41FA5}">
                      <a16:colId xmlns:a16="http://schemas.microsoft.com/office/drawing/2014/main" val="1184150773"/>
                    </a:ext>
                  </a:extLst>
                </a:gridCol>
                <a:gridCol w="7832148">
                  <a:extLst>
                    <a:ext uri="{9D8B030D-6E8A-4147-A177-3AD203B41FA5}">
                      <a16:colId xmlns:a16="http://schemas.microsoft.com/office/drawing/2014/main" val="1818081142"/>
                    </a:ext>
                  </a:extLst>
                </a:gridCol>
              </a:tblGrid>
              <a:tr h="2379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Propiedad</a:t>
                      </a:r>
                      <a:endParaRPr lang="es-MX" sz="14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Descripción</a:t>
                      </a:r>
                      <a:r>
                        <a:rPr lang="es-MX" sz="14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991836"/>
                  </a:ext>
                </a:extLst>
              </a:tr>
              <a:tr h="14318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COMPLIANCE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s-MX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Permite revisar el reporte de avance curricular de un estudiante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5391227"/>
                  </a:ext>
                </a:extLst>
              </a:tr>
              <a:tr h="13656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DISPLAYGRADES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s-MX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Permite revisar las notas de un estudiante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24979362"/>
                  </a:ext>
                </a:extLst>
              </a:tr>
              <a:tr h="13656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DISPLAYHOLDS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s-MX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Permite ver las retenciones (bloqueos) que tiene un estudiante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6928226"/>
                  </a:ext>
                </a:extLst>
              </a:tr>
              <a:tr h="13656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DISPLAYSCHEDULE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s-MX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Permite ver el horario de un estudiante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79837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PLANAHEAD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s-MX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Permite crear un plan de asignaturas por inscribir para un estudiante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8864678"/>
                  </a:ext>
                </a:extLst>
              </a:tr>
              <a:tr h="21995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TRANSCRIPT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s-MX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Permite revisar el historial académico de un estudiante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38106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814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E56EF-125D-286C-BBED-FAFA34C0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35D914B-6EE9-69B4-ACAC-4798CC265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061049"/>
            <a:ext cx="10118921" cy="500142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FCF009-2829-8502-F33B-5D496C410EB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259A8C5A-31FD-CFF8-9DA7-662C8F2D2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DD9D604-9F98-206D-9966-C147E3CC9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419" sz="3000" b="0" dirty="0">
                <a:solidFill>
                  <a:schemeClr val="accent1"/>
                </a:solidFill>
              </a:rPr>
              <a:t>Reglas generales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7E5C0A0D-8B55-C9E8-D831-B4870929FA63}"/>
              </a:ext>
            </a:extLst>
          </p:cNvPr>
          <p:cNvSpPr/>
          <p:nvPr/>
        </p:nvSpPr>
        <p:spPr>
          <a:xfrm>
            <a:off x="902411" y="2303509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7" name="Rectángulo redondeado 8">
            <a:extLst>
              <a:ext uri="{FF2B5EF4-FFF2-40B4-BE49-F238E27FC236}">
                <a16:creationId xmlns:a16="http://schemas.microsoft.com/office/drawing/2014/main" id="{F51F7710-5F90-129E-6AE7-0DA357DD4DFD}"/>
              </a:ext>
            </a:extLst>
          </p:cNvPr>
          <p:cNvSpPr/>
          <p:nvPr/>
        </p:nvSpPr>
        <p:spPr>
          <a:xfrm>
            <a:off x="6950075" y="2834052"/>
            <a:ext cx="3226755" cy="84716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/>
              <a:t>Si se selecciona “Verificación de tipo de atributo” en SOAFACS, se puede definir los tipos de asesores que tienen o </a:t>
            </a:r>
            <a:r>
              <a:rPr lang="es-MX" sz="1100" dirty="0"/>
              <a:t>no acceso al proceso en SOAFAPC.</a:t>
            </a:r>
          </a:p>
        </p:txBody>
      </p:sp>
      <p:sp>
        <p:nvSpPr>
          <p:cNvPr id="18" name="Rectángulo redondeado 8">
            <a:extLst>
              <a:ext uri="{FF2B5EF4-FFF2-40B4-BE49-F238E27FC236}">
                <a16:creationId xmlns:a16="http://schemas.microsoft.com/office/drawing/2014/main" id="{8ADC046B-0EF5-DC1F-DCA2-81F629E87CF1}"/>
              </a:ext>
            </a:extLst>
          </p:cNvPr>
          <p:cNvSpPr/>
          <p:nvPr/>
        </p:nvSpPr>
        <p:spPr>
          <a:xfrm>
            <a:off x="1353604" y="2154794"/>
            <a:ext cx="2420674" cy="51612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/>
              <a:t>Ingrese el proceso y periodo, y haga clic en Ir.</a:t>
            </a:r>
          </a:p>
        </p:txBody>
      </p:sp>
    </p:spTree>
    <p:extLst>
      <p:ext uri="{BB962C8B-B14F-4D97-AF65-F5344CB8AC3E}">
        <p14:creationId xmlns:p14="http://schemas.microsoft.com/office/powerpoint/2010/main" val="600958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04DFA-7075-5DF4-B137-FEBE078D4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DE4FC1-D6FE-4132-FC46-F8FABA4CF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16" y="867001"/>
            <a:ext cx="11100681" cy="548934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7A68E9-BD71-01C8-2FF8-41BC6C9E43C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086A22C5-618F-00A8-C214-21F9384BA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9C6D4D7-B2DB-069B-CD33-1D94BD91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419" sz="3000" b="0" dirty="0">
                <a:solidFill>
                  <a:schemeClr val="accent1"/>
                </a:solidFill>
              </a:rPr>
              <a:t>Reglas generales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57F60AEA-419C-C593-FFC3-7FA429E7EE47}"/>
              </a:ext>
            </a:extLst>
          </p:cNvPr>
          <p:cNvSpPr/>
          <p:nvPr/>
        </p:nvSpPr>
        <p:spPr>
          <a:xfrm>
            <a:off x="885158" y="2777962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8">
            <a:extLst>
              <a:ext uri="{FF2B5EF4-FFF2-40B4-BE49-F238E27FC236}">
                <a16:creationId xmlns:a16="http://schemas.microsoft.com/office/drawing/2014/main" id="{12D053E2-7936-F2C9-60B0-8C1DC55E58F5}"/>
              </a:ext>
            </a:extLst>
          </p:cNvPr>
          <p:cNvSpPr/>
          <p:nvPr/>
        </p:nvSpPr>
        <p:spPr>
          <a:xfrm>
            <a:off x="5408128" y="2777961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13A089BF-15E7-5B53-3A59-39954F9D06C7}"/>
              </a:ext>
            </a:extLst>
          </p:cNvPr>
          <p:cNvSpPr/>
          <p:nvPr/>
        </p:nvSpPr>
        <p:spPr>
          <a:xfrm>
            <a:off x="9574834" y="2777961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62EE89C0-29DC-5C04-8A6C-F375B7AF7A61}"/>
              </a:ext>
            </a:extLst>
          </p:cNvPr>
          <p:cNvSpPr/>
          <p:nvPr/>
        </p:nvSpPr>
        <p:spPr>
          <a:xfrm>
            <a:off x="986247" y="4098626"/>
            <a:ext cx="1673099" cy="51612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/>
              <a:t>Seleccione si la regla</a:t>
            </a:r>
          </a:p>
          <a:p>
            <a:r>
              <a:rPr lang="es-MX" sz="1050" dirty="0"/>
              <a:t>es para Docentes</a:t>
            </a:r>
          </a:p>
          <a:p>
            <a:r>
              <a:rPr lang="es-MX" sz="1050" dirty="0"/>
              <a:t>(‘F’) o Asesores (‘A)</a:t>
            </a:r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802401C1-5894-754B-FD38-7EDC919C7730}"/>
              </a:ext>
            </a:extLst>
          </p:cNvPr>
          <p:cNvSpPr/>
          <p:nvPr/>
        </p:nvSpPr>
        <p:spPr>
          <a:xfrm>
            <a:off x="4473576" y="3969230"/>
            <a:ext cx="1878697" cy="51612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/>
              <a:t>Seleccione el atributo de</a:t>
            </a:r>
          </a:p>
          <a:p>
            <a:r>
              <a:rPr lang="es-MX" sz="1050" dirty="0"/>
              <a:t>docente o tipo de asesor</a:t>
            </a:r>
          </a:p>
        </p:txBody>
      </p:sp>
      <p:sp>
        <p:nvSpPr>
          <p:cNvPr id="12" name="Rectángulo redondeado 8">
            <a:extLst>
              <a:ext uri="{FF2B5EF4-FFF2-40B4-BE49-F238E27FC236}">
                <a16:creationId xmlns:a16="http://schemas.microsoft.com/office/drawing/2014/main" id="{FF899CE5-4AD2-382B-A333-6C9D3D518A12}"/>
              </a:ext>
            </a:extLst>
          </p:cNvPr>
          <p:cNvSpPr/>
          <p:nvPr/>
        </p:nvSpPr>
        <p:spPr>
          <a:xfrm>
            <a:off x="9050305" y="3840562"/>
            <a:ext cx="1769899" cy="51612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/>
              <a:t>Utilice este indicador</a:t>
            </a:r>
          </a:p>
          <a:p>
            <a:r>
              <a:rPr lang="es-MX" sz="1050" dirty="0"/>
              <a:t>para activar o desactivar una regla</a:t>
            </a:r>
          </a:p>
        </p:txBody>
      </p:sp>
    </p:spTree>
    <p:extLst>
      <p:ext uri="{BB962C8B-B14F-4D97-AF65-F5344CB8AC3E}">
        <p14:creationId xmlns:p14="http://schemas.microsoft.com/office/powerpoint/2010/main" val="3574548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7A45B-1820-5BE1-4DC2-5D63194EB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736D00A-AD0E-A977-F25F-C04B5952E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58" y="915690"/>
            <a:ext cx="10590402" cy="525650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6922B8-4C5C-5022-6F5E-E32BF5AC713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22334870-5373-A499-6F90-98592A311C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2EBCED8-8B70-742F-3276-6CC37905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419" sz="3000" b="0" dirty="0">
                <a:solidFill>
                  <a:schemeClr val="accent1"/>
                </a:solidFill>
              </a:rPr>
              <a:t>Reglas generales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8">
            <a:extLst>
              <a:ext uri="{FF2B5EF4-FFF2-40B4-BE49-F238E27FC236}">
                <a16:creationId xmlns:a16="http://schemas.microsoft.com/office/drawing/2014/main" id="{FD550E6A-1C57-BF28-4357-100948983C68}"/>
              </a:ext>
            </a:extLst>
          </p:cNvPr>
          <p:cNvSpPr/>
          <p:nvPr/>
        </p:nvSpPr>
        <p:spPr>
          <a:xfrm>
            <a:off x="10109525" y="175256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13A2F520-3AED-B1BE-1F13-F97BBEAA904D}"/>
              </a:ext>
            </a:extLst>
          </p:cNvPr>
          <p:cNvSpPr/>
          <p:nvPr/>
        </p:nvSpPr>
        <p:spPr>
          <a:xfrm>
            <a:off x="9471317" y="255807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14" name="Rectángulo redondeado 8">
            <a:extLst>
              <a:ext uri="{FF2B5EF4-FFF2-40B4-BE49-F238E27FC236}">
                <a16:creationId xmlns:a16="http://schemas.microsoft.com/office/drawing/2014/main" id="{6A40DC66-A491-85CE-F061-1780A4E9B5E2}"/>
              </a:ext>
            </a:extLst>
          </p:cNvPr>
          <p:cNvSpPr/>
          <p:nvPr/>
        </p:nvSpPr>
        <p:spPr>
          <a:xfrm>
            <a:off x="10469946" y="577968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15" name="Rectángulo redondeado 8">
            <a:extLst>
              <a:ext uri="{FF2B5EF4-FFF2-40B4-BE49-F238E27FC236}">
                <a16:creationId xmlns:a16="http://schemas.microsoft.com/office/drawing/2014/main" id="{E3A9E589-CA46-70C1-4B84-1CCCD6271446}"/>
              </a:ext>
            </a:extLst>
          </p:cNvPr>
          <p:cNvSpPr/>
          <p:nvPr/>
        </p:nvSpPr>
        <p:spPr>
          <a:xfrm>
            <a:off x="7385734" y="1541855"/>
            <a:ext cx="2446004" cy="51612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/>
              <a:t>Insertar registros para agregar otros</a:t>
            </a:r>
          </a:p>
          <a:p>
            <a:r>
              <a:rPr lang="es-MX" sz="1050" dirty="0"/>
              <a:t>tipos de asesores.</a:t>
            </a:r>
          </a:p>
        </p:txBody>
      </p:sp>
      <p:sp>
        <p:nvSpPr>
          <p:cNvPr id="16" name="Rectángulo redondeado 8">
            <a:extLst>
              <a:ext uri="{FF2B5EF4-FFF2-40B4-BE49-F238E27FC236}">
                <a16:creationId xmlns:a16="http://schemas.microsoft.com/office/drawing/2014/main" id="{F13E5C77-FCCE-5AB9-74AA-BD587CFEF795}"/>
              </a:ext>
            </a:extLst>
          </p:cNvPr>
          <p:cNvSpPr/>
          <p:nvPr/>
        </p:nvSpPr>
        <p:spPr>
          <a:xfrm>
            <a:off x="5491846" y="2753201"/>
            <a:ext cx="3703914" cy="51612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/>
              <a:t>Defina si el tipo de asesor debe ser incluido (tiene acceso al proceso) o excluido (no tiene acceso al Proceso).</a:t>
            </a:r>
          </a:p>
        </p:txBody>
      </p:sp>
      <p:sp>
        <p:nvSpPr>
          <p:cNvPr id="17" name="Rectángulo redondeado 8">
            <a:extLst>
              <a:ext uri="{FF2B5EF4-FFF2-40B4-BE49-F238E27FC236}">
                <a16:creationId xmlns:a16="http://schemas.microsoft.com/office/drawing/2014/main" id="{DB0C077C-483C-E009-A073-9165E645BB6A}"/>
              </a:ext>
            </a:extLst>
          </p:cNvPr>
          <p:cNvSpPr/>
          <p:nvPr/>
        </p:nvSpPr>
        <p:spPr>
          <a:xfrm>
            <a:off x="9553091" y="5806428"/>
            <a:ext cx="736644" cy="27176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/>
              <a:t>Guardar </a:t>
            </a:r>
          </a:p>
        </p:txBody>
      </p:sp>
    </p:spTree>
    <p:extLst>
      <p:ext uri="{BB962C8B-B14F-4D97-AF65-F5344CB8AC3E}">
        <p14:creationId xmlns:p14="http://schemas.microsoft.com/office/powerpoint/2010/main" val="2887978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A20FD-DD65-2EB1-0979-17BDFF779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C1A8D4A-03BB-83CD-4276-8FE2860DC6E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FD9D077E-D21D-87ED-B859-710637871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Perfil de estudiante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D08D512-FB86-E798-1B6A-D387D1C6C6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/>
              <a:t>Configurar el acceso de asesores al perfil de estudiante</a:t>
            </a:r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D9AF925-BBB5-C32E-F28E-867931A03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91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724A8-8439-C825-B3AD-326CB0DD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47F0BDD-3722-0B91-61C6-2991BD17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12" y="1144856"/>
            <a:ext cx="10037918" cy="493779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6284288-6FAF-D661-E7AB-BE05CE0F7A3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5897D53A-7A28-5553-8D96-9B27648D5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C56922B-3CB1-5FE8-B1DF-CAF6C8E9B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3200" dirty="0">
                <a:solidFill>
                  <a:schemeClr val="accent1"/>
                </a:solidFill>
              </a:rPr>
              <a:t>Gestionar reglas de acceso: Perfil de estudiante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2" name="Rectángulo redondeado 8">
            <a:extLst>
              <a:ext uri="{FF2B5EF4-FFF2-40B4-BE49-F238E27FC236}">
                <a16:creationId xmlns:a16="http://schemas.microsoft.com/office/drawing/2014/main" id="{2DE0B388-95BE-6A61-092B-CB330D1AF2CD}"/>
              </a:ext>
            </a:extLst>
          </p:cNvPr>
          <p:cNvSpPr/>
          <p:nvPr/>
        </p:nvSpPr>
        <p:spPr>
          <a:xfrm>
            <a:off x="2746240" y="4980247"/>
            <a:ext cx="4661078" cy="9277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dirty="0">
                <a:solidFill>
                  <a:schemeClr val="bg1"/>
                </a:solidFill>
                <a:latin typeface="Arial" panose="020B0604020202020204" pitchFamily="34" charset="0"/>
              </a:rPr>
              <a:t>En SOAFACS, solamente existe una regla DISPLAYPROFILE (ver el perfil del estudiante) para el docente; no hay una regla para el asesor</a:t>
            </a:r>
          </a:p>
        </p:txBody>
      </p:sp>
      <p:sp>
        <p:nvSpPr>
          <p:cNvPr id="6" name="Rectángulo redondeado 8">
            <a:extLst>
              <a:ext uri="{FF2B5EF4-FFF2-40B4-BE49-F238E27FC236}">
                <a16:creationId xmlns:a16="http://schemas.microsoft.com/office/drawing/2014/main" id="{2BD90682-DE6D-BE04-8853-8075350D06A6}"/>
              </a:ext>
            </a:extLst>
          </p:cNvPr>
          <p:cNvSpPr/>
          <p:nvPr/>
        </p:nvSpPr>
        <p:spPr>
          <a:xfrm>
            <a:off x="2154082" y="5334788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8998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97FCA-9CFA-38B9-199F-DA18CE52C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618C9D9-ABC6-95F8-874F-8BA7282B5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58" y="1212559"/>
            <a:ext cx="10385350" cy="514379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1F23A1-B8E2-760D-8922-BBB0B2B1F56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BF96269F-2655-C4BD-7784-E54FCECED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62E0059-76A7-D60E-1216-6034E222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3200" dirty="0">
                <a:solidFill>
                  <a:schemeClr val="accent1"/>
                </a:solidFill>
              </a:rPr>
              <a:t>Gestionar reglas de acceso: Perfil de estudiante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6" name="Rectángulo redondeado 8">
            <a:extLst>
              <a:ext uri="{FF2B5EF4-FFF2-40B4-BE49-F238E27FC236}">
                <a16:creationId xmlns:a16="http://schemas.microsoft.com/office/drawing/2014/main" id="{B47B1852-787E-2E59-508F-40C9612207DB}"/>
              </a:ext>
            </a:extLst>
          </p:cNvPr>
          <p:cNvSpPr/>
          <p:nvPr/>
        </p:nvSpPr>
        <p:spPr>
          <a:xfrm>
            <a:off x="2154082" y="5334788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7" name="Rectángulo redondeado 8">
            <a:extLst>
              <a:ext uri="{FF2B5EF4-FFF2-40B4-BE49-F238E27FC236}">
                <a16:creationId xmlns:a16="http://schemas.microsoft.com/office/drawing/2014/main" id="{E6FB7972-E4CD-277B-043F-4DF461DB1CBE}"/>
              </a:ext>
            </a:extLst>
          </p:cNvPr>
          <p:cNvSpPr/>
          <p:nvPr/>
        </p:nvSpPr>
        <p:spPr>
          <a:xfrm>
            <a:off x="2772281" y="4870898"/>
            <a:ext cx="3197197" cy="9277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dirty="0"/>
              <a:t>Sin embargo, es posible requerir una relación de asesoría para ver el perfil del estudiante con la regla ADVISEE_SEARCH_ADVR_REQ</a:t>
            </a:r>
          </a:p>
          <a:p>
            <a:r>
              <a:rPr lang="es-MX" sz="1100" dirty="0"/>
              <a:t>en la página GTVOTYP</a:t>
            </a: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5BB187F2-6E80-B8AC-4EA6-FA0105EFC166}"/>
              </a:ext>
            </a:extLst>
          </p:cNvPr>
          <p:cNvSpPr/>
          <p:nvPr/>
        </p:nvSpPr>
        <p:spPr>
          <a:xfrm>
            <a:off x="7585467" y="4870898"/>
            <a:ext cx="2832959" cy="92512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dirty="0"/>
              <a:t>Cuando el valor está en Y (Sí), el asesor debe ser asignado a un estudiante para ver su perfil. Si está en N (No), los asesores podrían buscar el</a:t>
            </a:r>
          </a:p>
          <a:p>
            <a:r>
              <a:rPr lang="es-MX" sz="1100" dirty="0"/>
              <a:t>perfil de cualquier estudiante.</a:t>
            </a:r>
            <a:r>
              <a:rPr lang="es-ES" sz="1100" dirty="0"/>
              <a:t>.</a:t>
            </a:r>
            <a:endParaRPr lang="es-MX" sz="800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B67DF1E6-51D6-D760-D7C8-33DC173AA47D}"/>
              </a:ext>
            </a:extLst>
          </p:cNvPr>
          <p:cNvSpPr/>
          <p:nvPr/>
        </p:nvSpPr>
        <p:spPr>
          <a:xfrm>
            <a:off x="6990806" y="517799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17929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C676-C2C5-9094-55CC-DF1DB77C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79E4ED-F22B-7A22-6583-7E46F9036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617AB743-30DC-4F55-BEDF-E19E0BAC6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905899A-9706-464C-A815-B7F2D4CC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3200" dirty="0">
                <a:solidFill>
                  <a:schemeClr val="accent1"/>
                </a:solidFill>
              </a:rPr>
              <a:t>Gestionar reglas de acceso: Perfil de estudiante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F59D01-C160-44E8-A236-C1BE59A4B0B9}"/>
              </a:ext>
            </a:extLst>
          </p:cNvPr>
          <p:cNvSpPr txBox="1"/>
          <p:nvPr/>
        </p:nvSpPr>
        <p:spPr>
          <a:xfrm>
            <a:off x="953346" y="1388632"/>
            <a:ext cx="1012878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MX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b="0" i="0" u="none" strike="noStrike" baseline="0" dirty="0">
                <a:solidFill>
                  <a:srgbClr val="000000"/>
                </a:solidFill>
              </a:rPr>
              <a:t>Adicionalmente, se puede configurar qué información está visible en el perfil del estudiante, según el rol de la persona que lo está viendo.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b="0" i="0" u="none" strike="noStrike" baseline="0" dirty="0">
                <a:solidFill>
                  <a:srgbClr val="000000"/>
                </a:solidFill>
              </a:rPr>
              <a:t>Esta configuración se realiza </a:t>
            </a:r>
            <a:r>
              <a:rPr lang="es-MX" sz="1400" b="1" dirty="0">
                <a:solidFill>
                  <a:srgbClr val="000000"/>
                </a:solidFill>
              </a:rPr>
              <a:t>GUACONF</a:t>
            </a:r>
            <a:r>
              <a:rPr lang="es-MX" sz="1400" dirty="0">
                <a:solidFill>
                  <a:srgbClr val="000000"/>
                </a:solidFill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b="0" i="0" u="none" strike="noStrike" baseline="0" dirty="0">
                <a:solidFill>
                  <a:srgbClr val="000000"/>
                </a:solidFill>
              </a:rPr>
              <a:t>Por ejemplo: las siguientes líneas determinan la visibilidad del número de teléfono del estudiante en su perfil</a:t>
            </a:r>
          </a:p>
          <a:p>
            <a:pPr algn="just"/>
            <a:endParaRPr lang="es-MX" sz="1400" b="0" i="0" u="none" strike="noStrike" baseline="0" dirty="0">
              <a:solidFill>
                <a:srgbClr val="000000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s-MX" sz="1000" b="0" i="0" u="none" strike="noStrike" baseline="0" dirty="0" err="1">
                <a:solidFill>
                  <a:srgbClr val="000000"/>
                </a:solidFill>
              </a:rPr>
              <a:t>all.bioinformation.telephone.view</a:t>
            </a:r>
            <a:r>
              <a:rPr lang="es-MX" sz="1000" b="0" i="0" u="none" strike="noStrike" baseline="0" dirty="0">
                <a:solidFill>
                  <a:srgbClr val="000000"/>
                </a:solidFill>
              </a:rPr>
              <a:t>=</a:t>
            </a:r>
            <a:r>
              <a:rPr lang="es-MX" sz="1000" b="0" i="0" u="none" strike="noStrike" baseline="0" dirty="0" err="1">
                <a:solidFill>
                  <a:srgbClr val="000000"/>
                </a:solidFill>
              </a:rPr>
              <a:t>Profile</a:t>
            </a:r>
            <a:endParaRPr lang="es-MX" sz="1000" b="0" i="0" u="none" strike="noStrike" baseline="0" dirty="0">
              <a:solidFill>
                <a:srgbClr val="000000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s-MX" sz="1000" b="0" i="0" u="none" strike="noStrike" baseline="0" dirty="0" err="1">
                <a:solidFill>
                  <a:srgbClr val="000000"/>
                </a:solidFill>
              </a:rPr>
              <a:t>all.bioinformation.telephone.roles</a:t>
            </a:r>
            <a:r>
              <a:rPr lang="es-MX" sz="1000" b="0" i="0" u="none" strike="noStrike" baseline="0" dirty="0">
                <a:solidFill>
                  <a:srgbClr val="000000"/>
                </a:solidFill>
              </a:rPr>
              <a:t>=</a:t>
            </a:r>
            <a:r>
              <a:rPr lang="es-MX" sz="1000" b="0" i="0" u="none" strike="noStrike" baseline="0" dirty="0" err="1">
                <a:solidFill>
                  <a:srgbClr val="000000"/>
                </a:solidFill>
              </a:rPr>
              <a:t>Advisor</a:t>
            </a:r>
            <a:r>
              <a:rPr lang="es-MX" sz="1000" b="0" i="0" u="none" strike="noStrike" baseline="0" dirty="0">
                <a:solidFill>
                  <a:srgbClr val="000000"/>
                </a:solidFill>
              </a:rPr>
              <a:t> , </a:t>
            </a:r>
            <a:r>
              <a:rPr lang="es-MX" sz="1000" b="0" i="0" u="none" strike="noStrike" baseline="0" dirty="0" err="1">
                <a:solidFill>
                  <a:srgbClr val="000000"/>
                </a:solidFill>
              </a:rPr>
              <a:t>AdvisorOverride</a:t>
            </a:r>
            <a:r>
              <a:rPr lang="es-MX" sz="1000" b="0" i="0" u="none" strike="noStrike" baseline="0" dirty="0">
                <a:solidFill>
                  <a:srgbClr val="000000"/>
                </a:solidFill>
              </a:rPr>
              <a:t> , </a:t>
            </a:r>
            <a:r>
              <a:rPr lang="es-MX" sz="1000" b="0" i="0" u="none" strike="noStrike" baseline="0" dirty="0" err="1">
                <a:solidFill>
                  <a:srgbClr val="000000"/>
                </a:solidFill>
              </a:rPr>
              <a:t>FacultyAdvisor</a:t>
            </a:r>
            <a:r>
              <a:rPr lang="es-MX" sz="1000" b="0" i="0" u="none" strike="noStrike" baseline="0" dirty="0">
                <a:solidFill>
                  <a:srgbClr val="000000"/>
                </a:solidFill>
              </a:rPr>
              <a:t> , </a:t>
            </a:r>
            <a:r>
              <a:rPr lang="es-MX" sz="1000" b="0" i="0" u="none" strike="noStrike" baseline="0" dirty="0" err="1">
                <a:solidFill>
                  <a:srgbClr val="000000"/>
                </a:solidFill>
              </a:rPr>
              <a:t>Student</a:t>
            </a:r>
            <a:r>
              <a:rPr lang="es-MX" sz="1000" b="0" i="0" u="none" strike="noStrike" baseline="0" dirty="0">
                <a:solidFill>
                  <a:srgbClr val="000000"/>
                </a:solidFill>
              </a:rPr>
              <a:t> , </a:t>
            </a:r>
            <a:r>
              <a:rPr lang="es-MX" sz="1000" b="0" i="0" u="none" strike="noStrike" baseline="0" dirty="0" err="1">
                <a:solidFill>
                  <a:srgbClr val="000000"/>
                </a:solidFill>
              </a:rPr>
              <a:t>Faculty</a:t>
            </a:r>
            <a:r>
              <a:rPr lang="es-MX" sz="1000" b="0" i="0" u="none" strike="noStrike" baseline="0" dirty="0">
                <a:solidFill>
                  <a:srgbClr val="000000"/>
                </a:solidFill>
              </a:rPr>
              <a:t> , </a:t>
            </a:r>
            <a:r>
              <a:rPr lang="es-MX" sz="1000" b="0" i="0" u="none" strike="noStrike" baseline="0" dirty="0" err="1">
                <a:solidFill>
                  <a:srgbClr val="000000"/>
                </a:solidFill>
              </a:rPr>
              <a:t>FacultyOverride</a:t>
            </a:r>
            <a:endParaRPr lang="es-MX" sz="1100" b="0" i="0" u="none" strike="noStrike" baseline="0" dirty="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A13AE-0424-E7C0-D5C4-CC4EE264F2D6}"/>
              </a:ext>
            </a:extLst>
          </p:cNvPr>
          <p:cNvSpPr txBox="1"/>
          <p:nvPr/>
        </p:nvSpPr>
        <p:spPr>
          <a:xfrm>
            <a:off x="1046080" y="3716375"/>
            <a:ext cx="62346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b="0" i="0" u="none" strike="noStrike" baseline="0" dirty="0">
                <a:solidFill>
                  <a:srgbClr val="000000"/>
                </a:solidFill>
              </a:rPr>
              <a:t>Se puede agregar o eliminar roles de la segunda línea para definir quién puede ver el número de teléfono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b="0" i="0" u="none" strike="noStrike" baseline="0" dirty="0">
                <a:solidFill>
                  <a:srgbClr val="000000"/>
                </a:solidFill>
              </a:rPr>
              <a:t>Para esconder el número de teléfono para todos, se deshabilitan las líneas </a:t>
            </a:r>
            <a:r>
              <a:rPr lang="es-MX" sz="1400" dirty="0" err="1">
                <a:solidFill>
                  <a:srgbClr val="000000"/>
                </a:solidFill>
              </a:rPr>
              <a:t>quitanto</a:t>
            </a:r>
            <a:r>
              <a:rPr lang="es-MX" sz="1400" dirty="0">
                <a:solidFill>
                  <a:srgbClr val="000000"/>
                </a:solidFill>
              </a:rPr>
              <a:t> el nombre del perfil</a:t>
            </a:r>
          </a:p>
          <a:p>
            <a:pPr algn="just"/>
            <a:endParaRPr lang="es-MX" sz="1400" b="0" i="0" u="none" strike="noStrike" baseline="0" dirty="0">
              <a:solidFill>
                <a:srgbClr val="000000"/>
              </a:solidFill>
            </a:endParaRPr>
          </a:p>
          <a:p>
            <a:pPr marL="628650" lvl="1" indent="-171450" algn="just">
              <a:buFont typeface="Wingdings" panose="05000000000000000000" pitchFamily="2" charset="2"/>
              <a:buChar char="ü"/>
            </a:pPr>
            <a:r>
              <a:rPr lang="es-MX" sz="1000" b="0" i="0" u="none" strike="noStrike" baseline="0" dirty="0" err="1">
                <a:solidFill>
                  <a:srgbClr val="000000"/>
                </a:solidFill>
              </a:rPr>
              <a:t>all.bioinformation.telephone.view</a:t>
            </a:r>
            <a:r>
              <a:rPr lang="es-MX" sz="10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es-MX" sz="1000" b="0" i="0" u="none" strike="noStrike" baseline="0" dirty="0" err="1">
                <a:solidFill>
                  <a:srgbClr val="000000"/>
                </a:solidFill>
              </a:rPr>
              <a:t>Profile</a:t>
            </a:r>
            <a:endParaRPr lang="es-MX" sz="1000" b="0" i="0" u="none" strike="noStrike" baseline="0" dirty="0">
              <a:solidFill>
                <a:srgbClr val="000000"/>
              </a:solidFill>
            </a:endParaRPr>
          </a:p>
          <a:p>
            <a:pPr marL="628650" lvl="1" indent="-171450" algn="just">
              <a:buFont typeface="Wingdings" panose="05000000000000000000" pitchFamily="2" charset="2"/>
              <a:buChar char="ü"/>
            </a:pPr>
            <a:r>
              <a:rPr lang="es-MX" sz="1000" b="0" i="0" u="none" strike="noStrike" baseline="0" dirty="0" err="1">
                <a:solidFill>
                  <a:srgbClr val="000000"/>
                </a:solidFill>
              </a:rPr>
              <a:t>all.bioinformation.telephone.roles</a:t>
            </a:r>
            <a:r>
              <a:rPr lang="es-MX" sz="10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es-MX" sz="1000" b="0" i="0" u="none" strike="noStrike" baseline="0" dirty="0">
                <a:solidFill>
                  <a:srgbClr val="FF0000"/>
                </a:solidFill>
              </a:rPr>
              <a:t>Advisor</a:t>
            </a:r>
            <a:r>
              <a:rPr lang="es-MX" sz="1000" b="0" i="0" u="none" strike="noStrike" baseline="0" dirty="0">
                <a:solidFill>
                  <a:srgbClr val="000000"/>
                </a:solidFill>
              </a:rPr>
              <a:t> , </a:t>
            </a:r>
            <a:r>
              <a:rPr lang="es-MX" sz="1000" b="0" i="0" u="none" strike="noStrike" baseline="0" dirty="0" err="1">
                <a:solidFill>
                  <a:srgbClr val="000000"/>
                </a:solidFill>
              </a:rPr>
              <a:t>AdvisorOverride</a:t>
            </a:r>
            <a:r>
              <a:rPr lang="es-MX" sz="1000" b="0" i="0" u="none" strike="noStrike" baseline="0" dirty="0">
                <a:solidFill>
                  <a:srgbClr val="000000"/>
                </a:solidFill>
              </a:rPr>
              <a:t> , </a:t>
            </a:r>
            <a:r>
              <a:rPr lang="es-MX" sz="1000" b="0" i="0" u="none" strike="noStrike" baseline="0" dirty="0" err="1">
                <a:solidFill>
                  <a:srgbClr val="000000"/>
                </a:solidFill>
              </a:rPr>
              <a:t>FacultyAdvisor</a:t>
            </a:r>
            <a:r>
              <a:rPr lang="es-MX" sz="1000" b="0" i="0" u="none" strike="noStrike" baseline="0" dirty="0">
                <a:solidFill>
                  <a:srgbClr val="000000"/>
                </a:solidFill>
              </a:rPr>
              <a:t> , Student</a:t>
            </a:r>
          </a:p>
        </p:txBody>
      </p:sp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BB604032-521A-3FB7-8E0E-ACE4EAF33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370964"/>
              </p:ext>
            </p:extLst>
          </p:nvPr>
        </p:nvGraphicFramePr>
        <p:xfrm>
          <a:off x="7832926" y="3428999"/>
          <a:ext cx="3312994" cy="1830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759">
                  <a:extLst>
                    <a:ext uri="{9D8B030D-6E8A-4147-A177-3AD203B41FA5}">
                      <a16:colId xmlns:a16="http://schemas.microsoft.com/office/drawing/2014/main" val="4016735331"/>
                    </a:ext>
                  </a:extLst>
                </a:gridCol>
                <a:gridCol w="2035235">
                  <a:extLst>
                    <a:ext uri="{9D8B030D-6E8A-4147-A177-3AD203B41FA5}">
                      <a16:colId xmlns:a16="http://schemas.microsoft.com/office/drawing/2014/main" val="2532365102"/>
                    </a:ext>
                  </a:extLst>
                </a:gridCol>
              </a:tblGrid>
              <a:tr h="275549">
                <a:tc>
                  <a:txBody>
                    <a:bodyPr/>
                    <a:lstStyle/>
                    <a:p>
                      <a:r>
                        <a:rPr lang="es-MX" sz="1100" dirty="0"/>
                        <a:t>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151495"/>
                  </a:ext>
                </a:extLst>
              </a:tr>
              <a:tr h="138189">
                <a:tc>
                  <a:txBody>
                    <a:bodyPr/>
                    <a:lstStyle/>
                    <a:p>
                      <a:r>
                        <a:rPr lang="es-MX" sz="1100" dirty="0" err="1"/>
                        <a:t>Student</a:t>
                      </a:r>
                      <a:endParaRPr lang="es-MX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/>
                        <a:t>Estudiante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039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1100" dirty="0" err="1"/>
                        <a:t>Advisor</a:t>
                      </a:r>
                      <a:r>
                        <a:rPr lang="es-MX" sz="11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/>
                        <a:t>Asesor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10221"/>
                  </a:ext>
                </a:extLst>
              </a:tr>
              <a:tr h="211549">
                <a:tc>
                  <a:txBody>
                    <a:bodyPr/>
                    <a:lstStyle/>
                    <a:p>
                      <a:r>
                        <a:rPr lang="es-MX" sz="1100" dirty="0" err="1"/>
                        <a:t>AdvisorOverride</a:t>
                      </a:r>
                      <a:endParaRPr lang="es-MX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/>
                        <a:t>Asesor con sobrepaso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681424"/>
                  </a:ext>
                </a:extLst>
              </a:tr>
              <a:tr h="159704">
                <a:tc>
                  <a:txBody>
                    <a:bodyPr/>
                    <a:lstStyle/>
                    <a:p>
                      <a:r>
                        <a:rPr lang="es-MX" sz="1100" dirty="0" err="1"/>
                        <a:t>Faculty</a:t>
                      </a:r>
                      <a:endParaRPr lang="es-MX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/>
                        <a:t>Docente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346019"/>
                  </a:ext>
                </a:extLst>
              </a:tr>
              <a:tr h="243990">
                <a:tc>
                  <a:txBody>
                    <a:bodyPr/>
                    <a:lstStyle/>
                    <a:p>
                      <a:r>
                        <a:rPr lang="es-MX" sz="1100" dirty="0" err="1"/>
                        <a:t>FacultyOverride</a:t>
                      </a:r>
                      <a:endParaRPr lang="es-MX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dirty="0"/>
                        <a:t>Docente con Sobrepaso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961309"/>
                  </a:ext>
                </a:extLst>
              </a:tr>
              <a:tr h="211549">
                <a:tc>
                  <a:txBody>
                    <a:bodyPr/>
                    <a:lstStyle/>
                    <a:p>
                      <a:r>
                        <a:rPr lang="es-MX" sz="1100" dirty="0" err="1"/>
                        <a:t>FacultyAdvisor</a:t>
                      </a:r>
                      <a:endParaRPr lang="es-MX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/>
                        <a:t>Asesor y docente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94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008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CONFIGURACIONES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16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07F01-E70B-D954-C502-96E51417E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F2838A04-6A7B-E9C1-B461-9303F8879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3647"/>
            <a:ext cx="10167730" cy="459855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8AFFA1-C669-F37A-053C-E026894EAFE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ED27E46-37B4-5A3A-E89B-29AB98A7A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5887391-BC2E-47D5-53EF-D587F80B9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419" sz="3000" b="0" dirty="0">
                <a:solidFill>
                  <a:schemeClr val="accent1"/>
                </a:solidFill>
              </a:rPr>
              <a:t>STVADVR Validación de tipo de asesor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C86CFE5D-7E82-5850-F84F-27664D2B6718}"/>
              </a:ext>
            </a:extLst>
          </p:cNvPr>
          <p:cNvSpPr/>
          <p:nvPr/>
        </p:nvSpPr>
        <p:spPr>
          <a:xfrm>
            <a:off x="1109870" y="4874980"/>
            <a:ext cx="3998567" cy="81874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Corresponde a los tipos de asesores que pudiera tener asignado un estudiante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FC4D41F-2983-5DB6-6359-4872A1DA42FF}"/>
              </a:ext>
            </a:extLst>
          </p:cNvPr>
          <p:cNvSpPr/>
          <p:nvPr/>
        </p:nvSpPr>
        <p:spPr>
          <a:xfrm>
            <a:off x="10206937" y="2201895"/>
            <a:ext cx="213772" cy="2186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DBA98777-60C8-291A-E4EA-E58D8CD4E11D}"/>
              </a:ext>
            </a:extLst>
          </p:cNvPr>
          <p:cNvSpPr/>
          <p:nvPr/>
        </p:nvSpPr>
        <p:spPr>
          <a:xfrm>
            <a:off x="8003409" y="2792255"/>
            <a:ext cx="3419349" cy="108066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Cuando la institución requiera crear un nuevo tipo de asesor, presiona el botón Insertar y diligencia la información del campo Código y Descripción.</a:t>
            </a: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5B349A6B-D5A3-2FD3-1515-FD8322B551C8}"/>
              </a:ext>
            </a:extLst>
          </p:cNvPr>
          <p:cNvSpPr/>
          <p:nvPr/>
        </p:nvSpPr>
        <p:spPr>
          <a:xfrm>
            <a:off x="9630337" y="2212652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4234DE2-B6C6-979F-C0C8-E809BA3CB8C4}"/>
              </a:ext>
            </a:extLst>
          </p:cNvPr>
          <p:cNvSpPr/>
          <p:nvPr/>
        </p:nvSpPr>
        <p:spPr>
          <a:xfrm>
            <a:off x="10487127" y="5805048"/>
            <a:ext cx="718061" cy="29690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4E10DFAE-3756-30CE-55F5-CF6DAD9B6BE3}"/>
              </a:ext>
            </a:extLst>
          </p:cNvPr>
          <p:cNvSpPr/>
          <p:nvPr/>
        </p:nvSpPr>
        <p:spPr>
          <a:xfrm>
            <a:off x="10269558" y="4835188"/>
            <a:ext cx="1153200" cy="51268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/>
              <a:t>Guardar información</a:t>
            </a:r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EEE3F309-5FBC-A359-2A90-E208E38A976D}"/>
              </a:ext>
            </a:extLst>
          </p:cNvPr>
          <p:cNvSpPr/>
          <p:nvPr/>
        </p:nvSpPr>
        <p:spPr>
          <a:xfrm>
            <a:off x="9532872" y="5805048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3</a:t>
            </a:r>
          </a:p>
        </p:txBody>
      </p:sp>
      <p:sp>
        <p:nvSpPr>
          <p:cNvPr id="2" name="Rectángulo redondeado 5">
            <a:extLst>
              <a:ext uri="{FF2B5EF4-FFF2-40B4-BE49-F238E27FC236}">
                <a16:creationId xmlns:a16="http://schemas.microsoft.com/office/drawing/2014/main" id="{D497A37A-2C35-0B91-E7A7-D5D5E9A708BC}"/>
              </a:ext>
            </a:extLst>
          </p:cNvPr>
          <p:cNvSpPr/>
          <p:nvPr/>
        </p:nvSpPr>
        <p:spPr>
          <a:xfrm>
            <a:off x="3036254" y="3271769"/>
            <a:ext cx="3419349" cy="120230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Cuando la institución desee modificar la descripción de un tipo de asesor, ubica el cursor en el campo Descripción del registro a modificar y digita la nueva descripción.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5708097C-C4F4-A709-3F32-836602F699B2}"/>
              </a:ext>
            </a:extLst>
          </p:cNvPr>
          <p:cNvSpPr/>
          <p:nvPr/>
        </p:nvSpPr>
        <p:spPr>
          <a:xfrm>
            <a:off x="2449054" y="3257635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2</a:t>
            </a:r>
          </a:p>
        </p:txBody>
      </p:sp>
      <p:sp>
        <p:nvSpPr>
          <p:cNvPr id="13" name="Rectángulo 9">
            <a:extLst>
              <a:ext uri="{FF2B5EF4-FFF2-40B4-BE49-F238E27FC236}">
                <a16:creationId xmlns:a16="http://schemas.microsoft.com/office/drawing/2014/main" id="{A6E0F6C0-46EB-21B1-2B0C-80D0271559E6}"/>
              </a:ext>
            </a:extLst>
          </p:cNvPr>
          <p:cNvSpPr/>
          <p:nvPr/>
        </p:nvSpPr>
        <p:spPr>
          <a:xfrm>
            <a:off x="2629265" y="2841047"/>
            <a:ext cx="3703996" cy="21868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1715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ASESORÍA A ESTUDIANTES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00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5552004-5A29-F770-B933-5A3897949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32" y="1094981"/>
            <a:ext cx="9949719" cy="440941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Premisa: </a:t>
            </a:r>
            <a:r>
              <a:rPr lang="es-ES_tradnl" sz="3200" b="0" dirty="0">
                <a:solidFill>
                  <a:schemeClr val="accent1"/>
                </a:solidFill>
              </a:rPr>
              <a:t>SPAIDEN </a:t>
            </a:r>
            <a:r>
              <a:rPr lang="es-419" sz="3200" b="0" dirty="0">
                <a:solidFill>
                  <a:schemeClr val="accent1"/>
                </a:solidFill>
              </a:rPr>
              <a:t>Identificación de general de personas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EBFE1B0C-4638-DE97-13BD-C9362AE782B5}"/>
              </a:ext>
            </a:extLst>
          </p:cNvPr>
          <p:cNvSpPr/>
          <p:nvPr/>
        </p:nvSpPr>
        <p:spPr>
          <a:xfrm>
            <a:off x="3509472" y="4460240"/>
            <a:ext cx="5471967" cy="95151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Antes de ingresar la información de un docente, este debe estar creado como persona en Banner (SPAIDEN)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E5062-2727-FEC3-BC24-E04CA848F711}"/>
              </a:ext>
            </a:extLst>
          </p:cNvPr>
          <p:cNvSpPr/>
          <p:nvPr/>
        </p:nvSpPr>
        <p:spPr>
          <a:xfrm>
            <a:off x="957532" y="1729772"/>
            <a:ext cx="2384927" cy="29690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1899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Asignación del Rol Asesor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sz="1800" dirty="0"/>
              <a:t>Definición y gestión de la asesoría de estudiantes</a:t>
            </a:r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1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2B792E4-CC3D-E9C7-4437-2998B1B9A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6" y="1328468"/>
            <a:ext cx="10754653" cy="484914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ES_tradnl" sz="3200" b="0" dirty="0">
                <a:solidFill>
                  <a:schemeClr val="accent1"/>
                </a:solidFill>
              </a:rPr>
              <a:t>SIAINST </a:t>
            </a:r>
            <a:r>
              <a:rPr lang="es-419" b="0" dirty="0">
                <a:solidFill>
                  <a:schemeClr val="accent1"/>
                </a:solidFill>
                <a:effectLst/>
              </a:rPr>
              <a:t>Información de docente / asesor</a:t>
            </a:r>
            <a:br>
              <a:rPr lang="es-CL" b="0" dirty="0">
                <a:solidFill>
                  <a:schemeClr val="accent1"/>
                </a:solidFill>
                <a:effectLst/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EBFE1B0C-4638-DE97-13BD-C9362AE782B5}"/>
              </a:ext>
            </a:extLst>
          </p:cNvPr>
          <p:cNvSpPr/>
          <p:nvPr/>
        </p:nvSpPr>
        <p:spPr>
          <a:xfrm>
            <a:off x="2492131" y="3528204"/>
            <a:ext cx="4337260" cy="76030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1. Se debe ingresar el ID del Docente a configurar, así como el Periodo desde el cual dicha configuración será vigente.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E5062-2727-FEC3-BC24-E04CA848F711}"/>
              </a:ext>
            </a:extLst>
          </p:cNvPr>
          <p:cNvSpPr/>
          <p:nvPr/>
        </p:nvSpPr>
        <p:spPr>
          <a:xfrm>
            <a:off x="1517884" y="2014158"/>
            <a:ext cx="6521935" cy="2822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49E1F6E-80F3-181E-75D0-052A10706AD9}"/>
              </a:ext>
            </a:extLst>
          </p:cNvPr>
          <p:cNvSpPr/>
          <p:nvPr/>
        </p:nvSpPr>
        <p:spPr>
          <a:xfrm>
            <a:off x="11082129" y="2014158"/>
            <a:ext cx="505097" cy="29690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25895338-6AD8-85D2-759F-32B6D24AB159}"/>
              </a:ext>
            </a:extLst>
          </p:cNvPr>
          <p:cNvSpPr/>
          <p:nvPr/>
        </p:nvSpPr>
        <p:spPr>
          <a:xfrm>
            <a:off x="10257006" y="2982049"/>
            <a:ext cx="1330220" cy="43250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2. Presionar el botón ‘Ir’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FD2DC7E8-EB3F-D045-8BA1-F4519A71BCEC}"/>
              </a:ext>
            </a:extLst>
          </p:cNvPr>
          <p:cNvSpPr/>
          <p:nvPr/>
        </p:nvSpPr>
        <p:spPr>
          <a:xfrm>
            <a:off x="956818" y="2014158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57D79291-6337-DAC2-B120-2A380298D4C6}"/>
              </a:ext>
            </a:extLst>
          </p:cNvPr>
          <p:cNvSpPr/>
          <p:nvPr/>
        </p:nvSpPr>
        <p:spPr>
          <a:xfrm>
            <a:off x="10621385" y="2045910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2</a:t>
            </a:r>
            <a:endParaRPr lang="es-ES_tradnl" sz="1100" b="1" dirty="0"/>
          </a:p>
        </p:txBody>
      </p:sp>
    </p:spTree>
    <p:extLst>
      <p:ext uri="{BB962C8B-B14F-4D97-AF65-F5344CB8AC3E}">
        <p14:creationId xmlns:p14="http://schemas.microsoft.com/office/powerpoint/2010/main" val="180545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537831A-E9D5-22C8-5A01-AE6BC9C2E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43" y="1661842"/>
            <a:ext cx="10055588" cy="44877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ES_tradnl" sz="3200" b="0" dirty="0">
                <a:solidFill>
                  <a:schemeClr val="accent1"/>
                </a:solidFill>
              </a:rPr>
              <a:t>SIAINST </a:t>
            </a:r>
            <a:r>
              <a:rPr lang="es-419" b="0" dirty="0">
                <a:solidFill>
                  <a:schemeClr val="accent1"/>
                </a:solidFill>
                <a:effectLst/>
              </a:rPr>
              <a:t>Información de docente / asesor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EBFE1B0C-4638-DE97-13BD-C9362AE782B5}"/>
              </a:ext>
            </a:extLst>
          </p:cNvPr>
          <p:cNvSpPr/>
          <p:nvPr/>
        </p:nvSpPr>
        <p:spPr>
          <a:xfrm>
            <a:off x="2925548" y="5155565"/>
            <a:ext cx="3966138" cy="54311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Se ingresa el estatus del docente y se activa la casilla ‘Asesor’ para la asignación del rol en cuestión.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E5062-2727-FEC3-BC24-E04CA848F711}"/>
              </a:ext>
            </a:extLst>
          </p:cNvPr>
          <p:cNvSpPr/>
          <p:nvPr/>
        </p:nvSpPr>
        <p:spPr>
          <a:xfrm>
            <a:off x="1911373" y="3687040"/>
            <a:ext cx="1160238" cy="2186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163295F2-D0E6-E359-06C0-881D53B35A0E}"/>
              </a:ext>
            </a:extLst>
          </p:cNvPr>
          <p:cNvSpPr/>
          <p:nvPr/>
        </p:nvSpPr>
        <p:spPr>
          <a:xfrm>
            <a:off x="1370800" y="3755539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006A0EE-6C6C-2F07-13B1-05218DEE6341}"/>
              </a:ext>
            </a:extLst>
          </p:cNvPr>
          <p:cNvSpPr/>
          <p:nvPr/>
        </p:nvSpPr>
        <p:spPr>
          <a:xfrm>
            <a:off x="10456857" y="5783580"/>
            <a:ext cx="783389" cy="40642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Rectángulo redondeado 9">
            <a:extLst>
              <a:ext uri="{FF2B5EF4-FFF2-40B4-BE49-F238E27FC236}">
                <a16:creationId xmlns:a16="http://schemas.microsoft.com/office/drawing/2014/main" id="{4BC4D0BA-F527-DD51-FA33-DF76C2CEB563}"/>
              </a:ext>
            </a:extLst>
          </p:cNvPr>
          <p:cNvSpPr/>
          <p:nvPr/>
        </p:nvSpPr>
        <p:spPr>
          <a:xfrm>
            <a:off x="9920941" y="587744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4</a:t>
            </a:r>
            <a:endParaRPr lang="es-ES_tradnl" sz="1100" b="1" dirty="0"/>
          </a:p>
        </p:txBody>
      </p:sp>
      <p:sp>
        <p:nvSpPr>
          <p:cNvPr id="27" name="Rectángulo redondeado 5">
            <a:extLst>
              <a:ext uri="{FF2B5EF4-FFF2-40B4-BE49-F238E27FC236}">
                <a16:creationId xmlns:a16="http://schemas.microsoft.com/office/drawing/2014/main" id="{BA07D5B0-113A-7C5F-AFD1-CED60B400873}"/>
              </a:ext>
            </a:extLst>
          </p:cNvPr>
          <p:cNvSpPr/>
          <p:nvPr/>
        </p:nvSpPr>
        <p:spPr>
          <a:xfrm>
            <a:off x="10281362" y="5292249"/>
            <a:ext cx="1325625" cy="4064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Guardar información</a:t>
            </a:r>
          </a:p>
        </p:txBody>
      </p:sp>
    </p:spTree>
    <p:extLst>
      <p:ext uri="{BB962C8B-B14F-4D97-AF65-F5344CB8AC3E}">
        <p14:creationId xmlns:p14="http://schemas.microsoft.com/office/powerpoint/2010/main" val="3958182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Asignación del Asesor a un Estudiante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sz="1800" dirty="0"/>
              <a:t>Definición y gestión de la asesoría de estudiantes</a:t>
            </a:r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38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2F926482-7D07-64BE-D39F-0A7273DF1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6" y="1301238"/>
            <a:ext cx="10786857" cy="489289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ES_tradnl" sz="3200" b="0" dirty="0">
                <a:solidFill>
                  <a:schemeClr val="accent1"/>
                </a:solidFill>
              </a:rPr>
              <a:t>SGAADVR </a:t>
            </a:r>
            <a:r>
              <a:rPr lang="es-419" b="0" dirty="0">
                <a:solidFill>
                  <a:schemeClr val="accent1"/>
                </a:solidFill>
                <a:effectLst/>
              </a:rPr>
              <a:t>Varios asesores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4B426BD4-51FB-55C6-79F7-9D3F22FBEC2D}"/>
              </a:ext>
            </a:extLst>
          </p:cNvPr>
          <p:cNvSpPr/>
          <p:nvPr/>
        </p:nvSpPr>
        <p:spPr>
          <a:xfrm>
            <a:off x="1482040" y="3295291"/>
            <a:ext cx="3449724" cy="72207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Primero se debe </a:t>
            </a:r>
            <a:r>
              <a:rPr lang="es-ES_tradnl" sz="1100">
                <a:solidFill>
                  <a:schemeClr val="bg1"/>
                </a:solidFill>
                <a:latin typeface="Arial" panose="020B0604020202020204" pitchFamily="34" charset="0"/>
              </a:rPr>
              <a:t>ingresar el ID</a:t>
            </a:r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 del estudiante al cual le asignaremos un </a:t>
            </a:r>
            <a:r>
              <a:rPr lang="es-ES_tradnl" sz="1100">
                <a:solidFill>
                  <a:schemeClr val="bg1"/>
                </a:solidFill>
                <a:latin typeface="Arial" panose="020B0604020202020204" pitchFamily="34" charset="0"/>
              </a:rPr>
              <a:t>asesor.</a:t>
            </a:r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8594166-3805-2F58-5B48-0E1F6F12CC63}"/>
              </a:ext>
            </a:extLst>
          </p:cNvPr>
          <p:cNvSpPr/>
          <p:nvPr/>
        </p:nvSpPr>
        <p:spPr>
          <a:xfrm>
            <a:off x="1482040" y="1972322"/>
            <a:ext cx="3184228" cy="3375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A0E99E7-43B0-8FBC-610B-FB3EF40F64F9}"/>
              </a:ext>
            </a:extLst>
          </p:cNvPr>
          <p:cNvSpPr/>
          <p:nvPr/>
        </p:nvSpPr>
        <p:spPr>
          <a:xfrm>
            <a:off x="11082130" y="1951348"/>
            <a:ext cx="575796" cy="35847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4998DE0E-6D43-1597-34EA-77E2871A8164}"/>
              </a:ext>
            </a:extLst>
          </p:cNvPr>
          <p:cNvSpPr/>
          <p:nvPr/>
        </p:nvSpPr>
        <p:spPr>
          <a:xfrm>
            <a:off x="10327706" y="2959935"/>
            <a:ext cx="1330220" cy="46906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Presionar el botón ‘Ir’</a:t>
            </a:r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EC0A1AB1-84FB-C103-E90F-A131051FFABE}"/>
              </a:ext>
            </a:extLst>
          </p:cNvPr>
          <p:cNvSpPr/>
          <p:nvPr/>
        </p:nvSpPr>
        <p:spPr>
          <a:xfrm>
            <a:off x="989095" y="1951348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203E30EB-6B8B-9B61-7DE5-1F2B158526DF}"/>
              </a:ext>
            </a:extLst>
          </p:cNvPr>
          <p:cNvSpPr/>
          <p:nvPr/>
        </p:nvSpPr>
        <p:spPr>
          <a:xfrm>
            <a:off x="10529749" y="2008166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3</a:t>
            </a:r>
          </a:p>
        </p:txBody>
      </p:sp>
      <p:sp>
        <p:nvSpPr>
          <p:cNvPr id="2" name="Rectángulo 8">
            <a:extLst>
              <a:ext uri="{FF2B5EF4-FFF2-40B4-BE49-F238E27FC236}">
                <a16:creationId xmlns:a16="http://schemas.microsoft.com/office/drawing/2014/main" id="{E50B9BBA-59B6-6E72-5CFE-8A94EF69E769}"/>
              </a:ext>
            </a:extLst>
          </p:cNvPr>
          <p:cNvSpPr/>
          <p:nvPr/>
        </p:nvSpPr>
        <p:spPr>
          <a:xfrm>
            <a:off x="6096000" y="1951347"/>
            <a:ext cx="2180734" cy="3375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redondeado 9">
            <a:extLst>
              <a:ext uri="{FF2B5EF4-FFF2-40B4-BE49-F238E27FC236}">
                <a16:creationId xmlns:a16="http://schemas.microsoft.com/office/drawing/2014/main" id="{52AAB6B8-A63D-3B83-C12C-0C95D86ECEE3}"/>
              </a:ext>
            </a:extLst>
          </p:cNvPr>
          <p:cNvSpPr/>
          <p:nvPr/>
        </p:nvSpPr>
        <p:spPr>
          <a:xfrm>
            <a:off x="5665789" y="1978429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2</a:t>
            </a:r>
          </a:p>
        </p:txBody>
      </p:sp>
      <p:sp>
        <p:nvSpPr>
          <p:cNvPr id="14" name="Rectángulo redondeado 5">
            <a:extLst>
              <a:ext uri="{FF2B5EF4-FFF2-40B4-BE49-F238E27FC236}">
                <a16:creationId xmlns:a16="http://schemas.microsoft.com/office/drawing/2014/main" id="{8EA98619-1010-ED38-F4FE-617F6E2E1559}"/>
              </a:ext>
            </a:extLst>
          </p:cNvPr>
          <p:cNvSpPr/>
          <p:nvPr/>
        </p:nvSpPr>
        <p:spPr>
          <a:xfrm>
            <a:off x="6206188" y="3425153"/>
            <a:ext cx="2968809" cy="77209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Luego se ingresa el Periodo Académico desde el cual dicha asignación de asesor se encontrará vigente.</a:t>
            </a:r>
          </a:p>
        </p:txBody>
      </p:sp>
    </p:spTree>
    <p:extLst>
      <p:ext uri="{BB962C8B-B14F-4D97-AF65-F5344CB8AC3E}">
        <p14:creationId xmlns:p14="http://schemas.microsoft.com/office/powerpoint/2010/main" val="3398180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923E3-7B56-8EC7-859C-E6C43A1A9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93E0A614-AB05-B165-234D-ED9E85BE5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065483"/>
            <a:ext cx="10666407" cy="472703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26D107-1520-B5BD-AF01-1DEA8EB1AE80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546DDCD6-5B28-266C-098D-F78879B0C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86C4E5C-4BC4-D997-662E-3C0F232B4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ES_tradnl" sz="3200" b="0" dirty="0">
                <a:solidFill>
                  <a:schemeClr val="accent1"/>
                </a:solidFill>
              </a:rPr>
              <a:t>SGAADVR </a:t>
            </a:r>
            <a:r>
              <a:rPr lang="es-419" b="0" dirty="0">
                <a:solidFill>
                  <a:schemeClr val="accent1"/>
                </a:solidFill>
                <a:effectLst/>
              </a:rPr>
              <a:t>Varios asesores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788C221A-59C0-3D69-B0B6-B6A40F026A75}"/>
              </a:ext>
            </a:extLst>
          </p:cNvPr>
          <p:cNvSpPr/>
          <p:nvPr/>
        </p:nvSpPr>
        <p:spPr>
          <a:xfrm>
            <a:off x="534074" y="3122923"/>
            <a:ext cx="2134219" cy="63373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En el campo ID se ingresa el ID del asesor a asignar.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8FEBC42-F1FE-8663-7592-CC6AA4EF388F}"/>
              </a:ext>
            </a:extLst>
          </p:cNvPr>
          <p:cNvSpPr/>
          <p:nvPr/>
        </p:nvSpPr>
        <p:spPr>
          <a:xfrm>
            <a:off x="748940" y="2319403"/>
            <a:ext cx="2134219" cy="3375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9AAE840-026C-D76D-F1BD-2EB1F8C819C2}"/>
              </a:ext>
            </a:extLst>
          </p:cNvPr>
          <p:cNvSpPr/>
          <p:nvPr/>
        </p:nvSpPr>
        <p:spPr>
          <a:xfrm>
            <a:off x="10582638" y="1864467"/>
            <a:ext cx="360421" cy="2186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AA49D2CA-F13C-47B9-8BFF-CFEBC09AAF0B}"/>
              </a:ext>
            </a:extLst>
          </p:cNvPr>
          <p:cNvSpPr/>
          <p:nvPr/>
        </p:nvSpPr>
        <p:spPr>
          <a:xfrm>
            <a:off x="8548777" y="4849745"/>
            <a:ext cx="1831461" cy="39511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Guardar información</a:t>
            </a:r>
          </a:p>
          <a:p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C32F8EFB-34ED-DA18-D9EB-C4755257A80B}"/>
              </a:ext>
            </a:extLst>
          </p:cNvPr>
          <p:cNvSpPr/>
          <p:nvPr/>
        </p:nvSpPr>
        <p:spPr>
          <a:xfrm>
            <a:off x="748940" y="2739215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5</a:t>
            </a:r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C9CD7FDF-D72D-E6B1-CF63-368DD47CB8D0}"/>
              </a:ext>
            </a:extLst>
          </p:cNvPr>
          <p:cNvSpPr/>
          <p:nvPr/>
        </p:nvSpPr>
        <p:spPr>
          <a:xfrm>
            <a:off x="9773969" y="1841998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4</a:t>
            </a:r>
          </a:p>
        </p:txBody>
      </p:sp>
      <p:sp>
        <p:nvSpPr>
          <p:cNvPr id="2" name="Rectángulo 8">
            <a:extLst>
              <a:ext uri="{FF2B5EF4-FFF2-40B4-BE49-F238E27FC236}">
                <a16:creationId xmlns:a16="http://schemas.microsoft.com/office/drawing/2014/main" id="{DBBAB023-A346-F9BF-C23F-4A399FC48517}"/>
              </a:ext>
            </a:extLst>
          </p:cNvPr>
          <p:cNvSpPr/>
          <p:nvPr/>
        </p:nvSpPr>
        <p:spPr>
          <a:xfrm>
            <a:off x="3718560" y="2263168"/>
            <a:ext cx="1348740" cy="3375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redondeado 9">
            <a:extLst>
              <a:ext uri="{FF2B5EF4-FFF2-40B4-BE49-F238E27FC236}">
                <a16:creationId xmlns:a16="http://schemas.microsoft.com/office/drawing/2014/main" id="{7E4BAF0C-41A9-F4F0-EB0F-2E5E26C408BD}"/>
              </a:ext>
            </a:extLst>
          </p:cNvPr>
          <p:cNvSpPr/>
          <p:nvPr/>
        </p:nvSpPr>
        <p:spPr>
          <a:xfrm>
            <a:off x="3718560" y="273921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6</a:t>
            </a:r>
          </a:p>
        </p:txBody>
      </p:sp>
      <p:sp>
        <p:nvSpPr>
          <p:cNvPr id="14" name="Rectángulo redondeado 5">
            <a:extLst>
              <a:ext uri="{FF2B5EF4-FFF2-40B4-BE49-F238E27FC236}">
                <a16:creationId xmlns:a16="http://schemas.microsoft.com/office/drawing/2014/main" id="{99C79DD6-D96D-4403-90CC-654E92188A71}"/>
              </a:ext>
            </a:extLst>
          </p:cNvPr>
          <p:cNvSpPr/>
          <p:nvPr/>
        </p:nvSpPr>
        <p:spPr>
          <a:xfrm>
            <a:off x="8412944" y="3507252"/>
            <a:ext cx="2968809" cy="76527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Es requerido que al menos uno de los asesores se encuentre con la casilla ‘Indicador de principal’ activada.</a:t>
            </a:r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1D55DDC8-D5B9-01CE-A82E-9BC19D9DC7DC}"/>
              </a:ext>
            </a:extLst>
          </p:cNvPr>
          <p:cNvSpPr/>
          <p:nvPr/>
        </p:nvSpPr>
        <p:spPr>
          <a:xfrm>
            <a:off x="6867330" y="1516757"/>
            <a:ext cx="2820133" cy="59891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Para crear un nuevo registro, se presiona el botón Insertar</a:t>
            </a:r>
          </a:p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’</a:t>
            </a:r>
          </a:p>
        </p:txBody>
      </p:sp>
      <p:sp>
        <p:nvSpPr>
          <p:cNvPr id="18" name="Rectángulo redondeado 5">
            <a:extLst>
              <a:ext uri="{FF2B5EF4-FFF2-40B4-BE49-F238E27FC236}">
                <a16:creationId xmlns:a16="http://schemas.microsoft.com/office/drawing/2014/main" id="{83635DEF-BAA2-FACE-1E3B-160BB3BD963F}"/>
              </a:ext>
            </a:extLst>
          </p:cNvPr>
          <p:cNvSpPr/>
          <p:nvPr/>
        </p:nvSpPr>
        <p:spPr>
          <a:xfrm>
            <a:off x="3105487" y="3347048"/>
            <a:ext cx="2574886" cy="76527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De forma opcional se podrá asignar el Tipo de asesor por el cual actuaría el asesor previamente identificado.</a:t>
            </a:r>
          </a:p>
        </p:txBody>
      </p:sp>
      <p:sp>
        <p:nvSpPr>
          <p:cNvPr id="19" name="Rectángulo 8">
            <a:extLst>
              <a:ext uri="{FF2B5EF4-FFF2-40B4-BE49-F238E27FC236}">
                <a16:creationId xmlns:a16="http://schemas.microsoft.com/office/drawing/2014/main" id="{51266A5F-20F1-8E41-A86C-DA8EFDC5F4D6}"/>
              </a:ext>
            </a:extLst>
          </p:cNvPr>
          <p:cNvSpPr/>
          <p:nvPr/>
        </p:nvSpPr>
        <p:spPr>
          <a:xfrm>
            <a:off x="9031498" y="2263167"/>
            <a:ext cx="1348740" cy="3375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Rectángulo 8">
            <a:extLst>
              <a:ext uri="{FF2B5EF4-FFF2-40B4-BE49-F238E27FC236}">
                <a16:creationId xmlns:a16="http://schemas.microsoft.com/office/drawing/2014/main" id="{CCE5C10A-36B4-F170-87C8-15B3AE5F1AFA}"/>
              </a:ext>
            </a:extLst>
          </p:cNvPr>
          <p:cNvSpPr/>
          <p:nvPr/>
        </p:nvSpPr>
        <p:spPr>
          <a:xfrm>
            <a:off x="10835640" y="5547262"/>
            <a:ext cx="841660" cy="24525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Rectángulo redondeado 9">
            <a:extLst>
              <a:ext uri="{FF2B5EF4-FFF2-40B4-BE49-F238E27FC236}">
                <a16:creationId xmlns:a16="http://schemas.microsoft.com/office/drawing/2014/main" id="{504B7085-0E68-35A8-6F45-3F13FEAA5CD4}"/>
              </a:ext>
            </a:extLst>
          </p:cNvPr>
          <p:cNvSpPr/>
          <p:nvPr/>
        </p:nvSpPr>
        <p:spPr>
          <a:xfrm>
            <a:off x="9413548" y="2711339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7</a:t>
            </a:r>
          </a:p>
        </p:txBody>
      </p:sp>
      <p:sp>
        <p:nvSpPr>
          <p:cNvPr id="22" name="Rectángulo redondeado 9">
            <a:extLst>
              <a:ext uri="{FF2B5EF4-FFF2-40B4-BE49-F238E27FC236}">
                <a16:creationId xmlns:a16="http://schemas.microsoft.com/office/drawing/2014/main" id="{884E846B-76FD-F11F-59D3-8A246A152007}"/>
              </a:ext>
            </a:extLst>
          </p:cNvPr>
          <p:cNvSpPr/>
          <p:nvPr/>
        </p:nvSpPr>
        <p:spPr>
          <a:xfrm>
            <a:off x="10907479" y="5098220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07391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Asignación del Asesor a Estudiantes de Forma Masiva.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sz="1800" dirty="0"/>
              <a:t>Definición y gestión de la asesoría de estudiantes</a:t>
            </a:r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07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4918D22-7E86-8815-77A3-71AC2F434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72" y="1480008"/>
            <a:ext cx="10445495" cy="468058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419" b="0" dirty="0">
                <a:solidFill>
                  <a:schemeClr val="accent1"/>
                </a:solidFill>
                <a:effectLst/>
              </a:rPr>
              <a:t>SGAAVRL Reglas de asignación de asesores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EBFE1B0C-4638-DE97-13BD-C9362AE782B5}"/>
              </a:ext>
            </a:extLst>
          </p:cNvPr>
          <p:cNvSpPr/>
          <p:nvPr/>
        </p:nvSpPr>
        <p:spPr>
          <a:xfrm>
            <a:off x="1394847" y="3652453"/>
            <a:ext cx="10088663" cy="54311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Ingresar a la página SGAAVRL y configurar las reglas de asignación de asesores que se aplicaría a un conjunto de estudiantes en función a los criterios académicos definidos.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E5062-2727-FEC3-BC24-E04CA848F711}"/>
              </a:ext>
            </a:extLst>
          </p:cNvPr>
          <p:cNvSpPr/>
          <p:nvPr/>
        </p:nvSpPr>
        <p:spPr>
          <a:xfrm>
            <a:off x="841533" y="2601798"/>
            <a:ext cx="10571056" cy="19154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163295F2-D0E6-E359-06C0-881D53B35A0E}"/>
              </a:ext>
            </a:extLst>
          </p:cNvPr>
          <p:cNvSpPr/>
          <p:nvPr/>
        </p:nvSpPr>
        <p:spPr>
          <a:xfrm>
            <a:off x="9807961" y="2073898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006A0EE-6C6C-2F07-13B1-05218DEE6341}"/>
              </a:ext>
            </a:extLst>
          </p:cNvPr>
          <p:cNvSpPr/>
          <p:nvPr/>
        </p:nvSpPr>
        <p:spPr>
          <a:xfrm>
            <a:off x="10463753" y="2073898"/>
            <a:ext cx="263950" cy="22935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Rectángulo redondeado 5">
            <a:extLst>
              <a:ext uri="{FF2B5EF4-FFF2-40B4-BE49-F238E27FC236}">
                <a16:creationId xmlns:a16="http://schemas.microsoft.com/office/drawing/2014/main" id="{B68EE756-196B-276D-2D80-3EEB9ED099A6}"/>
              </a:ext>
            </a:extLst>
          </p:cNvPr>
          <p:cNvSpPr/>
          <p:nvPr/>
        </p:nvSpPr>
        <p:spPr>
          <a:xfrm>
            <a:off x="4977858" y="4405452"/>
            <a:ext cx="1936660" cy="114833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Luego se ingresan en el campo Periodo, el periodo en el cual aplicará la regla.</a:t>
            </a:r>
          </a:p>
        </p:txBody>
      </p:sp>
      <p:sp>
        <p:nvSpPr>
          <p:cNvPr id="20" name="Rectángulo redondeado 9">
            <a:extLst>
              <a:ext uri="{FF2B5EF4-FFF2-40B4-BE49-F238E27FC236}">
                <a16:creationId xmlns:a16="http://schemas.microsoft.com/office/drawing/2014/main" id="{F2726562-1571-4F3A-E2DD-8A99EA1DCC14}"/>
              </a:ext>
            </a:extLst>
          </p:cNvPr>
          <p:cNvSpPr/>
          <p:nvPr/>
        </p:nvSpPr>
        <p:spPr>
          <a:xfrm>
            <a:off x="1892503" y="282461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2</a:t>
            </a:r>
          </a:p>
        </p:txBody>
      </p:sp>
      <p:sp>
        <p:nvSpPr>
          <p:cNvPr id="21" name="Rectángulo redondeado 5">
            <a:extLst>
              <a:ext uri="{FF2B5EF4-FFF2-40B4-BE49-F238E27FC236}">
                <a16:creationId xmlns:a16="http://schemas.microsoft.com/office/drawing/2014/main" id="{3A40B26F-9621-2FFF-AB45-05B2CE287193}"/>
              </a:ext>
            </a:extLst>
          </p:cNvPr>
          <p:cNvSpPr/>
          <p:nvPr/>
        </p:nvSpPr>
        <p:spPr>
          <a:xfrm>
            <a:off x="1465685" y="4405454"/>
            <a:ext cx="2588217" cy="114833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Para crear una nueva regla, presionar el botón Insertar, se genera una nueva línea que queda Activa por defecto.</a:t>
            </a:r>
          </a:p>
        </p:txBody>
      </p:sp>
      <p:sp>
        <p:nvSpPr>
          <p:cNvPr id="23" name="Rectángulo redondeado 9">
            <a:extLst>
              <a:ext uri="{FF2B5EF4-FFF2-40B4-BE49-F238E27FC236}">
                <a16:creationId xmlns:a16="http://schemas.microsoft.com/office/drawing/2014/main" id="{E9F44C5B-F31F-E6EF-E4FF-28D03EEB5821}"/>
              </a:ext>
            </a:extLst>
          </p:cNvPr>
          <p:cNvSpPr/>
          <p:nvPr/>
        </p:nvSpPr>
        <p:spPr>
          <a:xfrm>
            <a:off x="3431194" y="282461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3</a:t>
            </a:r>
          </a:p>
        </p:txBody>
      </p:sp>
      <p:sp>
        <p:nvSpPr>
          <p:cNvPr id="24" name="Rectángulo redondeado 5">
            <a:extLst>
              <a:ext uri="{FF2B5EF4-FFF2-40B4-BE49-F238E27FC236}">
                <a16:creationId xmlns:a16="http://schemas.microsoft.com/office/drawing/2014/main" id="{2193877E-8170-FA3C-6E5E-1AEAA64BA952}"/>
              </a:ext>
            </a:extLst>
          </p:cNvPr>
          <p:cNvSpPr/>
          <p:nvPr/>
        </p:nvSpPr>
        <p:spPr>
          <a:xfrm>
            <a:off x="8131758" y="4405453"/>
            <a:ext cx="3280831" cy="114833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Posteriormente se ingresan los demás campos que la institución considere necesarios, según el programa académico, nivel de formación, campus, escuela, etc.</a:t>
            </a:r>
          </a:p>
        </p:txBody>
      </p:sp>
    </p:spTree>
    <p:extLst>
      <p:ext uri="{BB962C8B-B14F-4D97-AF65-F5344CB8AC3E}">
        <p14:creationId xmlns:p14="http://schemas.microsoft.com/office/powerpoint/2010/main" val="240054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AB4A8-80D8-181B-08DC-FC0C7E86E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109FCCF-3A6C-E5F8-E6BF-9CBBBCDB0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208719"/>
            <a:ext cx="9491486" cy="427290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BF31CC-633A-5ED1-D367-D5BE1A8FFD6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00A847C8-1BCC-6BA0-2E1B-F3E95E19F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8799CB6-78E7-1635-1BE2-BCC75CB1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419" b="0" dirty="0">
                <a:solidFill>
                  <a:schemeClr val="accent1"/>
                </a:solidFill>
                <a:effectLst/>
              </a:rPr>
              <a:t>SGAAVRL Reglas de asignación de asesores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EEC41153-67A5-BFB3-CC7E-40A2E219D39A}"/>
              </a:ext>
            </a:extLst>
          </p:cNvPr>
          <p:cNvSpPr/>
          <p:nvPr/>
        </p:nvSpPr>
        <p:spPr>
          <a:xfrm>
            <a:off x="810248" y="4877343"/>
            <a:ext cx="3079828" cy="129485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En la sección Información del asesor, ubicar el cursor en el campo ID y digitar el número de ID del asesor a asociar a la regla, el sistema completa la información del campo Nombre.</a:t>
            </a:r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6B641682-A513-07E0-123D-51CE61B8BB12}"/>
              </a:ext>
            </a:extLst>
          </p:cNvPr>
          <p:cNvSpPr/>
          <p:nvPr/>
        </p:nvSpPr>
        <p:spPr>
          <a:xfrm>
            <a:off x="883376" y="3759428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83455DE-F293-BA6C-BE84-9305B4E847A5}"/>
              </a:ext>
            </a:extLst>
          </p:cNvPr>
          <p:cNvSpPr/>
          <p:nvPr/>
        </p:nvSpPr>
        <p:spPr>
          <a:xfrm>
            <a:off x="682670" y="2700582"/>
            <a:ext cx="9619063" cy="99549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21829881-3E69-CF22-7ED8-CACA52F0F1FE}"/>
              </a:ext>
            </a:extLst>
          </p:cNvPr>
          <p:cNvSpPr/>
          <p:nvPr/>
        </p:nvSpPr>
        <p:spPr>
          <a:xfrm>
            <a:off x="3994775" y="3736351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5</a:t>
            </a:r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542A0D05-FB7D-632A-F438-783DE37F2B31}"/>
              </a:ext>
            </a:extLst>
          </p:cNvPr>
          <p:cNvSpPr/>
          <p:nvPr/>
        </p:nvSpPr>
        <p:spPr>
          <a:xfrm>
            <a:off x="9040449" y="3740486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6</a:t>
            </a:r>
          </a:p>
        </p:txBody>
      </p:sp>
      <p:sp>
        <p:nvSpPr>
          <p:cNvPr id="15" name="Rectángulo redondeado 5">
            <a:extLst>
              <a:ext uri="{FF2B5EF4-FFF2-40B4-BE49-F238E27FC236}">
                <a16:creationId xmlns:a16="http://schemas.microsoft.com/office/drawing/2014/main" id="{23FA1109-8621-BF39-7BE6-FA88FA8BD3FE}"/>
              </a:ext>
            </a:extLst>
          </p:cNvPr>
          <p:cNvSpPr/>
          <p:nvPr/>
        </p:nvSpPr>
        <p:spPr>
          <a:xfrm>
            <a:off x="4174986" y="4877343"/>
            <a:ext cx="3079828" cy="129485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En el campo Tipo de asesor se asigna el código del asesor y el sistema completa la información del campo Descripción.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275088CB-A587-4680-09BF-E096F235DA6C}"/>
              </a:ext>
            </a:extLst>
          </p:cNvPr>
          <p:cNvSpPr/>
          <p:nvPr/>
        </p:nvSpPr>
        <p:spPr>
          <a:xfrm>
            <a:off x="7411846" y="4784355"/>
            <a:ext cx="3079828" cy="69726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En el campo Indicador principal se activa el check para el asesor principal.</a:t>
            </a:r>
          </a:p>
        </p:txBody>
      </p:sp>
      <p:sp>
        <p:nvSpPr>
          <p:cNvPr id="19" name="Rectángulo 21">
            <a:extLst>
              <a:ext uri="{FF2B5EF4-FFF2-40B4-BE49-F238E27FC236}">
                <a16:creationId xmlns:a16="http://schemas.microsoft.com/office/drawing/2014/main" id="{7002CCBA-0171-FF99-250E-F0F8B69A59EE}"/>
              </a:ext>
            </a:extLst>
          </p:cNvPr>
          <p:cNvSpPr/>
          <p:nvPr/>
        </p:nvSpPr>
        <p:spPr>
          <a:xfrm>
            <a:off x="8951760" y="2879203"/>
            <a:ext cx="537800" cy="19180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Rectángulo redondeado 5">
            <a:extLst>
              <a:ext uri="{FF2B5EF4-FFF2-40B4-BE49-F238E27FC236}">
                <a16:creationId xmlns:a16="http://schemas.microsoft.com/office/drawing/2014/main" id="{E5D5C91D-5957-D31F-2957-208F37976856}"/>
              </a:ext>
            </a:extLst>
          </p:cNvPr>
          <p:cNvSpPr/>
          <p:nvPr/>
        </p:nvSpPr>
        <p:spPr>
          <a:xfrm>
            <a:off x="7411846" y="5581503"/>
            <a:ext cx="3079828" cy="94850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Si se requiere agregar un nuevo asesor, se presiona el botón Insertar y se llevan a cabo los pasos 4, 5 y 6.</a:t>
            </a:r>
          </a:p>
        </p:txBody>
      </p:sp>
    </p:spTree>
    <p:extLst>
      <p:ext uri="{BB962C8B-B14F-4D97-AF65-F5344CB8AC3E}">
        <p14:creationId xmlns:p14="http://schemas.microsoft.com/office/powerpoint/2010/main" val="10995593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F4108BD-C0EB-6589-9E3A-F59405D3D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59" y="1067830"/>
            <a:ext cx="10454656" cy="472233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Proceso</a:t>
            </a:r>
            <a:r>
              <a:rPr lang="es-ES_tradnl" sz="3200" dirty="0">
                <a:solidFill>
                  <a:schemeClr val="accent1"/>
                </a:solidFill>
              </a:rPr>
              <a:t>: </a:t>
            </a:r>
            <a:r>
              <a:rPr lang="es-ES_tradnl" sz="3200" b="0" dirty="0">
                <a:solidFill>
                  <a:schemeClr val="accent1"/>
                </a:solidFill>
              </a:rPr>
              <a:t>SGPADVA </a:t>
            </a:r>
            <a:r>
              <a:rPr lang="es-419" b="0" dirty="0">
                <a:solidFill>
                  <a:schemeClr val="accent1"/>
                </a:solidFill>
              </a:rPr>
              <a:t>Proceso de asignación asesores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4B426BD4-51FB-55C6-79F7-9D3F22FBEC2D}"/>
              </a:ext>
            </a:extLst>
          </p:cNvPr>
          <p:cNvSpPr/>
          <p:nvPr/>
        </p:nvSpPr>
        <p:spPr>
          <a:xfrm>
            <a:off x="2585271" y="3347048"/>
            <a:ext cx="6721833" cy="80785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Para asignar las reglas de asesores a los estudiantes, se necesita ejecutar el proceso SGPADVA, al cual se puede acceder ingresando directamente o en su defecto ingresando primero a la página administrativa GJAPCTL y seleccionando en el campo ‘Proceso’ el valor SGPADVA.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8594166-3805-2F58-5B48-0E1F6F12CC63}"/>
              </a:ext>
            </a:extLst>
          </p:cNvPr>
          <p:cNvSpPr/>
          <p:nvPr/>
        </p:nvSpPr>
        <p:spPr>
          <a:xfrm>
            <a:off x="1267422" y="1668996"/>
            <a:ext cx="2820045" cy="41020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A0E99E7-43B0-8FBC-610B-FB3EF40F64F9}"/>
              </a:ext>
            </a:extLst>
          </p:cNvPr>
          <p:cNvSpPr/>
          <p:nvPr/>
        </p:nvSpPr>
        <p:spPr>
          <a:xfrm>
            <a:off x="10705381" y="1705878"/>
            <a:ext cx="501768" cy="27756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4998DE0E-6D43-1597-34EA-77E2871A8164}"/>
              </a:ext>
            </a:extLst>
          </p:cNvPr>
          <p:cNvSpPr/>
          <p:nvPr/>
        </p:nvSpPr>
        <p:spPr>
          <a:xfrm>
            <a:off x="10276311" y="2621494"/>
            <a:ext cx="1330220" cy="5918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Presionar el botón ‘Ir’</a:t>
            </a:r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EC0A1AB1-84FB-C103-E90F-A131051FFABE}"/>
              </a:ext>
            </a:extLst>
          </p:cNvPr>
          <p:cNvSpPr/>
          <p:nvPr/>
        </p:nvSpPr>
        <p:spPr>
          <a:xfrm>
            <a:off x="846962" y="1705878"/>
            <a:ext cx="386827" cy="262812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203E30EB-6B8B-9B61-7DE5-1F2B158526DF}"/>
              </a:ext>
            </a:extLst>
          </p:cNvPr>
          <p:cNvSpPr/>
          <p:nvPr/>
        </p:nvSpPr>
        <p:spPr>
          <a:xfrm>
            <a:off x="10096100" y="1764749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439877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77701CCB-96EE-8F71-5621-B56AB3F8D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15445"/>
            <a:ext cx="10513585" cy="471960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Proceso</a:t>
            </a:r>
            <a:r>
              <a:rPr lang="es-ES_tradnl" sz="3200" dirty="0">
                <a:solidFill>
                  <a:schemeClr val="accent1"/>
                </a:solidFill>
              </a:rPr>
              <a:t>: </a:t>
            </a:r>
            <a:r>
              <a:rPr lang="es-ES_tradnl" sz="3200" b="0" dirty="0">
                <a:solidFill>
                  <a:schemeClr val="accent1"/>
                </a:solidFill>
              </a:rPr>
              <a:t>SGPADVA </a:t>
            </a:r>
            <a:r>
              <a:rPr lang="es-419" b="0" dirty="0">
                <a:solidFill>
                  <a:schemeClr val="accent1"/>
                </a:solidFill>
              </a:rPr>
              <a:t>Proceso de asignación asesores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8594166-3805-2F58-5B48-0E1F6F12CC63}"/>
              </a:ext>
            </a:extLst>
          </p:cNvPr>
          <p:cNvSpPr/>
          <p:nvPr/>
        </p:nvSpPr>
        <p:spPr>
          <a:xfrm>
            <a:off x="828284" y="1788547"/>
            <a:ext cx="2210445" cy="25044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EC0A1AB1-84FB-C103-E90F-A131051FFABE}"/>
              </a:ext>
            </a:extLst>
          </p:cNvPr>
          <p:cNvSpPr/>
          <p:nvPr/>
        </p:nvSpPr>
        <p:spPr>
          <a:xfrm>
            <a:off x="429390" y="175402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5E0A9312-075F-E374-A345-9FCCED89845F}"/>
              </a:ext>
            </a:extLst>
          </p:cNvPr>
          <p:cNvSpPr/>
          <p:nvPr/>
        </p:nvSpPr>
        <p:spPr>
          <a:xfrm>
            <a:off x="7945248" y="2883771"/>
            <a:ext cx="2890723" cy="88651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Luego, en la sección de “Valores de Parámetro”, se deben asignar los parámetros principales para la ejecución del proceso según corresponda.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9A31ACF-E377-6A10-1608-06D6BE503FAF}"/>
              </a:ext>
            </a:extLst>
          </p:cNvPr>
          <p:cNvSpPr/>
          <p:nvPr/>
        </p:nvSpPr>
        <p:spPr>
          <a:xfrm>
            <a:off x="810247" y="2698453"/>
            <a:ext cx="6474302" cy="191018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Rectángulo redondeado 9">
            <a:extLst>
              <a:ext uri="{FF2B5EF4-FFF2-40B4-BE49-F238E27FC236}">
                <a16:creationId xmlns:a16="http://schemas.microsoft.com/office/drawing/2014/main" id="{50CF711D-EB28-D7E6-7F3E-E9F51F4A8B34}"/>
              </a:ext>
            </a:extLst>
          </p:cNvPr>
          <p:cNvSpPr/>
          <p:nvPr/>
        </p:nvSpPr>
        <p:spPr>
          <a:xfrm>
            <a:off x="789811" y="2282495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7C4C66B-4005-A299-7353-018C13DBFA78}"/>
              </a:ext>
            </a:extLst>
          </p:cNvPr>
          <p:cNvSpPr/>
          <p:nvPr/>
        </p:nvSpPr>
        <p:spPr>
          <a:xfrm>
            <a:off x="1357081" y="5146641"/>
            <a:ext cx="2193089" cy="37986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redondeado 9">
            <a:extLst>
              <a:ext uri="{FF2B5EF4-FFF2-40B4-BE49-F238E27FC236}">
                <a16:creationId xmlns:a16="http://schemas.microsoft.com/office/drawing/2014/main" id="{034E8404-1209-1073-D93A-D7A27932F3B8}"/>
              </a:ext>
            </a:extLst>
          </p:cNvPr>
          <p:cNvSpPr/>
          <p:nvPr/>
        </p:nvSpPr>
        <p:spPr>
          <a:xfrm>
            <a:off x="3626042" y="5344272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4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C7371FA-664E-229D-0E9C-724AC35D4852}"/>
              </a:ext>
            </a:extLst>
          </p:cNvPr>
          <p:cNvSpPr/>
          <p:nvPr/>
        </p:nvSpPr>
        <p:spPr>
          <a:xfrm>
            <a:off x="10779138" y="5538615"/>
            <a:ext cx="599955" cy="26382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redondeado 9">
            <a:extLst>
              <a:ext uri="{FF2B5EF4-FFF2-40B4-BE49-F238E27FC236}">
                <a16:creationId xmlns:a16="http://schemas.microsoft.com/office/drawing/2014/main" id="{0C253D4A-CA08-CE0A-3270-9BE0CF3DE50D}"/>
              </a:ext>
            </a:extLst>
          </p:cNvPr>
          <p:cNvSpPr/>
          <p:nvPr/>
        </p:nvSpPr>
        <p:spPr>
          <a:xfrm>
            <a:off x="10281903" y="5583739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5</a:t>
            </a:r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D6C8B668-CC37-E5BB-9F1C-76AC403D9451}"/>
              </a:ext>
            </a:extLst>
          </p:cNvPr>
          <p:cNvSpPr/>
          <p:nvPr/>
        </p:nvSpPr>
        <p:spPr>
          <a:xfrm>
            <a:off x="8472727" y="5420474"/>
            <a:ext cx="1672362" cy="93587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Presionar, el botón ‘Guardar’ para la ejecución del proceso.</a:t>
            </a: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5E802EE9-AE6E-0A3D-9CD6-3ABF7E3396C2}"/>
              </a:ext>
            </a:extLst>
          </p:cNvPr>
          <p:cNvSpPr/>
          <p:nvPr/>
        </p:nvSpPr>
        <p:spPr>
          <a:xfrm>
            <a:off x="4186793" y="1788547"/>
            <a:ext cx="3758455" cy="67967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Tras acceder al proceso SGPADVA, en la sección “Control de Impresora”, campo ‘Impresora’ se debe asignar la sentencia ‘DATABASE’.</a:t>
            </a:r>
          </a:p>
        </p:txBody>
      </p:sp>
      <p:sp>
        <p:nvSpPr>
          <p:cNvPr id="14" name="Rectángulo redondeado 5">
            <a:extLst>
              <a:ext uri="{FF2B5EF4-FFF2-40B4-BE49-F238E27FC236}">
                <a16:creationId xmlns:a16="http://schemas.microsoft.com/office/drawing/2014/main" id="{DF63A827-D11B-A34A-2B94-9E9A83EB4BAA}"/>
              </a:ext>
            </a:extLst>
          </p:cNvPr>
          <p:cNvSpPr/>
          <p:nvPr/>
        </p:nvSpPr>
        <p:spPr>
          <a:xfrm>
            <a:off x="1996641" y="5600950"/>
            <a:ext cx="2671492" cy="101138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Posteriormente se debe ejecutar el proceso desde la sección ‘Envío’, a lo cual se sugiere activar la casilla ‘Guardar parámetros como’.</a:t>
            </a:r>
          </a:p>
        </p:txBody>
      </p:sp>
      <p:sp>
        <p:nvSpPr>
          <p:cNvPr id="15" name="Rectángulo redondeado 9">
            <a:extLst>
              <a:ext uri="{FF2B5EF4-FFF2-40B4-BE49-F238E27FC236}">
                <a16:creationId xmlns:a16="http://schemas.microsoft.com/office/drawing/2014/main" id="{70CB033B-7566-0223-D8DA-D24F282F72E5}"/>
              </a:ext>
            </a:extLst>
          </p:cNvPr>
          <p:cNvSpPr/>
          <p:nvPr/>
        </p:nvSpPr>
        <p:spPr>
          <a:xfrm>
            <a:off x="4746047" y="481211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3</a:t>
            </a:r>
          </a:p>
        </p:txBody>
      </p:sp>
      <p:sp>
        <p:nvSpPr>
          <p:cNvPr id="18" name="Rectángulo 1">
            <a:extLst>
              <a:ext uri="{FF2B5EF4-FFF2-40B4-BE49-F238E27FC236}">
                <a16:creationId xmlns:a16="http://schemas.microsoft.com/office/drawing/2014/main" id="{7EC42A40-0137-80FA-93F4-43305A516B7E}"/>
              </a:ext>
            </a:extLst>
          </p:cNvPr>
          <p:cNvSpPr/>
          <p:nvPr/>
        </p:nvSpPr>
        <p:spPr>
          <a:xfrm>
            <a:off x="798099" y="4608636"/>
            <a:ext cx="3311052" cy="45430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 redondeado 5">
            <a:extLst>
              <a:ext uri="{FF2B5EF4-FFF2-40B4-BE49-F238E27FC236}">
                <a16:creationId xmlns:a16="http://schemas.microsoft.com/office/drawing/2014/main" id="{0E1F1CEE-E7B4-6CC3-DC27-D44FE7E12987}"/>
              </a:ext>
            </a:extLst>
          </p:cNvPr>
          <p:cNvSpPr/>
          <p:nvPr/>
        </p:nvSpPr>
        <p:spPr>
          <a:xfrm>
            <a:off x="5184382" y="4732665"/>
            <a:ext cx="5650537" cy="61160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A medida en que se van diligenciando valores en los parámetros, se va relacionando la información del campo (longitud, tipo, requerido y una descripción de ayuda para el diligenciamiento del valor de cada parámetro)</a:t>
            </a:r>
          </a:p>
        </p:txBody>
      </p:sp>
    </p:spTree>
    <p:extLst>
      <p:ext uri="{BB962C8B-B14F-4D97-AF65-F5344CB8AC3E}">
        <p14:creationId xmlns:p14="http://schemas.microsoft.com/office/powerpoint/2010/main" val="2059423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Proceso</a:t>
            </a:r>
            <a:r>
              <a:rPr lang="es-ES_tradnl" sz="3200" dirty="0">
                <a:solidFill>
                  <a:schemeClr val="accent1"/>
                </a:solidFill>
              </a:rPr>
              <a:t>: </a:t>
            </a:r>
            <a:r>
              <a:rPr lang="es-ES_tradnl" sz="3200" b="0" dirty="0">
                <a:solidFill>
                  <a:schemeClr val="accent1"/>
                </a:solidFill>
              </a:rPr>
              <a:t>SGPADVA </a:t>
            </a:r>
            <a:r>
              <a:rPr lang="es-419" b="0" dirty="0">
                <a:solidFill>
                  <a:schemeClr val="accent1"/>
                </a:solidFill>
              </a:rPr>
              <a:t>Proceso de asignación asesores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5E0A9312-075F-E374-A345-9FCCED89845F}"/>
              </a:ext>
            </a:extLst>
          </p:cNvPr>
          <p:cNvSpPr/>
          <p:nvPr/>
        </p:nvSpPr>
        <p:spPr>
          <a:xfrm>
            <a:off x="1154031" y="1133193"/>
            <a:ext cx="1813456" cy="41487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Valores de Parámetros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3225C7B-E4E1-1D44-1635-5A9FDCC0B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894376"/>
              </p:ext>
            </p:extLst>
          </p:nvPr>
        </p:nvGraphicFramePr>
        <p:xfrm>
          <a:off x="1154030" y="1727099"/>
          <a:ext cx="9174566" cy="4854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70">
                  <a:extLst>
                    <a:ext uri="{9D8B030D-6E8A-4147-A177-3AD203B41FA5}">
                      <a16:colId xmlns:a16="http://schemas.microsoft.com/office/drawing/2014/main" val="3671970364"/>
                    </a:ext>
                  </a:extLst>
                </a:gridCol>
                <a:gridCol w="1991672">
                  <a:extLst>
                    <a:ext uri="{9D8B030D-6E8A-4147-A177-3AD203B41FA5}">
                      <a16:colId xmlns:a16="http://schemas.microsoft.com/office/drawing/2014/main" val="1822289275"/>
                    </a:ext>
                  </a:extLst>
                </a:gridCol>
                <a:gridCol w="6406524">
                  <a:extLst>
                    <a:ext uri="{9D8B030D-6E8A-4147-A177-3AD203B41FA5}">
                      <a16:colId xmlns:a16="http://schemas.microsoft.com/office/drawing/2014/main" val="3567961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2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Número</a:t>
                      </a:r>
                      <a:endParaRPr lang="es-419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Parámetros</a:t>
                      </a:r>
                      <a:endParaRPr lang="es-419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Descripción</a:t>
                      </a:r>
                      <a:endParaRPr lang="es-419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0408903"/>
                  </a:ext>
                </a:extLst>
              </a:tr>
              <a:tr h="404629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01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Periodo de vigencia*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Periodo de referencia desde el cual ya estarían identificando los estudiantes.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52697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02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Actualizar periodo*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Periodo efectivo asociado a las reglas de asesores con las cuales serían reemplazados los registros existentes.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17954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03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Acción*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Use «A» para asignar asesores a los estudiantes, usar «R» para reemplazar asesores de alumnos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0749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04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ID de asesor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ID del asesor que sería asignado a el(los) estudiante(s). </a:t>
                      </a:r>
                      <a:b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(Campo requerido si el valor del parámetro 03 es ‘R’)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80853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05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Tipo de asesor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Tipo del asesor que sería asignado a el(los) estudiante(s).</a:t>
                      </a:r>
                      <a:b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(Campo requerido si el valor del parámetro 03 es ‘R’)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52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06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ID de asesor existente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ID del Asesor que estaría ya asignados a el(los) estudiante(s). </a:t>
                      </a:r>
                      <a:b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(Campo requerido si el valor del parámetro 03 es ‘R’)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85379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07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Programa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Código del programa (SMAPRLE) de los estudiantes al cual se les asignaría un asesor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24432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08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Nivel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Código del nivel (STVLEVL) de los estudiantes al cual se les asignaría un asesor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9094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09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Escuela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Código de la escuela (STVCOLL) de los estudiantes al cual se les asignaría un asesor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71332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Campus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Código del campus (STVCAMP) de los estudiantes al cual se les asignaría un asesor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28825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Grado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Código del grado (STVDEGC) de los estudiantes al cual se les asignaría un asesor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08594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Clase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Código de clase (STVCLAS) de la currícula primaria de los estudiantes al cual se les asignaría un asesor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9869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4514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Proceso</a:t>
            </a:r>
            <a:r>
              <a:rPr lang="es-ES_tradnl" sz="3200" dirty="0">
                <a:solidFill>
                  <a:schemeClr val="accent1"/>
                </a:solidFill>
              </a:rPr>
              <a:t>: </a:t>
            </a:r>
            <a:r>
              <a:rPr lang="es-ES_tradnl" sz="3200" b="0" dirty="0">
                <a:solidFill>
                  <a:schemeClr val="accent1"/>
                </a:solidFill>
              </a:rPr>
              <a:t>SGPADVA </a:t>
            </a:r>
            <a:r>
              <a:rPr lang="es-419" b="0" dirty="0">
                <a:solidFill>
                  <a:schemeClr val="accent1"/>
                </a:solidFill>
              </a:rPr>
              <a:t>Proceso de asignación asesores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5E0A9312-075F-E374-A345-9FCCED89845F}"/>
              </a:ext>
            </a:extLst>
          </p:cNvPr>
          <p:cNvSpPr/>
          <p:nvPr/>
        </p:nvSpPr>
        <p:spPr>
          <a:xfrm>
            <a:off x="1154031" y="1133193"/>
            <a:ext cx="1830709" cy="41487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/>
              <a:t>Valores de Parámetros</a:t>
            </a:r>
            <a:endParaRPr lang="es-ES_tradnl" sz="12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3225C7B-E4E1-1D44-1635-5A9FDCC0B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588054"/>
              </p:ext>
            </p:extLst>
          </p:nvPr>
        </p:nvGraphicFramePr>
        <p:xfrm>
          <a:off x="1154030" y="1727099"/>
          <a:ext cx="9174566" cy="479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70">
                  <a:extLst>
                    <a:ext uri="{9D8B030D-6E8A-4147-A177-3AD203B41FA5}">
                      <a16:colId xmlns:a16="http://schemas.microsoft.com/office/drawing/2014/main" val="3671970364"/>
                    </a:ext>
                  </a:extLst>
                </a:gridCol>
                <a:gridCol w="1991672">
                  <a:extLst>
                    <a:ext uri="{9D8B030D-6E8A-4147-A177-3AD203B41FA5}">
                      <a16:colId xmlns:a16="http://schemas.microsoft.com/office/drawing/2014/main" val="1822289275"/>
                    </a:ext>
                  </a:extLst>
                </a:gridCol>
                <a:gridCol w="6406524">
                  <a:extLst>
                    <a:ext uri="{9D8B030D-6E8A-4147-A177-3AD203B41FA5}">
                      <a16:colId xmlns:a16="http://schemas.microsoft.com/office/drawing/2014/main" val="3567961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419" sz="12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Número</a:t>
                      </a:r>
                      <a:endParaRPr lang="es-419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Parámetros</a:t>
                      </a:r>
                      <a:endParaRPr lang="es-419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Descripción</a:t>
                      </a:r>
                      <a:endParaRPr lang="es-419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0408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Cohorte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Código de cohorte (STVCHRT) de los estudiantes al cual se les asignaría un asesor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58033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Atributo de alumno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Código de atributo (STVATTS) de los estudiantes al cual se les asignaría un asesor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502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Deporte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Código del deporte (STVACTC) definido para el estudiante (SGASPRT) al cual se les asignaría un asesor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10844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Tipo de campo de estudio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Código de tipo de campo de estudios (GTVLFST) de los estudiantes al cual se les asignaría un asesor (MAJOR/MINOR/CONCENTRATION)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02942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Código del campo de estudio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Código del campo de estudio (STVMAJR) de los estudiantes 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95991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Departamento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Código de departamento (STVDEPT) de los estudiantes al cual se les asignaría un asesor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65459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Modo de ejecución*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 ingresa 'A' para modo «Auditar» y 'U' para modo «Actualizar» 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21955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Aplicación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Aplicación de la selección de población (GLIAPPL) de los estudiantes a los cuales se les asignaría un asesor.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784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ID de Selección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ID de la selección de población (GLISLCT) de los estudiantes a los cuales se les asignaría un asesor.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437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ID de creador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ID del creador de la selección de población de los estudiantes a los cuales se les asignaría un asesor.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520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ID de usuario</a:t>
                      </a:r>
                      <a:endParaRPr lang="es-419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ID del usuario de la selección de población de los estudiantes a los cuales se les asignaría un asesor.</a:t>
                      </a:r>
                      <a:endParaRPr lang="es-419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488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4106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AC216-CDE9-0A97-DE39-DD657D25F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A92AB33B-05BB-54FA-F7E9-1291FD9BAEBE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9F7E2EB1-179F-BB36-1832-33DD73CC8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Autoservicio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CC02FC4-D833-AD04-55A6-030BABA7FC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sz="1800" dirty="0"/>
              <a:t>Perfil de alumno para asesoría</a:t>
            </a:r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26BBA8A-1944-35FD-4B8F-A54A951E0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575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0DA00-3568-EDE5-0E58-B3C0C8A3B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D8C6F9-55E0-2659-7006-43D79B14D7A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6AFD11D6-68EE-D08F-51F9-2EEC3FA66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34A3462-CE81-3D36-430E-33403BD3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Perfil de alumno para asesoría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E8855B-0110-4080-375F-F48E6ED3B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59" y="1069205"/>
            <a:ext cx="10725510" cy="5287144"/>
          </a:xfrm>
          <a:prstGeom prst="rect">
            <a:avLst/>
          </a:prstGeom>
        </p:spPr>
      </p:pic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624A8165-8797-A484-DD3F-FCA1B1AAB3AF}"/>
              </a:ext>
            </a:extLst>
          </p:cNvPr>
          <p:cNvSpPr/>
          <p:nvPr/>
        </p:nvSpPr>
        <p:spPr>
          <a:xfrm>
            <a:off x="3698802" y="3712777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15" name="Rectángulo redondeado 5">
            <a:extLst>
              <a:ext uri="{FF2B5EF4-FFF2-40B4-BE49-F238E27FC236}">
                <a16:creationId xmlns:a16="http://schemas.microsoft.com/office/drawing/2014/main" id="{5ECE61A5-D7CA-8243-D524-180F14A83C5A}"/>
              </a:ext>
            </a:extLst>
          </p:cNvPr>
          <p:cNvSpPr/>
          <p:nvPr/>
        </p:nvSpPr>
        <p:spPr>
          <a:xfrm>
            <a:off x="1996640" y="5600950"/>
            <a:ext cx="5404823" cy="43754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1. Ingresar a la Opción de </a:t>
            </a:r>
            <a:r>
              <a:rPr lang="es-ES_tradnl" sz="1100" b="1" dirty="0">
                <a:solidFill>
                  <a:schemeClr val="bg1"/>
                </a:solidFill>
                <a:latin typeface="Arial" panose="020B0604020202020204" pitchFamily="34" charset="0"/>
              </a:rPr>
              <a:t>Perfil del Estudiante para Asesores</a:t>
            </a:r>
          </a:p>
        </p:txBody>
      </p:sp>
    </p:spTree>
    <p:extLst>
      <p:ext uri="{BB962C8B-B14F-4D97-AF65-F5344CB8AC3E}">
        <p14:creationId xmlns:p14="http://schemas.microsoft.com/office/powerpoint/2010/main" val="21046028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F8791-C160-BF37-0ABC-6B2F43BAF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EBA4B2D-0797-040B-9BC1-F93211A56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71" y="1137919"/>
            <a:ext cx="9982233" cy="493380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B7162C-760C-2CC1-B7D8-58464937AF6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5E66A9A4-BE85-0043-BD79-0AECB3580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64DE3E8-436F-8F60-9579-E827DD95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Perfil de alumno para asesoría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F36E270E-A225-17CE-EF57-21CE7DE2D3C3}"/>
              </a:ext>
            </a:extLst>
          </p:cNvPr>
          <p:cNvSpPr/>
          <p:nvPr/>
        </p:nvSpPr>
        <p:spPr>
          <a:xfrm>
            <a:off x="1036882" y="2412297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2" name="Rectángulo redondeado 9">
            <a:extLst>
              <a:ext uri="{FF2B5EF4-FFF2-40B4-BE49-F238E27FC236}">
                <a16:creationId xmlns:a16="http://schemas.microsoft.com/office/drawing/2014/main" id="{6A2CF1B9-2367-C673-5F91-2E96A8A984C9}"/>
              </a:ext>
            </a:extLst>
          </p:cNvPr>
          <p:cNvSpPr/>
          <p:nvPr/>
        </p:nvSpPr>
        <p:spPr>
          <a:xfrm>
            <a:off x="2087771" y="3023616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  <a:endParaRPr lang="es-ES_tradnl" sz="1100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CE33A4B1-C718-FDA2-4F11-C59ECF92D2B8}"/>
              </a:ext>
            </a:extLst>
          </p:cNvPr>
          <p:cNvSpPr/>
          <p:nvPr/>
        </p:nvSpPr>
        <p:spPr>
          <a:xfrm>
            <a:off x="955070" y="4809802"/>
            <a:ext cx="10127059" cy="111436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2. Seleccionar el Periodo Académico</a:t>
            </a:r>
          </a:p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3. Seleccionar la opción de Id del Alumno si desea buscar por esa opción.</a:t>
            </a:r>
          </a:p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4. Ingresar el Id de alumno</a:t>
            </a:r>
          </a:p>
          <a:p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Nota: Usando el comodín % puede realizar la búsqueda</a:t>
            </a:r>
          </a:p>
          <a:p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ángulo redondeado 9">
            <a:extLst>
              <a:ext uri="{FF2B5EF4-FFF2-40B4-BE49-F238E27FC236}">
                <a16:creationId xmlns:a16="http://schemas.microsoft.com/office/drawing/2014/main" id="{F1E1AC71-D5CC-49ED-D87F-13C78C0BD3A7}"/>
              </a:ext>
            </a:extLst>
          </p:cNvPr>
          <p:cNvSpPr/>
          <p:nvPr/>
        </p:nvSpPr>
        <p:spPr>
          <a:xfrm>
            <a:off x="3037104" y="3807533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4</a:t>
            </a:r>
            <a:endParaRPr lang="es-ES_tradnl" sz="1100" dirty="0"/>
          </a:p>
        </p:txBody>
      </p:sp>
    </p:spTree>
    <p:extLst>
      <p:ext uri="{BB962C8B-B14F-4D97-AF65-F5344CB8AC3E}">
        <p14:creationId xmlns:p14="http://schemas.microsoft.com/office/powerpoint/2010/main" val="27591019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B6AEC-83C6-F85C-D61A-765F3EBE0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70AB175-1C25-6A1D-957B-9AA2C524E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71" y="1021726"/>
            <a:ext cx="10464800" cy="515047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E1E5C87-5C4D-DC80-4B82-EDD826DAD9E8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05FA72D0-6E3D-B36F-E297-9ACFCE9AB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F4C51FF-6164-1502-27E1-3EB53D073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Perfil de alumno para asesoría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BD2CB5AF-CA57-0899-FF36-7219292072E0}"/>
              </a:ext>
            </a:extLst>
          </p:cNvPr>
          <p:cNvSpPr/>
          <p:nvPr/>
        </p:nvSpPr>
        <p:spPr>
          <a:xfrm>
            <a:off x="955070" y="4809802"/>
            <a:ext cx="10127059" cy="111436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2. Seleccionar el Periodo Académico</a:t>
            </a:r>
          </a:p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3. Seleccionar la opción Correo de Alumno si desea buscar por esa opción.</a:t>
            </a:r>
          </a:p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4. Ingresar el Id de alumno</a:t>
            </a:r>
          </a:p>
          <a:p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Nota: Usando el comodín % puede realizar la búsqueda</a:t>
            </a:r>
          </a:p>
          <a:p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97F544B7-F88A-3675-ECDB-88FDB8C902AA}"/>
              </a:ext>
            </a:extLst>
          </p:cNvPr>
          <p:cNvSpPr/>
          <p:nvPr/>
        </p:nvSpPr>
        <p:spPr>
          <a:xfrm>
            <a:off x="3007922" y="2464466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B8F0A307-7F04-A131-3CD0-7D6475B861D4}"/>
              </a:ext>
            </a:extLst>
          </p:cNvPr>
          <p:cNvSpPr/>
          <p:nvPr/>
        </p:nvSpPr>
        <p:spPr>
          <a:xfrm>
            <a:off x="2331611" y="3210302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  <a:endParaRPr lang="es-ES_tradnl" sz="1100" dirty="0"/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21EB6689-2953-DFB4-BE38-040044FC13EE}"/>
              </a:ext>
            </a:extLst>
          </p:cNvPr>
          <p:cNvSpPr/>
          <p:nvPr/>
        </p:nvSpPr>
        <p:spPr>
          <a:xfrm>
            <a:off x="3280944" y="3791355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4</a:t>
            </a:r>
            <a:endParaRPr lang="es-ES_tradnl" sz="1100" dirty="0"/>
          </a:p>
        </p:txBody>
      </p:sp>
    </p:spTree>
    <p:extLst>
      <p:ext uri="{BB962C8B-B14F-4D97-AF65-F5344CB8AC3E}">
        <p14:creationId xmlns:p14="http://schemas.microsoft.com/office/powerpoint/2010/main" val="8179305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2A253-533A-6EC3-CC6C-104758A33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8FBD107-89D7-5B35-A72A-D22B7326B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882" y="1036726"/>
            <a:ext cx="10706230" cy="531962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C3DA5D-2C17-9771-F6FB-05587600713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339C95A0-38B7-29A1-99C2-8E65704D2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2C4F926-D5FA-4B45-0984-DEC7B9FBB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Perfil de alumno para asesoría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F9AAEFAC-976A-6E4E-A40B-3CD69B4ACA61}"/>
              </a:ext>
            </a:extLst>
          </p:cNvPr>
          <p:cNvSpPr/>
          <p:nvPr/>
        </p:nvSpPr>
        <p:spPr>
          <a:xfrm>
            <a:off x="955071" y="4725338"/>
            <a:ext cx="10127059" cy="180467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2. Seleccionar el Periodo Académico</a:t>
            </a:r>
          </a:p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3. Seleccionar la opción de Nombre de Alumno si desea buscar por esa opción.</a:t>
            </a:r>
          </a:p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4. Ingresar el nombre del alumno</a:t>
            </a:r>
          </a:p>
          <a:p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Nota: Usando el comodín % puede realizar la búsqueda</a:t>
            </a:r>
          </a:p>
          <a:p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s-ES" sz="1100" dirty="0">
                <a:latin typeface="Arial" panose="020B0604020202020204" pitchFamily="34" charset="0"/>
              </a:rPr>
              <a:t>Los datos que están disponibles para un asesor incluyen la información biográfica, información de contacto, información general del alumno, currículum principal y secundario, horas ganadas y PGA, estado académico global, cursos inscritos, avisos de inscripción y </a:t>
            </a:r>
            <a:r>
              <a:rPr lang="es-MX" sz="1100" dirty="0">
                <a:latin typeface="Arial" panose="020B0604020202020204" pitchFamily="34" charset="0"/>
              </a:rPr>
              <a:t>retenciones.</a:t>
            </a:r>
          </a:p>
          <a:p>
            <a:r>
              <a:rPr lang="es-ES" sz="1100" dirty="0">
                <a:latin typeface="Arial" panose="020B0604020202020204" pitchFamily="34" charset="0"/>
              </a:rPr>
              <a:t>Adicionalmente, están disponibles enlaces a más detalles como el historial académico, evaluación de grado (CAPP o Degree Works), solicitudes de graduación.</a:t>
            </a:r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E0F85090-71C8-24D4-5182-74D36E16ED04}"/>
              </a:ext>
            </a:extLst>
          </p:cNvPr>
          <p:cNvSpPr/>
          <p:nvPr/>
        </p:nvSpPr>
        <p:spPr>
          <a:xfrm>
            <a:off x="3018082" y="2559487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2E99B5D9-79F9-3046-5B5B-00B12201BD08}"/>
              </a:ext>
            </a:extLst>
          </p:cNvPr>
          <p:cNvSpPr/>
          <p:nvPr/>
        </p:nvSpPr>
        <p:spPr>
          <a:xfrm>
            <a:off x="2260491" y="3575296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  <a:endParaRPr lang="es-ES_tradnl" sz="1100" dirty="0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6B0FD9D7-D432-AC88-B24A-96789625CC00}"/>
              </a:ext>
            </a:extLst>
          </p:cNvPr>
          <p:cNvSpPr/>
          <p:nvPr/>
        </p:nvSpPr>
        <p:spPr>
          <a:xfrm>
            <a:off x="3018081" y="4158920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4</a:t>
            </a:r>
            <a:endParaRPr lang="es-ES_tradnl" sz="1100" dirty="0"/>
          </a:p>
        </p:txBody>
      </p:sp>
    </p:spTree>
    <p:extLst>
      <p:ext uri="{BB962C8B-B14F-4D97-AF65-F5344CB8AC3E}">
        <p14:creationId xmlns:p14="http://schemas.microsoft.com/office/powerpoint/2010/main" val="13437548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B21DF-ADC9-41B2-7941-CCB6E698C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D3B1E2C-073A-528A-ABEC-39A56732A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99" y="1371601"/>
            <a:ext cx="11010335" cy="515840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88702-3369-6D8D-53AC-65B04CE95A4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FCF7B758-F673-9870-7B5F-6980ADB50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3052997-8EBD-62CE-2337-FB29E4A75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Perfil de alumno para asesoría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F6FD8C21-D0CA-73F8-EB92-3F398E1733B3}"/>
              </a:ext>
            </a:extLst>
          </p:cNvPr>
          <p:cNvSpPr/>
          <p:nvPr/>
        </p:nvSpPr>
        <p:spPr>
          <a:xfrm>
            <a:off x="810247" y="5564201"/>
            <a:ext cx="6372873" cy="43020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5. Si desea no usar las opciones anteriores, puede seleccionar </a:t>
            </a:r>
            <a:r>
              <a:rPr lang="es-ES_tradnl" sz="1100" b="1" dirty="0">
                <a:solidFill>
                  <a:schemeClr val="bg1"/>
                </a:solidFill>
                <a:latin typeface="Arial" panose="020B0604020202020204" pitchFamily="34" charset="0"/>
              </a:rPr>
              <a:t>Ver mi lista de asesorados</a:t>
            </a:r>
          </a:p>
          <a:p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16D1FE3B-1943-8598-A2FD-6B502A6E18F4}"/>
              </a:ext>
            </a:extLst>
          </p:cNvPr>
          <p:cNvSpPr/>
          <p:nvPr/>
        </p:nvSpPr>
        <p:spPr>
          <a:xfrm>
            <a:off x="2845361" y="5042337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101358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C3331-EEE1-04C7-EA0E-EC7798E97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B1C37C-5626-44C5-BE73-6561A18EF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68" y="954157"/>
            <a:ext cx="10797492" cy="531968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B2257D-0FAE-CB67-7776-8BCF82EB920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88A85BCA-EFC4-D765-249C-B8E2D3F35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A58D234-6E88-EEFD-02E7-16A916DFD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Perfil de alumno para asesoría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88D4417B-D068-AF7A-7AB4-D5584AC71D0C}"/>
              </a:ext>
            </a:extLst>
          </p:cNvPr>
          <p:cNvSpPr/>
          <p:nvPr/>
        </p:nvSpPr>
        <p:spPr>
          <a:xfrm>
            <a:off x="882658" y="4345000"/>
            <a:ext cx="10127059" cy="129298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6. De acuerdo al criterio ingresado, se visualiza la lista de Asesorados, del Asesor.</a:t>
            </a:r>
            <a:endParaRPr lang="es-ES_tradnl" sz="11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s-ES" sz="1100" dirty="0">
                <a:latin typeface="Arial" panose="020B0604020202020204" pitchFamily="34" charset="0"/>
              </a:rPr>
              <a:t>Los datos que están disponibles para un asesor incluyen la información biográfica, información de contacto, información general del alumno, currículum principal y secundario, horas ganadas y PGA, estado académico global, cursos inscritos, avisos de inscripción y </a:t>
            </a:r>
            <a:r>
              <a:rPr lang="es-MX" sz="1100" dirty="0">
                <a:latin typeface="Arial" panose="020B0604020202020204" pitchFamily="34" charset="0"/>
              </a:rPr>
              <a:t>retenciones.</a:t>
            </a:r>
          </a:p>
          <a:p>
            <a:r>
              <a:rPr lang="es-ES" sz="1100" dirty="0">
                <a:latin typeface="Arial" panose="020B0604020202020204" pitchFamily="34" charset="0"/>
              </a:rPr>
              <a:t>Adicionalmente, están disponibles enlaces a más detalles como el historial académico, evaluación de grado (CAPP o Degree Works), solicitudes de graduación.</a:t>
            </a:r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100C02FE-4CA6-B914-240E-B38AA79CA450}"/>
              </a:ext>
            </a:extLst>
          </p:cNvPr>
          <p:cNvSpPr/>
          <p:nvPr/>
        </p:nvSpPr>
        <p:spPr>
          <a:xfrm>
            <a:off x="580042" y="2540230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889310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BC8FD-584A-5793-9998-DFAAB4AF3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4C6F8D2-692F-FBAF-3E32-10332BE4D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76" y="1103971"/>
            <a:ext cx="10459622" cy="515077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7D2E62-6585-00A9-F199-28C1A7A1391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62652909-A5AE-2395-6683-7E3D18C23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97695F9-1C9E-E15C-8D9F-2BA58D683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Perfil de alumno para asesoría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430D1A13-FC68-F90C-7195-73803BB541EB}"/>
              </a:ext>
            </a:extLst>
          </p:cNvPr>
          <p:cNvSpPr/>
          <p:nvPr/>
        </p:nvSpPr>
        <p:spPr>
          <a:xfrm>
            <a:off x="882658" y="4345001"/>
            <a:ext cx="9839051" cy="6130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7. Para ver la información del Asesorado (Alumno), dar clic en el nombre que se despliega.</a:t>
            </a:r>
            <a:endParaRPr lang="es-ES_tradnl" sz="11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C61CDB1C-CCDF-7CED-38D7-5353EC4006AD}"/>
              </a:ext>
            </a:extLst>
          </p:cNvPr>
          <p:cNvSpPr/>
          <p:nvPr/>
        </p:nvSpPr>
        <p:spPr>
          <a:xfrm>
            <a:off x="536165" y="3210302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6303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DC7F-EC81-AC78-F383-CAC4EFAC8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826C96-4369-85C4-6761-28426516E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27" y="965283"/>
            <a:ext cx="10901680" cy="539106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78BF91C-CF50-4F39-511A-D9B2061E953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EE0FEDC8-AD31-F95A-29C0-59C10B12B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0082F54-1740-6BE7-2B01-4C7200D6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Perfil de alumno para asesoría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29191201-9C61-B305-B816-64B6C1976198}"/>
              </a:ext>
            </a:extLst>
          </p:cNvPr>
          <p:cNvSpPr/>
          <p:nvPr/>
        </p:nvSpPr>
        <p:spPr>
          <a:xfrm>
            <a:off x="810247" y="4345001"/>
            <a:ext cx="9839051" cy="132901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8. A continuación de muestra el Perfil del Alumno</a:t>
            </a:r>
          </a:p>
          <a:p>
            <a:endParaRPr lang="es-ES_tradnl" sz="11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s-ES_tradnl" sz="1100" b="1" dirty="0">
                <a:solidFill>
                  <a:schemeClr val="bg1"/>
                </a:solidFill>
                <a:latin typeface="Arial" panose="020B0604020202020204" pitchFamily="34" charset="0"/>
              </a:rPr>
              <a:t>Personalizaciones:</a:t>
            </a:r>
          </a:p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Si queremos que se desplieguen los rangos de fecha del periodo configurar lo siguiente en GTVSDAX.</a:t>
            </a:r>
          </a:p>
          <a:p>
            <a:endParaRPr lang="es-ES_tradnl" sz="11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s-ES_tradnl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92F314F1-235E-EEB3-0595-B691F63984EA}"/>
              </a:ext>
            </a:extLst>
          </p:cNvPr>
          <p:cNvSpPr/>
          <p:nvPr/>
        </p:nvSpPr>
        <p:spPr>
          <a:xfrm>
            <a:off x="536165" y="3210302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996832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7DFA5-7D2B-5259-C958-4AC3AEDCF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1BC126-5D77-7D4E-CA81-8533B355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62" y="1167273"/>
            <a:ext cx="9839051" cy="485023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49CBE6-E3D9-4AA3-4C08-242F78EF31C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0274092D-9A97-63A2-03AB-F246CDAF11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205908F-CC4D-25CF-9089-5E2CD565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Personalizaciones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DFC86880-8B46-BFAB-29C5-9BCC48C23B46}"/>
              </a:ext>
            </a:extLst>
          </p:cNvPr>
          <p:cNvSpPr/>
          <p:nvPr/>
        </p:nvSpPr>
        <p:spPr>
          <a:xfrm>
            <a:off x="1026661" y="4517721"/>
            <a:ext cx="9839051" cy="6130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1. Para el Código WEBTRMDTE en GTVSDAX configurar el valor Y en el campo Código Externo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E02A950B-0357-CB11-54D3-02FA4776D25B}"/>
              </a:ext>
            </a:extLst>
          </p:cNvPr>
          <p:cNvSpPr/>
          <p:nvPr/>
        </p:nvSpPr>
        <p:spPr>
          <a:xfrm>
            <a:off x="536165" y="3210302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591972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22BAB-E44A-080E-A991-995D4349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258271-5966-54C7-F8BA-66093CD1A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61" y="1081851"/>
            <a:ext cx="10271882" cy="509034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B06F52-6E62-A346-6508-1841489F703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7040B95-67EA-4224-A999-82BB49219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BD7D73A-5ABC-2C96-A454-7F286B58A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Perfil de alumno para asesoría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B1ED932D-86DC-49C5-E1A2-A594C9D9C159}"/>
              </a:ext>
            </a:extLst>
          </p:cNvPr>
          <p:cNvSpPr/>
          <p:nvPr/>
        </p:nvSpPr>
        <p:spPr>
          <a:xfrm>
            <a:off x="1026661" y="4517721"/>
            <a:ext cx="9839051" cy="6130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100" dirty="0">
                <a:solidFill>
                  <a:schemeClr val="bg1"/>
                </a:solidFill>
                <a:latin typeface="Arial" panose="020B0604020202020204" pitchFamily="34" charset="0"/>
              </a:rPr>
              <a:t>2. Se visualiza en la descripción la fecha de inicio y fin del periodo, de acuerdo a lo configurado en SOATERM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0E4EB0AA-1D38-9BB8-373C-2984E5451C82}"/>
              </a:ext>
            </a:extLst>
          </p:cNvPr>
          <p:cNvSpPr/>
          <p:nvPr/>
        </p:nvSpPr>
        <p:spPr>
          <a:xfrm>
            <a:off x="536165" y="3210302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607974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A169F-8B68-B5F0-913E-8F6673EED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3B1EC1-41A4-1A14-D2F4-741683956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932" y="1060631"/>
            <a:ext cx="10742903" cy="529571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BE90B5-6555-D3CB-3157-BC61F6E0AAA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DE5ADE53-8FE4-DED8-01B5-4BCD7B52A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CE54B13-8579-FC5B-6BDF-F89DD5D05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Personalizaciones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882C3D79-AA32-5683-EA52-F163FB951187}"/>
              </a:ext>
            </a:extLst>
          </p:cNvPr>
          <p:cNvSpPr/>
          <p:nvPr/>
        </p:nvSpPr>
        <p:spPr>
          <a:xfrm>
            <a:off x="1026662" y="4853001"/>
            <a:ext cx="9839051" cy="6130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1. (Y):  Se muestran únicamente los asesorados asignados y que tienen un horario registrado en el periodo de consulta. REGADVISEE  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37E3D455-B2C0-E8BF-CD2E-E3B20EAA1CAD}"/>
              </a:ext>
            </a:extLst>
          </p:cNvPr>
          <p:cNvSpPr/>
          <p:nvPr/>
        </p:nvSpPr>
        <p:spPr>
          <a:xfrm>
            <a:off x="536165" y="3210302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792777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9BAF9-3A6B-9686-B72F-DFE68D2DD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90E9F0-43D4-750F-BEBA-E6DD72790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51" y="969502"/>
            <a:ext cx="10537249" cy="520269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9DC2C3-E9F6-1335-31A7-81857E0D800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76F9617-7BE5-F0C0-E5C5-92A23E30A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3B4C99-8687-5DB2-F6F7-5EF486F91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Cursos Inscritos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230034D2-947E-8ED4-ABA5-665F9624472E}"/>
              </a:ext>
            </a:extLst>
          </p:cNvPr>
          <p:cNvSpPr/>
          <p:nvPr/>
        </p:nvSpPr>
        <p:spPr>
          <a:xfrm>
            <a:off x="1026662" y="4853001"/>
            <a:ext cx="9839051" cy="6130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1. Visualización de cursos inscritos del periodo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5EC75B82-4845-CCB0-0CD7-9D08F384D6A9}"/>
              </a:ext>
            </a:extLst>
          </p:cNvPr>
          <p:cNvSpPr/>
          <p:nvPr/>
        </p:nvSpPr>
        <p:spPr>
          <a:xfrm>
            <a:off x="6489925" y="3718302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483822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E5858-7B8A-B2EC-D888-6AB936D2A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E5ECD91-3712-B823-76A1-789AC38CC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47" y="1355554"/>
            <a:ext cx="10446483" cy="51628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694868-3EA2-1004-8FE2-2A711AF8F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71" y="1870159"/>
            <a:ext cx="3226659" cy="125947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8C4454B-3BE3-5EDD-FCAB-362BB2A41A2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BFB041FA-2561-638C-CF48-593AD297D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F6BE423-25BE-EECC-9706-6F9FFA2A4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Información detalle de cursos inscritos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AF916DA2-4176-5470-7C37-2259518C5245}"/>
              </a:ext>
            </a:extLst>
          </p:cNvPr>
          <p:cNvSpPr/>
          <p:nvPr/>
        </p:nvSpPr>
        <p:spPr>
          <a:xfrm>
            <a:off x="810247" y="5686667"/>
            <a:ext cx="9839051" cy="6130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2. Se puede ver el detalle de clase de los cursos inscritos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3E1FE15D-E9E6-A866-0746-CF8302F84271}"/>
              </a:ext>
            </a:extLst>
          </p:cNvPr>
          <p:cNvSpPr/>
          <p:nvPr/>
        </p:nvSpPr>
        <p:spPr>
          <a:xfrm>
            <a:off x="9186989" y="2320515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755207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2E980-91CE-9EA4-2504-B13C09524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F2ADF-A373-6485-EA1A-183796E69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0" y="1063860"/>
            <a:ext cx="11082130" cy="544861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6A12C05-05CE-3858-C2C7-7F6FECAA2EC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F6B3BEBC-C090-B3C3-6495-6ADC5C6BC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23FB1CD-9E14-674E-E8C3-AC407D86E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Avisos de Inscripción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F5F34A74-E1AE-D0BF-9004-B4014B72B2C1}"/>
              </a:ext>
            </a:extLst>
          </p:cNvPr>
          <p:cNvSpPr/>
          <p:nvPr/>
        </p:nvSpPr>
        <p:spPr>
          <a:xfrm>
            <a:off x="810247" y="5686667"/>
            <a:ext cx="9839051" cy="6130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3. Puede consultar avisos de inscripción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B7E72940-733F-8B62-A76A-0C188D1BA1B7}"/>
              </a:ext>
            </a:extLst>
          </p:cNvPr>
          <p:cNvSpPr/>
          <p:nvPr/>
        </p:nvSpPr>
        <p:spPr>
          <a:xfrm>
            <a:off x="9186989" y="2320515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468171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28DDF-65B1-AA14-6FFB-5C0A863D9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87584F-A52F-137E-91B6-AE1CBAB88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439" y="1221775"/>
            <a:ext cx="9968691" cy="490365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E5BE79-0D5B-9E4E-D241-28B66AE413F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79958C56-E465-30C1-3367-1B646EAAB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A86BBB2-03ED-F944-2D00-A6B6C9C31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Enlaces Adicionales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6CFC3613-EF8F-556C-4F6B-80339F694763}"/>
              </a:ext>
            </a:extLst>
          </p:cNvPr>
          <p:cNvSpPr/>
          <p:nvPr/>
        </p:nvSpPr>
        <p:spPr>
          <a:xfrm>
            <a:off x="810247" y="5239627"/>
            <a:ext cx="9839051" cy="6130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4. Depende de los permisos de visualización del asesor en GUACONF para la aplicación, podrá o no ver las opciones de enlaces adicionales disponibles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F4862D3D-3833-BF53-9C24-D61AF10ACD58}"/>
              </a:ext>
            </a:extLst>
          </p:cNvPr>
          <p:cNvSpPr/>
          <p:nvPr/>
        </p:nvSpPr>
        <p:spPr>
          <a:xfrm>
            <a:off x="749449" y="3824195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239236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02E41-9308-9B62-F739-5160B9336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791B84-373A-9FCB-93CF-8C87E712E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51" y="1005293"/>
            <a:ext cx="10649298" cy="524119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B8A309-F2E0-58EB-ED46-577FF4071C5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24F00882-F0C9-2179-2DF2-EBACDBABF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603C608-6DF9-2677-54DD-341111F03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Evaluación de grado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8CC6FB43-6EF0-088E-2EFA-FF15A6B9FF0F}"/>
              </a:ext>
            </a:extLst>
          </p:cNvPr>
          <p:cNvSpPr/>
          <p:nvPr/>
        </p:nvSpPr>
        <p:spPr>
          <a:xfrm>
            <a:off x="810247" y="5239627"/>
            <a:ext cx="9839051" cy="6130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4. Evaluación de grado (CAPP), consulta del reporte CAPP 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3D423040-74FF-26A5-54D0-42910B08DC94}"/>
              </a:ext>
            </a:extLst>
          </p:cNvPr>
          <p:cNvSpPr/>
          <p:nvPr/>
        </p:nvSpPr>
        <p:spPr>
          <a:xfrm>
            <a:off x="749449" y="3824195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718627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EF819-0A5A-FBF7-2535-A2CCC34A4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FBDC39-0AD4-847E-A0E7-E270C64DF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59" y="1142469"/>
            <a:ext cx="10922000" cy="494484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C3CD0E-E90B-B146-B86F-3A99F53C750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848B8C2F-1652-FCFB-1D9F-C6FAC72B4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0D1F1E5-F0BD-BF76-5A36-6F4D1895A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Evaluación de grado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3F5045F9-1A70-C5B1-1589-6884EB17B26D}"/>
              </a:ext>
            </a:extLst>
          </p:cNvPr>
          <p:cNvSpPr/>
          <p:nvPr/>
        </p:nvSpPr>
        <p:spPr>
          <a:xfrm>
            <a:off x="810247" y="5239627"/>
            <a:ext cx="9839051" cy="6130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6. Dar clic en el </a:t>
            </a:r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</a:rPr>
              <a:t>Tab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 de Evaluaciones anteriores</a:t>
            </a:r>
          </a:p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7. Seleccionar la última evaluación de cumplimiento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6349C269-0852-0064-4B02-3A08BF8C05BC}"/>
              </a:ext>
            </a:extLst>
          </p:cNvPr>
          <p:cNvSpPr/>
          <p:nvPr/>
        </p:nvSpPr>
        <p:spPr>
          <a:xfrm>
            <a:off x="4315609" y="2863003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618B29BF-1B1F-585D-3C34-6BC781C0E091}"/>
              </a:ext>
            </a:extLst>
          </p:cNvPr>
          <p:cNvSpPr/>
          <p:nvPr/>
        </p:nvSpPr>
        <p:spPr>
          <a:xfrm>
            <a:off x="651533" y="4336203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284975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12BCB-FE33-C716-36EA-DF9278DB3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811F031-BC5D-DC3F-6706-1CAF3DC55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33" y="1045471"/>
            <a:ext cx="10383520" cy="512672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ECA955-3C4A-66BC-5A46-28CD8C9DBBD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E929EBA0-6B04-0477-5EE8-655359E8C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385E27A-F64A-5D7D-6598-55CD9FA8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Evaluación de grado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93A30268-9249-C510-7C36-0A8E68D16D0F}"/>
              </a:ext>
            </a:extLst>
          </p:cNvPr>
          <p:cNvSpPr/>
          <p:nvPr/>
        </p:nvSpPr>
        <p:spPr>
          <a:xfrm>
            <a:off x="956301" y="5199449"/>
            <a:ext cx="9839051" cy="6130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8. Consultar el reporte de Evaluación CAPP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89F6774B-A81D-D113-C2A8-41737DDA5462}"/>
              </a:ext>
            </a:extLst>
          </p:cNvPr>
          <p:cNvSpPr/>
          <p:nvPr/>
        </p:nvSpPr>
        <p:spPr>
          <a:xfrm>
            <a:off x="651533" y="4336203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198066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271E2-F3A4-844D-B6BA-0920A25E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3BF62DE-87A6-1EF3-A640-76D18B627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43" y="3007179"/>
            <a:ext cx="10972800" cy="219227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D3AEAD9-C9F5-7430-AE90-E94D3282F4F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C74433E1-E38B-D17D-EDFA-B65EB0A02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C374C1C-66BF-9B89-5C89-5A8F09525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Evaluación de grado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3AEEB61A-B650-E096-17CB-8D53D8FF4644}"/>
              </a:ext>
            </a:extLst>
          </p:cNvPr>
          <p:cNvSpPr/>
          <p:nvPr/>
        </p:nvSpPr>
        <p:spPr>
          <a:xfrm>
            <a:off x="1243079" y="5216641"/>
            <a:ext cx="9839051" cy="6130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Si al consultar el reporte de evaluación de cumplimiento como asesor y se despliega el mensaje “No está autorizado para ver esta página” depende si está habilitado como asesor y tipo para incluir el proceso COMPLIANCE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392D82-AB8C-45A7-914D-4971AB031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43" y="880424"/>
            <a:ext cx="11144898" cy="180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507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152C-33ED-ABEA-B4AF-515147C8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BC193431-3860-7594-9EAA-C3FFD4388F55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9448CB7-54D2-143E-9929-3BA3D446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Envió de Correo Electrónico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36225C4-0CFE-58AE-CB77-34302BCB9D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sz="1800" dirty="0"/>
              <a:t>Perfil de alumno para asesoría</a:t>
            </a:r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E238526-5C7B-AB5F-DFEF-8CBC192B3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186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09ED-9C3A-E9CF-1384-F7BD1292F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C04C6B-909B-EF11-8F36-16015ED6C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474" y="1111774"/>
            <a:ext cx="9839051" cy="480917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C4478C-4406-C7EE-D5CD-6D5BD0A1C49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69CFAE68-F11D-74A1-5B51-6A6059FBE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288097C-830B-9E9C-A7E9-67AA5639E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Avisos de Inscripción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1E5B8066-4799-DDE0-4A0E-CE21B79BCA55}"/>
              </a:ext>
            </a:extLst>
          </p:cNvPr>
          <p:cNvSpPr/>
          <p:nvPr/>
        </p:nvSpPr>
        <p:spPr>
          <a:xfrm>
            <a:off x="810247" y="5614410"/>
            <a:ext cx="9839051" cy="6130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1. Dar Clic en el nombre del estudiante donde sale la dirección de correo electrónico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6453E128-6E73-DCBB-66C2-AFFBEE948FDC}"/>
              </a:ext>
            </a:extLst>
          </p:cNvPr>
          <p:cNvSpPr/>
          <p:nvPr/>
        </p:nvSpPr>
        <p:spPr>
          <a:xfrm>
            <a:off x="2745549" y="3319650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648367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26835-5C39-C394-5CB2-D9870F0E5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64347F-D59C-E2B3-DB9F-72245764F6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70"/>
          <a:stretch>
            <a:fillRect/>
          </a:stretch>
        </p:blipFill>
        <p:spPr>
          <a:xfrm>
            <a:off x="810247" y="1406967"/>
            <a:ext cx="10952480" cy="280053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19799-FD79-B31B-6094-7108FCB8790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57BBC1AE-613A-9603-18DB-D004CAB61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245D0AA-BC5E-3F36-E50C-7EA0B344B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Gestionar reglas de acceso: Avisos de Inscripción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18998A00-E165-DC73-B918-776416B43032}"/>
              </a:ext>
            </a:extLst>
          </p:cNvPr>
          <p:cNvSpPr/>
          <p:nvPr/>
        </p:nvSpPr>
        <p:spPr>
          <a:xfrm>
            <a:off x="1026662" y="4476490"/>
            <a:ext cx="6136137" cy="61308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2. Enviar Correo Electrónico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16B9CF2E-133D-95E7-FBB9-20A95996BDD8}"/>
              </a:ext>
            </a:extLst>
          </p:cNvPr>
          <p:cNvSpPr/>
          <p:nvPr/>
        </p:nvSpPr>
        <p:spPr>
          <a:xfrm>
            <a:off x="2745549" y="3319650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698725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4BD3B-18D3-DD61-00F3-240ECD91F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7F74F088-088B-72D9-7CC4-F7608AFEAE4F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9584331-DF54-8A33-0148-F7FEE025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Autoservicio Asesores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6313F96-C955-9A86-238A-DEE3AC4CC86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sz="1800" dirty="0"/>
              <a:t>Planificación e Inscripción</a:t>
            </a:r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BD072A8-55D4-19D2-4061-458024A4F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664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7A93-9C6C-629A-E74C-0D6ABD773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0AF8A4-6254-638F-C362-31437D266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13" y="1282726"/>
            <a:ext cx="9819949" cy="488947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298798-4D64-4461-8A47-F60A3EED169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CCFEE154-D995-D324-0191-90E891B3D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CF676A3-7496-84C1-1DD8-C8C3CFA1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2800" dirty="0">
                <a:solidFill>
                  <a:schemeClr val="accent1"/>
                </a:solidFill>
              </a:rPr>
              <a:t>Perfil de alumno para asesoría (Planeación de inscripciones)</a:t>
            </a:r>
            <a:br>
              <a:rPr lang="es-CL" sz="2800" dirty="0">
                <a:solidFill>
                  <a:schemeClr val="accent1"/>
                </a:solidFill>
                <a:effectLst/>
              </a:rPr>
            </a:br>
            <a:endParaRPr lang="es-CL" sz="280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40E2F605-E39C-CBF1-CC95-FBBF20D80486}"/>
              </a:ext>
            </a:extLst>
          </p:cNvPr>
          <p:cNvSpPr/>
          <p:nvPr/>
        </p:nvSpPr>
        <p:spPr>
          <a:xfrm>
            <a:off x="1211878" y="5575274"/>
            <a:ext cx="6136137" cy="43885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1. Seleccionar la opción de Planificación e Inscripción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4DCCDD53-17BA-C5A1-20C3-B4122E86E559}"/>
              </a:ext>
            </a:extLst>
          </p:cNvPr>
          <p:cNvSpPr/>
          <p:nvPr/>
        </p:nvSpPr>
        <p:spPr>
          <a:xfrm>
            <a:off x="642696" y="4476490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879818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9FC4C-021B-4A12-AC0E-D7B6BBEB8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B24E1C-5B1A-1376-3C92-342365226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02" y="1311230"/>
            <a:ext cx="10180320" cy="486096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49B64BE-AC26-ABA0-8612-5C800229D06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6A20056-0ACE-36FF-C976-074F35A26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C338BDC-0FCE-05EE-FD41-26DA61AC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2800" dirty="0">
                <a:solidFill>
                  <a:schemeClr val="accent1"/>
                </a:solidFill>
              </a:rPr>
              <a:t>Perfil de alumno para asesoría (Planeación de inscripciones)</a:t>
            </a:r>
            <a:br>
              <a:rPr lang="es-CL" sz="2800" dirty="0">
                <a:solidFill>
                  <a:schemeClr val="accent1"/>
                </a:solidFill>
                <a:effectLst/>
              </a:rPr>
            </a:br>
            <a:endParaRPr lang="es-CL" sz="280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2131D576-9F75-6AFB-A2EA-5B4E54F5DDCE}"/>
              </a:ext>
            </a:extLst>
          </p:cNvPr>
          <p:cNvSpPr/>
          <p:nvPr/>
        </p:nvSpPr>
        <p:spPr>
          <a:xfrm>
            <a:off x="1211878" y="5575274"/>
            <a:ext cx="6136137" cy="43885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2. Seleccionar la opción de Planificar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36100F0E-DA6E-CB81-45A5-7F959FDDCBB1}"/>
              </a:ext>
            </a:extLst>
          </p:cNvPr>
          <p:cNvSpPr/>
          <p:nvPr/>
        </p:nvSpPr>
        <p:spPr>
          <a:xfrm>
            <a:off x="4727016" y="3333904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159544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F4AC1-E784-E2F4-D08F-37A2B583D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2197D2-1138-4AE1-219E-2B6D4319A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28" y="1195475"/>
            <a:ext cx="9977174" cy="492873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801FE6-AF02-C30C-718B-479997D6E22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C50ACC3-0CDC-DA69-E134-F3F192472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CB111E9-B2E5-6CCF-11E1-2E3AF0F20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2800" dirty="0">
                <a:solidFill>
                  <a:schemeClr val="accent1"/>
                </a:solidFill>
              </a:rPr>
              <a:t>Perfil de alumno para asesoría (Planeación de inscripciones)</a:t>
            </a:r>
            <a:br>
              <a:rPr lang="es-CL" sz="2800" dirty="0">
                <a:solidFill>
                  <a:schemeClr val="accent1"/>
                </a:solidFill>
                <a:effectLst/>
              </a:rPr>
            </a:br>
            <a:endParaRPr lang="es-CL" sz="280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E64C01A8-4489-22A0-A97F-D65CB538C97A}"/>
              </a:ext>
            </a:extLst>
          </p:cNvPr>
          <p:cNvSpPr/>
          <p:nvPr/>
        </p:nvSpPr>
        <p:spPr>
          <a:xfrm>
            <a:off x="1282998" y="5685353"/>
            <a:ext cx="7657802" cy="43885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3. Ingresar los parámetros de búsqueda del Asesorado y finalizar dando clic en el botón Continuar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B59A5587-6E43-F8E9-9583-E76EE00416BE}"/>
              </a:ext>
            </a:extLst>
          </p:cNvPr>
          <p:cNvSpPr/>
          <p:nvPr/>
        </p:nvSpPr>
        <p:spPr>
          <a:xfrm>
            <a:off x="722738" y="5685353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607952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207E4-E0D1-B1E6-1F09-0BD79FE98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7F18D4C-80AA-0173-6732-D8696DBEE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80" y="1255557"/>
            <a:ext cx="10353040" cy="510079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565F3E-7698-C874-3ED8-AB23E5CA2D8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F9C795D6-F4A3-B473-5990-ED18FACFE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E748A35-B353-02F9-3538-1AB979022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2800" dirty="0">
                <a:solidFill>
                  <a:schemeClr val="accent1"/>
                </a:solidFill>
              </a:rPr>
              <a:t>Perfil de alumno para asesoría (Planeación de inscripciones)</a:t>
            </a:r>
            <a:br>
              <a:rPr lang="es-CL" sz="2800" dirty="0">
                <a:solidFill>
                  <a:schemeClr val="accent1"/>
                </a:solidFill>
                <a:effectLst/>
              </a:rPr>
            </a:br>
            <a:endParaRPr lang="es-CL" sz="280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A85C01D4-C5C7-5D5B-83B2-0035135D29AB}"/>
              </a:ext>
            </a:extLst>
          </p:cNvPr>
          <p:cNvSpPr/>
          <p:nvPr/>
        </p:nvSpPr>
        <p:spPr>
          <a:xfrm>
            <a:off x="1282998" y="5685353"/>
            <a:ext cx="7657802" cy="43885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4. Dar clic en el botón crear un nuevo plan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433AE207-6D58-0A8B-96F5-B2A05C9D7A92}"/>
              </a:ext>
            </a:extLst>
          </p:cNvPr>
          <p:cNvSpPr/>
          <p:nvPr/>
        </p:nvSpPr>
        <p:spPr>
          <a:xfrm>
            <a:off x="2937618" y="3511113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999538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DD572-F2CB-8961-3E61-41EE92252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35341F0-ED14-FEC4-933A-AC822F707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99491"/>
            <a:ext cx="10200640" cy="502324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E4ABBA-43C5-9985-DFA7-77D11BF08C2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80234A05-D244-0002-D9F0-A79071B14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AB1E823-3C6B-6BBD-98D1-E911B1FFC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2800" dirty="0">
                <a:solidFill>
                  <a:schemeClr val="accent1"/>
                </a:solidFill>
              </a:rPr>
              <a:t>Perfil de alumno para asesoría (Planeación de inscripciones)</a:t>
            </a:r>
            <a:br>
              <a:rPr lang="es-CL" sz="2800" dirty="0">
                <a:solidFill>
                  <a:schemeClr val="accent1"/>
                </a:solidFill>
                <a:effectLst/>
              </a:rPr>
            </a:br>
            <a:endParaRPr lang="es-CL" sz="280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6579133A-1089-E25F-38BF-A1248EC47F31}"/>
              </a:ext>
            </a:extLst>
          </p:cNvPr>
          <p:cNvSpPr/>
          <p:nvPr/>
        </p:nvSpPr>
        <p:spPr>
          <a:xfrm>
            <a:off x="1282998" y="5685353"/>
            <a:ext cx="7657802" cy="43885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5. Agregar cursos</a:t>
            </a:r>
          </a:p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6  Guardar Plan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3FF59FFF-12B2-4BC6-204C-9D450CBE6AB1}"/>
              </a:ext>
            </a:extLst>
          </p:cNvPr>
          <p:cNvSpPr/>
          <p:nvPr/>
        </p:nvSpPr>
        <p:spPr>
          <a:xfrm>
            <a:off x="9743698" y="5745427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945C678D-8419-1B94-9B2A-0B76B2231FA7}"/>
              </a:ext>
            </a:extLst>
          </p:cNvPr>
          <p:cNvSpPr/>
          <p:nvPr/>
        </p:nvSpPr>
        <p:spPr>
          <a:xfrm>
            <a:off x="8839458" y="3469639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79795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886EC-4695-1034-8201-207B50F5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58D2FD-43BC-70D3-E00B-C8078CF7C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" y="1080716"/>
            <a:ext cx="10104119" cy="499654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BF8C74-2558-B692-86E1-ED582C3225E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0BB803F0-E4A0-84F8-8EE0-28CCB915E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513136A-A12F-ECD2-6E33-9022B711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2800" dirty="0">
                <a:solidFill>
                  <a:schemeClr val="accent1"/>
                </a:solidFill>
              </a:rPr>
              <a:t>Perfil de alumno para asesoría (Planeación de inscripciones)</a:t>
            </a:r>
            <a:br>
              <a:rPr lang="es-CL" sz="2800" dirty="0">
                <a:solidFill>
                  <a:schemeClr val="accent1"/>
                </a:solidFill>
                <a:effectLst/>
              </a:rPr>
            </a:br>
            <a:endParaRPr lang="es-CL" sz="280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C13665E3-EC31-3F43-8B32-C10CDFDEFCF1}"/>
              </a:ext>
            </a:extLst>
          </p:cNvPr>
          <p:cNvSpPr/>
          <p:nvPr/>
        </p:nvSpPr>
        <p:spPr>
          <a:xfrm>
            <a:off x="1282998" y="5685353"/>
            <a:ext cx="7657802" cy="43885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7. Confirmación del plan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6293E243-007B-189F-BB40-B9451F241DAA}"/>
              </a:ext>
            </a:extLst>
          </p:cNvPr>
          <p:cNvSpPr/>
          <p:nvPr/>
        </p:nvSpPr>
        <p:spPr>
          <a:xfrm>
            <a:off x="6807458" y="1610307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830462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6AC97-7AF9-C794-A3BE-42FF3832C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C29E2203-7C68-E802-FB58-BF1D382DE518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B5C1D9D-CAED-5583-50CD-A2359EE90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Autoservicio Asesores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3D32A86-0BCC-272D-9E63-C8A3E801EF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sz="1800" dirty="0"/>
              <a:t>Registro de cursos</a:t>
            </a:r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2C7E51-BBE4-401C-CE67-9ADFC831B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349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D1ABD-B448-B345-EA5C-FC5C4A36B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9449ACD-37F9-5E1C-5A0D-A2C7467D8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237" y="815793"/>
            <a:ext cx="10606883" cy="524808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9A9B55-CAAD-1C54-2A5E-1BBE77E5571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3DAED11A-318E-C72D-77C5-7891F257A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9B8C843-98FE-90B0-A688-BD769C04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2800" dirty="0">
                <a:solidFill>
                  <a:schemeClr val="accent1"/>
                </a:solidFill>
              </a:rPr>
              <a:t>Gestionar reglas de acceso: En SOATERM</a:t>
            </a:r>
            <a:br>
              <a:rPr lang="es-CL" sz="2800" dirty="0">
                <a:solidFill>
                  <a:schemeClr val="accent1"/>
                </a:solidFill>
                <a:effectLst/>
              </a:rPr>
            </a:br>
            <a:endParaRPr lang="es-CL" sz="280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CDAE34FD-5DAB-4173-9F31-B93EF535A131}"/>
              </a:ext>
            </a:extLst>
          </p:cNvPr>
          <p:cNvSpPr/>
          <p:nvPr/>
        </p:nvSpPr>
        <p:spPr>
          <a:xfrm>
            <a:off x="1282998" y="5685353"/>
            <a:ext cx="7657802" cy="43885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1. Activar la opción para que el asesor pueda registrar cursos desde SOATERM para el periodo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248F1994-E59E-7E49-AC93-8CF02CA5403D}"/>
              </a:ext>
            </a:extLst>
          </p:cNvPr>
          <p:cNvSpPr/>
          <p:nvPr/>
        </p:nvSpPr>
        <p:spPr>
          <a:xfrm>
            <a:off x="6708427" y="3101057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537717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AC7AB-58DF-E480-B89C-C19AFBC9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10CA536-E50C-68E5-85A2-FCA532720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954157"/>
            <a:ext cx="10660097" cy="526891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2C419A-79BE-E5AE-C983-41C83CB2C3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CF6BD76A-239D-4B2D-5A2D-9BBD1A061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BB0960E-8B66-8D03-5958-0D95BF61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2800" dirty="0">
                <a:solidFill>
                  <a:schemeClr val="accent1"/>
                </a:solidFill>
              </a:rPr>
              <a:t>Gestionar reglas de acceso: En SOATERM</a:t>
            </a:r>
            <a:br>
              <a:rPr lang="es-CL" sz="2800" dirty="0">
                <a:solidFill>
                  <a:schemeClr val="accent1"/>
                </a:solidFill>
                <a:effectLst/>
              </a:rPr>
            </a:br>
            <a:endParaRPr lang="es-CL" sz="280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3F886530-9314-E296-A1CD-56988143B211}"/>
              </a:ext>
            </a:extLst>
          </p:cNvPr>
          <p:cNvSpPr/>
          <p:nvPr/>
        </p:nvSpPr>
        <p:spPr>
          <a:xfrm>
            <a:off x="1112662" y="4762772"/>
            <a:ext cx="10324532" cy="129032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Bef>
                <a:spcPts val="1200"/>
              </a:spcBef>
              <a:defRPr/>
            </a:pPr>
            <a:r>
              <a:rPr lang="en-US" sz="1100" dirty="0">
                <a:latin typeface="Arial"/>
                <a:cs typeface="Arial"/>
              </a:rPr>
              <a:t>La contraseña será de 6 dígitos en el siguiente formato: DDMMYY</a:t>
            </a:r>
          </a:p>
          <a:p>
            <a:pPr marL="342900" indent="-342900">
              <a:spcBef>
                <a:spcPts val="1200"/>
              </a:spcBef>
              <a:defRPr/>
            </a:pPr>
            <a:r>
              <a:rPr lang="en-US" sz="1100" dirty="0">
                <a:latin typeface="Arial"/>
                <a:cs typeface="Arial"/>
              </a:rPr>
              <a:t>Fecha de nacimiento registrada en SPAIDEN </a:t>
            </a:r>
          </a:p>
          <a:p>
            <a:pPr marL="342900" indent="-342900">
              <a:spcBef>
                <a:spcPts val="1200"/>
              </a:spcBef>
              <a:defRPr/>
            </a:pPr>
            <a:r>
              <a:rPr lang="es-419" sz="1100" dirty="0"/>
              <a:t>GUAPPRF</a:t>
            </a:r>
          </a:p>
          <a:p>
            <a:pPr marL="342900" indent="-342900">
              <a:spcBef>
                <a:spcPts val="1200"/>
              </a:spcBef>
              <a:defRPr/>
            </a:pPr>
            <a:r>
              <a:rPr lang="es-419" sz="1100" dirty="0"/>
              <a:t>Ejemplo de mascara: 100216</a:t>
            </a:r>
          </a:p>
          <a:p>
            <a:endParaRPr lang="es-ES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43335990-A418-8790-8D3D-A22B2E46B343}"/>
              </a:ext>
            </a:extLst>
          </p:cNvPr>
          <p:cNvSpPr/>
          <p:nvPr/>
        </p:nvSpPr>
        <p:spPr>
          <a:xfrm>
            <a:off x="922577" y="2664177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03ED14-86A0-2938-CFB7-895578D3E60C}"/>
              </a:ext>
            </a:extLst>
          </p:cNvPr>
          <p:cNvSpPr txBox="1"/>
          <p:nvPr/>
        </p:nvSpPr>
        <p:spPr>
          <a:xfrm>
            <a:off x="2985006" y="4187190"/>
            <a:ext cx="4370834" cy="11511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342900" indent="-342900">
              <a:spcBef>
                <a:spcPts val="1200"/>
              </a:spcBef>
              <a:defRPr/>
            </a:pPr>
            <a:endParaRPr lang="en-US" sz="1200" dirty="0">
              <a:latin typeface="Arial"/>
              <a:cs typeface="Arial"/>
            </a:endParaRPr>
          </a:p>
          <a:p>
            <a:pPr marL="342900" indent="-342900">
              <a:spcBef>
                <a:spcPts val="1200"/>
              </a:spcBef>
              <a:defRPr/>
            </a:pPr>
            <a:endParaRPr lang="en-US" sz="1600" b="1" dirty="0">
              <a:solidFill>
                <a:srgbClr val="45A1AA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55765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3952E-7B45-AD41-02B0-C7CDD799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DE94D7C-6CA5-87BC-83CF-ED8C59A21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06" y="954157"/>
            <a:ext cx="10800080" cy="530717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A5B2E5-5AD9-CDE3-17DD-EC1F24F73A50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6951ABDB-EF64-D232-A953-EF2ABE82F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FF66416-5F0B-914C-F031-B266DFC60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2800" dirty="0">
                <a:solidFill>
                  <a:schemeClr val="accent1"/>
                </a:solidFill>
              </a:rPr>
              <a:t>Información de SPAIDEN</a:t>
            </a:r>
            <a:br>
              <a:rPr lang="es-CL" sz="2800" dirty="0">
                <a:solidFill>
                  <a:schemeClr val="accent1"/>
                </a:solidFill>
                <a:effectLst/>
              </a:rPr>
            </a:br>
            <a:endParaRPr lang="es-CL" sz="280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D6CD11D6-80B7-8DD4-31FA-9555CF332A0F}"/>
              </a:ext>
            </a:extLst>
          </p:cNvPr>
          <p:cNvSpPr/>
          <p:nvPr/>
        </p:nvSpPr>
        <p:spPr>
          <a:xfrm>
            <a:off x="1112662" y="4762772"/>
            <a:ext cx="10324532" cy="129032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Bef>
                <a:spcPts val="1200"/>
              </a:spcBef>
              <a:defRPr/>
            </a:pPr>
            <a:r>
              <a:rPr lang="en-US" sz="1100" dirty="0">
                <a:latin typeface="Arial"/>
                <a:cs typeface="Arial"/>
              </a:rPr>
              <a:t>La contraseña será de 6 dígitos en el siguiente formato: DDMMYY</a:t>
            </a:r>
          </a:p>
          <a:p>
            <a:pPr marL="342900" indent="-342900">
              <a:spcBef>
                <a:spcPts val="1200"/>
              </a:spcBef>
              <a:defRPr/>
            </a:pPr>
            <a:r>
              <a:rPr lang="en-US" sz="1100" dirty="0">
                <a:latin typeface="Arial"/>
                <a:cs typeface="Arial"/>
              </a:rPr>
              <a:t>Fecha de nacimiento registrada en SPAIDEN </a:t>
            </a:r>
          </a:p>
          <a:p>
            <a:pPr marL="342900" indent="-342900">
              <a:spcBef>
                <a:spcPts val="1200"/>
              </a:spcBef>
              <a:defRPr/>
            </a:pPr>
            <a:r>
              <a:rPr lang="es-419" sz="1100" dirty="0"/>
              <a:t>GUAPPRF</a:t>
            </a:r>
          </a:p>
          <a:p>
            <a:pPr marL="342900" indent="-342900">
              <a:spcBef>
                <a:spcPts val="1200"/>
              </a:spcBef>
              <a:defRPr/>
            </a:pPr>
            <a:r>
              <a:rPr lang="es-419" sz="1100" dirty="0"/>
              <a:t>Ejemplo de mascara: 04072000</a:t>
            </a:r>
          </a:p>
          <a:p>
            <a:endParaRPr lang="es-ES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874674ED-BACC-E323-01EC-90173C0F85D5}"/>
              </a:ext>
            </a:extLst>
          </p:cNvPr>
          <p:cNvSpPr/>
          <p:nvPr/>
        </p:nvSpPr>
        <p:spPr>
          <a:xfrm>
            <a:off x="2804795" y="2759276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336726-F15E-3E17-59B9-466FD6470C38}"/>
              </a:ext>
            </a:extLst>
          </p:cNvPr>
          <p:cNvSpPr txBox="1"/>
          <p:nvPr/>
        </p:nvSpPr>
        <p:spPr>
          <a:xfrm>
            <a:off x="2985006" y="4187190"/>
            <a:ext cx="4370834" cy="11511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342900" indent="-342900">
              <a:spcBef>
                <a:spcPts val="1200"/>
              </a:spcBef>
              <a:defRPr/>
            </a:pPr>
            <a:endParaRPr lang="en-US" sz="1200" dirty="0">
              <a:latin typeface="Arial"/>
              <a:cs typeface="Arial"/>
            </a:endParaRPr>
          </a:p>
          <a:p>
            <a:pPr marL="342900" indent="-342900">
              <a:spcBef>
                <a:spcPts val="1200"/>
              </a:spcBef>
              <a:defRPr/>
            </a:pPr>
            <a:endParaRPr lang="en-US" sz="1600" b="1" dirty="0">
              <a:solidFill>
                <a:srgbClr val="45A1AA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03722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7DF12-CC21-971E-5089-997AD429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CD5BADA-65CE-E249-ECDD-9BF7E161A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238" y="1203925"/>
            <a:ext cx="9933892" cy="492028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EDBF0C-2344-852F-C251-01CFB5148130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FC82AAA3-538C-3141-A4BF-3F617964D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3E0762A-960C-057F-65E5-07167F8FF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2800" dirty="0">
                <a:solidFill>
                  <a:schemeClr val="accent1"/>
                </a:solidFill>
              </a:rPr>
              <a:t>Perfil de alumno para asesoría (Inscribirse a Clases)</a:t>
            </a:r>
            <a:br>
              <a:rPr lang="es-CL" sz="2800" dirty="0">
                <a:solidFill>
                  <a:schemeClr val="accent1"/>
                </a:solidFill>
                <a:effectLst/>
              </a:rPr>
            </a:br>
            <a:endParaRPr lang="es-CL" sz="280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3A8B186A-8712-89EA-D4AB-77E347A9DB9E}"/>
              </a:ext>
            </a:extLst>
          </p:cNvPr>
          <p:cNvSpPr/>
          <p:nvPr/>
        </p:nvSpPr>
        <p:spPr>
          <a:xfrm>
            <a:off x="1282998" y="5685353"/>
            <a:ext cx="7657802" cy="43885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2. Seleccionar la opción Inscribirse a clases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CD4389A2-8C27-1029-EDB8-C5B92A3E7C82}"/>
              </a:ext>
            </a:extLst>
          </p:cNvPr>
          <p:cNvSpPr/>
          <p:nvPr/>
        </p:nvSpPr>
        <p:spPr>
          <a:xfrm>
            <a:off x="968027" y="3116594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4855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DCF89-A2F8-8735-670B-0ADE5495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77FD94-E22E-4957-EEC3-CE3073872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039324"/>
            <a:ext cx="10751833" cy="531702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E01101-0DF3-6AD3-E8A9-0250F0852A7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CA89747F-B71D-C818-DAC3-B1085776D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870EC7C-97EA-2432-9225-295879A64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2800" dirty="0">
                <a:solidFill>
                  <a:schemeClr val="accent1"/>
                </a:solidFill>
              </a:rPr>
              <a:t>Perfil de alumno para asesoría (Inscribirse a Clases)</a:t>
            </a:r>
            <a:br>
              <a:rPr lang="es-CL" sz="2800" dirty="0">
                <a:solidFill>
                  <a:schemeClr val="accent1"/>
                </a:solidFill>
                <a:effectLst/>
              </a:rPr>
            </a:br>
            <a:endParaRPr lang="es-CL" sz="280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3EEA4632-9ABC-E085-20F1-5049408F2876}"/>
              </a:ext>
            </a:extLst>
          </p:cNvPr>
          <p:cNvSpPr/>
          <p:nvPr/>
        </p:nvSpPr>
        <p:spPr>
          <a:xfrm>
            <a:off x="1282998" y="5685353"/>
            <a:ext cx="7657802" cy="43885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2. Ingrese la contraseña de acuerdo a la regla de fecha de nacimiento definida </a:t>
            </a:r>
            <a:r>
              <a:rPr lang="en-US" sz="1100" dirty="0">
                <a:latin typeface="Arial"/>
                <a:cs typeface="Arial"/>
              </a:rPr>
              <a:t>DDMMYY</a:t>
            </a:r>
            <a:endParaRPr lang="es-ES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0913A1B5-76C6-A8EF-F6D8-DB9BC53FC4AC}"/>
              </a:ext>
            </a:extLst>
          </p:cNvPr>
          <p:cNvSpPr/>
          <p:nvPr/>
        </p:nvSpPr>
        <p:spPr>
          <a:xfrm>
            <a:off x="3406427" y="4640594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350435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B626E-4B44-CA8F-DFB8-7AEC66F5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6EEAB7-5C32-4CA5-FE4E-356464D3F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66" y="1043032"/>
            <a:ext cx="10313068" cy="508117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2C3436-E81A-E0E3-8518-B6F9EDB0A9A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527F83FB-EBF2-8383-521E-3DC20FE22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5915DDA-62C6-0B59-5C3B-C081CA61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2800" dirty="0">
                <a:solidFill>
                  <a:schemeClr val="accent1"/>
                </a:solidFill>
              </a:rPr>
              <a:t>Perfil de alumno para asesoría (Inscribirse a Clases)</a:t>
            </a:r>
            <a:br>
              <a:rPr lang="es-CL" sz="2800" dirty="0">
                <a:solidFill>
                  <a:schemeClr val="accent1"/>
                </a:solidFill>
                <a:effectLst/>
              </a:rPr>
            </a:br>
            <a:endParaRPr lang="es-CL" sz="280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0DDCF519-B6F5-2FD4-C796-62654E4E41FD}"/>
              </a:ext>
            </a:extLst>
          </p:cNvPr>
          <p:cNvSpPr/>
          <p:nvPr/>
        </p:nvSpPr>
        <p:spPr>
          <a:xfrm>
            <a:off x="1282998" y="5685353"/>
            <a:ext cx="7657802" cy="43885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4. Curso a registrar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8B2756E4-4D91-0C12-5A9D-BCB8694535BF}"/>
              </a:ext>
            </a:extLst>
          </p:cNvPr>
          <p:cNvSpPr/>
          <p:nvPr/>
        </p:nvSpPr>
        <p:spPr>
          <a:xfrm>
            <a:off x="8580379" y="5006354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695896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2E174-7171-D8D0-4798-156494FC8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4F4881-027B-F4A3-7FEF-1AA13D892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954157"/>
            <a:ext cx="10149840" cy="499554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BBC7DF-7B1E-9408-6C70-7F79ACA5AA5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BEDCB1D0-2FFC-36B2-13C7-58F4CE49D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F0717DA-B18C-0CA8-0ED2-FE8658885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" sz="2800" dirty="0">
                <a:solidFill>
                  <a:schemeClr val="accent1"/>
                </a:solidFill>
              </a:rPr>
              <a:t>Perfil de alumno para asesoría (Inscribirse a Clases)</a:t>
            </a:r>
            <a:br>
              <a:rPr lang="es-CL" sz="2800" dirty="0">
                <a:solidFill>
                  <a:schemeClr val="accent1"/>
                </a:solidFill>
                <a:effectLst/>
              </a:rPr>
            </a:br>
            <a:endParaRPr lang="es-CL" sz="280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EF824A7C-CE58-A4F6-9D0C-B7CA046AF438}"/>
              </a:ext>
            </a:extLst>
          </p:cNvPr>
          <p:cNvSpPr/>
          <p:nvPr/>
        </p:nvSpPr>
        <p:spPr>
          <a:xfrm>
            <a:off x="1282998" y="5685353"/>
            <a:ext cx="7657802" cy="43885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</a:rPr>
              <a:t>5. Cursos inscritos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D486B0AA-A5D7-2A97-CCC5-2DAF27F848B4}"/>
              </a:ext>
            </a:extLst>
          </p:cNvPr>
          <p:cNvSpPr/>
          <p:nvPr/>
        </p:nvSpPr>
        <p:spPr>
          <a:xfrm>
            <a:off x="8334027" y="4752354"/>
            <a:ext cx="360421" cy="218697"/>
          </a:xfrm>
          <a:prstGeom prst="roundRect">
            <a:avLst/>
          </a:prstGeom>
          <a:ln w="3175"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031120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7" y="2008765"/>
            <a:ext cx="9720118" cy="4022580"/>
          </a:xfrm>
        </p:spPr>
        <p:txBody>
          <a:bodyPr/>
          <a:lstStyle/>
          <a:p>
            <a:pPr marL="0" indent="0">
              <a:buNone/>
            </a:pPr>
            <a:r>
              <a:rPr lang="es-419" sz="2000" dirty="0"/>
              <a:t>Definir y gestionar la asesoría de estudiantes: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La persona que fuera a ser asignada como asesor debe existir como persona previamente en Banner (SPAIDEN).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En SIAINST asignamos el rol de asesor desde un período determinado.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En SGAADVR asignamos uno o más asesores a un estudiante, pudiendo señalar además el tipo de asesoría que realizará.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En SGAAVRL es posible definir reglas de asignación de asesores en función a características académicas con las cuales luego son asignadas masivamente por el proceso </a:t>
            </a:r>
            <a:r>
              <a:rPr lang="es-419" sz="2000" cap="all" dirty="0">
                <a:effectLst/>
              </a:rPr>
              <a:t>SGPADVA.</a:t>
            </a:r>
            <a:endParaRPr lang="es-419" sz="200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84689-227B-A2E5-EA69-DF2CD64C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MUCHAS GRACIAS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F50E-22E9-2C0A-4970-41D2FFEB26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Consultor</a:t>
            </a:r>
          </a:p>
          <a:p>
            <a:r>
              <a:rPr lang="en-US" dirty="0"/>
              <a:t>Correo@ellucian.com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490" y="3652538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543" y="4028176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09066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8E342B2F-0662-4103-A2D9-0955199F3085}" vid="{C5F4BFEF-EBA5-4449-9DDB-9D044EAA59E9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8E342B2F-0662-4103-A2D9-0955199F3085}" vid="{D5A50C3E-685D-4ADD-B93A-1035FFFC57E2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NUEVO TEMPLATE</Template>
  <TotalTime>5841</TotalTime>
  <Words>4030</Words>
  <Application>Microsoft Office PowerPoint</Application>
  <PresentationFormat>Widescreen</PresentationFormat>
  <Paragraphs>581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75</vt:i4>
      </vt:variant>
    </vt:vector>
  </HeadingPairs>
  <TitlesOfParts>
    <vt:vector size="84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Definición y gestión de la asesoría de estudiantes </vt:lpstr>
      <vt:lpstr>PowerPoint Presentation</vt:lpstr>
      <vt:lpstr>Overview</vt:lpstr>
      <vt:lpstr>Overview: Mapa de capacidades</vt:lpstr>
      <vt:lpstr>Overview: Proceso gestionar la carga de trabajo docente</vt:lpstr>
      <vt:lpstr>PowerPoint Presentation</vt:lpstr>
      <vt:lpstr>PowerPoint Presentation</vt:lpstr>
      <vt:lpstr>Reglas Generales</vt:lpstr>
      <vt:lpstr>Configuraciones: STVADVR Validación de tipo de asesor </vt:lpstr>
      <vt:lpstr>Configuraciones: Gestionar reglas de acceso </vt:lpstr>
      <vt:lpstr>Configuraciones: Gestionar reglas de acceso (Reglas generales) </vt:lpstr>
      <vt:lpstr>Configuraciones: Reglas generales </vt:lpstr>
      <vt:lpstr>Configuraciones: Reglas generales </vt:lpstr>
      <vt:lpstr>Configuraciones: Reglas generales </vt:lpstr>
      <vt:lpstr>Perfil de estudiante</vt:lpstr>
      <vt:lpstr>Gestionar reglas de acceso: Perfil de estudiante </vt:lpstr>
      <vt:lpstr>Gestionar reglas de acceso: Perfil de estudiante </vt:lpstr>
      <vt:lpstr>Gestionar reglas de acceso: Perfil de estudiante </vt:lpstr>
      <vt:lpstr>CONFIGURACIONES</vt:lpstr>
      <vt:lpstr>Configuraciones: STVADVR Validación de tipo de asesor </vt:lpstr>
      <vt:lpstr>ASESORÍA A ESTUDIANTES</vt:lpstr>
      <vt:lpstr>Premisa: SPAIDEN Identificación de general de personas </vt:lpstr>
      <vt:lpstr>Asignación del Rol Asesor</vt:lpstr>
      <vt:lpstr>Configuraciones: SIAINST Información de docente / asesor </vt:lpstr>
      <vt:lpstr>Configuraciones: SIAINST Información de docente / asesor </vt:lpstr>
      <vt:lpstr>Asignación del Asesor a un Estudiante</vt:lpstr>
      <vt:lpstr>Configuraciones: SGAADVR Varios asesores </vt:lpstr>
      <vt:lpstr>Configuraciones: SGAADVR Varios asesores </vt:lpstr>
      <vt:lpstr>Asignación del Asesor a Estudiantes de Forma Masiva.</vt:lpstr>
      <vt:lpstr>Configuraciones: SGAAVRL Reglas de asignación de asesores </vt:lpstr>
      <vt:lpstr>Configuraciones: SGAAVRL Reglas de asignación de asesores </vt:lpstr>
      <vt:lpstr>Proceso: SGPADVA Proceso de asignación asesores </vt:lpstr>
      <vt:lpstr>Proceso: SGPADVA Proceso de asignación asesores </vt:lpstr>
      <vt:lpstr>Proceso: SGPADVA Proceso de asignación asesores </vt:lpstr>
      <vt:lpstr>Proceso: SGPADVA Proceso de asignación asesores </vt:lpstr>
      <vt:lpstr>Autoservicio</vt:lpstr>
      <vt:lpstr>Gestionar reglas de acceso: Perfil de alumno para asesoría </vt:lpstr>
      <vt:lpstr>Gestionar reglas de acceso: Perfil de alumno para asesoría </vt:lpstr>
      <vt:lpstr>Gestionar reglas de acceso: Perfil de alumno para asesoría </vt:lpstr>
      <vt:lpstr>Gestionar reglas de acceso: Perfil de alumno para asesoría </vt:lpstr>
      <vt:lpstr>Gestionar reglas de acceso: Perfil de alumno para asesoría </vt:lpstr>
      <vt:lpstr>Gestionar reglas de acceso: Perfil de alumno para asesoría </vt:lpstr>
      <vt:lpstr>Gestionar reglas de acceso: Perfil de alumno para asesoría </vt:lpstr>
      <vt:lpstr>Gestionar reglas de acceso: Perfil de alumno para asesoría </vt:lpstr>
      <vt:lpstr>Gestionar reglas de acceso: Personalizaciones </vt:lpstr>
      <vt:lpstr>Gestionar reglas de acceso: Perfil de alumno para asesoría </vt:lpstr>
      <vt:lpstr>Gestionar reglas de acceso: Personalizaciones </vt:lpstr>
      <vt:lpstr>Gestionar reglas de acceso: Cursos Inscritos </vt:lpstr>
      <vt:lpstr>Gestionar reglas de acceso: Información detalle de cursos inscritos </vt:lpstr>
      <vt:lpstr>Gestionar reglas de acceso: Avisos de Inscripción </vt:lpstr>
      <vt:lpstr>Gestionar reglas de acceso: Enlaces Adicionales </vt:lpstr>
      <vt:lpstr>Gestionar reglas de acceso: Evaluación de grado </vt:lpstr>
      <vt:lpstr>Gestionar reglas de acceso: Evaluación de grado </vt:lpstr>
      <vt:lpstr>Gestionar reglas de acceso: Evaluación de grado </vt:lpstr>
      <vt:lpstr>Gestionar reglas de acceso: Evaluación de grado </vt:lpstr>
      <vt:lpstr>Envió de Correo Electrónico</vt:lpstr>
      <vt:lpstr>Gestionar reglas de acceso: Avisos de Inscripción </vt:lpstr>
      <vt:lpstr>Gestionar reglas de acceso: Avisos de Inscripción </vt:lpstr>
      <vt:lpstr>Autoservicio Asesores</vt:lpstr>
      <vt:lpstr>Perfil de alumno para asesoría (Planeación de inscripciones) </vt:lpstr>
      <vt:lpstr>Perfil de alumno para asesoría (Planeación de inscripciones) </vt:lpstr>
      <vt:lpstr>Perfil de alumno para asesoría (Planeación de inscripciones) </vt:lpstr>
      <vt:lpstr>Perfil de alumno para asesoría (Planeación de inscripciones) </vt:lpstr>
      <vt:lpstr>Perfil de alumno para asesoría (Planeación de inscripciones) </vt:lpstr>
      <vt:lpstr>Perfil de alumno para asesoría (Planeación de inscripciones) </vt:lpstr>
      <vt:lpstr>Autoservicio Asesores</vt:lpstr>
      <vt:lpstr>Gestionar reglas de acceso: En SOATERM </vt:lpstr>
      <vt:lpstr>Gestionar reglas de acceso: En SOATERM </vt:lpstr>
      <vt:lpstr>Información de SPAIDEN </vt:lpstr>
      <vt:lpstr>Perfil de alumno para asesoría (Inscribirse a Clases) </vt:lpstr>
      <vt:lpstr>Perfil de alumno para asesoría (Inscribirse a Clases) </vt:lpstr>
      <vt:lpstr>Perfil de alumno para asesoría (Inscribirse a Clases) </vt:lpstr>
      <vt:lpstr>Perfil de alumno para asesoría (Inscribirse a Clases) 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Molina, Sergio</cp:lastModifiedBy>
  <cp:revision>292</cp:revision>
  <dcterms:created xsi:type="dcterms:W3CDTF">2023-07-17T20:07:38Z</dcterms:created>
  <dcterms:modified xsi:type="dcterms:W3CDTF">2026-07-22T02:02:48Z</dcterms:modified>
</cp:coreProperties>
</file>