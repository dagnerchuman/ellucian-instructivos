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8" r:id="rId1"/>
    <p:sldMasterId id="2147483765" r:id="rId2"/>
  </p:sldMasterIdLst>
  <p:notesMasterIdLst>
    <p:notesMasterId r:id="rId28"/>
  </p:notesMasterIdLst>
  <p:sldIdLst>
    <p:sldId id="1429" r:id="rId3"/>
    <p:sldId id="423" r:id="rId4"/>
    <p:sldId id="1174" r:id="rId5"/>
    <p:sldId id="569" r:id="rId6"/>
    <p:sldId id="1250" r:id="rId7"/>
    <p:sldId id="1251" r:id="rId8"/>
    <p:sldId id="1430" r:id="rId9"/>
    <p:sldId id="1292" r:id="rId10"/>
    <p:sldId id="1119" r:id="rId11"/>
    <p:sldId id="1431" r:id="rId12"/>
    <p:sldId id="1226" r:id="rId13"/>
    <p:sldId id="1260" r:id="rId14"/>
    <p:sldId id="1288" r:id="rId15"/>
    <p:sldId id="1419" r:id="rId16"/>
    <p:sldId id="1420" r:id="rId17"/>
    <p:sldId id="1421" r:id="rId18"/>
    <p:sldId id="1279" r:id="rId19"/>
    <p:sldId id="1352" r:id="rId20"/>
    <p:sldId id="1423" r:id="rId21"/>
    <p:sldId id="1424" r:id="rId22"/>
    <p:sldId id="1426" r:id="rId23"/>
    <p:sldId id="1425" r:id="rId24"/>
    <p:sldId id="1427" r:id="rId25"/>
    <p:sldId id="1221" r:id="rId26"/>
    <p:sldId id="322" r:id="rId2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56" d="100"/>
          <a:sy n="56" d="100"/>
        </p:scale>
        <p:origin x="196" y="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notesMaster" Target="notesMasters/notesMaster1.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419"/>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523C117-F0D1-46E6-B911-20932DF680A3}" type="datetimeFigureOut">
              <a:rPr lang="es-419" smtClean="0"/>
              <a:t>17/4/2026</a:t>
            </a:fld>
            <a:endParaRPr lang="es-419"/>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419"/>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419"/>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419"/>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81C308A-25FC-453F-866C-E0840FC3618C}" type="slidenum">
              <a:rPr lang="es-419" smtClean="0"/>
              <a:t>‹#›</a:t>
            </a:fld>
            <a:endParaRPr lang="es-419"/>
          </a:p>
        </p:txBody>
      </p:sp>
    </p:spTree>
    <p:extLst>
      <p:ext uri="{BB962C8B-B14F-4D97-AF65-F5344CB8AC3E}">
        <p14:creationId xmlns:p14="http://schemas.microsoft.com/office/powerpoint/2010/main" val="30959829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posición de imagen de diapositiva 1"/>
          <p:cNvSpPr>
            <a:spLocks noGrp="1" noRot="1" noChangeAspect="1"/>
          </p:cNvSpPr>
          <p:nvPr>
            <p:ph type="sldImg"/>
          </p:nvPr>
        </p:nvSpPr>
        <p:spPr/>
      </p:sp>
      <p:sp>
        <p:nvSpPr>
          <p:cNvPr id="3" name="Marcador de posición de notas 2"/>
          <p:cNvSpPr>
            <a:spLocks noGrp="1"/>
          </p:cNvSpPr>
          <p:nvPr>
            <p:ph type="body" idx="1"/>
          </p:nvPr>
        </p:nvSpPr>
        <p:spPr/>
        <p:txBody>
          <a:bodyPr/>
          <a:lstStyle/>
          <a:p>
            <a:endParaRPr lang="es-ES_tradnl" dirty="0"/>
          </a:p>
        </p:txBody>
      </p:sp>
      <p:sp>
        <p:nvSpPr>
          <p:cNvPr id="4" name="Marcador de posición de número de diapositiva 3"/>
          <p:cNvSpPr>
            <a:spLocks noGrp="1"/>
          </p:cNvSpPr>
          <p:nvPr>
            <p:ph type="sldNum" sz="quarter" idx="10"/>
          </p:nvPr>
        </p:nvSpPr>
        <p:spPr/>
        <p:txBody>
          <a:bodyPr/>
          <a:lstStyle/>
          <a:p>
            <a:fld id="{CF541D2A-E99A-2F4F-B8C9-28142709F87F}" type="slidenum">
              <a:rPr lang="en-US" smtClean="0"/>
              <a:pPr/>
              <a:t>1</a:t>
            </a:fld>
            <a:endParaRPr lang="en-US"/>
          </a:p>
        </p:txBody>
      </p:sp>
    </p:spTree>
    <p:extLst>
      <p:ext uri="{BB962C8B-B14F-4D97-AF65-F5344CB8AC3E}">
        <p14:creationId xmlns:p14="http://schemas.microsoft.com/office/powerpoint/2010/main" val="424485238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_tradnl" dirty="0"/>
          </a:p>
        </p:txBody>
      </p:sp>
      <p:sp>
        <p:nvSpPr>
          <p:cNvPr id="4" name="Marcador de número de diapositiva 3"/>
          <p:cNvSpPr>
            <a:spLocks noGrp="1"/>
          </p:cNvSpPr>
          <p:nvPr>
            <p:ph type="sldNum" sz="quarter" idx="5"/>
          </p:nvPr>
        </p:nvSpPr>
        <p:spPr/>
        <p:txBody>
          <a:bodyPr/>
          <a:lstStyle/>
          <a:p>
            <a:fld id="{CF541D2A-E99A-2F4F-B8C9-28142709F87F}" type="slidenum">
              <a:rPr lang="en-US" smtClean="0"/>
              <a:pPr/>
              <a:t>11</a:t>
            </a:fld>
            <a:endParaRPr lang="en-US"/>
          </a:p>
        </p:txBody>
      </p:sp>
    </p:spTree>
    <p:extLst>
      <p:ext uri="{BB962C8B-B14F-4D97-AF65-F5344CB8AC3E}">
        <p14:creationId xmlns:p14="http://schemas.microsoft.com/office/powerpoint/2010/main" val="11238938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_tradnl" dirty="0"/>
          </a:p>
        </p:txBody>
      </p:sp>
      <p:sp>
        <p:nvSpPr>
          <p:cNvPr id="4" name="Marcador de número de diapositiva 3"/>
          <p:cNvSpPr>
            <a:spLocks noGrp="1"/>
          </p:cNvSpPr>
          <p:nvPr>
            <p:ph type="sldNum" sz="quarter" idx="5"/>
          </p:nvPr>
        </p:nvSpPr>
        <p:spPr/>
        <p:txBody>
          <a:bodyPr/>
          <a:lstStyle/>
          <a:p>
            <a:fld id="{CF541D2A-E99A-2F4F-B8C9-28142709F87F}" type="slidenum">
              <a:rPr lang="en-US" smtClean="0"/>
              <a:pPr/>
              <a:t>13</a:t>
            </a:fld>
            <a:endParaRPr lang="en-US"/>
          </a:p>
        </p:txBody>
      </p:sp>
    </p:spTree>
    <p:extLst>
      <p:ext uri="{BB962C8B-B14F-4D97-AF65-F5344CB8AC3E}">
        <p14:creationId xmlns:p14="http://schemas.microsoft.com/office/powerpoint/2010/main" val="247919037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_tradnl" dirty="0"/>
          </a:p>
        </p:txBody>
      </p:sp>
      <p:sp>
        <p:nvSpPr>
          <p:cNvPr id="4" name="Marcador de número de diapositiva 3"/>
          <p:cNvSpPr>
            <a:spLocks noGrp="1"/>
          </p:cNvSpPr>
          <p:nvPr>
            <p:ph type="sldNum" sz="quarter" idx="5"/>
          </p:nvPr>
        </p:nvSpPr>
        <p:spPr/>
        <p:txBody>
          <a:bodyPr/>
          <a:lstStyle/>
          <a:p>
            <a:fld id="{CF541D2A-E99A-2F4F-B8C9-28142709F87F}" type="slidenum">
              <a:rPr lang="en-US" smtClean="0"/>
              <a:pPr/>
              <a:t>14</a:t>
            </a:fld>
            <a:endParaRPr lang="en-US"/>
          </a:p>
        </p:txBody>
      </p:sp>
    </p:spTree>
    <p:extLst>
      <p:ext uri="{BB962C8B-B14F-4D97-AF65-F5344CB8AC3E}">
        <p14:creationId xmlns:p14="http://schemas.microsoft.com/office/powerpoint/2010/main" val="126973604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_tradnl" dirty="0"/>
          </a:p>
        </p:txBody>
      </p:sp>
      <p:sp>
        <p:nvSpPr>
          <p:cNvPr id="4" name="Marcador de número de diapositiva 3"/>
          <p:cNvSpPr>
            <a:spLocks noGrp="1"/>
          </p:cNvSpPr>
          <p:nvPr>
            <p:ph type="sldNum" sz="quarter" idx="5"/>
          </p:nvPr>
        </p:nvSpPr>
        <p:spPr/>
        <p:txBody>
          <a:bodyPr/>
          <a:lstStyle/>
          <a:p>
            <a:fld id="{CF541D2A-E99A-2F4F-B8C9-28142709F87F}" type="slidenum">
              <a:rPr lang="en-US" smtClean="0"/>
              <a:pPr/>
              <a:t>15</a:t>
            </a:fld>
            <a:endParaRPr lang="en-US"/>
          </a:p>
        </p:txBody>
      </p:sp>
    </p:spTree>
    <p:extLst>
      <p:ext uri="{BB962C8B-B14F-4D97-AF65-F5344CB8AC3E}">
        <p14:creationId xmlns:p14="http://schemas.microsoft.com/office/powerpoint/2010/main" val="195366932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_tradnl" dirty="0"/>
          </a:p>
        </p:txBody>
      </p:sp>
      <p:sp>
        <p:nvSpPr>
          <p:cNvPr id="4" name="Marcador de número de diapositiva 3"/>
          <p:cNvSpPr>
            <a:spLocks noGrp="1"/>
          </p:cNvSpPr>
          <p:nvPr>
            <p:ph type="sldNum" sz="quarter" idx="5"/>
          </p:nvPr>
        </p:nvSpPr>
        <p:spPr/>
        <p:txBody>
          <a:bodyPr/>
          <a:lstStyle/>
          <a:p>
            <a:fld id="{CF541D2A-E99A-2F4F-B8C9-28142709F87F}" type="slidenum">
              <a:rPr lang="en-US" smtClean="0"/>
              <a:pPr/>
              <a:t>16</a:t>
            </a:fld>
            <a:endParaRPr lang="en-US"/>
          </a:p>
        </p:txBody>
      </p:sp>
    </p:spTree>
    <p:extLst>
      <p:ext uri="{BB962C8B-B14F-4D97-AF65-F5344CB8AC3E}">
        <p14:creationId xmlns:p14="http://schemas.microsoft.com/office/powerpoint/2010/main" val="174539462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_tradnl" dirty="0"/>
          </a:p>
        </p:txBody>
      </p:sp>
      <p:sp>
        <p:nvSpPr>
          <p:cNvPr id="4" name="Marcador de número de diapositiva 3"/>
          <p:cNvSpPr>
            <a:spLocks noGrp="1"/>
          </p:cNvSpPr>
          <p:nvPr>
            <p:ph type="sldNum" sz="quarter" idx="5"/>
          </p:nvPr>
        </p:nvSpPr>
        <p:spPr/>
        <p:txBody>
          <a:bodyPr/>
          <a:lstStyle/>
          <a:p>
            <a:fld id="{CF541D2A-E99A-2F4F-B8C9-28142709F87F}" type="slidenum">
              <a:rPr lang="en-US" smtClean="0"/>
              <a:pPr/>
              <a:t>18</a:t>
            </a:fld>
            <a:endParaRPr lang="en-US"/>
          </a:p>
        </p:txBody>
      </p:sp>
    </p:spTree>
    <p:extLst>
      <p:ext uri="{BB962C8B-B14F-4D97-AF65-F5344CB8AC3E}">
        <p14:creationId xmlns:p14="http://schemas.microsoft.com/office/powerpoint/2010/main" val="340697146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_tradnl" dirty="0"/>
          </a:p>
        </p:txBody>
      </p:sp>
      <p:sp>
        <p:nvSpPr>
          <p:cNvPr id="4" name="Marcador de número de diapositiva 3"/>
          <p:cNvSpPr>
            <a:spLocks noGrp="1"/>
          </p:cNvSpPr>
          <p:nvPr>
            <p:ph type="sldNum" sz="quarter" idx="5"/>
          </p:nvPr>
        </p:nvSpPr>
        <p:spPr/>
        <p:txBody>
          <a:bodyPr/>
          <a:lstStyle/>
          <a:p>
            <a:fld id="{CF541D2A-E99A-2F4F-B8C9-28142709F87F}" type="slidenum">
              <a:rPr lang="en-US" smtClean="0"/>
              <a:pPr/>
              <a:t>19</a:t>
            </a:fld>
            <a:endParaRPr lang="en-US"/>
          </a:p>
        </p:txBody>
      </p:sp>
    </p:spTree>
    <p:extLst>
      <p:ext uri="{BB962C8B-B14F-4D97-AF65-F5344CB8AC3E}">
        <p14:creationId xmlns:p14="http://schemas.microsoft.com/office/powerpoint/2010/main" val="182997041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_tradnl" dirty="0"/>
          </a:p>
        </p:txBody>
      </p:sp>
      <p:sp>
        <p:nvSpPr>
          <p:cNvPr id="4" name="Marcador de número de diapositiva 3"/>
          <p:cNvSpPr>
            <a:spLocks noGrp="1"/>
          </p:cNvSpPr>
          <p:nvPr>
            <p:ph type="sldNum" sz="quarter" idx="5"/>
          </p:nvPr>
        </p:nvSpPr>
        <p:spPr/>
        <p:txBody>
          <a:bodyPr/>
          <a:lstStyle/>
          <a:p>
            <a:fld id="{CF541D2A-E99A-2F4F-B8C9-28142709F87F}" type="slidenum">
              <a:rPr lang="en-US" smtClean="0"/>
              <a:pPr/>
              <a:t>20</a:t>
            </a:fld>
            <a:endParaRPr lang="en-US"/>
          </a:p>
        </p:txBody>
      </p:sp>
    </p:spTree>
    <p:extLst>
      <p:ext uri="{BB962C8B-B14F-4D97-AF65-F5344CB8AC3E}">
        <p14:creationId xmlns:p14="http://schemas.microsoft.com/office/powerpoint/2010/main" val="144592125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_tradnl" dirty="0"/>
          </a:p>
        </p:txBody>
      </p:sp>
      <p:sp>
        <p:nvSpPr>
          <p:cNvPr id="4" name="Marcador de número de diapositiva 3"/>
          <p:cNvSpPr>
            <a:spLocks noGrp="1"/>
          </p:cNvSpPr>
          <p:nvPr>
            <p:ph type="sldNum" sz="quarter" idx="5"/>
          </p:nvPr>
        </p:nvSpPr>
        <p:spPr/>
        <p:txBody>
          <a:bodyPr/>
          <a:lstStyle/>
          <a:p>
            <a:fld id="{CF541D2A-E99A-2F4F-B8C9-28142709F87F}" type="slidenum">
              <a:rPr lang="en-US" smtClean="0"/>
              <a:pPr/>
              <a:t>21</a:t>
            </a:fld>
            <a:endParaRPr lang="en-US"/>
          </a:p>
        </p:txBody>
      </p:sp>
    </p:spTree>
    <p:extLst>
      <p:ext uri="{BB962C8B-B14F-4D97-AF65-F5344CB8AC3E}">
        <p14:creationId xmlns:p14="http://schemas.microsoft.com/office/powerpoint/2010/main" val="395156054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_tradnl" dirty="0"/>
          </a:p>
        </p:txBody>
      </p:sp>
      <p:sp>
        <p:nvSpPr>
          <p:cNvPr id="4" name="Marcador de número de diapositiva 3"/>
          <p:cNvSpPr>
            <a:spLocks noGrp="1"/>
          </p:cNvSpPr>
          <p:nvPr>
            <p:ph type="sldNum" sz="quarter" idx="5"/>
          </p:nvPr>
        </p:nvSpPr>
        <p:spPr/>
        <p:txBody>
          <a:bodyPr/>
          <a:lstStyle/>
          <a:p>
            <a:fld id="{CF541D2A-E99A-2F4F-B8C9-28142709F87F}" type="slidenum">
              <a:rPr lang="en-US" smtClean="0"/>
              <a:pPr/>
              <a:t>22</a:t>
            </a:fld>
            <a:endParaRPr lang="en-US"/>
          </a:p>
        </p:txBody>
      </p:sp>
    </p:spTree>
    <p:extLst>
      <p:ext uri="{BB962C8B-B14F-4D97-AF65-F5344CB8AC3E}">
        <p14:creationId xmlns:p14="http://schemas.microsoft.com/office/powerpoint/2010/main" val="428028027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_tradnl" dirty="0"/>
          </a:p>
        </p:txBody>
      </p:sp>
      <p:sp>
        <p:nvSpPr>
          <p:cNvPr id="4" name="Marcador de número de diapositiva 3"/>
          <p:cNvSpPr>
            <a:spLocks noGrp="1"/>
          </p:cNvSpPr>
          <p:nvPr>
            <p:ph type="sldNum" sz="quarter" idx="5"/>
          </p:nvPr>
        </p:nvSpPr>
        <p:spPr/>
        <p:txBody>
          <a:bodyPr/>
          <a:lstStyle/>
          <a:p>
            <a:fld id="{CF541D2A-E99A-2F4F-B8C9-28142709F87F}" type="slidenum">
              <a:rPr lang="en-US" smtClean="0"/>
              <a:pPr/>
              <a:t>23</a:t>
            </a:fld>
            <a:endParaRPr lang="en-US"/>
          </a:p>
        </p:txBody>
      </p:sp>
    </p:spTree>
    <p:extLst>
      <p:ext uri="{BB962C8B-B14F-4D97-AF65-F5344CB8AC3E}">
        <p14:creationId xmlns:p14="http://schemas.microsoft.com/office/powerpoint/2010/main" val="2490247803"/>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1.xml"/><Relationship Id="rId5" Type="http://schemas.openxmlformats.org/officeDocument/2006/relationships/image" Target="../media/image4.svg"/><Relationship Id="rId4" Type="http://schemas.openxmlformats.org/officeDocument/2006/relationships/image" Target="../media/image3.png"/></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 Id="rId5" Type="http://schemas.openxmlformats.org/officeDocument/2006/relationships/image" Target="../media/image11.svg"/><Relationship Id="rId4" Type="http://schemas.openxmlformats.org/officeDocument/2006/relationships/image" Target="../media/image10.png"/></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 Id="rId5" Type="http://schemas.openxmlformats.org/officeDocument/2006/relationships/image" Target="../media/image13.svg"/><Relationship Id="rId4" Type="http://schemas.openxmlformats.org/officeDocument/2006/relationships/image" Target="../media/image12.png"/></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jp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jp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0.png"/><Relationship Id="rId1" Type="http://schemas.openxmlformats.org/officeDocument/2006/relationships/slideMaster" Target="../slideMasters/slideMaster1.xml"/><Relationship Id="rId4" Type="http://schemas.openxmlformats.org/officeDocument/2006/relationships/image" Target="../media/image21.png"/></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jpg"/><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jpg"/><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2.jpg"/><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Purple Cover">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839227-1D94-2A38-E77C-5D1E1D0DD3A3}"/>
              </a:ext>
            </a:extLst>
          </p:cNvPr>
          <p:cNvSpPr>
            <a:spLocks noGrp="1" noRot="1" noMove="1" noResize="1" noEditPoints="1" noAdjustHandles="1" noChangeArrowheads="1" noChangeShapeType="1"/>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 Placeholder 17">
            <a:extLst>
              <a:ext uri="{FF2B5EF4-FFF2-40B4-BE49-F238E27FC236}">
                <a16:creationId xmlns:a16="http://schemas.microsoft.com/office/drawing/2014/main" id="{9A07DC58-1A21-92BE-DFA2-CB4F91284969}"/>
              </a:ext>
            </a:extLst>
          </p:cNvPr>
          <p:cNvSpPr>
            <a:spLocks noGrp="1"/>
          </p:cNvSpPr>
          <p:nvPr>
            <p:ph type="body" sz="quarter" idx="10" hasCustomPrompt="1"/>
          </p:nvPr>
        </p:nvSpPr>
        <p:spPr>
          <a:xfrm>
            <a:off x="556901" y="2294526"/>
            <a:ext cx="8313737" cy="1333891"/>
          </a:xfrm>
        </p:spPr>
        <p:txBody>
          <a:bodyPr/>
          <a:lstStyle>
            <a:lvl1pPr marL="0" indent="0">
              <a:lnSpc>
                <a:spcPct val="90000"/>
              </a:lnSpc>
              <a:spcBef>
                <a:spcPts val="0"/>
              </a:spcBef>
              <a:buNone/>
              <a:defRPr sz="4800" b="1">
                <a:solidFill>
                  <a:schemeClr val="bg1"/>
                </a:solidFill>
              </a:defRPr>
            </a:lvl1pPr>
          </a:lstStyle>
          <a:p>
            <a:pPr lvl="0"/>
            <a:r>
              <a:rPr lang="en-US" dirty="0"/>
              <a:t>Headline culpa qui official arum </a:t>
            </a:r>
            <a:r>
              <a:rPr lang="en-US" dirty="0" err="1"/>
              <a:t>quidem</a:t>
            </a:r>
            <a:r>
              <a:rPr lang="en-US" dirty="0"/>
              <a:t> rerum facilis</a:t>
            </a:r>
          </a:p>
        </p:txBody>
      </p:sp>
      <p:sp>
        <p:nvSpPr>
          <p:cNvPr id="19" name="Text Placeholder 17">
            <a:extLst>
              <a:ext uri="{FF2B5EF4-FFF2-40B4-BE49-F238E27FC236}">
                <a16:creationId xmlns:a16="http://schemas.microsoft.com/office/drawing/2014/main" id="{0A31E1B8-B722-2D65-909E-9A914A5A076E}"/>
              </a:ext>
            </a:extLst>
          </p:cNvPr>
          <p:cNvSpPr>
            <a:spLocks noGrp="1"/>
          </p:cNvSpPr>
          <p:nvPr>
            <p:ph type="body" sz="quarter" idx="11" hasCustomPrompt="1"/>
          </p:nvPr>
        </p:nvSpPr>
        <p:spPr>
          <a:xfrm>
            <a:off x="556901" y="3806151"/>
            <a:ext cx="8313737" cy="796180"/>
          </a:xfrm>
        </p:spPr>
        <p:txBody>
          <a:bodyPr/>
          <a:lstStyle>
            <a:lvl1pPr marL="0" indent="0">
              <a:spcBef>
                <a:spcPts val="0"/>
              </a:spcBef>
              <a:buNone/>
              <a:defRPr sz="24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omnis</a:t>
            </a:r>
            <a:r>
              <a:rPr lang="en-US" dirty="0"/>
              <a:t> </a:t>
            </a:r>
            <a:r>
              <a:rPr lang="en-US" dirty="0" err="1"/>
              <a:t>iste</a:t>
            </a:r>
            <a:r>
              <a:rPr lang="en-US" dirty="0"/>
              <a:t> </a:t>
            </a:r>
            <a:r>
              <a:rPr lang="en-US" dirty="0" err="1"/>
              <a:t>natus</a:t>
            </a:r>
            <a:r>
              <a:rPr lang="en-US" dirty="0"/>
              <a:t>.</a:t>
            </a:r>
          </a:p>
        </p:txBody>
      </p:sp>
      <p:sp>
        <p:nvSpPr>
          <p:cNvPr id="20" name="Text Placeholder 17">
            <a:extLst>
              <a:ext uri="{FF2B5EF4-FFF2-40B4-BE49-F238E27FC236}">
                <a16:creationId xmlns:a16="http://schemas.microsoft.com/office/drawing/2014/main" id="{6E9C32C0-6005-3B19-7D13-32AC67121CFE}"/>
              </a:ext>
            </a:extLst>
          </p:cNvPr>
          <p:cNvSpPr>
            <a:spLocks noGrp="1"/>
          </p:cNvSpPr>
          <p:nvPr>
            <p:ph type="body" sz="quarter" idx="12" hasCustomPrompt="1"/>
          </p:nvPr>
        </p:nvSpPr>
        <p:spPr>
          <a:xfrm>
            <a:off x="556902" y="5458457"/>
            <a:ext cx="3229036" cy="464486"/>
          </a:xfrm>
        </p:spPr>
        <p:txBody>
          <a:bodyPr/>
          <a:lstStyle>
            <a:lvl1pPr marL="0" indent="0">
              <a:lnSpc>
                <a:spcPct val="110000"/>
              </a:lnSpc>
              <a:spcBef>
                <a:spcPts val="0"/>
              </a:spcBef>
              <a:spcAft>
                <a:spcPts val="0"/>
              </a:spcAft>
              <a:buNone/>
              <a:defRPr sz="1400" b="0">
                <a:solidFill>
                  <a:schemeClr val="bg1"/>
                </a:solidFill>
              </a:defRPr>
            </a:lvl1pPr>
          </a:lstStyle>
          <a:p>
            <a:pPr lvl="0"/>
            <a:r>
              <a:rPr lang="en-US" dirty="0"/>
              <a:t>First &amp; Last Name</a:t>
            </a:r>
            <a:br>
              <a:rPr lang="en-US" dirty="0"/>
            </a:br>
            <a:r>
              <a:rPr lang="en-US" dirty="0"/>
              <a:t>Job Title</a:t>
            </a:r>
          </a:p>
        </p:txBody>
      </p:sp>
      <p:sp>
        <p:nvSpPr>
          <p:cNvPr id="21" name="Text Placeholder 17">
            <a:extLst>
              <a:ext uri="{FF2B5EF4-FFF2-40B4-BE49-F238E27FC236}">
                <a16:creationId xmlns:a16="http://schemas.microsoft.com/office/drawing/2014/main" id="{48946FB4-67EB-F51C-A1FC-5421BE4D22B9}"/>
              </a:ext>
            </a:extLst>
          </p:cNvPr>
          <p:cNvSpPr>
            <a:spLocks noGrp="1"/>
          </p:cNvSpPr>
          <p:nvPr>
            <p:ph type="body" sz="quarter" idx="13" hasCustomPrompt="1"/>
          </p:nvPr>
        </p:nvSpPr>
        <p:spPr>
          <a:xfrm>
            <a:off x="556901" y="6253018"/>
            <a:ext cx="3229036" cy="227498"/>
          </a:xfrm>
        </p:spPr>
        <p:txBody>
          <a:bodyPr/>
          <a:lstStyle>
            <a:lvl1pPr marL="0" indent="0" algn="l">
              <a:lnSpc>
                <a:spcPct val="110000"/>
              </a:lnSpc>
              <a:spcBef>
                <a:spcPts val="0"/>
              </a:spcBef>
              <a:spcAft>
                <a:spcPts val="0"/>
              </a:spcAft>
              <a:buNone/>
              <a:defRPr sz="1400" b="0">
                <a:solidFill>
                  <a:schemeClr val="bg1"/>
                </a:solidFill>
              </a:defRPr>
            </a:lvl1pPr>
          </a:lstStyle>
          <a:p>
            <a:pPr lvl="0"/>
            <a:r>
              <a:rPr lang="en-US" dirty="0"/>
              <a:t>Month, Year</a:t>
            </a:r>
          </a:p>
        </p:txBody>
      </p:sp>
      <p:pic>
        <p:nvPicPr>
          <p:cNvPr id="2" name="Graphic 1">
            <a:extLst>
              <a:ext uri="{FF2B5EF4-FFF2-40B4-BE49-F238E27FC236}">
                <a16:creationId xmlns:a16="http://schemas.microsoft.com/office/drawing/2014/main" id="{5A8556FD-943F-2CA8-3B15-1C7401E71D1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56901" y="573882"/>
            <a:ext cx="2450374" cy="592930"/>
          </a:xfrm>
          <a:prstGeom prst="rect">
            <a:avLst/>
          </a:prstGeom>
        </p:spPr>
      </p:pic>
      <p:sp>
        <p:nvSpPr>
          <p:cNvPr id="5" name="TextBox 4">
            <a:extLst>
              <a:ext uri="{FF2B5EF4-FFF2-40B4-BE49-F238E27FC236}">
                <a16:creationId xmlns:a16="http://schemas.microsoft.com/office/drawing/2014/main" id="{C6B12A91-8583-2E4C-B1C8-7E1F64EF24C9}"/>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204470983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urple Cover Imag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839227-1D94-2A38-E77C-5D1E1D0DD3A3}"/>
              </a:ext>
            </a:extLst>
          </p:cNvPr>
          <p:cNvSpPr>
            <a:spLocks noGrp="1" noRot="1" noMove="1" noResize="1" noEditPoints="1" noAdjustHandles="1" noChangeArrowheads="1" noChangeShapeType="1"/>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Graphic 12">
            <a:extLst>
              <a:ext uri="{FF2B5EF4-FFF2-40B4-BE49-F238E27FC236}">
                <a16:creationId xmlns:a16="http://schemas.microsoft.com/office/drawing/2014/main" id="{E308F59C-932F-DFB8-2AAA-2B651473632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56901" y="573882"/>
            <a:ext cx="2450374" cy="592930"/>
          </a:xfrm>
          <a:prstGeom prst="rect">
            <a:avLst/>
          </a:prstGeom>
        </p:spPr>
      </p:pic>
      <p:sp>
        <p:nvSpPr>
          <p:cNvPr id="18" name="Text Placeholder 17">
            <a:extLst>
              <a:ext uri="{FF2B5EF4-FFF2-40B4-BE49-F238E27FC236}">
                <a16:creationId xmlns:a16="http://schemas.microsoft.com/office/drawing/2014/main" id="{9A07DC58-1A21-92BE-DFA2-CB4F91284969}"/>
              </a:ext>
            </a:extLst>
          </p:cNvPr>
          <p:cNvSpPr>
            <a:spLocks noGrp="1"/>
          </p:cNvSpPr>
          <p:nvPr>
            <p:ph type="body" sz="quarter" idx="10" hasCustomPrompt="1"/>
          </p:nvPr>
        </p:nvSpPr>
        <p:spPr>
          <a:xfrm>
            <a:off x="556902" y="2249757"/>
            <a:ext cx="5427132" cy="1748877"/>
          </a:xfrm>
        </p:spPr>
        <p:txBody>
          <a:bodyPr/>
          <a:lstStyle>
            <a:lvl1pPr marL="0" indent="0">
              <a:lnSpc>
                <a:spcPct val="90000"/>
              </a:lnSpc>
              <a:spcBef>
                <a:spcPts val="0"/>
              </a:spcBef>
              <a:buNone/>
              <a:defRPr sz="4200" b="1">
                <a:solidFill>
                  <a:schemeClr val="bg1"/>
                </a:solidFill>
              </a:defRPr>
            </a:lvl1pPr>
          </a:lstStyle>
          <a:p>
            <a:pPr lvl="0"/>
            <a:r>
              <a:rPr lang="en-US" dirty="0"/>
              <a:t>Headline culpa qui official arum </a:t>
            </a:r>
            <a:r>
              <a:rPr lang="en-US" dirty="0" err="1"/>
              <a:t>quidem</a:t>
            </a:r>
            <a:r>
              <a:rPr lang="en-US" dirty="0"/>
              <a:t> rerum facilis</a:t>
            </a:r>
          </a:p>
        </p:txBody>
      </p:sp>
      <p:sp>
        <p:nvSpPr>
          <p:cNvPr id="19" name="Text Placeholder 17">
            <a:extLst>
              <a:ext uri="{FF2B5EF4-FFF2-40B4-BE49-F238E27FC236}">
                <a16:creationId xmlns:a16="http://schemas.microsoft.com/office/drawing/2014/main" id="{0A31E1B8-B722-2D65-909E-9A914A5A076E}"/>
              </a:ext>
            </a:extLst>
          </p:cNvPr>
          <p:cNvSpPr>
            <a:spLocks noGrp="1"/>
          </p:cNvSpPr>
          <p:nvPr>
            <p:ph type="body" sz="quarter" idx="11" hasCustomPrompt="1"/>
          </p:nvPr>
        </p:nvSpPr>
        <p:spPr>
          <a:xfrm>
            <a:off x="556902" y="4116116"/>
            <a:ext cx="5427132" cy="663515"/>
          </a:xfrm>
        </p:spPr>
        <p:txBody>
          <a:bodyPr/>
          <a:lstStyle>
            <a:lvl1pPr marL="0" indent="0">
              <a:spcBef>
                <a:spcPts val="0"/>
              </a:spcBef>
              <a:buNone/>
              <a:defRPr sz="20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20" name="Text Placeholder 17">
            <a:extLst>
              <a:ext uri="{FF2B5EF4-FFF2-40B4-BE49-F238E27FC236}">
                <a16:creationId xmlns:a16="http://schemas.microsoft.com/office/drawing/2014/main" id="{6E9C32C0-6005-3B19-7D13-32AC67121CFE}"/>
              </a:ext>
            </a:extLst>
          </p:cNvPr>
          <p:cNvSpPr>
            <a:spLocks noGrp="1"/>
          </p:cNvSpPr>
          <p:nvPr>
            <p:ph type="body" sz="quarter" idx="12" hasCustomPrompt="1"/>
          </p:nvPr>
        </p:nvSpPr>
        <p:spPr>
          <a:xfrm>
            <a:off x="556902" y="5609784"/>
            <a:ext cx="3032274" cy="398058"/>
          </a:xfrm>
        </p:spPr>
        <p:txBody>
          <a:bodyPr/>
          <a:lstStyle>
            <a:lvl1pPr marL="0" indent="0">
              <a:lnSpc>
                <a:spcPct val="110000"/>
              </a:lnSpc>
              <a:spcBef>
                <a:spcPts val="0"/>
              </a:spcBef>
              <a:spcAft>
                <a:spcPts val="0"/>
              </a:spcAft>
              <a:buNone/>
              <a:defRPr sz="1200" b="0">
                <a:solidFill>
                  <a:schemeClr val="bg1"/>
                </a:solidFill>
              </a:defRPr>
            </a:lvl1pPr>
          </a:lstStyle>
          <a:p>
            <a:pPr lvl="0"/>
            <a:r>
              <a:rPr lang="en-US" dirty="0"/>
              <a:t>First &amp; Last Name</a:t>
            </a:r>
            <a:br>
              <a:rPr lang="en-US" dirty="0"/>
            </a:br>
            <a:r>
              <a:rPr lang="en-US" dirty="0"/>
              <a:t>Job Title</a:t>
            </a:r>
          </a:p>
        </p:txBody>
      </p:sp>
      <p:sp>
        <p:nvSpPr>
          <p:cNvPr id="21" name="Text Placeholder 17">
            <a:extLst>
              <a:ext uri="{FF2B5EF4-FFF2-40B4-BE49-F238E27FC236}">
                <a16:creationId xmlns:a16="http://schemas.microsoft.com/office/drawing/2014/main" id="{48946FB4-67EB-F51C-A1FC-5421BE4D22B9}"/>
              </a:ext>
            </a:extLst>
          </p:cNvPr>
          <p:cNvSpPr>
            <a:spLocks noGrp="1"/>
          </p:cNvSpPr>
          <p:nvPr>
            <p:ph type="body" sz="quarter" idx="13" hasCustomPrompt="1"/>
          </p:nvPr>
        </p:nvSpPr>
        <p:spPr>
          <a:xfrm>
            <a:off x="556902" y="6230769"/>
            <a:ext cx="2228873" cy="194925"/>
          </a:xfrm>
        </p:spPr>
        <p:txBody>
          <a:bodyPr/>
          <a:lstStyle>
            <a:lvl1pPr marL="0" indent="0" algn="l">
              <a:lnSpc>
                <a:spcPct val="110000"/>
              </a:lnSpc>
              <a:spcBef>
                <a:spcPts val="0"/>
              </a:spcBef>
              <a:spcAft>
                <a:spcPts val="0"/>
              </a:spcAft>
              <a:buNone/>
              <a:defRPr sz="1200" b="0">
                <a:solidFill>
                  <a:schemeClr val="bg1"/>
                </a:solidFill>
              </a:defRPr>
            </a:lvl1pPr>
          </a:lstStyle>
          <a:p>
            <a:pPr lvl="0"/>
            <a:r>
              <a:rPr lang="en-US" dirty="0"/>
              <a:t>Month, Year</a:t>
            </a:r>
          </a:p>
        </p:txBody>
      </p:sp>
      <p:sp>
        <p:nvSpPr>
          <p:cNvPr id="12" name="Picture Placeholder 11">
            <a:extLst>
              <a:ext uri="{FF2B5EF4-FFF2-40B4-BE49-F238E27FC236}">
                <a16:creationId xmlns:a16="http://schemas.microsoft.com/office/drawing/2014/main" id="{8ED3A513-644B-6B1D-40F3-221E3E565B2F}"/>
              </a:ext>
            </a:extLst>
          </p:cNvPr>
          <p:cNvSpPr>
            <a:spLocks noGrp="1"/>
          </p:cNvSpPr>
          <p:nvPr>
            <p:ph type="pic" sz="quarter" idx="14" hasCustomPrompt="1"/>
          </p:nvPr>
        </p:nvSpPr>
        <p:spPr>
          <a:xfrm>
            <a:off x="6690226" y="573882"/>
            <a:ext cx="5501774" cy="5710237"/>
          </a:xfrm>
          <a:custGeom>
            <a:avLst/>
            <a:gdLst>
              <a:gd name="connsiteX0" fmla="*/ 0 w 5501774"/>
              <a:gd name="connsiteY0" fmla="*/ 0 h 5710237"/>
              <a:gd name="connsiteX1" fmla="*/ 2675908 w 5501774"/>
              <a:gd name="connsiteY1" fmla="*/ 0 h 5710237"/>
              <a:gd name="connsiteX2" fmla="*/ 2675908 w 5501774"/>
              <a:gd name="connsiteY2" fmla="*/ 1 h 5710237"/>
              <a:gd name="connsiteX3" fmla="*/ 5501774 w 5501774"/>
              <a:gd name="connsiteY3" fmla="*/ 1 h 5710237"/>
              <a:gd name="connsiteX4" fmla="*/ 5501774 w 5501774"/>
              <a:gd name="connsiteY4" fmla="*/ 1513523 h 5710237"/>
              <a:gd name="connsiteX5" fmla="*/ 2675908 w 5501774"/>
              <a:gd name="connsiteY5" fmla="*/ 1513523 h 5710237"/>
              <a:gd name="connsiteX6" fmla="*/ 2675908 w 5501774"/>
              <a:gd name="connsiteY6" fmla="*/ 2093595 h 5710237"/>
              <a:gd name="connsiteX7" fmla="*/ 4971924 w 5501774"/>
              <a:gd name="connsiteY7" fmla="*/ 2093595 h 5710237"/>
              <a:gd name="connsiteX8" fmla="*/ 4971924 w 5501774"/>
              <a:gd name="connsiteY8" fmla="*/ 3607117 h 5710237"/>
              <a:gd name="connsiteX9" fmla="*/ 2675908 w 5501774"/>
              <a:gd name="connsiteY9" fmla="*/ 3607117 h 5710237"/>
              <a:gd name="connsiteX10" fmla="*/ 2675908 w 5501774"/>
              <a:gd name="connsiteY10" fmla="*/ 4196715 h 5710237"/>
              <a:gd name="connsiteX11" fmla="*/ 5501774 w 5501774"/>
              <a:gd name="connsiteY11" fmla="*/ 4196715 h 5710237"/>
              <a:gd name="connsiteX12" fmla="*/ 5501774 w 5501774"/>
              <a:gd name="connsiteY12" fmla="*/ 5710237 h 5710237"/>
              <a:gd name="connsiteX13" fmla="*/ 2675908 w 5501774"/>
              <a:gd name="connsiteY13" fmla="*/ 5710237 h 5710237"/>
              <a:gd name="connsiteX14" fmla="*/ 1951722 w 5501774"/>
              <a:gd name="connsiteY14" fmla="*/ 5710237 h 5710237"/>
              <a:gd name="connsiteX15" fmla="*/ 0 w 5501774"/>
              <a:gd name="connsiteY15" fmla="*/ 5710237 h 5710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501774" h="5710237">
                <a:moveTo>
                  <a:pt x="0" y="0"/>
                </a:moveTo>
                <a:lnTo>
                  <a:pt x="2675908" y="0"/>
                </a:lnTo>
                <a:lnTo>
                  <a:pt x="2675908" y="1"/>
                </a:lnTo>
                <a:lnTo>
                  <a:pt x="5501774" y="1"/>
                </a:lnTo>
                <a:lnTo>
                  <a:pt x="5501774" y="1513523"/>
                </a:lnTo>
                <a:lnTo>
                  <a:pt x="2675908" y="1513523"/>
                </a:lnTo>
                <a:lnTo>
                  <a:pt x="2675908" y="2093595"/>
                </a:lnTo>
                <a:lnTo>
                  <a:pt x="4971924" y="2093595"/>
                </a:lnTo>
                <a:lnTo>
                  <a:pt x="4971924" y="3607117"/>
                </a:lnTo>
                <a:lnTo>
                  <a:pt x="2675908" y="3607117"/>
                </a:lnTo>
                <a:lnTo>
                  <a:pt x="2675908" y="4196715"/>
                </a:lnTo>
                <a:lnTo>
                  <a:pt x="5501774" y="4196715"/>
                </a:lnTo>
                <a:lnTo>
                  <a:pt x="5501774" y="5710237"/>
                </a:lnTo>
                <a:lnTo>
                  <a:pt x="2675908" y="5710237"/>
                </a:lnTo>
                <a:lnTo>
                  <a:pt x="1951722" y="5710237"/>
                </a:lnTo>
                <a:lnTo>
                  <a:pt x="0" y="5710237"/>
                </a:lnTo>
                <a:close/>
              </a:path>
            </a:pathLst>
          </a:custGeom>
        </p:spPr>
        <p:txBody>
          <a:bodyPr wrap="square" anchor="ctr" anchorCtr="0">
            <a:noAutofit/>
          </a:bodyPr>
          <a:lstStyle>
            <a:lvl1pPr marL="0" indent="0" algn="ctr">
              <a:buNone/>
              <a:defRPr/>
            </a:lvl1pPr>
          </a:lstStyle>
          <a:p>
            <a:r>
              <a:rPr lang="en-US" dirty="0"/>
              <a:t>[Click to insert image]</a:t>
            </a:r>
          </a:p>
        </p:txBody>
      </p:sp>
      <p:sp>
        <p:nvSpPr>
          <p:cNvPr id="2" name="TextBox 1">
            <a:extLst>
              <a:ext uri="{FF2B5EF4-FFF2-40B4-BE49-F238E27FC236}">
                <a16:creationId xmlns:a16="http://schemas.microsoft.com/office/drawing/2014/main" id="{8F1688B8-4AFA-00EF-A18F-CE0BE044452E}"/>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bg1"/>
                </a:solidFill>
              </a:rPr>
              <a:t>©2026 Ellucian. Confidential and Proprietary</a:t>
            </a:r>
          </a:p>
        </p:txBody>
      </p:sp>
    </p:spTree>
    <p:extLst>
      <p:ext uri="{BB962C8B-B14F-4D97-AF65-F5344CB8AC3E}">
        <p14:creationId xmlns:p14="http://schemas.microsoft.com/office/powerpoint/2010/main" val="15456439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Green Cover Imag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839227-1D94-2A38-E77C-5D1E1D0DD3A3}"/>
              </a:ext>
            </a:extLst>
          </p:cNvPr>
          <p:cNvSpPr>
            <a:spLocks noGrp="1" noRot="1" noMove="1" noResize="1" noEditPoints="1" noAdjustHandles="1" noChangeArrowheads="1" noChangeShapeType="1"/>
          </p:cNvSpPr>
          <p:nvPr/>
        </p:nvSpPr>
        <p:spPr>
          <a:xfrm>
            <a:off x="0" y="0"/>
            <a:ext cx="12192000"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Graphic 12">
            <a:extLst>
              <a:ext uri="{FF2B5EF4-FFF2-40B4-BE49-F238E27FC236}">
                <a16:creationId xmlns:a16="http://schemas.microsoft.com/office/drawing/2014/main" id="{E308F59C-932F-DFB8-2AAA-2B651473632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56901" y="573882"/>
            <a:ext cx="2450374" cy="592930"/>
          </a:xfrm>
          <a:prstGeom prst="rect">
            <a:avLst/>
          </a:prstGeom>
        </p:spPr>
      </p:pic>
      <p:sp>
        <p:nvSpPr>
          <p:cNvPr id="18" name="Text Placeholder 17">
            <a:extLst>
              <a:ext uri="{FF2B5EF4-FFF2-40B4-BE49-F238E27FC236}">
                <a16:creationId xmlns:a16="http://schemas.microsoft.com/office/drawing/2014/main" id="{9A07DC58-1A21-92BE-DFA2-CB4F91284969}"/>
              </a:ext>
            </a:extLst>
          </p:cNvPr>
          <p:cNvSpPr>
            <a:spLocks noGrp="1"/>
          </p:cNvSpPr>
          <p:nvPr>
            <p:ph type="body" sz="quarter" idx="10" hasCustomPrompt="1"/>
          </p:nvPr>
        </p:nvSpPr>
        <p:spPr>
          <a:xfrm>
            <a:off x="556902" y="2249757"/>
            <a:ext cx="5427132" cy="1748877"/>
          </a:xfrm>
        </p:spPr>
        <p:txBody>
          <a:bodyPr/>
          <a:lstStyle>
            <a:lvl1pPr marL="0" indent="0">
              <a:lnSpc>
                <a:spcPct val="90000"/>
              </a:lnSpc>
              <a:spcBef>
                <a:spcPts val="0"/>
              </a:spcBef>
              <a:buNone/>
              <a:defRPr sz="4200" b="1">
                <a:solidFill>
                  <a:schemeClr val="tx1"/>
                </a:solidFill>
              </a:defRPr>
            </a:lvl1pPr>
          </a:lstStyle>
          <a:p>
            <a:pPr lvl="0"/>
            <a:r>
              <a:rPr lang="en-US" dirty="0"/>
              <a:t>Headline culpa qui official arum </a:t>
            </a:r>
            <a:r>
              <a:rPr lang="en-US" dirty="0" err="1"/>
              <a:t>quidem</a:t>
            </a:r>
            <a:r>
              <a:rPr lang="en-US" dirty="0"/>
              <a:t> rerum facilis</a:t>
            </a:r>
          </a:p>
        </p:txBody>
      </p:sp>
      <p:sp>
        <p:nvSpPr>
          <p:cNvPr id="19" name="Text Placeholder 17">
            <a:extLst>
              <a:ext uri="{FF2B5EF4-FFF2-40B4-BE49-F238E27FC236}">
                <a16:creationId xmlns:a16="http://schemas.microsoft.com/office/drawing/2014/main" id="{0A31E1B8-B722-2D65-909E-9A914A5A076E}"/>
              </a:ext>
            </a:extLst>
          </p:cNvPr>
          <p:cNvSpPr>
            <a:spLocks noGrp="1"/>
          </p:cNvSpPr>
          <p:nvPr>
            <p:ph type="body" sz="quarter" idx="11" hasCustomPrompt="1"/>
          </p:nvPr>
        </p:nvSpPr>
        <p:spPr>
          <a:xfrm>
            <a:off x="556902" y="4116116"/>
            <a:ext cx="5427132" cy="663515"/>
          </a:xfrm>
        </p:spPr>
        <p:txBody>
          <a:bodyPr/>
          <a:lstStyle>
            <a:lvl1pPr marL="0" indent="0">
              <a:spcBef>
                <a:spcPts val="0"/>
              </a:spcBef>
              <a:buNone/>
              <a:defRPr sz="20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20" name="Text Placeholder 17">
            <a:extLst>
              <a:ext uri="{FF2B5EF4-FFF2-40B4-BE49-F238E27FC236}">
                <a16:creationId xmlns:a16="http://schemas.microsoft.com/office/drawing/2014/main" id="{6E9C32C0-6005-3B19-7D13-32AC67121CFE}"/>
              </a:ext>
            </a:extLst>
          </p:cNvPr>
          <p:cNvSpPr>
            <a:spLocks noGrp="1"/>
          </p:cNvSpPr>
          <p:nvPr>
            <p:ph type="body" sz="quarter" idx="12" hasCustomPrompt="1"/>
          </p:nvPr>
        </p:nvSpPr>
        <p:spPr>
          <a:xfrm>
            <a:off x="556902" y="5609784"/>
            <a:ext cx="3032274" cy="398058"/>
          </a:xfrm>
        </p:spPr>
        <p:txBody>
          <a:bodyPr/>
          <a:lstStyle>
            <a:lvl1pPr marL="0" indent="0">
              <a:lnSpc>
                <a:spcPct val="110000"/>
              </a:lnSpc>
              <a:spcBef>
                <a:spcPts val="0"/>
              </a:spcBef>
              <a:spcAft>
                <a:spcPts val="0"/>
              </a:spcAft>
              <a:buNone/>
              <a:defRPr sz="1200" b="0">
                <a:solidFill>
                  <a:schemeClr val="tx1"/>
                </a:solidFill>
              </a:defRPr>
            </a:lvl1pPr>
          </a:lstStyle>
          <a:p>
            <a:pPr lvl="0"/>
            <a:r>
              <a:rPr lang="en-US" dirty="0"/>
              <a:t>First &amp; Last Name</a:t>
            </a:r>
            <a:br>
              <a:rPr lang="en-US" dirty="0"/>
            </a:br>
            <a:r>
              <a:rPr lang="en-US" dirty="0"/>
              <a:t>Job Title</a:t>
            </a:r>
          </a:p>
        </p:txBody>
      </p:sp>
      <p:sp>
        <p:nvSpPr>
          <p:cNvPr id="21" name="Text Placeholder 17">
            <a:extLst>
              <a:ext uri="{FF2B5EF4-FFF2-40B4-BE49-F238E27FC236}">
                <a16:creationId xmlns:a16="http://schemas.microsoft.com/office/drawing/2014/main" id="{48946FB4-67EB-F51C-A1FC-5421BE4D22B9}"/>
              </a:ext>
            </a:extLst>
          </p:cNvPr>
          <p:cNvSpPr>
            <a:spLocks noGrp="1"/>
          </p:cNvSpPr>
          <p:nvPr>
            <p:ph type="body" sz="quarter" idx="13" hasCustomPrompt="1"/>
          </p:nvPr>
        </p:nvSpPr>
        <p:spPr>
          <a:xfrm>
            <a:off x="556902" y="6230769"/>
            <a:ext cx="2228873" cy="194925"/>
          </a:xfrm>
        </p:spPr>
        <p:txBody>
          <a:bodyPr/>
          <a:lstStyle>
            <a:lvl1pPr marL="0" indent="0" algn="l">
              <a:lnSpc>
                <a:spcPct val="110000"/>
              </a:lnSpc>
              <a:spcBef>
                <a:spcPts val="0"/>
              </a:spcBef>
              <a:spcAft>
                <a:spcPts val="0"/>
              </a:spcAft>
              <a:buNone/>
              <a:defRPr sz="1200" b="0">
                <a:solidFill>
                  <a:schemeClr val="tx1"/>
                </a:solidFill>
              </a:defRPr>
            </a:lvl1pPr>
          </a:lstStyle>
          <a:p>
            <a:pPr lvl="0"/>
            <a:r>
              <a:rPr lang="en-US" dirty="0"/>
              <a:t>Month, Year</a:t>
            </a:r>
          </a:p>
        </p:txBody>
      </p:sp>
      <p:sp>
        <p:nvSpPr>
          <p:cNvPr id="12" name="Picture Placeholder 11">
            <a:extLst>
              <a:ext uri="{FF2B5EF4-FFF2-40B4-BE49-F238E27FC236}">
                <a16:creationId xmlns:a16="http://schemas.microsoft.com/office/drawing/2014/main" id="{8ED3A513-644B-6B1D-40F3-221E3E565B2F}"/>
              </a:ext>
            </a:extLst>
          </p:cNvPr>
          <p:cNvSpPr>
            <a:spLocks noGrp="1"/>
          </p:cNvSpPr>
          <p:nvPr>
            <p:ph type="pic" sz="quarter" idx="14" hasCustomPrompt="1"/>
          </p:nvPr>
        </p:nvSpPr>
        <p:spPr>
          <a:xfrm>
            <a:off x="6690226" y="573882"/>
            <a:ext cx="5501774" cy="5710237"/>
          </a:xfrm>
          <a:custGeom>
            <a:avLst/>
            <a:gdLst>
              <a:gd name="connsiteX0" fmla="*/ 0 w 5501774"/>
              <a:gd name="connsiteY0" fmla="*/ 0 h 5710237"/>
              <a:gd name="connsiteX1" fmla="*/ 2675908 w 5501774"/>
              <a:gd name="connsiteY1" fmla="*/ 0 h 5710237"/>
              <a:gd name="connsiteX2" fmla="*/ 2675908 w 5501774"/>
              <a:gd name="connsiteY2" fmla="*/ 1 h 5710237"/>
              <a:gd name="connsiteX3" fmla="*/ 5501774 w 5501774"/>
              <a:gd name="connsiteY3" fmla="*/ 1 h 5710237"/>
              <a:gd name="connsiteX4" fmla="*/ 5501774 w 5501774"/>
              <a:gd name="connsiteY4" fmla="*/ 1513523 h 5710237"/>
              <a:gd name="connsiteX5" fmla="*/ 2675908 w 5501774"/>
              <a:gd name="connsiteY5" fmla="*/ 1513523 h 5710237"/>
              <a:gd name="connsiteX6" fmla="*/ 2675908 w 5501774"/>
              <a:gd name="connsiteY6" fmla="*/ 2093595 h 5710237"/>
              <a:gd name="connsiteX7" fmla="*/ 4971924 w 5501774"/>
              <a:gd name="connsiteY7" fmla="*/ 2093595 h 5710237"/>
              <a:gd name="connsiteX8" fmla="*/ 4971924 w 5501774"/>
              <a:gd name="connsiteY8" fmla="*/ 3607117 h 5710237"/>
              <a:gd name="connsiteX9" fmla="*/ 2675908 w 5501774"/>
              <a:gd name="connsiteY9" fmla="*/ 3607117 h 5710237"/>
              <a:gd name="connsiteX10" fmla="*/ 2675908 w 5501774"/>
              <a:gd name="connsiteY10" fmla="*/ 4196715 h 5710237"/>
              <a:gd name="connsiteX11" fmla="*/ 5501774 w 5501774"/>
              <a:gd name="connsiteY11" fmla="*/ 4196715 h 5710237"/>
              <a:gd name="connsiteX12" fmla="*/ 5501774 w 5501774"/>
              <a:gd name="connsiteY12" fmla="*/ 5710237 h 5710237"/>
              <a:gd name="connsiteX13" fmla="*/ 2675908 w 5501774"/>
              <a:gd name="connsiteY13" fmla="*/ 5710237 h 5710237"/>
              <a:gd name="connsiteX14" fmla="*/ 1951722 w 5501774"/>
              <a:gd name="connsiteY14" fmla="*/ 5710237 h 5710237"/>
              <a:gd name="connsiteX15" fmla="*/ 0 w 5501774"/>
              <a:gd name="connsiteY15" fmla="*/ 5710237 h 5710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501774" h="5710237">
                <a:moveTo>
                  <a:pt x="0" y="0"/>
                </a:moveTo>
                <a:lnTo>
                  <a:pt x="2675908" y="0"/>
                </a:lnTo>
                <a:lnTo>
                  <a:pt x="2675908" y="1"/>
                </a:lnTo>
                <a:lnTo>
                  <a:pt x="5501774" y="1"/>
                </a:lnTo>
                <a:lnTo>
                  <a:pt x="5501774" y="1513523"/>
                </a:lnTo>
                <a:lnTo>
                  <a:pt x="2675908" y="1513523"/>
                </a:lnTo>
                <a:lnTo>
                  <a:pt x="2675908" y="2093595"/>
                </a:lnTo>
                <a:lnTo>
                  <a:pt x="4971924" y="2093595"/>
                </a:lnTo>
                <a:lnTo>
                  <a:pt x="4971924" y="3607117"/>
                </a:lnTo>
                <a:lnTo>
                  <a:pt x="2675908" y="3607117"/>
                </a:lnTo>
                <a:lnTo>
                  <a:pt x="2675908" y="4196715"/>
                </a:lnTo>
                <a:lnTo>
                  <a:pt x="5501774" y="4196715"/>
                </a:lnTo>
                <a:lnTo>
                  <a:pt x="5501774" y="5710237"/>
                </a:lnTo>
                <a:lnTo>
                  <a:pt x="2675908" y="5710237"/>
                </a:lnTo>
                <a:lnTo>
                  <a:pt x="1951722" y="5710237"/>
                </a:lnTo>
                <a:lnTo>
                  <a:pt x="0" y="5710237"/>
                </a:lnTo>
                <a:close/>
              </a:path>
            </a:pathLst>
          </a:custGeom>
        </p:spPr>
        <p:txBody>
          <a:bodyPr wrap="square" anchor="ctr" anchorCtr="0">
            <a:noAutofit/>
          </a:bodyPr>
          <a:lstStyle>
            <a:lvl1pPr marL="0" indent="0" algn="ctr">
              <a:buNone/>
              <a:defRPr/>
            </a:lvl1pPr>
          </a:lstStyle>
          <a:p>
            <a:r>
              <a:rPr lang="en-US" dirty="0"/>
              <a:t>[Click to insert image]</a:t>
            </a:r>
          </a:p>
        </p:txBody>
      </p:sp>
      <p:sp>
        <p:nvSpPr>
          <p:cNvPr id="4" name="TextBox 3">
            <a:extLst>
              <a:ext uri="{FF2B5EF4-FFF2-40B4-BE49-F238E27FC236}">
                <a16:creationId xmlns:a16="http://schemas.microsoft.com/office/drawing/2014/main" id="{D2E118B2-5580-3101-C2BB-4FB39252D744}"/>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368524093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ark Purple Cover">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839227-1D94-2A38-E77C-5D1E1D0DD3A3}"/>
              </a:ext>
            </a:extLst>
          </p:cNvPr>
          <p:cNvSpPr>
            <a:spLocks noGrp="1" noRot="1" noMove="1" noResize="1" noEditPoints="1" noAdjustHandles="1" noChangeArrowheads="1" noChangeShapeType="1"/>
          </p:cNvSpPr>
          <p:nvPr/>
        </p:nvSpPr>
        <p:spPr>
          <a:xfrm>
            <a:off x="0" y="0"/>
            <a:ext cx="12192000"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0A86818C-B6FC-21B3-0821-EE3D8DAE5AE3}"/>
              </a:ext>
            </a:extLst>
          </p:cNvPr>
          <p:cNvSpPr>
            <a:spLocks noGrp="1"/>
          </p:cNvSpPr>
          <p:nvPr>
            <p:ph type="body" sz="quarter" idx="10" hasCustomPrompt="1"/>
          </p:nvPr>
        </p:nvSpPr>
        <p:spPr>
          <a:xfrm>
            <a:off x="556901" y="2294526"/>
            <a:ext cx="8313737" cy="1333891"/>
          </a:xfrm>
        </p:spPr>
        <p:txBody>
          <a:bodyPr/>
          <a:lstStyle>
            <a:lvl1pPr marL="0" indent="0">
              <a:lnSpc>
                <a:spcPct val="90000"/>
              </a:lnSpc>
              <a:spcBef>
                <a:spcPts val="0"/>
              </a:spcBef>
              <a:buNone/>
              <a:defRPr sz="4800" b="1">
                <a:solidFill>
                  <a:schemeClr val="bg1"/>
                </a:solidFill>
              </a:defRPr>
            </a:lvl1pPr>
          </a:lstStyle>
          <a:p>
            <a:pPr lvl="0"/>
            <a:r>
              <a:rPr lang="en-US" dirty="0"/>
              <a:t>Headline culpa qui official arum </a:t>
            </a:r>
            <a:r>
              <a:rPr lang="en-US" dirty="0" err="1"/>
              <a:t>quidem</a:t>
            </a:r>
            <a:r>
              <a:rPr lang="en-US" dirty="0"/>
              <a:t> rerum facilis</a:t>
            </a:r>
          </a:p>
        </p:txBody>
      </p:sp>
      <p:sp>
        <p:nvSpPr>
          <p:cNvPr id="6" name="Text Placeholder 17">
            <a:extLst>
              <a:ext uri="{FF2B5EF4-FFF2-40B4-BE49-F238E27FC236}">
                <a16:creationId xmlns:a16="http://schemas.microsoft.com/office/drawing/2014/main" id="{2BC038CA-3E14-5783-3761-76D8A4C63EC0}"/>
              </a:ext>
            </a:extLst>
          </p:cNvPr>
          <p:cNvSpPr>
            <a:spLocks noGrp="1"/>
          </p:cNvSpPr>
          <p:nvPr>
            <p:ph type="body" sz="quarter" idx="11" hasCustomPrompt="1"/>
          </p:nvPr>
        </p:nvSpPr>
        <p:spPr>
          <a:xfrm>
            <a:off x="556901" y="3806151"/>
            <a:ext cx="8313737" cy="796180"/>
          </a:xfrm>
        </p:spPr>
        <p:txBody>
          <a:bodyPr/>
          <a:lstStyle>
            <a:lvl1pPr marL="0" indent="0">
              <a:spcBef>
                <a:spcPts val="0"/>
              </a:spcBef>
              <a:buNone/>
              <a:defRPr sz="24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omnis</a:t>
            </a:r>
            <a:r>
              <a:rPr lang="en-US" dirty="0"/>
              <a:t> </a:t>
            </a:r>
            <a:r>
              <a:rPr lang="en-US" dirty="0" err="1"/>
              <a:t>iste</a:t>
            </a:r>
            <a:r>
              <a:rPr lang="en-US" dirty="0"/>
              <a:t> </a:t>
            </a:r>
            <a:r>
              <a:rPr lang="en-US" dirty="0" err="1"/>
              <a:t>natus</a:t>
            </a:r>
            <a:r>
              <a:rPr lang="en-US" dirty="0"/>
              <a:t>.</a:t>
            </a:r>
          </a:p>
        </p:txBody>
      </p:sp>
      <p:pic>
        <p:nvPicPr>
          <p:cNvPr id="10" name="Graphic 9">
            <a:extLst>
              <a:ext uri="{FF2B5EF4-FFF2-40B4-BE49-F238E27FC236}">
                <a16:creationId xmlns:a16="http://schemas.microsoft.com/office/drawing/2014/main" id="{A9D3FE11-F167-1622-761B-F4BFADB0B0E4}"/>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56901" y="573882"/>
            <a:ext cx="2450374" cy="592930"/>
          </a:xfrm>
          <a:prstGeom prst="rect">
            <a:avLst/>
          </a:prstGeom>
        </p:spPr>
      </p:pic>
      <p:sp>
        <p:nvSpPr>
          <p:cNvPr id="2" name="Text Placeholder 17">
            <a:extLst>
              <a:ext uri="{FF2B5EF4-FFF2-40B4-BE49-F238E27FC236}">
                <a16:creationId xmlns:a16="http://schemas.microsoft.com/office/drawing/2014/main" id="{EBAA974E-55D6-2A02-03A4-AAB7F36BF1B1}"/>
              </a:ext>
            </a:extLst>
          </p:cNvPr>
          <p:cNvSpPr>
            <a:spLocks noGrp="1"/>
          </p:cNvSpPr>
          <p:nvPr>
            <p:ph type="body" sz="quarter" idx="12" hasCustomPrompt="1"/>
          </p:nvPr>
        </p:nvSpPr>
        <p:spPr>
          <a:xfrm>
            <a:off x="556902" y="5458457"/>
            <a:ext cx="3229036" cy="464486"/>
          </a:xfrm>
        </p:spPr>
        <p:txBody>
          <a:bodyPr/>
          <a:lstStyle>
            <a:lvl1pPr marL="0" indent="0">
              <a:lnSpc>
                <a:spcPct val="110000"/>
              </a:lnSpc>
              <a:spcBef>
                <a:spcPts val="0"/>
              </a:spcBef>
              <a:spcAft>
                <a:spcPts val="0"/>
              </a:spcAft>
              <a:buNone/>
              <a:defRPr sz="1400" b="0">
                <a:solidFill>
                  <a:schemeClr val="bg1"/>
                </a:solidFill>
              </a:defRPr>
            </a:lvl1pPr>
          </a:lstStyle>
          <a:p>
            <a:pPr lvl="0"/>
            <a:r>
              <a:rPr lang="en-US" dirty="0"/>
              <a:t>First &amp; Last Name</a:t>
            </a:r>
            <a:br>
              <a:rPr lang="en-US" dirty="0"/>
            </a:br>
            <a:r>
              <a:rPr lang="en-US" dirty="0"/>
              <a:t>Job Title</a:t>
            </a:r>
          </a:p>
        </p:txBody>
      </p:sp>
      <p:sp>
        <p:nvSpPr>
          <p:cNvPr id="4" name="Text Placeholder 17">
            <a:extLst>
              <a:ext uri="{FF2B5EF4-FFF2-40B4-BE49-F238E27FC236}">
                <a16:creationId xmlns:a16="http://schemas.microsoft.com/office/drawing/2014/main" id="{69C30255-143C-EB1C-95B6-9319F7AB9F7D}"/>
              </a:ext>
            </a:extLst>
          </p:cNvPr>
          <p:cNvSpPr>
            <a:spLocks noGrp="1"/>
          </p:cNvSpPr>
          <p:nvPr>
            <p:ph type="body" sz="quarter" idx="13" hasCustomPrompt="1"/>
          </p:nvPr>
        </p:nvSpPr>
        <p:spPr>
          <a:xfrm>
            <a:off x="556901" y="6253018"/>
            <a:ext cx="3229036" cy="227498"/>
          </a:xfrm>
        </p:spPr>
        <p:txBody>
          <a:bodyPr/>
          <a:lstStyle>
            <a:lvl1pPr marL="0" indent="0" algn="l">
              <a:lnSpc>
                <a:spcPct val="110000"/>
              </a:lnSpc>
              <a:spcBef>
                <a:spcPts val="0"/>
              </a:spcBef>
              <a:spcAft>
                <a:spcPts val="0"/>
              </a:spcAft>
              <a:buNone/>
              <a:defRPr sz="1400" b="0">
                <a:solidFill>
                  <a:schemeClr val="bg1"/>
                </a:solidFill>
              </a:defRPr>
            </a:lvl1pPr>
          </a:lstStyle>
          <a:p>
            <a:pPr lvl="0"/>
            <a:r>
              <a:rPr lang="en-US" dirty="0"/>
              <a:t>Month, Year</a:t>
            </a:r>
          </a:p>
        </p:txBody>
      </p:sp>
      <p:sp>
        <p:nvSpPr>
          <p:cNvPr id="7" name="TextBox 6">
            <a:extLst>
              <a:ext uri="{FF2B5EF4-FFF2-40B4-BE49-F238E27FC236}">
                <a16:creationId xmlns:a16="http://schemas.microsoft.com/office/drawing/2014/main" id="{67E32664-E882-9D71-52FE-71612364F8CE}"/>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166655644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Warm Gray Cover">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839227-1D94-2A38-E77C-5D1E1D0DD3A3}"/>
              </a:ext>
            </a:extLst>
          </p:cNvPr>
          <p:cNvSpPr>
            <a:spLocks/>
          </p:cNvSpPr>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 Placeholder 17">
            <a:extLst>
              <a:ext uri="{FF2B5EF4-FFF2-40B4-BE49-F238E27FC236}">
                <a16:creationId xmlns:a16="http://schemas.microsoft.com/office/drawing/2014/main" id="{A2941D41-B5B7-CCE1-1B2C-89AAD5DACBE0}"/>
              </a:ext>
            </a:extLst>
          </p:cNvPr>
          <p:cNvSpPr>
            <a:spLocks noGrp="1"/>
          </p:cNvSpPr>
          <p:nvPr>
            <p:ph type="body" sz="quarter" idx="10" hasCustomPrompt="1"/>
          </p:nvPr>
        </p:nvSpPr>
        <p:spPr>
          <a:xfrm>
            <a:off x="556901" y="2294526"/>
            <a:ext cx="8313737" cy="1333891"/>
          </a:xfrm>
        </p:spPr>
        <p:txBody>
          <a:bodyPr/>
          <a:lstStyle>
            <a:lvl1pPr marL="0" indent="0">
              <a:lnSpc>
                <a:spcPct val="90000"/>
              </a:lnSpc>
              <a:spcBef>
                <a:spcPts val="0"/>
              </a:spcBef>
              <a:buNone/>
              <a:defRPr sz="4800" b="1">
                <a:solidFill>
                  <a:schemeClr val="tx1"/>
                </a:solidFill>
              </a:defRPr>
            </a:lvl1pPr>
          </a:lstStyle>
          <a:p>
            <a:pPr lvl="0"/>
            <a:r>
              <a:rPr lang="en-US" dirty="0"/>
              <a:t>Headline culpa qui official arum </a:t>
            </a:r>
            <a:r>
              <a:rPr lang="en-US" dirty="0" err="1"/>
              <a:t>quidem</a:t>
            </a:r>
            <a:r>
              <a:rPr lang="en-US" dirty="0"/>
              <a:t> rerum facilis</a:t>
            </a:r>
          </a:p>
        </p:txBody>
      </p:sp>
      <p:sp>
        <p:nvSpPr>
          <p:cNvPr id="7" name="Text Placeholder 17">
            <a:extLst>
              <a:ext uri="{FF2B5EF4-FFF2-40B4-BE49-F238E27FC236}">
                <a16:creationId xmlns:a16="http://schemas.microsoft.com/office/drawing/2014/main" id="{6600B585-62A4-8333-3077-9DD14A781807}"/>
              </a:ext>
            </a:extLst>
          </p:cNvPr>
          <p:cNvSpPr>
            <a:spLocks noGrp="1"/>
          </p:cNvSpPr>
          <p:nvPr>
            <p:ph type="body" sz="quarter" idx="11" hasCustomPrompt="1"/>
          </p:nvPr>
        </p:nvSpPr>
        <p:spPr>
          <a:xfrm>
            <a:off x="556901" y="3806151"/>
            <a:ext cx="8313737" cy="796180"/>
          </a:xfrm>
        </p:spPr>
        <p:txBody>
          <a:bodyPr/>
          <a:lstStyle>
            <a:lvl1pPr marL="0" indent="0">
              <a:spcBef>
                <a:spcPts val="0"/>
              </a:spcBef>
              <a:buNone/>
              <a:defRPr sz="24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omnis</a:t>
            </a:r>
            <a:r>
              <a:rPr lang="en-US" dirty="0"/>
              <a:t> </a:t>
            </a:r>
            <a:r>
              <a:rPr lang="en-US" dirty="0" err="1"/>
              <a:t>iste</a:t>
            </a:r>
            <a:r>
              <a:rPr lang="en-US" dirty="0"/>
              <a:t> </a:t>
            </a:r>
            <a:r>
              <a:rPr lang="en-US" dirty="0" err="1"/>
              <a:t>natus</a:t>
            </a:r>
            <a:r>
              <a:rPr lang="en-US" dirty="0"/>
              <a:t>.</a:t>
            </a:r>
          </a:p>
        </p:txBody>
      </p:sp>
      <p:pic>
        <p:nvPicPr>
          <p:cNvPr id="11" name="Graphic 10">
            <a:extLst>
              <a:ext uri="{FF2B5EF4-FFF2-40B4-BE49-F238E27FC236}">
                <a16:creationId xmlns:a16="http://schemas.microsoft.com/office/drawing/2014/main" id="{21C3DEEA-3CCE-EBD2-6CE3-835C44C810EC}"/>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56901" y="573882"/>
            <a:ext cx="2450374" cy="592930"/>
          </a:xfrm>
          <a:prstGeom prst="rect">
            <a:avLst/>
          </a:prstGeom>
        </p:spPr>
      </p:pic>
      <p:sp>
        <p:nvSpPr>
          <p:cNvPr id="2" name="Text Placeholder 17">
            <a:extLst>
              <a:ext uri="{FF2B5EF4-FFF2-40B4-BE49-F238E27FC236}">
                <a16:creationId xmlns:a16="http://schemas.microsoft.com/office/drawing/2014/main" id="{74440542-6D19-B6BD-7831-2A113C1E6A79}"/>
              </a:ext>
            </a:extLst>
          </p:cNvPr>
          <p:cNvSpPr>
            <a:spLocks noGrp="1"/>
          </p:cNvSpPr>
          <p:nvPr>
            <p:ph type="body" sz="quarter" idx="12" hasCustomPrompt="1"/>
          </p:nvPr>
        </p:nvSpPr>
        <p:spPr>
          <a:xfrm>
            <a:off x="556902" y="5458457"/>
            <a:ext cx="3229036" cy="464486"/>
          </a:xfrm>
        </p:spPr>
        <p:txBody>
          <a:bodyPr/>
          <a:lstStyle>
            <a:lvl1pPr marL="0" indent="0">
              <a:lnSpc>
                <a:spcPct val="110000"/>
              </a:lnSpc>
              <a:spcBef>
                <a:spcPts val="0"/>
              </a:spcBef>
              <a:spcAft>
                <a:spcPts val="0"/>
              </a:spcAft>
              <a:buNone/>
              <a:defRPr sz="1400" b="0">
                <a:solidFill>
                  <a:schemeClr val="tx1"/>
                </a:solidFill>
              </a:defRPr>
            </a:lvl1pPr>
          </a:lstStyle>
          <a:p>
            <a:pPr lvl="0"/>
            <a:r>
              <a:rPr lang="en-US" dirty="0"/>
              <a:t>First &amp; Last Name</a:t>
            </a:r>
            <a:br>
              <a:rPr lang="en-US" dirty="0"/>
            </a:br>
            <a:r>
              <a:rPr lang="en-US" dirty="0"/>
              <a:t>Job Title</a:t>
            </a:r>
          </a:p>
        </p:txBody>
      </p:sp>
      <p:sp>
        <p:nvSpPr>
          <p:cNvPr id="4" name="Text Placeholder 17">
            <a:extLst>
              <a:ext uri="{FF2B5EF4-FFF2-40B4-BE49-F238E27FC236}">
                <a16:creationId xmlns:a16="http://schemas.microsoft.com/office/drawing/2014/main" id="{30B08173-A7BE-6F86-6CDE-43EC9BEEB3CB}"/>
              </a:ext>
            </a:extLst>
          </p:cNvPr>
          <p:cNvSpPr>
            <a:spLocks noGrp="1"/>
          </p:cNvSpPr>
          <p:nvPr>
            <p:ph type="body" sz="quarter" idx="13" hasCustomPrompt="1"/>
          </p:nvPr>
        </p:nvSpPr>
        <p:spPr>
          <a:xfrm>
            <a:off x="556901" y="6253018"/>
            <a:ext cx="3229036" cy="227498"/>
          </a:xfrm>
        </p:spPr>
        <p:txBody>
          <a:bodyPr/>
          <a:lstStyle>
            <a:lvl1pPr marL="0" indent="0" algn="l">
              <a:lnSpc>
                <a:spcPct val="110000"/>
              </a:lnSpc>
              <a:spcBef>
                <a:spcPts val="0"/>
              </a:spcBef>
              <a:spcAft>
                <a:spcPts val="0"/>
              </a:spcAft>
              <a:buNone/>
              <a:defRPr sz="1400" b="0">
                <a:solidFill>
                  <a:schemeClr val="tx1"/>
                </a:solidFill>
              </a:defRPr>
            </a:lvl1pPr>
          </a:lstStyle>
          <a:p>
            <a:pPr lvl="0"/>
            <a:r>
              <a:rPr lang="en-US" dirty="0"/>
              <a:t>Month, Year</a:t>
            </a:r>
          </a:p>
        </p:txBody>
      </p:sp>
      <p:sp>
        <p:nvSpPr>
          <p:cNvPr id="8" name="TextBox 7">
            <a:extLst>
              <a:ext uri="{FF2B5EF4-FFF2-40B4-BE49-F238E27FC236}">
                <a16:creationId xmlns:a16="http://schemas.microsoft.com/office/drawing/2014/main" id="{AC9D9DE1-FE9F-14AE-4A3F-F4173038006F}"/>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237057545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C2C Cover">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FB2127B1-FA67-CE8D-CD90-41309DF1AC6C}"/>
              </a:ext>
            </a:extLst>
          </p:cNvPr>
          <p:cNvSpPr/>
          <p:nvPr/>
        </p:nvSpPr>
        <p:spPr>
          <a:xfrm>
            <a:off x="0" y="6282612"/>
            <a:ext cx="1418253" cy="57538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a:extLst>
              <a:ext uri="{FF2B5EF4-FFF2-40B4-BE49-F238E27FC236}">
                <a16:creationId xmlns:a16="http://schemas.microsoft.com/office/drawing/2014/main" id="{FF108B6B-C056-2E89-CB24-74221272E2EC}"/>
              </a:ext>
            </a:extLst>
          </p:cNvPr>
          <p:cNvSpPr/>
          <p:nvPr/>
        </p:nvSpPr>
        <p:spPr>
          <a:xfrm>
            <a:off x="0" y="6502400"/>
            <a:ext cx="12192000" cy="3556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46737573-4583-0401-B46C-004DF090DAB6}"/>
              </a:ext>
            </a:extLst>
          </p:cNvPr>
          <p:cNvSpPr/>
          <p:nvPr/>
        </p:nvSpPr>
        <p:spPr>
          <a:xfrm>
            <a:off x="0" y="0"/>
            <a:ext cx="12192000" cy="3556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 Placeholder 17">
            <a:extLst>
              <a:ext uri="{FF2B5EF4-FFF2-40B4-BE49-F238E27FC236}">
                <a16:creationId xmlns:a16="http://schemas.microsoft.com/office/drawing/2014/main" id="{52C18FF9-32C7-751D-36F8-EF5124DF2BE2}"/>
              </a:ext>
            </a:extLst>
          </p:cNvPr>
          <p:cNvSpPr>
            <a:spLocks noGrp="1"/>
          </p:cNvSpPr>
          <p:nvPr>
            <p:ph type="body" sz="quarter" idx="10" hasCustomPrompt="1"/>
          </p:nvPr>
        </p:nvSpPr>
        <p:spPr>
          <a:xfrm>
            <a:off x="556901" y="2294526"/>
            <a:ext cx="8313737" cy="1333891"/>
          </a:xfrm>
        </p:spPr>
        <p:txBody>
          <a:bodyPr/>
          <a:lstStyle>
            <a:lvl1pPr marL="0" indent="0">
              <a:lnSpc>
                <a:spcPct val="90000"/>
              </a:lnSpc>
              <a:spcBef>
                <a:spcPts val="0"/>
              </a:spcBef>
              <a:buNone/>
              <a:defRPr sz="4800" b="1">
                <a:solidFill>
                  <a:schemeClr val="accent1"/>
                </a:solidFill>
              </a:defRPr>
            </a:lvl1pPr>
          </a:lstStyle>
          <a:p>
            <a:pPr lvl="0"/>
            <a:r>
              <a:rPr lang="en-US" dirty="0"/>
              <a:t>Headline culpa qui official arum </a:t>
            </a:r>
            <a:r>
              <a:rPr lang="en-US" dirty="0" err="1"/>
              <a:t>quidem</a:t>
            </a:r>
            <a:r>
              <a:rPr lang="en-US" dirty="0"/>
              <a:t> rerum facilis</a:t>
            </a:r>
          </a:p>
        </p:txBody>
      </p:sp>
      <p:sp>
        <p:nvSpPr>
          <p:cNvPr id="23" name="Text Placeholder 17">
            <a:extLst>
              <a:ext uri="{FF2B5EF4-FFF2-40B4-BE49-F238E27FC236}">
                <a16:creationId xmlns:a16="http://schemas.microsoft.com/office/drawing/2014/main" id="{D8DE661F-53B2-6E8E-9238-FE6484215B1A}"/>
              </a:ext>
            </a:extLst>
          </p:cNvPr>
          <p:cNvSpPr>
            <a:spLocks noGrp="1"/>
          </p:cNvSpPr>
          <p:nvPr>
            <p:ph type="body" sz="quarter" idx="11" hasCustomPrompt="1"/>
          </p:nvPr>
        </p:nvSpPr>
        <p:spPr>
          <a:xfrm>
            <a:off x="556901" y="3806151"/>
            <a:ext cx="8313737" cy="796180"/>
          </a:xfrm>
        </p:spPr>
        <p:txBody>
          <a:bodyPr/>
          <a:lstStyle>
            <a:lvl1pPr marL="0" indent="0">
              <a:spcBef>
                <a:spcPts val="0"/>
              </a:spcBef>
              <a:buNone/>
              <a:defRPr sz="24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omnis</a:t>
            </a:r>
            <a:r>
              <a:rPr lang="en-US" dirty="0"/>
              <a:t> </a:t>
            </a:r>
            <a:r>
              <a:rPr lang="en-US" dirty="0" err="1"/>
              <a:t>iste</a:t>
            </a:r>
            <a:r>
              <a:rPr lang="en-US" dirty="0"/>
              <a:t> </a:t>
            </a:r>
            <a:r>
              <a:rPr lang="en-US" dirty="0" err="1"/>
              <a:t>natus</a:t>
            </a:r>
            <a:r>
              <a:rPr lang="en-US" dirty="0"/>
              <a:t>.</a:t>
            </a:r>
          </a:p>
        </p:txBody>
      </p:sp>
      <p:pic>
        <p:nvPicPr>
          <p:cNvPr id="26" name="Graphic 25">
            <a:extLst>
              <a:ext uri="{FF2B5EF4-FFF2-40B4-BE49-F238E27FC236}">
                <a16:creationId xmlns:a16="http://schemas.microsoft.com/office/drawing/2014/main" id="{2590016B-4462-F023-25AF-B00C92853254}"/>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56901" y="573882"/>
            <a:ext cx="2450374" cy="592930"/>
          </a:xfrm>
          <a:prstGeom prst="rect">
            <a:avLst/>
          </a:prstGeom>
        </p:spPr>
      </p:pic>
      <p:sp>
        <p:nvSpPr>
          <p:cNvPr id="5" name="Text Placeholder 17">
            <a:extLst>
              <a:ext uri="{FF2B5EF4-FFF2-40B4-BE49-F238E27FC236}">
                <a16:creationId xmlns:a16="http://schemas.microsoft.com/office/drawing/2014/main" id="{7C710057-3FB3-19E3-5D75-F018F116AE47}"/>
              </a:ext>
            </a:extLst>
          </p:cNvPr>
          <p:cNvSpPr>
            <a:spLocks noGrp="1"/>
          </p:cNvSpPr>
          <p:nvPr>
            <p:ph type="body" sz="quarter" idx="12" hasCustomPrompt="1"/>
          </p:nvPr>
        </p:nvSpPr>
        <p:spPr>
          <a:xfrm>
            <a:off x="556902" y="5260553"/>
            <a:ext cx="3229036" cy="464486"/>
          </a:xfrm>
        </p:spPr>
        <p:txBody>
          <a:bodyPr/>
          <a:lstStyle>
            <a:lvl1pPr marL="0" indent="0">
              <a:lnSpc>
                <a:spcPct val="110000"/>
              </a:lnSpc>
              <a:spcBef>
                <a:spcPts val="0"/>
              </a:spcBef>
              <a:spcAft>
                <a:spcPts val="0"/>
              </a:spcAft>
              <a:buNone/>
              <a:defRPr sz="1400" b="0">
                <a:solidFill>
                  <a:schemeClr val="tx1"/>
                </a:solidFill>
              </a:defRPr>
            </a:lvl1pPr>
          </a:lstStyle>
          <a:p>
            <a:pPr lvl="0"/>
            <a:r>
              <a:rPr lang="en-US" dirty="0"/>
              <a:t>First &amp; Last Name</a:t>
            </a:r>
            <a:br>
              <a:rPr lang="en-US" dirty="0"/>
            </a:br>
            <a:r>
              <a:rPr lang="en-US" dirty="0"/>
              <a:t>Job Title</a:t>
            </a:r>
          </a:p>
        </p:txBody>
      </p:sp>
      <p:sp>
        <p:nvSpPr>
          <p:cNvPr id="6" name="Text Placeholder 17">
            <a:extLst>
              <a:ext uri="{FF2B5EF4-FFF2-40B4-BE49-F238E27FC236}">
                <a16:creationId xmlns:a16="http://schemas.microsoft.com/office/drawing/2014/main" id="{C41EE674-4BC9-86D6-67E5-FF509240DDED}"/>
              </a:ext>
            </a:extLst>
          </p:cNvPr>
          <p:cNvSpPr>
            <a:spLocks noGrp="1"/>
          </p:cNvSpPr>
          <p:nvPr>
            <p:ph type="body" sz="quarter" idx="13" hasCustomPrompt="1"/>
          </p:nvPr>
        </p:nvSpPr>
        <p:spPr>
          <a:xfrm>
            <a:off x="556901" y="6055114"/>
            <a:ext cx="3229036" cy="227498"/>
          </a:xfrm>
        </p:spPr>
        <p:txBody>
          <a:bodyPr/>
          <a:lstStyle>
            <a:lvl1pPr marL="0" indent="0" algn="l">
              <a:lnSpc>
                <a:spcPct val="110000"/>
              </a:lnSpc>
              <a:spcBef>
                <a:spcPts val="0"/>
              </a:spcBef>
              <a:spcAft>
                <a:spcPts val="0"/>
              </a:spcAft>
              <a:buNone/>
              <a:defRPr sz="1400" b="0">
                <a:solidFill>
                  <a:schemeClr val="tx1"/>
                </a:solidFill>
              </a:defRPr>
            </a:lvl1pPr>
          </a:lstStyle>
          <a:p>
            <a:pPr lvl="0"/>
            <a:r>
              <a:rPr lang="en-US" dirty="0"/>
              <a:t>Month, Year</a:t>
            </a:r>
          </a:p>
        </p:txBody>
      </p:sp>
      <p:sp>
        <p:nvSpPr>
          <p:cNvPr id="7" name="TextBox 6">
            <a:extLst>
              <a:ext uri="{FF2B5EF4-FFF2-40B4-BE49-F238E27FC236}">
                <a16:creationId xmlns:a16="http://schemas.microsoft.com/office/drawing/2014/main" id="{AE8FAC4F-619C-5E6B-F2B0-D001F5A51111}"/>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5962769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C2C Cover Image">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FB2127B1-FA67-CE8D-CD90-41309DF1AC6C}"/>
              </a:ext>
            </a:extLst>
          </p:cNvPr>
          <p:cNvSpPr/>
          <p:nvPr/>
        </p:nvSpPr>
        <p:spPr>
          <a:xfrm>
            <a:off x="0" y="6282612"/>
            <a:ext cx="1418253" cy="57538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a:extLst>
              <a:ext uri="{FF2B5EF4-FFF2-40B4-BE49-F238E27FC236}">
                <a16:creationId xmlns:a16="http://schemas.microsoft.com/office/drawing/2014/main" id="{FF108B6B-C056-2E89-CB24-74221272E2EC}"/>
              </a:ext>
            </a:extLst>
          </p:cNvPr>
          <p:cNvSpPr/>
          <p:nvPr/>
        </p:nvSpPr>
        <p:spPr>
          <a:xfrm>
            <a:off x="0" y="6502400"/>
            <a:ext cx="12192000" cy="3556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46737573-4583-0401-B46C-004DF090DAB6}"/>
              </a:ext>
            </a:extLst>
          </p:cNvPr>
          <p:cNvSpPr/>
          <p:nvPr/>
        </p:nvSpPr>
        <p:spPr>
          <a:xfrm>
            <a:off x="0" y="0"/>
            <a:ext cx="12192000" cy="3556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Graphic 2">
            <a:extLst>
              <a:ext uri="{FF2B5EF4-FFF2-40B4-BE49-F238E27FC236}">
                <a16:creationId xmlns:a16="http://schemas.microsoft.com/office/drawing/2014/main" id="{FBB43B24-12DD-1DD6-963C-7ADA857CCDC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56901" y="573882"/>
            <a:ext cx="2450374" cy="592930"/>
          </a:xfrm>
          <a:prstGeom prst="rect">
            <a:avLst/>
          </a:prstGeom>
        </p:spPr>
      </p:pic>
      <p:sp>
        <p:nvSpPr>
          <p:cNvPr id="5" name="Text Placeholder 17">
            <a:extLst>
              <a:ext uri="{FF2B5EF4-FFF2-40B4-BE49-F238E27FC236}">
                <a16:creationId xmlns:a16="http://schemas.microsoft.com/office/drawing/2014/main" id="{A39E11EF-D17E-E6F4-B66D-C68ABBCCF813}"/>
              </a:ext>
            </a:extLst>
          </p:cNvPr>
          <p:cNvSpPr>
            <a:spLocks noGrp="1"/>
          </p:cNvSpPr>
          <p:nvPr>
            <p:ph type="body" sz="quarter" idx="10" hasCustomPrompt="1"/>
          </p:nvPr>
        </p:nvSpPr>
        <p:spPr>
          <a:xfrm>
            <a:off x="556902" y="2249757"/>
            <a:ext cx="5427132" cy="1748877"/>
          </a:xfrm>
        </p:spPr>
        <p:txBody>
          <a:bodyPr/>
          <a:lstStyle>
            <a:lvl1pPr marL="0" indent="0">
              <a:lnSpc>
                <a:spcPct val="90000"/>
              </a:lnSpc>
              <a:spcBef>
                <a:spcPts val="0"/>
              </a:spcBef>
              <a:buNone/>
              <a:defRPr sz="4200" b="1">
                <a:solidFill>
                  <a:schemeClr val="tx1"/>
                </a:solidFill>
              </a:defRPr>
            </a:lvl1pPr>
          </a:lstStyle>
          <a:p>
            <a:pPr lvl="0"/>
            <a:r>
              <a:rPr lang="en-US" dirty="0"/>
              <a:t>Headline culpa qui official arum </a:t>
            </a:r>
            <a:r>
              <a:rPr lang="en-US" dirty="0" err="1"/>
              <a:t>quidem</a:t>
            </a:r>
            <a:r>
              <a:rPr lang="en-US" dirty="0"/>
              <a:t> rerum facilis</a:t>
            </a:r>
          </a:p>
        </p:txBody>
      </p:sp>
      <p:sp>
        <p:nvSpPr>
          <p:cNvPr id="6" name="Text Placeholder 17">
            <a:extLst>
              <a:ext uri="{FF2B5EF4-FFF2-40B4-BE49-F238E27FC236}">
                <a16:creationId xmlns:a16="http://schemas.microsoft.com/office/drawing/2014/main" id="{64D279B7-3D21-DC76-5BCE-6A2D109B8EDB}"/>
              </a:ext>
            </a:extLst>
          </p:cNvPr>
          <p:cNvSpPr>
            <a:spLocks noGrp="1"/>
          </p:cNvSpPr>
          <p:nvPr>
            <p:ph type="body" sz="quarter" idx="11" hasCustomPrompt="1"/>
          </p:nvPr>
        </p:nvSpPr>
        <p:spPr>
          <a:xfrm>
            <a:off x="556902" y="4116116"/>
            <a:ext cx="5427132" cy="663515"/>
          </a:xfrm>
        </p:spPr>
        <p:txBody>
          <a:bodyPr/>
          <a:lstStyle>
            <a:lvl1pPr marL="0" indent="0">
              <a:spcBef>
                <a:spcPts val="0"/>
              </a:spcBef>
              <a:buNone/>
              <a:defRPr sz="20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13" name="Picture Placeholder 12">
            <a:extLst>
              <a:ext uri="{FF2B5EF4-FFF2-40B4-BE49-F238E27FC236}">
                <a16:creationId xmlns:a16="http://schemas.microsoft.com/office/drawing/2014/main" id="{04B738B6-E606-753D-F43C-ADBDF91B7E2D}"/>
              </a:ext>
            </a:extLst>
          </p:cNvPr>
          <p:cNvSpPr>
            <a:spLocks noGrp="1"/>
          </p:cNvSpPr>
          <p:nvPr>
            <p:ph type="pic" sz="quarter" idx="16" hasCustomPrompt="1"/>
          </p:nvPr>
        </p:nvSpPr>
        <p:spPr>
          <a:xfrm>
            <a:off x="6689725" y="355598"/>
            <a:ext cx="5502275" cy="6146801"/>
          </a:xfrm>
          <a:custGeom>
            <a:avLst/>
            <a:gdLst>
              <a:gd name="connsiteX0" fmla="*/ 0 w 5502275"/>
              <a:gd name="connsiteY0" fmla="*/ 0 h 6135556"/>
              <a:gd name="connsiteX1" fmla="*/ 5502275 w 5502275"/>
              <a:gd name="connsiteY1" fmla="*/ 0 h 6135556"/>
              <a:gd name="connsiteX2" fmla="*/ 5502275 w 5502275"/>
              <a:gd name="connsiteY2" fmla="*/ 218283 h 6135556"/>
              <a:gd name="connsiteX3" fmla="*/ 5502275 w 5502275"/>
              <a:gd name="connsiteY3" fmla="*/ 1268413 h 6135556"/>
              <a:gd name="connsiteX4" fmla="*/ 5502275 w 5502275"/>
              <a:gd name="connsiteY4" fmla="*/ 1731805 h 6135556"/>
              <a:gd name="connsiteX5" fmla="*/ 2676409 w 5502275"/>
              <a:gd name="connsiteY5" fmla="*/ 1731805 h 6135556"/>
              <a:gd name="connsiteX6" fmla="*/ 2676409 w 5502275"/>
              <a:gd name="connsiteY6" fmla="*/ 2311877 h 6135556"/>
              <a:gd name="connsiteX7" fmla="*/ 4972425 w 5502275"/>
              <a:gd name="connsiteY7" fmla="*/ 2311877 h 6135556"/>
              <a:gd name="connsiteX8" fmla="*/ 4972425 w 5502275"/>
              <a:gd name="connsiteY8" fmla="*/ 3825399 h 6135556"/>
              <a:gd name="connsiteX9" fmla="*/ 2676409 w 5502275"/>
              <a:gd name="connsiteY9" fmla="*/ 3825399 h 6135556"/>
              <a:gd name="connsiteX10" fmla="*/ 2676409 w 5502275"/>
              <a:gd name="connsiteY10" fmla="*/ 4414997 h 6135556"/>
              <a:gd name="connsiteX11" fmla="*/ 5502275 w 5502275"/>
              <a:gd name="connsiteY11" fmla="*/ 4414997 h 6135556"/>
              <a:gd name="connsiteX12" fmla="*/ 5502275 w 5502275"/>
              <a:gd name="connsiteY12" fmla="*/ 4867143 h 6135556"/>
              <a:gd name="connsiteX13" fmla="*/ 5502275 w 5502275"/>
              <a:gd name="connsiteY13" fmla="*/ 5928519 h 6135556"/>
              <a:gd name="connsiteX14" fmla="*/ 5502275 w 5502275"/>
              <a:gd name="connsiteY14" fmla="*/ 6135556 h 6135556"/>
              <a:gd name="connsiteX15" fmla="*/ 0 w 5502275"/>
              <a:gd name="connsiteY15" fmla="*/ 6135556 h 6135556"/>
              <a:gd name="connsiteX16" fmla="*/ 0 w 5502275"/>
              <a:gd name="connsiteY16" fmla="*/ 4867143 h 6135556"/>
              <a:gd name="connsiteX17" fmla="*/ 501 w 5502275"/>
              <a:gd name="connsiteY17" fmla="*/ 4867143 h 6135556"/>
              <a:gd name="connsiteX18" fmla="*/ 501 w 5502275"/>
              <a:gd name="connsiteY18" fmla="*/ 1268413 h 6135556"/>
              <a:gd name="connsiteX19" fmla="*/ 0 w 5502275"/>
              <a:gd name="connsiteY19" fmla="*/ 1268413 h 6135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5502275" h="6135556">
                <a:moveTo>
                  <a:pt x="0" y="0"/>
                </a:moveTo>
                <a:lnTo>
                  <a:pt x="5502275" y="0"/>
                </a:lnTo>
                <a:lnTo>
                  <a:pt x="5502275" y="218283"/>
                </a:lnTo>
                <a:lnTo>
                  <a:pt x="5502275" y="1268413"/>
                </a:lnTo>
                <a:lnTo>
                  <a:pt x="5502275" y="1731805"/>
                </a:lnTo>
                <a:lnTo>
                  <a:pt x="2676409" y="1731805"/>
                </a:lnTo>
                <a:lnTo>
                  <a:pt x="2676409" y="2311877"/>
                </a:lnTo>
                <a:lnTo>
                  <a:pt x="4972425" y="2311877"/>
                </a:lnTo>
                <a:lnTo>
                  <a:pt x="4972425" y="3825399"/>
                </a:lnTo>
                <a:lnTo>
                  <a:pt x="2676409" y="3825399"/>
                </a:lnTo>
                <a:lnTo>
                  <a:pt x="2676409" y="4414997"/>
                </a:lnTo>
                <a:lnTo>
                  <a:pt x="5502275" y="4414997"/>
                </a:lnTo>
                <a:lnTo>
                  <a:pt x="5502275" y="4867143"/>
                </a:lnTo>
                <a:lnTo>
                  <a:pt x="5502275" y="5928519"/>
                </a:lnTo>
                <a:lnTo>
                  <a:pt x="5502275" y="6135556"/>
                </a:lnTo>
                <a:lnTo>
                  <a:pt x="0" y="6135556"/>
                </a:lnTo>
                <a:lnTo>
                  <a:pt x="0" y="4867143"/>
                </a:lnTo>
                <a:lnTo>
                  <a:pt x="501" y="4867143"/>
                </a:lnTo>
                <a:lnTo>
                  <a:pt x="501" y="1268413"/>
                </a:lnTo>
                <a:lnTo>
                  <a:pt x="0" y="1268413"/>
                </a:lnTo>
                <a:close/>
              </a:path>
            </a:pathLst>
          </a:custGeom>
        </p:spPr>
        <p:txBody>
          <a:bodyPr wrap="square" anchor="ctr" anchorCtr="0">
            <a:noAutofit/>
          </a:bodyPr>
          <a:lstStyle>
            <a:lvl1pPr marL="0" indent="0" algn="ctr">
              <a:buNone/>
              <a:defRPr/>
            </a:lvl1pPr>
          </a:lstStyle>
          <a:p>
            <a:r>
              <a:rPr lang="en-US" dirty="0"/>
              <a:t>[Click to insert image]</a:t>
            </a:r>
          </a:p>
        </p:txBody>
      </p:sp>
      <p:sp>
        <p:nvSpPr>
          <p:cNvPr id="10" name="Text Placeholder 17">
            <a:extLst>
              <a:ext uri="{FF2B5EF4-FFF2-40B4-BE49-F238E27FC236}">
                <a16:creationId xmlns:a16="http://schemas.microsoft.com/office/drawing/2014/main" id="{1E88AEE2-3A55-B667-5D40-BB6299F48205}"/>
              </a:ext>
            </a:extLst>
          </p:cNvPr>
          <p:cNvSpPr>
            <a:spLocks noGrp="1"/>
          </p:cNvSpPr>
          <p:nvPr>
            <p:ph type="body" sz="quarter" idx="12" hasCustomPrompt="1"/>
          </p:nvPr>
        </p:nvSpPr>
        <p:spPr>
          <a:xfrm>
            <a:off x="556902" y="5260553"/>
            <a:ext cx="3229036" cy="464486"/>
          </a:xfrm>
        </p:spPr>
        <p:txBody>
          <a:bodyPr/>
          <a:lstStyle>
            <a:lvl1pPr marL="0" indent="0">
              <a:lnSpc>
                <a:spcPct val="110000"/>
              </a:lnSpc>
              <a:spcBef>
                <a:spcPts val="0"/>
              </a:spcBef>
              <a:spcAft>
                <a:spcPts val="0"/>
              </a:spcAft>
              <a:buNone/>
              <a:defRPr sz="1400" b="0">
                <a:solidFill>
                  <a:schemeClr val="tx1"/>
                </a:solidFill>
              </a:defRPr>
            </a:lvl1pPr>
          </a:lstStyle>
          <a:p>
            <a:pPr lvl="0"/>
            <a:r>
              <a:rPr lang="en-US" dirty="0"/>
              <a:t>First &amp; Last Name</a:t>
            </a:r>
            <a:br>
              <a:rPr lang="en-US" dirty="0"/>
            </a:br>
            <a:r>
              <a:rPr lang="en-US" dirty="0"/>
              <a:t>Job Title</a:t>
            </a:r>
          </a:p>
        </p:txBody>
      </p:sp>
      <p:sp>
        <p:nvSpPr>
          <p:cNvPr id="11" name="Text Placeholder 17">
            <a:extLst>
              <a:ext uri="{FF2B5EF4-FFF2-40B4-BE49-F238E27FC236}">
                <a16:creationId xmlns:a16="http://schemas.microsoft.com/office/drawing/2014/main" id="{D376FEF2-D482-FF48-0E21-E85BCDCAE008}"/>
              </a:ext>
            </a:extLst>
          </p:cNvPr>
          <p:cNvSpPr>
            <a:spLocks noGrp="1"/>
          </p:cNvSpPr>
          <p:nvPr>
            <p:ph type="body" sz="quarter" idx="13" hasCustomPrompt="1"/>
          </p:nvPr>
        </p:nvSpPr>
        <p:spPr>
          <a:xfrm>
            <a:off x="556901" y="6055114"/>
            <a:ext cx="3229036" cy="227498"/>
          </a:xfrm>
        </p:spPr>
        <p:txBody>
          <a:bodyPr/>
          <a:lstStyle>
            <a:lvl1pPr marL="0" indent="0" algn="l">
              <a:lnSpc>
                <a:spcPct val="110000"/>
              </a:lnSpc>
              <a:spcBef>
                <a:spcPts val="0"/>
              </a:spcBef>
              <a:spcAft>
                <a:spcPts val="0"/>
              </a:spcAft>
              <a:buNone/>
              <a:defRPr sz="1400" b="0">
                <a:solidFill>
                  <a:schemeClr val="tx1"/>
                </a:solidFill>
              </a:defRPr>
            </a:lvl1pPr>
          </a:lstStyle>
          <a:p>
            <a:pPr lvl="0"/>
            <a:r>
              <a:rPr lang="en-US" dirty="0"/>
              <a:t>Month, Year</a:t>
            </a:r>
          </a:p>
        </p:txBody>
      </p:sp>
      <p:sp>
        <p:nvSpPr>
          <p:cNvPr id="7" name="TextBox 6">
            <a:extLst>
              <a:ext uri="{FF2B5EF4-FFF2-40B4-BE49-F238E27FC236}">
                <a16:creationId xmlns:a16="http://schemas.microsoft.com/office/drawing/2014/main" id="{E35B847D-2BA6-4533-FDD7-9CCF9A96A36C}"/>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217055143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Blank Foo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58295074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Headline">
    <p:spTree>
      <p:nvGrpSpPr>
        <p:cNvPr id="1" name=""/>
        <p:cNvGrpSpPr/>
        <p:nvPr/>
      </p:nvGrpSpPr>
      <p:grpSpPr>
        <a:xfrm>
          <a:off x="0" y="0"/>
          <a:ext cx="0" cy="0"/>
          <a:chOff x="0" y="0"/>
          <a:chExt cx="0" cy="0"/>
        </a:xfrm>
      </p:grpSpPr>
      <p:sp>
        <p:nvSpPr>
          <p:cNvPr id="2" name="Text Placeholder 17">
            <a:extLst>
              <a:ext uri="{FF2B5EF4-FFF2-40B4-BE49-F238E27FC236}">
                <a16:creationId xmlns:a16="http://schemas.microsoft.com/office/drawing/2014/main" id="{3081F721-E8A4-AE4D-5353-BF45B3173324}"/>
              </a:ext>
            </a:extLst>
          </p:cNvPr>
          <p:cNvSpPr>
            <a:spLocks noGrp="1"/>
          </p:cNvSpPr>
          <p:nvPr>
            <p:ph type="body" sz="quarter" idx="10" hasCustomPrompt="1"/>
          </p:nvPr>
        </p:nvSpPr>
        <p:spPr>
          <a:xfrm>
            <a:off x="522515" y="361822"/>
            <a:ext cx="11122188" cy="446084"/>
          </a:xfrm>
        </p:spPr>
        <p:txBody>
          <a:bodyPr wrap="square">
            <a:spAutoFit/>
          </a:bodyPr>
          <a:lstStyle>
            <a:lvl1pPr marL="0" indent="0">
              <a:lnSpc>
                <a:spcPct val="90000"/>
              </a:lnSpc>
              <a:spcBef>
                <a:spcPts val="0"/>
              </a:spcBef>
              <a:buNone/>
              <a:defRPr sz="3200" b="1">
                <a:solidFill>
                  <a:schemeClr val="accent1"/>
                </a:solidFill>
              </a:defRPr>
            </a:lvl1pPr>
          </a:lstStyle>
          <a:p>
            <a:pPr lvl="0"/>
            <a:r>
              <a:rPr lang="en-US" dirty="0"/>
              <a:t>Headline culpa qui official arum </a:t>
            </a:r>
            <a:r>
              <a:rPr lang="en-US" dirty="0" err="1"/>
              <a:t>quidem</a:t>
            </a:r>
            <a:r>
              <a:rPr lang="en-US" dirty="0"/>
              <a:t> rerum facilis</a:t>
            </a:r>
          </a:p>
        </p:txBody>
      </p:sp>
    </p:spTree>
    <p:extLst>
      <p:ext uri="{BB962C8B-B14F-4D97-AF65-F5344CB8AC3E}">
        <p14:creationId xmlns:p14="http://schemas.microsoft.com/office/powerpoint/2010/main" val="314982508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Headline-Copy">
    <p:spTree>
      <p:nvGrpSpPr>
        <p:cNvPr id="1" name=""/>
        <p:cNvGrpSpPr/>
        <p:nvPr/>
      </p:nvGrpSpPr>
      <p:grpSpPr>
        <a:xfrm>
          <a:off x="0" y="0"/>
          <a:ext cx="0" cy="0"/>
          <a:chOff x="0" y="0"/>
          <a:chExt cx="0" cy="0"/>
        </a:xfrm>
      </p:grpSpPr>
      <p:sp>
        <p:nvSpPr>
          <p:cNvPr id="2" name="Text Placeholder 17">
            <a:extLst>
              <a:ext uri="{FF2B5EF4-FFF2-40B4-BE49-F238E27FC236}">
                <a16:creationId xmlns:a16="http://schemas.microsoft.com/office/drawing/2014/main" id="{3081F721-E8A4-AE4D-5353-BF45B3173324}"/>
              </a:ext>
            </a:extLst>
          </p:cNvPr>
          <p:cNvSpPr>
            <a:spLocks noGrp="1"/>
          </p:cNvSpPr>
          <p:nvPr>
            <p:ph type="body" sz="quarter" idx="10" hasCustomPrompt="1"/>
          </p:nvPr>
        </p:nvSpPr>
        <p:spPr>
          <a:xfrm>
            <a:off x="522515" y="361822"/>
            <a:ext cx="11122188" cy="446084"/>
          </a:xfrm>
        </p:spPr>
        <p:txBody>
          <a:bodyPr wrap="square">
            <a:spAutoFit/>
          </a:bodyPr>
          <a:lstStyle>
            <a:lvl1pPr marL="0" indent="0">
              <a:lnSpc>
                <a:spcPct val="90000"/>
              </a:lnSpc>
              <a:spcBef>
                <a:spcPts val="0"/>
              </a:spcBef>
              <a:buNone/>
              <a:defRPr sz="3200" b="1">
                <a:solidFill>
                  <a:schemeClr val="accent1"/>
                </a:solidFill>
              </a:defRPr>
            </a:lvl1pPr>
          </a:lstStyle>
          <a:p>
            <a:pPr lvl="0"/>
            <a:r>
              <a:rPr lang="en-US" dirty="0"/>
              <a:t>Headline culpa qui official arum </a:t>
            </a:r>
            <a:r>
              <a:rPr lang="en-US" dirty="0" err="1"/>
              <a:t>quidem</a:t>
            </a:r>
            <a:r>
              <a:rPr lang="en-US" dirty="0"/>
              <a:t> rerum facilis</a:t>
            </a:r>
          </a:p>
        </p:txBody>
      </p:sp>
      <p:sp>
        <p:nvSpPr>
          <p:cNvPr id="6" name="Text Placeholder 5">
            <a:extLst>
              <a:ext uri="{FF2B5EF4-FFF2-40B4-BE49-F238E27FC236}">
                <a16:creationId xmlns:a16="http://schemas.microsoft.com/office/drawing/2014/main" id="{9D09DD77-3C7C-EEB6-765D-0ED3FE5F28B3}"/>
              </a:ext>
            </a:extLst>
          </p:cNvPr>
          <p:cNvSpPr>
            <a:spLocks noGrp="1"/>
          </p:cNvSpPr>
          <p:nvPr>
            <p:ph type="body" sz="quarter" idx="11"/>
          </p:nvPr>
        </p:nvSpPr>
        <p:spPr>
          <a:xfrm>
            <a:off x="522287" y="1056958"/>
            <a:ext cx="11122188" cy="5100637"/>
          </a:xfrm>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a:p>
        </p:txBody>
      </p:sp>
      <p:sp>
        <p:nvSpPr>
          <p:cNvPr id="3" name="Rectangle 2">
            <a:extLst>
              <a:ext uri="{FF2B5EF4-FFF2-40B4-BE49-F238E27FC236}">
                <a16:creationId xmlns:a16="http://schemas.microsoft.com/office/drawing/2014/main" id="{232593F5-DC04-441F-DFF8-163A13B5712A}"/>
              </a:ext>
            </a:extLst>
          </p:cNvPr>
          <p:cNvSpPr/>
          <p:nvPr userDrawn="1"/>
        </p:nvSpPr>
        <p:spPr>
          <a:xfrm>
            <a:off x="9231086" y="6520543"/>
            <a:ext cx="2413389" cy="25037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p>
        </p:txBody>
      </p:sp>
      <p:pic>
        <p:nvPicPr>
          <p:cNvPr id="5" name="Picture 4">
            <a:extLst>
              <a:ext uri="{FF2B5EF4-FFF2-40B4-BE49-F238E27FC236}">
                <a16:creationId xmlns:a16="http://schemas.microsoft.com/office/drawing/2014/main" id="{17F94395-E60A-39D4-94AE-E70EC0DA7F7A}"/>
              </a:ext>
            </a:extLst>
          </p:cNvPr>
          <p:cNvPicPr>
            <a:picLocks noChangeAspect="1"/>
          </p:cNvPicPr>
          <p:nvPr userDrawn="1"/>
        </p:nvPicPr>
        <p:blipFill>
          <a:blip r:embed="rId2"/>
          <a:stretch>
            <a:fillRect/>
          </a:stretch>
        </p:blipFill>
        <p:spPr>
          <a:xfrm>
            <a:off x="9686798" y="6456270"/>
            <a:ext cx="2135088" cy="314644"/>
          </a:xfrm>
          <a:prstGeom prst="rect">
            <a:avLst/>
          </a:prstGeom>
        </p:spPr>
      </p:pic>
    </p:spTree>
    <p:extLst>
      <p:ext uri="{BB962C8B-B14F-4D97-AF65-F5344CB8AC3E}">
        <p14:creationId xmlns:p14="http://schemas.microsoft.com/office/powerpoint/2010/main" val="2573237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ontent-01">
    <p:spTree>
      <p:nvGrpSpPr>
        <p:cNvPr id="1" name=""/>
        <p:cNvGrpSpPr/>
        <p:nvPr/>
      </p:nvGrpSpPr>
      <p:grpSpPr>
        <a:xfrm>
          <a:off x="0" y="0"/>
          <a:ext cx="0" cy="0"/>
          <a:chOff x="0" y="0"/>
          <a:chExt cx="0" cy="0"/>
        </a:xfrm>
      </p:grpSpPr>
      <p:sp>
        <p:nvSpPr>
          <p:cNvPr id="2" name="Text Placeholder 17">
            <a:extLst>
              <a:ext uri="{FF2B5EF4-FFF2-40B4-BE49-F238E27FC236}">
                <a16:creationId xmlns:a16="http://schemas.microsoft.com/office/drawing/2014/main" id="{3081F721-E8A4-AE4D-5353-BF45B3173324}"/>
              </a:ext>
            </a:extLst>
          </p:cNvPr>
          <p:cNvSpPr>
            <a:spLocks noGrp="1"/>
          </p:cNvSpPr>
          <p:nvPr>
            <p:ph type="body" sz="quarter" idx="10" hasCustomPrompt="1"/>
          </p:nvPr>
        </p:nvSpPr>
        <p:spPr>
          <a:xfrm>
            <a:off x="522516" y="655578"/>
            <a:ext cx="11122186" cy="446084"/>
          </a:xfrm>
        </p:spPr>
        <p:txBody>
          <a:bodyPr wrap="square">
            <a:spAutoFit/>
          </a:bodyPr>
          <a:lstStyle>
            <a:lvl1pPr marL="0" indent="0">
              <a:lnSpc>
                <a:spcPct val="90000"/>
              </a:lnSpc>
              <a:spcBef>
                <a:spcPts val="0"/>
              </a:spcBef>
              <a:buNone/>
              <a:defRPr sz="3200" b="1">
                <a:solidFill>
                  <a:schemeClr val="accent1"/>
                </a:solidFill>
              </a:defRPr>
            </a:lvl1pPr>
          </a:lstStyle>
          <a:p>
            <a:pPr lvl="0"/>
            <a:r>
              <a:rPr lang="en-US" dirty="0"/>
              <a:t>Headline culpa qui official arum </a:t>
            </a:r>
            <a:r>
              <a:rPr lang="en-US" dirty="0" err="1"/>
              <a:t>quidem</a:t>
            </a:r>
            <a:r>
              <a:rPr lang="en-US" dirty="0"/>
              <a:t> rerum facilis</a:t>
            </a:r>
          </a:p>
        </p:txBody>
      </p:sp>
      <p:sp>
        <p:nvSpPr>
          <p:cNvPr id="3" name="Text Placeholder 17">
            <a:extLst>
              <a:ext uri="{FF2B5EF4-FFF2-40B4-BE49-F238E27FC236}">
                <a16:creationId xmlns:a16="http://schemas.microsoft.com/office/drawing/2014/main" id="{C7C69F1E-9805-AE5A-7142-CFC2C784AC58}"/>
              </a:ext>
            </a:extLst>
          </p:cNvPr>
          <p:cNvSpPr>
            <a:spLocks noGrp="1"/>
          </p:cNvSpPr>
          <p:nvPr>
            <p:ph type="body" sz="quarter" idx="11" hasCustomPrompt="1"/>
          </p:nvPr>
        </p:nvSpPr>
        <p:spPr>
          <a:xfrm>
            <a:off x="522516" y="361822"/>
            <a:ext cx="11122186" cy="227498"/>
          </a:xfrm>
        </p:spPr>
        <p:txBody>
          <a:bodyPr wrap="square">
            <a:spAutoFit/>
          </a:bodyPr>
          <a:lstStyle>
            <a:lvl1pPr marL="0" indent="0">
              <a:spcBef>
                <a:spcPts val="0"/>
              </a:spcBef>
              <a:buNone/>
              <a:defRPr sz="1400" b="1">
                <a:solidFill>
                  <a:schemeClr val="accent1"/>
                </a:solidFill>
              </a:defRPr>
            </a:lvl1pPr>
          </a:lstStyle>
          <a:p>
            <a:pPr lvl="0"/>
            <a:r>
              <a:rPr lang="en-US" dirty="0"/>
              <a:t>EYEBROW COPY BLANDITIIS PRAESENTIUM VOLUPTATUM</a:t>
            </a:r>
          </a:p>
        </p:txBody>
      </p:sp>
      <p:sp>
        <p:nvSpPr>
          <p:cNvPr id="5" name="Text Placeholder 17">
            <a:extLst>
              <a:ext uri="{FF2B5EF4-FFF2-40B4-BE49-F238E27FC236}">
                <a16:creationId xmlns:a16="http://schemas.microsoft.com/office/drawing/2014/main" id="{112D25B5-8051-9BC2-9889-36FD4D585FD1}"/>
              </a:ext>
            </a:extLst>
          </p:cNvPr>
          <p:cNvSpPr>
            <a:spLocks noGrp="1"/>
          </p:cNvSpPr>
          <p:nvPr>
            <p:ph type="body" sz="quarter" idx="12" hasCustomPrompt="1"/>
          </p:nvPr>
        </p:nvSpPr>
        <p:spPr>
          <a:xfrm>
            <a:off x="522790" y="1763901"/>
            <a:ext cx="8599914" cy="278794"/>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9" name="Text Placeholder 8">
            <a:extLst>
              <a:ext uri="{FF2B5EF4-FFF2-40B4-BE49-F238E27FC236}">
                <a16:creationId xmlns:a16="http://schemas.microsoft.com/office/drawing/2014/main" id="{EBC34DA4-0543-35F0-39E6-84A7B5877EED}"/>
              </a:ext>
            </a:extLst>
          </p:cNvPr>
          <p:cNvSpPr>
            <a:spLocks noGrp="1"/>
          </p:cNvSpPr>
          <p:nvPr>
            <p:ph type="body" sz="quarter" idx="13" hasCustomPrompt="1"/>
          </p:nvPr>
        </p:nvSpPr>
        <p:spPr>
          <a:xfrm>
            <a:off x="522790" y="2229208"/>
            <a:ext cx="8599914" cy="597151"/>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a:t>
            </a:r>
          </a:p>
        </p:txBody>
      </p:sp>
      <p:sp>
        <p:nvSpPr>
          <p:cNvPr id="13" name="Text Placeholder 12">
            <a:extLst>
              <a:ext uri="{FF2B5EF4-FFF2-40B4-BE49-F238E27FC236}">
                <a16:creationId xmlns:a16="http://schemas.microsoft.com/office/drawing/2014/main" id="{99E36904-4452-1FE0-159B-0D75E562EAB9}"/>
              </a:ext>
            </a:extLst>
          </p:cNvPr>
          <p:cNvSpPr>
            <a:spLocks noGrp="1"/>
          </p:cNvSpPr>
          <p:nvPr>
            <p:ph type="body" sz="quarter" idx="14"/>
          </p:nvPr>
        </p:nvSpPr>
        <p:spPr>
          <a:xfrm>
            <a:off x="522515" y="3012872"/>
            <a:ext cx="8599572" cy="989438"/>
          </a:xfrm>
        </p:spPr>
        <p:txBody>
          <a:bodyPr wrap="square">
            <a:spAutoFit/>
          </a:bodyPr>
          <a:lstStyle/>
          <a:p>
            <a:pPr lvl="0"/>
            <a:r>
              <a:rPr lang="es-MX"/>
              <a:t>Haga clic para modificar los estilos de texto del patrón</a:t>
            </a:r>
          </a:p>
          <a:p>
            <a:pPr lvl="1"/>
            <a:r>
              <a:rPr lang="es-MX"/>
              <a:t>Segundo nivel</a:t>
            </a:r>
          </a:p>
          <a:p>
            <a:pPr lvl="2"/>
            <a:r>
              <a:rPr lang="es-MX"/>
              <a:t>Tercer nivel</a:t>
            </a:r>
          </a:p>
        </p:txBody>
      </p:sp>
    </p:spTree>
    <p:extLst>
      <p:ext uri="{BB962C8B-B14F-4D97-AF65-F5344CB8AC3E}">
        <p14:creationId xmlns:p14="http://schemas.microsoft.com/office/powerpoint/2010/main" val="350532998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ontent-02">
    <p:spTree>
      <p:nvGrpSpPr>
        <p:cNvPr id="1" name=""/>
        <p:cNvGrpSpPr/>
        <p:nvPr/>
      </p:nvGrpSpPr>
      <p:grpSpPr>
        <a:xfrm>
          <a:off x="0" y="0"/>
          <a:ext cx="0" cy="0"/>
          <a:chOff x="0" y="0"/>
          <a:chExt cx="0" cy="0"/>
        </a:xfrm>
      </p:grpSpPr>
      <p:sp>
        <p:nvSpPr>
          <p:cNvPr id="2" name="Text Placeholder 17">
            <a:extLst>
              <a:ext uri="{FF2B5EF4-FFF2-40B4-BE49-F238E27FC236}">
                <a16:creationId xmlns:a16="http://schemas.microsoft.com/office/drawing/2014/main" id="{3081F721-E8A4-AE4D-5353-BF45B3173324}"/>
              </a:ext>
            </a:extLst>
          </p:cNvPr>
          <p:cNvSpPr>
            <a:spLocks noGrp="1"/>
          </p:cNvSpPr>
          <p:nvPr>
            <p:ph type="body" sz="quarter" idx="10" hasCustomPrompt="1"/>
          </p:nvPr>
        </p:nvSpPr>
        <p:spPr>
          <a:xfrm>
            <a:off x="522516" y="655578"/>
            <a:ext cx="11122186" cy="446084"/>
          </a:xfrm>
        </p:spPr>
        <p:txBody>
          <a:bodyPr wrap="square">
            <a:spAutoFit/>
          </a:bodyPr>
          <a:lstStyle>
            <a:lvl1pPr marL="0" indent="0">
              <a:lnSpc>
                <a:spcPct val="90000"/>
              </a:lnSpc>
              <a:spcBef>
                <a:spcPts val="0"/>
              </a:spcBef>
              <a:buNone/>
              <a:defRPr sz="3200" b="1">
                <a:solidFill>
                  <a:schemeClr val="accent1"/>
                </a:solidFill>
              </a:defRPr>
            </a:lvl1pPr>
          </a:lstStyle>
          <a:p>
            <a:pPr lvl="0"/>
            <a:r>
              <a:rPr lang="en-US" dirty="0"/>
              <a:t>Headline culpa qui official arum </a:t>
            </a:r>
            <a:r>
              <a:rPr lang="en-US" dirty="0" err="1"/>
              <a:t>quidem</a:t>
            </a:r>
            <a:r>
              <a:rPr lang="en-US" dirty="0"/>
              <a:t> rerum facilis</a:t>
            </a:r>
          </a:p>
        </p:txBody>
      </p:sp>
      <p:sp>
        <p:nvSpPr>
          <p:cNvPr id="3" name="Text Placeholder 17">
            <a:extLst>
              <a:ext uri="{FF2B5EF4-FFF2-40B4-BE49-F238E27FC236}">
                <a16:creationId xmlns:a16="http://schemas.microsoft.com/office/drawing/2014/main" id="{C7C69F1E-9805-AE5A-7142-CFC2C784AC58}"/>
              </a:ext>
            </a:extLst>
          </p:cNvPr>
          <p:cNvSpPr>
            <a:spLocks noGrp="1"/>
          </p:cNvSpPr>
          <p:nvPr>
            <p:ph type="body" sz="quarter" idx="11" hasCustomPrompt="1"/>
          </p:nvPr>
        </p:nvSpPr>
        <p:spPr>
          <a:xfrm>
            <a:off x="522516" y="361822"/>
            <a:ext cx="11122186" cy="227498"/>
          </a:xfrm>
        </p:spPr>
        <p:txBody>
          <a:bodyPr wrap="square">
            <a:spAutoFit/>
          </a:bodyPr>
          <a:lstStyle>
            <a:lvl1pPr marL="0" indent="0">
              <a:spcBef>
                <a:spcPts val="0"/>
              </a:spcBef>
              <a:buNone/>
              <a:defRPr sz="1400" b="1">
                <a:solidFill>
                  <a:schemeClr val="accent1"/>
                </a:solidFill>
              </a:defRPr>
            </a:lvl1pPr>
          </a:lstStyle>
          <a:p>
            <a:pPr lvl="0"/>
            <a:r>
              <a:rPr lang="en-US" dirty="0"/>
              <a:t>EYEBROW COPY BLANDITIIS PRAESENTIUM VOLUPTATUM</a:t>
            </a:r>
          </a:p>
        </p:txBody>
      </p:sp>
      <p:sp>
        <p:nvSpPr>
          <p:cNvPr id="5" name="Text Placeholder 17">
            <a:extLst>
              <a:ext uri="{FF2B5EF4-FFF2-40B4-BE49-F238E27FC236}">
                <a16:creationId xmlns:a16="http://schemas.microsoft.com/office/drawing/2014/main" id="{112D25B5-8051-9BC2-9889-36FD4D585FD1}"/>
              </a:ext>
            </a:extLst>
          </p:cNvPr>
          <p:cNvSpPr>
            <a:spLocks noGrp="1"/>
          </p:cNvSpPr>
          <p:nvPr>
            <p:ph type="body" sz="quarter" idx="12" hasCustomPrompt="1"/>
          </p:nvPr>
        </p:nvSpPr>
        <p:spPr>
          <a:xfrm>
            <a:off x="522795" y="1763901"/>
            <a:ext cx="475720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9" name="Text Placeholder 8">
            <a:extLst>
              <a:ext uri="{FF2B5EF4-FFF2-40B4-BE49-F238E27FC236}">
                <a16:creationId xmlns:a16="http://schemas.microsoft.com/office/drawing/2014/main" id="{EBC34DA4-0543-35F0-39E6-84A7B5877EED}"/>
              </a:ext>
            </a:extLst>
          </p:cNvPr>
          <p:cNvSpPr>
            <a:spLocks noGrp="1"/>
          </p:cNvSpPr>
          <p:nvPr>
            <p:ph type="body" sz="quarter" idx="13" hasCustomPrompt="1"/>
          </p:nvPr>
        </p:nvSpPr>
        <p:spPr>
          <a:xfrm>
            <a:off x="522795" y="2426711"/>
            <a:ext cx="4757205" cy="901850"/>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3" name="Text Placeholder 12">
            <a:extLst>
              <a:ext uri="{FF2B5EF4-FFF2-40B4-BE49-F238E27FC236}">
                <a16:creationId xmlns:a16="http://schemas.microsoft.com/office/drawing/2014/main" id="{99E36904-4452-1FE0-159B-0D75E562EAB9}"/>
              </a:ext>
            </a:extLst>
          </p:cNvPr>
          <p:cNvSpPr>
            <a:spLocks noGrp="1"/>
          </p:cNvSpPr>
          <p:nvPr>
            <p:ph type="body" sz="quarter" idx="14"/>
          </p:nvPr>
        </p:nvSpPr>
        <p:spPr>
          <a:xfrm>
            <a:off x="522515" y="3529440"/>
            <a:ext cx="4757015" cy="989438"/>
          </a:xfrm>
        </p:spPr>
        <p:txBody>
          <a:bodyPr wrap="square">
            <a:spAutoFit/>
          </a:bodyPr>
          <a:lstStyle/>
          <a:p>
            <a:pPr lvl="0"/>
            <a:r>
              <a:rPr lang="es-MX"/>
              <a:t>Haga clic para modificar los estilos de texto del patrón</a:t>
            </a:r>
          </a:p>
          <a:p>
            <a:pPr lvl="1"/>
            <a:r>
              <a:rPr lang="es-MX"/>
              <a:t>Segundo nivel</a:t>
            </a:r>
          </a:p>
          <a:p>
            <a:pPr lvl="2"/>
            <a:r>
              <a:rPr lang="es-MX"/>
              <a:t>Tercer nivel</a:t>
            </a:r>
          </a:p>
        </p:txBody>
      </p:sp>
      <p:sp>
        <p:nvSpPr>
          <p:cNvPr id="4" name="Text Placeholder 17">
            <a:extLst>
              <a:ext uri="{FF2B5EF4-FFF2-40B4-BE49-F238E27FC236}">
                <a16:creationId xmlns:a16="http://schemas.microsoft.com/office/drawing/2014/main" id="{D20FA87A-09E8-BDB2-1C69-54F54B22BE31}"/>
              </a:ext>
            </a:extLst>
          </p:cNvPr>
          <p:cNvSpPr>
            <a:spLocks noGrp="1"/>
          </p:cNvSpPr>
          <p:nvPr>
            <p:ph type="body" sz="quarter" idx="15" hasCustomPrompt="1"/>
          </p:nvPr>
        </p:nvSpPr>
        <p:spPr>
          <a:xfrm>
            <a:off x="6303835" y="1763901"/>
            <a:ext cx="475720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6" name="Text Placeholder 8">
            <a:extLst>
              <a:ext uri="{FF2B5EF4-FFF2-40B4-BE49-F238E27FC236}">
                <a16:creationId xmlns:a16="http://schemas.microsoft.com/office/drawing/2014/main" id="{349B6786-5FA4-2087-2C3C-22F8A8E171CC}"/>
              </a:ext>
            </a:extLst>
          </p:cNvPr>
          <p:cNvSpPr>
            <a:spLocks noGrp="1"/>
          </p:cNvSpPr>
          <p:nvPr>
            <p:ph type="body" sz="quarter" idx="16" hasCustomPrompt="1"/>
          </p:nvPr>
        </p:nvSpPr>
        <p:spPr>
          <a:xfrm>
            <a:off x="6303835" y="2426711"/>
            <a:ext cx="4757205" cy="901850"/>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7" name="Text Placeholder 12">
            <a:extLst>
              <a:ext uri="{FF2B5EF4-FFF2-40B4-BE49-F238E27FC236}">
                <a16:creationId xmlns:a16="http://schemas.microsoft.com/office/drawing/2014/main" id="{86BD890A-D326-FD3F-EDA2-9599F756B623}"/>
              </a:ext>
            </a:extLst>
          </p:cNvPr>
          <p:cNvSpPr>
            <a:spLocks noGrp="1"/>
          </p:cNvSpPr>
          <p:nvPr>
            <p:ph type="body" sz="quarter" idx="17"/>
          </p:nvPr>
        </p:nvSpPr>
        <p:spPr>
          <a:xfrm>
            <a:off x="6303555" y="3529440"/>
            <a:ext cx="4757015" cy="989438"/>
          </a:xfrm>
        </p:spPr>
        <p:txBody>
          <a:bodyPr wrap="square">
            <a:spAutoFit/>
          </a:bodyPr>
          <a:lstStyle/>
          <a:p>
            <a:pPr lvl="0"/>
            <a:r>
              <a:rPr lang="es-MX"/>
              <a:t>Haga clic para modificar los estilos de texto del patrón</a:t>
            </a:r>
          </a:p>
          <a:p>
            <a:pPr lvl="1"/>
            <a:r>
              <a:rPr lang="es-MX"/>
              <a:t>Segundo nivel</a:t>
            </a:r>
          </a:p>
          <a:p>
            <a:pPr lvl="2"/>
            <a:r>
              <a:rPr lang="es-MX"/>
              <a:t>Tercer nivel</a:t>
            </a:r>
          </a:p>
        </p:txBody>
      </p:sp>
    </p:spTree>
    <p:extLst>
      <p:ext uri="{BB962C8B-B14F-4D97-AF65-F5344CB8AC3E}">
        <p14:creationId xmlns:p14="http://schemas.microsoft.com/office/powerpoint/2010/main" val="391965664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ntent-03">
    <p:spTree>
      <p:nvGrpSpPr>
        <p:cNvPr id="1" name=""/>
        <p:cNvGrpSpPr/>
        <p:nvPr/>
      </p:nvGrpSpPr>
      <p:grpSpPr>
        <a:xfrm>
          <a:off x="0" y="0"/>
          <a:ext cx="0" cy="0"/>
          <a:chOff x="0" y="0"/>
          <a:chExt cx="0" cy="0"/>
        </a:xfrm>
      </p:grpSpPr>
      <p:sp>
        <p:nvSpPr>
          <p:cNvPr id="2" name="Text Placeholder 17">
            <a:extLst>
              <a:ext uri="{FF2B5EF4-FFF2-40B4-BE49-F238E27FC236}">
                <a16:creationId xmlns:a16="http://schemas.microsoft.com/office/drawing/2014/main" id="{3081F721-E8A4-AE4D-5353-BF45B3173324}"/>
              </a:ext>
            </a:extLst>
          </p:cNvPr>
          <p:cNvSpPr>
            <a:spLocks noGrp="1"/>
          </p:cNvSpPr>
          <p:nvPr>
            <p:ph type="body" sz="quarter" idx="10" hasCustomPrompt="1"/>
          </p:nvPr>
        </p:nvSpPr>
        <p:spPr>
          <a:xfrm>
            <a:off x="522516" y="655578"/>
            <a:ext cx="11122186" cy="446084"/>
          </a:xfrm>
        </p:spPr>
        <p:txBody>
          <a:bodyPr wrap="square">
            <a:spAutoFit/>
          </a:bodyPr>
          <a:lstStyle>
            <a:lvl1pPr marL="0" indent="0">
              <a:lnSpc>
                <a:spcPct val="90000"/>
              </a:lnSpc>
              <a:spcBef>
                <a:spcPts val="0"/>
              </a:spcBef>
              <a:buNone/>
              <a:defRPr sz="3200" b="1">
                <a:solidFill>
                  <a:schemeClr val="accent1"/>
                </a:solidFill>
              </a:defRPr>
            </a:lvl1pPr>
          </a:lstStyle>
          <a:p>
            <a:pPr lvl="0"/>
            <a:r>
              <a:rPr lang="en-US" dirty="0"/>
              <a:t>Headline culpa qui official arum </a:t>
            </a:r>
            <a:r>
              <a:rPr lang="en-US" dirty="0" err="1"/>
              <a:t>quidem</a:t>
            </a:r>
            <a:r>
              <a:rPr lang="en-US" dirty="0"/>
              <a:t> rerum facilis</a:t>
            </a:r>
          </a:p>
        </p:txBody>
      </p:sp>
      <p:sp>
        <p:nvSpPr>
          <p:cNvPr id="3" name="Text Placeholder 17">
            <a:extLst>
              <a:ext uri="{FF2B5EF4-FFF2-40B4-BE49-F238E27FC236}">
                <a16:creationId xmlns:a16="http://schemas.microsoft.com/office/drawing/2014/main" id="{C7C69F1E-9805-AE5A-7142-CFC2C784AC58}"/>
              </a:ext>
            </a:extLst>
          </p:cNvPr>
          <p:cNvSpPr>
            <a:spLocks noGrp="1"/>
          </p:cNvSpPr>
          <p:nvPr>
            <p:ph type="body" sz="quarter" idx="11" hasCustomPrompt="1"/>
          </p:nvPr>
        </p:nvSpPr>
        <p:spPr>
          <a:xfrm>
            <a:off x="522516" y="361822"/>
            <a:ext cx="11122186" cy="227498"/>
          </a:xfrm>
        </p:spPr>
        <p:txBody>
          <a:bodyPr wrap="square">
            <a:spAutoFit/>
          </a:bodyPr>
          <a:lstStyle>
            <a:lvl1pPr marL="0" indent="0">
              <a:spcBef>
                <a:spcPts val="0"/>
              </a:spcBef>
              <a:buNone/>
              <a:defRPr sz="1400" b="1">
                <a:solidFill>
                  <a:schemeClr val="accent1"/>
                </a:solidFill>
              </a:defRPr>
            </a:lvl1pPr>
          </a:lstStyle>
          <a:p>
            <a:pPr lvl="0"/>
            <a:r>
              <a:rPr lang="en-US" dirty="0"/>
              <a:t>EYEBROW COPY BLANDITIIS PRAESENTIUM VOLUPTATUM</a:t>
            </a:r>
          </a:p>
        </p:txBody>
      </p:sp>
      <p:sp>
        <p:nvSpPr>
          <p:cNvPr id="5" name="Text Placeholder 17">
            <a:extLst>
              <a:ext uri="{FF2B5EF4-FFF2-40B4-BE49-F238E27FC236}">
                <a16:creationId xmlns:a16="http://schemas.microsoft.com/office/drawing/2014/main" id="{112D25B5-8051-9BC2-9889-36FD4D585FD1}"/>
              </a:ext>
            </a:extLst>
          </p:cNvPr>
          <p:cNvSpPr>
            <a:spLocks noGrp="1"/>
          </p:cNvSpPr>
          <p:nvPr>
            <p:ph type="body" sz="quarter" idx="12" hasCustomPrompt="1"/>
          </p:nvPr>
        </p:nvSpPr>
        <p:spPr>
          <a:xfrm>
            <a:off x="522790" y="1763901"/>
            <a:ext cx="3217042"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9" name="Text Placeholder 8">
            <a:extLst>
              <a:ext uri="{FF2B5EF4-FFF2-40B4-BE49-F238E27FC236}">
                <a16:creationId xmlns:a16="http://schemas.microsoft.com/office/drawing/2014/main" id="{EBC34DA4-0543-35F0-39E6-84A7B5877EED}"/>
              </a:ext>
            </a:extLst>
          </p:cNvPr>
          <p:cNvSpPr>
            <a:spLocks noGrp="1"/>
          </p:cNvSpPr>
          <p:nvPr>
            <p:ph type="body" sz="quarter" idx="13" hasCustomPrompt="1"/>
          </p:nvPr>
        </p:nvSpPr>
        <p:spPr>
          <a:xfrm>
            <a:off x="522790" y="2426711"/>
            <a:ext cx="3217042"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3" name="Text Placeholder 12">
            <a:extLst>
              <a:ext uri="{FF2B5EF4-FFF2-40B4-BE49-F238E27FC236}">
                <a16:creationId xmlns:a16="http://schemas.microsoft.com/office/drawing/2014/main" id="{99E36904-4452-1FE0-159B-0D75E562EAB9}"/>
              </a:ext>
            </a:extLst>
          </p:cNvPr>
          <p:cNvSpPr>
            <a:spLocks noGrp="1"/>
          </p:cNvSpPr>
          <p:nvPr>
            <p:ph type="body" sz="quarter" idx="14"/>
          </p:nvPr>
        </p:nvSpPr>
        <p:spPr>
          <a:xfrm>
            <a:off x="522515" y="3740277"/>
            <a:ext cx="3216914" cy="989438"/>
          </a:xfrm>
        </p:spPr>
        <p:txBody>
          <a:bodyPr wrap="square">
            <a:spAutoFit/>
          </a:bodyPr>
          <a:lstStyle/>
          <a:p>
            <a:pPr lvl="0"/>
            <a:r>
              <a:rPr lang="es-MX"/>
              <a:t>Haga clic para modificar los estilos de texto del patrón</a:t>
            </a:r>
          </a:p>
          <a:p>
            <a:pPr lvl="1"/>
            <a:r>
              <a:rPr lang="es-MX"/>
              <a:t>Segundo nivel</a:t>
            </a:r>
          </a:p>
          <a:p>
            <a:pPr lvl="2"/>
            <a:r>
              <a:rPr lang="es-MX"/>
              <a:t>Tercer nivel</a:t>
            </a:r>
          </a:p>
        </p:txBody>
      </p:sp>
      <p:sp>
        <p:nvSpPr>
          <p:cNvPr id="16" name="Text Placeholder 17">
            <a:extLst>
              <a:ext uri="{FF2B5EF4-FFF2-40B4-BE49-F238E27FC236}">
                <a16:creationId xmlns:a16="http://schemas.microsoft.com/office/drawing/2014/main" id="{5A431E8C-C0AC-DBC9-2391-1C619D591E69}"/>
              </a:ext>
            </a:extLst>
          </p:cNvPr>
          <p:cNvSpPr>
            <a:spLocks noGrp="1"/>
          </p:cNvSpPr>
          <p:nvPr>
            <p:ph type="body" sz="quarter" idx="15" hasCustomPrompt="1"/>
          </p:nvPr>
        </p:nvSpPr>
        <p:spPr>
          <a:xfrm>
            <a:off x="4393750" y="1763901"/>
            <a:ext cx="3217042"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7" name="Text Placeholder 8">
            <a:extLst>
              <a:ext uri="{FF2B5EF4-FFF2-40B4-BE49-F238E27FC236}">
                <a16:creationId xmlns:a16="http://schemas.microsoft.com/office/drawing/2014/main" id="{7C89246B-18AE-5DA8-795F-679BD7C0617D}"/>
              </a:ext>
            </a:extLst>
          </p:cNvPr>
          <p:cNvSpPr>
            <a:spLocks noGrp="1"/>
          </p:cNvSpPr>
          <p:nvPr>
            <p:ph type="body" sz="quarter" idx="16" hasCustomPrompt="1"/>
          </p:nvPr>
        </p:nvSpPr>
        <p:spPr>
          <a:xfrm>
            <a:off x="4393750" y="2426711"/>
            <a:ext cx="3217042"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8" name="Text Placeholder 12">
            <a:extLst>
              <a:ext uri="{FF2B5EF4-FFF2-40B4-BE49-F238E27FC236}">
                <a16:creationId xmlns:a16="http://schemas.microsoft.com/office/drawing/2014/main" id="{4F617632-1F8F-2092-32FC-7367A36B4B50}"/>
              </a:ext>
            </a:extLst>
          </p:cNvPr>
          <p:cNvSpPr>
            <a:spLocks noGrp="1"/>
          </p:cNvSpPr>
          <p:nvPr>
            <p:ph type="body" sz="quarter" idx="17"/>
          </p:nvPr>
        </p:nvSpPr>
        <p:spPr>
          <a:xfrm>
            <a:off x="4393475" y="3740277"/>
            <a:ext cx="3216914" cy="989438"/>
          </a:xfrm>
        </p:spPr>
        <p:txBody>
          <a:bodyPr wrap="square">
            <a:spAutoFit/>
          </a:bodyPr>
          <a:lstStyle/>
          <a:p>
            <a:pPr lvl="0"/>
            <a:r>
              <a:rPr lang="es-MX"/>
              <a:t>Haga clic para modificar los estilos de texto del patrón</a:t>
            </a:r>
          </a:p>
          <a:p>
            <a:pPr lvl="1"/>
            <a:r>
              <a:rPr lang="es-MX"/>
              <a:t>Segundo nivel</a:t>
            </a:r>
          </a:p>
          <a:p>
            <a:pPr lvl="2"/>
            <a:r>
              <a:rPr lang="es-MX"/>
              <a:t>Tercer nivel</a:t>
            </a:r>
          </a:p>
        </p:txBody>
      </p:sp>
      <p:sp>
        <p:nvSpPr>
          <p:cNvPr id="19" name="Text Placeholder 17">
            <a:extLst>
              <a:ext uri="{FF2B5EF4-FFF2-40B4-BE49-F238E27FC236}">
                <a16:creationId xmlns:a16="http://schemas.microsoft.com/office/drawing/2014/main" id="{03C76AD3-B446-33B3-D6A6-D34A7B1A9CA9}"/>
              </a:ext>
            </a:extLst>
          </p:cNvPr>
          <p:cNvSpPr>
            <a:spLocks noGrp="1"/>
          </p:cNvSpPr>
          <p:nvPr>
            <p:ph type="body" sz="quarter" idx="18" hasCustomPrompt="1"/>
          </p:nvPr>
        </p:nvSpPr>
        <p:spPr>
          <a:xfrm>
            <a:off x="8264710" y="1763901"/>
            <a:ext cx="3217042"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20" name="Text Placeholder 8">
            <a:extLst>
              <a:ext uri="{FF2B5EF4-FFF2-40B4-BE49-F238E27FC236}">
                <a16:creationId xmlns:a16="http://schemas.microsoft.com/office/drawing/2014/main" id="{EA4DB68B-5ABD-7BD4-0D0C-E218D955694D}"/>
              </a:ext>
            </a:extLst>
          </p:cNvPr>
          <p:cNvSpPr>
            <a:spLocks noGrp="1"/>
          </p:cNvSpPr>
          <p:nvPr>
            <p:ph type="body" sz="quarter" idx="19" hasCustomPrompt="1"/>
          </p:nvPr>
        </p:nvSpPr>
        <p:spPr>
          <a:xfrm>
            <a:off x="8264710" y="2426711"/>
            <a:ext cx="3217042"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21" name="Text Placeholder 12">
            <a:extLst>
              <a:ext uri="{FF2B5EF4-FFF2-40B4-BE49-F238E27FC236}">
                <a16:creationId xmlns:a16="http://schemas.microsoft.com/office/drawing/2014/main" id="{9E284295-AA76-A820-A4B4-F649763A5346}"/>
              </a:ext>
            </a:extLst>
          </p:cNvPr>
          <p:cNvSpPr>
            <a:spLocks noGrp="1"/>
          </p:cNvSpPr>
          <p:nvPr>
            <p:ph type="body" sz="quarter" idx="20"/>
          </p:nvPr>
        </p:nvSpPr>
        <p:spPr>
          <a:xfrm>
            <a:off x="8264435" y="3740277"/>
            <a:ext cx="3216914" cy="989438"/>
          </a:xfrm>
        </p:spPr>
        <p:txBody>
          <a:bodyPr wrap="square">
            <a:spAutoFit/>
          </a:bodyPr>
          <a:lstStyle/>
          <a:p>
            <a:pPr lvl="0"/>
            <a:r>
              <a:rPr lang="es-MX"/>
              <a:t>Haga clic para modificar los estilos de texto del patrón</a:t>
            </a:r>
          </a:p>
          <a:p>
            <a:pPr lvl="1"/>
            <a:r>
              <a:rPr lang="es-MX"/>
              <a:t>Segundo nivel</a:t>
            </a:r>
          </a:p>
          <a:p>
            <a:pPr lvl="2"/>
            <a:r>
              <a:rPr lang="es-MX"/>
              <a:t>Tercer nivel</a:t>
            </a:r>
          </a:p>
        </p:txBody>
      </p:sp>
    </p:spTree>
    <p:extLst>
      <p:ext uri="{BB962C8B-B14F-4D97-AF65-F5344CB8AC3E}">
        <p14:creationId xmlns:p14="http://schemas.microsoft.com/office/powerpoint/2010/main" val="26907022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ntent-04">
    <p:spTree>
      <p:nvGrpSpPr>
        <p:cNvPr id="1" name=""/>
        <p:cNvGrpSpPr/>
        <p:nvPr/>
      </p:nvGrpSpPr>
      <p:grpSpPr>
        <a:xfrm>
          <a:off x="0" y="0"/>
          <a:ext cx="0" cy="0"/>
          <a:chOff x="0" y="0"/>
          <a:chExt cx="0" cy="0"/>
        </a:xfrm>
      </p:grpSpPr>
      <p:sp>
        <p:nvSpPr>
          <p:cNvPr id="2" name="Text Placeholder 17">
            <a:extLst>
              <a:ext uri="{FF2B5EF4-FFF2-40B4-BE49-F238E27FC236}">
                <a16:creationId xmlns:a16="http://schemas.microsoft.com/office/drawing/2014/main" id="{3081F721-E8A4-AE4D-5353-BF45B3173324}"/>
              </a:ext>
            </a:extLst>
          </p:cNvPr>
          <p:cNvSpPr>
            <a:spLocks noGrp="1"/>
          </p:cNvSpPr>
          <p:nvPr>
            <p:ph type="body" sz="quarter" idx="10" hasCustomPrompt="1"/>
          </p:nvPr>
        </p:nvSpPr>
        <p:spPr>
          <a:xfrm>
            <a:off x="522516" y="655578"/>
            <a:ext cx="11122186" cy="446084"/>
          </a:xfrm>
        </p:spPr>
        <p:txBody>
          <a:bodyPr wrap="square">
            <a:spAutoFit/>
          </a:bodyPr>
          <a:lstStyle>
            <a:lvl1pPr marL="0" indent="0">
              <a:lnSpc>
                <a:spcPct val="90000"/>
              </a:lnSpc>
              <a:spcBef>
                <a:spcPts val="0"/>
              </a:spcBef>
              <a:buNone/>
              <a:defRPr sz="3200" b="1">
                <a:solidFill>
                  <a:schemeClr val="accent1"/>
                </a:solidFill>
              </a:defRPr>
            </a:lvl1pPr>
          </a:lstStyle>
          <a:p>
            <a:pPr lvl="0"/>
            <a:r>
              <a:rPr lang="en-US" dirty="0"/>
              <a:t>Headline culpa qui official arum </a:t>
            </a:r>
            <a:r>
              <a:rPr lang="en-US" dirty="0" err="1"/>
              <a:t>quidem</a:t>
            </a:r>
            <a:r>
              <a:rPr lang="en-US" dirty="0"/>
              <a:t> rerum facilis</a:t>
            </a:r>
          </a:p>
        </p:txBody>
      </p:sp>
      <p:sp>
        <p:nvSpPr>
          <p:cNvPr id="3" name="Text Placeholder 17">
            <a:extLst>
              <a:ext uri="{FF2B5EF4-FFF2-40B4-BE49-F238E27FC236}">
                <a16:creationId xmlns:a16="http://schemas.microsoft.com/office/drawing/2014/main" id="{C7C69F1E-9805-AE5A-7142-CFC2C784AC58}"/>
              </a:ext>
            </a:extLst>
          </p:cNvPr>
          <p:cNvSpPr>
            <a:spLocks noGrp="1"/>
          </p:cNvSpPr>
          <p:nvPr>
            <p:ph type="body" sz="quarter" idx="11" hasCustomPrompt="1"/>
          </p:nvPr>
        </p:nvSpPr>
        <p:spPr>
          <a:xfrm>
            <a:off x="522516" y="361822"/>
            <a:ext cx="11122186" cy="227498"/>
          </a:xfrm>
        </p:spPr>
        <p:txBody>
          <a:bodyPr wrap="square">
            <a:spAutoFit/>
          </a:bodyPr>
          <a:lstStyle>
            <a:lvl1pPr marL="0" indent="0">
              <a:spcBef>
                <a:spcPts val="0"/>
              </a:spcBef>
              <a:buNone/>
              <a:defRPr sz="1400" b="1">
                <a:solidFill>
                  <a:schemeClr val="accent1"/>
                </a:solidFill>
              </a:defRPr>
            </a:lvl1pPr>
          </a:lstStyle>
          <a:p>
            <a:pPr lvl="0"/>
            <a:r>
              <a:rPr lang="en-US" dirty="0"/>
              <a:t>EYEBROW COPY BLANDITIIS PRAESENTIUM VOLUPTATUM</a:t>
            </a:r>
          </a:p>
        </p:txBody>
      </p:sp>
      <p:sp>
        <p:nvSpPr>
          <p:cNvPr id="5" name="Text Placeholder 17">
            <a:extLst>
              <a:ext uri="{FF2B5EF4-FFF2-40B4-BE49-F238E27FC236}">
                <a16:creationId xmlns:a16="http://schemas.microsoft.com/office/drawing/2014/main" id="{112D25B5-8051-9BC2-9889-36FD4D585FD1}"/>
              </a:ext>
            </a:extLst>
          </p:cNvPr>
          <p:cNvSpPr>
            <a:spLocks noGrp="1"/>
          </p:cNvSpPr>
          <p:nvPr>
            <p:ph type="body" sz="quarter" idx="12" hasCustomPrompt="1"/>
          </p:nvPr>
        </p:nvSpPr>
        <p:spPr>
          <a:xfrm>
            <a:off x="522786" y="1763901"/>
            <a:ext cx="247908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a:t>
            </a:r>
          </a:p>
        </p:txBody>
      </p:sp>
      <p:sp>
        <p:nvSpPr>
          <p:cNvPr id="9" name="Text Placeholder 8">
            <a:extLst>
              <a:ext uri="{FF2B5EF4-FFF2-40B4-BE49-F238E27FC236}">
                <a16:creationId xmlns:a16="http://schemas.microsoft.com/office/drawing/2014/main" id="{EBC34DA4-0543-35F0-39E6-84A7B5877EED}"/>
              </a:ext>
            </a:extLst>
          </p:cNvPr>
          <p:cNvSpPr>
            <a:spLocks noGrp="1"/>
          </p:cNvSpPr>
          <p:nvPr>
            <p:ph type="body" sz="quarter" idx="13" hasCustomPrompt="1"/>
          </p:nvPr>
        </p:nvSpPr>
        <p:spPr>
          <a:xfrm>
            <a:off x="522786" y="2426711"/>
            <a:ext cx="247908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a:t>
            </a:r>
          </a:p>
        </p:txBody>
      </p:sp>
      <p:sp>
        <p:nvSpPr>
          <p:cNvPr id="13" name="Text Placeholder 12">
            <a:extLst>
              <a:ext uri="{FF2B5EF4-FFF2-40B4-BE49-F238E27FC236}">
                <a16:creationId xmlns:a16="http://schemas.microsoft.com/office/drawing/2014/main" id="{99E36904-4452-1FE0-159B-0D75E562EAB9}"/>
              </a:ext>
            </a:extLst>
          </p:cNvPr>
          <p:cNvSpPr>
            <a:spLocks noGrp="1"/>
          </p:cNvSpPr>
          <p:nvPr>
            <p:ph type="body" sz="quarter" idx="14"/>
          </p:nvPr>
        </p:nvSpPr>
        <p:spPr>
          <a:xfrm>
            <a:off x="522515" y="3740277"/>
            <a:ext cx="2478986" cy="1294137"/>
          </a:xfrm>
        </p:spPr>
        <p:txBody>
          <a:bodyPr wrap="square">
            <a:spAutoFit/>
          </a:bodyPr>
          <a:lstStyle/>
          <a:p>
            <a:pPr lvl="0"/>
            <a:r>
              <a:rPr lang="es-MX"/>
              <a:t>Haga clic para modificar los estilos de texto del patrón</a:t>
            </a:r>
          </a:p>
          <a:p>
            <a:pPr lvl="1"/>
            <a:r>
              <a:rPr lang="es-MX"/>
              <a:t>Segundo nivel</a:t>
            </a:r>
          </a:p>
          <a:p>
            <a:pPr lvl="2"/>
            <a:r>
              <a:rPr lang="es-MX"/>
              <a:t>Tercer nivel</a:t>
            </a:r>
          </a:p>
        </p:txBody>
      </p:sp>
      <p:sp>
        <p:nvSpPr>
          <p:cNvPr id="4" name="Text Placeholder 17">
            <a:extLst>
              <a:ext uri="{FF2B5EF4-FFF2-40B4-BE49-F238E27FC236}">
                <a16:creationId xmlns:a16="http://schemas.microsoft.com/office/drawing/2014/main" id="{A7841F65-A264-9942-011F-C0257234F038}"/>
              </a:ext>
            </a:extLst>
          </p:cNvPr>
          <p:cNvSpPr>
            <a:spLocks noGrp="1"/>
          </p:cNvSpPr>
          <p:nvPr>
            <p:ph type="body" sz="quarter" idx="15" hasCustomPrompt="1"/>
          </p:nvPr>
        </p:nvSpPr>
        <p:spPr>
          <a:xfrm>
            <a:off x="3370044" y="1763901"/>
            <a:ext cx="247908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a:t>
            </a:r>
          </a:p>
        </p:txBody>
      </p:sp>
      <p:sp>
        <p:nvSpPr>
          <p:cNvPr id="6" name="Text Placeholder 8">
            <a:extLst>
              <a:ext uri="{FF2B5EF4-FFF2-40B4-BE49-F238E27FC236}">
                <a16:creationId xmlns:a16="http://schemas.microsoft.com/office/drawing/2014/main" id="{C15516F4-558F-C634-22F7-1F2C190C2A1A}"/>
              </a:ext>
            </a:extLst>
          </p:cNvPr>
          <p:cNvSpPr>
            <a:spLocks noGrp="1"/>
          </p:cNvSpPr>
          <p:nvPr>
            <p:ph type="body" sz="quarter" idx="16" hasCustomPrompt="1"/>
          </p:nvPr>
        </p:nvSpPr>
        <p:spPr>
          <a:xfrm>
            <a:off x="3370044" y="2426711"/>
            <a:ext cx="247908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a:t>
            </a:r>
          </a:p>
        </p:txBody>
      </p:sp>
      <p:sp>
        <p:nvSpPr>
          <p:cNvPr id="7" name="Text Placeholder 12">
            <a:extLst>
              <a:ext uri="{FF2B5EF4-FFF2-40B4-BE49-F238E27FC236}">
                <a16:creationId xmlns:a16="http://schemas.microsoft.com/office/drawing/2014/main" id="{D46D04B0-DA90-F948-8623-D10B3ED438A3}"/>
              </a:ext>
            </a:extLst>
          </p:cNvPr>
          <p:cNvSpPr>
            <a:spLocks noGrp="1"/>
          </p:cNvSpPr>
          <p:nvPr>
            <p:ph type="body" sz="quarter" idx="17"/>
          </p:nvPr>
        </p:nvSpPr>
        <p:spPr>
          <a:xfrm>
            <a:off x="3369773" y="3740277"/>
            <a:ext cx="2478986" cy="1294137"/>
          </a:xfrm>
        </p:spPr>
        <p:txBody>
          <a:bodyPr wrap="square">
            <a:spAutoFit/>
          </a:bodyPr>
          <a:lstStyle/>
          <a:p>
            <a:pPr lvl="0"/>
            <a:r>
              <a:rPr lang="es-MX"/>
              <a:t>Haga clic para modificar los estilos de texto del patrón</a:t>
            </a:r>
          </a:p>
          <a:p>
            <a:pPr lvl="1"/>
            <a:r>
              <a:rPr lang="es-MX"/>
              <a:t>Segundo nivel</a:t>
            </a:r>
          </a:p>
          <a:p>
            <a:pPr lvl="2"/>
            <a:r>
              <a:rPr lang="es-MX"/>
              <a:t>Tercer nivel</a:t>
            </a:r>
          </a:p>
        </p:txBody>
      </p:sp>
      <p:sp>
        <p:nvSpPr>
          <p:cNvPr id="8" name="Text Placeholder 17">
            <a:extLst>
              <a:ext uri="{FF2B5EF4-FFF2-40B4-BE49-F238E27FC236}">
                <a16:creationId xmlns:a16="http://schemas.microsoft.com/office/drawing/2014/main" id="{C45E5508-18D4-B8A0-9554-18C8CC7BA633}"/>
              </a:ext>
            </a:extLst>
          </p:cNvPr>
          <p:cNvSpPr>
            <a:spLocks noGrp="1"/>
          </p:cNvSpPr>
          <p:nvPr>
            <p:ph type="body" sz="quarter" idx="18" hasCustomPrompt="1"/>
          </p:nvPr>
        </p:nvSpPr>
        <p:spPr>
          <a:xfrm>
            <a:off x="6217771" y="1763901"/>
            <a:ext cx="247908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a:t>
            </a:r>
          </a:p>
        </p:txBody>
      </p:sp>
      <p:sp>
        <p:nvSpPr>
          <p:cNvPr id="10" name="Text Placeholder 8">
            <a:extLst>
              <a:ext uri="{FF2B5EF4-FFF2-40B4-BE49-F238E27FC236}">
                <a16:creationId xmlns:a16="http://schemas.microsoft.com/office/drawing/2014/main" id="{9B9FC0B2-A2E1-EE23-DD92-95D99FB7FCBC}"/>
              </a:ext>
            </a:extLst>
          </p:cNvPr>
          <p:cNvSpPr>
            <a:spLocks noGrp="1"/>
          </p:cNvSpPr>
          <p:nvPr>
            <p:ph type="body" sz="quarter" idx="19" hasCustomPrompt="1"/>
          </p:nvPr>
        </p:nvSpPr>
        <p:spPr>
          <a:xfrm>
            <a:off x="6217771" y="2426711"/>
            <a:ext cx="247908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a:t>
            </a:r>
          </a:p>
        </p:txBody>
      </p:sp>
      <p:sp>
        <p:nvSpPr>
          <p:cNvPr id="11" name="Text Placeholder 12">
            <a:extLst>
              <a:ext uri="{FF2B5EF4-FFF2-40B4-BE49-F238E27FC236}">
                <a16:creationId xmlns:a16="http://schemas.microsoft.com/office/drawing/2014/main" id="{9AD3BD22-757B-EEDC-2BED-851D01FAD009}"/>
              </a:ext>
            </a:extLst>
          </p:cNvPr>
          <p:cNvSpPr>
            <a:spLocks noGrp="1"/>
          </p:cNvSpPr>
          <p:nvPr>
            <p:ph type="body" sz="quarter" idx="20"/>
          </p:nvPr>
        </p:nvSpPr>
        <p:spPr>
          <a:xfrm>
            <a:off x="6217500" y="3740277"/>
            <a:ext cx="2478986" cy="1294137"/>
          </a:xfrm>
        </p:spPr>
        <p:txBody>
          <a:bodyPr wrap="square">
            <a:spAutoFit/>
          </a:bodyPr>
          <a:lstStyle/>
          <a:p>
            <a:pPr lvl="0"/>
            <a:r>
              <a:rPr lang="es-MX"/>
              <a:t>Haga clic para modificar los estilos de texto del patrón</a:t>
            </a:r>
          </a:p>
          <a:p>
            <a:pPr lvl="1"/>
            <a:r>
              <a:rPr lang="es-MX"/>
              <a:t>Segundo nivel</a:t>
            </a:r>
          </a:p>
          <a:p>
            <a:pPr lvl="2"/>
            <a:r>
              <a:rPr lang="es-MX"/>
              <a:t>Tercer nivel</a:t>
            </a:r>
          </a:p>
        </p:txBody>
      </p:sp>
      <p:sp>
        <p:nvSpPr>
          <p:cNvPr id="12" name="Text Placeholder 17">
            <a:extLst>
              <a:ext uri="{FF2B5EF4-FFF2-40B4-BE49-F238E27FC236}">
                <a16:creationId xmlns:a16="http://schemas.microsoft.com/office/drawing/2014/main" id="{5E75D8B7-36BA-C036-3008-ED7181EA29CE}"/>
              </a:ext>
            </a:extLst>
          </p:cNvPr>
          <p:cNvSpPr>
            <a:spLocks noGrp="1"/>
          </p:cNvSpPr>
          <p:nvPr>
            <p:ph type="body" sz="quarter" idx="21" hasCustomPrompt="1"/>
          </p:nvPr>
        </p:nvSpPr>
        <p:spPr>
          <a:xfrm>
            <a:off x="9065399" y="1763901"/>
            <a:ext cx="247908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a:t>
            </a:r>
          </a:p>
        </p:txBody>
      </p:sp>
      <p:sp>
        <p:nvSpPr>
          <p:cNvPr id="14" name="Text Placeholder 8">
            <a:extLst>
              <a:ext uri="{FF2B5EF4-FFF2-40B4-BE49-F238E27FC236}">
                <a16:creationId xmlns:a16="http://schemas.microsoft.com/office/drawing/2014/main" id="{BD2C72CE-2AC1-03E8-EC6E-6628A5C8EE8B}"/>
              </a:ext>
            </a:extLst>
          </p:cNvPr>
          <p:cNvSpPr>
            <a:spLocks noGrp="1"/>
          </p:cNvSpPr>
          <p:nvPr>
            <p:ph type="body" sz="quarter" idx="22" hasCustomPrompt="1"/>
          </p:nvPr>
        </p:nvSpPr>
        <p:spPr>
          <a:xfrm>
            <a:off x="9065399" y="2426711"/>
            <a:ext cx="247908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a:t>
            </a:r>
          </a:p>
        </p:txBody>
      </p:sp>
      <p:sp>
        <p:nvSpPr>
          <p:cNvPr id="15" name="Text Placeholder 12">
            <a:extLst>
              <a:ext uri="{FF2B5EF4-FFF2-40B4-BE49-F238E27FC236}">
                <a16:creationId xmlns:a16="http://schemas.microsoft.com/office/drawing/2014/main" id="{C86AC0A8-2096-FDDC-FEAB-27E8D3456BF7}"/>
              </a:ext>
            </a:extLst>
          </p:cNvPr>
          <p:cNvSpPr>
            <a:spLocks noGrp="1"/>
          </p:cNvSpPr>
          <p:nvPr>
            <p:ph type="body" sz="quarter" idx="23"/>
          </p:nvPr>
        </p:nvSpPr>
        <p:spPr>
          <a:xfrm>
            <a:off x="9065128" y="3740277"/>
            <a:ext cx="2478986" cy="1294137"/>
          </a:xfrm>
        </p:spPr>
        <p:txBody>
          <a:bodyPr wrap="square">
            <a:spAutoFit/>
          </a:bodyPr>
          <a:lstStyle/>
          <a:p>
            <a:pPr lvl="0"/>
            <a:r>
              <a:rPr lang="es-MX"/>
              <a:t>Haga clic para modificar los estilos de texto del patrón</a:t>
            </a:r>
          </a:p>
          <a:p>
            <a:pPr lvl="1"/>
            <a:r>
              <a:rPr lang="es-MX"/>
              <a:t>Segundo nivel</a:t>
            </a:r>
          </a:p>
          <a:p>
            <a:pPr lvl="2"/>
            <a:r>
              <a:rPr lang="es-MX"/>
              <a:t>Tercer nivel</a:t>
            </a:r>
          </a:p>
        </p:txBody>
      </p:sp>
    </p:spTree>
    <p:extLst>
      <p:ext uri="{BB962C8B-B14F-4D97-AF65-F5344CB8AC3E}">
        <p14:creationId xmlns:p14="http://schemas.microsoft.com/office/powerpoint/2010/main" val="82043043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5CBFEB-E840-D7EB-F8A5-6E3EB245AA06}"/>
              </a:ext>
            </a:extLst>
          </p:cNvPr>
          <p:cNvSpPr/>
          <p:nvPr/>
        </p:nvSpPr>
        <p:spPr>
          <a:xfrm>
            <a:off x="0" y="0"/>
            <a:ext cx="4063984"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 Placeholder 7">
            <a:extLst>
              <a:ext uri="{FF2B5EF4-FFF2-40B4-BE49-F238E27FC236}">
                <a16:creationId xmlns:a16="http://schemas.microsoft.com/office/drawing/2014/main" id="{1CE7E595-5C3F-0BAF-330D-65E2AD801F66}"/>
              </a:ext>
            </a:extLst>
          </p:cNvPr>
          <p:cNvSpPr>
            <a:spLocks noGrp="1"/>
          </p:cNvSpPr>
          <p:nvPr>
            <p:ph type="body" sz="quarter" idx="18" hasCustomPrompt="1"/>
          </p:nvPr>
        </p:nvSpPr>
        <p:spPr>
          <a:xfrm>
            <a:off x="4571323" y="1133918"/>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sp>
        <p:nvSpPr>
          <p:cNvPr id="9" name="Text Placeholder 7">
            <a:extLst>
              <a:ext uri="{FF2B5EF4-FFF2-40B4-BE49-F238E27FC236}">
                <a16:creationId xmlns:a16="http://schemas.microsoft.com/office/drawing/2014/main" id="{00B49552-BA81-9DEE-DBCE-F9356D66374D}"/>
              </a:ext>
            </a:extLst>
          </p:cNvPr>
          <p:cNvSpPr>
            <a:spLocks noGrp="1"/>
          </p:cNvSpPr>
          <p:nvPr>
            <p:ph type="body" sz="quarter" idx="19" hasCustomPrompt="1"/>
          </p:nvPr>
        </p:nvSpPr>
        <p:spPr>
          <a:xfrm>
            <a:off x="4571323" y="1793136"/>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sp>
        <p:nvSpPr>
          <p:cNvPr id="10" name="Text Placeholder 7">
            <a:extLst>
              <a:ext uri="{FF2B5EF4-FFF2-40B4-BE49-F238E27FC236}">
                <a16:creationId xmlns:a16="http://schemas.microsoft.com/office/drawing/2014/main" id="{03CD231C-30AC-3339-A90C-FF099FDCE126}"/>
              </a:ext>
            </a:extLst>
          </p:cNvPr>
          <p:cNvSpPr>
            <a:spLocks noGrp="1"/>
          </p:cNvSpPr>
          <p:nvPr>
            <p:ph type="body" sz="quarter" idx="20" hasCustomPrompt="1"/>
          </p:nvPr>
        </p:nvSpPr>
        <p:spPr>
          <a:xfrm>
            <a:off x="4571323" y="2452355"/>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sp>
        <p:nvSpPr>
          <p:cNvPr id="11" name="Text Placeholder 7">
            <a:extLst>
              <a:ext uri="{FF2B5EF4-FFF2-40B4-BE49-F238E27FC236}">
                <a16:creationId xmlns:a16="http://schemas.microsoft.com/office/drawing/2014/main" id="{8982B152-EDC0-3186-CD84-DAB96BF42494}"/>
              </a:ext>
            </a:extLst>
          </p:cNvPr>
          <p:cNvSpPr>
            <a:spLocks noGrp="1"/>
          </p:cNvSpPr>
          <p:nvPr>
            <p:ph type="body" sz="quarter" idx="21" hasCustomPrompt="1"/>
          </p:nvPr>
        </p:nvSpPr>
        <p:spPr>
          <a:xfrm>
            <a:off x="4571323" y="3111573"/>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sp>
        <p:nvSpPr>
          <p:cNvPr id="18" name="Text Placeholder 7">
            <a:extLst>
              <a:ext uri="{FF2B5EF4-FFF2-40B4-BE49-F238E27FC236}">
                <a16:creationId xmlns:a16="http://schemas.microsoft.com/office/drawing/2014/main" id="{356610AF-C4CC-A0BF-AEC5-6E3BDD36D990}"/>
              </a:ext>
            </a:extLst>
          </p:cNvPr>
          <p:cNvSpPr>
            <a:spLocks noGrp="1"/>
          </p:cNvSpPr>
          <p:nvPr>
            <p:ph type="body" sz="quarter" idx="22" hasCustomPrompt="1"/>
          </p:nvPr>
        </p:nvSpPr>
        <p:spPr>
          <a:xfrm>
            <a:off x="4571323" y="3770791"/>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sp>
        <p:nvSpPr>
          <p:cNvPr id="19" name="Text Placeholder 7">
            <a:extLst>
              <a:ext uri="{FF2B5EF4-FFF2-40B4-BE49-F238E27FC236}">
                <a16:creationId xmlns:a16="http://schemas.microsoft.com/office/drawing/2014/main" id="{71249665-4BF1-BC80-9E3E-27C6AC131E05}"/>
              </a:ext>
            </a:extLst>
          </p:cNvPr>
          <p:cNvSpPr>
            <a:spLocks noGrp="1"/>
          </p:cNvSpPr>
          <p:nvPr>
            <p:ph type="body" sz="quarter" idx="23" hasCustomPrompt="1"/>
          </p:nvPr>
        </p:nvSpPr>
        <p:spPr>
          <a:xfrm>
            <a:off x="4571323" y="4430010"/>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sp>
        <p:nvSpPr>
          <p:cNvPr id="20" name="Text Placeholder 7">
            <a:extLst>
              <a:ext uri="{FF2B5EF4-FFF2-40B4-BE49-F238E27FC236}">
                <a16:creationId xmlns:a16="http://schemas.microsoft.com/office/drawing/2014/main" id="{5AF120EB-8D6E-49DB-0DA5-20F61C819518}"/>
              </a:ext>
            </a:extLst>
          </p:cNvPr>
          <p:cNvSpPr>
            <a:spLocks noGrp="1"/>
          </p:cNvSpPr>
          <p:nvPr>
            <p:ph type="body" sz="quarter" idx="24" hasCustomPrompt="1"/>
          </p:nvPr>
        </p:nvSpPr>
        <p:spPr>
          <a:xfrm>
            <a:off x="4571323" y="5089229"/>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pic>
        <p:nvPicPr>
          <p:cNvPr id="21" name="Graphic 20">
            <a:extLst>
              <a:ext uri="{FF2B5EF4-FFF2-40B4-BE49-F238E27FC236}">
                <a16:creationId xmlns:a16="http://schemas.microsoft.com/office/drawing/2014/main" id="{B6EDFCBE-296B-864F-13E7-245D40ED0C39}"/>
              </a:ext>
            </a:extLst>
          </p:cNvPr>
          <p:cNvPicPr>
            <a:picLocks noChangeAspect="1"/>
          </p:cNvPicPr>
          <p:nvPr/>
        </p:nvPicPr>
        <p:blipFill>
          <a:blip r:embed="rId2">
            <a:extLst>
              <a:ext uri="{96DAC541-7B7A-43D3-8B79-37D633B846F1}">
                <asvg:svgBlip xmlns:asvg="http://schemas.microsoft.com/office/drawing/2016/SVG/main" r:embed="rId3"/>
              </a:ext>
            </a:extLst>
          </a:blip>
          <a:srcRect/>
          <a:stretch/>
        </p:blipFill>
        <p:spPr>
          <a:xfrm>
            <a:off x="1647542" y="1793136"/>
            <a:ext cx="789191" cy="789191"/>
          </a:xfrm>
          <a:prstGeom prst="rect">
            <a:avLst/>
          </a:prstGeom>
        </p:spPr>
      </p:pic>
      <p:pic>
        <p:nvPicPr>
          <p:cNvPr id="22" name="Graphic 21">
            <a:extLst>
              <a:ext uri="{FF2B5EF4-FFF2-40B4-BE49-F238E27FC236}">
                <a16:creationId xmlns:a16="http://schemas.microsoft.com/office/drawing/2014/main" id="{D5A0CFA2-F296-A8B7-CB70-C9D00D9E3C98}"/>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78777" y="6474193"/>
            <a:ext cx="820683" cy="198585"/>
          </a:xfrm>
          <a:prstGeom prst="rect">
            <a:avLst/>
          </a:prstGeom>
        </p:spPr>
      </p:pic>
      <p:sp>
        <p:nvSpPr>
          <p:cNvPr id="5" name="Text Placeholder 17">
            <a:extLst>
              <a:ext uri="{FF2B5EF4-FFF2-40B4-BE49-F238E27FC236}">
                <a16:creationId xmlns:a16="http://schemas.microsoft.com/office/drawing/2014/main" id="{7CD097DB-9618-CDB1-1F1F-B033BC4801EA}"/>
              </a:ext>
            </a:extLst>
          </p:cNvPr>
          <p:cNvSpPr>
            <a:spLocks noGrp="1"/>
          </p:cNvSpPr>
          <p:nvPr>
            <p:ph type="body" sz="quarter" idx="10" hasCustomPrompt="1"/>
          </p:nvPr>
        </p:nvSpPr>
        <p:spPr>
          <a:xfrm>
            <a:off x="352660" y="2735750"/>
            <a:ext cx="3358665" cy="944810"/>
          </a:xfrm>
        </p:spPr>
        <p:txBody>
          <a:bodyPr wrap="square">
            <a:spAutoFit/>
          </a:bodyPr>
          <a:lstStyle>
            <a:lvl1pPr marL="0" indent="0" algn="ctr">
              <a:lnSpc>
                <a:spcPct val="90000"/>
              </a:lnSpc>
              <a:spcBef>
                <a:spcPts val="0"/>
              </a:spcBef>
              <a:buNone/>
              <a:defRPr sz="3400" b="1">
                <a:solidFill>
                  <a:schemeClr val="bg1"/>
                </a:solidFill>
              </a:defRPr>
            </a:lvl1pPr>
          </a:lstStyle>
          <a:p>
            <a:pPr lvl="0"/>
            <a:r>
              <a:rPr lang="en-US" dirty="0"/>
              <a:t>Agenda or Table of Contents</a:t>
            </a:r>
          </a:p>
        </p:txBody>
      </p:sp>
    </p:spTree>
    <p:extLst>
      <p:ext uri="{BB962C8B-B14F-4D97-AF65-F5344CB8AC3E}">
        <p14:creationId xmlns:p14="http://schemas.microsoft.com/office/powerpoint/2010/main" val="157945419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Breaker PUR">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 Placeholder 17">
            <a:extLst>
              <a:ext uri="{FF2B5EF4-FFF2-40B4-BE49-F238E27FC236}">
                <a16:creationId xmlns:a16="http://schemas.microsoft.com/office/drawing/2014/main" id="{C1DAE6E1-94AC-793D-E334-0CF26EA0FEE8}"/>
              </a:ext>
            </a:extLst>
          </p:cNvPr>
          <p:cNvSpPr>
            <a:spLocks noGrp="1"/>
          </p:cNvSpPr>
          <p:nvPr>
            <p:ph type="body" sz="quarter" idx="10" hasCustomPrompt="1"/>
          </p:nvPr>
        </p:nvSpPr>
        <p:spPr>
          <a:xfrm>
            <a:off x="914399" y="2238843"/>
            <a:ext cx="10363202" cy="1333891"/>
          </a:xfrm>
        </p:spPr>
        <p:txBody>
          <a:bodyPr/>
          <a:lstStyle>
            <a:lvl1pPr marL="0" indent="0" algn="ctr">
              <a:lnSpc>
                <a:spcPct val="90000"/>
              </a:lnSpc>
              <a:spcBef>
                <a:spcPts val="0"/>
              </a:spcBef>
              <a:buNone/>
              <a:defRPr sz="4800" b="1">
                <a:solidFill>
                  <a:schemeClr val="bg1"/>
                </a:solidFill>
              </a:defRPr>
            </a:lvl1pPr>
          </a:lstStyle>
          <a:p>
            <a:pPr lvl="0"/>
            <a:r>
              <a:rPr lang="en-US" dirty="0"/>
              <a:t>Breaker slide culpa qui official arum </a:t>
            </a:r>
            <a:r>
              <a:rPr lang="en-US" dirty="0" err="1"/>
              <a:t>quidem</a:t>
            </a:r>
            <a:r>
              <a:rPr lang="en-US" dirty="0"/>
              <a:t> rerum facilis</a:t>
            </a:r>
          </a:p>
        </p:txBody>
      </p:sp>
      <p:sp>
        <p:nvSpPr>
          <p:cNvPr id="7" name="Text Placeholder 17">
            <a:extLst>
              <a:ext uri="{FF2B5EF4-FFF2-40B4-BE49-F238E27FC236}">
                <a16:creationId xmlns:a16="http://schemas.microsoft.com/office/drawing/2014/main" id="{F049E1B0-BA0B-F873-361C-6B7CE114B94A}"/>
              </a:ext>
            </a:extLst>
          </p:cNvPr>
          <p:cNvSpPr>
            <a:spLocks noGrp="1"/>
          </p:cNvSpPr>
          <p:nvPr>
            <p:ph type="body" sz="quarter" idx="11" hasCustomPrompt="1"/>
          </p:nvPr>
        </p:nvSpPr>
        <p:spPr>
          <a:xfrm>
            <a:off x="914399" y="3750468"/>
            <a:ext cx="10363202" cy="389915"/>
          </a:xfrm>
        </p:spPr>
        <p:txBody>
          <a:bodyPr>
            <a:spAutoFit/>
          </a:bodyPr>
          <a:lstStyle>
            <a:lvl1pPr marL="0" indent="0" algn="ctr">
              <a:spcBef>
                <a:spcPts val="0"/>
              </a:spcBef>
              <a:buNone/>
              <a:defRPr sz="24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pic>
        <p:nvPicPr>
          <p:cNvPr id="5" name="Graphic 4">
            <a:extLst>
              <a:ext uri="{FF2B5EF4-FFF2-40B4-BE49-F238E27FC236}">
                <a16:creationId xmlns:a16="http://schemas.microsoft.com/office/drawing/2014/main" id="{11D55CDA-462C-A7FF-EE12-3FDD8DDBC2F8}"/>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9" name="TextBox 8">
            <a:extLst>
              <a:ext uri="{FF2B5EF4-FFF2-40B4-BE49-F238E27FC236}">
                <a16:creationId xmlns:a16="http://schemas.microsoft.com/office/drawing/2014/main" id="{9C2795BC-99C0-3605-DA72-63D94FCF0973}"/>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a:t>
            </a:fld>
            <a:endParaRPr lang="en-US" sz="900" dirty="0">
              <a:solidFill>
                <a:schemeClr val="bg1"/>
              </a:solidFill>
            </a:endParaRPr>
          </a:p>
        </p:txBody>
      </p:sp>
      <p:sp>
        <p:nvSpPr>
          <p:cNvPr id="10" name="TextBox 9">
            <a:extLst>
              <a:ext uri="{FF2B5EF4-FFF2-40B4-BE49-F238E27FC236}">
                <a16:creationId xmlns:a16="http://schemas.microsoft.com/office/drawing/2014/main" id="{490D0730-EC65-31BF-A4FA-992A99E0E4CF}"/>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349534542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Breaker Dark PUR">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 Placeholder 17">
            <a:extLst>
              <a:ext uri="{FF2B5EF4-FFF2-40B4-BE49-F238E27FC236}">
                <a16:creationId xmlns:a16="http://schemas.microsoft.com/office/drawing/2014/main" id="{C1DAE6E1-94AC-793D-E334-0CF26EA0FEE8}"/>
              </a:ext>
            </a:extLst>
          </p:cNvPr>
          <p:cNvSpPr>
            <a:spLocks noGrp="1"/>
          </p:cNvSpPr>
          <p:nvPr>
            <p:ph type="body" sz="quarter" idx="10" hasCustomPrompt="1"/>
          </p:nvPr>
        </p:nvSpPr>
        <p:spPr>
          <a:xfrm>
            <a:off x="914399" y="2238843"/>
            <a:ext cx="10363202" cy="1333891"/>
          </a:xfrm>
        </p:spPr>
        <p:txBody>
          <a:bodyPr/>
          <a:lstStyle>
            <a:lvl1pPr marL="0" indent="0" algn="ctr">
              <a:lnSpc>
                <a:spcPct val="90000"/>
              </a:lnSpc>
              <a:spcBef>
                <a:spcPts val="0"/>
              </a:spcBef>
              <a:buNone/>
              <a:defRPr sz="4800" b="1">
                <a:solidFill>
                  <a:schemeClr val="bg1"/>
                </a:solidFill>
              </a:defRPr>
            </a:lvl1pPr>
          </a:lstStyle>
          <a:p>
            <a:pPr lvl="0"/>
            <a:r>
              <a:rPr lang="en-US" dirty="0"/>
              <a:t>Breaker slide culpa qui official arum </a:t>
            </a:r>
            <a:r>
              <a:rPr lang="en-US" dirty="0" err="1"/>
              <a:t>quidem</a:t>
            </a:r>
            <a:r>
              <a:rPr lang="en-US" dirty="0"/>
              <a:t> rerum facilis</a:t>
            </a:r>
          </a:p>
        </p:txBody>
      </p:sp>
      <p:sp>
        <p:nvSpPr>
          <p:cNvPr id="7" name="Text Placeholder 17">
            <a:extLst>
              <a:ext uri="{FF2B5EF4-FFF2-40B4-BE49-F238E27FC236}">
                <a16:creationId xmlns:a16="http://schemas.microsoft.com/office/drawing/2014/main" id="{F049E1B0-BA0B-F873-361C-6B7CE114B94A}"/>
              </a:ext>
            </a:extLst>
          </p:cNvPr>
          <p:cNvSpPr>
            <a:spLocks noGrp="1"/>
          </p:cNvSpPr>
          <p:nvPr>
            <p:ph type="body" sz="quarter" idx="11" hasCustomPrompt="1"/>
          </p:nvPr>
        </p:nvSpPr>
        <p:spPr>
          <a:xfrm>
            <a:off x="914399" y="3750468"/>
            <a:ext cx="10363202" cy="389915"/>
          </a:xfrm>
        </p:spPr>
        <p:txBody>
          <a:bodyPr>
            <a:spAutoFit/>
          </a:bodyPr>
          <a:lstStyle>
            <a:lvl1pPr marL="0" indent="0" algn="ctr">
              <a:spcBef>
                <a:spcPts val="0"/>
              </a:spcBef>
              <a:buNone/>
              <a:defRPr sz="24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pic>
        <p:nvPicPr>
          <p:cNvPr id="5" name="Graphic 4">
            <a:extLst>
              <a:ext uri="{FF2B5EF4-FFF2-40B4-BE49-F238E27FC236}">
                <a16:creationId xmlns:a16="http://schemas.microsoft.com/office/drawing/2014/main" id="{BE3200C5-B5A9-AC44-9200-784DFC63364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9" name="TextBox 8">
            <a:extLst>
              <a:ext uri="{FF2B5EF4-FFF2-40B4-BE49-F238E27FC236}">
                <a16:creationId xmlns:a16="http://schemas.microsoft.com/office/drawing/2014/main" id="{A2BD6F6F-F10E-C53F-032B-188519D8D1C8}"/>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a:t>
            </a:fld>
            <a:endParaRPr lang="en-US" sz="900" dirty="0">
              <a:solidFill>
                <a:schemeClr val="bg1"/>
              </a:solidFill>
            </a:endParaRPr>
          </a:p>
        </p:txBody>
      </p:sp>
      <p:sp>
        <p:nvSpPr>
          <p:cNvPr id="2" name="TextBox 1">
            <a:extLst>
              <a:ext uri="{FF2B5EF4-FFF2-40B4-BE49-F238E27FC236}">
                <a16:creationId xmlns:a16="http://schemas.microsoft.com/office/drawing/2014/main" id="{8460C111-1CB1-186F-BF66-55001B5779EA}"/>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58560678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Breaker Gray">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 Placeholder 17">
            <a:extLst>
              <a:ext uri="{FF2B5EF4-FFF2-40B4-BE49-F238E27FC236}">
                <a16:creationId xmlns:a16="http://schemas.microsoft.com/office/drawing/2014/main" id="{C1DAE6E1-94AC-793D-E334-0CF26EA0FEE8}"/>
              </a:ext>
            </a:extLst>
          </p:cNvPr>
          <p:cNvSpPr>
            <a:spLocks noGrp="1"/>
          </p:cNvSpPr>
          <p:nvPr>
            <p:ph type="body" sz="quarter" idx="10" hasCustomPrompt="1"/>
          </p:nvPr>
        </p:nvSpPr>
        <p:spPr>
          <a:xfrm>
            <a:off x="914399" y="2238843"/>
            <a:ext cx="10363202" cy="1333891"/>
          </a:xfrm>
        </p:spPr>
        <p:txBody>
          <a:bodyPr/>
          <a:lstStyle>
            <a:lvl1pPr marL="0" indent="0" algn="ctr">
              <a:lnSpc>
                <a:spcPct val="90000"/>
              </a:lnSpc>
              <a:spcBef>
                <a:spcPts val="0"/>
              </a:spcBef>
              <a:buNone/>
              <a:defRPr sz="4800" b="1">
                <a:solidFill>
                  <a:schemeClr val="tx1"/>
                </a:solidFill>
              </a:defRPr>
            </a:lvl1pPr>
          </a:lstStyle>
          <a:p>
            <a:pPr lvl="0"/>
            <a:r>
              <a:rPr lang="en-US" dirty="0"/>
              <a:t>Breaker slide culpa qui official arum </a:t>
            </a:r>
            <a:r>
              <a:rPr lang="en-US" dirty="0" err="1"/>
              <a:t>quidem</a:t>
            </a:r>
            <a:r>
              <a:rPr lang="en-US" dirty="0"/>
              <a:t> rerum facilis</a:t>
            </a:r>
          </a:p>
        </p:txBody>
      </p:sp>
      <p:sp>
        <p:nvSpPr>
          <p:cNvPr id="7" name="Text Placeholder 17">
            <a:extLst>
              <a:ext uri="{FF2B5EF4-FFF2-40B4-BE49-F238E27FC236}">
                <a16:creationId xmlns:a16="http://schemas.microsoft.com/office/drawing/2014/main" id="{F049E1B0-BA0B-F873-361C-6B7CE114B94A}"/>
              </a:ext>
            </a:extLst>
          </p:cNvPr>
          <p:cNvSpPr>
            <a:spLocks noGrp="1"/>
          </p:cNvSpPr>
          <p:nvPr>
            <p:ph type="body" sz="quarter" idx="11" hasCustomPrompt="1"/>
          </p:nvPr>
        </p:nvSpPr>
        <p:spPr>
          <a:xfrm>
            <a:off x="914399" y="3750468"/>
            <a:ext cx="10363202" cy="389915"/>
          </a:xfrm>
        </p:spPr>
        <p:txBody>
          <a:bodyPr>
            <a:spAutoFit/>
          </a:bodyPr>
          <a:lstStyle>
            <a:lvl1pPr marL="0" indent="0" algn="ctr">
              <a:spcBef>
                <a:spcPts val="0"/>
              </a:spcBef>
              <a:buNone/>
              <a:defRPr sz="24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pic>
        <p:nvPicPr>
          <p:cNvPr id="5" name="Graphic 4">
            <a:extLst>
              <a:ext uri="{FF2B5EF4-FFF2-40B4-BE49-F238E27FC236}">
                <a16:creationId xmlns:a16="http://schemas.microsoft.com/office/drawing/2014/main" id="{8E4133EC-B264-3D5F-9CF5-94A59CFE1B1C}"/>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9" name="TextBox 8">
            <a:extLst>
              <a:ext uri="{FF2B5EF4-FFF2-40B4-BE49-F238E27FC236}">
                <a16:creationId xmlns:a16="http://schemas.microsoft.com/office/drawing/2014/main" id="{4515307C-7F1F-2BB9-1D42-4EAB1A2F58C8}"/>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a:t>
            </a:fld>
            <a:endParaRPr lang="en-US" sz="900" dirty="0">
              <a:solidFill>
                <a:schemeClr val="tx1"/>
              </a:solidFill>
            </a:endParaRPr>
          </a:p>
        </p:txBody>
      </p:sp>
      <p:sp>
        <p:nvSpPr>
          <p:cNvPr id="2" name="TextBox 1">
            <a:extLst>
              <a:ext uri="{FF2B5EF4-FFF2-40B4-BE49-F238E27FC236}">
                <a16:creationId xmlns:a16="http://schemas.microsoft.com/office/drawing/2014/main" id="{642BD9AE-C83A-9EF9-F573-61A0E81EA594}"/>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90627464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PUR Half">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5CBFEB-E840-D7EB-F8A5-6E3EB245AA06}"/>
              </a:ext>
            </a:extLst>
          </p:cNvPr>
          <p:cNvSpPr/>
          <p:nvPr/>
        </p:nvSpPr>
        <p:spPr>
          <a:xfrm>
            <a:off x="0" y="0"/>
            <a:ext cx="6096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386034" y="2147403"/>
            <a:ext cx="5334046" cy="944810"/>
          </a:xfrm>
        </p:spPr>
        <p:txBody>
          <a:bodyPr>
            <a:spAutoFit/>
          </a:bodyPr>
          <a:lstStyle>
            <a:lvl1pPr marL="0" indent="0" algn="l">
              <a:lnSpc>
                <a:spcPct val="90000"/>
              </a:lnSpc>
              <a:spcBef>
                <a:spcPts val="0"/>
              </a:spcBef>
              <a:buNone/>
              <a:defRPr sz="3400" b="1">
                <a:solidFill>
                  <a:schemeClr val="bg1"/>
                </a:solidFill>
              </a:defRPr>
            </a:lvl1pPr>
          </a:lstStyle>
          <a:p>
            <a:pPr lvl="0"/>
            <a:r>
              <a:rPr lang="en-US" dirty="0"/>
              <a:t>Headline culpa qui official arum </a:t>
            </a:r>
            <a:r>
              <a:rPr lang="en-US" dirty="0" err="1"/>
              <a:t>quidem</a:t>
            </a:r>
            <a:r>
              <a:rPr lang="en-US" dirty="0"/>
              <a:t> rerum facilis</a:t>
            </a:r>
          </a:p>
        </p:txBody>
      </p:sp>
      <p:sp>
        <p:nvSpPr>
          <p:cNvPr id="6" name="Text Placeholder 17">
            <a:extLst>
              <a:ext uri="{FF2B5EF4-FFF2-40B4-BE49-F238E27FC236}">
                <a16:creationId xmlns:a16="http://schemas.microsoft.com/office/drawing/2014/main" id="{16B976F1-2579-253B-37D3-66B1EB3F4F20}"/>
              </a:ext>
            </a:extLst>
          </p:cNvPr>
          <p:cNvSpPr>
            <a:spLocks noGrp="1"/>
          </p:cNvSpPr>
          <p:nvPr>
            <p:ph type="body" sz="quarter" idx="11" hasCustomPrompt="1"/>
          </p:nvPr>
        </p:nvSpPr>
        <p:spPr>
          <a:xfrm>
            <a:off x="386034" y="3283108"/>
            <a:ext cx="5334046" cy="663451"/>
          </a:xfrm>
        </p:spPr>
        <p:txBody>
          <a:bodyPr wrap="square">
            <a:spAutoFit/>
          </a:bodyPr>
          <a:lstStyle>
            <a:lvl1pPr marL="0" indent="0" algn="l">
              <a:spcBef>
                <a:spcPts val="0"/>
              </a:spcBef>
              <a:buNone/>
              <a:defRPr sz="20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8" name="Text Placeholder 17">
            <a:extLst>
              <a:ext uri="{FF2B5EF4-FFF2-40B4-BE49-F238E27FC236}">
                <a16:creationId xmlns:a16="http://schemas.microsoft.com/office/drawing/2014/main" id="{2D4575E4-C207-8E90-E726-B9033C8488D1}"/>
              </a:ext>
            </a:extLst>
          </p:cNvPr>
          <p:cNvSpPr>
            <a:spLocks noGrp="1"/>
          </p:cNvSpPr>
          <p:nvPr>
            <p:ph type="body" sz="quarter" idx="12" hasCustomPrompt="1"/>
          </p:nvPr>
        </p:nvSpPr>
        <p:spPr>
          <a:xfrm>
            <a:off x="6563360" y="1763901"/>
            <a:ext cx="523292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9" name="Text Placeholder 8">
            <a:extLst>
              <a:ext uri="{FF2B5EF4-FFF2-40B4-BE49-F238E27FC236}">
                <a16:creationId xmlns:a16="http://schemas.microsoft.com/office/drawing/2014/main" id="{1D16B016-4F74-45FD-A9CC-07A8056565CD}"/>
              </a:ext>
            </a:extLst>
          </p:cNvPr>
          <p:cNvSpPr>
            <a:spLocks noGrp="1"/>
          </p:cNvSpPr>
          <p:nvPr>
            <p:ph type="body" sz="quarter" idx="13" hasCustomPrompt="1"/>
          </p:nvPr>
        </p:nvSpPr>
        <p:spPr>
          <a:xfrm>
            <a:off x="6563360" y="2426711"/>
            <a:ext cx="523292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 </a:t>
            </a:r>
            <a:r>
              <a:rPr lang="en-US" dirty="0" err="1"/>
              <a:t>quae</a:t>
            </a:r>
            <a:r>
              <a:rPr lang="en-US" dirty="0"/>
              <a:t> ab </a:t>
            </a:r>
            <a:r>
              <a:rPr lang="en-US" dirty="0" err="1"/>
              <a:t>illo</a:t>
            </a:r>
            <a:r>
              <a:rPr lang="en-US" dirty="0"/>
              <a:t> </a:t>
            </a:r>
            <a:r>
              <a:rPr lang="en-US" dirty="0" err="1"/>
              <a:t>inventore</a:t>
            </a:r>
            <a:r>
              <a:rPr lang="en-US" dirty="0"/>
              <a:t> </a:t>
            </a:r>
            <a:r>
              <a:rPr lang="en-US" dirty="0" err="1"/>
              <a:t>veritatis</a:t>
            </a:r>
            <a:r>
              <a:rPr lang="en-US" dirty="0"/>
              <a:t> et quasi </a:t>
            </a:r>
            <a:r>
              <a:rPr lang="en-US" dirty="0" err="1"/>
              <a:t>architecto</a:t>
            </a:r>
            <a:r>
              <a:rPr lang="en-US" dirty="0"/>
              <a:t> beatae vitae.</a:t>
            </a:r>
          </a:p>
        </p:txBody>
      </p:sp>
      <p:sp>
        <p:nvSpPr>
          <p:cNvPr id="10" name="Text Placeholder 12">
            <a:extLst>
              <a:ext uri="{FF2B5EF4-FFF2-40B4-BE49-F238E27FC236}">
                <a16:creationId xmlns:a16="http://schemas.microsoft.com/office/drawing/2014/main" id="{06B0A9AB-D9A3-1E08-3001-30A9D645FFA9}"/>
              </a:ext>
            </a:extLst>
          </p:cNvPr>
          <p:cNvSpPr>
            <a:spLocks noGrp="1"/>
          </p:cNvSpPr>
          <p:nvPr>
            <p:ph type="body" sz="quarter" idx="14"/>
          </p:nvPr>
        </p:nvSpPr>
        <p:spPr>
          <a:xfrm>
            <a:off x="6563089" y="3740277"/>
            <a:ext cx="5232717" cy="1684948"/>
          </a:xfrm>
        </p:spPr>
        <p:txBody>
          <a:bodyPr wrap="square">
            <a:sp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pic>
        <p:nvPicPr>
          <p:cNvPr id="2" name="Graphic 1">
            <a:extLst>
              <a:ext uri="{FF2B5EF4-FFF2-40B4-BE49-F238E27FC236}">
                <a16:creationId xmlns:a16="http://schemas.microsoft.com/office/drawing/2014/main" id="{017A8F2F-9330-25BE-0D2E-902E66CDE27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317084912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Gray Half">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9A1D1E00-2C7E-EB5E-B9AA-70EC4E40EAA1}"/>
              </a:ext>
            </a:extLst>
          </p:cNvPr>
          <p:cNvSpPr/>
          <p:nvPr/>
        </p:nvSpPr>
        <p:spPr>
          <a:xfrm>
            <a:off x="0" y="0"/>
            <a:ext cx="6096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2FE01EFE-63CA-D3D5-C581-993880DA8B04}"/>
              </a:ext>
            </a:extLst>
          </p:cNvPr>
          <p:cNvSpPr>
            <a:spLocks noGrp="1"/>
          </p:cNvSpPr>
          <p:nvPr>
            <p:ph type="body" sz="quarter" idx="10" hasCustomPrompt="1"/>
          </p:nvPr>
        </p:nvSpPr>
        <p:spPr>
          <a:xfrm>
            <a:off x="386034" y="2147403"/>
            <a:ext cx="5334046" cy="944810"/>
          </a:xfrm>
        </p:spPr>
        <p:txBody>
          <a:bodyPr>
            <a:spAutoFit/>
          </a:bodyPr>
          <a:lstStyle>
            <a:lvl1pPr marL="0" indent="0" algn="l">
              <a:lnSpc>
                <a:spcPct val="90000"/>
              </a:lnSpc>
              <a:spcBef>
                <a:spcPts val="0"/>
              </a:spcBef>
              <a:buNone/>
              <a:defRPr sz="3400" b="1">
                <a:solidFill>
                  <a:schemeClr val="tx1"/>
                </a:solidFill>
              </a:defRPr>
            </a:lvl1pPr>
          </a:lstStyle>
          <a:p>
            <a:pPr lvl="0"/>
            <a:r>
              <a:rPr lang="en-US" dirty="0"/>
              <a:t>Headline culpa qui official arum </a:t>
            </a:r>
            <a:r>
              <a:rPr lang="en-US" dirty="0" err="1"/>
              <a:t>quidem</a:t>
            </a:r>
            <a:r>
              <a:rPr lang="en-US" dirty="0"/>
              <a:t> rerum facilis</a:t>
            </a:r>
          </a:p>
        </p:txBody>
      </p:sp>
      <p:sp>
        <p:nvSpPr>
          <p:cNvPr id="6" name="Text Placeholder 17">
            <a:extLst>
              <a:ext uri="{FF2B5EF4-FFF2-40B4-BE49-F238E27FC236}">
                <a16:creationId xmlns:a16="http://schemas.microsoft.com/office/drawing/2014/main" id="{5AE79D15-E07D-A51E-4EAF-87E654A74472}"/>
              </a:ext>
            </a:extLst>
          </p:cNvPr>
          <p:cNvSpPr>
            <a:spLocks noGrp="1"/>
          </p:cNvSpPr>
          <p:nvPr>
            <p:ph type="body" sz="quarter" idx="11" hasCustomPrompt="1"/>
          </p:nvPr>
        </p:nvSpPr>
        <p:spPr>
          <a:xfrm>
            <a:off x="386034" y="3283108"/>
            <a:ext cx="5334046" cy="663451"/>
          </a:xfrm>
        </p:spPr>
        <p:txBody>
          <a:bodyPr wrap="square">
            <a:spAutoFit/>
          </a:bodyPr>
          <a:lstStyle>
            <a:lvl1pPr marL="0" indent="0" algn="l">
              <a:spcBef>
                <a:spcPts val="0"/>
              </a:spcBef>
              <a:buNone/>
              <a:defRPr sz="20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7" name="Text Placeholder 17">
            <a:extLst>
              <a:ext uri="{FF2B5EF4-FFF2-40B4-BE49-F238E27FC236}">
                <a16:creationId xmlns:a16="http://schemas.microsoft.com/office/drawing/2014/main" id="{B23AFD1E-0CBC-F8B7-0767-9DD68D6AA30C}"/>
              </a:ext>
            </a:extLst>
          </p:cNvPr>
          <p:cNvSpPr>
            <a:spLocks noGrp="1"/>
          </p:cNvSpPr>
          <p:nvPr>
            <p:ph type="body" sz="quarter" idx="12" hasCustomPrompt="1"/>
          </p:nvPr>
        </p:nvSpPr>
        <p:spPr>
          <a:xfrm>
            <a:off x="6563360" y="1763901"/>
            <a:ext cx="523292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8" name="Text Placeholder 8">
            <a:extLst>
              <a:ext uri="{FF2B5EF4-FFF2-40B4-BE49-F238E27FC236}">
                <a16:creationId xmlns:a16="http://schemas.microsoft.com/office/drawing/2014/main" id="{CF81A4C6-9E62-AA06-E7C6-9A7067E4CE38}"/>
              </a:ext>
            </a:extLst>
          </p:cNvPr>
          <p:cNvSpPr>
            <a:spLocks noGrp="1"/>
          </p:cNvSpPr>
          <p:nvPr>
            <p:ph type="body" sz="quarter" idx="13" hasCustomPrompt="1"/>
          </p:nvPr>
        </p:nvSpPr>
        <p:spPr>
          <a:xfrm>
            <a:off x="6563360" y="2426711"/>
            <a:ext cx="523292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 </a:t>
            </a:r>
            <a:r>
              <a:rPr lang="en-US" dirty="0" err="1"/>
              <a:t>quae</a:t>
            </a:r>
            <a:r>
              <a:rPr lang="en-US" dirty="0"/>
              <a:t> ab </a:t>
            </a:r>
            <a:r>
              <a:rPr lang="en-US" dirty="0" err="1"/>
              <a:t>illo</a:t>
            </a:r>
            <a:r>
              <a:rPr lang="en-US" dirty="0"/>
              <a:t> </a:t>
            </a:r>
            <a:r>
              <a:rPr lang="en-US" dirty="0" err="1"/>
              <a:t>inventore</a:t>
            </a:r>
            <a:r>
              <a:rPr lang="en-US" dirty="0"/>
              <a:t> </a:t>
            </a:r>
            <a:r>
              <a:rPr lang="en-US" dirty="0" err="1"/>
              <a:t>veritatis</a:t>
            </a:r>
            <a:r>
              <a:rPr lang="en-US" dirty="0"/>
              <a:t> et quasi </a:t>
            </a:r>
            <a:r>
              <a:rPr lang="en-US" dirty="0" err="1"/>
              <a:t>architecto</a:t>
            </a:r>
            <a:r>
              <a:rPr lang="en-US" dirty="0"/>
              <a:t> beatae vitae.</a:t>
            </a:r>
          </a:p>
        </p:txBody>
      </p:sp>
      <p:sp>
        <p:nvSpPr>
          <p:cNvPr id="9" name="Text Placeholder 12">
            <a:extLst>
              <a:ext uri="{FF2B5EF4-FFF2-40B4-BE49-F238E27FC236}">
                <a16:creationId xmlns:a16="http://schemas.microsoft.com/office/drawing/2014/main" id="{C2B39BD8-F2D4-82FD-6B93-90DE2A49E686}"/>
              </a:ext>
            </a:extLst>
          </p:cNvPr>
          <p:cNvSpPr>
            <a:spLocks noGrp="1"/>
          </p:cNvSpPr>
          <p:nvPr>
            <p:ph type="body" sz="quarter" idx="14"/>
          </p:nvPr>
        </p:nvSpPr>
        <p:spPr>
          <a:xfrm>
            <a:off x="6563089" y="3740277"/>
            <a:ext cx="5232717" cy="1684948"/>
          </a:xfrm>
        </p:spPr>
        <p:txBody>
          <a:bodyPr wrap="square">
            <a:sp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pic>
        <p:nvPicPr>
          <p:cNvPr id="12" name="Graphic 11">
            <a:extLst>
              <a:ext uri="{FF2B5EF4-FFF2-40B4-BE49-F238E27FC236}">
                <a16:creationId xmlns:a16="http://schemas.microsoft.com/office/drawing/2014/main" id="{989C4F93-BF72-9EDD-88A7-D0623456593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7045316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Green Half">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9A1D1E00-2C7E-EB5E-B9AA-70EC4E40EAA1}"/>
              </a:ext>
            </a:extLst>
          </p:cNvPr>
          <p:cNvSpPr/>
          <p:nvPr/>
        </p:nvSpPr>
        <p:spPr>
          <a:xfrm>
            <a:off x="0" y="0"/>
            <a:ext cx="6096000"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2FE01EFE-63CA-D3D5-C581-993880DA8B04}"/>
              </a:ext>
            </a:extLst>
          </p:cNvPr>
          <p:cNvSpPr>
            <a:spLocks noGrp="1"/>
          </p:cNvSpPr>
          <p:nvPr>
            <p:ph type="body" sz="quarter" idx="10" hasCustomPrompt="1"/>
          </p:nvPr>
        </p:nvSpPr>
        <p:spPr>
          <a:xfrm>
            <a:off x="386034" y="2147403"/>
            <a:ext cx="5334046" cy="944810"/>
          </a:xfrm>
        </p:spPr>
        <p:txBody>
          <a:bodyPr>
            <a:spAutoFit/>
          </a:bodyPr>
          <a:lstStyle>
            <a:lvl1pPr marL="0" indent="0" algn="l">
              <a:lnSpc>
                <a:spcPct val="90000"/>
              </a:lnSpc>
              <a:spcBef>
                <a:spcPts val="0"/>
              </a:spcBef>
              <a:buNone/>
              <a:defRPr sz="3400" b="1">
                <a:solidFill>
                  <a:schemeClr val="tx1"/>
                </a:solidFill>
              </a:defRPr>
            </a:lvl1pPr>
          </a:lstStyle>
          <a:p>
            <a:pPr lvl="0"/>
            <a:r>
              <a:rPr lang="en-US" dirty="0"/>
              <a:t>Headline culpa qui official arum </a:t>
            </a:r>
            <a:r>
              <a:rPr lang="en-US" dirty="0" err="1"/>
              <a:t>quidem</a:t>
            </a:r>
            <a:r>
              <a:rPr lang="en-US" dirty="0"/>
              <a:t> rerum facilis</a:t>
            </a:r>
          </a:p>
        </p:txBody>
      </p:sp>
      <p:sp>
        <p:nvSpPr>
          <p:cNvPr id="6" name="Text Placeholder 17">
            <a:extLst>
              <a:ext uri="{FF2B5EF4-FFF2-40B4-BE49-F238E27FC236}">
                <a16:creationId xmlns:a16="http://schemas.microsoft.com/office/drawing/2014/main" id="{5AE79D15-E07D-A51E-4EAF-87E654A74472}"/>
              </a:ext>
            </a:extLst>
          </p:cNvPr>
          <p:cNvSpPr>
            <a:spLocks noGrp="1"/>
          </p:cNvSpPr>
          <p:nvPr>
            <p:ph type="body" sz="quarter" idx="11" hasCustomPrompt="1"/>
          </p:nvPr>
        </p:nvSpPr>
        <p:spPr>
          <a:xfrm>
            <a:off x="386034" y="3283108"/>
            <a:ext cx="5334046" cy="663451"/>
          </a:xfrm>
        </p:spPr>
        <p:txBody>
          <a:bodyPr wrap="square">
            <a:spAutoFit/>
          </a:bodyPr>
          <a:lstStyle>
            <a:lvl1pPr marL="0" indent="0" algn="l">
              <a:spcBef>
                <a:spcPts val="0"/>
              </a:spcBef>
              <a:buNone/>
              <a:defRPr sz="20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7" name="Text Placeholder 17">
            <a:extLst>
              <a:ext uri="{FF2B5EF4-FFF2-40B4-BE49-F238E27FC236}">
                <a16:creationId xmlns:a16="http://schemas.microsoft.com/office/drawing/2014/main" id="{B23AFD1E-0CBC-F8B7-0767-9DD68D6AA30C}"/>
              </a:ext>
            </a:extLst>
          </p:cNvPr>
          <p:cNvSpPr>
            <a:spLocks noGrp="1"/>
          </p:cNvSpPr>
          <p:nvPr>
            <p:ph type="body" sz="quarter" idx="12" hasCustomPrompt="1"/>
          </p:nvPr>
        </p:nvSpPr>
        <p:spPr>
          <a:xfrm>
            <a:off x="6563360" y="1763901"/>
            <a:ext cx="523292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8" name="Text Placeholder 8">
            <a:extLst>
              <a:ext uri="{FF2B5EF4-FFF2-40B4-BE49-F238E27FC236}">
                <a16:creationId xmlns:a16="http://schemas.microsoft.com/office/drawing/2014/main" id="{CF81A4C6-9E62-AA06-E7C6-9A7067E4CE38}"/>
              </a:ext>
            </a:extLst>
          </p:cNvPr>
          <p:cNvSpPr>
            <a:spLocks noGrp="1"/>
          </p:cNvSpPr>
          <p:nvPr>
            <p:ph type="body" sz="quarter" idx="13" hasCustomPrompt="1"/>
          </p:nvPr>
        </p:nvSpPr>
        <p:spPr>
          <a:xfrm>
            <a:off x="6563360" y="2426711"/>
            <a:ext cx="523292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 </a:t>
            </a:r>
            <a:r>
              <a:rPr lang="en-US" dirty="0" err="1"/>
              <a:t>quae</a:t>
            </a:r>
            <a:r>
              <a:rPr lang="en-US" dirty="0"/>
              <a:t> ab </a:t>
            </a:r>
            <a:r>
              <a:rPr lang="en-US" dirty="0" err="1"/>
              <a:t>illo</a:t>
            </a:r>
            <a:r>
              <a:rPr lang="en-US" dirty="0"/>
              <a:t> </a:t>
            </a:r>
            <a:r>
              <a:rPr lang="en-US" dirty="0" err="1"/>
              <a:t>inventore</a:t>
            </a:r>
            <a:r>
              <a:rPr lang="en-US" dirty="0"/>
              <a:t> </a:t>
            </a:r>
            <a:r>
              <a:rPr lang="en-US" dirty="0" err="1"/>
              <a:t>veritatis</a:t>
            </a:r>
            <a:r>
              <a:rPr lang="en-US" dirty="0"/>
              <a:t> et quasi </a:t>
            </a:r>
            <a:r>
              <a:rPr lang="en-US" dirty="0" err="1"/>
              <a:t>architecto</a:t>
            </a:r>
            <a:r>
              <a:rPr lang="en-US" dirty="0"/>
              <a:t> beatae vitae.</a:t>
            </a:r>
          </a:p>
        </p:txBody>
      </p:sp>
      <p:sp>
        <p:nvSpPr>
          <p:cNvPr id="9" name="Text Placeholder 12">
            <a:extLst>
              <a:ext uri="{FF2B5EF4-FFF2-40B4-BE49-F238E27FC236}">
                <a16:creationId xmlns:a16="http://schemas.microsoft.com/office/drawing/2014/main" id="{C2B39BD8-F2D4-82FD-6B93-90DE2A49E686}"/>
              </a:ext>
            </a:extLst>
          </p:cNvPr>
          <p:cNvSpPr>
            <a:spLocks noGrp="1"/>
          </p:cNvSpPr>
          <p:nvPr>
            <p:ph type="body" sz="quarter" idx="14"/>
          </p:nvPr>
        </p:nvSpPr>
        <p:spPr>
          <a:xfrm>
            <a:off x="6563089" y="3740277"/>
            <a:ext cx="5232717" cy="1684948"/>
          </a:xfrm>
        </p:spPr>
        <p:txBody>
          <a:bodyPr wrap="square">
            <a:sp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pic>
        <p:nvPicPr>
          <p:cNvPr id="12" name="Graphic 11">
            <a:extLst>
              <a:ext uri="{FF2B5EF4-FFF2-40B4-BE49-F238E27FC236}">
                <a16:creationId xmlns:a16="http://schemas.microsoft.com/office/drawing/2014/main" id="{AB1728AA-35B4-4BD9-8922-5A10B50EFB77}"/>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261124541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PUR Thir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5CBFEB-E840-D7EB-F8A5-6E3EB245AA06}"/>
              </a:ext>
            </a:extLst>
          </p:cNvPr>
          <p:cNvSpPr/>
          <p:nvPr/>
        </p:nvSpPr>
        <p:spPr>
          <a:xfrm>
            <a:off x="0" y="0"/>
            <a:ext cx="4063984"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386034" y="1647736"/>
            <a:ext cx="3312206" cy="1415709"/>
          </a:xfrm>
        </p:spPr>
        <p:txBody>
          <a:bodyPr wrap="square">
            <a:spAutoFit/>
          </a:bodyPr>
          <a:lstStyle>
            <a:lvl1pPr marL="0" indent="0" algn="l">
              <a:lnSpc>
                <a:spcPct val="90000"/>
              </a:lnSpc>
              <a:spcBef>
                <a:spcPts val="0"/>
              </a:spcBef>
              <a:buNone/>
              <a:defRPr sz="3400" b="1">
                <a:solidFill>
                  <a:schemeClr val="bg1"/>
                </a:solidFill>
              </a:defRPr>
            </a:lvl1pPr>
          </a:lstStyle>
          <a:p>
            <a:pPr lvl="0"/>
            <a:r>
              <a:rPr lang="en-US" dirty="0"/>
              <a:t>Headline culpa qui official arum </a:t>
            </a:r>
            <a:r>
              <a:rPr lang="en-US" dirty="0" err="1"/>
              <a:t>quidem</a:t>
            </a:r>
            <a:r>
              <a:rPr lang="en-US" dirty="0"/>
              <a:t> rerum</a:t>
            </a:r>
          </a:p>
        </p:txBody>
      </p:sp>
      <p:sp>
        <p:nvSpPr>
          <p:cNvPr id="6" name="Text Placeholder 17">
            <a:extLst>
              <a:ext uri="{FF2B5EF4-FFF2-40B4-BE49-F238E27FC236}">
                <a16:creationId xmlns:a16="http://schemas.microsoft.com/office/drawing/2014/main" id="{16B976F1-2579-253B-37D3-66B1EB3F4F20}"/>
              </a:ext>
            </a:extLst>
          </p:cNvPr>
          <p:cNvSpPr>
            <a:spLocks noGrp="1"/>
          </p:cNvSpPr>
          <p:nvPr>
            <p:ph type="body" sz="quarter" idx="11" hasCustomPrompt="1"/>
          </p:nvPr>
        </p:nvSpPr>
        <p:spPr>
          <a:xfrm>
            <a:off x="386034" y="3211988"/>
            <a:ext cx="3312206" cy="1002006"/>
          </a:xfrm>
        </p:spPr>
        <p:txBody>
          <a:bodyPr wrap="square">
            <a:spAutoFit/>
          </a:bodyPr>
          <a:lstStyle>
            <a:lvl1pPr marL="0" indent="0" algn="l">
              <a:spcBef>
                <a:spcPts val="0"/>
              </a:spcBef>
              <a:buNone/>
              <a:defRPr sz="20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12" name="Text Placeholder 17">
            <a:extLst>
              <a:ext uri="{FF2B5EF4-FFF2-40B4-BE49-F238E27FC236}">
                <a16:creationId xmlns:a16="http://schemas.microsoft.com/office/drawing/2014/main" id="{247F7AFC-9E1C-DD0B-41C1-05088976F5FF}"/>
              </a:ext>
            </a:extLst>
          </p:cNvPr>
          <p:cNvSpPr>
            <a:spLocks noGrp="1"/>
          </p:cNvSpPr>
          <p:nvPr>
            <p:ph type="body" sz="quarter" idx="12" hasCustomPrompt="1"/>
          </p:nvPr>
        </p:nvSpPr>
        <p:spPr>
          <a:xfrm>
            <a:off x="457159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3" name="Text Placeholder 8">
            <a:extLst>
              <a:ext uri="{FF2B5EF4-FFF2-40B4-BE49-F238E27FC236}">
                <a16:creationId xmlns:a16="http://schemas.microsoft.com/office/drawing/2014/main" id="{0E7A1DE1-A6A1-A8B0-1E59-2D30FDB4CB2B}"/>
              </a:ext>
            </a:extLst>
          </p:cNvPr>
          <p:cNvSpPr>
            <a:spLocks noGrp="1"/>
          </p:cNvSpPr>
          <p:nvPr>
            <p:ph type="body" sz="quarter" idx="13" hasCustomPrompt="1"/>
          </p:nvPr>
        </p:nvSpPr>
        <p:spPr>
          <a:xfrm>
            <a:off x="4571595" y="2310546"/>
            <a:ext cx="3363411"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4" name="Text Placeholder 12">
            <a:extLst>
              <a:ext uri="{FF2B5EF4-FFF2-40B4-BE49-F238E27FC236}">
                <a16:creationId xmlns:a16="http://schemas.microsoft.com/office/drawing/2014/main" id="{F338C581-FDC0-BE86-1CD1-D9586D8EB8A0}"/>
              </a:ext>
            </a:extLst>
          </p:cNvPr>
          <p:cNvSpPr>
            <a:spLocks noGrp="1"/>
          </p:cNvSpPr>
          <p:nvPr>
            <p:ph type="body" sz="quarter" idx="14"/>
          </p:nvPr>
        </p:nvSpPr>
        <p:spPr>
          <a:xfrm>
            <a:off x="4571323" y="3624112"/>
            <a:ext cx="3363277" cy="1684948"/>
          </a:xfrm>
        </p:spPr>
        <p:txBody>
          <a:bodyPr wrap="square">
            <a:sp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15" name="Text Placeholder 17">
            <a:extLst>
              <a:ext uri="{FF2B5EF4-FFF2-40B4-BE49-F238E27FC236}">
                <a16:creationId xmlns:a16="http://schemas.microsoft.com/office/drawing/2014/main" id="{8BE05EDD-6AF1-AF29-FB86-197BB73F5255}"/>
              </a:ext>
            </a:extLst>
          </p:cNvPr>
          <p:cNvSpPr>
            <a:spLocks noGrp="1"/>
          </p:cNvSpPr>
          <p:nvPr>
            <p:ph type="body" sz="quarter" idx="15" hasCustomPrompt="1"/>
          </p:nvPr>
        </p:nvSpPr>
        <p:spPr>
          <a:xfrm>
            <a:off x="844255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6" name="Text Placeholder 8">
            <a:extLst>
              <a:ext uri="{FF2B5EF4-FFF2-40B4-BE49-F238E27FC236}">
                <a16:creationId xmlns:a16="http://schemas.microsoft.com/office/drawing/2014/main" id="{7F1C9870-651A-8301-4A2C-6EE5FB7ABFD6}"/>
              </a:ext>
            </a:extLst>
          </p:cNvPr>
          <p:cNvSpPr>
            <a:spLocks noGrp="1"/>
          </p:cNvSpPr>
          <p:nvPr>
            <p:ph type="body" sz="quarter" idx="16" hasCustomPrompt="1"/>
          </p:nvPr>
        </p:nvSpPr>
        <p:spPr>
          <a:xfrm>
            <a:off x="8442555" y="2310546"/>
            <a:ext cx="3363411"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7" name="Text Placeholder 12">
            <a:extLst>
              <a:ext uri="{FF2B5EF4-FFF2-40B4-BE49-F238E27FC236}">
                <a16:creationId xmlns:a16="http://schemas.microsoft.com/office/drawing/2014/main" id="{CB3B220D-3CAD-B3DC-8F6C-B8A398E8864A}"/>
              </a:ext>
            </a:extLst>
          </p:cNvPr>
          <p:cNvSpPr>
            <a:spLocks noGrp="1"/>
          </p:cNvSpPr>
          <p:nvPr>
            <p:ph type="body" sz="quarter" idx="17"/>
          </p:nvPr>
        </p:nvSpPr>
        <p:spPr>
          <a:xfrm>
            <a:off x="8442283" y="3624112"/>
            <a:ext cx="3363277" cy="1684948"/>
          </a:xfrm>
        </p:spPr>
        <p:txBody>
          <a:bodyPr wrap="square">
            <a:sp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pic>
        <p:nvPicPr>
          <p:cNvPr id="2" name="Graphic 1">
            <a:extLst>
              <a:ext uri="{FF2B5EF4-FFF2-40B4-BE49-F238E27FC236}">
                <a16:creationId xmlns:a16="http://schemas.microsoft.com/office/drawing/2014/main" id="{01D50BC8-C95D-425B-652A-2D581ADCD81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389278346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Gray Thir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5CBFEB-E840-D7EB-F8A5-6E3EB245AA06}"/>
              </a:ext>
            </a:extLst>
          </p:cNvPr>
          <p:cNvSpPr/>
          <p:nvPr/>
        </p:nvSpPr>
        <p:spPr>
          <a:xfrm>
            <a:off x="0" y="0"/>
            <a:ext cx="4063984"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386034" y="1647736"/>
            <a:ext cx="3312206" cy="1415709"/>
          </a:xfrm>
        </p:spPr>
        <p:txBody>
          <a:bodyPr wrap="square">
            <a:spAutoFit/>
          </a:bodyPr>
          <a:lstStyle>
            <a:lvl1pPr marL="0" indent="0" algn="l">
              <a:lnSpc>
                <a:spcPct val="90000"/>
              </a:lnSpc>
              <a:spcBef>
                <a:spcPts val="0"/>
              </a:spcBef>
              <a:buNone/>
              <a:defRPr sz="3400" b="1">
                <a:solidFill>
                  <a:schemeClr val="tx1"/>
                </a:solidFill>
              </a:defRPr>
            </a:lvl1pPr>
          </a:lstStyle>
          <a:p>
            <a:pPr lvl="0"/>
            <a:r>
              <a:rPr lang="en-US" dirty="0"/>
              <a:t>Headline culpa qui official arum </a:t>
            </a:r>
            <a:r>
              <a:rPr lang="en-US" dirty="0" err="1"/>
              <a:t>quidem</a:t>
            </a:r>
            <a:r>
              <a:rPr lang="en-US" dirty="0"/>
              <a:t> rerum</a:t>
            </a:r>
          </a:p>
        </p:txBody>
      </p:sp>
      <p:sp>
        <p:nvSpPr>
          <p:cNvPr id="6" name="Text Placeholder 17">
            <a:extLst>
              <a:ext uri="{FF2B5EF4-FFF2-40B4-BE49-F238E27FC236}">
                <a16:creationId xmlns:a16="http://schemas.microsoft.com/office/drawing/2014/main" id="{16B976F1-2579-253B-37D3-66B1EB3F4F20}"/>
              </a:ext>
            </a:extLst>
          </p:cNvPr>
          <p:cNvSpPr>
            <a:spLocks noGrp="1"/>
          </p:cNvSpPr>
          <p:nvPr>
            <p:ph type="body" sz="quarter" idx="11" hasCustomPrompt="1"/>
          </p:nvPr>
        </p:nvSpPr>
        <p:spPr>
          <a:xfrm>
            <a:off x="386034" y="3211988"/>
            <a:ext cx="3312206" cy="1002006"/>
          </a:xfrm>
        </p:spPr>
        <p:txBody>
          <a:bodyPr wrap="square">
            <a:spAutoFit/>
          </a:bodyPr>
          <a:lstStyle>
            <a:lvl1pPr marL="0" indent="0" algn="l">
              <a:spcBef>
                <a:spcPts val="0"/>
              </a:spcBef>
              <a:buNone/>
              <a:defRPr sz="20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12" name="Text Placeholder 17">
            <a:extLst>
              <a:ext uri="{FF2B5EF4-FFF2-40B4-BE49-F238E27FC236}">
                <a16:creationId xmlns:a16="http://schemas.microsoft.com/office/drawing/2014/main" id="{247F7AFC-9E1C-DD0B-41C1-05088976F5FF}"/>
              </a:ext>
            </a:extLst>
          </p:cNvPr>
          <p:cNvSpPr>
            <a:spLocks noGrp="1"/>
          </p:cNvSpPr>
          <p:nvPr>
            <p:ph type="body" sz="quarter" idx="12" hasCustomPrompt="1"/>
          </p:nvPr>
        </p:nvSpPr>
        <p:spPr>
          <a:xfrm>
            <a:off x="457159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3" name="Text Placeholder 8">
            <a:extLst>
              <a:ext uri="{FF2B5EF4-FFF2-40B4-BE49-F238E27FC236}">
                <a16:creationId xmlns:a16="http://schemas.microsoft.com/office/drawing/2014/main" id="{0E7A1DE1-A6A1-A8B0-1E59-2D30FDB4CB2B}"/>
              </a:ext>
            </a:extLst>
          </p:cNvPr>
          <p:cNvSpPr>
            <a:spLocks noGrp="1"/>
          </p:cNvSpPr>
          <p:nvPr>
            <p:ph type="body" sz="quarter" idx="13" hasCustomPrompt="1"/>
          </p:nvPr>
        </p:nvSpPr>
        <p:spPr>
          <a:xfrm>
            <a:off x="4571595" y="2310546"/>
            <a:ext cx="3363411"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4" name="Text Placeholder 12">
            <a:extLst>
              <a:ext uri="{FF2B5EF4-FFF2-40B4-BE49-F238E27FC236}">
                <a16:creationId xmlns:a16="http://schemas.microsoft.com/office/drawing/2014/main" id="{F338C581-FDC0-BE86-1CD1-D9586D8EB8A0}"/>
              </a:ext>
            </a:extLst>
          </p:cNvPr>
          <p:cNvSpPr>
            <a:spLocks noGrp="1"/>
          </p:cNvSpPr>
          <p:nvPr>
            <p:ph type="body" sz="quarter" idx="14"/>
          </p:nvPr>
        </p:nvSpPr>
        <p:spPr>
          <a:xfrm>
            <a:off x="4571323" y="3624112"/>
            <a:ext cx="3363277" cy="1684948"/>
          </a:xfrm>
        </p:spPr>
        <p:txBody>
          <a:bodyPr wrap="square">
            <a:sp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15" name="Text Placeholder 17">
            <a:extLst>
              <a:ext uri="{FF2B5EF4-FFF2-40B4-BE49-F238E27FC236}">
                <a16:creationId xmlns:a16="http://schemas.microsoft.com/office/drawing/2014/main" id="{8BE05EDD-6AF1-AF29-FB86-197BB73F5255}"/>
              </a:ext>
            </a:extLst>
          </p:cNvPr>
          <p:cNvSpPr>
            <a:spLocks noGrp="1"/>
          </p:cNvSpPr>
          <p:nvPr>
            <p:ph type="body" sz="quarter" idx="15" hasCustomPrompt="1"/>
          </p:nvPr>
        </p:nvSpPr>
        <p:spPr>
          <a:xfrm>
            <a:off x="844255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6" name="Text Placeholder 8">
            <a:extLst>
              <a:ext uri="{FF2B5EF4-FFF2-40B4-BE49-F238E27FC236}">
                <a16:creationId xmlns:a16="http://schemas.microsoft.com/office/drawing/2014/main" id="{7F1C9870-651A-8301-4A2C-6EE5FB7ABFD6}"/>
              </a:ext>
            </a:extLst>
          </p:cNvPr>
          <p:cNvSpPr>
            <a:spLocks noGrp="1"/>
          </p:cNvSpPr>
          <p:nvPr>
            <p:ph type="body" sz="quarter" idx="16" hasCustomPrompt="1"/>
          </p:nvPr>
        </p:nvSpPr>
        <p:spPr>
          <a:xfrm>
            <a:off x="8442555" y="2310546"/>
            <a:ext cx="3363411"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7" name="Text Placeholder 12">
            <a:extLst>
              <a:ext uri="{FF2B5EF4-FFF2-40B4-BE49-F238E27FC236}">
                <a16:creationId xmlns:a16="http://schemas.microsoft.com/office/drawing/2014/main" id="{CB3B220D-3CAD-B3DC-8F6C-B8A398E8864A}"/>
              </a:ext>
            </a:extLst>
          </p:cNvPr>
          <p:cNvSpPr>
            <a:spLocks noGrp="1"/>
          </p:cNvSpPr>
          <p:nvPr>
            <p:ph type="body" sz="quarter" idx="17"/>
          </p:nvPr>
        </p:nvSpPr>
        <p:spPr>
          <a:xfrm>
            <a:off x="8442283" y="3624112"/>
            <a:ext cx="3363277" cy="1684948"/>
          </a:xfrm>
        </p:spPr>
        <p:txBody>
          <a:bodyPr wrap="square">
            <a:sp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pic>
        <p:nvPicPr>
          <p:cNvPr id="9" name="Graphic 8">
            <a:extLst>
              <a:ext uri="{FF2B5EF4-FFF2-40B4-BE49-F238E27FC236}">
                <a16:creationId xmlns:a16="http://schemas.microsoft.com/office/drawing/2014/main" id="{E5FB72CE-435D-5F45-16B1-4A77B79AF3C5}"/>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77241407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Green Thir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5CBFEB-E840-D7EB-F8A5-6E3EB245AA06}"/>
              </a:ext>
            </a:extLst>
          </p:cNvPr>
          <p:cNvSpPr/>
          <p:nvPr/>
        </p:nvSpPr>
        <p:spPr>
          <a:xfrm>
            <a:off x="0" y="0"/>
            <a:ext cx="4063984"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386034" y="1647736"/>
            <a:ext cx="3312206" cy="1415709"/>
          </a:xfrm>
        </p:spPr>
        <p:txBody>
          <a:bodyPr wrap="square">
            <a:spAutoFit/>
          </a:bodyPr>
          <a:lstStyle>
            <a:lvl1pPr marL="0" indent="0" algn="l">
              <a:lnSpc>
                <a:spcPct val="90000"/>
              </a:lnSpc>
              <a:spcBef>
                <a:spcPts val="0"/>
              </a:spcBef>
              <a:buNone/>
              <a:defRPr sz="3400" b="1">
                <a:solidFill>
                  <a:schemeClr val="tx1"/>
                </a:solidFill>
              </a:defRPr>
            </a:lvl1pPr>
          </a:lstStyle>
          <a:p>
            <a:pPr lvl="0"/>
            <a:r>
              <a:rPr lang="en-US" dirty="0"/>
              <a:t>Headline culpa qui official arum </a:t>
            </a:r>
            <a:r>
              <a:rPr lang="en-US" dirty="0" err="1"/>
              <a:t>quidem</a:t>
            </a:r>
            <a:r>
              <a:rPr lang="en-US" dirty="0"/>
              <a:t> rerum</a:t>
            </a:r>
          </a:p>
        </p:txBody>
      </p:sp>
      <p:sp>
        <p:nvSpPr>
          <p:cNvPr id="6" name="Text Placeholder 17">
            <a:extLst>
              <a:ext uri="{FF2B5EF4-FFF2-40B4-BE49-F238E27FC236}">
                <a16:creationId xmlns:a16="http://schemas.microsoft.com/office/drawing/2014/main" id="{16B976F1-2579-253B-37D3-66B1EB3F4F20}"/>
              </a:ext>
            </a:extLst>
          </p:cNvPr>
          <p:cNvSpPr>
            <a:spLocks noGrp="1"/>
          </p:cNvSpPr>
          <p:nvPr>
            <p:ph type="body" sz="quarter" idx="11" hasCustomPrompt="1"/>
          </p:nvPr>
        </p:nvSpPr>
        <p:spPr>
          <a:xfrm>
            <a:off x="386034" y="3211988"/>
            <a:ext cx="3312206" cy="1002006"/>
          </a:xfrm>
        </p:spPr>
        <p:txBody>
          <a:bodyPr wrap="square">
            <a:spAutoFit/>
          </a:bodyPr>
          <a:lstStyle>
            <a:lvl1pPr marL="0" indent="0" algn="l">
              <a:spcBef>
                <a:spcPts val="0"/>
              </a:spcBef>
              <a:buNone/>
              <a:defRPr sz="20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12" name="Text Placeholder 17">
            <a:extLst>
              <a:ext uri="{FF2B5EF4-FFF2-40B4-BE49-F238E27FC236}">
                <a16:creationId xmlns:a16="http://schemas.microsoft.com/office/drawing/2014/main" id="{247F7AFC-9E1C-DD0B-41C1-05088976F5FF}"/>
              </a:ext>
            </a:extLst>
          </p:cNvPr>
          <p:cNvSpPr>
            <a:spLocks noGrp="1"/>
          </p:cNvSpPr>
          <p:nvPr>
            <p:ph type="body" sz="quarter" idx="12" hasCustomPrompt="1"/>
          </p:nvPr>
        </p:nvSpPr>
        <p:spPr>
          <a:xfrm>
            <a:off x="457159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3" name="Text Placeholder 8">
            <a:extLst>
              <a:ext uri="{FF2B5EF4-FFF2-40B4-BE49-F238E27FC236}">
                <a16:creationId xmlns:a16="http://schemas.microsoft.com/office/drawing/2014/main" id="{0E7A1DE1-A6A1-A8B0-1E59-2D30FDB4CB2B}"/>
              </a:ext>
            </a:extLst>
          </p:cNvPr>
          <p:cNvSpPr>
            <a:spLocks noGrp="1"/>
          </p:cNvSpPr>
          <p:nvPr>
            <p:ph type="body" sz="quarter" idx="13" hasCustomPrompt="1"/>
          </p:nvPr>
        </p:nvSpPr>
        <p:spPr>
          <a:xfrm>
            <a:off x="4571595" y="2310546"/>
            <a:ext cx="3363411"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4" name="Text Placeholder 12">
            <a:extLst>
              <a:ext uri="{FF2B5EF4-FFF2-40B4-BE49-F238E27FC236}">
                <a16:creationId xmlns:a16="http://schemas.microsoft.com/office/drawing/2014/main" id="{F338C581-FDC0-BE86-1CD1-D9586D8EB8A0}"/>
              </a:ext>
            </a:extLst>
          </p:cNvPr>
          <p:cNvSpPr>
            <a:spLocks noGrp="1"/>
          </p:cNvSpPr>
          <p:nvPr>
            <p:ph type="body" sz="quarter" idx="14"/>
          </p:nvPr>
        </p:nvSpPr>
        <p:spPr>
          <a:xfrm>
            <a:off x="4571323" y="3624112"/>
            <a:ext cx="3363277" cy="1684948"/>
          </a:xfrm>
        </p:spPr>
        <p:txBody>
          <a:bodyPr wrap="square">
            <a:sp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15" name="Text Placeholder 17">
            <a:extLst>
              <a:ext uri="{FF2B5EF4-FFF2-40B4-BE49-F238E27FC236}">
                <a16:creationId xmlns:a16="http://schemas.microsoft.com/office/drawing/2014/main" id="{8BE05EDD-6AF1-AF29-FB86-197BB73F5255}"/>
              </a:ext>
            </a:extLst>
          </p:cNvPr>
          <p:cNvSpPr>
            <a:spLocks noGrp="1"/>
          </p:cNvSpPr>
          <p:nvPr>
            <p:ph type="body" sz="quarter" idx="15" hasCustomPrompt="1"/>
          </p:nvPr>
        </p:nvSpPr>
        <p:spPr>
          <a:xfrm>
            <a:off x="844255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6" name="Text Placeholder 8">
            <a:extLst>
              <a:ext uri="{FF2B5EF4-FFF2-40B4-BE49-F238E27FC236}">
                <a16:creationId xmlns:a16="http://schemas.microsoft.com/office/drawing/2014/main" id="{7F1C9870-651A-8301-4A2C-6EE5FB7ABFD6}"/>
              </a:ext>
            </a:extLst>
          </p:cNvPr>
          <p:cNvSpPr>
            <a:spLocks noGrp="1"/>
          </p:cNvSpPr>
          <p:nvPr>
            <p:ph type="body" sz="quarter" idx="16" hasCustomPrompt="1"/>
          </p:nvPr>
        </p:nvSpPr>
        <p:spPr>
          <a:xfrm>
            <a:off x="8442555" y="2310546"/>
            <a:ext cx="3363411"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7" name="Text Placeholder 12">
            <a:extLst>
              <a:ext uri="{FF2B5EF4-FFF2-40B4-BE49-F238E27FC236}">
                <a16:creationId xmlns:a16="http://schemas.microsoft.com/office/drawing/2014/main" id="{CB3B220D-3CAD-B3DC-8F6C-B8A398E8864A}"/>
              </a:ext>
            </a:extLst>
          </p:cNvPr>
          <p:cNvSpPr>
            <a:spLocks noGrp="1"/>
          </p:cNvSpPr>
          <p:nvPr>
            <p:ph type="body" sz="quarter" idx="17"/>
          </p:nvPr>
        </p:nvSpPr>
        <p:spPr>
          <a:xfrm>
            <a:off x="8442283" y="3624112"/>
            <a:ext cx="3363277" cy="1684948"/>
          </a:xfrm>
        </p:spPr>
        <p:txBody>
          <a:bodyPr wrap="square">
            <a:sp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pic>
        <p:nvPicPr>
          <p:cNvPr id="9" name="Graphic 8">
            <a:extLst>
              <a:ext uri="{FF2B5EF4-FFF2-40B4-BE49-F238E27FC236}">
                <a16:creationId xmlns:a16="http://schemas.microsoft.com/office/drawing/2014/main" id="{65A4C054-B1C8-E492-ADA1-D665C51553FA}"/>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423235526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Image-Right">
    <p:spTree>
      <p:nvGrpSpPr>
        <p:cNvPr id="1" name=""/>
        <p:cNvGrpSpPr/>
        <p:nvPr/>
      </p:nvGrpSpPr>
      <p:grpSpPr>
        <a:xfrm>
          <a:off x="0" y="0"/>
          <a:ext cx="0" cy="0"/>
          <a:chOff x="0" y="0"/>
          <a:chExt cx="0" cy="0"/>
        </a:xfrm>
      </p:grpSpPr>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386034" y="807451"/>
            <a:ext cx="5008909" cy="944810"/>
          </a:xfrm>
        </p:spPr>
        <p:txBody>
          <a:bodyPr wrap="square">
            <a:spAutoFit/>
          </a:bodyPr>
          <a:lstStyle>
            <a:lvl1pPr marL="0" indent="0" algn="l">
              <a:lnSpc>
                <a:spcPct val="90000"/>
              </a:lnSpc>
              <a:spcBef>
                <a:spcPts val="0"/>
              </a:spcBef>
              <a:buNone/>
              <a:defRPr sz="3400" b="1">
                <a:solidFill>
                  <a:schemeClr val="tx1"/>
                </a:solidFill>
              </a:defRPr>
            </a:lvl1pPr>
          </a:lstStyle>
          <a:p>
            <a:pPr lvl="0"/>
            <a:r>
              <a:rPr lang="en-US" dirty="0"/>
              <a:t>Headline culpa qui official arum </a:t>
            </a:r>
            <a:r>
              <a:rPr lang="en-US" dirty="0" err="1"/>
              <a:t>quidem</a:t>
            </a:r>
            <a:endParaRPr lang="en-US" dirty="0"/>
          </a:p>
        </p:txBody>
      </p:sp>
      <p:sp>
        <p:nvSpPr>
          <p:cNvPr id="8" name="Text Placeholder 17">
            <a:extLst>
              <a:ext uri="{FF2B5EF4-FFF2-40B4-BE49-F238E27FC236}">
                <a16:creationId xmlns:a16="http://schemas.microsoft.com/office/drawing/2014/main" id="{2D4575E4-C207-8E90-E726-B9033C8488D1}"/>
              </a:ext>
            </a:extLst>
          </p:cNvPr>
          <p:cNvSpPr>
            <a:spLocks noGrp="1"/>
          </p:cNvSpPr>
          <p:nvPr>
            <p:ph type="body" sz="quarter" idx="12" hasCustomPrompt="1"/>
          </p:nvPr>
        </p:nvSpPr>
        <p:spPr>
          <a:xfrm>
            <a:off x="386305" y="2162915"/>
            <a:ext cx="500865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9" name="Text Placeholder 8">
            <a:extLst>
              <a:ext uri="{FF2B5EF4-FFF2-40B4-BE49-F238E27FC236}">
                <a16:creationId xmlns:a16="http://schemas.microsoft.com/office/drawing/2014/main" id="{1D16B016-4F74-45FD-A9CC-07A8056565CD}"/>
              </a:ext>
            </a:extLst>
          </p:cNvPr>
          <p:cNvSpPr>
            <a:spLocks noGrp="1"/>
          </p:cNvSpPr>
          <p:nvPr>
            <p:ph type="body" sz="quarter" idx="13" hasCustomPrompt="1"/>
          </p:nvPr>
        </p:nvSpPr>
        <p:spPr>
          <a:xfrm>
            <a:off x="386305" y="2825725"/>
            <a:ext cx="500865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 </a:t>
            </a:r>
            <a:r>
              <a:rPr lang="en-US" dirty="0" err="1"/>
              <a:t>quae</a:t>
            </a:r>
            <a:r>
              <a:rPr lang="en-US" dirty="0"/>
              <a:t> ab </a:t>
            </a:r>
            <a:r>
              <a:rPr lang="en-US" dirty="0" err="1"/>
              <a:t>illo</a:t>
            </a:r>
            <a:r>
              <a:rPr lang="en-US" dirty="0"/>
              <a:t> </a:t>
            </a:r>
            <a:r>
              <a:rPr lang="en-US" dirty="0" err="1"/>
              <a:t>inventore</a:t>
            </a:r>
            <a:r>
              <a:rPr lang="en-US" dirty="0"/>
              <a:t> </a:t>
            </a:r>
            <a:r>
              <a:rPr lang="en-US" dirty="0" err="1"/>
              <a:t>veritatis</a:t>
            </a:r>
            <a:r>
              <a:rPr lang="en-US" dirty="0"/>
              <a:t> et quasi </a:t>
            </a:r>
            <a:r>
              <a:rPr lang="en-US" dirty="0" err="1"/>
              <a:t>architecto</a:t>
            </a:r>
            <a:r>
              <a:rPr lang="en-US" dirty="0"/>
              <a:t> beatae vitae.</a:t>
            </a:r>
          </a:p>
        </p:txBody>
      </p:sp>
      <p:sp>
        <p:nvSpPr>
          <p:cNvPr id="10" name="Text Placeholder 12">
            <a:extLst>
              <a:ext uri="{FF2B5EF4-FFF2-40B4-BE49-F238E27FC236}">
                <a16:creationId xmlns:a16="http://schemas.microsoft.com/office/drawing/2014/main" id="{06B0A9AB-D9A3-1E08-3001-30A9D645FFA9}"/>
              </a:ext>
            </a:extLst>
          </p:cNvPr>
          <p:cNvSpPr>
            <a:spLocks noGrp="1"/>
          </p:cNvSpPr>
          <p:nvPr>
            <p:ph type="body" sz="quarter" idx="14"/>
          </p:nvPr>
        </p:nvSpPr>
        <p:spPr>
          <a:xfrm>
            <a:off x="386035" y="4139291"/>
            <a:ext cx="5008456" cy="1684948"/>
          </a:xfrm>
        </p:spPr>
        <p:txBody>
          <a:bodyPr wrap="square">
            <a:sp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7" name="Picture Placeholder 6">
            <a:extLst>
              <a:ext uri="{FF2B5EF4-FFF2-40B4-BE49-F238E27FC236}">
                <a16:creationId xmlns:a16="http://schemas.microsoft.com/office/drawing/2014/main" id="{B668D94B-8222-405F-8341-EB39E2CA0283}"/>
              </a:ext>
            </a:extLst>
          </p:cNvPr>
          <p:cNvSpPr>
            <a:spLocks noGrp="1"/>
          </p:cNvSpPr>
          <p:nvPr>
            <p:ph type="pic" sz="quarter" idx="15" hasCustomPrompt="1"/>
          </p:nvPr>
        </p:nvSpPr>
        <p:spPr>
          <a:xfrm>
            <a:off x="6096000" y="0"/>
            <a:ext cx="6096000" cy="6858000"/>
          </a:xfrm>
        </p:spPr>
        <p:txBody>
          <a:bodyPr anchor="ctr" anchorCtr="0">
            <a:noAutofit/>
          </a:bodyPr>
          <a:lstStyle>
            <a:lvl1pPr marL="0" indent="0" algn="ctr">
              <a:buNone/>
              <a:defRPr/>
            </a:lvl1pPr>
          </a:lstStyle>
          <a:p>
            <a:r>
              <a:rPr lang="en-US" dirty="0"/>
              <a:t>[Click to insert image]</a:t>
            </a:r>
          </a:p>
        </p:txBody>
      </p:sp>
    </p:spTree>
    <p:extLst>
      <p:ext uri="{BB962C8B-B14F-4D97-AF65-F5344CB8AC3E}">
        <p14:creationId xmlns:p14="http://schemas.microsoft.com/office/powerpoint/2010/main" val="96138024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Image-Left">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B668D94B-8222-405F-8341-EB39E2CA0283}"/>
              </a:ext>
            </a:extLst>
          </p:cNvPr>
          <p:cNvSpPr>
            <a:spLocks noGrp="1"/>
          </p:cNvSpPr>
          <p:nvPr>
            <p:ph type="pic" sz="quarter" idx="15" hasCustomPrompt="1"/>
          </p:nvPr>
        </p:nvSpPr>
        <p:spPr>
          <a:xfrm>
            <a:off x="0" y="0"/>
            <a:ext cx="6096000" cy="6858000"/>
          </a:xfrm>
        </p:spPr>
        <p:txBody>
          <a:bodyPr anchor="ctr" anchorCtr="0">
            <a:noAutofit/>
          </a:bodyPr>
          <a:lstStyle>
            <a:lvl1pPr marL="0" indent="0" algn="ctr">
              <a:buNone/>
              <a:defRPr/>
            </a:lvl1pPr>
          </a:lstStyle>
          <a:p>
            <a:r>
              <a:rPr lang="en-US" dirty="0"/>
              <a:t>[Click to insert image]</a:t>
            </a:r>
          </a:p>
        </p:txBody>
      </p:sp>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6664914" y="807451"/>
            <a:ext cx="5008909" cy="944810"/>
          </a:xfrm>
        </p:spPr>
        <p:txBody>
          <a:bodyPr wrap="square">
            <a:spAutoFit/>
          </a:bodyPr>
          <a:lstStyle>
            <a:lvl1pPr marL="0" indent="0" algn="l">
              <a:lnSpc>
                <a:spcPct val="90000"/>
              </a:lnSpc>
              <a:spcBef>
                <a:spcPts val="0"/>
              </a:spcBef>
              <a:buNone/>
              <a:defRPr sz="3400" b="1">
                <a:solidFill>
                  <a:schemeClr val="tx1"/>
                </a:solidFill>
              </a:defRPr>
            </a:lvl1pPr>
          </a:lstStyle>
          <a:p>
            <a:pPr lvl="0"/>
            <a:r>
              <a:rPr lang="en-US" dirty="0"/>
              <a:t>Headline culpa qui official arum </a:t>
            </a:r>
            <a:r>
              <a:rPr lang="en-US" dirty="0" err="1"/>
              <a:t>quidem</a:t>
            </a:r>
            <a:endParaRPr lang="en-US" dirty="0"/>
          </a:p>
        </p:txBody>
      </p:sp>
      <p:sp>
        <p:nvSpPr>
          <p:cNvPr id="8" name="Text Placeholder 17">
            <a:extLst>
              <a:ext uri="{FF2B5EF4-FFF2-40B4-BE49-F238E27FC236}">
                <a16:creationId xmlns:a16="http://schemas.microsoft.com/office/drawing/2014/main" id="{2D4575E4-C207-8E90-E726-B9033C8488D1}"/>
              </a:ext>
            </a:extLst>
          </p:cNvPr>
          <p:cNvSpPr>
            <a:spLocks noGrp="1"/>
          </p:cNvSpPr>
          <p:nvPr>
            <p:ph type="body" sz="quarter" idx="12" hasCustomPrompt="1"/>
          </p:nvPr>
        </p:nvSpPr>
        <p:spPr>
          <a:xfrm>
            <a:off x="6665185" y="2162915"/>
            <a:ext cx="500865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9" name="Text Placeholder 8">
            <a:extLst>
              <a:ext uri="{FF2B5EF4-FFF2-40B4-BE49-F238E27FC236}">
                <a16:creationId xmlns:a16="http://schemas.microsoft.com/office/drawing/2014/main" id="{1D16B016-4F74-45FD-A9CC-07A8056565CD}"/>
              </a:ext>
            </a:extLst>
          </p:cNvPr>
          <p:cNvSpPr>
            <a:spLocks noGrp="1"/>
          </p:cNvSpPr>
          <p:nvPr>
            <p:ph type="body" sz="quarter" idx="13" hasCustomPrompt="1"/>
          </p:nvPr>
        </p:nvSpPr>
        <p:spPr>
          <a:xfrm>
            <a:off x="6665185" y="2825725"/>
            <a:ext cx="500865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 </a:t>
            </a:r>
            <a:r>
              <a:rPr lang="en-US" dirty="0" err="1"/>
              <a:t>quae</a:t>
            </a:r>
            <a:r>
              <a:rPr lang="en-US" dirty="0"/>
              <a:t> ab </a:t>
            </a:r>
            <a:r>
              <a:rPr lang="en-US" dirty="0" err="1"/>
              <a:t>illo</a:t>
            </a:r>
            <a:r>
              <a:rPr lang="en-US" dirty="0"/>
              <a:t> </a:t>
            </a:r>
            <a:r>
              <a:rPr lang="en-US" dirty="0" err="1"/>
              <a:t>inventore</a:t>
            </a:r>
            <a:r>
              <a:rPr lang="en-US" dirty="0"/>
              <a:t> </a:t>
            </a:r>
            <a:r>
              <a:rPr lang="en-US" dirty="0" err="1"/>
              <a:t>veritatis</a:t>
            </a:r>
            <a:r>
              <a:rPr lang="en-US" dirty="0"/>
              <a:t> et quasi </a:t>
            </a:r>
            <a:r>
              <a:rPr lang="en-US" dirty="0" err="1"/>
              <a:t>architecto</a:t>
            </a:r>
            <a:r>
              <a:rPr lang="en-US" dirty="0"/>
              <a:t> beatae vitae.</a:t>
            </a:r>
          </a:p>
        </p:txBody>
      </p:sp>
      <p:sp>
        <p:nvSpPr>
          <p:cNvPr id="10" name="Text Placeholder 12">
            <a:extLst>
              <a:ext uri="{FF2B5EF4-FFF2-40B4-BE49-F238E27FC236}">
                <a16:creationId xmlns:a16="http://schemas.microsoft.com/office/drawing/2014/main" id="{06B0A9AB-D9A3-1E08-3001-30A9D645FFA9}"/>
              </a:ext>
            </a:extLst>
          </p:cNvPr>
          <p:cNvSpPr>
            <a:spLocks noGrp="1"/>
          </p:cNvSpPr>
          <p:nvPr>
            <p:ph type="body" sz="quarter" idx="14"/>
          </p:nvPr>
        </p:nvSpPr>
        <p:spPr>
          <a:xfrm>
            <a:off x="6664915" y="4139291"/>
            <a:ext cx="5008456" cy="1684948"/>
          </a:xfrm>
        </p:spPr>
        <p:txBody>
          <a:bodyPr wrap="square">
            <a:sp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Tree>
    <p:extLst>
      <p:ext uri="{BB962C8B-B14F-4D97-AF65-F5344CB8AC3E}">
        <p14:creationId xmlns:p14="http://schemas.microsoft.com/office/powerpoint/2010/main" val="2949009485"/>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Full Page Image">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B668D94B-8222-405F-8341-EB39E2CA0283}"/>
              </a:ext>
            </a:extLst>
          </p:cNvPr>
          <p:cNvSpPr>
            <a:spLocks noGrp="1"/>
          </p:cNvSpPr>
          <p:nvPr>
            <p:ph type="pic" sz="quarter" idx="15" hasCustomPrompt="1"/>
          </p:nvPr>
        </p:nvSpPr>
        <p:spPr>
          <a:xfrm>
            <a:off x="0" y="0"/>
            <a:ext cx="12192000" cy="6858000"/>
          </a:xfrm>
        </p:spPr>
        <p:txBody>
          <a:bodyPr anchor="ctr" anchorCtr="0">
            <a:noAutofit/>
          </a:bodyPr>
          <a:lstStyle>
            <a:lvl1pPr marL="0" indent="0" algn="ctr">
              <a:buNone/>
              <a:defRPr/>
            </a:lvl1pPr>
          </a:lstStyle>
          <a:p>
            <a:r>
              <a:rPr lang="en-US" dirty="0"/>
              <a:t>[Click to insert image]</a:t>
            </a:r>
          </a:p>
        </p:txBody>
      </p:sp>
    </p:spTree>
    <p:extLst>
      <p:ext uri="{BB962C8B-B14F-4D97-AF65-F5344CB8AC3E}">
        <p14:creationId xmlns:p14="http://schemas.microsoft.com/office/powerpoint/2010/main" val="3625008044"/>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EFrame Image Purple">
    <p:spTree>
      <p:nvGrpSpPr>
        <p:cNvPr id="1" name=""/>
        <p:cNvGrpSpPr/>
        <p:nvPr/>
      </p:nvGrpSpPr>
      <p:grpSpPr>
        <a:xfrm>
          <a:off x="0" y="0"/>
          <a:ext cx="0" cy="0"/>
          <a:chOff x="0" y="0"/>
          <a:chExt cx="0" cy="0"/>
        </a:xfrm>
      </p:grpSpPr>
      <p:sp>
        <p:nvSpPr>
          <p:cNvPr id="51" name="Rectangle 50">
            <a:extLst>
              <a:ext uri="{FF2B5EF4-FFF2-40B4-BE49-F238E27FC236}">
                <a16:creationId xmlns:a16="http://schemas.microsoft.com/office/drawing/2014/main" id="{5AACD76F-5A98-DE42-2012-2E4698A70B32}"/>
              </a:ext>
            </a:extLst>
          </p:cNvPr>
          <p:cNvSpPr/>
          <p:nvPr/>
        </p:nvSpPr>
        <p:spPr>
          <a:xfrm>
            <a:off x="0" y="0"/>
            <a:ext cx="12192000" cy="6858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Picture Placeholder 43">
            <a:extLst>
              <a:ext uri="{FF2B5EF4-FFF2-40B4-BE49-F238E27FC236}">
                <a16:creationId xmlns:a16="http://schemas.microsoft.com/office/drawing/2014/main" id="{C5980322-EF45-73EA-F45B-05C3C55E7CE2}"/>
              </a:ext>
            </a:extLst>
          </p:cNvPr>
          <p:cNvSpPr>
            <a:spLocks noGrp="1"/>
          </p:cNvSpPr>
          <p:nvPr>
            <p:ph type="pic" sz="quarter" idx="13" hasCustomPrompt="1"/>
          </p:nvPr>
        </p:nvSpPr>
        <p:spPr>
          <a:xfrm>
            <a:off x="5337810" y="573881"/>
            <a:ext cx="6854190" cy="5710237"/>
          </a:xfrm>
          <a:custGeom>
            <a:avLst/>
            <a:gdLst>
              <a:gd name="connsiteX0" fmla="*/ 0 w 6854190"/>
              <a:gd name="connsiteY0" fmla="*/ 0 h 5710237"/>
              <a:gd name="connsiteX1" fmla="*/ 3816350 w 6854190"/>
              <a:gd name="connsiteY1" fmla="*/ 0 h 5710237"/>
              <a:gd name="connsiteX2" fmla="*/ 3816350 w 6854190"/>
              <a:gd name="connsiteY2" fmla="*/ 1 h 5710237"/>
              <a:gd name="connsiteX3" fmla="*/ 6854190 w 6854190"/>
              <a:gd name="connsiteY3" fmla="*/ 1 h 5710237"/>
              <a:gd name="connsiteX4" fmla="*/ 6854190 w 6854190"/>
              <a:gd name="connsiteY4" fmla="*/ 1513523 h 5710237"/>
              <a:gd name="connsiteX5" fmla="*/ 3816350 w 6854190"/>
              <a:gd name="connsiteY5" fmla="*/ 1513523 h 5710237"/>
              <a:gd name="connsiteX6" fmla="*/ 3816350 w 6854190"/>
              <a:gd name="connsiteY6" fmla="*/ 2093595 h 5710237"/>
              <a:gd name="connsiteX7" fmla="*/ 6284595 w 6854190"/>
              <a:gd name="connsiteY7" fmla="*/ 2093595 h 5710237"/>
              <a:gd name="connsiteX8" fmla="*/ 6284595 w 6854190"/>
              <a:gd name="connsiteY8" fmla="*/ 3607117 h 5710237"/>
              <a:gd name="connsiteX9" fmla="*/ 3816350 w 6854190"/>
              <a:gd name="connsiteY9" fmla="*/ 3607117 h 5710237"/>
              <a:gd name="connsiteX10" fmla="*/ 3816350 w 6854190"/>
              <a:gd name="connsiteY10" fmla="*/ 4196715 h 5710237"/>
              <a:gd name="connsiteX11" fmla="*/ 6854190 w 6854190"/>
              <a:gd name="connsiteY11" fmla="*/ 4196715 h 5710237"/>
              <a:gd name="connsiteX12" fmla="*/ 6854190 w 6854190"/>
              <a:gd name="connsiteY12" fmla="*/ 5710237 h 5710237"/>
              <a:gd name="connsiteX13" fmla="*/ 3816350 w 6854190"/>
              <a:gd name="connsiteY13" fmla="*/ 5710237 h 5710237"/>
              <a:gd name="connsiteX14" fmla="*/ 3037840 w 6854190"/>
              <a:gd name="connsiteY14" fmla="*/ 5710237 h 5710237"/>
              <a:gd name="connsiteX15" fmla="*/ 0 w 6854190"/>
              <a:gd name="connsiteY15" fmla="*/ 5710237 h 5710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6854190" h="5710237">
                <a:moveTo>
                  <a:pt x="0" y="0"/>
                </a:moveTo>
                <a:lnTo>
                  <a:pt x="3816350" y="0"/>
                </a:lnTo>
                <a:lnTo>
                  <a:pt x="3816350" y="1"/>
                </a:lnTo>
                <a:lnTo>
                  <a:pt x="6854190" y="1"/>
                </a:lnTo>
                <a:lnTo>
                  <a:pt x="6854190" y="1513523"/>
                </a:lnTo>
                <a:lnTo>
                  <a:pt x="3816350" y="1513523"/>
                </a:lnTo>
                <a:lnTo>
                  <a:pt x="3816350" y="2093595"/>
                </a:lnTo>
                <a:lnTo>
                  <a:pt x="6284595" y="2093595"/>
                </a:lnTo>
                <a:lnTo>
                  <a:pt x="6284595" y="3607117"/>
                </a:lnTo>
                <a:lnTo>
                  <a:pt x="3816350" y="3607117"/>
                </a:lnTo>
                <a:lnTo>
                  <a:pt x="3816350" y="4196715"/>
                </a:lnTo>
                <a:lnTo>
                  <a:pt x="6854190" y="4196715"/>
                </a:lnTo>
                <a:lnTo>
                  <a:pt x="6854190" y="5710237"/>
                </a:lnTo>
                <a:lnTo>
                  <a:pt x="3816350" y="5710237"/>
                </a:lnTo>
                <a:lnTo>
                  <a:pt x="3037840" y="5710237"/>
                </a:lnTo>
                <a:lnTo>
                  <a:pt x="0" y="5710237"/>
                </a:lnTo>
                <a:close/>
              </a:path>
            </a:pathLst>
          </a:custGeom>
        </p:spPr>
        <p:txBody>
          <a:bodyPr wrap="square" anchor="ctr" anchorCtr="0">
            <a:noAutofit/>
          </a:bodyPr>
          <a:lstStyle>
            <a:lvl1pPr marL="0" indent="0" algn="ctr">
              <a:buNone/>
              <a:defRPr/>
            </a:lvl1pPr>
          </a:lstStyle>
          <a:p>
            <a:r>
              <a:rPr lang="en-US" dirty="0"/>
              <a:t>[Click to insert image]</a:t>
            </a:r>
          </a:p>
        </p:txBody>
      </p:sp>
      <p:sp>
        <p:nvSpPr>
          <p:cNvPr id="47" name="Text Placeholder 17">
            <a:extLst>
              <a:ext uri="{FF2B5EF4-FFF2-40B4-BE49-F238E27FC236}">
                <a16:creationId xmlns:a16="http://schemas.microsoft.com/office/drawing/2014/main" id="{72A36242-E96D-BCC5-8B9A-F727F91C17DD}"/>
              </a:ext>
            </a:extLst>
          </p:cNvPr>
          <p:cNvSpPr>
            <a:spLocks noGrp="1"/>
          </p:cNvSpPr>
          <p:nvPr>
            <p:ph type="body" sz="quarter" idx="10" hasCustomPrompt="1"/>
          </p:nvPr>
        </p:nvSpPr>
        <p:spPr>
          <a:xfrm>
            <a:off x="386035" y="1112251"/>
            <a:ext cx="4317994" cy="944810"/>
          </a:xfrm>
        </p:spPr>
        <p:txBody>
          <a:bodyPr wrap="square">
            <a:spAutoFit/>
          </a:bodyPr>
          <a:lstStyle>
            <a:lvl1pPr marL="0" indent="0" algn="l">
              <a:lnSpc>
                <a:spcPct val="90000"/>
              </a:lnSpc>
              <a:spcBef>
                <a:spcPts val="0"/>
              </a:spcBef>
              <a:buNone/>
              <a:defRPr sz="3400" b="1">
                <a:solidFill>
                  <a:schemeClr val="bg1"/>
                </a:solidFill>
              </a:defRPr>
            </a:lvl1pPr>
          </a:lstStyle>
          <a:p>
            <a:pPr lvl="0"/>
            <a:r>
              <a:rPr lang="en-US" dirty="0"/>
              <a:t>Headline culpa qui official arum </a:t>
            </a:r>
            <a:r>
              <a:rPr lang="en-US" dirty="0" err="1"/>
              <a:t>quidem</a:t>
            </a:r>
            <a:endParaRPr lang="en-US" dirty="0"/>
          </a:p>
        </p:txBody>
      </p:sp>
      <p:sp>
        <p:nvSpPr>
          <p:cNvPr id="48" name="Text Placeholder 17">
            <a:extLst>
              <a:ext uri="{FF2B5EF4-FFF2-40B4-BE49-F238E27FC236}">
                <a16:creationId xmlns:a16="http://schemas.microsoft.com/office/drawing/2014/main" id="{E033C30C-F4BF-DEFA-8C82-E924E66CF321}"/>
              </a:ext>
            </a:extLst>
          </p:cNvPr>
          <p:cNvSpPr>
            <a:spLocks noGrp="1"/>
          </p:cNvSpPr>
          <p:nvPr>
            <p:ph type="body" sz="quarter" idx="12" hasCustomPrompt="1"/>
          </p:nvPr>
        </p:nvSpPr>
        <p:spPr>
          <a:xfrm>
            <a:off x="386305" y="2467715"/>
            <a:ext cx="4317775" cy="555793"/>
          </a:xfrm>
        </p:spPr>
        <p:txBody>
          <a:bodyPr wrap="square">
            <a:spAutoFit/>
          </a:bodyPr>
          <a:lstStyle>
            <a:lvl1pPr marL="0" indent="0">
              <a:lnSpc>
                <a:spcPct val="90000"/>
              </a:lnSpc>
              <a:spcBef>
                <a:spcPts val="0"/>
              </a:spcBef>
              <a:buNone/>
              <a:defRPr sz="2000" b="1">
                <a:solidFill>
                  <a:schemeClr val="bg1"/>
                </a:solidFill>
              </a:defRPr>
            </a:lvl1pPr>
          </a:lstStyle>
          <a:p>
            <a:pPr lvl="0"/>
            <a:r>
              <a:rPr lang="en-US" dirty="0"/>
              <a:t>Subhead culpa qui official arum </a:t>
            </a:r>
            <a:r>
              <a:rPr lang="en-US" dirty="0" err="1"/>
              <a:t>quidem</a:t>
            </a:r>
            <a:r>
              <a:rPr lang="en-US" dirty="0"/>
              <a:t> rerum facilis</a:t>
            </a:r>
          </a:p>
        </p:txBody>
      </p:sp>
      <p:sp>
        <p:nvSpPr>
          <p:cNvPr id="49" name="Text Placeholder 8">
            <a:extLst>
              <a:ext uri="{FF2B5EF4-FFF2-40B4-BE49-F238E27FC236}">
                <a16:creationId xmlns:a16="http://schemas.microsoft.com/office/drawing/2014/main" id="{A0F481E4-FC0E-C80A-C2EC-B76F27D262A7}"/>
              </a:ext>
            </a:extLst>
          </p:cNvPr>
          <p:cNvSpPr>
            <a:spLocks noGrp="1"/>
          </p:cNvSpPr>
          <p:nvPr>
            <p:ph type="body" sz="quarter" idx="14" hasCustomPrompt="1"/>
          </p:nvPr>
        </p:nvSpPr>
        <p:spPr>
          <a:xfrm>
            <a:off x="386305" y="3130525"/>
            <a:ext cx="4317775" cy="901850"/>
          </a:xfrm>
        </p:spPr>
        <p:txBody>
          <a:bodyPr wrap="square">
            <a:spAutoFit/>
          </a:bodyPr>
          <a:lstStyle>
            <a:lvl1pPr marL="0" indent="0">
              <a:buNone/>
              <a:defRPr sz="1800">
                <a:solidFill>
                  <a:schemeClr val="bg1"/>
                </a:solidFill>
              </a:defRPr>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a:t>
            </a:r>
          </a:p>
        </p:txBody>
      </p:sp>
      <p:sp>
        <p:nvSpPr>
          <p:cNvPr id="50" name="Text Placeholder 12">
            <a:extLst>
              <a:ext uri="{FF2B5EF4-FFF2-40B4-BE49-F238E27FC236}">
                <a16:creationId xmlns:a16="http://schemas.microsoft.com/office/drawing/2014/main" id="{F28319CA-55ED-F435-6422-E7CAE3A4E5C8}"/>
              </a:ext>
            </a:extLst>
          </p:cNvPr>
          <p:cNvSpPr>
            <a:spLocks noGrp="1"/>
          </p:cNvSpPr>
          <p:nvPr>
            <p:ph type="body" sz="quarter" idx="15"/>
          </p:nvPr>
        </p:nvSpPr>
        <p:spPr>
          <a:xfrm>
            <a:off x="386035" y="4155118"/>
            <a:ext cx="4317603" cy="1684948"/>
          </a:xfrm>
        </p:spPr>
        <p:txBody>
          <a:bodyPr wrap="square">
            <a:spAutoFit/>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pic>
        <p:nvPicPr>
          <p:cNvPr id="2" name="Graphic 1">
            <a:extLst>
              <a:ext uri="{FF2B5EF4-FFF2-40B4-BE49-F238E27FC236}">
                <a16:creationId xmlns:a16="http://schemas.microsoft.com/office/drawing/2014/main" id="{E2FA6E33-C1DD-C1DE-7C6F-82957792F31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3" name="TextBox 2">
            <a:extLst>
              <a:ext uri="{FF2B5EF4-FFF2-40B4-BE49-F238E27FC236}">
                <a16:creationId xmlns:a16="http://schemas.microsoft.com/office/drawing/2014/main" id="{8D073452-E314-EB2D-1FC4-135DC2D7775F}"/>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a:t>
            </a:fld>
            <a:endParaRPr lang="en-US" sz="900" dirty="0">
              <a:solidFill>
                <a:schemeClr val="bg1"/>
              </a:solidFill>
            </a:endParaRPr>
          </a:p>
        </p:txBody>
      </p:sp>
      <p:sp>
        <p:nvSpPr>
          <p:cNvPr id="4" name="TextBox 3">
            <a:extLst>
              <a:ext uri="{FF2B5EF4-FFF2-40B4-BE49-F238E27FC236}">
                <a16:creationId xmlns:a16="http://schemas.microsoft.com/office/drawing/2014/main" id="{A28DAA59-27D2-784E-D2A1-F51D07814DEC}"/>
              </a:ext>
            </a:extLst>
          </p:cNvPr>
          <p:cNvSpPr txBox="1"/>
          <p:nvPr/>
        </p:nvSpPr>
        <p:spPr>
          <a:xfrm>
            <a:off x="9215120" y="6570337"/>
            <a:ext cx="22824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2159590208"/>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Quote Purpl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 Placeholder 17">
            <a:extLst>
              <a:ext uri="{FF2B5EF4-FFF2-40B4-BE49-F238E27FC236}">
                <a16:creationId xmlns:a16="http://schemas.microsoft.com/office/drawing/2014/main" id="{C1DAE6E1-94AC-793D-E334-0CF26EA0FEE8}"/>
              </a:ext>
            </a:extLst>
          </p:cNvPr>
          <p:cNvSpPr>
            <a:spLocks noGrp="1"/>
          </p:cNvSpPr>
          <p:nvPr>
            <p:ph type="body" sz="quarter" idx="10" hasCustomPrompt="1"/>
          </p:nvPr>
        </p:nvSpPr>
        <p:spPr>
          <a:xfrm>
            <a:off x="914399" y="2531927"/>
            <a:ext cx="10363202" cy="1579278"/>
          </a:xfrm>
        </p:spPr>
        <p:txBody>
          <a:bodyPr/>
          <a:lstStyle>
            <a:lvl1pPr marL="0" indent="0" algn="ctr">
              <a:lnSpc>
                <a:spcPct val="110000"/>
              </a:lnSpc>
              <a:spcBef>
                <a:spcPts val="0"/>
              </a:spcBef>
              <a:buNone/>
              <a:defRPr sz="3200" b="0" i="1">
                <a:solidFill>
                  <a:schemeClr val="bg1"/>
                </a:solidFill>
              </a:defRPr>
            </a:lvl1pPr>
          </a:lstStyle>
          <a:p>
            <a:r>
              <a:rPr lang="en-US" dirty="0">
                <a:effectLst/>
                <a:latin typeface="Helvetica Neue" panose="02000503000000020004" pitchFamily="2" charset="0"/>
              </a:rPr>
              <a:t>Lorem ipsum dolor sit </a:t>
            </a:r>
            <a:r>
              <a:rPr lang="en-US" dirty="0" err="1">
                <a:effectLst/>
                <a:latin typeface="Helvetica Neue" panose="02000503000000020004" pitchFamily="2" charset="0"/>
              </a:rPr>
              <a:t>amet</a:t>
            </a:r>
            <a:r>
              <a:rPr lang="en-US" dirty="0">
                <a:effectLst/>
                <a:latin typeface="Helvetica Neue" panose="02000503000000020004" pitchFamily="2" charset="0"/>
              </a:rPr>
              <a:t>, </a:t>
            </a:r>
            <a:r>
              <a:rPr lang="en-US" dirty="0" err="1">
                <a:effectLst/>
                <a:latin typeface="Helvetica Neue" panose="02000503000000020004" pitchFamily="2" charset="0"/>
              </a:rPr>
              <a:t>consectetur</a:t>
            </a:r>
            <a:r>
              <a:rPr lang="en-US" dirty="0">
                <a:effectLst/>
                <a:latin typeface="Helvetica Neue" panose="02000503000000020004" pitchFamily="2" charset="0"/>
              </a:rPr>
              <a:t> </a:t>
            </a:r>
            <a:r>
              <a:rPr lang="en-US" dirty="0" err="1">
                <a:effectLst/>
                <a:latin typeface="Helvetica Neue" panose="02000503000000020004" pitchFamily="2" charset="0"/>
              </a:rPr>
              <a:t>adipiscing</a:t>
            </a:r>
            <a:r>
              <a:rPr lang="en-US" dirty="0">
                <a:effectLst/>
                <a:latin typeface="Helvetica Neue" panose="02000503000000020004" pitchFamily="2" charset="0"/>
              </a:rPr>
              <a:t> </a:t>
            </a:r>
            <a:r>
              <a:rPr lang="en-US" dirty="0" err="1">
                <a:effectLst/>
                <a:latin typeface="Helvetica Neue" panose="02000503000000020004" pitchFamily="2" charset="0"/>
              </a:rPr>
              <a:t>elit</a:t>
            </a:r>
            <a:r>
              <a:rPr lang="en-US" dirty="0">
                <a:effectLst/>
                <a:latin typeface="Helvetica Neue" panose="02000503000000020004" pitchFamily="2" charset="0"/>
              </a:rPr>
              <a:t> sed do </a:t>
            </a:r>
            <a:r>
              <a:rPr lang="en-US" dirty="0" err="1">
                <a:effectLst/>
                <a:latin typeface="Helvetica Neue" panose="02000503000000020004" pitchFamily="2" charset="0"/>
              </a:rPr>
              <a:t>eiusmod</a:t>
            </a:r>
            <a:r>
              <a:rPr lang="en-US" dirty="0">
                <a:effectLst/>
                <a:latin typeface="Helvetica Neue" panose="02000503000000020004" pitchFamily="2" charset="0"/>
              </a:rPr>
              <a:t> </a:t>
            </a:r>
            <a:r>
              <a:rPr lang="en-US" dirty="0" err="1">
                <a:effectLst/>
                <a:latin typeface="Helvetica Neue" panose="02000503000000020004" pitchFamily="2" charset="0"/>
              </a:rPr>
              <a:t>tempor</a:t>
            </a:r>
            <a:r>
              <a:rPr lang="en-US" dirty="0">
                <a:effectLst/>
                <a:latin typeface="Helvetica Neue" panose="02000503000000020004" pitchFamily="2" charset="0"/>
              </a:rPr>
              <a:t> </a:t>
            </a:r>
            <a:r>
              <a:rPr lang="en-US" dirty="0" err="1">
                <a:effectLst/>
                <a:latin typeface="Helvetica Neue" panose="02000503000000020004" pitchFamily="2" charset="0"/>
              </a:rPr>
              <a:t>incididunt</a:t>
            </a:r>
            <a:r>
              <a:rPr lang="en-US" dirty="0">
                <a:effectLst/>
                <a:latin typeface="Helvetica Neue" panose="02000503000000020004" pitchFamily="2" charset="0"/>
              </a:rPr>
              <a:t> </a:t>
            </a:r>
            <a:r>
              <a:rPr lang="en-US" dirty="0" err="1">
                <a:effectLst/>
                <a:latin typeface="Helvetica Neue" panose="02000503000000020004" pitchFamily="2" charset="0"/>
              </a:rPr>
              <a:t>ut</a:t>
            </a:r>
            <a:r>
              <a:rPr lang="en-US" dirty="0">
                <a:effectLst/>
                <a:latin typeface="Helvetica Neue" panose="02000503000000020004" pitchFamily="2" charset="0"/>
              </a:rPr>
              <a:t> labore et dolore magna </a:t>
            </a:r>
            <a:r>
              <a:rPr lang="en-US" dirty="0" err="1">
                <a:effectLst/>
                <a:latin typeface="Helvetica Neue" panose="02000503000000020004" pitchFamily="2" charset="0"/>
              </a:rPr>
              <a:t>aliqua</a:t>
            </a:r>
            <a:r>
              <a:rPr lang="en-US" dirty="0">
                <a:effectLst/>
                <a:latin typeface="Helvetica Neue" panose="02000503000000020004" pitchFamily="2" charset="0"/>
              </a:rPr>
              <a:t>. Ut </a:t>
            </a:r>
            <a:r>
              <a:rPr lang="en-US" dirty="0" err="1">
                <a:effectLst/>
                <a:latin typeface="Helvetica Neue" panose="02000503000000020004" pitchFamily="2" charset="0"/>
              </a:rPr>
              <a:t>enim</a:t>
            </a:r>
            <a:r>
              <a:rPr lang="en-US" dirty="0">
                <a:effectLst/>
                <a:latin typeface="Helvetica Neue" panose="02000503000000020004" pitchFamily="2" charset="0"/>
              </a:rPr>
              <a:t> ad minim </a:t>
            </a:r>
            <a:r>
              <a:rPr lang="en-US" dirty="0" err="1">
                <a:effectLst/>
                <a:latin typeface="Helvetica Neue" panose="02000503000000020004" pitchFamily="2" charset="0"/>
              </a:rPr>
              <a:t>veniam</a:t>
            </a:r>
            <a:r>
              <a:rPr lang="en-US" dirty="0">
                <a:effectLst/>
                <a:latin typeface="Helvetica Neue" panose="02000503000000020004" pitchFamily="2" charset="0"/>
              </a:rPr>
              <a:t>.</a:t>
            </a:r>
          </a:p>
        </p:txBody>
      </p:sp>
      <p:sp>
        <p:nvSpPr>
          <p:cNvPr id="7" name="Text Placeholder 17">
            <a:extLst>
              <a:ext uri="{FF2B5EF4-FFF2-40B4-BE49-F238E27FC236}">
                <a16:creationId xmlns:a16="http://schemas.microsoft.com/office/drawing/2014/main" id="{F049E1B0-BA0B-F873-361C-6B7CE114B94A}"/>
              </a:ext>
            </a:extLst>
          </p:cNvPr>
          <p:cNvSpPr>
            <a:spLocks noGrp="1"/>
          </p:cNvSpPr>
          <p:nvPr>
            <p:ph type="body" sz="quarter" idx="11" hasCustomPrompt="1"/>
          </p:nvPr>
        </p:nvSpPr>
        <p:spPr>
          <a:xfrm>
            <a:off x="914399" y="4515781"/>
            <a:ext cx="10363202" cy="292452"/>
          </a:xfrm>
        </p:spPr>
        <p:txBody>
          <a:bodyPr>
            <a:spAutoFit/>
          </a:bodyPr>
          <a:lstStyle>
            <a:lvl1pPr marL="0" indent="0" algn="ctr">
              <a:spcBef>
                <a:spcPts val="0"/>
              </a:spcBef>
              <a:buNone/>
              <a:defRPr sz="1800" b="1">
                <a:solidFill>
                  <a:schemeClr val="bg1"/>
                </a:solidFill>
              </a:defRPr>
            </a:lvl1pPr>
          </a:lstStyle>
          <a:p>
            <a:pPr lvl="0"/>
            <a:r>
              <a:rPr lang="en-US" dirty="0"/>
              <a:t>First &amp; Last Name</a:t>
            </a:r>
          </a:p>
        </p:txBody>
      </p:sp>
      <p:pic>
        <p:nvPicPr>
          <p:cNvPr id="5" name="Graphic 4">
            <a:extLst>
              <a:ext uri="{FF2B5EF4-FFF2-40B4-BE49-F238E27FC236}">
                <a16:creationId xmlns:a16="http://schemas.microsoft.com/office/drawing/2014/main" id="{11D55CDA-462C-A7FF-EE12-3FDD8DDBC2F8}"/>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9" name="TextBox 8">
            <a:extLst>
              <a:ext uri="{FF2B5EF4-FFF2-40B4-BE49-F238E27FC236}">
                <a16:creationId xmlns:a16="http://schemas.microsoft.com/office/drawing/2014/main" id="{9C2795BC-99C0-3605-DA72-63D94FCF0973}"/>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a:t>
            </a:fld>
            <a:endParaRPr lang="en-US" sz="900" dirty="0">
              <a:solidFill>
                <a:schemeClr val="bg1"/>
              </a:solidFill>
            </a:endParaRPr>
          </a:p>
        </p:txBody>
      </p:sp>
      <p:sp>
        <p:nvSpPr>
          <p:cNvPr id="2" name="Text Placeholder 17">
            <a:extLst>
              <a:ext uri="{FF2B5EF4-FFF2-40B4-BE49-F238E27FC236}">
                <a16:creationId xmlns:a16="http://schemas.microsoft.com/office/drawing/2014/main" id="{D05DB1F1-ACC3-B191-E3E7-7348B83D3D7B}"/>
              </a:ext>
            </a:extLst>
          </p:cNvPr>
          <p:cNvSpPr>
            <a:spLocks noGrp="1"/>
          </p:cNvSpPr>
          <p:nvPr>
            <p:ph type="body" sz="quarter" idx="12" hasCustomPrompt="1"/>
          </p:nvPr>
        </p:nvSpPr>
        <p:spPr>
          <a:xfrm>
            <a:off x="914399" y="4893468"/>
            <a:ext cx="10363202" cy="260008"/>
          </a:xfrm>
        </p:spPr>
        <p:txBody>
          <a:bodyPr>
            <a:spAutoFit/>
          </a:bodyPr>
          <a:lstStyle>
            <a:lvl1pPr marL="0" indent="0" algn="ctr">
              <a:spcBef>
                <a:spcPts val="0"/>
              </a:spcBef>
              <a:buNone/>
              <a:defRPr sz="1600" b="0">
                <a:solidFill>
                  <a:schemeClr val="bg1"/>
                </a:solidFill>
              </a:defRPr>
            </a:lvl1pPr>
          </a:lstStyle>
          <a:p>
            <a:pPr lvl="0"/>
            <a:r>
              <a:rPr lang="en-US" dirty="0"/>
              <a:t>Title and Company or Institution</a:t>
            </a:r>
          </a:p>
        </p:txBody>
      </p:sp>
      <p:pic>
        <p:nvPicPr>
          <p:cNvPr id="4" name="Graphic 3">
            <a:extLst>
              <a:ext uri="{FF2B5EF4-FFF2-40B4-BE49-F238E27FC236}">
                <a16:creationId xmlns:a16="http://schemas.microsoft.com/office/drawing/2014/main" id="{3F44E2C7-6484-3A24-48A0-1EC4CE2E334F}"/>
              </a:ext>
            </a:extLst>
          </p:cNvPr>
          <p:cNvPicPr>
            <a:picLocks noChangeAspect="1"/>
          </p:cNvPicPr>
          <p:nvPr/>
        </p:nvPicPr>
        <p:blipFill>
          <a:blip r:embed="rId4">
            <a:extLst>
              <a:ext uri="{96DAC541-7B7A-43D3-8B79-37D633B846F1}">
                <asvg:svgBlip xmlns:asvg="http://schemas.microsoft.com/office/drawing/2016/SVG/main" r:embed="rId5"/>
              </a:ext>
            </a:extLst>
          </a:blip>
          <a:srcRect/>
          <a:stretch/>
        </p:blipFill>
        <p:spPr>
          <a:xfrm>
            <a:off x="5618540" y="1374718"/>
            <a:ext cx="954921" cy="954921"/>
          </a:xfrm>
          <a:prstGeom prst="rect">
            <a:avLst/>
          </a:prstGeom>
        </p:spPr>
      </p:pic>
      <p:sp>
        <p:nvSpPr>
          <p:cNvPr id="8" name="TextBox 7">
            <a:extLst>
              <a:ext uri="{FF2B5EF4-FFF2-40B4-BE49-F238E27FC236}">
                <a16:creationId xmlns:a16="http://schemas.microsoft.com/office/drawing/2014/main" id="{56538370-0C99-95AF-B7F2-D3F6183791A0}"/>
              </a:ext>
            </a:extLst>
          </p:cNvPr>
          <p:cNvSpPr txBox="1"/>
          <p:nvPr/>
        </p:nvSpPr>
        <p:spPr>
          <a:xfrm>
            <a:off x="9215120" y="6570337"/>
            <a:ext cx="22824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1501013642"/>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Quote Gray">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8E4133EC-B264-3D5F-9CF5-94A59CFE1B1C}"/>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9" name="TextBox 8">
            <a:extLst>
              <a:ext uri="{FF2B5EF4-FFF2-40B4-BE49-F238E27FC236}">
                <a16:creationId xmlns:a16="http://schemas.microsoft.com/office/drawing/2014/main" id="{4515307C-7F1F-2BB9-1D42-4EAB1A2F58C8}"/>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a:t>
            </a:fld>
            <a:endParaRPr lang="en-US" sz="900" dirty="0">
              <a:solidFill>
                <a:schemeClr val="tx1"/>
              </a:solidFill>
            </a:endParaRPr>
          </a:p>
        </p:txBody>
      </p:sp>
      <p:sp>
        <p:nvSpPr>
          <p:cNvPr id="2" name="Text Placeholder 17">
            <a:extLst>
              <a:ext uri="{FF2B5EF4-FFF2-40B4-BE49-F238E27FC236}">
                <a16:creationId xmlns:a16="http://schemas.microsoft.com/office/drawing/2014/main" id="{97C25E61-6B43-DBD5-C2CE-87847F39AAE2}"/>
              </a:ext>
            </a:extLst>
          </p:cNvPr>
          <p:cNvSpPr>
            <a:spLocks noGrp="1"/>
          </p:cNvSpPr>
          <p:nvPr>
            <p:ph type="body" sz="quarter" idx="10" hasCustomPrompt="1"/>
          </p:nvPr>
        </p:nvSpPr>
        <p:spPr>
          <a:xfrm>
            <a:off x="914399" y="2531927"/>
            <a:ext cx="10363202" cy="1579278"/>
          </a:xfrm>
        </p:spPr>
        <p:txBody>
          <a:bodyPr/>
          <a:lstStyle>
            <a:lvl1pPr marL="0" indent="0" algn="ctr">
              <a:lnSpc>
                <a:spcPct val="110000"/>
              </a:lnSpc>
              <a:spcBef>
                <a:spcPts val="0"/>
              </a:spcBef>
              <a:buNone/>
              <a:defRPr sz="3200" b="0" i="1">
                <a:solidFill>
                  <a:schemeClr val="tx1"/>
                </a:solidFill>
              </a:defRPr>
            </a:lvl1pPr>
          </a:lstStyle>
          <a:p>
            <a:r>
              <a:rPr lang="en-US" dirty="0">
                <a:effectLst/>
                <a:latin typeface="Helvetica Neue" panose="02000503000000020004" pitchFamily="2" charset="0"/>
              </a:rPr>
              <a:t>Lorem ipsum dolor sit </a:t>
            </a:r>
            <a:r>
              <a:rPr lang="en-US" dirty="0" err="1">
                <a:effectLst/>
                <a:latin typeface="Helvetica Neue" panose="02000503000000020004" pitchFamily="2" charset="0"/>
              </a:rPr>
              <a:t>amet</a:t>
            </a:r>
            <a:r>
              <a:rPr lang="en-US" dirty="0">
                <a:effectLst/>
                <a:latin typeface="Helvetica Neue" panose="02000503000000020004" pitchFamily="2" charset="0"/>
              </a:rPr>
              <a:t>, </a:t>
            </a:r>
            <a:r>
              <a:rPr lang="en-US" dirty="0" err="1">
                <a:effectLst/>
                <a:latin typeface="Helvetica Neue" panose="02000503000000020004" pitchFamily="2" charset="0"/>
              </a:rPr>
              <a:t>consectetur</a:t>
            </a:r>
            <a:r>
              <a:rPr lang="en-US" dirty="0">
                <a:effectLst/>
                <a:latin typeface="Helvetica Neue" panose="02000503000000020004" pitchFamily="2" charset="0"/>
              </a:rPr>
              <a:t> </a:t>
            </a:r>
            <a:r>
              <a:rPr lang="en-US" dirty="0" err="1">
                <a:effectLst/>
                <a:latin typeface="Helvetica Neue" panose="02000503000000020004" pitchFamily="2" charset="0"/>
              </a:rPr>
              <a:t>adipiscing</a:t>
            </a:r>
            <a:r>
              <a:rPr lang="en-US" dirty="0">
                <a:effectLst/>
                <a:latin typeface="Helvetica Neue" panose="02000503000000020004" pitchFamily="2" charset="0"/>
              </a:rPr>
              <a:t> </a:t>
            </a:r>
            <a:r>
              <a:rPr lang="en-US" dirty="0" err="1">
                <a:effectLst/>
                <a:latin typeface="Helvetica Neue" panose="02000503000000020004" pitchFamily="2" charset="0"/>
              </a:rPr>
              <a:t>elit</a:t>
            </a:r>
            <a:r>
              <a:rPr lang="en-US" dirty="0">
                <a:effectLst/>
                <a:latin typeface="Helvetica Neue" panose="02000503000000020004" pitchFamily="2" charset="0"/>
              </a:rPr>
              <a:t> sed do </a:t>
            </a:r>
            <a:r>
              <a:rPr lang="en-US" dirty="0" err="1">
                <a:effectLst/>
                <a:latin typeface="Helvetica Neue" panose="02000503000000020004" pitchFamily="2" charset="0"/>
              </a:rPr>
              <a:t>eiusmod</a:t>
            </a:r>
            <a:r>
              <a:rPr lang="en-US" dirty="0">
                <a:effectLst/>
                <a:latin typeface="Helvetica Neue" panose="02000503000000020004" pitchFamily="2" charset="0"/>
              </a:rPr>
              <a:t> </a:t>
            </a:r>
            <a:r>
              <a:rPr lang="en-US" dirty="0" err="1">
                <a:effectLst/>
                <a:latin typeface="Helvetica Neue" panose="02000503000000020004" pitchFamily="2" charset="0"/>
              </a:rPr>
              <a:t>tempor</a:t>
            </a:r>
            <a:r>
              <a:rPr lang="en-US" dirty="0">
                <a:effectLst/>
                <a:latin typeface="Helvetica Neue" panose="02000503000000020004" pitchFamily="2" charset="0"/>
              </a:rPr>
              <a:t> </a:t>
            </a:r>
            <a:r>
              <a:rPr lang="en-US" dirty="0" err="1">
                <a:effectLst/>
                <a:latin typeface="Helvetica Neue" panose="02000503000000020004" pitchFamily="2" charset="0"/>
              </a:rPr>
              <a:t>incididunt</a:t>
            </a:r>
            <a:r>
              <a:rPr lang="en-US" dirty="0">
                <a:effectLst/>
                <a:latin typeface="Helvetica Neue" panose="02000503000000020004" pitchFamily="2" charset="0"/>
              </a:rPr>
              <a:t> </a:t>
            </a:r>
            <a:r>
              <a:rPr lang="en-US" dirty="0" err="1">
                <a:effectLst/>
                <a:latin typeface="Helvetica Neue" panose="02000503000000020004" pitchFamily="2" charset="0"/>
              </a:rPr>
              <a:t>ut</a:t>
            </a:r>
            <a:r>
              <a:rPr lang="en-US" dirty="0">
                <a:effectLst/>
                <a:latin typeface="Helvetica Neue" panose="02000503000000020004" pitchFamily="2" charset="0"/>
              </a:rPr>
              <a:t> labore et dolore magna </a:t>
            </a:r>
            <a:r>
              <a:rPr lang="en-US" dirty="0" err="1">
                <a:effectLst/>
                <a:latin typeface="Helvetica Neue" panose="02000503000000020004" pitchFamily="2" charset="0"/>
              </a:rPr>
              <a:t>aliqua</a:t>
            </a:r>
            <a:r>
              <a:rPr lang="en-US" dirty="0">
                <a:effectLst/>
                <a:latin typeface="Helvetica Neue" panose="02000503000000020004" pitchFamily="2" charset="0"/>
              </a:rPr>
              <a:t>. Ut </a:t>
            </a:r>
            <a:r>
              <a:rPr lang="en-US" dirty="0" err="1">
                <a:effectLst/>
                <a:latin typeface="Helvetica Neue" panose="02000503000000020004" pitchFamily="2" charset="0"/>
              </a:rPr>
              <a:t>enim</a:t>
            </a:r>
            <a:r>
              <a:rPr lang="en-US" dirty="0">
                <a:effectLst/>
                <a:latin typeface="Helvetica Neue" panose="02000503000000020004" pitchFamily="2" charset="0"/>
              </a:rPr>
              <a:t> ad minim </a:t>
            </a:r>
            <a:r>
              <a:rPr lang="en-US" dirty="0" err="1">
                <a:effectLst/>
                <a:latin typeface="Helvetica Neue" panose="02000503000000020004" pitchFamily="2" charset="0"/>
              </a:rPr>
              <a:t>veniam</a:t>
            </a:r>
            <a:r>
              <a:rPr lang="en-US" dirty="0">
                <a:effectLst/>
                <a:latin typeface="Helvetica Neue" panose="02000503000000020004" pitchFamily="2" charset="0"/>
              </a:rPr>
              <a:t>.</a:t>
            </a:r>
          </a:p>
        </p:txBody>
      </p:sp>
      <p:sp>
        <p:nvSpPr>
          <p:cNvPr id="4" name="Text Placeholder 17">
            <a:extLst>
              <a:ext uri="{FF2B5EF4-FFF2-40B4-BE49-F238E27FC236}">
                <a16:creationId xmlns:a16="http://schemas.microsoft.com/office/drawing/2014/main" id="{FCEE0479-D5F9-CE3F-36E7-238BA0F4577F}"/>
              </a:ext>
            </a:extLst>
          </p:cNvPr>
          <p:cNvSpPr>
            <a:spLocks noGrp="1"/>
          </p:cNvSpPr>
          <p:nvPr>
            <p:ph type="body" sz="quarter" idx="11" hasCustomPrompt="1"/>
          </p:nvPr>
        </p:nvSpPr>
        <p:spPr>
          <a:xfrm>
            <a:off x="914399" y="4515781"/>
            <a:ext cx="10363202" cy="292452"/>
          </a:xfrm>
        </p:spPr>
        <p:txBody>
          <a:bodyPr>
            <a:spAutoFit/>
          </a:bodyPr>
          <a:lstStyle>
            <a:lvl1pPr marL="0" indent="0" algn="ctr">
              <a:spcBef>
                <a:spcPts val="0"/>
              </a:spcBef>
              <a:buNone/>
              <a:defRPr sz="1800" b="1">
                <a:solidFill>
                  <a:schemeClr val="tx1"/>
                </a:solidFill>
              </a:defRPr>
            </a:lvl1pPr>
          </a:lstStyle>
          <a:p>
            <a:pPr lvl="0"/>
            <a:r>
              <a:rPr lang="en-US" dirty="0"/>
              <a:t>First &amp; Last Name</a:t>
            </a:r>
          </a:p>
        </p:txBody>
      </p:sp>
      <p:sp>
        <p:nvSpPr>
          <p:cNvPr id="8" name="Text Placeholder 17">
            <a:extLst>
              <a:ext uri="{FF2B5EF4-FFF2-40B4-BE49-F238E27FC236}">
                <a16:creationId xmlns:a16="http://schemas.microsoft.com/office/drawing/2014/main" id="{A76AF4FC-9A53-DBD9-C4E3-8F3D9D7DB7DB}"/>
              </a:ext>
            </a:extLst>
          </p:cNvPr>
          <p:cNvSpPr>
            <a:spLocks noGrp="1"/>
          </p:cNvSpPr>
          <p:nvPr>
            <p:ph type="body" sz="quarter" idx="12" hasCustomPrompt="1"/>
          </p:nvPr>
        </p:nvSpPr>
        <p:spPr>
          <a:xfrm>
            <a:off x="914399" y="4893468"/>
            <a:ext cx="10363202" cy="260008"/>
          </a:xfrm>
        </p:spPr>
        <p:txBody>
          <a:bodyPr>
            <a:spAutoFit/>
          </a:bodyPr>
          <a:lstStyle>
            <a:lvl1pPr marL="0" indent="0" algn="ctr">
              <a:spcBef>
                <a:spcPts val="0"/>
              </a:spcBef>
              <a:buNone/>
              <a:defRPr sz="1600" b="0">
                <a:solidFill>
                  <a:schemeClr val="tx1"/>
                </a:solidFill>
              </a:defRPr>
            </a:lvl1pPr>
          </a:lstStyle>
          <a:p>
            <a:pPr lvl="0"/>
            <a:r>
              <a:rPr lang="en-US" dirty="0"/>
              <a:t>Title and Company or Institution</a:t>
            </a:r>
          </a:p>
        </p:txBody>
      </p:sp>
      <p:pic>
        <p:nvPicPr>
          <p:cNvPr id="11" name="Graphic 10">
            <a:extLst>
              <a:ext uri="{FF2B5EF4-FFF2-40B4-BE49-F238E27FC236}">
                <a16:creationId xmlns:a16="http://schemas.microsoft.com/office/drawing/2014/main" id="{FF551E89-4ED8-FCF0-7E9B-2446F24111FB}"/>
              </a:ext>
            </a:extLst>
          </p:cNvPr>
          <p:cNvPicPr>
            <a:picLocks noChangeAspect="1"/>
          </p:cNvPicPr>
          <p:nvPr/>
        </p:nvPicPr>
        <p:blipFill>
          <a:blip r:embed="rId4">
            <a:extLst>
              <a:ext uri="{96DAC541-7B7A-43D3-8B79-37D633B846F1}">
                <asvg:svgBlip xmlns:asvg="http://schemas.microsoft.com/office/drawing/2016/SVG/main" r:embed="rId5"/>
              </a:ext>
            </a:extLst>
          </a:blip>
          <a:srcRect/>
          <a:stretch/>
        </p:blipFill>
        <p:spPr>
          <a:xfrm>
            <a:off x="5618540" y="1374718"/>
            <a:ext cx="954921" cy="954921"/>
          </a:xfrm>
          <a:prstGeom prst="rect">
            <a:avLst/>
          </a:prstGeom>
        </p:spPr>
      </p:pic>
      <p:sp>
        <p:nvSpPr>
          <p:cNvPr id="6" name="TextBox 5">
            <a:extLst>
              <a:ext uri="{FF2B5EF4-FFF2-40B4-BE49-F238E27FC236}">
                <a16:creationId xmlns:a16="http://schemas.microsoft.com/office/drawing/2014/main" id="{759FA4B8-B22A-02CB-D4E5-CDAF1F338C84}"/>
              </a:ext>
            </a:extLst>
          </p:cNvPr>
          <p:cNvSpPr txBox="1"/>
          <p:nvPr/>
        </p:nvSpPr>
        <p:spPr>
          <a:xfrm>
            <a:off x="9215120" y="6570337"/>
            <a:ext cx="228247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2313857430"/>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Purple Color Ladder">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3374222F-BE28-8D9C-1B92-E635F1CBA88D}"/>
              </a:ext>
            </a:extLst>
          </p:cNvPr>
          <p:cNvSpPr/>
          <p:nvPr/>
        </p:nvSpPr>
        <p:spPr>
          <a:xfrm>
            <a:off x="0" y="-25400"/>
            <a:ext cx="12192000" cy="26289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81DE53FD-96AB-3992-7C02-A065E96271A5}"/>
              </a:ext>
            </a:extLst>
          </p:cNvPr>
          <p:cNvSpPr/>
          <p:nvPr/>
        </p:nvSpPr>
        <p:spPr>
          <a:xfrm>
            <a:off x="0" y="2311400"/>
            <a:ext cx="12192000" cy="2222500"/>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1946AE80-BBF4-E9AC-E514-521942D4F333}"/>
              </a:ext>
            </a:extLst>
          </p:cNvPr>
          <p:cNvSpPr/>
          <p:nvPr/>
        </p:nvSpPr>
        <p:spPr>
          <a:xfrm>
            <a:off x="0" y="4254500"/>
            <a:ext cx="12192000" cy="1473199"/>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32EC5E17-B3B5-4976-1ABF-427FA62F2672}"/>
              </a:ext>
            </a:extLst>
          </p:cNvPr>
          <p:cNvSpPr/>
          <p:nvPr/>
        </p:nvSpPr>
        <p:spPr>
          <a:xfrm>
            <a:off x="0" y="5562599"/>
            <a:ext cx="12192000" cy="881579"/>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DCC5AC45-371A-D1F2-3506-59FB4F407F5D}"/>
              </a:ext>
            </a:extLst>
          </p:cNvPr>
          <p:cNvSpPr/>
          <p:nvPr/>
        </p:nvSpPr>
        <p:spPr>
          <a:xfrm>
            <a:off x="0" y="6351180"/>
            <a:ext cx="12192000" cy="506819"/>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 Placeholder 15">
            <a:extLst>
              <a:ext uri="{FF2B5EF4-FFF2-40B4-BE49-F238E27FC236}">
                <a16:creationId xmlns:a16="http://schemas.microsoft.com/office/drawing/2014/main" id="{F3AC560F-803C-C500-7A06-7D72D570ACAA}"/>
              </a:ext>
            </a:extLst>
          </p:cNvPr>
          <p:cNvSpPr>
            <a:spLocks noGrp="1"/>
          </p:cNvSpPr>
          <p:nvPr>
            <p:ph type="body" sz="quarter" idx="10" hasCustomPrompt="1"/>
          </p:nvPr>
        </p:nvSpPr>
        <p:spPr>
          <a:xfrm>
            <a:off x="338598" y="266700"/>
            <a:ext cx="11510502" cy="430887"/>
          </a:xfrm>
        </p:spPr>
        <p:txBody>
          <a:bodyPr/>
          <a:lstStyle>
            <a:lvl1pPr marL="0" indent="0">
              <a:lnSpc>
                <a:spcPct val="100000"/>
              </a:lnSpc>
              <a:spcAft>
                <a:spcPts val="0"/>
              </a:spcAft>
              <a:buNone/>
              <a:defRPr sz="2800" b="1"/>
            </a:lvl1pPr>
          </a:lstStyle>
          <a:p>
            <a:pPr lvl="0"/>
            <a:r>
              <a:rPr lang="en-US" dirty="0"/>
              <a:t>Insert Eyebrow copy</a:t>
            </a:r>
          </a:p>
        </p:txBody>
      </p:sp>
      <p:sp>
        <p:nvSpPr>
          <p:cNvPr id="17" name="Text Placeholder 15">
            <a:extLst>
              <a:ext uri="{FF2B5EF4-FFF2-40B4-BE49-F238E27FC236}">
                <a16:creationId xmlns:a16="http://schemas.microsoft.com/office/drawing/2014/main" id="{D7175254-6888-0D7A-73D9-BAB846174361}"/>
              </a:ext>
            </a:extLst>
          </p:cNvPr>
          <p:cNvSpPr>
            <a:spLocks noGrp="1"/>
          </p:cNvSpPr>
          <p:nvPr>
            <p:ph type="body" sz="quarter" idx="11" hasCustomPrompt="1"/>
          </p:nvPr>
        </p:nvSpPr>
        <p:spPr>
          <a:xfrm>
            <a:off x="338598" y="768078"/>
            <a:ext cx="11510502" cy="1477328"/>
          </a:xfrm>
        </p:spPr>
        <p:txBody>
          <a:bodyPr/>
          <a:lstStyle>
            <a:lvl1pPr marL="0" indent="0">
              <a:lnSpc>
                <a:spcPct val="100000"/>
              </a:lnSpc>
              <a:spcAft>
                <a:spcPts val="0"/>
              </a:spcAft>
              <a:buNone/>
              <a:defRPr sz="9600" b="1"/>
            </a:lvl1pPr>
          </a:lstStyle>
          <a:p>
            <a:pPr lvl="0"/>
            <a:r>
              <a:rPr lang="en-US" dirty="0"/>
              <a:t>Main Headline</a:t>
            </a:r>
          </a:p>
        </p:txBody>
      </p:sp>
      <p:sp>
        <p:nvSpPr>
          <p:cNvPr id="18" name="Text Placeholder 15">
            <a:extLst>
              <a:ext uri="{FF2B5EF4-FFF2-40B4-BE49-F238E27FC236}">
                <a16:creationId xmlns:a16="http://schemas.microsoft.com/office/drawing/2014/main" id="{C700BDF8-0D95-F5D3-DE70-6F94479F0798}"/>
              </a:ext>
            </a:extLst>
          </p:cNvPr>
          <p:cNvSpPr>
            <a:spLocks noGrp="1"/>
          </p:cNvSpPr>
          <p:nvPr>
            <p:ph type="body" sz="quarter" idx="12" hasCustomPrompt="1"/>
          </p:nvPr>
        </p:nvSpPr>
        <p:spPr>
          <a:xfrm>
            <a:off x="338598" y="2311399"/>
            <a:ext cx="11510502" cy="1943101"/>
          </a:xfrm>
        </p:spPr>
        <p:txBody>
          <a:bodyPr anchor="ctr" anchorCtr="0">
            <a:noAutofit/>
          </a:bodyPr>
          <a:lstStyle>
            <a:lvl1pPr marL="0" indent="0">
              <a:lnSpc>
                <a:spcPct val="100000"/>
              </a:lnSpc>
              <a:spcAft>
                <a:spcPts val="0"/>
              </a:spcAft>
              <a:buNone/>
              <a:defRPr sz="7200" b="1"/>
            </a:lvl1pPr>
          </a:lstStyle>
          <a:p>
            <a:pPr lvl="0"/>
            <a:r>
              <a:rPr lang="en-US" dirty="0"/>
              <a:t>Second level statement </a:t>
            </a:r>
          </a:p>
        </p:txBody>
      </p:sp>
      <p:sp>
        <p:nvSpPr>
          <p:cNvPr id="19" name="Text Placeholder 15">
            <a:extLst>
              <a:ext uri="{FF2B5EF4-FFF2-40B4-BE49-F238E27FC236}">
                <a16:creationId xmlns:a16="http://schemas.microsoft.com/office/drawing/2014/main" id="{3EFF4A6F-B443-2BFD-5274-C4CEDB33249F}"/>
              </a:ext>
            </a:extLst>
          </p:cNvPr>
          <p:cNvSpPr>
            <a:spLocks noGrp="1"/>
          </p:cNvSpPr>
          <p:nvPr>
            <p:ph type="body" sz="quarter" idx="13" hasCustomPrompt="1"/>
          </p:nvPr>
        </p:nvSpPr>
        <p:spPr>
          <a:xfrm>
            <a:off x="325898" y="4254499"/>
            <a:ext cx="11510502" cy="1308099"/>
          </a:xfrm>
        </p:spPr>
        <p:txBody>
          <a:bodyPr anchor="ctr" anchorCtr="0">
            <a:noAutofit/>
          </a:bodyPr>
          <a:lstStyle>
            <a:lvl1pPr marL="0" indent="0">
              <a:lnSpc>
                <a:spcPct val="100000"/>
              </a:lnSpc>
              <a:spcAft>
                <a:spcPts val="0"/>
              </a:spcAft>
              <a:buNone/>
              <a:defRPr sz="5400" b="0"/>
            </a:lvl1pPr>
          </a:lstStyle>
          <a:p>
            <a:pPr lvl="0"/>
            <a:r>
              <a:rPr lang="en-US" dirty="0"/>
              <a:t>Third level statement</a:t>
            </a:r>
          </a:p>
        </p:txBody>
      </p:sp>
      <p:sp>
        <p:nvSpPr>
          <p:cNvPr id="20" name="Text Placeholder 15">
            <a:extLst>
              <a:ext uri="{FF2B5EF4-FFF2-40B4-BE49-F238E27FC236}">
                <a16:creationId xmlns:a16="http://schemas.microsoft.com/office/drawing/2014/main" id="{68C87247-A369-32C8-E069-B1E624079C76}"/>
              </a:ext>
            </a:extLst>
          </p:cNvPr>
          <p:cNvSpPr>
            <a:spLocks noGrp="1"/>
          </p:cNvSpPr>
          <p:nvPr>
            <p:ph type="body" sz="quarter" idx="14" hasCustomPrompt="1"/>
          </p:nvPr>
        </p:nvSpPr>
        <p:spPr>
          <a:xfrm>
            <a:off x="325898" y="5562598"/>
            <a:ext cx="11510502" cy="736601"/>
          </a:xfrm>
        </p:spPr>
        <p:txBody>
          <a:bodyPr anchor="ctr" anchorCtr="0">
            <a:noAutofit/>
          </a:bodyPr>
          <a:lstStyle>
            <a:lvl1pPr marL="0" indent="0">
              <a:lnSpc>
                <a:spcPct val="100000"/>
              </a:lnSpc>
              <a:spcAft>
                <a:spcPts val="0"/>
              </a:spcAft>
              <a:buNone/>
              <a:defRPr sz="3600" b="0">
                <a:solidFill>
                  <a:schemeClr val="bg1"/>
                </a:solidFill>
              </a:defRPr>
            </a:lvl1pPr>
          </a:lstStyle>
          <a:p>
            <a:pPr lvl="0"/>
            <a:r>
              <a:rPr lang="en-US" dirty="0"/>
              <a:t>Fourth level statement</a:t>
            </a:r>
          </a:p>
        </p:txBody>
      </p:sp>
      <p:pic>
        <p:nvPicPr>
          <p:cNvPr id="2" name="Graphic 1">
            <a:extLst>
              <a:ext uri="{FF2B5EF4-FFF2-40B4-BE49-F238E27FC236}">
                <a16:creationId xmlns:a16="http://schemas.microsoft.com/office/drawing/2014/main" id="{320A3CFF-FF3A-806C-4272-4BD562E45275}"/>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4" name="TextBox 3">
            <a:extLst>
              <a:ext uri="{FF2B5EF4-FFF2-40B4-BE49-F238E27FC236}">
                <a16:creationId xmlns:a16="http://schemas.microsoft.com/office/drawing/2014/main" id="{83CB4FD4-52E5-7743-832E-878711B6912D}"/>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a:t>
            </a:fld>
            <a:endParaRPr lang="en-US" sz="900" dirty="0">
              <a:solidFill>
                <a:schemeClr val="bg1"/>
              </a:solidFill>
            </a:endParaRPr>
          </a:p>
        </p:txBody>
      </p:sp>
      <p:sp>
        <p:nvSpPr>
          <p:cNvPr id="6" name="TextBox 5">
            <a:extLst>
              <a:ext uri="{FF2B5EF4-FFF2-40B4-BE49-F238E27FC236}">
                <a16:creationId xmlns:a16="http://schemas.microsoft.com/office/drawing/2014/main" id="{8955BA75-BCED-43A8-374C-ED5B5EB749B9}"/>
              </a:ext>
            </a:extLst>
          </p:cNvPr>
          <p:cNvSpPr txBox="1"/>
          <p:nvPr/>
        </p:nvSpPr>
        <p:spPr>
          <a:xfrm>
            <a:off x="9215120" y="6570337"/>
            <a:ext cx="22824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3239577850"/>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Green Color Ladder">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3374222F-BE28-8D9C-1B92-E635F1CBA88D}"/>
              </a:ext>
            </a:extLst>
          </p:cNvPr>
          <p:cNvSpPr/>
          <p:nvPr/>
        </p:nvSpPr>
        <p:spPr>
          <a:xfrm>
            <a:off x="0" y="-25400"/>
            <a:ext cx="12192000" cy="26289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81DE53FD-96AB-3992-7C02-A065E96271A5}"/>
              </a:ext>
            </a:extLst>
          </p:cNvPr>
          <p:cNvSpPr/>
          <p:nvPr/>
        </p:nvSpPr>
        <p:spPr>
          <a:xfrm>
            <a:off x="0" y="2311400"/>
            <a:ext cx="12192000" cy="2222500"/>
          </a:xfrm>
          <a:prstGeom prst="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1946AE80-BBF4-E9AC-E514-521942D4F333}"/>
              </a:ext>
            </a:extLst>
          </p:cNvPr>
          <p:cNvSpPr/>
          <p:nvPr/>
        </p:nvSpPr>
        <p:spPr>
          <a:xfrm>
            <a:off x="0" y="4254500"/>
            <a:ext cx="12192000" cy="1473199"/>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32EC5E17-B3B5-4976-1ABF-427FA62F2672}"/>
              </a:ext>
            </a:extLst>
          </p:cNvPr>
          <p:cNvSpPr/>
          <p:nvPr/>
        </p:nvSpPr>
        <p:spPr>
          <a:xfrm>
            <a:off x="0" y="5562599"/>
            <a:ext cx="12192000" cy="881579"/>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 Placeholder 15">
            <a:extLst>
              <a:ext uri="{FF2B5EF4-FFF2-40B4-BE49-F238E27FC236}">
                <a16:creationId xmlns:a16="http://schemas.microsoft.com/office/drawing/2014/main" id="{F3AC560F-803C-C500-7A06-7D72D570ACAA}"/>
              </a:ext>
            </a:extLst>
          </p:cNvPr>
          <p:cNvSpPr>
            <a:spLocks noGrp="1"/>
          </p:cNvSpPr>
          <p:nvPr>
            <p:ph type="body" sz="quarter" idx="10" hasCustomPrompt="1"/>
          </p:nvPr>
        </p:nvSpPr>
        <p:spPr>
          <a:xfrm>
            <a:off x="338598" y="266700"/>
            <a:ext cx="11510502" cy="430887"/>
          </a:xfrm>
        </p:spPr>
        <p:txBody>
          <a:bodyPr/>
          <a:lstStyle>
            <a:lvl1pPr marL="0" indent="0">
              <a:lnSpc>
                <a:spcPct val="100000"/>
              </a:lnSpc>
              <a:spcAft>
                <a:spcPts val="0"/>
              </a:spcAft>
              <a:buNone/>
              <a:defRPr sz="2800" b="1"/>
            </a:lvl1pPr>
          </a:lstStyle>
          <a:p>
            <a:pPr lvl="0"/>
            <a:r>
              <a:rPr lang="en-US" dirty="0"/>
              <a:t>Insert Eyebrow copy</a:t>
            </a:r>
          </a:p>
        </p:txBody>
      </p:sp>
      <p:sp>
        <p:nvSpPr>
          <p:cNvPr id="17" name="Text Placeholder 15">
            <a:extLst>
              <a:ext uri="{FF2B5EF4-FFF2-40B4-BE49-F238E27FC236}">
                <a16:creationId xmlns:a16="http://schemas.microsoft.com/office/drawing/2014/main" id="{D7175254-6888-0D7A-73D9-BAB846174361}"/>
              </a:ext>
            </a:extLst>
          </p:cNvPr>
          <p:cNvSpPr>
            <a:spLocks noGrp="1"/>
          </p:cNvSpPr>
          <p:nvPr>
            <p:ph type="body" sz="quarter" idx="11" hasCustomPrompt="1"/>
          </p:nvPr>
        </p:nvSpPr>
        <p:spPr>
          <a:xfrm>
            <a:off x="338598" y="768078"/>
            <a:ext cx="11510502" cy="1477328"/>
          </a:xfrm>
        </p:spPr>
        <p:txBody>
          <a:bodyPr/>
          <a:lstStyle>
            <a:lvl1pPr marL="0" indent="0">
              <a:lnSpc>
                <a:spcPct val="100000"/>
              </a:lnSpc>
              <a:spcAft>
                <a:spcPts val="0"/>
              </a:spcAft>
              <a:buNone/>
              <a:defRPr sz="9600" b="1"/>
            </a:lvl1pPr>
          </a:lstStyle>
          <a:p>
            <a:pPr lvl="0"/>
            <a:r>
              <a:rPr lang="en-US" dirty="0"/>
              <a:t>Main Headline</a:t>
            </a:r>
          </a:p>
        </p:txBody>
      </p:sp>
      <p:sp>
        <p:nvSpPr>
          <p:cNvPr id="18" name="Text Placeholder 15">
            <a:extLst>
              <a:ext uri="{FF2B5EF4-FFF2-40B4-BE49-F238E27FC236}">
                <a16:creationId xmlns:a16="http://schemas.microsoft.com/office/drawing/2014/main" id="{C700BDF8-0D95-F5D3-DE70-6F94479F0798}"/>
              </a:ext>
            </a:extLst>
          </p:cNvPr>
          <p:cNvSpPr>
            <a:spLocks noGrp="1"/>
          </p:cNvSpPr>
          <p:nvPr>
            <p:ph type="body" sz="quarter" idx="12" hasCustomPrompt="1"/>
          </p:nvPr>
        </p:nvSpPr>
        <p:spPr>
          <a:xfrm>
            <a:off x="338598" y="2311399"/>
            <a:ext cx="11510502" cy="1943101"/>
          </a:xfrm>
        </p:spPr>
        <p:txBody>
          <a:bodyPr anchor="ctr" anchorCtr="0">
            <a:noAutofit/>
          </a:bodyPr>
          <a:lstStyle>
            <a:lvl1pPr marL="0" indent="0">
              <a:lnSpc>
                <a:spcPct val="100000"/>
              </a:lnSpc>
              <a:spcAft>
                <a:spcPts val="0"/>
              </a:spcAft>
              <a:buNone/>
              <a:defRPr sz="7200" b="1"/>
            </a:lvl1pPr>
          </a:lstStyle>
          <a:p>
            <a:pPr lvl="0"/>
            <a:r>
              <a:rPr lang="en-US" dirty="0"/>
              <a:t>Second level statement </a:t>
            </a:r>
          </a:p>
        </p:txBody>
      </p:sp>
      <p:sp>
        <p:nvSpPr>
          <p:cNvPr id="19" name="Text Placeholder 15">
            <a:extLst>
              <a:ext uri="{FF2B5EF4-FFF2-40B4-BE49-F238E27FC236}">
                <a16:creationId xmlns:a16="http://schemas.microsoft.com/office/drawing/2014/main" id="{3EFF4A6F-B443-2BFD-5274-C4CEDB33249F}"/>
              </a:ext>
            </a:extLst>
          </p:cNvPr>
          <p:cNvSpPr>
            <a:spLocks noGrp="1"/>
          </p:cNvSpPr>
          <p:nvPr>
            <p:ph type="body" sz="quarter" idx="13" hasCustomPrompt="1"/>
          </p:nvPr>
        </p:nvSpPr>
        <p:spPr>
          <a:xfrm>
            <a:off x="325898" y="4254499"/>
            <a:ext cx="11510502" cy="1308099"/>
          </a:xfrm>
        </p:spPr>
        <p:txBody>
          <a:bodyPr anchor="ctr" anchorCtr="0">
            <a:noAutofit/>
          </a:bodyPr>
          <a:lstStyle>
            <a:lvl1pPr marL="0" indent="0">
              <a:lnSpc>
                <a:spcPct val="100000"/>
              </a:lnSpc>
              <a:spcAft>
                <a:spcPts val="0"/>
              </a:spcAft>
              <a:buNone/>
              <a:defRPr sz="5400" b="0"/>
            </a:lvl1pPr>
          </a:lstStyle>
          <a:p>
            <a:pPr lvl="0"/>
            <a:r>
              <a:rPr lang="en-US" dirty="0"/>
              <a:t>Third level statement</a:t>
            </a:r>
          </a:p>
        </p:txBody>
      </p:sp>
      <p:sp>
        <p:nvSpPr>
          <p:cNvPr id="20" name="Text Placeholder 15">
            <a:extLst>
              <a:ext uri="{FF2B5EF4-FFF2-40B4-BE49-F238E27FC236}">
                <a16:creationId xmlns:a16="http://schemas.microsoft.com/office/drawing/2014/main" id="{68C87247-A369-32C8-E069-B1E624079C76}"/>
              </a:ext>
            </a:extLst>
          </p:cNvPr>
          <p:cNvSpPr>
            <a:spLocks noGrp="1"/>
          </p:cNvSpPr>
          <p:nvPr>
            <p:ph type="body" sz="quarter" idx="14" hasCustomPrompt="1"/>
          </p:nvPr>
        </p:nvSpPr>
        <p:spPr>
          <a:xfrm>
            <a:off x="325898" y="5562598"/>
            <a:ext cx="11510502" cy="736601"/>
          </a:xfrm>
        </p:spPr>
        <p:txBody>
          <a:bodyPr anchor="ctr" anchorCtr="0">
            <a:noAutofit/>
          </a:bodyPr>
          <a:lstStyle>
            <a:lvl1pPr marL="0" indent="0">
              <a:lnSpc>
                <a:spcPct val="100000"/>
              </a:lnSpc>
              <a:spcAft>
                <a:spcPts val="0"/>
              </a:spcAft>
              <a:buNone/>
              <a:defRPr sz="3600" b="0"/>
            </a:lvl1pPr>
          </a:lstStyle>
          <a:p>
            <a:pPr lvl="0"/>
            <a:r>
              <a:rPr lang="en-US" dirty="0"/>
              <a:t>Fourth level statement</a:t>
            </a:r>
          </a:p>
        </p:txBody>
      </p:sp>
      <p:sp>
        <p:nvSpPr>
          <p:cNvPr id="2" name="Rectangle 1">
            <a:extLst>
              <a:ext uri="{FF2B5EF4-FFF2-40B4-BE49-F238E27FC236}">
                <a16:creationId xmlns:a16="http://schemas.microsoft.com/office/drawing/2014/main" id="{ABC92165-EA63-BA70-B09C-3AE3A0E3B988}"/>
              </a:ext>
            </a:extLst>
          </p:cNvPr>
          <p:cNvSpPr/>
          <p:nvPr/>
        </p:nvSpPr>
        <p:spPr>
          <a:xfrm>
            <a:off x="0" y="6351180"/>
            <a:ext cx="12192000" cy="506819"/>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Graphic 2">
            <a:extLst>
              <a:ext uri="{FF2B5EF4-FFF2-40B4-BE49-F238E27FC236}">
                <a16:creationId xmlns:a16="http://schemas.microsoft.com/office/drawing/2014/main" id="{B8487BB2-49A0-1AD0-6AEA-A6BA00965FB2}"/>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36D645B4-C9BC-C447-40CC-BED53F5C40F2}"/>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a:t>
            </a:fld>
            <a:endParaRPr lang="en-US" sz="900" dirty="0">
              <a:solidFill>
                <a:schemeClr val="bg1"/>
              </a:solidFill>
            </a:endParaRPr>
          </a:p>
        </p:txBody>
      </p:sp>
      <p:sp>
        <p:nvSpPr>
          <p:cNvPr id="4" name="TextBox 3">
            <a:extLst>
              <a:ext uri="{FF2B5EF4-FFF2-40B4-BE49-F238E27FC236}">
                <a16:creationId xmlns:a16="http://schemas.microsoft.com/office/drawing/2014/main" id="{06D9A09A-FC77-0C42-3399-4228AB66473E}"/>
              </a:ext>
            </a:extLst>
          </p:cNvPr>
          <p:cNvSpPr txBox="1"/>
          <p:nvPr/>
        </p:nvSpPr>
        <p:spPr>
          <a:xfrm>
            <a:off x="9215120" y="6570337"/>
            <a:ext cx="22824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2754422701"/>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Thank You">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3035BE7A-2092-E334-9925-A2CD0ED61EC1}"/>
              </a:ext>
            </a:extLst>
          </p:cNvPr>
          <p:cNvSpPr txBox="1"/>
          <p:nvPr/>
        </p:nvSpPr>
        <p:spPr>
          <a:xfrm>
            <a:off x="836428" y="2435962"/>
            <a:ext cx="10441173" cy="1769715"/>
          </a:xfrm>
          <a:prstGeom prst="rect">
            <a:avLst/>
          </a:prstGeom>
          <a:noFill/>
        </p:spPr>
        <p:txBody>
          <a:bodyPr wrap="square" lIns="0" tIns="0" rIns="0" bIns="0" rtlCol="0">
            <a:spAutoFit/>
          </a:bodyPr>
          <a:lstStyle/>
          <a:p>
            <a:pPr algn="ctr"/>
            <a:r>
              <a:rPr lang="en-US" sz="11500" b="1" dirty="0">
                <a:solidFill>
                  <a:schemeClr val="bg1"/>
                </a:solidFill>
              </a:rPr>
              <a:t>Thank You</a:t>
            </a:r>
          </a:p>
        </p:txBody>
      </p:sp>
      <p:sp>
        <p:nvSpPr>
          <p:cNvPr id="9" name="Text Placeholder 17">
            <a:extLst>
              <a:ext uri="{FF2B5EF4-FFF2-40B4-BE49-F238E27FC236}">
                <a16:creationId xmlns:a16="http://schemas.microsoft.com/office/drawing/2014/main" id="{C141F636-6F6B-39E0-D74A-E2DC465DEF1A}"/>
              </a:ext>
            </a:extLst>
          </p:cNvPr>
          <p:cNvSpPr>
            <a:spLocks noGrp="1"/>
          </p:cNvSpPr>
          <p:nvPr>
            <p:ph type="body" sz="quarter" idx="11" hasCustomPrompt="1"/>
          </p:nvPr>
        </p:nvSpPr>
        <p:spPr>
          <a:xfrm>
            <a:off x="2556897" y="4302308"/>
            <a:ext cx="7078206" cy="389915"/>
          </a:xfrm>
        </p:spPr>
        <p:txBody>
          <a:bodyPr>
            <a:spAutoFit/>
          </a:bodyPr>
          <a:lstStyle>
            <a:lvl1pPr marL="0" indent="0" algn="ctr">
              <a:spcBef>
                <a:spcPts val="0"/>
              </a:spcBef>
              <a:buNone/>
              <a:defRPr sz="2400" b="1">
                <a:solidFill>
                  <a:schemeClr val="bg1"/>
                </a:solidFill>
              </a:defRPr>
            </a:lvl1pPr>
          </a:lstStyle>
          <a:p>
            <a:pPr lvl="0"/>
            <a:r>
              <a:rPr lang="en-US" dirty="0"/>
              <a:t>Presenter Name</a:t>
            </a:r>
          </a:p>
        </p:txBody>
      </p:sp>
      <p:sp>
        <p:nvSpPr>
          <p:cNvPr id="11" name="Text Placeholder 17">
            <a:extLst>
              <a:ext uri="{FF2B5EF4-FFF2-40B4-BE49-F238E27FC236}">
                <a16:creationId xmlns:a16="http://schemas.microsoft.com/office/drawing/2014/main" id="{15F716EA-D293-96D7-C5A7-61FE08272CBD}"/>
              </a:ext>
            </a:extLst>
          </p:cNvPr>
          <p:cNvSpPr>
            <a:spLocks noGrp="1"/>
          </p:cNvSpPr>
          <p:nvPr>
            <p:ph type="body" sz="quarter" idx="12" hasCustomPrompt="1"/>
          </p:nvPr>
        </p:nvSpPr>
        <p:spPr>
          <a:xfrm>
            <a:off x="2556897" y="4735941"/>
            <a:ext cx="7078206" cy="324961"/>
          </a:xfrm>
        </p:spPr>
        <p:txBody>
          <a:bodyPr>
            <a:spAutoFit/>
          </a:bodyPr>
          <a:lstStyle>
            <a:lvl1pPr marL="0" indent="0" algn="ctr">
              <a:spcBef>
                <a:spcPts val="0"/>
              </a:spcBef>
              <a:buNone/>
              <a:defRPr sz="2000" b="0">
                <a:solidFill>
                  <a:schemeClr val="bg1"/>
                </a:solidFill>
              </a:defRPr>
            </a:lvl1pPr>
          </a:lstStyle>
          <a:p>
            <a:pPr lvl="0"/>
            <a:r>
              <a:rPr lang="en-US" dirty="0" err="1"/>
              <a:t>PresenterEmail@Ellucian.com</a:t>
            </a:r>
            <a:endParaRPr lang="en-US" dirty="0"/>
          </a:p>
        </p:txBody>
      </p:sp>
      <p:pic>
        <p:nvPicPr>
          <p:cNvPr id="2" name="Graphic 1">
            <a:extLst>
              <a:ext uri="{FF2B5EF4-FFF2-40B4-BE49-F238E27FC236}">
                <a16:creationId xmlns:a16="http://schemas.microsoft.com/office/drawing/2014/main" id="{7C871F66-B895-DB0B-1D73-90E74A3951CA}"/>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4" name="TextBox 3">
            <a:extLst>
              <a:ext uri="{FF2B5EF4-FFF2-40B4-BE49-F238E27FC236}">
                <a16:creationId xmlns:a16="http://schemas.microsoft.com/office/drawing/2014/main" id="{53435677-394B-4E5D-4CD3-2D77A2110358}"/>
              </a:ext>
            </a:extLst>
          </p:cNvPr>
          <p:cNvSpPr txBox="1"/>
          <p:nvPr/>
        </p:nvSpPr>
        <p:spPr>
          <a:xfrm>
            <a:off x="9635103" y="6562717"/>
            <a:ext cx="2371044"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3637417584"/>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Questions">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5" name="TextBox 4">
            <a:extLst>
              <a:ext uri="{FF2B5EF4-FFF2-40B4-BE49-F238E27FC236}">
                <a16:creationId xmlns:a16="http://schemas.microsoft.com/office/drawing/2014/main" id="{58229B27-8CB8-A4DF-B214-C621F3644437}"/>
              </a:ext>
            </a:extLst>
          </p:cNvPr>
          <p:cNvSpPr txBox="1"/>
          <p:nvPr/>
        </p:nvSpPr>
        <p:spPr>
          <a:xfrm>
            <a:off x="836428" y="2544142"/>
            <a:ext cx="10441173" cy="1769715"/>
          </a:xfrm>
          <a:prstGeom prst="rect">
            <a:avLst/>
          </a:prstGeom>
          <a:noFill/>
        </p:spPr>
        <p:txBody>
          <a:bodyPr wrap="square" lIns="0" tIns="0" rIns="0" bIns="0" rtlCol="0">
            <a:spAutoFit/>
          </a:bodyPr>
          <a:lstStyle/>
          <a:p>
            <a:pPr algn="ctr"/>
            <a:r>
              <a:rPr lang="en-US" sz="11500" b="1" dirty="0">
                <a:solidFill>
                  <a:schemeClr val="accent1"/>
                </a:solidFill>
              </a:rPr>
              <a:t>Questions?</a:t>
            </a:r>
          </a:p>
        </p:txBody>
      </p:sp>
      <p:pic>
        <p:nvPicPr>
          <p:cNvPr id="2" name="Graphic 1">
            <a:extLst>
              <a:ext uri="{FF2B5EF4-FFF2-40B4-BE49-F238E27FC236}">
                <a16:creationId xmlns:a16="http://schemas.microsoft.com/office/drawing/2014/main" id="{C0225686-2493-61CB-BED8-8CD6B90C882D}"/>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6" name="TextBox 5">
            <a:extLst>
              <a:ext uri="{FF2B5EF4-FFF2-40B4-BE49-F238E27FC236}">
                <a16:creationId xmlns:a16="http://schemas.microsoft.com/office/drawing/2014/main" id="{3757E6F9-39D1-A7B6-72FA-6CB25BEA039E}"/>
              </a:ext>
            </a:extLst>
          </p:cNvPr>
          <p:cNvSpPr txBox="1"/>
          <p:nvPr/>
        </p:nvSpPr>
        <p:spPr>
          <a:xfrm>
            <a:off x="9635103" y="6562717"/>
            <a:ext cx="2371044"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4041038102"/>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cSld name="Section Divider">
    <p:bg>
      <p:bgPr>
        <a:solidFill>
          <a:schemeClr val="accent1"/>
        </a:solidFill>
        <a:effectLst/>
      </p:bgPr>
    </p:bg>
    <p:spTree>
      <p:nvGrpSpPr>
        <p:cNvPr id="1" name=""/>
        <p:cNvGrpSpPr/>
        <p:nvPr/>
      </p:nvGrpSpPr>
      <p:grpSpPr>
        <a:xfrm>
          <a:off x="0" y="0"/>
          <a:ext cx="0" cy="0"/>
          <a:chOff x="0" y="0"/>
          <a:chExt cx="0" cy="0"/>
        </a:xfrm>
      </p:grpSpPr>
      <p:sp>
        <p:nvSpPr>
          <p:cNvPr id="2" name="Vertical Text Placeholder 2">
            <a:extLst>
              <a:ext uri="{FF2B5EF4-FFF2-40B4-BE49-F238E27FC236}">
                <a16:creationId xmlns:a16="http://schemas.microsoft.com/office/drawing/2014/main" id="{B4E21473-327B-3C3B-2526-FD5AB3A4428E}"/>
              </a:ext>
            </a:extLst>
          </p:cNvPr>
          <p:cNvSpPr>
            <a:spLocks noGrp="1"/>
          </p:cNvSpPr>
          <p:nvPr>
            <p:ph type="body" orient="vert" sz="quarter" idx="10" hasCustomPrompt="1"/>
          </p:nvPr>
        </p:nvSpPr>
        <p:spPr>
          <a:xfrm>
            <a:off x="0" y="685800"/>
            <a:ext cx="609600" cy="5486399"/>
          </a:xfrm>
        </p:spPr>
        <p:txBody>
          <a:bodyPr vert="vert270" anchor="ctr" anchorCtr="0">
            <a:noAutofit/>
          </a:bodyPr>
          <a:lstStyle>
            <a:lvl1pPr marL="0" indent="0" algn="ctr">
              <a:buNone/>
              <a:defRPr sz="1200" spc="300">
                <a:solidFill>
                  <a:schemeClr val="bg1"/>
                </a:solidFill>
              </a:defRPr>
            </a:lvl1pPr>
            <a:lvl2pPr marL="457200" indent="0" algn="ctr">
              <a:buNone/>
              <a:defRPr sz="1200" spc="300">
                <a:solidFill>
                  <a:schemeClr val="bg1"/>
                </a:solidFill>
              </a:defRPr>
            </a:lvl2pPr>
            <a:lvl3pPr marL="914400" indent="0" algn="ctr">
              <a:buNone/>
              <a:defRPr sz="1100" spc="300">
                <a:solidFill>
                  <a:schemeClr val="bg1"/>
                </a:solidFill>
              </a:defRPr>
            </a:lvl3pPr>
            <a:lvl4pPr marL="1371600" indent="0" algn="ctr">
              <a:buNone/>
              <a:defRPr sz="1050" spc="300">
                <a:solidFill>
                  <a:schemeClr val="bg1"/>
                </a:solidFill>
              </a:defRPr>
            </a:lvl4pPr>
            <a:lvl5pPr marL="1828800" indent="0" algn="ctr">
              <a:buNone/>
              <a:defRPr sz="1050" spc="300">
                <a:solidFill>
                  <a:schemeClr val="bg1"/>
                </a:solidFill>
              </a:defRPr>
            </a:lvl5pPr>
          </a:lstStyle>
          <a:p>
            <a:pPr lvl="0"/>
            <a:r>
              <a:rPr lang="en-US" dirty="0"/>
              <a:t>CLICK TO EDIT MASTER TEXT STYLES</a:t>
            </a:r>
          </a:p>
        </p:txBody>
      </p:sp>
      <p:sp>
        <p:nvSpPr>
          <p:cNvPr id="6" name="Title 1">
            <a:extLst>
              <a:ext uri="{FF2B5EF4-FFF2-40B4-BE49-F238E27FC236}">
                <a16:creationId xmlns:a16="http://schemas.microsoft.com/office/drawing/2014/main" id="{30773A33-C933-040C-38F4-7E444DEDA5A7}"/>
              </a:ext>
            </a:extLst>
          </p:cNvPr>
          <p:cNvSpPr>
            <a:spLocks noGrp="1"/>
          </p:cNvSpPr>
          <p:nvPr>
            <p:ph type="title" hasCustomPrompt="1"/>
          </p:nvPr>
        </p:nvSpPr>
        <p:spPr>
          <a:xfrm>
            <a:off x="1104900" y="1800808"/>
            <a:ext cx="7092820" cy="1628192"/>
          </a:xfrm>
        </p:spPr>
        <p:txBody>
          <a:bodyPr lIns="0" bIns="0" anchor="b" anchorCtr="0">
            <a:noAutofit/>
          </a:bodyPr>
          <a:lstStyle>
            <a:lvl1pPr>
              <a:defRPr sz="3200" b="1">
                <a:solidFill>
                  <a:schemeClr val="bg1"/>
                </a:solidFill>
              </a:defRPr>
            </a:lvl1pPr>
          </a:lstStyle>
          <a:p>
            <a:r>
              <a:rPr lang="en-US" dirty="0"/>
              <a:t>Section Title (Max Two Lines)</a:t>
            </a:r>
          </a:p>
        </p:txBody>
      </p:sp>
      <p:sp>
        <p:nvSpPr>
          <p:cNvPr id="7" name="Text Placeholder 5">
            <a:extLst>
              <a:ext uri="{FF2B5EF4-FFF2-40B4-BE49-F238E27FC236}">
                <a16:creationId xmlns:a16="http://schemas.microsoft.com/office/drawing/2014/main" id="{03C54B7B-813E-7B62-27B5-633489321878}"/>
              </a:ext>
            </a:extLst>
          </p:cNvPr>
          <p:cNvSpPr>
            <a:spLocks noGrp="1"/>
          </p:cNvSpPr>
          <p:nvPr>
            <p:ph type="body" sz="quarter" idx="18" hasCustomPrompt="1"/>
          </p:nvPr>
        </p:nvSpPr>
        <p:spPr>
          <a:xfrm>
            <a:off x="1104900" y="3652538"/>
            <a:ext cx="7092820" cy="774441"/>
          </a:xfrm>
        </p:spPr>
        <p:txBody>
          <a:bodyPr lIns="0" tIns="0">
            <a:noAutofit/>
          </a:bodyPr>
          <a:lstStyle>
            <a:lvl1pPr marL="0" indent="0">
              <a:lnSpc>
                <a:spcPct val="100000"/>
              </a:lnSpc>
              <a:buClr>
                <a:schemeClr val="accent2"/>
              </a:buClr>
              <a:buFont typeface="Arial" panose="020B0604020202020204" pitchFamily="34" charset="0"/>
              <a:buNone/>
              <a:tabLst/>
              <a:defRPr sz="1800">
                <a:solidFill>
                  <a:schemeClr val="bg1"/>
                </a:solidFill>
              </a:defRPr>
            </a:lvl1pPr>
            <a:lvl2pPr marL="174625" indent="0">
              <a:lnSpc>
                <a:spcPct val="100000"/>
              </a:lnSpc>
              <a:buClr>
                <a:schemeClr val="accent2"/>
              </a:buClr>
              <a:buFont typeface="Arial" panose="020B0604020202020204" pitchFamily="34" charset="0"/>
              <a:buNone/>
              <a:tabLst/>
              <a:defRPr sz="1600">
                <a:solidFill>
                  <a:schemeClr val="bg1"/>
                </a:solidFill>
              </a:defRPr>
            </a:lvl2pPr>
            <a:lvl3pPr marL="342900" indent="0">
              <a:lnSpc>
                <a:spcPct val="100000"/>
              </a:lnSpc>
              <a:buClr>
                <a:schemeClr val="accent2"/>
              </a:buClr>
              <a:buFont typeface="Arial" panose="020B0604020202020204" pitchFamily="34" charset="0"/>
              <a:buNone/>
              <a:tabLst/>
              <a:defRPr sz="1400">
                <a:solidFill>
                  <a:schemeClr val="bg1"/>
                </a:solidFill>
              </a:defRPr>
            </a:lvl3pPr>
            <a:lvl4pPr marL="519112" indent="0">
              <a:lnSpc>
                <a:spcPct val="100000"/>
              </a:lnSpc>
              <a:buClr>
                <a:schemeClr val="accent2"/>
              </a:buClr>
              <a:buFont typeface="Arial" panose="020B0604020202020204" pitchFamily="34" charset="0"/>
              <a:buNone/>
              <a:tabLst/>
              <a:defRPr sz="1200">
                <a:solidFill>
                  <a:schemeClr val="bg1"/>
                </a:solidFill>
              </a:defRPr>
            </a:lvl4pPr>
            <a:lvl5pPr marL="685800" indent="0">
              <a:lnSpc>
                <a:spcPct val="100000"/>
              </a:lnSpc>
              <a:buClr>
                <a:schemeClr val="accent2"/>
              </a:buClr>
              <a:buFont typeface="Arial" panose="020B0604020202020204" pitchFamily="34" charset="0"/>
              <a:buNone/>
              <a:tabLst/>
              <a:defRPr sz="1200">
                <a:solidFill>
                  <a:schemeClr val="bg1"/>
                </a:solidFill>
              </a:defRPr>
            </a:lvl5pPr>
          </a:lstStyle>
          <a:p>
            <a:r>
              <a:rPr lang="en-US" dirty="0"/>
              <a:t>Subhead (not required, max two lines)</a:t>
            </a:r>
          </a:p>
          <a:p>
            <a:pPr lvl="0"/>
            <a:endParaRPr lang="en-US" dirty="0"/>
          </a:p>
        </p:txBody>
      </p:sp>
      <p:sp>
        <p:nvSpPr>
          <p:cNvPr id="13" name="Slide Number Placeholder 5">
            <a:extLst>
              <a:ext uri="{FF2B5EF4-FFF2-40B4-BE49-F238E27FC236}">
                <a16:creationId xmlns:a16="http://schemas.microsoft.com/office/drawing/2014/main" id="{C9736184-ED63-6779-B7C5-534556DC2145}"/>
              </a:ext>
            </a:extLst>
          </p:cNvPr>
          <p:cNvSpPr>
            <a:spLocks noGrp="1"/>
          </p:cNvSpPr>
          <p:nvPr>
            <p:ph type="sldNum" sz="quarter" idx="4"/>
          </p:nvPr>
        </p:nvSpPr>
        <p:spPr>
          <a:xfrm>
            <a:off x="0" y="6356349"/>
            <a:ext cx="622570" cy="365125"/>
          </a:xfrm>
          <a:prstGeom prst="rect">
            <a:avLst/>
          </a:prstGeom>
        </p:spPr>
        <p:txBody>
          <a:bodyPr vert="horz" lIns="91440" tIns="45720" rIns="91440" bIns="45720" rtlCol="0" anchor="ctr"/>
          <a:lstStyle>
            <a:lvl1pPr algn="ctr">
              <a:defRPr sz="1100">
                <a:solidFill>
                  <a:schemeClr val="bg1"/>
                </a:solidFill>
              </a:defRPr>
            </a:lvl1pPr>
          </a:lstStyle>
          <a:p>
            <a:fld id="{F57A3D79-8EB8-420C-9CED-F27F00CFFC96}" type="slidenum">
              <a:rPr lang="es-419" smtClean="0"/>
              <a:t>‹#›</a:t>
            </a:fld>
            <a:endParaRPr lang="es-419"/>
          </a:p>
        </p:txBody>
      </p:sp>
      <p:sp>
        <p:nvSpPr>
          <p:cNvPr id="3" name="Rectangle 2">
            <a:extLst>
              <a:ext uri="{FF2B5EF4-FFF2-40B4-BE49-F238E27FC236}">
                <a16:creationId xmlns:a16="http://schemas.microsoft.com/office/drawing/2014/main" id="{53600AF4-2A53-8250-935C-287EE2447DF5}"/>
              </a:ext>
            </a:extLst>
          </p:cNvPr>
          <p:cNvSpPr/>
          <p:nvPr userDrawn="1"/>
        </p:nvSpPr>
        <p:spPr>
          <a:xfrm>
            <a:off x="9187543" y="6477000"/>
            <a:ext cx="2383971" cy="244474"/>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p>
        </p:txBody>
      </p:sp>
      <p:pic>
        <p:nvPicPr>
          <p:cNvPr id="5" name="Picture 4">
            <a:extLst>
              <a:ext uri="{FF2B5EF4-FFF2-40B4-BE49-F238E27FC236}">
                <a16:creationId xmlns:a16="http://schemas.microsoft.com/office/drawing/2014/main" id="{BFEA133A-9A29-D6C4-20D5-629BDC4E9437}"/>
              </a:ext>
            </a:extLst>
          </p:cNvPr>
          <p:cNvPicPr>
            <a:picLocks noChangeAspect="1"/>
          </p:cNvPicPr>
          <p:nvPr userDrawn="1"/>
        </p:nvPicPr>
        <p:blipFill>
          <a:blip r:embed="rId2"/>
          <a:stretch>
            <a:fillRect/>
          </a:stretch>
        </p:blipFill>
        <p:spPr>
          <a:xfrm>
            <a:off x="9717410" y="6477000"/>
            <a:ext cx="2071817" cy="265617"/>
          </a:xfrm>
          <a:prstGeom prst="rect">
            <a:avLst/>
          </a:prstGeom>
        </p:spPr>
      </p:pic>
    </p:spTree>
    <p:extLst>
      <p:ext uri="{BB962C8B-B14F-4D97-AF65-F5344CB8AC3E}">
        <p14:creationId xmlns:p14="http://schemas.microsoft.com/office/powerpoint/2010/main" val="283939974"/>
      </p:ext>
    </p:extLst>
  </p:cSld>
  <p:clrMapOvr>
    <a:masterClrMapping/>
  </p:clrMapOvr>
  <p:extLst>
    <p:ext uri="{DCECCB84-F9BA-43D5-87BE-67443E8EF086}">
      <p15:sldGuideLst xmlns:p15="http://schemas.microsoft.com/office/powerpoint/2012/main"/>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cSld name="1-Up ">
    <p:bg>
      <p:bgPr>
        <a:solidFill>
          <a:schemeClr val="bg1">
            <a:alpha val="20231"/>
          </a:schemeClr>
        </a:solidFill>
        <a:effectLst/>
      </p:bgPr>
    </p:bg>
    <p:spTree>
      <p:nvGrpSpPr>
        <p:cNvPr id="1" name=""/>
        <p:cNvGrpSpPr/>
        <p:nvPr/>
      </p:nvGrpSpPr>
      <p:grpSpPr>
        <a:xfrm>
          <a:off x="0" y="0"/>
          <a:ext cx="0" cy="0"/>
          <a:chOff x="0" y="0"/>
          <a:chExt cx="0" cy="0"/>
        </a:xfrm>
      </p:grpSpPr>
      <p:sp>
        <p:nvSpPr>
          <p:cNvPr id="3" name="Text Placeholder 5">
            <a:extLst>
              <a:ext uri="{FF2B5EF4-FFF2-40B4-BE49-F238E27FC236}">
                <a16:creationId xmlns:a16="http://schemas.microsoft.com/office/drawing/2014/main" id="{2D92EE01-92FE-27B7-8491-8AE3AAC0FEF1}"/>
              </a:ext>
            </a:extLst>
          </p:cNvPr>
          <p:cNvSpPr>
            <a:spLocks noGrp="1"/>
          </p:cNvSpPr>
          <p:nvPr>
            <p:ph type="body" sz="quarter" idx="18"/>
          </p:nvPr>
        </p:nvSpPr>
        <p:spPr>
          <a:xfrm>
            <a:off x="1104900" y="1905002"/>
            <a:ext cx="10477499" cy="4267198"/>
          </a:xfrm>
        </p:spPr>
        <p:txBody>
          <a:bodyPr>
            <a:noAutofit/>
          </a:bodyPr>
          <a:lstStyle>
            <a:lvl1pPr marL="174625" indent="-174625">
              <a:lnSpc>
                <a:spcPct val="100000"/>
              </a:lnSpc>
              <a:buClr>
                <a:schemeClr val="accent2"/>
              </a:buClr>
              <a:buFont typeface="Arial" panose="020B0604020202020204" pitchFamily="34" charset="0"/>
              <a:buChar char="•"/>
              <a:tabLst/>
              <a:defRPr sz="1600">
                <a:solidFill>
                  <a:schemeClr val="tx1"/>
                </a:solidFill>
              </a:defRPr>
            </a:lvl1pPr>
            <a:lvl2pPr marL="342900" indent="-168275">
              <a:lnSpc>
                <a:spcPct val="100000"/>
              </a:lnSpc>
              <a:buClr>
                <a:schemeClr val="accent2"/>
              </a:buClr>
              <a:buFont typeface="Arial" panose="020B0604020202020204" pitchFamily="34" charset="0"/>
              <a:buChar char="•"/>
              <a:tabLst/>
              <a:defRPr sz="1600">
                <a:solidFill>
                  <a:schemeClr val="tx1"/>
                </a:solidFill>
              </a:defRPr>
            </a:lvl2pPr>
            <a:lvl3pPr marL="519113" indent="-176213">
              <a:lnSpc>
                <a:spcPct val="100000"/>
              </a:lnSpc>
              <a:buClr>
                <a:schemeClr val="accent2"/>
              </a:buClr>
              <a:buFont typeface="Arial" panose="020B0604020202020204" pitchFamily="34" charset="0"/>
              <a:buChar char="•"/>
              <a:tabLst/>
              <a:defRPr sz="1600">
                <a:solidFill>
                  <a:schemeClr val="tx1"/>
                </a:solidFill>
              </a:defRPr>
            </a:lvl3pPr>
            <a:lvl4pPr marL="685800" indent="-166688">
              <a:lnSpc>
                <a:spcPct val="100000"/>
              </a:lnSpc>
              <a:buClr>
                <a:schemeClr val="accent2"/>
              </a:buClr>
              <a:buFont typeface="Arial" panose="020B0604020202020204" pitchFamily="34" charset="0"/>
              <a:buChar char="•"/>
              <a:tabLst/>
              <a:defRPr sz="1600">
                <a:solidFill>
                  <a:schemeClr val="tx1"/>
                </a:solidFill>
              </a:defRPr>
            </a:lvl4pPr>
            <a:lvl5pPr marL="862013" indent="-176213">
              <a:lnSpc>
                <a:spcPct val="100000"/>
              </a:lnSpc>
              <a:buClr>
                <a:schemeClr val="accent2"/>
              </a:buClr>
              <a:buFont typeface="Arial" panose="020B0604020202020204" pitchFamily="34" charset="0"/>
              <a:buChar char="•"/>
              <a:tabLst/>
              <a:defRPr sz="1600">
                <a:solidFill>
                  <a:schemeClr val="tx1"/>
                </a:solidFill>
              </a:defRPr>
            </a:lvl5p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4" name="Vertical Text Placeholder 13">
            <a:extLst>
              <a:ext uri="{FF2B5EF4-FFF2-40B4-BE49-F238E27FC236}">
                <a16:creationId xmlns:a16="http://schemas.microsoft.com/office/drawing/2014/main" id="{E932BD03-3866-775C-FCE1-9468113E4954}"/>
              </a:ext>
            </a:extLst>
          </p:cNvPr>
          <p:cNvSpPr>
            <a:spLocks noGrp="1"/>
          </p:cNvSpPr>
          <p:nvPr>
            <p:ph type="body" orient="vert" sz="quarter" idx="17" hasCustomPrompt="1"/>
          </p:nvPr>
        </p:nvSpPr>
        <p:spPr>
          <a:xfrm rot="10800000">
            <a:off x="0" y="685800"/>
            <a:ext cx="609600" cy="5486399"/>
          </a:xfrm>
        </p:spPr>
        <p:txBody>
          <a:bodyPr vert="eaVert" anchor="ctr">
            <a:noAutofit/>
          </a:bodyPr>
          <a:lstStyle>
            <a:lvl1pPr marL="0" indent="0" algn="ctr">
              <a:buNone/>
              <a:defRPr sz="1200" spc="300">
                <a:solidFill>
                  <a:schemeClr val="bg1">
                    <a:lumMod val="50000"/>
                  </a:schemeClr>
                </a:solidFill>
              </a:defRPr>
            </a:lvl1pPr>
          </a:lstStyle>
          <a:p>
            <a:pPr lvl="0"/>
            <a:r>
              <a:rPr lang="en-US" dirty="0"/>
              <a:t>SECTION TITLE</a:t>
            </a:r>
          </a:p>
        </p:txBody>
      </p:sp>
      <p:sp>
        <p:nvSpPr>
          <p:cNvPr id="8" name="Slide Number Placeholder 5">
            <a:extLst>
              <a:ext uri="{FF2B5EF4-FFF2-40B4-BE49-F238E27FC236}">
                <a16:creationId xmlns:a16="http://schemas.microsoft.com/office/drawing/2014/main" id="{D3877212-0337-0A89-2140-1837D97F8061}"/>
              </a:ext>
            </a:extLst>
          </p:cNvPr>
          <p:cNvSpPr>
            <a:spLocks noGrp="1"/>
          </p:cNvSpPr>
          <p:nvPr>
            <p:ph type="sldNum" sz="quarter" idx="4"/>
          </p:nvPr>
        </p:nvSpPr>
        <p:spPr>
          <a:xfrm>
            <a:off x="0" y="6356349"/>
            <a:ext cx="622570" cy="365125"/>
          </a:xfrm>
          <a:prstGeom prst="rect">
            <a:avLst/>
          </a:prstGeom>
        </p:spPr>
        <p:txBody>
          <a:bodyPr vert="horz" lIns="91440" tIns="45720" rIns="91440" bIns="45720" rtlCol="0" anchor="ctr"/>
          <a:lstStyle>
            <a:lvl1pPr algn="ctr">
              <a:defRPr sz="1100">
                <a:solidFill>
                  <a:schemeClr val="bg1">
                    <a:lumMod val="65000"/>
                  </a:schemeClr>
                </a:solidFill>
              </a:defRPr>
            </a:lvl1pPr>
          </a:lstStyle>
          <a:p>
            <a:fld id="{F57A3D79-8EB8-420C-9CED-F27F00CFFC96}" type="slidenum">
              <a:rPr lang="es-419" smtClean="0"/>
              <a:t>‹#›</a:t>
            </a:fld>
            <a:endParaRPr lang="es-419"/>
          </a:p>
        </p:txBody>
      </p:sp>
      <p:sp>
        <p:nvSpPr>
          <p:cNvPr id="9" name="Title 2">
            <a:extLst>
              <a:ext uri="{FF2B5EF4-FFF2-40B4-BE49-F238E27FC236}">
                <a16:creationId xmlns:a16="http://schemas.microsoft.com/office/drawing/2014/main" id="{50D7E829-0820-3DB9-FA55-7C961469D717}"/>
              </a:ext>
            </a:extLst>
          </p:cNvPr>
          <p:cNvSpPr>
            <a:spLocks noGrp="1"/>
          </p:cNvSpPr>
          <p:nvPr>
            <p:ph type="title"/>
          </p:nvPr>
        </p:nvSpPr>
        <p:spPr>
          <a:xfrm>
            <a:off x="1104900" y="685800"/>
            <a:ext cx="10477497" cy="898555"/>
          </a:xfrm>
        </p:spPr>
        <p:txBody>
          <a:bodyPr anchor="t" anchorCtr="0">
            <a:noAutofit/>
          </a:bodyPr>
          <a:lstStyle>
            <a:lvl1pPr>
              <a:defRPr sz="3200" b="1">
                <a:solidFill>
                  <a:schemeClr val="tx1"/>
                </a:solidFill>
              </a:defRPr>
            </a:lvl1pPr>
          </a:lstStyle>
          <a:p>
            <a:r>
              <a:rPr lang="es-MX"/>
              <a:t>Haz clic para modificar el estilo de título del patrón</a:t>
            </a:r>
            <a:endParaRPr lang="en-US" dirty="0"/>
          </a:p>
        </p:txBody>
      </p:sp>
      <p:sp>
        <p:nvSpPr>
          <p:cNvPr id="2" name="Rectangle 1">
            <a:extLst>
              <a:ext uri="{FF2B5EF4-FFF2-40B4-BE49-F238E27FC236}">
                <a16:creationId xmlns:a16="http://schemas.microsoft.com/office/drawing/2014/main" id="{3ADADE45-CF13-FEA8-DE91-A1C98A8A6648}"/>
              </a:ext>
            </a:extLst>
          </p:cNvPr>
          <p:cNvSpPr/>
          <p:nvPr userDrawn="1"/>
        </p:nvSpPr>
        <p:spPr>
          <a:xfrm>
            <a:off x="9078686" y="6477000"/>
            <a:ext cx="2503711" cy="24447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p>
        </p:txBody>
      </p:sp>
      <p:pic>
        <p:nvPicPr>
          <p:cNvPr id="6" name="Picture 5">
            <a:extLst>
              <a:ext uri="{FF2B5EF4-FFF2-40B4-BE49-F238E27FC236}">
                <a16:creationId xmlns:a16="http://schemas.microsoft.com/office/drawing/2014/main" id="{1836C509-09A8-7E42-E32F-0007BFEE4723}"/>
              </a:ext>
            </a:extLst>
          </p:cNvPr>
          <p:cNvPicPr>
            <a:picLocks noChangeAspect="1"/>
          </p:cNvPicPr>
          <p:nvPr userDrawn="1"/>
        </p:nvPicPr>
        <p:blipFill>
          <a:blip r:embed="rId2"/>
          <a:stretch>
            <a:fillRect/>
          </a:stretch>
        </p:blipFill>
        <p:spPr>
          <a:xfrm>
            <a:off x="9639177" y="6484920"/>
            <a:ext cx="2019423" cy="263403"/>
          </a:xfrm>
          <a:prstGeom prst="rect">
            <a:avLst/>
          </a:prstGeom>
        </p:spPr>
      </p:pic>
    </p:spTree>
    <p:extLst>
      <p:ext uri="{BB962C8B-B14F-4D97-AF65-F5344CB8AC3E}">
        <p14:creationId xmlns:p14="http://schemas.microsoft.com/office/powerpoint/2010/main" val="2164348101"/>
      </p:ext>
    </p:extLst>
  </p:cSld>
  <p:clrMapOvr>
    <a:masterClrMapping/>
  </p:clrMapOvr>
  <p:extLst>
    <p:ext uri="{DCECCB84-F9BA-43D5-87BE-67443E8EF086}">
      <p15:sldGuideLst xmlns:p15="http://schemas.microsoft.com/office/powerpoint/2012/main"/>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cSld name="Title Only Slide">
    <p:bg>
      <p:bgPr>
        <a:solidFill>
          <a:schemeClr val="bg1">
            <a:alpha val="20231"/>
          </a:schemeClr>
        </a:solidFill>
        <a:effectLst/>
      </p:bgPr>
    </p:bg>
    <p:spTree>
      <p:nvGrpSpPr>
        <p:cNvPr id="1" name=""/>
        <p:cNvGrpSpPr/>
        <p:nvPr/>
      </p:nvGrpSpPr>
      <p:grpSpPr>
        <a:xfrm>
          <a:off x="0" y="0"/>
          <a:ext cx="0" cy="0"/>
          <a:chOff x="0" y="0"/>
          <a:chExt cx="0" cy="0"/>
        </a:xfrm>
      </p:grpSpPr>
      <p:sp>
        <p:nvSpPr>
          <p:cNvPr id="7" name="Vertical Text Placeholder 13">
            <a:extLst>
              <a:ext uri="{FF2B5EF4-FFF2-40B4-BE49-F238E27FC236}">
                <a16:creationId xmlns:a16="http://schemas.microsoft.com/office/drawing/2014/main" id="{615AF287-335F-BB55-C118-E2B304809BF5}"/>
              </a:ext>
            </a:extLst>
          </p:cNvPr>
          <p:cNvSpPr>
            <a:spLocks noGrp="1"/>
          </p:cNvSpPr>
          <p:nvPr>
            <p:ph type="body" orient="vert" sz="quarter" idx="17" hasCustomPrompt="1"/>
          </p:nvPr>
        </p:nvSpPr>
        <p:spPr>
          <a:xfrm rot="10800000">
            <a:off x="0" y="685800"/>
            <a:ext cx="609600" cy="5486399"/>
          </a:xfrm>
        </p:spPr>
        <p:txBody>
          <a:bodyPr vert="eaVert" anchor="ctr">
            <a:noAutofit/>
          </a:bodyPr>
          <a:lstStyle>
            <a:lvl1pPr marL="0" indent="0" algn="ctr">
              <a:buNone/>
              <a:defRPr sz="1200" spc="300">
                <a:solidFill>
                  <a:schemeClr val="bg1">
                    <a:lumMod val="50000"/>
                  </a:schemeClr>
                </a:solidFill>
              </a:defRPr>
            </a:lvl1pPr>
          </a:lstStyle>
          <a:p>
            <a:pPr lvl="0"/>
            <a:r>
              <a:rPr lang="en-US" dirty="0"/>
              <a:t>SECTION TITLE</a:t>
            </a:r>
          </a:p>
        </p:txBody>
      </p:sp>
      <p:sp>
        <p:nvSpPr>
          <p:cNvPr id="10" name="Slide Number Placeholder 5">
            <a:extLst>
              <a:ext uri="{FF2B5EF4-FFF2-40B4-BE49-F238E27FC236}">
                <a16:creationId xmlns:a16="http://schemas.microsoft.com/office/drawing/2014/main" id="{602A5F3B-3ABB-9E8C-64CA-3C1440FE24FE}"/>
              </a:ext>
            </a:extLst>
          </p:cNvPr>
          <p:cNvSpPr>
            <a:spLocks noGrp="1"/>
          </p:cNvSpPr>
          <p:nvPr>
            <p:ph type="sldNum" sz="quarter" idx="4"/>
          </p:nvPr>
        </p:nvSpPr>
        <p:spPr>
          <a:xfrm>
            <a:off x="0" y="6356349"/>
            <a:ext cx="622570" cy="365125"/>
          </a:xfrm>
          <a:prstGeom prst="rect">
            <a:avLst/>
          </a:prstGeom>
        </p:spPr>
        <p:txBody>
          <a:bodyPr vert="horz" lIns="91440" tIns="45720" rIns="91440" bIns="45720" rtlCol="0" anchor="ctr"/>
          <a:lstStyle>
            <a:lvl1pPr algn="ctr">
              <a:defRPr sz="1100">
                <a:solidFill>
                  <a:schemeClr val="bg1">
                    <a:lumMod val="65000"/>
                  </a:schemeClr>
                </a:solidFill>
              </a:defRPr>
            </a:lvl1pPr>
          </a:lstStyle>
          <a:p>
            <a:fld id="{F57A3D79-8EB8-420C-9CED-F27F00CFFC96}" type="slidenum">
              <a:rPr lang="es-419" smtClean="0"/>
              <a:t>‹#›</a:t>
            </a:fld>
            <a:endParaRPr lang="es-419"/>
          </a:p>
        </p:txBody>
      </p:sp>
      <p:sp>
        <p:nvSpPr>
          <p:cNvPr id="2" name="Title 2">
            <a:extLst>
              <a:ext uri="{FF2B5EF4-FFF2-40B4-BE49-F238E27FC236}">
                <a16:creationId xmlns:a16="http://schemas.microsoft.com/office/drawing/2014/main" id="{6075AE4F-120B-4A06-3546-84A4BC13FBF4}"/>
              </a:ext>
            </a:extLst>
          </p:cNvPr>
          <p:cNvSpPr>
            <a:spLocks noGrp="1"/>
          </p:cNvSpPr>
          <p:nvPr>
            <p:ph type="title"/>
          </p:nvPr>
        </p:nvSpPr>
        <p:spPr>
          <a:xfrm>
            <a:off x="1104900" y="685800"/>
            <a:ext cx="10477497" cy="898555"/>
          </a:xfrm>
        </p:spPr>
        <p:txBody>
          <a:bodyPr anchor="t" anchorCtr="0">
            <a:noAutofit/>
          </a:bodyPr>
          <a:lstStyle>
            <a:lvl1pPr>
              <a:defRPr sz="3200" b="1">
                <a:solidFill>
                  <a:schemeClr val="tx1"/>
                </a:solidFill>
              </a:defRPr>
            </a:lvl1pPr>
          </a:lstStyle>
          <a:p>
            <a:r>
              <a:rPr lang="es-MX"/>
              <a:t>Haz clic para modificar el estilo de título del patrón</a:t>
            </a:r>
            <a:endParaRPr lang="en-US" dirty="0"/>
          </a:p>
        </p:txBody>
      </p:sp>
      <p:sp>
        <p:nvSpPr>
          <p:cNvPr id="3" name="Rectangle 2">
            <a:extLst>
              <a:ext uri="{FF2B5EF4-FFF2-40B4-BE49-F238E27FC236}">
                <a16:creationId xmlns:a16="http://schemas.microsoft.com/office/drawing/2014/main" id="{62EC4A76-E8CC-5520-B672-EFD9EAC46AE8}"/>
              </a:ext>
            </a:extLst>
          </p:cNvPr>
          <p:cNvSpPr/>
          <p:nvPr userDrawn="1"/>
        </p:nvSpPr>
        <p:spPr>
          <a:xfrm>
            <a:off x="9035143" y="6455229"/>
            <a:ext cx="2547254" cy="26624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p>
        </p:txBody>
      </p:sp>
      <p:pic>
        <p:nvPicPr>
          <p:cNvPr id="5" name="Picture 4">
            <a:extLst>
              <a:ext uri="{FF2B5EF4-FFF2-40B4-BE49-F238E27FC236}">
                <a16:creationId xmlns:a16="http://schemas.microsoft.com/office/drawing/2014/main" id="{6F3BC064-F4B8-145C-EFFF-91BD9D081BF8}"/>
              </a:ext>
            </a:extLst>
          </p:cNvPr>
          <p:cNvPicPr>
            <a:picLocks noChangeAspect="1"/>
          </p:cNvPicPr>
          <p:nvPr userDrawn="1"/>
        </p:nvPicPr>
        <p:blipFill>
          <a:blip r:embed="rId2"/>
          <a:stretch>
            <a:fillRect/>
          </a:stretch>
        </p:blipFill>
        <p:spPr>
          <a:xfrm>
            <a:off x="9704492" y="6508748"/>
            <a:ext cx="2041204" cy="266244"/>
          </a:xfrm>
          <a:prstGeom prst="rect">
            <a:avLst/>
          </a:prstGeom>
        </p:spPr>
      </p:pic>
    </p:spTree>
    <p:extLst>
      <p:ext uri="{BB962C8B-B14F-4D97-AF65-F5344CB8AC3E}">
        <p14:creationId xmlns:p14="http://schemas.microsoft.com/office/powerpoint/2010/main" val="1465026261"/>
      </p:ext>
    </p:extLst>
  </p:cSld>
  <p:clrMapOvr>
    <a:masterClrMapping/>
  </p:clrMapOvr>
  <p:extLst>
    <p:ext uri="{DCECCB84-F9BA-43D5-87BE-67443E8EF086}">
      <p15:sldGuideLst xmlns:p15="http://schemas.microsoft.com/office/powerpoint/2012/main"/>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cSld name="Title slide 2">
    <p:spTree>
      <p:nvGrpSpPr>
        <p:cNvPr id="1" name=""/>
        <p:cNvGrpSpPr/>
        <p:nvPr/>
      </p:nvGrpSpPr>
      <p:grpSpPr>
        <a:xfrm>
          <a:off x="0" y="0"/>
          <a:ext cx="0" cy="0"/>
          <a:chOff x="0" y="0"/>
          <a:chExt cx="0" cy="0"/>
        </a:xfrm>
      </p:grpSpPr>
      <p:pic>
        <p:nvPicPr>
          <p:cNvPr id="11" name="Picture 3">
            <a:extLst>
              <a:ext uri="{FF2B5EF4-FFF2-40B4-BE49-F238E27FC236}">
                <a16:creationId xmlns:a16="http://schemas.microsoft.com/office/drawing/2014/main" id="{0D606AED-DD8D-9B4B-A5A1-B57A5083C0EE}"/>
              </a:ext>
            </a:extLst>
          </p:cNvPr>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5488163" y="258373"/>
            <a:ext cx="6711912" cy="6858000"/>
          </a:xfrm>
          <a:prstGeom prst="rect">
            <a:avLst/>
          </a:prstGeom>
        </p:spPr>
      </p:pic>
      <p:sp>
        <p:nvSpPr>
          <p:cNvPr id="4" name="Trapezoid 3"/>
          <p:cNvSpPr/>
          <p:nvPr/>
        </p:nvSpPr>
        <p:spPr>
          <a:xfrm>
            <a:off x="0" y="1"/>
            <a:ext cx="9144000" cy="6874172"/>
          </a:xfrm>
          <a:custGeom>
            <a:avLst/>
            <a:gdLst>
              <a:gd name="connsiteX0" fmla="*/ 0 w 6858000"/>
              <a:gd name="connsiteY0" fmla="*/ 5148072 h 5148072"/>
              <a:gd name="connsiteX1" fmla="*/ 0 w 6858000"/>
              <a:gd name="connsiteY1" fmla="*/ 0 h 5148072"/>
              <a:gd name="connsiteX2" fmla="*/ 6858000 w 6858000"/>
              <a:gd name="connsiteY2" fmla="*/ 0 h 5148072"/>
              <a:gd name="connsiteX3" fmla="*/ 6858000 w 6858000"/>
              <a:gd name="connsiteY3" fmla="*/ 5148072 h 5148072"/>
              <a:gd name="connsiteX4" fmla="*/ 0 w 6858000"/>
              <a:gd name="connsiteY4" fmla="*/ 5148072 h 5148072"/>
              <a:gd name="connsiteX0" fmla="*/ 0 w 6858000"/>
              <a:gd name="connsiteY0" fmla="*/ 5148072 h 5155629"/>
              <a:gd name="connsiteX1" fmla="*/ 0 w 6858000"/>
              <a:gd name="connsiteY1" fmla="*/ 0 h 5155629"/>
              <a:gd name="connsiteX2" fmla="*/ 6858000 w 6858000"/>
              <a:gd name="connsiteY2" fmla="*/ 0 h 5155629"/>
              <a:gd name="connsiteX3" fmla="*/ 4840275 w 6858000"/>
              <a:gd name="connsiteY3" fmla="*/ 5155629 h 5155629"/>
              <a:gd name="connsiteX4" fmla="*/ 0 w 6858000"/>
              <a:gd name="connsiteY4" fmla="*/ 5148072 h 51556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58000" h="5155629">
                <a:moveTo>
                  <a:pt x="0" y="5148072"/>
                </a:moveTo>
                <a:lnTo>
                  <a:pt x="0" y="0"/>
                </a:lnTo>
                <a:lnTo>
                  <a:pt x="6858000" y="0"/>
                </a:lnTo>
                <a:lnTo>
                  <a:pt x="4840275" y="5155629"/>
                </a:lnTo>
                <a:lnTo>
                  <a:pt x="0" y="5148072"/>
                </a:lnTo>
                <a:close/>
              </a:path>
            </a:pathLst>
          </a:custGeom>
          <a:solidFill>
            <a:schemeClr val="bg1"/>
          </a:solidFill>
          <a:ln>
            <a:noFill/>
          </a:ln>
          <a:effectLst/>
        </p:spPr>
        <p:style>
          <a:lnRef idx="2">
            <a:schemeClr val="accent1"/>
          </a:lnRef>
          <a:fillRef idx="0">
            <a:schemeClr val="accent1"/>
          </a:fillRef>
          <a:effectRef idx="1">
            <a:schemeClr val="accent1"/>
          </a:effectRef>
          <a:fontRef idx="minor">
            <a:schemeClr val="tx1"/>
          </a:fontRef>
        </p:style>
        <p:txBody>
          <a:bodyPr rtlCol="0" anchor="ctr"/>
          <a:lstStyle/>
          <a:p>
            <a:pPr lvl="0" algn="ctr"/>
            <a:endParaRPr lang="en-US" sz="2400">
              <a:solidFill>
                <a:schemeClr val="tx1"/>
              </a:solidFill>
            </a:endParaRPr>
          </a:p>
        </p:txBody>
      </p:sp>
      <p:sp>
        <p:nvSpPr>
          <p:cNvPr id="2" name="Title 1"/>
          <p:cNvSpPr>
            <a:spLocks noGrp="1"/>
          </p:cNvSpPr>
          <p:nvPr>
            <p:ph type="title"/>
          </p:nvPr>
        </p:nvSpPr>
        <p:spPr>
          <a:xfrm>
            <a:off x="461309" y="2589804"/>
            <a:ext cx="6650691" cy="2151529"/>
          </a:xfrm>
        </p:spPr>
        <p:txBody>
          <a:bodyPr>
            <a:noAutofit/>
          </a:bodyPr>
          <a:lstStyle>
            <a:lvl1pPr>
              <a:lnSpc>
                <a:spcPct val="90000"/>
              </a:lnSpc>
              <a:defRPr sz="6400">
                <a:solidFill>
                  <a:schemeClr val="accent4"/>
                </a:solidFill>
              </a:defRPr>
            </a:lvl1pPr>
          </a:lstStyle>
          <a:p>
            <a:r>
              <a:rPr lang="es-MX"/>
              <a:t>Haz clic para modificar el estilo de título del patrón</a:t>
            </a:r>
            <a:endParaRPr lang="en-US" dirty="0"/>
          </a:p>
        </p:txBody>
      </p:sp>
      <p:pic>
        <p:nvPicPr>
          <p:cNvPr id="5" name="Picture 4" descr="ellucian_purple.png"/>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61310" y="1631578"/>
            <a:ext cx="2327711" cy="479092"/>
          </a:xfrm>
          <a:prstGeom prst="rect">
            <a:avLst/>
          </a:prstGeom>
        </p:spPr>
      </p:pic>
      <p:sp>
        <p:nvSpPr>
          <p:cNvPr id="10" name="Text Placeholder 12"/>
          <p:cNvSpPr>
            <a:spLocks noGrp="1"/>
          </p:cNvSpPr>
          <p:nvPr>
            <p:ph type="body" sz="quarter" idx="11" hasCustomPrompt="1"/>
          </p:nvPr>
        </p:nvSpPr>
        <p:spPr>
          <a:xfrm>
            <a:off x="457200" y="5543554"/>
            <a:ext cx="6396392" cy="675417"/>
          </a:xfrm>
        </p:spPr>
        <p:txBody>
          <a:bodyPr anchor="t" anchorCtr="0">
            <a:noAutofit/>
          </a:bodyPr>
          <a:lstStyle>
            <a:lvl1pPr>
              <a:buNone/>
              <a:defRPr sz="2267" b="0" spc="0" baseline="0">
                <a:solidFill>
                  <a:schemeClr val="accent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dirty="0"/>
              <a:t>Presenter’s title</a:t>
            </a:r>
            <a:br>
              <a:rPr lang="en-US" dirty="0"/>
            </a:br>
            <a:r>
              <a:rPr lang="en-US" dirty="0" err="1"/>
              <a:t>Ellucian</a:t>
            </a:r>
            <a:endParaRPr lang="en-US" dirty="0"/>
          </a:p>
        </p:txBody>
      </p:sp>
      <p:sp>
        <p:nvSpPr>
          <p:cNvPr id="3" name="Right Triangle 2"/>
          <p:cNvSpPr/>
          <p:nvPr/>
        </p:nvSpPr>
        <p:spPr>
          <a:xfrm flipH="1" flipV="1">
            <a:off x="6604000" y="-3"/>
            <a:ext cx="5588000" cy="5608320"/>
          </a:xfrm>
          <a:prstGeom prst="rtTriangle">
            <a:avLst/>
          </a:prstGeom>
          <a:solidFill>
            <a:srgbClr val="45A1AA">
              <a:alpha val="4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lvl="0" algn="ctr"/>
            <a:endParaRPr lang="en-US" sz="2400"/>
          </a:p>
        </p:txBody>
      </p:sp>
      <p:sp>
        <p:nvSpPr>
          <p:cNvPr id="13" name="Text Placeholder 12"/>
          <p:cNvSpPr>
            <a:spLocks noGrp="1"/>
          </p:cNvSpPr>
          <p:nvPr>
            <p:ph type="body" sz="quarter" idx="12" hasCustomPrompt="1"/>
          </p:nvPr>
        </p:nvSpPr>
        <p:spPr>
          <a:xfrm>
            <a:off x="457200" y="4719592"/>
            <a:ext cx="6656832" cy="835251"/>
          </a:xfrm>
        </p:spPr>
        <p:txBody>
          <a:bodyPr anchor="b">
            <a:noAutofit/>
          </a:bodyPr>
          <a:lstStyle>
            <a:lvl1pPr>
              <a:buNone/>
              <a:defRPr sz="2267" b="1" cap="all" spc="0" baseline="0">
                <a:solidFill>
                  <a:schemeClr val="accent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dirty="0"/>
              <a:t>PRESENTER NAME</a:t>
            </a:r>
          </a:p>
        </p:txBody>
      </p:sp>
      <p:pic>
        <p:nvPicPr>
          <p:cNvPr id="6" name="Picture 3">
            <a:extLst>
              <a:ext uri="{FF2B5EF4-FFF2-40B4-BE49-F238E27FC236}">
                <a16:creationId xmlns:a16="http://schemas.microsoft.com/office/drawing/2014/main" id="{973D856E-1B92-F3FC-7675-3074782C35FB}"/>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5488163" y="258373"/>
            <a:ext cx="6711912" cy="6858000"/>
          </a:xfrm>
          <a:prstGeom prst="rect">
            <a:avLst/>
          </a:prstGeom>
        </p:spPr>
      </p:pic>
      <p:sp>
        <p:nvSpPr>
          <p:cNvPr id="7" name="Trapezoid 3">
            <a:extLst>
              <a:ext uri="{FF2B5EF4-FFF2-40B4-BE49-F238E27FC236}">
                <a16:creationId xmlns:a16="http://schemas.microsoft.com/office/drawing/2014/main" id="{20FA2FC0-DC4E-0671-6A29-8193166A55AD}"/>
              </a:ext>
            </a:extLst>
          </p:cNvPr>
          <p:cNvSpPr/>
          <p:nvPr userDrawn="1"/>
        </p:nvSpPr>
        <p:spPr>
          <a:xfrm>
            <a:off x="0" y="1"/>
            <a:ext cx="9144000" cy="6874172"/>
          </a:xfrm>
          <a:custGeom>
            <a:avLst/>
            <a:gdLst>
              <a:gd name="connsiteX0" fmla="*/ 0 w 6858000"/>
              <a:gd name="connsiteY0" fmla="*/ 5148072 h 5148072"/>
              <a:gd name="connsiteX1" fmla="*/ 0 w 6858000"/>
              <a:gd name="connsiteY1" fmla="*/ 0 h 5148072"/>
              <a:gd name="connsiteX2" fmla="*/ 6858000 w 6858000"/>
              <a:gd name="connsiteY2" fmla="*/ 0 h 5148072"/>
              <a:gd name="connsiteX3" fmla="*/ 6858000 w 6858000"/>
              <a:gd name="connsiteY3" fmla="*/ 5148072 h 5148072"/>
              <a:gd name="connsiteX4" fmla="*/ 0 w 6858000"/>
              <a:gd name="connsiteY4" fmla="*/ 5148072 h 5148072"/>
              <a:gd name="connsiteX0" fmla="*/ 0 w 6858000"/>
              <a:gd name="connsiteY0" fmla="*/ 5148072 h 5155629"/>
              <a:gd name="connsiteX1" fmla="*/ 0 w 6858000"/>
              <a:gd name="connsiteY1" fmla="*/ 0 h 5155629"/>
              <a:gd name="connsiteX2" fmla="*/ 6858000 w 6858000"/>
              <a:gd name="connsiteY2" fmla="*/ 0 h 5155629"/>
              <a:gd name="connsiteX3" fmla="*/ 4840275 w 6858000"/>
              <a:gd name="connsiteY3" fmla="*/ 5155629 h 5155629"/>
              <a:gd name="connsiteX4" fmla="*/ 0 w 6858000"/>
              <a:gd name="connsiteY4" fmla="*/ 5148072 h 51556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58000" h="5155629">
                <a:moveTo>
                  <a:pt x="0" y="5148072"/>
                </a:moveTo>
                <a:lnTo>
                  <a:pt x="0" y="0"/>
                </a:lnTo>
                <a:lnTo>
                  <a:pt x="6858000" y="0"/>
                </a:lnTo>
                <a:lnTo>
                  <a:pt x="4840275" y="5155629"/>
                </a:lnTo>
                <a:lnTo>
                  <a:pt x="0" y="5148072"/>
                </a:lnTo>
                <a:close/>
              </a:path>
            </a:pathLst>
          </a:custGeom>
          <a:solidFill>
            <a:schemeClr val="bg1"/>
          </a:solidFill>
          <a:ln>
            <a:noFill/>
          </a:ln>
          <a:effectLst/>
        </p:spPr>
        <p:style>
          <a:lnRef idx="2">
            <a:schemeClr val="accent1"/>
          </a:lnRef>
          <a:fillRef idx="0">
            <a:schemeClr val="accent1"/>
          </a:fillRef>
          <a:effectRef idx="1">
            <a:schemeClr val="accent1"/>
          </a:effectRef>
          <a:fontRef idx="minor">
            <a:schemeClr val="tx1"/>
          </a:fontRef>
        </p:style>
        <p:txBody>
          <a:bodyPr rtlCol="0" anchor="ctr"/>
          <a:lstStyle/>
          <a:p>
            <a:pPr lvl="0" algn="ctr"/>
            <a:endParaRPr lang="en-US" sz="2400">
              <a:solidFill>
                <a:schemeClr val="tx1"/>
              </a:solidFill>
            </a:endParaRPr>
          </a:p>
        </p:txBody>
      </p:sp>
      <p:sp>
        <p:nvSpPr>
          <p:cNvPr id="8" name="Title 1">
            <a:extLst>
              <a:ext uri="{FF2B5EF4-FFF2-40B4-BE49-F238E27FC236}">
                <a16:creationId xmlns:a16="http://schemas.microsoft.com/office/drawing/2014/main" id="{38D99DEE-CE41-D44C-F7B1-F0A2B74943BA}"/>
              </a:ext>
            </a:extLst>
          </p:cNvPr>
          <p:cNvSpPr>
            <a:spLocks noGrp="1"/>
          </p:cNvSpPr>
          <p:nvPr>
            <p:ph type="title"/>
          </p:nvPr>
        </p:nvSpPr>
        <p:spPr>
          <a:xfrm>
            <a:off x="461309" y="2589804"/>
            <a:ext cx="6650691" cy="2151529"/>
          </a:xfrm>
        </p:spPr>
        <p:txBody>
          <a:bodyPr>
            <a:noAutofit/>
          </a:bodyPr>
          <a:lstStyle>
            <a:lvl1pPr>
              <a:lnSpc>
                <a:spcPct val="90000"/>
              </a:lnSpc>
              <a:defRPr sz="6400">
                <a:solidFill>
                  <a:schemeClr val="accent4"/>
                </a:solidFill>
              </a:defRPr>
            </a:lvl1pPr>
          </a:lstStyle>
          <a:p>
            <a:r>
              <a:rPr lang="en-US" dirty="0"/>
              <a:t>Click to edit Master title style</a:t>
            </a:r>
          </a:p>
        </p:txBody>
      </p:sp>
      <p:pic>
        <p:nvPicPr>
          <p:cNvPr id="9" name="Picture 4" descr="ellucian_purple.png">
            <a:extLst>
              <a:ext uri="{FF2B5EF4-FFF2-40B4-BE49-F238E27FC236}">
                <a16:creationId xmlns:a16="http://schemas.microsoft.com/office/drawing/2014/main" id="{4905D74F-AF6F-3FD7-F61F-280DDEA00578}"/>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461310" y="1631578"/>
            <a:ext cx="2327711" cy="479092"/>
          </a:xfrm>
          <a:prstGeom prst="rect">
            <a:avLst/>
          </a:prstGeom>
        </p:spPr>
      </p:pic>
      <p:sp>
        <p:nvSpPr>
          <p:cNvPr id="12" name="Text Placeholder 12">
            <a:extLst>
              <a:ext uri="{FF2B5EF4-FFF2-40B4-BE49-F238E27FC236}">
                <a16:creationId xmlns:a16="http://schemas.microsoft.com/office/drawing/2014/main" id="{497110E6-131B-049D-0946-0B3B4E326CFC}"/>
              </a:ext>
            </a:extLst>
          </p:cNvPr>
          <p:cNvSpPr>
            <a:spLocks noGrp="1"/>
          </p:cNvSpPr>
          <p:nvPr>
            <p:ph type="body" sz="quarter" idx="11" hasCustomPrompt="1"/>
          </p:nvPr>
        </p:nvSpPr>
        <p:spPr>
          <a:xfrm>
            <a:off x="457200" y="5543554"/>
            <a:ext cx="6396392" cy="675417"/>
          </a:xfrm>
        </p:spPr>
        <p:txBody>
          <a:bodyPr anchor="t" anchorCtr="0">
            <a:noAutofit/>
          </a:bodyPr>
          <a:lstStyle>
            <a:lvl1pPr>
              <a:buNone/>
              <a:defRPr sz="2267" b="0" spc="0" baseline="0">
                <a:solidFill>
                  <a:schemeClr val="accent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dirty="0"/>
              <a:t>Presenter’s title</a:t>
            </a:r>
            <a:br>
              <a:rPr lang="en-US" dirty="0"/>
            </a:br>
            <a:r>
              <a:rPr lang="en-US" dirty="0" err="1"/>
              <a:t>Ellucian</a:t>
            </a:r>
            <a:endParaRPr lang="en-US" dirty="0"/>
          </a:p>
        </p:txBody>
      </p:sp>
      <p:sp>
        <p:nvSpPr>
          <p:cNvPr id="14" name="Right Triangle 2">
            <a:extLst>
              <a:ext uri="{FF2B5EF4-FFF2-40B4-BE49-F238E27FC236}">
                <a16:creationId xmlns:a16="http://schemas.microsoft.com/office/drawing/2014/main" id="{BFC33EDF-550A-CEA9-37E3-6594A1DFF4A3}"/>
              </a:ext>
            </a:extLst>
          </p:cNvPr>
          <p:cNvSpPr/>
          <p:nvPr userDrawn="1"/>
        </p:nvSpPr>
        <p:spPr>
          <a:xfrm flipH="1" flipV="1">
            <a:off x="6604000" y="-3"/>
            <a:ext cx="5588000" cy="5608320"/>
          </a:xfrm>
          <a:prstGeom prst="rtTriangle">
            <a:avLst/>
          </a:prstGeom>
          <a:solidFill>
            <a:srgbClr val="45A1AA">
              <a:alpha val="4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lvl="0" algn="ctr"/>
            <a:endParaRPr lang="en-US" sz="2400"/>
          </a:p>
        </p:txBody>
      </p:sp>
    </p:spTree>
    <p:extLst>
      <p:ext uri="{BB962C8B-B14F-4D97-AF65-F5344CB8AC3E}">
        <p14:creationId xmlns:p14="http://schemas.microsoft.com/office/powerpoint/2010/main" val="1092439822"/>
      </p:ext>
    </p:extLst>
  </p:cSld>
  <p:clrMapOvr>
    <a:masterClrMapping/>
  </p:clrMapOvr>
  <p:transition spd="slow">
    <p:wipe dir="r"/>
  </p:transition>
  <p:extLst>
    <p:ext uri="{DCECCB84-F9BA-43D5-87BE-67443E8EF086}">
      <p15:sldGuideLst xmlns:p15="http://schemas.microsoft.com/office/powerpoint/2012/main">
        <p15:guide id="1" orient="horz" pos="2747">
          <p15:clr>
            <a:srgbClr val="FBAE40"/>
          </p15:clr>
        </p15:guide>
        <p15:guide id="2" pos="3047">
          <p15:clr>
            <a:srgbClr val="FBAE4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cSld name="1_Agenda">
    <p:spTree>
      <p:nvGrpSpPr>
        <p:cNvPr id="1" name=""/>
        <p:cNvGrpSpPr/>
        <p:nvPr/>
      </p:nvGrpSpPr>
      <p:grpSpPr>
        <a:xfrm>
          <a:off x="0" y="0"/>
          <a:ext cx="0" cy="0"/>
          <a:chOff x="0" y="0"/>
          <a:chExt cx="0" cy="0"/>
        </a:xfrm>
      </p:grpSpPr>
      <p:sp>
        <p:nvSpPr>
          <p:cNvPr id="6" name="Title Placeholder 1"/>
          <p:cNvSpPr>
            <a:spLocks noGrp="1"/>
          </p:cNvSpPr>
          <p:nvPr>
            <p:ph type="title" hasCustomPrompt="1"/>
          </p:nvPr>
        </p:nvSpPr>
        <p:spPr>
          <a:xfrm>
            <a:off x="475488" y="487681"/>
            <a:ext cx="11267392" cy="582679"/>
          </a:xfrm>
          <a:prstGeom prst="rect">
            <a:avLst/>
          </a:prstGeom>
        </p:spPr>
        <p:txBody>
          <a:bodyPr vert="horz" lIns="0" tIns="0" rIns="0" bIns="0" rtlCol="0" anchor="t">
            <a:normAutofit/>
          </a:bodyPr>
          <a:lstStyle>
            <a:lvl1pPr>
              <a:defRPr/>
            </a:lvl1pPr>
          </a:lstStyle>
          <a:p>
            <a:r>
              <a:rPr lang="en-US" dirty="0"/>
              <a:t>Agenda</a:t>
            </a:r>
          </a:p>
        </p:txBody>
      </p:sp>
    </p:spTree>
    <p:extLst>
      <p:ext uri="{BB962C8B-B14F-4D97-AF65-F5344CB8AC3E}">
        <p14:creationId xmlns:p14="http://schemas.microsoft.com/office/powerpoint/2010/main" val="2592022643"/>
      </p:ext>
    </p:extLst>
  </p:cSld>
  <p:clrMapOvr>
    <a:masterClrMapping/>
  </p:clrMapOvr>
  <p:transition spd="slow">
    <p:wipe dir="r"/>
  </p:transition>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p:cSld name="Divider slide 1">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472848" y="991929"/>
            <a:ext cx="11266501" cy="1691096"/>
          </a:xfrm>
        </p:spPr>
        <p:txBody>
          <a:bodyPr tIns="0" bIns="0" anchor="b">
            <a:noAutofit/>
          </a:bodyPr>
          <a:lstStyle>
            <a:lvl1pPr algn="l">
              <a:lnSpc>
                <a:spcPct val="100000"/>
              </a:lnSpc>
              <a:defRPr sz="5333" b="0">
                <a:solidFill>
                  <a:schemeClr val="bg1"/>
                </a:solidFill>
              </a:defRPr>
            </a:lvl1pPr>
          </a:lstStyle>
          <a:p>
            <a:r>
              <a:rPr lang="es-MX"/>
              <a:t>Haz clic para modificar el estilo de título del patrón</a:t>
            </a:r>
            <a:endParaRPr lang="en-US" dirty="0"/>
          </a:p>
        </p:txBody>
      </p:sp>
      <p:sp>
        <p:nvSpPr>
          <p:cNvPr id="18" name="Text Placeholder 12"/>
          <p:cNvSpPr>
            <a:spLocks noGrp="1"/>
          </p:cNvSpPr>
          <p:nvPr>
            <p:ph type="body" sz="quarter" idx="10" hasCustomPrompt="1"/>
          </p:nvPr>
        </p:nvSpPr>
        <p:spPr>
          <a:xfrm>
            <a:off x="472849" y="1316874"/>
            <a:ext cx="5298956" cy="351367"/>
          </a:xfrm>
        </p:spPr>
        <p:txBody>
          <a:bodyPr>
            <a:normAutofit/>
          </a:bodyPr>
          <a:lstStyle>
            <a:lvl1pPr>
              <a:buNone/>
              <a:defRPr sz="2133" spc="133" baseline="0">
                <a:solidFill>
                  <a:schemeClr val="bg1">
                    <a:lumMod val="75000"/>
                  </a:schemeClr>
                </a:solidFill>
              </a:defRPr>
            </a:lvl1pPr>
            <a:lvl2pPr marL="609585" indent="0">
              <a:buNone/>
              <a:defRPr/>
            </a:lvl2pPr>
            <a:lvl3pPr marL="1219170" indent="0">
              <a:buNone/>
              <a:defRPr/>
            </a:lvl3pPr>
            <a:lvl4pPr marL="1828754" indent="0">
              <a:buNone/>
              <a:defRPr/>
            </a:lvl4pPr>
            <a:lvl5pPr marL="2438339" indent="0">
              <a:buNone/>
              <a:defRPr/>
            </a:lvl5pPr>
          </a:lstStyle>
          <a:p>
            <a:r>
              <a:rPr lang="en-US" dirty="0"/>
              <a:t>SECTION # [optional]</a:t>
            </a:r>
          </a:p>
        </p:txBody>
      </p:sp>
      <p:sp>
        <p:nvSpPr>
          <p:cNvPr id="3" name="Subtitle 2"/>
          <p:cNvSpPr>
            <a:spLocks noGrp="1"/>
          </p:cNvSpPr>
          <p:nvPr>
            <p:ph type="subTitle" idx="1"/>
          </p:nvPr>
        </p:nvSpPr>
        <p:spPr>
          <a:xfrm>
            <a:off x="472848" y="3112608"/>
            <a:ext cx="7108205" cy="2462723"/>
          </a:xfrm>
        </p:spPr>
        <p:txBody>
          <a:bodyPr>
            <a:normAutofit/>
          </a:bodyPr>
          <a:lstStyle>
            <a:lvl1pPr marL="0" marR="0" indent="0" algn="l" defTabSz="609585" rtl="0" eaLnBrk="1" fontAlgn="auto" latinLnBrk="0" hangingPunct="1">
              <a:lnSpc>
                <a:spcPct val="100000"/>
              </a:lnSpc>
              <a:spcBef>
                <a:spcPct val="20000"/>
              </a:spcBef>
              <a:spcAft>
                <a:spcPts val="0"/>
              </a:spcAft>
              <a:buClrTx/>
              <a:buSzTx/>
              <a:buFont typeface="Arial"/>
              <a:buNone/>
              <a:tabLst/>
              <a:defRPr sz="2933" b="0">
                <a:solidFill>
                  <a:schemeClr val="bg1">
                    <a:lumMod val="85000"/>
                  </a:schemeClr>
                </a:solidFill>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s-MX"/>
              <a:t>Haz clic para editar el estilo de subtítulo del patrón</a:t>
            </a:r>
            <a:endParaRPr lang="en-US" dirty="0"/>
          </a:p>
        </p:txBody>
      </p:sp>
      <p:sp>
        <p:nvSpPr>
          <p:cNvPr id="20" name="Footer Placeholder 4"/>
          <p:cNvSpPr txBox="1">
            <a:spLocks/>
          </p:cNvSpPr>
          <p:nvPr/>
        </p:nvSpPr>
        <p:spPr>
          <a:xfrm>
            <a:off x="6875242" y="6591893"/>
            <a:ext cx="4426065" cy="143565"/>
          </a:xfrm>
          <a:prstGeom prst="rect">
            <a:avLst/>
          </a:prstGeom>
        </p:spPr>
        <p:txBody>
          <a:bodyPr vert="horz" wrap="square" lIns="0" tIns="0" rIns="0" bIns="0" rtlCol="0" anchor="b">
            <a:spAutoFit/>
          </a:bodyPr>
          <a:lstStyle>
            <a:lvl1pPr marL="0" algn="l" defTabSz="914400" rtl="0" eaLnBrk="1" latinLnBrk="0" hangingPunct="1">
              <a:defRPr kumimoji="0" lang="en-US" sz="900" b="0" i="0" u="none" strike="noStrike" kern="1200" cap="none" spc="0" normalizeH="0" baseline="0" noProof="0" smtClean="0">
                <a:ln>
                  <a:noFill/>
                </a:ln>
                <a:solidFill>
                  <a:schemeClr val="accent5"/>
                </a:solidFill>
                <a:effectLst/>
                <a:uLnTx/>
                <a:uFillTx/>
                <a:latin typeface="Arial" pitchFamily="34" charset="0"/>
                <a:ea typeface="+mn-ea"/>
                <a:cs typeface="Arial" pitchFamily="34" charset="0"/>
              </a:defRPr>
            </a:lvl1pPr>
          </a:lstStyle>
          <a:p>
            <a:pPr marL="0" marR="0" lvl="0" indent="0" algn="r" defTabSz="1219170" rtl="0" eaLnBrk="1" fontAlgn="auto" latinLnBrk="0" hangingPunct="1">
              <a:lnSpc>
                <a:spcPct val="100000"/>
              </a:lnSpc>
              <a:spcBef>
                <a:spcPts val="0"/>
              </a:spcBef>
              <a:spcAft>
                <a:spcPts val="0"/>
              </a:spcAft>
              <a:buClrTx/>
              <a:buSzTx/>
              <a:buFontTx/>
              <a:buNone/>
              <a:tabLst/>
              <a:defRPr/>
            </a:pPr>
            <a:r>
              <a:rPr kumimoji="0" lang="en-US" sz="933" b="0" i="0" u="none" strike="noStrike" kern="1200" cap="none" spc="0" normalizeH="0" baseline="0" noProof="0" dirty="0">
                <a:ln>
                  <a:noFill/>
                </a:ln>
                <a:solidFill>
                  <a:srgbClr val="FFFFFF"/>
                </a:solidFill>
                <a:effectLst/>
                <a:uLnTx/>
                <a:uFillTx/>
                <a:latin typeface="Arial" pitchFamily="34" charset="0"/>
                <a:ea typeface="+mn-ea"/>
                <a:cs typeface="Arial" pitchFamily="34" charset="0"/>
              </a:rPr>
              <a:t>© 2018 Ellucian</a:t>
            </a:r>
            <a:endParaRPr kumimoji="0" lang="en-US" sz="933" b="1" i="0" u="none" strike="noStrike" kern="1200" cap="none" spc="0" normalizeH="0" baseline="0" noProof="0" dirty="0">
              <a:ln>
                <a:noFill/>
              </a:ln>
              <a:solidFill>
                <a:srgbClr val="FFFFFF"/>
              </a:solidFill>
              <a:effectLst/>
              <a:uLnTx/>
              <a:uFillTx/>
              <a:latin typeface="Arial" pitchFamily="34" charset="0"/>
              <a:ea typeface="+mn-ea"/>
              <a:cs typeface="Arial" pitchFamily="34" charset="0"/>
            </a:endParaRPr>
          </a:p>
        </p:txBody>
      </p:sp>
      <p:pic>
        <p:nvPicPr>
          <p:cNvPr id="21" name="Picture 20" descr="ellucian_white.png"/>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57077" y="6564051"/>
            <a:ext cx="983800" cy="201444"/>
          </a:xfrm>
          <a:prstGeom prst="rect">
            <a:avLst/>
          </a:prstGeom>
        </p:spPr>
      </p:pic>
      <p:sp>
        <p:nvSpPr>
          <p:cNvPr id="9" name="Slide Number Placeholder 3"/>
          <p:cNvSpPr txBox="1">
            <a:spLocks/>
          </p:cNvSpPr>
          <p:nvPr/>
        </p:nvSpPr>
        <p:spPr>
          <a:xfrm>
            <a:off x="11203208" y="6468813"/>
            <a:ext cx="537689" cy="274720"/>
          </a:xfrm>
          <a:prstGeom prst="rect">
            <a:avLst/>
          </a:prstGeom>
        </p:spPr>
        <p:txBody>
          <a:bodyPr vert="horz" lIns="0" tIns="0" rIns="0" bIns="0" rtlCol="0" anchor="b"/>
          <a:lstStyle>
            <a:defPPr>
              <a:defRPr lang="en-US"/>
            </a:defPPr>
            <a:lvl1pPr marL="0" algn="r" defTabSz="457200" rtl="0" eaLnBrk="1" latinLnBrk="0" hangingPunct="1">
              <a:defRPr sz="1100" b="0" kern="1200">
                <a:solidFill>
                  <a:srgbClr val="FFFFFF"/>
                </a:solidFill>
                <a:latin typeface="Arial"/>
                <a:ea typeface="+mn-ea"/>
                <a:cs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40A085A0-3A3D-6540-B0AC-0588E66301FB}" type="slidenum">
              <a:rPr lang="en-US" sz="1467" smtClean="0"/>
              <a:pPr/>
              <a:t>‹#›</a:t>
            </a:fld>
            <a:endParaRPr lang="en-US" sz="1467"/>
          </a:p>
        </p:txBody>
      </p:sp>
      <p:sp>
        <p:nvSpPr>
          <p:cNvPr id="4" name="Title 1">
            <a:extLst>
              <a:ext uri="{FF2B5EF4-FFF2-40B4-BE49-F238E27FC236}">
                <a16:creationId xmlns:a16="http://schemas.microsoft.com/office/drawing/2014/main" id="{747AC5C4-0E14-13D0-1A15-B22E2BF9164E}"/>
              </a:ext>
            </a:extLst>
          </p:cNvPr>
          <p:cNvSpPr>
            <a:spLocks noGrp="1"/>
          </p:cNvSpPr>
          <p:nvPr>
            <p:ph type="ctrTitle"/>
          </p:nvPr>
        </p:nvSpPr>
        <p:spPr>
          <a:xfrm>
            <a:off x="472848" y="991929"/>
            <a:ext cx="11266501" cy="1691096"/>
          </a:xfrm>
        </p:spPr>
        <p:txBody>
          <a:bodyPr tIns="0" bIns="0" anchor="b">
            <a:noAutofit/>
          </a:bodyPr>
          <a:lstStyle>
            <a:lvl1pPr algn="l">
              <a:lnSpc>
                <a:spcPct val="100000"/>
              </a:lnSpc>
              <a:defRPr sz="5333" b="0">
                <a:solidFill>
                  <a:schemeClr val="bg1"/>
                </a:solidFill>
              </a:defRPr>
            </a:lvl1pPr>
          </a:lstStyle>
          <a:p>
            <a:r>
              <a:rPr lang="en-US" dirty="0"/>
              <a:t>Click to edit Master title style</a:t>
            </a:r>
          </a:p>
        </p:txBody>
      </p:sp>
      <p:sp>
        <p:nvSpPr>
          <p:cNvPr id="5" name="Subtitle 2">
            <a:extLst>
              <a:ext uri="{FF2B5EF4-FFF2-40B4-BE49-F238E27FC236}">
                <a16:creationId xmlns:a16="http://schemas.microsoft.com/office/drawing/2014/main" id="{572425C9-9D60-A7FE-B6F5-31CFC5F55EF4}"/>
              </a:ext>
            </a:extLst>
          </p:cNvPr>
          <p:cNvSpPr>
            <a:spLocks noGrp="1"/>
          </p:cNvSpPr>
          <p:nvPr>
            <p:ph type="subTitle" idx="1"/>
          </p:nvPr>
        </p:nvSpPr>
        <p:spPr>
          <a:xfrm>
            <a:off x="472848" y="3112608"/>
            <a:ext cx="7108205" cy="2462723"/>
          </a:xfrm>
        </p:spPr>
        <p:txBody>
          <a:bodyPr>
            <a:normAutofit/>
          </a:bodyPr>
          <a:lstStyle>
            <a:lvl1pPr marL="0" marR="0" indent="0" algn="l" defTabSz="609585" rtl="0" eaLnBrk="1" fontAlgn="auto" latinLnBrk="0" hangingPunct="1">
              <a:lnSpc>
                <a:spcPct val="100000"/>
              </a:lnSpc>
              <a:spcBef>
                <a:spcPct val="20000"/>
              </a:spcBef>
              <a:spcAft>
                <a:spcPts val="0"/>
              </a:spcAft>
              <a:buClrTx/>
              <a:buSzTx/>
              <a:buFont typeface="Arial"/>
              <a:buNone/>
              <a:tabLst/>
              <a:defRPr sz="2933" b="0">
                <a:solidFill>
                  <a:schemeClr val="bg1">
                    <a:lumMod val="85000"/>
                  </a:schemeClr>
                </a:solidFill>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US" dirty="0"/>
              <a:t>Click to edit Master subtitle style</a:t>
            </a:r>
          </a:p>
        </p:txBody>
      </p:sp>
      <p:sp>
        <p:nvSpPr>
          <p:cNvPr id="6" name="Footer Placeholder 4">
            <a:extLst>
              <a:ext uri="{FF2B5EF4-FFF2-40B4-BE49-F238E27FC236}">
                <a16:creationId xmlns:a16="http://schemas.microsoft.com/office/drawing/2014/main" id="{1DF968D4-FAF4-1BC6-0CA8-A923B233C7C4}"/>
              </a:ext>
            </a:extLst>
          </p:cNvPr>
          <p:cNvSpPr txBox="1">
            <a:spLocks/>
          </p:cNvSpPr>
          <p:nvPr userDrawn="1"/>
        </p:nvSpPr>
        <p:spPr>
          <a:xfrm>
            <a:off x="6875242" y="6591893"/>
            <a:ext cx="4426065" cy="143565"/>
          </a:xfrm>
          <a:prstGeom prst="rect">
            <a:avLst/>
          </a:prstGeom>
        </p:spPr>
        <p:txBody>
          <a:bodyPr vert="horz" wrap="square" lIns="0" tIns="0" rIns="0" bIns="0" rtlCol="0" anchor="b">
            <a:spAutoFit/>
          </a:bodyPr>
          <a:lstStyle>
            <a:lvl1pPr marL="0" algn="l" defTabSz="914400" rtl="0" eaLnBrk="1" latinLnBrk="0" hangingPunct="1">
              <a:defRPr kumimoji="0" lang="en-US" sz="900" b="0" i="0" u="none" strike="noStrike" kern="1200" cap="none" spc="0" normalizeH="0" baseline="0" noProof="0" smtClean="0">
                <a:ln>
                  <a:noFill/>
                </a:ln>
                <a:solidFill>
                  <a:schemeClr val="accent5"/>
                </a:solidFill>
                <a:effectLst/>
                <a:uLnTx/>
                <a:uFillTx/>
                <a:latin typeface="Arial" pitchFamily="34" charset="0"/>
                <a:ea typeface="+mn-ea"/>
                <a:cs typeface="Arial" pitchFamily="34" charset="0"/>
              </a:defRPr>
            </a:lvl1pPr>
          </a:lstStyle>
          <a:p>
            <a:pPr marL="0" marR="0" lvl="0" indent="0" algn="r" defTabSz="1219170" rtl="0" eaLnBrk="1" fontAlgn="auto" latinLnBrk="0" hangingPunct="1">
              <a:lnSpc>
                <a:spcPct val="100000"/>
              </a:lnSpc>
              <a:spcBef>
                <a:spcPts val="0"/>
              </a:spcBef>
              <a:spcAft>
                <a:spcPts val="0"/>
              </a:spcAft>
              <a:buClrTx/>
              <a:buSzTx/>
              <a:buFontTx/>
              <a:buNone/>
              <a:tabLst/>
              <a:defRPr/>
            </a:pPr>
            <a:r>
              <a:rPr kumimoji="0" lang="en-US" sz="933" b="0" i="0" u="none" strike="noStrike" kern="1200" cap="none" spc="0" normalizeH="0" baseline="0" noProof="0" dirty="0">
                <a:ln>
                  <a:noFill/>
                </a:ln>
                <a:solidFill>
                  <a:srgbClr val="FFFFFF"/>
                </a:solidFill>
                <a:effectLst/>
                <a:uLnTx/>
                <a:uFillTx/>
                <a:latin typeface="Arial" pitchFamily="34" charset="0"/>
                <a:ea typeface="+mn-ea"/>
                <a:cs typeface="Arial" pitchFamily="34" charset="0"/>
              </a:rPr>
              <a:t>© 2018 Ellucian</a:t>
            </a:r>
            <a:endParaRPr kumimoji="0" lang="en-US" sz="933" b="1" i="0" u="none" strike="noStrike" kern="1200" cap="none" spc="0" normalizeH="0" baseline="0" noProof="0" dirty="0">
              <a:ln>
                <a:noFill/>
              </a:ln>
              <a:solidFill>
                <a:srgbClr val="FFFFFF"/>
              </a:solidFill>
              <a:effectLst/>
              <a:uLnTx/>
              <a:uFillTx/>
              <a:latin typeface="Arial" pitchFamily="34" charset="0"/>
              <a:ea typeface="+mn-ea"/>
              <a:cs typeface="Arial" pitchFamily="34" charset="0"/>
            </a:endParaRPr>
          </a:p>
        </p:txBody>
      </p:sp>
      <p:pic>
        <p:nvPicPr>
          <p:cNvPr id="7" name="Picture 20" descr="ellucian_white.png">
            <a:extLst>
              <a:ext uri="{FF2B5EF4-FFF2-40B4-BE49-F238E27FC236}">
                <a16:creationId xmlns:a16="http://schemas.microsoft.com/office/drawing/2014/main" id="{CB811710-4BAD-A526-6564-B395CB7F7435}"/>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457077" y="6564051"/>
            <a:ext cx="983800" cy="201444"/>
          </a:xfrm>
          <a:prstGeom prst="rect">
            <a:avLst/>
          </a:prstGeom>
        </p:spPr>
      </p:pic>
      <p:sp>
        <p:nvSpPr>
          <p:cNvPr id="8" name="Slide Number Placeholder 3">
            <a:extLst>
              <a:ext uri="{FF2B5EF4-FFF2-40B4-BE49-F238E27FC236}">
                <a16:creationId xmlns:a16="http://schemas.microsoft.com/office/drawing/2014/main" id="{16A5C04E-6068-6686-55D3-57E5C8197833}"/>
              </a:ext>
            </a:extLst>
          </p:cNvPr>
          <p:cNvSpPr txBox="1">
            <a:spLocks/>
          </p:cNvSpPr>
          <p:nvPr userDrawn="1"/>
        </p:nvSpPr>
        <p:spPr>
          <a:xfrm>
            <a:off x="11203208" y="6468813"/>
            <a:ext cx="537689" cy="274720"/>
          </a:xfrm>
          <a:prstGeom prst="rect">
            <a:avLst/>
          </a:prstGeom>
        </p:spPr>
        <p:txBody>
          <a:bodyPr vert="horz" lIns="0" tIns="0" rIns="0" bIns="0" rtlCol="0" anchor="b"/>
          <a:lstStyle>
            <a:defPPr>
              <a:defRPr lang="en-US"/>
            </a:defPPr>
            <a:lvl1pPr marL="0" algn="r" defTabSz="457200" rtl="0" eaLnBrk="1" latinLnBrk="0" hangingPunct="1">
              <a:defRPr sz="1100" b="0" kern="1200">
                <a:solidFill>
                  <a:srgbClr val="FFFFFF"/>
                </a:solidFill>
                <a:latin typeface="Arial"/>
                <a:ea typeface="+mn-ea"/>
                <a:cs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40A085A0-3A3D-6540-B0AC-0588E66301FB}" type="slidenum">
              <a:rPr lang="en-US" sz="1467" smtClean="0"/>
              <a:pPr/>
              <a:t>‹#›</a:t>
            </a:fld>
            <a:endParaRPr lang="en-US" sz="1467"/>
          </a:p>
        </p:txBody>
      </p:sp>
    </p:spTree>
    <p:extLst>
      <p:ext uri="{BB962C8B-B14F-4D97-AF65-F5344CB8AC3E}">
        <p14:creationId xmlns:p14="http://schemas.microsoft.com/office/powerpoint/2010/main" val="14761697"/>
      </p:ext>
    </p:extLst>
  </p:cSld>
  <p:clrMapOvr>
    <a:masterClrMapping/>
  </p:clrMapOvr>
  <p:transition spd="slow">
    <p:wipe dir="r"/>
  </p:transition>
</p:sldLayout>
</file>

<file path=ppt/slideLayouts/slideLayout41.xml><?xml version="1.0" encoding="utf-8"?>
<p:sldLayout xmlns:a="http://schemas.openxmlformats.org/drawingml/2006/main" xmlns:r="http://schemas.openxmlformats.org/officeDocument/2006/relationships" xmlns:p="http://schemas.openxmlformats.org/presentationml/2006/main">
  <p:cSld name="Single column layout">
    <p:spTree>
      <p:nvGrpSpPr>
        <p:cNvPr id="1" name=""/>
        <p:cNvGrpSpPr/>
        <p:nvPr/>
      </p:nvGrpSpPr>
      <p:grpSpPr>
        <a:xfrm>
          <a:off x="0" y="0"/>
          <a:ext cx="0" cy="0"/>
          <a:chOff x="0" y="0"/>
          <a:chExt cx="0" cy="0"/>
        </a:xfrm>
      </p:grpSpPr>
      <p:sp>
        <p:nvSpPr>
          <p:cNvPr id="3" name="Content Placeholder 2"/>
          <p:cNvSpPr>
            <a:spLocks noGrp="1"/>
          </p:cNvSpPr>
          <p:nvPr>
            <p:ph idx="1"/>
          </p:nvPr>
        </p:nvSpPr>
        <p:spPr>
          <a:xfrm>
            <a:off x="475488" y="1600200"/>
            <a:ext cx="11267392" cy="4343400"/>
          </a:xfrm>
        </p:spPr>
        <p:txBody>
          <a:bodyPr>
            <a:noAutofit/>
          </a:bodyPr>
          <a:lstStyle>
            <a:lvl1pPr marL="0" indent="0" algn="l" defTabSz="609585" rtl="0" eaLnBrk="1" latinLnBrk="0" hangingPunct="1">
              <a:spcBef>
                <a:spcPts val="1200"/>
              </a:spcBef>
              <a:buFontTx/>
              <a:buNone/>
              <a:defRPr lang="en-US" sz="2133" b="1" kern="1200" dirty="0" smtClean="0">
                <a:solidFill>
                  <a:srgbClr val="45A1AA"/>
                </a:solidFill>
                <a:latin typeface="Arial"/>
                <a:ea typeface="+mn-ea"/>
                <a:cs typeface="Arial"/>
              </a:defRPr>
            </a:lvl1pPr>
            <a:lvl2pPr marL="380990" indent="-380990" algn="l" defTabSz="609585" rtl="0" eaLnBrk="1" latinLnBrk="0" hangingPunct="1">
              <a:lnSpc>
                <a:spcPct val="95000"/>
              </a:lnSpc>
              <a:spcBef>
                <a:spcPts val="1200"/>
              </a:spcBef>
              <a:buClr>
                <a:schemeClr val="tx1"/>
              </a:buClr>
              <a:buFont typeface="Arial" pitchFamily="34" charset="0"/>
              <a:buChar char="•"/>
              <a:defRPr lang="en-US" sz="2133" b="0" kern="1200" dirty="0" smtClean="0">
                <a:solidFill>
                  <a:schemeClr val="tx1"/>
                </a:solidFill>
                <a:latin typeface="Arial"/>
                <a:ea typeface="+mn-ea"/>
                <a:cs typeface="Arial"/>
              </a:defRPr>
            </a:lvl2pPr>
            <a:lvl3pPr marL="683667" indent="-380990" algn="l" defTabSz="609585" rtl="0" eaLnBrk="1" latinLnBrk="0" hangingPunct="1">
              <a:spcBef>
                <a:spcPts val="1200"/>
              </a:spcBef>
              <a:buClr>
                <a:srgbClr val="642673"/>
              </a:buClr>
              <a:buFont typeface="Arial"/>
              <a:buChar char="•"/>
              <a:defRPr lang="en-US" sz="1867" kern="1200" dirty="0" smtClean="0">
                <a:solidFill>
                  <a:srgbClr val="414042"/>
                </a:solidFill>
                <a:latin typeface="Arial"/>
                <a:ea typeface="+mn-ea"/>
                <a:cs typeface="Arial"/>
              </a:defRPr>
            </a:lvl3pPr>
            <a:lvl4pPr marL="916493" indent="-380990" algn="l" defTabSz="609585" rtl="0" eaLnBrk="1" latinLnBrk="0" hangingPunct="1">
              <a:spcBef>
                <a:spcPts val="1200"/>
              </a:spcBef>
              <a:buClr>
                <a:srgbClr val="45A1AA"/>
              </a:buClr>
              <a:buFont typeface="Arial" panose="020B0604020202020204" pitchFamily="34" charset="0"/>
              <a:buChar char="•"/>
              <a:defRPr lang="en-US" sz="1600" kern="1200" dirty="0" smtClean="0">
                <a:solidFill>
                  <a:srgbClr val="414042"/>
                </a:solidFill>
                <a:latin typeface="Arial"/>
                <a:ea typeface="+mn-ea"/>
                <a:cs typeface="Arial"/>
              </a:defRPr>
            </a:lvl4pPr>
            <a:lvl5pPr marL="916493" indent="-380990" algn="l" defTabSz="609585" rtl="0" eaLnBrk="1" latinLnBrk="0" hangingPunct="1">
              <a:spcBef>
                <a:spcPts val="1200"/>
              </a:spcBef>
              <a:buClr>
                <a:srgbClr val="414042"/>
              </a:buClr>
              <a:buFont typeface="Arial" panose="020B0604020202020204" pitchFamily="34" charset="0"/>
              <a:buChar char="̶"/>
              <a:defRPr lang="en-US" sz="1600" kern="1200" dirty="0">
                <a:solidFill>
                  <a:srgbClr val="414042"/>
                </a:solidFill>
                <a:latin typeface="Arial"/>
                <a:ea typeface="+mn-ea"/>
                <a:cs typeface="Arial"/>
              </a:defRPr>
            </a:lvl5pPr>
          </a:lstStyle>
          <a:p>
            <a:pPr marL="457189" lvl="0" indent="-457189" algn="l" defTabSz="609585" rtl="0" eaLnBrk="1" latinLnBrk="0" hangingPunct="1">
              <a:spcBef>
                <a:spcPts val="1600"/>
              </a:spcBef>
              <a:buFontTx/>
              <a:buNone/>
            </a:pPr>
            <a:r>
              <a:rPr lang="es-MX"/>
              <a:t>Haga clic para modificar los estilos de texto del patrón</a:t>
            </a:r>
          </a:p>
          <a:p>
            <a:pPr marL="457189" lvl="1" indent="-457189" algn="l" defTabSz="609585" rtl="0" eaLnBrk="1" latinLnBrk="0" hangingPunct="1">
              <a:spcBef>
                <a:spcPts val="1600"/>
              </a:spcBef>
              <a:buFontTx/>
              <a:buNone/>
            </a:pPr>
            <a:r>
              <a:rPr lang="es-MX"/>
              <a:t>Segundo nivel</a:t>
            </a:r>
          </a:p>
          <a:p>
            <a:pPr marL="457189" lvl="2" indent="-457189" algn="l" defTabSz="609585" rtl="0" eaLnBrk="1" latinLnBrk="0" hangingPunct="1">
              <a:spcBef>
                <a:spcPts val="1600"/>
              </a:spcBef>
              <a:buFontTx/>
              <a:buNone/>
            </a:pPr>
            <a:r>
              <a:rPr lang="es-MX"/>
              <a:t>Tercer nivel</a:t>
            </a:r>
          </a:p>
          <a:p>
            <a:pPr marL="457189" lvl="3" indent="-457189" algn="l" defTabSz="609585" rtl="0" eaLnBrk="1" latinLnBrk="0" hangingPunct="1">
              <a:spcBef>
                <a:spcPts val="1600"/>
              </a:spcBef>
              <a:buFontTx/>
              <a:buNone/>
            </a:pPr>
            <a:r>
              <a:rPr lang="es-MX"/>
              <a:t>Cuarto nivel</a:t>
            </a:r>
          </a:p>
          <a:p>
            <a:pPr marL="457189" lvl="4" indent="-457189" algn="l" defTabSz="609585" rtl="0" eaLnBrk="1" latinLnBrk="0" hangingPunct="1">
              <a:spcBef>
                <a:spcPts val="1600"/>
              </a:spcBef>
              <a:buFontTx/>
              <a:buNone/>
            </a:pPr>
            <a:r>
              <a:rPr lang="es-MX"/>
              <a:t>Quinto nivel</a:t>
            </a:r>
            <a:endParaRPr lang="en-US" dirty="0"/>
          </a:p>
        </p:txBody>
      </p:sp>
      <p:sp>
        <p:nvSpPr>
          <p:cNvPr id="5" name="Title Placeholder 1"/>
          <p:cNvSpPr>
            <a:spLocks noGrp="1"/>
          </p:cNvSpPr>
          <p:nvPr>
            <p:ph type="title"/>
          </p:nvPr>
        </p:nvSpPr>
        <p:spPr>
          <a:xfrm>
            <a:off x="475488" y="487681"/>
            <a:ext cx="11267392" cy="582679"/>
          </a:xfrm>
          <a:prstGeom prst="rect">
            <a:avLst/>
          </a:prstGeom>
        </p:spPr>
        <p:txBody>
          <a:bodyPr vert="horz" lIns="0" tIns="0" rIns="0" bIns="0" rtlCol="0" anchor="t">
            <a:noAutofit/>
          </a:bodyPr>
          <a:lstStyle/>
          <a:p>
            <a:r>
              <a:rPr lang="es-MX"/>
              <a:t>Haz clic para modificar el estilo de título del patrón</a:t>
            </a:r>
            <a:endParaRPr lang="en-US" dirty="0"/>
          </a:p>
        </p:txBody>
      </p:sp>
    </p:spTree>
    <p:extLst>
      <p:ext uri="{BB962C8B-B14F-4D97-AF65-F5344CB8AC3E}">
        <p14:creationId xmlns:p14="http://schemas.microsoft.com/office/powerpoint/2010/main" val="2329765660"/>
      </p:ext>
    </p:extLst>
  </p:cSld>
  <p:clrMapOvr>
    <a:masterClrMapping/>
  </p:clrMapOvr>
  <p:transition spd="slow">
    <p:wipe dir="r"/>
  </p:transition>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cSld name="Thank you slide">
    <p:spTree>
      <p:nvGrpSpPr>
        <p:cNvPr id="1" name=""/>
        <p:cNvGrpSpPr/>
        <p:nvPr/>
      </p:nvGrpSpPr>
      <p:grpSpPr>
        <a:xfrm>
          <a:off x="0" y="0"/>
          <a:ext cx="0" cy="0"/>
          <a:chOff x="0" y="0"/>
          <a:chExt cx="0" cy="0"/>
        </a:xfrm>
      </p:grpSpPr>
      <p:pic>
        <p:nvPicPr>
          <p:cNvPr id="6" name="Picture 5" descr="iStock-646457628.jpg"/>
          <p:cNvPicPr>
            <a:picLocks noChangeAspect="1"/>
          </p:cNvPicPr>
          <p:nvPr/>
        </p:nvPicPr>
        <p:blipFill rotWithShape="1">
          <a:blip r:embed="rId2" cstate="print">
            <a:extLst>
              <a:ext uri="{BEBA8EAE-BF5A-486C-A8C5-ECC9F3942E4B}">
                <a14:imgProps xmlns:a14="http://schemas.microsoft.com/office/drawing/2010/main">
                  <a14:imgLayer r:embed="rId3">
                    <a14:imgEffect>
                      <a14:brightnessContrast contrast="-46000"/>
                    </a14:imgEffect>
                  </a14:imgLayer>
                </a14:imgProps>
              </a:ext>
              <a:ext uri="{28A0092B-C50C-407E-A947-70E740481C1C}">
                <a14:useLocalDpi xmlns:a14="http://schemas.microsoft.com/office/drawing/2010/main"/>
              </a:ext>
            </a:extLst>
          </a:blip>
          <a:srcRect/>
          <a:stretch/>
        </p:blipFill>
        <p:spPr>
          <a:xfrm>
            <a:off x="0" y="0"/>
            <a:ext cx="12192000" cy="6861779"/>
          </a:xfrm>
          <a:prstGeom prst="rect">
            <a:avLst/>
          </a:prstGeom>
        </p:spPr>
      </p:pic>
      <p:sp>
        <p:nvSpPr>
          <p:cNvPr id="9" name="Rectangle 8"/>
          <p:cNvSpPr/>
          <p:nvPr/>
        </p:nvSpPr>
        <p:spPr>
          <a:xfrm>
            <a:off x="0" y="3779"/>
            <a:ext cx="12192000" cy="6858000"/>
          </a:xfrm>
          <a:prstGeom prst="rect">
            <a:avLst/>
          </a:prstGeom>
          <a:solidFill>
            <a:schemeClr val="accent4">
              <a:alpha val="67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p>
        </p:txBody>
      </p:sp>
      <p:sp>
        <p:nvSpPr>
          <p:cNvPr id="14" name="Right Triangle 21"/>
          <p:cNvSpPr/>
          <p:nvPr/>
        </p:nvSpPr>
        <p:spPr>
          <a:xfrm flipH="1">
            <a:off x="7632095" y="-7814"/>
            <a:ext cx="4559904" cy="6865815"/>
          </a:xfrm>
          <a:custGeom>
            <a:avLst/>
            <a:gdLst>
              <a:gd name="connsiteX0" fmla="*/ 0 w 3419928"/>
              <a:gd name="connsiteY0" fmla="*/ 5143500 h 5143500"/>
              <a:gd name="connsiteX1" fmla="*/ 0 w 3419928"/>
              <a:gd name="connsiteY1" fmla="*/ 0 h 5143500"/>
              <a:gd name="connsiteX2" fmla="*/ 3419928 w 3419928"/>
              <a:gd name="connsiteY2" fmla="*/ 5143500 h 5143500"/>
              <a:gd name="connsiteX3" fmla="*/ 0 w 3419928"/>
              <a:gd name="connsiteY3" fmla="*/ 5143500 h 5143500"/>
              <a:gd name="connsiteX0" fmla="*/ 0 w 3419928"/>
              <a:gd name="connsiteY0" fmla="*/ 5143500 h 5143500"/>
              <a:gd name="connsiteX1" fmla="*/ 0 w 3419928"/>
              <a:gd name="connsiteY1" fmla="*/ 0 h 5143500"/>
              <a:gd name="connsiteX2" fmla="*/ 992980 w 3419928"/>
              <a:gd name="connsiteY2" fmla="*/ 1485900 h 5143500"/>
              <a:gd name="connsiteX3" fmla="*/ 3419928 w 3419928"/>
              <a:gd name="connsiteY3" fmla="*/ 5143500 h 5143500"/>
              <a:gd name="connsiteX4" fmla="*/ 0 w 3419928"/>
              <a:gd name="connsiteY4" fmla="*/ 5143500 h 5143500"/>
              <a:gd name="connsiteX0" fmla="*/ 0 w 3419928"/>
              <a:gd name="connsiteY0" fmla="*/ 5157788 h 5157788"/>
              <a:gd name="connsiteX1" fmla="*/ 0 w 3419928"/>
              <a:gd name="connsiteY1" fmla="*/ 14288 h 5157788"/>
              <a:gd name="connsiteX2" fmla="*/ 1257299 w 3419928"/>
              <a:gd name="connsiteY2" fmla="*/ 0 h 5157788"/>
              <a:gd name="connsiteX3" fmla="*/ 3419928 w 3419928"/>
              <a:gd name="connsiteY3" fmla="*/ 5157788 h 5157788"/>
              <a:gd name="connsiteX4" fmla="*/ 0 w 3419928"/>
              <a:gd name="connsiteY4" fmla="*/ 5157788 h 5157788"/>
              <a:gd name="connsiteX0" fmla="*/ 0 w 3419928"/>
              <a:gd name="connsiteY0" fmla="*/ 5145147 h 5145147"/>
              <a:gd name="connsiteX1" fmla="*/ 0 w 3419928"/>
              <a:gd name="connsiteY1" fmla="*/ 1647 h 5145147"/>
              <a:gd name="connsiteX2" fmla="*/ 1263619 w 3419928"/>
              <a:gd name="connsiteY2" fmla="*/ 0 h 5145147"/>
              <a:gd name="connsiteX3" fmla="*/ 3419928 w 3419928"/>
              <a:gd name="connsiteY3" fmla="*/ 5145147 h 5145147"/>
              <a:gd name="connsiteX4" fmla="*/ 0 w 3419928"/>
              <a:gd name="connsiteY4" fmla="*/ 5145147 h 5145147"/>
              <a:gd name="connsiteX0" fmla="*/ 0 w 3419928"/>
              <a:gd name="connsiteY0" fmla="*/ 5143500 h 5143500"/>
              <a:gd name="connsiteX1" fmla="*/ 0 w 3419928"/>
              <a:gd name="connsiteY1" fmla="*/ 0 h 5143500"/>
              <a:gd name="connsiteX2" fmla="*/ 1200412 w 3419928"/>
              <a:gd name="connsiteY2" fmla="*/ 103699 h 5143500"/>
              <a:gd name="connsiteX3" fmla="*/ 3419928 w 3419928"/>
              <a:gd name="connsiteY3" fmla="*/ 5143500 h 5143500"/>
              <a:gd name="connsiteX4" fmla="*/ 0 w 3419928"/>
              <a:gd name="connsiteY4" fmla="*/ 5143500 h 5143500"/>
              <a:gd name="connsiteX0" fmla="*/ 0 w 3419928"/>
              <a:gd name="connsiteY0" fmla="*/ 5151467 h 5151467"/>
              <a:gd name="connsiteX1" fmla="*/ 0 w 3419928"/>
              <a:gd name="connsiteY1" fmla="*/ 7967 h 5151467"/>
              <a:gd name="connsiteX2" fmla="*/ 1261512 w 3419928"/>
              <a:gd name="connsiteY2" fmla="*/ 0 h 5151467"/>
              <a:gd name="connsiteX3" fmla="*/ 3419928 w 3419928"/>
              <a:gd name="connsiteY3" fmla="*/ 5151467 h 5151467"/>
              <a:gd name="connsiteX4" fmla="*/ 0 w 3419928"/>
              <a:gd name="connsiteY4" fmla="*/ 5151467 h 5151467"/>
              <a:gd name="connsiteX0" fmla="*/ 0 w 3419928"/>
              <a:gd name="connsiteY0" fmla="*/ 5149361 h 5149361"/>
              <a:gd name="connsiteX1" fmla="*/ 0 w 3419928"/>
              <a:gd name="connsiteY1" fmla="*/ 5861 h 5149361"/>
              <a:gd name="connsiteX2" fmla="*/ 1261512 w 3419928"/>
              <a:gd name="connsiteY2" fmla="*/ 0 h 5149361"/>
              <a:gd name="connsiteX3" fmla="*/ 3419928 w 3419928"/>
              <a:gd name="connsiteY3" fmla="*/ 5149361 h 5149361"/>
              <a:gd name="connsiteX4" fmla="*/ 0 w 3419928"/>
              <a:gd name="connsiteY4" fmla="*/ 5149361 h 51493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19928" h="5149361">
                <a:moveTo>
                  <a:pt x="0" y="5149361"/>
                </a:moveTo>
                <a:lnTo>
                  <a:pt x="0" y="5861"/>
                </a:lnTo>
                <a:lnTo>
                  <a:pt x="1261512" y="0"/>
                </a:lnTo>
                <a:lnTo>
                  <a:pt x="3419928" y="5149361"/>
                </a:lnTo>
                <a:lnTo>
                  <a:pt x="0" y="5149361"/>
                </a:lnTo>
                <a:close/>
              </a:path>
            </a:pathLst>
          </a:custGeom>
          <a:solidFill>
            <a:schemeClr val="accent2">
              <a:alpha val="63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lvl="0" algn="ctr"/>
            <a:endParaRPr lang="en-US" sz="2400"/>
          </a:p>
        </p:txBody>
      </p:sp>
      <p:sp>
        <p:nvSpPr>
          <p:cNvPr id="15" name="Right Triangle 14"/>
          <p:cNvSpPr/>
          <p:nvPr/>
        </p:nvSpPr>
        <p:spPr>
          <a:xfrm flipH="1" flipV="1">
            <a:off x="8273143" y="-8162"/>
            <a:ext cx="3918856" cy="3905907"/>
          </a:xfrm>
          <a:prstGeom prst="rtTriangle">
            <a:avLst/>
          </a:prstGeom>
          <a:solidFill>
            <a:schemeClr val="accent4">
              <a:alpha val="76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lvl="0" algn="ctr"/>
            <a:endParaRPr lang="en-US" sz="2400"/>
          </a:p>
        </p:txBody>
      </p:sp>
      <p:sp>
        <p:nvSpPr>
          <p:cNvPr id="2" name="Title 1"/>
          <p:cNvSpPr>
            <a:spLocks noGrp="1"/>
          </p:cNvSpPr>
          <p:nvPr>
            <p:ph type="title"/>
          </p:nvPr>
        </p:nvSpPr>
        <p:spPr>
          <a:xfrm>
            <a:off x="461310" y="3625511"/>
            <a:ext cx="5695167" cy="1161143"/>
          </a:xfrm>
        </p:spPr>
        <p:txBody>
          <a:bodyPr>
            <a:normAutofit/>
          </a:bodyPr>
          <a:lstStyle>
            <a:lvl1pPr>
              <a:defRPr sz="5333">
                <a:solidFill>
                  <a:schemeClr val="bg1"/>
                </a:solidFill>
              </a:defRPr>
            </a:lvl1pPr>
          </a:lstStyle>
          <a:p>
            <a:r>
              <a:rPr lang="es-MX"/>
              <a:t>Haz clic para modificar el estilo de título del patrón</a:t>
            </a:r>
            <a:endParaRPr lang="en-US" dirty="0"/>
          </a:p>
        </p:txBody>
      </p:sp>
      <p:pic>
        <p:nvPicPr>
          <p:cNvPr id="13" name="Picture 12" descr="ellucian_white.png"/>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461310" y="866875"/>
            <a:ext cx="2164695" cy="443247"/>
          </a:xfrm>
          <a:prstGeom prst="rect">
            <a:avLst/>
          </a:prstGeom>
        </p:spPr>
      </p:pic>
      <p:sp>
        <p:nvSpPr>
          <p:cNvPr id="12" name="Text Placeholder 12"/>
          <p:cNvSpPr>
            <a:spLocks noGrp="1"/>
          </p:cNvSpPr>
          <p:nvPr>
            <p:ph type="body" sz="quarter" idx="11" hasCustomPrompt="1"/>
          </p:nvPr>
        </p:nvSpPr>
        <p:spPr>
          <a:xfrm>
            <a:off x="463297" y="4911366"/>
            <a:ext cx="7640512" cy="1589695"/>
          </a:xfrm>
        </p:spPr>
        <p:txBody>
          <a:bodyPr anchor="t" anchorCtr="0">
            <a:normAutofit/>
          </a:bodyPr>
          <a:lstStyle>
            <a:lvl1pPr>
              <a:spcBef>
                <a:spcPts val="0"/>
              </a:spcBef>
              <a:buNone/>
              <a:defRPr sz="2267" b="0" spc="0" baseline="0">
                <a:solidFill>
                  <a:schemeClr val="bg1"/>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dirty="0"/>
              <a:t>Title title title, </a:t>
            </a:r>
            <a:r>
              <a:rPr lang="en-US" dirty="0" err="1"/>
              <a:t>Ellucian</a:t>
            </a:r>
            <a:br>
              <a:rPr lang="en-US" dirty="0"/>
            </a:br>
            <a:r>
              <a:rPr lang="en-US" dirty="0" err="1"/>
              <a:t>firstname.lastname@ellucian.com</a:t>
            </a:r>
            <a:endParaRPr lang="en-US" dirty="0"/>
          </a:p>
        </p:txBody>
      </p:sp>
      <p:sp>
        <p:nvSpPr>
          <p:cNvPr id="10" name="Text Placeholder 12"/>
          <p:cNvSpPr>
            <a:spLocks noGrp="1"/>
          </p:cNvSpPr>
          <p:nvPr>
            <p:ph type="body" sz="quarter" idx="12" hasCustomPrompt="1"/>
          </p:nvPr>
        </p:nvSpPr>
        <p:spPr>
          <a:xfrm>
            <a:off x="457200" y="4053544"/>
            <a:ext cx="6656832" cy="835251"/>
          </a:xfrm>
        </p:spPr>
        <p:txBody>
          <a:bodyPr anchor="b">
            <a:noAutofit/>
          </a:bodyPr>
          <a:lstStyle>
            <a:lvl1pPr>
              <a:buNone/>
              <a:defRPr sz="2267" b="1" cap="all" spc="0" baseline="0">
                <a:solidFill>
                  <a:schemeClr val="bg1"/>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dirty="0"/>
              <a:t>PRESENTER NAME</a:t>
            </a:r>
          </a:p>
        </p:txBody>
      </p:sp>
    </p:spTree>
    <p:extLst>
      <p:ext uri="{BB962C8B-B14F-4D97-AF65-F5344CB8AC3E}">
        <p14:creationId xmlns:p14="http://schemas.microsoft.com/office/powerpoint/2010/main" val="861801555"/>
      </p:ext>
    </p:extLst>
  </p:cSld>
  <p:clrMapOvr>
    <a:masterClrMapping/>
  </p:clrMapOvr>
  <p:transition spd="slow">
    <p:wipe dir="r"/>
  </p:transition>
  <p:extLst>
    <p:ext uri="{DCECCB84-F9BA-43D5-87BE-67443E8EF086}">
      <p15:sldGuideLst xmlns:p15="http://schemas.microsoft.com/office/powerpoint/2012/main">
        <p15:guide id="1" orient="horz" pos="1620">
          <p15:clr>
            <a:srgbClr val="FBAE40"/>
          </p15:clr>
        </p15:guide>
        <p15:guide id="2" orient="horz" pos="2453">
          <p15:clr>
            <a:srgbClr val="FBAE40"/>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userDrawn="1">
  <p:cSld name="1_Title slide 2">
    <p:spTree>
      <p:nvGrpSpPr>
        <p:cNvPr id="1" name=""/>
        <p:cNvGrpSpPr/>
        <p:nvPr/>
      </p:nvGrpSpPr>
      <p:grpSpPr>
        <a:xfrm>
          <a:off x="0" y="0"/>
          <a:ext cx="0" cy="0"/>
          <a:chOff x="0" y="0"/>
          <a:chExt cx="0" cy="0"/>
        </a:xfrm>
      </p:grpSpPr>
      <p:pic>
        <p:nvPicPr>
          <p:cNvPr id="11" name="Picture 3">
            <a:extLst>
              <a:ext uri="{FF2B5EF4-FFF2-40B4-BE49-F238E27FC236}">
                <a16:creationId xmlns:a16="http://schemas.microsoft.com/office/drawing/2014/main" id="{0D606AED-DD8D-9B4B-A5A1-B57A5083C0EE}"/>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5488163" y="258373"/>
            <a:ext cx="6711912" cy="6858000"/>
          </a:xfrm>
          <a:prstGeom prst="rect">
            <a:avLst/>
          </a:prstGeom>
        </p:spPr>
      </p:pic>
      <p:sp>
        <p:nvSpPr>
          <p:cNvPr id="4" name="Trapezoid 3"/>
          <p:cNvSpPr/>
          <p:nvPr userDrawn="1"/>
        </p:nvSpPr>
        <p:spPr>
          <a:xfrm>
            <a:off x="0" y="1"/>
            <a:ext cx="9144000" cy="6874172"/>
          </a:xfrm>
          <a:custGeom>
            <a:avLst/>
            <a:gdLst>
              <a:gd name="connsiteX0" fmla="*/ 0 w 6858000"/>
              <a:gd name="connsiteY0" fmla="*/ 5148072 h 5148072"/>
              <a:gd name="connsiteX1" fmla="*/ 0 w 6858000"/>
              <a:gd name="connsiteY1" fmla="*/ 0 h 5148072"/>
              <a:gd name="connsiteX2" fmla="*/ 6858000 w 6858000"/>
              <a:gd name="connsiteY2" fmla="*/ 0 h 5148072"/>
              <a:gd name="connsiteX3" fmla="*/ 6858000 w 6858000"/>
              <a:gd name="connsiteY3" fmla="*/ 5148072 h 5148072"/>
              <a:gd name="connsiteX4" fmla="*/ 0 w 6858000"/>
              <a:gd name="connsiteY4" fmla="*/ 5148072 h 5148072"/>
              <a:gd name="connsiteX0" fmla="*/ 0 w 6858000"/>
              <a:gd name="connsiteY0" fmla="*/ 5148072 h 5155629"/>
              <a:gd name="connsiteX1" fmla="*/ 0 w 6858000"/>
              <a:gd name="connsiteY1" fmla="*/ 0 h 5155629"/>
              <a:gd name="connsiteX2" fmla="*/ 6858000 w 6858000"/>
              <a:gd name="connsiteY2" fmla="*/ 0 h 5155629"/>
              <a:gd name="connsiteX3" fmla="*/ 4840275 w 6858000"/>
              <a:gd name="connsiteY3" fmla="*/ 5155629 h 5155629"/>
              <a:gd name="connsiteX4" fmla="*/ 0 w 6858000"/>
              <a:gd name="connsiteY4" fmla="*/ 5148072 h 51556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58000" h="5155629">
                <a:moveTo>
                  <a:pt x="0" y="5148072"/>
                </a:moveTo>
                <a:lnTo>
                  <a:pt x="0" y="0"/>
                </a:lnTo>
                <a:lnTo>
                  <a:pt x="6858000" y="0"/>
                </a:lnTo>
                <a:lnTo>
                  <a:pt x="4840275" y="5155629"/>
                </a:lnTo>
                <a:lnTo>
                  <a:pt x="0" y="5148072"/>
                </a:lnTo>
                <a:close/>
              </a:path>
            </a:pathLst>
          </a:custGeom>
          <a:solidFill>
            <a:schemeClr val="bg1"/>
          </a:solidFill>
          <a:ln>
            <a:noFill/>
          </a:ln>
          <a:effectLst/>
        </p:spPr>
        <p:style>
          <a:lnRef idx="2">
            <a:schemeClr val="accent1"/>
          </a:lnRef>
          <a:fillRef idx="0">
            <a:schemeClr val="accent1"/>
          </a:fillRef>
          <a:effectRef idx="1">
            <a:schemeClr val="accent1"/>
          </a:effectRef>
          <a:fontRef idx="minor">
            <a:schemeClr val="tx1"/>
          </a:fontRef>
        </p:style>
        <p:txBody>
          <a:bodyPr rtlCol="0" anchor="ctr"/>
          <a:lstStyle/>
          <a:p>
            <a:pPr lvl="0" algn="ctr"/>
            <a:endParaRPr lang="en-US" sz="2400">
              <a:solidFill>
                <a:schemeClr val="tx1"/>
              </a:solidFill>
            </a:endParaRPr>
          </a:p>
        </p:txBody>
      </p:sp>
      <p:sp>
        <p:nvSpPr>
          <p:cNvPr id="2" name="Title 1"/>
          <p:cNvSpPr>
            <a:spLocks noGrp="1"/>
          </p:cNvSpPr>
          <p:nvPr userDrawn="1">
            <p:ph type="title"/>
          </p:nvPr>
        </p:nvSpPr>
        <p:spPr>
          <a:xfrm>
            <a:off x="461309" y="2589804"/>
            <a:ext cx="6650691" cy="2151529"/>
          </a:xfrm>
        </p:spPr>
        <p:txBody>
          <a:bodyPr>
            <a:noAutofit/>
          </a:bodyPr>
          <a:lstStyle>
            <a:lvl1pPr>
              <a:lnSpc>
                <a:spcPct val="90000"/>
              </a:lnSpc>
              <a:defRPr sz="6400">
                <a:solidFill>
                  <a:schemeClr val="accent4"/>
                </a:solidFill>
              </a:defRPr>
            </a:lvl1pPr>
          </a:lstStyle>
          <a:p>
            <a:r>
              <a:rPr lang="en-US" dirty="0"/>
              <a:t>Click to edit Master title style</a:t>
            </a:r>
          </a:p>
        </p:txBody>
      </p:sp>
      <p:pic>
        <p:nvPicPr>
          <p:cNvPr id="5" name="Picture 4" descr="ellucian_purple.png"/>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461310" y="1631578"/>
            <a:ext cx="2327711" cy="479092"/>
          </a:xfrm>
          <a:prstGeom prst="rect">
            <a:avLst/>
          </a:prstGeom>
        </p:spPr>
      </p:pic>
      <p:sp>
        <p:nvSpPr>
          <p:cNvPr id="10" name="Text Placeholder 12"/>
          <p:cNvSpPr>
            <a:spLocks noGrp="1"/>
          </p:cNvSpPr>
          <p:nvPr userDrawn="1">
            <p:ph type="body" sz="quarter" idx="11" hasCustomPrompt="1"/>
          </p:nvPr>
        </p:nvSpPr>
        <p:spPr>
          <a:xfrm>
            <a:off x="457200" y="5543554"/>
            <a:ext cx="6396392" cy="675417"/>
          </a:xfrm>
        </p:spPr>
        <p:txBody>
          <a:bodyPr anchor="t" anchorCtr="0">
            <a:noAutofit/>
          </a:bodyPr>
          <a:lstStyle>
            <a:lvl1pPr>
              <a:buNone/>
              <a:defRPr sz="2267" b="0" spc="0" baseline="0">
                <a:solidFill>
                  <a:schemeClr val="accent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dirty="0"/>
              <a:t>Presenter’s title</a:t>
            </a:r>
            <a:br>
              <a:rPr lang="en-US" dirty="0"/>
            </a:br>
            <a:r>
              <a:rPr lang="en-US" dirty="0" err="1"/>
              <a:t>Ellucian</a:t>
            </a:r>
            <a:endParaRPr lang="en-US" dirty="0"/>
          </a:p>
        </p:txBody>
      </p:sp>
      <p:sp>
        <p:nvSpPr>
          <p:cNvPr id="3" name="Right Triangle 2"/>
          <p:cNvSpPr/>
          <p:nvPr userDrawn="1"/>
        </p:nvSpPr>
        <p:spPr>
          <a:xfrm flipH="1" flipV="1">
            <a:off x="6604000" y="-3"/>
            <a:ext cx="5588000" cy="5608320"/>
          </a:xfrm>
          <a:prstGeom prst="rtTriangle">
            <a:avLst/>
          </a:prstGeom>
          <a:solidFill>
            <a:srgbClr val="45A1AA">
              <a:alpha val="4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lvl="0" algn="ctr"/>
            <a:endParaRPr lang="en-US" sz="2400"/>
          </a:p>
        </p:txBody>
      </p:sp>
      <p:sp>
        <p:nvSpPr>
          <p:cNvPr id="13" name="Text Placeholder 12"/>
          <p:cNvSpPr>
            <a:spLocks noGrp="1"/>
          </p:cNvSpPr>
          <p:nvPr>
            <p:ph type="body" sz="quarter" idx="12" hasCustomPrompt="1"/>
          </p:nvPr>
        </p:nvSpPr>
        <p:spPr>
          <a:xfrm>
            <a:off x="457200" y="4719592"/>
            <a:ext cx="6656832" cy="835251"/>
          </a:xfrm>
        </p:spPr>
        <p:txBody>
          <a:bodyPr anchor="b">
            <a:noAutofit/>
          </a:bodyPr>
          <a:lstStyle>
            <a:lvl1pPr>
              <a:buNone/>
              <a:defRPr sz="2267" b="1" cap="all" spc="0" baseline="0">
                <a:solidFill>
                  <a:schemeClr val="accent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dirty="0"/>
              <a:t>PRESENTER NAME</a:t>
            </a:r>
          </a:p>
        </p:txBody>
      </p:sp>
    </p:spTree>
    <p:extLst>
      <p:ext uri="{BB962C8B-B14F-4D97-AF65-F5344CB8AC3E}">
        <p14:creationId xmlns:p14="http://schemas.microsoft.com/office/powerpoint/2010/main" val="100155739"/>
      </p:ext>
    </p:extLst>
  </p:cSld>
  <p:clrMapOvr>
    <a:masterClrMapping/>
  </p:clrMapOvr>
  <p:transition spd="slow">
    <p:wipe dir="r"/>
  </p:transition>
  <p:extLst>
    <p:ext uri="{DCECCB84-F9BA-43D5-87BE-67443E8EF086}">
      <p15:sldGuideLst xmlns:p15="http://schemas.microsoft.com/office/powerpoint/2012/main">
        <p15:guide id="1" orient="horz" pos="2747">
          <p15:clr>
            <a:srgbClr val="FBAE40"/>
          </p15:clr>
        </p15:guide>
        <p15:guide id="2" pos="3047">
          <p15:clr>
            <a:srgbClr val="FBAE40"/>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userDrawn="1">
  <p:cSld name="2_Agenda">
    <p:spTree>
      <p:nvGrpSpPr>
        <p:cNvPr id="1" name=""/>
        <p:cNvGrpSpPr/>
        <p:nvPr/>
      </p:nvGrpSpPr>
      <p:grpSpPr>
        <a:xfrm>
          <a:off x="0" y="0"/>
          <a:ext cx="0" cy="0"/>
          <a:chOff x="0" y="0"/>
          <a:chExt cx="0" cy="0"/>
        </a:xfrm>
      </p:grpSpPr>
      <p:sp>
        <p:nvSpPr>
          <p:cNvPr id="6" name="Title Placeholder 1"/>
          <p:cNvSpPr>
            <a:spLocks noGrp="1"/>
          </p:cNvSpPr>
          <p:nvPr>
            <p:ph type="title" hasCustomPrompt="1"/>
          </p:nvPr>
        </p:nvSpPr>
        <p:spPr>
          <a:xfrm>
            <a:off x="475488" y="487681"/>
            <a:ext cx="11267392" cy="582679"/>
          </a:xfrm>
          <a:prstGeom prst="rect">
            <a:avLst/>
          </a:prstGeom>
        </p:spPr>
        <p:txBody>
          <a:bodyPr vert="horz" lIns="0" tIns="0" rIns="0" bIns="0" rtlCol="0" anchor="t">
            <a:normAutofit/>
          </a:bodyPr>
          <a:lstStyle>
            <a:lvl1pPr>
              <a:defRPr/>
            </a:lvl1pPr>
          </a:lstStyle>
          <a:p>
            <a:r>
              <a:rPr lang="en-US" dirty="0"/>
              <a:t>Agenda</a:t>
            </a:r>
          </a:p>
        </p:txBody>
      </p:sp>
    </p:spTree>
    <p:extLst>
      <p:ext uri="{BB962C8B-B14F-4D97-AF65-F5344CB8AC3E}">
        <p14:creationId xmlns:p14="http://schemas.microsoft.com/office/powerpoint/2010/main" val="3821010585"/>
      </p:ext>
    </p:extLst>
  </p:cSld>
  <p:clrMapOvr>
    <a:masterClrMapping/>
  </p:clrMapOvr>
  <p:transition spd="slow">
    <p:wipe dir="r"/>
  </p:transition>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userDrawn="1">
  <p:cSld name="1_Divider slide 1">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userDrawn="1">
            <p:ph type="ctrTitle"/>
          </p:nvPr>
        </p:nvSpPr>
        <p:spPr>
          <a:xfrm>
            <a:off x="472848" y="991929"/>
            <a:ext cx="11266501" cy="1691096"/>
          </a:xfrm>
        </p:spPr>
        <p:txBody>
          <a:bodyPr tIns="0" bIns="0" anchor="b">
            <a:noAutofit/>
          </a:bodyPr>
          <a:lstStyle>
            <a:lvl1pPr algn="l">
              <a:lnSpc>
                <a:spcPct val="100000"/>
              </a:lnSpc>
              <a:defRPr sz="5333" b="0">
                <a:solidFill>
                  <a:schemeClr val="bg1"/>
                </a:solidFill>
              </a:defRPr>
            </a:lvl1pPr>
          </a:lstStyle>
          <a:p>
            <a:r>
              <a:rPr lang="en-US" dirty="0"/>
              <a:t>Click to edit Master title style</a:t>
            </a:r>
          </a:p>
        </p:txBody>
      </p:sp>
      <p:sp>
        <p:nvSpPr>
          <p:cNvPr id="18" name="Text Placeholder 12"/>
          <p:cNvSpPr>
            <a:spLocks noGrp="1"/>
          </p:cNvSpPr>
          <p:nvPr>
            <p:ph type="body" sz="quarter" idx="10" hasCustomPrompt="1"/>
          </p:nvPr>
        </p:nvSpPr>
        <p:spPr>
          <a:xfrm>
            <a:off x="472849" y="1316874"/>
            <a:ext cx="5298956" cy="351367"/>
          </a:xfrm>
        </p:spPr>
        <p:txBody>
          <a:bodyPr>
            <a:normAutofit/>
          </a:bodyPr>
          <a:lstStyle>
            <a:lvl1pPr>
              <a:buNone/>
              <a:defRPr sz="2133" spc="133" baseline="0">
                <a:solidFill>
                  <a:schemeClr val="bg1">
                    <a:lumMod val="75000"/>
                  </a:schemeClr>
                </a:solidFill>
              </a:defRPr>
            </a:lvl1pPr>
            <a:lvl2pPr marL="609585" indent="0">
              <a:buNone/>
              <a:defRPr/>
            </a:lvl2pPr>
            <a:lvl3pPr marL="1219170" indent="0">
              <a:buNone/>
              <a:defRPr/>
            </a:lvl3pPr>
            <a:lvl4pPr marL="1828754" indent="0">
              <a:buNone/>
              <a:defRPr/>
            </a:lvl4pPr>
            <a:lvl5pPr marL="2438339" indent="0">
              <a:buNone/>
              <a:defRPr/>
            </a:lvl5pPr>
          </a:lstStyle>
          <a:p>
            <a:r>
              <a:rPr lang="en-US" dirty="0"/>
              <a:t>SECTION # [optional]</a:t>
            </a:r>
          </a:p>
        </p:txBody>
      </p:sp>
      <p:sp>
        <p:nvSpPr>
          <p:cNvPr id="3" name="Subtitle 2"/>
          <p:cNvSpPr>
            <a:spLocks noGrp="1"/>
          </p:cNvSpPr>
          <p:nvPr userDrawn="1">
            <p:ph type="subTitle" idx="1"/>
          </p:nvPr>
        </p:nvSpPr>
        <p:spPr>
          <a:xfrm>
            <a:off x="472848" y="3112608"/>
            <a:ext cx="7108205" cy="2462723"/>
          </a:xfrm>
        </p:spPr>
        <p:txBody>
          <a:bodyPr>
            <a:normAutofit/>
          </a:bodyPr>
          <a:lstStyle>
            <a:lvl1pPr marL="0" marR="0" indent="0" algn="l" defTabSz="609585" rtl="0" eaLnBrk="1" fontAlgn="auto" latinLnBrk="0" hangingPunct="1">
              <a:lnSpc>
                <a:spcPct val="100000"/>
              </a:lnSpc>
              <a:spcBef>
                <a:spcPct val="20000"/>
              </a:spcBef>
              <a:spcAft>
                <a:spcPts val="0"/>
              </a:spcAft>
              <a:buClrTx/>
              <a:buSzTx/>
              <a:buFont typeface="Arial"/>
              <a:buNone/>
              <a:tabLst/>
              <a:defRPr sz="2933" b="0">
                <a:solidFill>
                  <a:schemeClr val="bg1">
                    <a:lumMod val="85000"/>
                  </a:schemeClr>
                </a:solidFill>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US" dirty="0"/>
              <a:t>Click to edit Master subtitle style</a:t>
            </a:r>
          </a:p>
        </p:txBody>
      </p:sp>
      <p:sp>
        <p:nvSpPr>
          <p:cNvPr id="20" name="Footer Placeholder 4"/>
          <p:cNvSpPr txBox="1">
            <a:spLocks/>
          </p:cNvSpPr>
          <p:nvPr userDrawn="1"/>
        </p:nvSpPr>
        <p:spPr>
          <a:xfrm>
            <a:off x="6875242" y="6591893"/>
            <a:ext cx="4426065" cy="143565"/>
          </a:xfrm>
          <a:prstGeom prst="rect">
            <a:avLst/>
          </a:prstGeom>
        </p:spPr>
        <p:txBody>
          <a:bodyPr vert="horz" wrap="square" lIns="0" tIns="0" rIns="0" bIns="0" rtlCol="0" anchor="b">
            <a:spAutoFit/>
          </a:bodyPr>
          <a:lstStyle>
            <a:lvl1pPr marL="0" algn="l" defTabSz="914400" rtl="0" eaLnBrk="1" latinLnBrk="0" hangingPunct="1">
              <a:defRPr kumimoji="0" lang="en-US" sz="900" b="0" i="0" u="none" strike="noStrike" kern="1200" cap="none" spc="0" normalizeH="0" baseline="0" noProof="0" smtClean="0">
                <a:ln>
                  <a:noFill/>
                </a:ln>
                <a:solidFill>
                  <a:schemeClr val="accent5"/>
                </a:solidFill>
                <a:effectLst/>
                <a:uLnTx/>
                <a:uFillTx/>
                <a:latin typeface="Arial" pitchFamily="34" charset="0"/>
                <a:ea typeface="+mn-ea"/>
                <a:cs typeface="Arial" pitchFamily="34" charset="0"/>
              </a:defRPr>
            </a:lvl1pPr>
          </a:lstStyle>
          <a:p>
            <a:pPr marL="0" marR="0" lvl="0" indent="0" algn="r" defTabSz="1219170" rtl="0" eaLnBrk="1" fontAlgn="auto" latinLnBrk="0" hangingPunct="1">
              <a:lnSpc>
                <a:spcPct val="100000"/>
              </a:lnSpc>
              <a:spcBef>
                <a:spcPts val="0"/>
              </a:spcBef>
              <a:spcAft>
                <a:spcPts val="0"/>
              </a:spcAft>
              <a:buClrTx/>
              <a:buSzTx/>
              <a:buFontTx/>
              <a:buNone/>
              <a:tabLst/>
              <a:defRPr/>
            </a:pPr>
            <a:r>
              <a:rPr kumimoji="0" lang="en-US" sz="933" b="0" i="0" u="none" strike="noStrike" kern="1200" cap="none" spc="0" normalizeH="0" baseline="0" noProof="0" dirty="0">
                <a:ln>
                  <a:noFill/>
                </a:ln>
                <a:solidFill>
                  <a:srgbClr val="FFFFFF"/>
                </a:solidFill>
                <a:effectLst/>
                <a:uLnTx/>
                <a:uFillTx/>
                <a:latin typeface="Arial" pitchFamily="34" charset="0"/>
                <a:ea typeface="+mn-ea"/>
                <a:cs typeface="Arial" pitchFamily="34" charset="0"/>
              </a:rPr>
              <a:t>© 2018 Ellucian</a:t>
            </a:r>
            <a:endParaRPr kumimoji="0" lang="en-US" sz="933" b="1" i="0" u="none" strike="noStrike" kern="1200" cap="none" spc="0" normalizeH="0" baseline="0" noProof="0" dirty="0">
              <a:ln>
                <a:noFill/>
              </a:ln>
              <a:solidFill>
                <a:srgbClr val="FFFFFF"/>
              </a:solidFill>
              <a:effectLst/>
              <a:uLnTx/>
              <a:uFillTx/>
              <a:latin typeface="Arial" pitchFamily="34" charset="0"/>
              <a:ea typeface="+mn-ea"/>
              <a:cs typeface="Arial" pitchFamily="34" charset="0"/>
            </a:endParaRPr>
          </a:p>
        </p:txBody>
      </p:sp>
      <p:pic>
        <p:nvPicPr>
          <p:cNvPr id="21" name="Picture 20" descr="ellucian_white.png"/>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457077" y="6564051"/>
            <a:ext cx="983800" cy="201444"/>
          </a:xfrm>
          <a:prstGeom prst="rect">
            <a:avLst/>
          </a:prstGeom>
        </p:spPr>
      </p:pic>
      <p:sp>
        <p:nvSpPr>
          <p:cNvPr id="9" name="Slide Number Placeholder 3"/>
          <p:cNvSpPr txBox="1">
            <a:spLocks/>
          </p:cNvSpPr>
          <p:nvPr userDrawn="1"/>
        </p:nvSpPr>
        <p:spPr>
          <a:xfrm>
            <a:off x="11203208" y="6468813"/>
            <a:ext cx="537689" cy="274720"/>
          </a:xfrm>
          <a:prstGeom prst="rect">
            <a:avLst/>
          </a:prstGeom>
        </p:spPr>
        <p:txBody>
          <a:bodyPr vert="horz" lIns="0" tIns="0" rIns="0" bIns="0" rtlCol="0" anchor="b"/>
          <a:lstStyle>
            <a:defPPr>
              <a:defRPr lang="en-US"/>
            </a:defPPr>
            <a:lvl1pPr marL="0" algn="r" defTabSz="457200" rtl="0" eaLnBrk="1" latinLnBrk="0" hangingPunct="1">
              <a:defRPr sz="1100" b="0" kern="1200">
                <a:solidFill>
                  <a:srgbClr val="FFFFFF"/>
                </a:solidFill>
                <a:latin typeface="Arial"/>
                <a:ea typeface="+mn-ea"/>
                <a:cs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40A085A0-3A3D-6540-B0AC-0588E66301FB}" type="slidenum">
              <a:rPr lang="en-US" sz="1467" smtClean="0"/>
              <a:pPr/>
              <a:t>‹#›</a:t>
            </a:fld>
            <a:endParaRPr lang="en-US" sz="1467"/>
          </a:p>
        </p:txBody>
      </p:sp>
    </p:spTree>
    <p:extLst>
      <p:ext uri="{BB962C8B-B14F-4D97-AF65-F5344CB8AC3E}">
        <p14:creationId xmlns:p14="http://schemas.microsoft.com/office/powerpoint/2010/main" val="2912799733"/>
      </p:ext>
    </p:extLst>
  </p:cSld>
  <p:clrMapOvr>
    <a:masterClrMapping/>
  </p:clrMapOvr>
  <p:transition spd="slow">
    <p:wipe dir="r"/>
  </p:transition>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userDrawn="1">
  <p:cSld name="Title slide alt 4">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4" name="Text Placeholder 12"/>
          <p:cNvSpPr>
            <a:spLocks noGrp="1"/>
          </p:cNvSpPr>
          <p:nvPr>
            <p:ph type="body" sz="quarter" idx="11" hasCustomPrompt="1"/>
          </p:nvPr>
        </p:nvSpPr>
        <p:spPr>
          <a:xfrm>
            <a:off x="475488" y="4264233"/>
            <a:ext cx="7640512" cy="1589695"/>
          </a:xfrm>
        </p:spPr>
        <p:txBody>
          <a:bodyPr anchor="b">
            <a:noAutofit/>
          </a:bodyPr>
          <a:lstStyle>
            <a:lvl1pPr>
              <a:buNone/>
              <a:defRPr sz="2267" b="0" spc="0" baseline="0">
                <a:solidFill>
                  <a:schemeClr val="bg1"/>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dirty="0"/>
              <a:t>PRESENTER NAME, Title, </a:t>
            </a:r>
            <a:r>
              <a:rPr lang="en-US" dirty="0" err="1"/>
              <a:t>Ellucian</a:t>
            </a:r>
            <a:endParaRPr lang="en-US" dirty="0"/>
          </a:p>
        </p:txBody>
      </p:sp>
      <p:sp>
        <p:nvSpPr>
          <p:cNvPr id="13" name="Text Placeholder 12"/>
          <p:cNvSpPr>
            <a:spLocks noGrp="1"/>
          </p:cNvSpPr>
          <p:nvPr>
            <p:ph type="body" sz="quarter" idx="10" hasCustomPrompt="1"/>
          </p:nvPr>
        </p:nvSpPr>
        <p:spPr>
          <a:xfrm>
            <a:off x="475488" y="581175"/>
            <a:ext cx="5971371" cy="351367"/>
          </a:xfrm>
        </p:spPr>
        <p:txBody>
          <a:bodyPr>
            <a:noAutofit/>
          </a:bodyPr>
          <a:lstStyle>
            <a:lvl1pPr>
              <a:buNone/>
              <a:defRPr sz="2133" spc="133">
                <a:solidFill>
                  <a:schemeClr val="bg1">
                    <a:lumMod val="75000"/>
                  </a:schemeClr>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dirty="0"/>
              <a:t>WEBINAR [optional]</a:t>
            </a:r>
          </a:p>
        </p:txBody>
      </p:sp>
      <p:sp>
        <p:nvSpPr>
          <p:cNvPr id="2" name="Title 1"/>
          <p:cNvSpPr>
            <a:spLocks noGrp="1"/>
          </p:cNvSpPr>
          <p:nvPr userDrawn="1">
            <p:ph type="ctrTitle" hasCustomPrompt="1"/>
          </p:nvPr>
        </p:nvSpPr>
        <p:spPr>
          <a:xfrm>
            <a:off x="475488" y="1117442"/>
            <a:ext cx="5971371" cy="3790903"/>
          </a:xfrm>
        </p:spPr>
        <p:txBody>
          <a:bodyPr tIns="0" bIns="0" anchor="t">
            <a:noAutofit/>
          </a:bodyPr>
          <a:lstStyle>
            <a:lvl1pPr algn="l">
              <a:lnSpc>
                <a:spcPct val="90000"/>
              </a:lnSpc>
              <a:defRPr sz="4933" b="0" baseline="0">
                <a:solidFill>
                  <a:schemeClr val="bg1"/>
                </a:solidFill>
              </a:defRPr>
            </a:lvl1pPr>
          </a:lstStyle>
          <a:p>
            <a:r>
              <a:rPr lang="en-US" dirty="0"/>
              <a:t>Master title style</a:t>
            </a:r>
          </a:p>
        </p:txBody>
      </p:sp>
      <p:pic>
        <p:nvPicPr>
          <p:cNvPr id="5" name="Picture 4" descr="ellucian_white.png"/>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9571407" y="5558586"/>
            <a:ext cx="2164695" cy="443247"/>
          </a:xfrm>
          <a:prstGeom prst="rect">
            <a:avLst/>
          </a:prstGeom>
        </p:spPr>
      </p:pic>
      <p:sp>
        <p:nvSpPr>
          <p:cNvPr id="7" name="Rectangle 6"/>
          <p:cNvSpPr/>
          <p:nvPr userDrawn="1"/>
        </p:nvSpPr>
        <p:spPr>
          <a:xfrm>
            <a:off x="0" y="6431280"/>
            <a:ext cx="12192000" cy="42672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p>
        </p:txBody>
      </p:sp>
    </p:spTree>
    <p:extLst>
      <p:ext uri="{BB962C8B-B14F-4D97-AF65-F5344CB8AC3E}">
        <p14:creationId xmlns:p14="http://schemas.microsoft.com/office/powerpoint/2010/main" val="2193322890"/>
      </p:ext>
    </p:extLst>
  </p:cSld>
  <p:clrMapOvr>
    <a:masterClrMapping/>
  </p:clrMapOvr>
  <p:transition spd="slow">
    <p:wipe dir="r"/>
  </p:transition>
  <p:extLst>
    <p:ext uri="{DCECCB84-F9BA-43D5-87BE-67443E8EF086}">
      <p15:sldGuideLst xmlns:p15="http://schemas.microsoft.com/office/powerpoint/2012/main">
        <p15:guide id="1" orient="horz" pos="780">
          <p15:clr>
            <a:srgbClr val="FBAE40"/>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En blanco">
    <p:spTree>
      <p:nvGrpSpPr>
        <p:cNvPr id="1" name=""/>
        <p:cNvGrpSpPr/>
        <p:nvPr/>
      </p:nvGrpSpPr>
      <p:grpSpPr>
        <a:xfrm>
          <a:off x="0" y="0"/>
          <a:ext cx="0" cy="0"/>
          <a:chOff x="0" y="0"/>
          <a:chExt cx="0" cy="0"/>
        </a:xfrm>
      </p:grpSpPr>
    </p:spTree>
    <p:extLst>
      <p:ext uri="{BB962C8B-B14F-4D97-AF65-F5344CB8AC3E}">
        <p14:creationId xmlns:p14="http://schemas.microsoft.com/office/powerpoint/2010/main" val="4184601380"/>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Blank Footer Black">
    <p:spTree>
      <p:nvGrpSpPr>
        <p:cNvPr id="1" name=""/>
        <p:cNvGrpSpPr/>
        <p:nvPr/>
      </p:nvGrpSpPr>
      <p:grpSpPr>
        <a:xfrm>
          <a:off x="0" y="0"/>
          <a:ext cx="0" cy="0"/>
          <a:chOff x="0" y="0"/>
          <a:chExt cx="0" cy="0"/>
        </a:xfrm>
      </p:grpSpPr>
      <p:pic>
        <p:nvPicPr>
          <p:cNvPr id="2" name="Graphic 1">
            <a:extLst>
              <a:ext uri="{FF2B5EF4-FFF2-40B4-BE49-F238E27FC236}">
                <a16:creationId xmlns:a16="http://schemas.microsoft.com/office/drawing/2014/main" id="{981C625F-C66F-1373-141C-E36C160D0D35}"/>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3" name="TextBox 2">
            <a:extLst>
              <a:ext uri="{FF2B5EF4-FFF2-40B4-BE49-F238E27FC236}">
                <a16:creationId xmlns:a16="http://schemas.microsoft.com/office/drawing/2014/main" id="{A8E6E8FD-F743-B760-4565-52A5B0B667B8}"/>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a:t>
            </a:fld>
            <a:endParaRPr lang="en-US" sz="900" dirty="0">
              <a:solidFill>
                <a:schemeClr val="tx1"/>
              </a:solidFill>
            </a:endParaRPr>
          </a:p>
        </p:txBody>
      </p:sp>
      <p:sp>
        <p:nvSpPr>
          <p:cNvPr id="4" name="TextBox 3">
            <a:extLst>
              <a:ext uri="{FF2B5EF4-FFF2-40B4-BE49-F238E27FC236}">
                <a16:creationId xmlns:a16="http://schemas.microsoft.com/office/drawing/2014/main" id="{8DF76087-D7C9-C1C3-5E17-263AB892AD6D}"/>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3433524447"/>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B Purple Half Lef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FE05E42-38B4-613A-91A3-6308614973EC}"/>
              </a:ext>
            </a:extLst>
          </p:cNvPr>
          <p:cNvSpPr/>
          <p:nvPr userDrawn="1"/>
        </p:nvSpPr>
        <p:spPr>
          <a:xfrm>
            <a:off x="0" y="0"/>
            <a:ext cx="6096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Graphic 8">
            <a:extLst>
              <a:ext uri="{FF2B5EF4-FFF2-40B4-BE49-F238E27FC236}">
                <a16:creationId xmlns:a16="http://schemas.microsoft.com/office/drawing/2014/main" id="{EE1FD067-74D8-0E64-F510-C09BEC15D055}"/>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10" name="TextBox 9">
            <a:extLst>
              <a:ext uri="{FF2B5EF4-FFF2-40B4-BE49-F238E27FC236}">
                <a16:creationId xmlns:a16="http://schemas.microsoft.com/office/drawing/2014/main" id="{116E64D5-8E4A-3059-BC15-EB884BE08EC3}"/>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a:t>
            </a:fld>
            <a:endParaRPr lang="en-US" sz="900" dirty="0">
              <a:solidFill>
                <a:schemeClr val="tx1"/>
              </a:solidFill>
            </a:endParaRPr>
          </a:p>
        </p:txBody>
      </p:sp>
      <p:sp>
        <p:nvSpPr>
          <p:cNvPr id="2" name="TextBox 1">
            <a:extLst>
              <a:ext uri="{FF2B5EF4-FFF2-40B4-BE49-F238E27FC236}">
                <a16:creationId xmlns:a16="http://schemas.microsoft.com/office/drawing/2014/main" id="{0DFD1F0B-69D7-F3A9-055F-2A986648AD27}"/>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3692027093"/>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B Purple Half Righ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FE05E42-38B4-613A-91A3-6308614973EC}"/>
              </a:ext>
            </a:extLst>
          </p:cNvPr>
          <p:cNvSpPr/>
          <p:nvPr userDrawn="1"/>
        </p:nvSpPr>
        <p:spPr>
          <a:xfrm>
            <a:off x="6096000" y="0"/>
            <a:ext cx="6096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6DB79317-11D6-0AF3-4B54-BDA534C904B3}"/>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3C7209B0-4D3E-B28A-692D-AB3B431BDB03}"/>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a:t>
            </a:fld>
            <a:endParaRPr lang="en-US" sz="900" dirty="0">
              <a:solidFill>
                <a:schemeClr val="bg1"/>
              </a:solidFill>
            </a:endParaRPr>
          </a:p>
        </p:txBody>
      </p:sp>
      <p:sp>
        <p:nvSpPr>
          <p:cNvPr id="2" name="TextBox 1">
            <a:extLst>
              <a:ext uri="{FF2B5EF4-FFF2-40B4-BE49-F238E27FC236}">
                <a16:creationId xmlns:a16="http://schemas.microsoft.com/office/drawing/2014/main" id="{65158A56-C172-10B2-D489-16D7DACEC5FE}"/>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3858456805"/>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B Gray Half Lef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FE05E42-38B4-613A-91A3-6308614973EC}"/>
              </a:ext>
            </a:extLst>
          </p:cNvPr>
          <p:cNvSpPr/>
          <p:nvPr userDrawn="1"/>
        </p:nvSpPr>
        <p:spPr>
          <a:xfrm>
            <a:off x="0" y="0"/>
            <a:ext cx="6096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Graphic 1">
            <a:extLst>
              <a:ext uri="{FF2B5EF4-FFF2-40B4-BE49-F238E27FC236}">
                <a16:creationId xmlns:a16="http://schemas.microsoft.com/office/drawing/2014/main" id="{0ABA3577-65BA-7CC4-5395-E38F2A7AC772}"/>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4" name="TextBox 3">
            <a:extLst>
              <a:ext uri="{FF2B5EF4-FFF2-40B4-BE49-F238E27FC236}">
                <a16:creationId xmlns:a16="http://schemas.microsoft.com/office/drawing/2014/main" id="{E135DE03-26E8-0184-A39C-5A462BDC2DCF}"/>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a:t>
            </a:fld>
            <a:endParaRPr lang="en-US" sz="900" dirty="0">
              <a:solidFill>
                <a:schemeClr val="tx1"/>
              </a:solidFill>
            </a:endParaRPr>
          </a:p>
        </p:txBody>
      </p:sp>
      <p:sp>
        <p:nvSpPr>
          <p:cNvPr id="5" name="TextBox 4">
            <a:extLst>
              <a:ext uri="{FF2B5EF4-FFF2-40B4-BE49-F238E27FC236}">
                <a16:creationId xmlns:a16="http://schemas.microsoft.com/office/drawing/2014/main" id="{19F91899-8397-C452-E914-5DA32F2E64BE}"/>
              </a:ext>
            </a:extLst>
          </p:cNvPr>
          <p:cNvSpPr txBox="1"/>
          <p:nvPr userDrawn="1"/>
        </p:nvSpPr>
        <p:spPr>
          <a:xfrm>
            <a:off x="9144000" y="6570337"/>
            <a:ext cx="235359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667173390"/>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B Gray Half Righ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FE05E42-38B4-613A-91A3-6308614973EC}"/>
              </a:ext>
            </a:extLst>
          </p:cNvPr>
          <p:cNvSpPr/>
          <p:nvPr userDrawn="1"/>
        </p:nvSpPr>
        <p:spPr>
          <a:xfrm>
            <a:off x="6096000" y="0"/>
            <a:ext cx="6096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7695EB3C-8530-E0C8-4217-5508CF63DB53}"/>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59450D81-7260-A5B0-C045-065E98F3D872}"/>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a:t>
            </a:fld>
            <a:endParaRPr lang="en-US" sz="900" dirty="0">
              <a:solidFill>
                <a:schemeClr val="tx1"/>
              </a:solidFill>
            </a:endParaRPr>
          </a:p>
        </p:txBody>
      </p:sp>
      <p:sp>
        <p:nvSpPr>
          <p:cNvPr id="2" name="TextBox 1">
            <a:extLst>
              <a:ext uri="{FF2B5EF4-FFF2-40B4-BE49-F238E27FC236}">
                <a16:creationId xmlns:a16="http://schemas.microsoft.com/office/drawing/2014/main" id="{C8E4D3A3-6199-EF4C-2D38-F8DA60A48FEE}"/>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2971604"/>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B Green Half Lef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FE05E42-38B4-613A-91A3-6308614973EC}"/>
              </a:ext>
            </a:extLst>
          </p:cNvPr>
          <p:cNvSpPr/>
          <p:nvPr userDrawn="1"/>
        </p:nvSpPr>
        <p:spPr>
          <a:xfrm>
            <a:off x="0" y="0"/>
            <a:ext cx="6096000"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Graphic 1">
            <a:extLst>
              <a:ext uri="{FF2B5EF4-FFF2-40B4-BE49-F238E27FC236}">
                <a16:creationId xmlns:a16="http://schemas.microsoft.com/office/drawing/2014/main" id="{40CB40AC-8E27-B4CE-FE98-617281F61892}"/>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5" name="TextBox 4">
            <a:extLst>
              <a:ext uri="{FF2B5EF4-FFF2-40B4-BE49-F238E27FC236}">
                <a16:creationId xmlns:a16="http://schemas.microsoft.com/office/drawing/2014/main" id="{08A44510-D9B6-3D27-0025-27FFAAD9F8AE}"/>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a:t>
            </a:fld>
            <a:endParaRPr lang="en-US" sz="900" dirty="0">
              <a:solidFill>
                <a:schemeClr val="tx1"/>
              </a:solidFill>
            </a:endParaRPr>
          </a:p>
        </p:txBody>
      </p:sp>
      <p:sp>
        <p:nvSpPr>
          <p:cNvPr id="6" name="TextBox 5">
            <a:extLst>
              <a:ext uri="{FF2B5EF4-FFF2-40B4-BE49-F238E27FC236}">
                <a16:creationId xmlns:a16="http://schemas.microsoft.com/office/drawing/2014/main" id="{B9DBE2C0-3213-6D2D-4479-AD9B8089A641}"/>
              </a:ext>
            </a:extLst>
          </p:cNvPr>
          <p:cNvSpPr txBox="1"/>
          <p:nvPr userDrawn="1"/>
        </p:nvSpPr>
        <p:spPr>
          <a:xfrm>
            <a:off x="9144000" y="6570337"/>
            <a:ext cx="235359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1833732610"/>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B Green Half Righ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FE05E42-38B4-613A-91A3-6308614973EC}"/>
              </a:ext>
            </a:extLst>
          </p:cNvPr>
          <p:cNvSpPr/>
          <p:nvPr userDrawn="1"/>
        </p:nvSpPr>
        <p:spPr>
          <a:xfrm>
            <a:off x="6096000" y="0"/>
            <a:ext cx="6096000"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61839101-BBAA-D670-10CD-40BF5E0392E8}"/>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DCCF7E87-236E-67B1-F9B1-5ACC27A1C0BF}"/>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a:t>
            </a:fld>
            <a:endParaRPr lang="en-US" sz="900" dirty="0">
              <a:solidFill>
                <a:schemeClr val="tx1"/>
              </a:solidFill>
            </a:endParaRPr>
          </a:p>
        </p:txBody>
      </p:sp>
      <p:sp>
        <p:nvSpPr>
          <p:cNvPr id="2" name="TextBox 1">
            <a:extLst>
              <a:ext uri="{FF2B5EF4-FFF2-40B4-BE49-F238E27FC236}">
                <a16:creationId xmlns:a16="http://schemas.microsoft.com/office/drawing/2014/main" id="{8B6E2BFF-AA3C-F635-EDE7-1D4D95732292}"/>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917672061"/>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B Purple Third Lef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788CB9F-7B69-6D25-41A0-F5D4BFE324C9}"/>
              </a:ext>
            </a:extLst>
          </p:cNvPr>
          <p:cNvSpPr/>
          <p:nvPr userDrawn="1"/>
        </p:nvSpPr>
        <p:spPr>
          <a:xfrm>
            <a:off x="0" y="0"/>
            <a:ext cx="4063984"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Graphic 2">
            <a:extLst>
              <a:ext uri="{FF2B5EF4-FFF2-40B4-BE49-F238E27FC236}">
                <a16:creationId xmlns:a16="http://schemas.microsoft.com/office/drawing/2014/main" id="{2E0AAAEA-1F16-516A-417D-DC9DF964E800}"/>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5" name="TextBox 4">
            <a:extLst>
              <a:ext uri="{FF2B5EF4-FFF2-40B4-BE49-F238E27FC236}">
                <a16:creationId xmlns:a16="http://schemas.microsoft.com/office/drawing/2014/main" id="{66FD55EF-B73C-D814-E528-7EF5EBB86F1C}"/>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a:t>
            </a:fld>
            <a:endParaRPr lang="en-US" sz="900" dirty="0">
              <a:solidFill>
                <a:schemeClr val="tx1"/>
              </a:solidFill>
            </a:endParaRPr>
          </a:p>
        </p:txBody>
      </p:sp>
      <p:sp>
        <p:nvSpPr>
          <p:cNvPr id="4" name="TextBox 3">
            <a:extLst>
              <a:ext uri="{FF2B5EF4-FFF2-40B4-BE49-F238E27FC236}">
                <a16:creationId xmlns:a16="http://schemas.microsoft.com/office/drawing/2014/main" id="{4077C5A4-055F-072E-16C5-84527D1FFDB1}"/>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1303782249"/>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B Purple Third Righ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8A5C8E9-F647-20C1-E64B-5FADBF7E8499}"/>
              </a:ext>
            </a:extLst>
          </p:cNvPr>
          <p:cNvSpPr/>
          <p:nvPr userDrawn="1"/>
        </p:nvSpPr>
        <p:spPr>
          <a:xfrm>
            <a:off x="8128016" y="0"/>
            <a:ext cx="4063984"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C66E5DE2-889D-3DE4-3572-3DCEEA210F8E}"/>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7C932288-F84C-D66E-3E63-ED023CEAD978}"/>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a:t>
            </a:fld>
            <a:endParaRPr lang="en-US" sz="900" dirty="0">
              <a:solidFill>
                <a:schemeClr val="bg1"/>
              </a:solidFill>
            </a:endParaRPr>
          </a:p>
        </p:txBody>
      </p:sp>
      <p:sp>
        <p:nvSpPr>
          <p:cNvPr id="3" name="TextBox 2">
            <a:extLst>
              <a:ext uri="{FF2B5EF4-FFF2-40B4-BE49-F238E27FC236}">
                <a16:creationId xmlns:a16="http://schemas.microsoft.com/office/drawing/2014/main" id="{12AA4C6E-89CC-BA61-A575-3A36232457CA}"/>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580921050"/>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B Gray Third Lef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B3401B5-FB7E-EDEB-5D87-90FA593EF7F8}"/>
              </a:ext>
            </a:extLst>
          </p:cNvPr>
          <p:cNvSpPr/>
          <p:nvPr userDrawn="1"/>
        </p:nvSpPr>
        <p:spPr>
          <a:xfrm>
            <a:off x="0" y="0"/>
            <a:ext cx="4063984"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Graphic 2">
            <a:extLst>
              <a:ext uri="{FF2B5EF4-FFF2-40B4-BE49-F238E27FC236}">
                <a16:creationId xmlns:a16="http://schemas.microsoft.com/office/drawing/2014/main" id="{9D04E6AC-3638-47BF-6BFD-E68AF8093AD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5" name="TextBox 4">
            <a:extLst>
              <a:ext uri="{FF2B5EF4-FFF2-40B4-BE49-F238E27FC236}">
                <a16:creationId xmlns:a16="http://schemas.microsoft.com/office/drawing/2014/main" id="{AC033454-6E80-8B9B-BBCB-6434F5D21BAD}"/>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a:t>
            </a:fld>
            <a:endParaRPr lang="en-US" sz="900" dirty="0">
              <a:solidFill>
                <a:schemeClr val="tx1"/>
              </a:solidFill>
            </a:endParaRPr>
          </a:p>
        </p:txBody>
      </p:sp>
      <p:sp>
        <p:nvSpPr>
          <p:cNvPr id="6" name="TextBox 5">
            <a:extLst>
              <a:ext uri="{FF2B5EF4-FFF2-40B4-BE49-F238E27FC236}">
                <a16:creationId xmlns:a16="http://schemas.microsoft.com/office/drawing/2014/main" id="{6F42D7DB-F5BA-604F-2A99-DBAB5A8DE7ED}"/>
              </a:ext>
            </a:extLst>
          </p:cNvPr>
          <p:cNvSpPr txBox="1"/>
          <p:nvPr userDrawn="1"/>
        </p:nvSpPr>
        <p:spPr>
          <a:xfrm>
            <a:off x="9144000" y="6570337"/>
            <a:ext cx="235359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3363903694"/>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B Gray Third Righ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DFEDEB4-E39B-67FF-92F1-4314058FBAAE}"/>
              </a:ext>
            </a:extLst>
          </p:cNvPr>
          <p:cNvSpPr/>
          <p:nvPr userDrawn="1"/>
        </p:nvSpPr>
        <p:spPr>
          <a:xfrm>
            <a:off x="8128016" y="0"/>
            <a:ext cx="4063984"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145C3B88-0182-B843-BB3B-F145067D5C95}"/>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CC84ADAE-B350-C159-D672-6F29FE4CC4FD}"/>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a:t>
            </a:fld>
            <a:endParaRPr lang="en-US" sz="900" dirty="0">
              <a:solidFill>
                <a:schemeClr val="tx1"/>
              </a:solidFill>
            </a:endParaRPr>
          </a:p>
        </p:txBody>
      </p:sp>
      <p:sp>
        <p:nvSpPr>
          <p:cNvPr id="3" name="TextBox 2">
            <a:extLst>
              <a:ext uri="{FF2B5EF4-FFF2-40B4-BE49-F238E27FC236}">
                <a16:creationId xmlns:a16="http://schemas.microsoft.com/office/drawing/2014/main" id="{83FB9DF3-A55E-DBF2-C049-8624E2CA3238}"/>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3919214090"/>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B Green Third Lef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B3401B5-FB7E-EDEB-5D87-90FA593EF7F8}"/>
              </a:ext>
            </a:extLst>
          </p:cNvPr>
          <p:cNvSpPr/>
          <p:nvPr userDrawn="1"/>
        </p:nvSpPr>
        <p:spPr>
          <a:xfrm>
            <a:off x="0" y="0"/>
            <a:ext cx="4063984"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Graphic 2">
            <a:extLst>
              <a:ext uri="{FF2B5EF4-FFF2-40B4-BE49-F238E27FC236}">
                <a16:creationId xmlns:a16="http://schemas.microsoft.com/office/drawing/2014/main" id="{3668F462-6E9A-C654-C321-DFBF69C7A66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5" name="TextBox 4">
            <a:extLst>
              <a:ext uri="{FF2B5EF4-FFF2-40B4-BE49-F238E27FC236}">
                <a16:creationId xmlns:a16="http://schemas.microsoft.com/office/drawing/2014/main" id="{2F75F911-FCDF-6D37-1A4E-6CFB26AAEB35}"/>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a:t>
            </a:fld>
            <a:endParaRPr lang="en-US" sz="900" dirty="0">
              <a:solidFill>
                <a:schemeClr val="tx1"/>
              </a:solidFill>
            </a:endParaRPr>
          </a:p>
        </p:txBody>
      </p:sp>
      <p:sp>
        <p:nvSpPr>
          <p:cNvPr id="6" name="TextBox 5">
            <a:extLst>
              <a:ext uri="{FF2B5EF4-FFF2-40B4-BE49-F238E27FC236}">
                <a16:creationId xmlns:a16="http://schemas.microsoft.com/office/drawing/2014/main" id="{6F4A93C5-2125-4620-62DB-C8E3A6CA982A}"/>
              </a:ext>
            </a:extLst>
          </p:cNvPr>
          <p:cNvSpPr txBox="1"/>
          <p:nvPr userDrawn="1"/>
        </p:nvSpPr>
        <p:spPr>
          <a:xfrm>
            <a:off x="9144000" y="6570337"/>
            <a:ext cx="235359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3843145329"/>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B Green Third Righ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DFEDEB4-E39B-67FF-92F1-4314058FBAAE}"/>
              </a:ext>
            </a:extLst>
          </p:cNvPr>
          <p:cNvSpPr/>
          <p:nvPr userDrawn="1"/>
        </p:nvSpPr>
        <p:spPr>
          <a:xfrm>
            <a:off x="8128016" y="0"/>
            <a:ext cx="4063984"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CE396D46-CDE6-66B6-0A7B-6DEC14B972B8}"/>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36462404-BF65-8481-4332-5DF7AD5ED1C9}"/>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a:t>
            </a:fld>
            <a:endParaRPr lang="en-US" sz="900" dirty="0">
              <a:solidFill>
                <a:schemeClr val="tx1"/>
              </a:solidFill>
            </a:endParaRPr>
          </a:p>
        </p:txBody>
      </p:sp>
      <p:sp>
        <p:nvSpPr>
          <p:cNvPr id="3" name="TextBox 2">
            <a:extLst>
              <a:ext uri="{FF2B5EF4-FFF2-40B4-BE49-F238E27FC236}">
                <a16:creationId xmlns:a16="http://schemas.microsoft.com/office/drawing/2014/main" id="{CC6232A2-9E4F-3C88-D771-7120FAD75090}"/>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1869990890"/>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Blank Purpl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DFEDEB4-E39B-67FF-92F1-4314058FBAAE}"/>
              </a:ext>
            </a:extLst>
          </p:cNvPr>
          <p:cNvSpPr/>
          <p:nvPr userDrawn="1"/>
        </p:nvSpPr>
        <p:spPr>
          <a:xfrm>
            <a:off x="0" y="0"/>
            <a:ext cx="12192000" cy="6858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7F4F974E-F629-0B9E-90C7-6BA76E29618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D8B03757-D8E3-42CD-21F7-B5A125EE77E1}"/>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a:t>
            </a:fld>
            <a:endParaRPr lang="en-US" sz="900" dirty="0">
              <a:solidFill>
                <a:schemeClr val="bg1"/>
              </a:solidFill>
            </a:endParaRPr>
          </a:p>
        </p:txBody>
      </p:sp>
      <p:sp>
        <p:nvSpPr>
          <p:cNvPr id="3" name="TextBox 2">
            <a:extLst>
              <a:ext uri="{FF2B5EF4-FFF2-40B4-BE49-F238E27FC236}">
                <a16:creationId xmlns:a16="http://schemas.microsoft.com/office/drawing/2014/main" id="{221DA2E6-F483-60DE-DF61-B60C10DBDE89}"/>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3463221430"/>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Blank Dark Purpl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DFEDEB4-E39B-67FF-92F1-4314058FBAAE}"/>
              </a:ext>
            </a:extLst>
          </p:cNvPr>
          <p:cNvSpPr/>
          <p:nvPr userDrawn="1"/>
        </p:nvSpPr>
        <p:spPr>
          <a:xfrm>
            <a:off x="0" y="0"/>
            <a:ext cx="12192000"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7F4F974E-F629-0B9E-90C7-6BA76E29618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D8B03757-D8E3-42CD-21F7-B5A125EE77E1}"/>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a:t>
            </a:fld>
            <a:endParaRPr lang="en-US" sz="900" dirty="0">
              <a:solidFill>
                <a:schemeClr val="bg1"/>
              </a:solidFill>
            </a:endParaRPr>
          </a:p>
        </p:txBody>
      </p:sp>
      <p:sp>
        <p:nvSpPr>
          <p:cNvPr id="3" name="TextBox 2">
            <a:extLst>
              <a:ext uri="{FF2B5EF4-FFF2-40B4-BE49-F238E27FC236}">
                <a16:creationId xmlns:a16="http://schemas.microsoft.com/office/drawing/2014/main" id="{A593DCF4-AC60-B9D8-A985-C1CFC1A5AD75}"/>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9894547"/>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Blank Dark Green">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DFEDEB4-E39B-67FF-92F1-4314058FBAAE}"/>
              </a:ext>
            </a:extLst>
          </p:cNvPr>
          <p:cNvSpPr/>
          <p:nvPr userDrawn="1"/>
        </p:nvSpPr>
        <p:spPr>
          <a:xfrm>
            <a:off x="0" y="0"/>
            <a:ext cx="12192000" cy="6858000"/>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7F4F974E-F629-0B9E-90C7-6BA76E29618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D8B03757-D8E3-42CD-21F7-B5A125EE77E1}"/>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a:t>
            </a:fld>
            <a:endParaRPr lang="en-US" sz="900" dirty="0">
              <a:solidFill>
                <a:schemeClr val="bg1"/>
              </a:solidFill>
            </a:endParaRPr>
          </a:p>
        </p:txBody>
      </p:sp>
      <p:sp>
        <p:nvSpPr>
          <p:cNvPr id="3" name="TextBox 2">
            <a:extLst>
              <a:ext uri="{FF2B5EF4-FFF2-40B4-BE49-F238E27FC236}">
                <a16:creationId xmlns:a16="http://schemas.microsoft.com/office/drawing/2014/main" id="{EFFC058F-486D-43DF-4B5C-09387CA4F8E1}"/>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603360010"/>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Blank Warm Gray">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DFEDEB4-E39B-67FF-92F1-4314058FBAAE}"/>
              </a:ext>
            </a:extLst>
          </p:cNvPr>
          <p:cNvSpPr/>
          <p:nvPr userDrawn="1"/>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9FF5FB22-C2EA-99F6-EF38-AD4BBB0C3454}"/>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603AEA50-DA2C-915C-545F-713FCDF35A3F}"/>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a:t>
            </a:fld>
            <a:endParaRPr lang="en-US" sz="900" dirty="0">
              <a:solidFill>
                <a:schemeClr val="tx1"/>
              </a:solidFill>
            </a:endParaRPr>
          </a:p>
        </p:txBody>
      </p:sp>
      <p:sp>
        <p:nvSpPr>
          <p:cNvPr id="3" name="TextBox 2">
            <a:extLst>
              <a:ext uri="{FF2B5EF4-FFF2-40B4-BE49-F238E27FC236}">
                <a16:creationId xmlns:a16="http://schemas.microsoft.com/office/drawing/2014/main" id="{9D0EA6DE-76EE-C5B8-0477-8D50A19F0758}"/>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3038793475"/>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Blank Foo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3680862048"/>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theme" Target="../theme/theme1.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image" Target="../media/image2.svg"/><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image" Target="../media/image1.png"/><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54.xml"/><Relationship Id="rId13" Type="http://schemas.openxmlformats.org/officeDocument/2006/relationships/slideLayout" Target="../slideLayouts/slideLayout59.xml"/><Relationship Id="rId18" Type="http://schemas.openxmlformats.org/officeDocument/2006/relationships/slideLayout" Target="../slideLayouts/slideLayout64.xml"/><Relationship Id="rId3" Type="http://schemas.openxmlformats.org/officeDocument/2006/relationships/slideLayout" Target="../slideLayouts/slideLayout49.xml"/><Relationship Id="rId7" Type="http://schemas.openxmlformats.org/officeDocument/2006/relationships/slideLayout" Target="../slideLayouts/slideLayout53.xml"/><Relationship Id="rId12" Type="http://schemas.openxmlformats.org/officeDocument/2006/relationships/slideLayout" Target="../slideLayouts/slideLayout58.xml"/><Relationship Id="rId17" Type="http://schemas.openxmlformats.org/officeDocument/2006/relationships/slideLayout" Target="../slideLayouts/slideLayout63.xml"/><Relationship Id="rId2" Type="http://schemas.openxmlformats.org/officeDocument/2006/relationships/slideLayout" Target="../slideLayouts/slideLayout48.xml"/><Relationship Id="rId16" Type="http://schemas.openxmlformats.org/officeDocument/2006/relationships/slideLayout" Target="../slideLayouts/slideLayout62.xml"/><Relationship Id="rId20" Type="http://schemas.openxmlformats.org/officeDocument/2006/relationships/theme" Target="../theme/theme2.xml"/><Relationship Id="rId1" Type="http://schemas.openxmlformats.org/officeDocument/2006/relationships/slideLayout" Target="../slideLayouts/slideLayout47.xml"/><Relationship Id="rId6" Type="http://schemas.openxmlformats.org/officeDocument/2006/relationships/slideLayout" Target="../slideLayouts/slideLayout52.xml"/><Relationship Id="rId11" Type="http://schemas.openxmlformats.org/officeDocument/2006/relationships/slideLayout" Target="../slideLayouts/slideLayout57.xml"/><Relationship Id="rId5" Type="http://schemas.openxmlformats.org/officeDocument/2006/relationships/slideLayout" Target="../slideLayouts/slideLayout51.xml"/><Relationship Id="rId15" Type="http://schemas.openxmlformats.org/officeDocument/2006/relationships/slideLayout" Target="../slideLayouts/slideLayout61.xml"/><Relationship Id="rId10" Type="http://schemas.openxmlformats.org/officeDocument/2006/relationships/slideLayout" Target="../slideLayouts/slideLayout56.xml"/><Relationship Id="rId19" Type="http://schemas.openxmlformats.org/officeDocument/2006/relationships/slideLayout" Target="../slideLayouts/slideLayout65.xml"/><Relationship Id="rId4" Type="http://schemas.openxmlformats.org/officeDocument/2006/relationships/slideLayout" Target="../slideLayouts/slideLayout50.xml"/><Relationship Id="rId9" Type="http://schemas.openxmlformats.org/officeDocument/2006/relationships/slideLayout" Target="../slideLayouts/slideLayout55.xml"/><Relationship Id="rId14" Type="http://schemas.openxmlformats.org/officeDocument/2006/relationships/slideLayout" Target="../slideLayouts/slideLayout60.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7AE723A-1CD3-C976-D546-D7B1E1A72778}"/>
              </a:ext>
            </a:extLst>
          </p:cNvPr>
          <p:cNvSpPr>
            <a:spLocks noGrp="1"/>
          </p:cNvSpPr>
          <p:nvPr>
            <p:ph type="title"/>
          </p:nvPr>
        </p:nvSpPr>
        <p:spPr>
          <a:xfrm>
            <a:off x="838200" y="365125"/>
            <a:ext cx="10515600" cy="613309"/>
          </a:xfrm>
          <a:prstGeom prst="rect">
            <a:avLst/>
          </a:prstGeom>
        </p:spPr>
        <p:txBody>
          <a:bodyPr vert="horz" lIns="0" tIns="0" rIns="0" bIns="0" rtlCol="0" anchor="t" anchorCtr="0">
            <a:spAutoFit/>
          </a:bodyPr>
          <a:lstStyle/>
          <a:p>
            <a:r>
              <a:rPr lang="es-MX"/>
              <a:t>Haz clic para modificar el estilo de título del patrón</a:t>
            </a:r>
            <a:endParaRPr lang="en-US" dirty="0"/>
          </a:p>
        </p:txBody>
      </p:sp>
      <p:sp>
        <p:nvSpPr>
          <p:cNvPr id="3" name="Text Placeholder 2">
            <a:extLst>
              <a:ext uri="{FF2B5EF4-FFF2-40B4-BE49-F238E27FC236}">
                <a16:creationId xmlns:a16="http://schemas.microsoft.com/office/drawing/2014/main" id="{CF5A2E2D-CDA6-D65D-5A28-67459EB16D90}"/>
              </a:ext>
            </a:extLst>
          </p:cNvPr>
          <p:cNvSpPr>
            <a:spLocks noGrp="1"/>
          </p:cNvSpPr>
          <p:nvPr>
            <p:ph type="body" idx="1"/>
          </p:nvPr>
        </p:nvSpPr>
        <p:spPr>
          <a:xfrm>
            <a:off x="838200" y="1825625"/>
            <a:ext cx="10515600" cy="1684948"/>
          </a:xfrm>
          <a:prstGeom prst="rect">
            <a:avLst/>
          </a:prstGeom>
        </p:spPr>
        <p:txBody>
          <a:bodyPr vert="horz" lIns="0" tIns="0" rIns="0" bIns="0" rtlCol="0">
            <a:sp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pic>
        <p:nvPicPr>
          <p:cNvPr id="6" name="Graphic 5">
            <a:extLst>
              <a:ext uri="{FF2B5EF4-FFF2-40B4-BE49-F238E27FC236}">
                <a16:creationId xmlns:a16="http://schemas.microsoft.com/office/drawing/2014/main" id="{98C54377-C373-3751-A275-A17B11FE1BB6}"/>
              </a:ext>
            </a:extLst>
          </p:cNvPr>
          <p:cNvPicPr>
            <a:picLocks noChangeAspect="1"/>
          </p:cNvPicPr>
          <p:nvPr/>
        </p:nvPicPr>
        <p:blipFill>
          <a:blip r:embed="rId48">
            <a:extLst>
              <a:ext uri="{96DAC541-7B7A-43D3-8B79-37D633B846F1}">
                <asvg:svgBlip xmlns:asvg="http://schemas.microsoft.com/office/drawing/2016/SVG/main" r:embed="rId49"/>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E00D8F4A-848B-F513-FE1A-5A86C8B8CF84}"/>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a:t>
            </a:fld>
            <a:endParaRPr lang="en-US" sz="900" dirty="0">
              <a:solidFill>
                <a:schemeClr val="tx1"/>
              </a:solidFill>
            </a:endParaRPr>
          </a:p>
        </p:txBody>
      </p:sp>
      <p:sp>
        <p:nvSpPr>
          <p:cNvPr id="4" name="TextBox 3">
            <a:extLst>
              <a:ext uri="{FF2B5EF4-FFF2-40B4-BE49-F238E27FC236}">
                <a16:creationId xmlns:a16="http://schemas.microsoft.com/office/drawing/2014/main" id="{EDA225B6-A2B9-C109-E112-6ACDED1B4458}"/>
              </a:ext>
            </a:extLst>
          </p:cNvPr>
          <p:cNvSpPr txBox="1"/>
          <p:nvPr/>
        </p:nvSpPr>
        <p:spPr>
          <a:xfrm>
            <a:off x="9144000" y="6570337"/>
            <a:ext cx="235359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606742838"/>
      </p:ext>
    </p:extLst>
  </p:cSld>
  <p:clrMap bg1="lt1" tx1="dk1" bg2="lt2" tx2="dk2" accent1="accent1" accent2="accent2" accent3="accent3" accent4="accent4" accent5="accent5" accent6="accent6" hlink="hlink" folHlink="folHlink"/>
  <p:sldLayoutIdLst>
    <p:sldLayoutId id="2147483719" r:id="rId1"/>
    <p:sldLayoutId id="2147483720" r:id="rId2"/>
    <p:sldLayoutId id="2147483721" r:id="rId3"/>
    <p:sldLayoutId id="2147483722" r:id="rId4"/>
    <p:sldLayoutId id="2147483723" r:id="rId5"/>
    <p:sldLayoutId id="2147483724" r:id="rId6"/>
    <p:sldLayoutId id="2147483725" r:id="rId7"/>
    <p:sldLayoutId id="2147483726" r:id="rId8"/>
    <p:sldLayoutId id="2147483727" r:id="rId9"/>
    <p:sldLayoutId id="2147483728" r:id="rId10"/>
    <p:sldLayoutId id="2147483729" r:id="rId11"/>
    <p:sldLayoutId id="2147483730" r:id="rId12"/>
    <p:sldLayoutId id="2147483731" r:id="rId13"/>
    <p:sldLayoutId id="2147483732" r:id="rId14"/>
    <p:sldLayoutId id="2147483733" r:id="rId15"/>
    <p:sldLayoutId id="2147483734" r:id="rId16"/>
    <p:sldLayoutId id="2147483735" r:id="rId17"/>
    <p:sldLayoutId id="2147483736" r:id="rId18"/>
    <p:sldLayoutId id="2147483737" r:id="rId19"/>
    <p:sldLayoutId id="2147483738" r:id="rId20"/>
    <p:sldLayoutId id="2147483739" r:id="rId21"/>
    <p:sldLayoutId id="2147483740" r:id="rId22"/>
    <p:sldLayoutId id="2147483741" r:id="rId23"/>
    <p:sldLayoutId id="2147483742" r:id="rId24"/>
    <p:sldLayoutId id="2147483743" r:id="rId25"/>
    <p:sldLayoutId id="2147483744" r:id="rId26"/>
    <p:sldLayoutId id="2147483745" r:id="rId27"/>
    <p:sldLayoutId id="2147483746" r:id="rId28"/>
    <p:sldLayoutId id="2147483747" r:id="rId29"/>
    <p:sldLayoutId id="2147483748" r:id="rId30"/>
    <p:sldLayoutId id="2147483749" r:id="rId31"/>
    <p:sldLayoutId id="2147483750" r:id="rId32"/>
    <p:sldLayoutId id="2147483751" r:id="rId33"/>
    <p:sldLayoutId id="2147483752" r:id="rId34"/>
    <p:sldLayoutId id="2147483753" r:id="rId35"/>
    <p:sldLayoutId id="2147483754" r:id="rId36"/>
    <p:sldLayoutId id="2147483757" r:id="rId37"/>
    <p:sldLayoutId id="2147483758" r:id="rId38"/>
    <p:sldLayoutId id="2147483759" r:id="rId39"/>
    <p:sldLayoutId id="2147483760" r:id="rId40"/>
    <p:sldLayoutId id="2147483761" r:id="rId41"/>
    <p:sldLayoutId id="2147483762" r:id="rId42"/>
    <p:sldLayoutId id="2147483712" r:id="rId43"/>
    <p:sldLayoutId id="2147483713" r:id="rId44"/>
    <p:sldLayoutId id="2147483714" r:id="rId45"/>
    <p:sldLayoutId id="2147483717" r:id="rId46"/>
  </p:sldLayoutIdLst>
  <p:txStyles>
    <p:title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0"/>
        </a:spcBef>
        <a:spcAft>
          <a:spcPts val="600"/>
        </a:spcAft>
        <a:buFont typeface="Arial" panose="020B0604020202020204" pitchFamily="34" charset="0"/>
        <a:buChar char="•"/>
        <a:defRPr sz="1800" kern="1200">
          <a:solidFill>
            <a:schemeClr val="tx1"/>
          </a:solidFill>
          <a:latin typeface="+mn-lt"/>
          <a:ea typeface="+mn-ea"/>
          <a:cs typeface="+mn-cs"/>
        </a:defRPr>
      </a:lvl1pPr>
      <a:lvl2pPr marL="577850" indent="-233363"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2pPr>
      <a:lvl3pPr marL="923925" indent="-233363" algn="l" defTabSz="914400" rtl="0" eaLnBrk="1" latinLnBrk="0" hangingPunct="1">
        <a:lnSpc>
          <a:spcPct val="110000"/>
        </a:lnSpc>
        <a:spcBef>
          <a:spcPts val="0"/>
        </a:spcBef>
        <a:spcAft>
          <a:spcPts val="600"/>
        </a:spcAft>
        <a:buFont typeface="Courier New" panose="02070309020205020404" pitchFamily="49" charset="0"/>
        <a:buChar char="o"/>
        <a:tabLst/>
        <a:defRPr sz="1600" kern="1200">
          <a:solidFill>
            <a:schemeClr val="tx1"/>
          </a:solidFill>
          <a:latin typeface="+mn-lt"/>
          <a:ea typeface="+mn-ea"/>
          <a:cs typeface="+mn-cs"/>
        </a:defRPr>
      </a:lvl3pPr>
      <a:lvl4pPr marL="1258888" indent="-223838" algn="l" defTabSz="914400" rtl="0" eaLnBrk="1" latinLnBrk="0" hangingPunct="1">
        <a:lnSpc>
          <a:spcPct val="110000"/>
        </a:lnSpc>
        <a:spcBef>
          <a:spcPts val="0"/>
        </a:spcBef>
        <a:spcAft>
          <a:spcPts val="600"/>
        </a:spcAft>
        <a:buFont typeface="Arial" panose="020B0604020202020204" pitchFamily="34" charset="0"/>
        <a:buChar char="•"/>
        <a:tabLst/>
        <a:defRPr sz="1600" kern="1200">
          <a:solidFill>
            <a:schemeClr val="tx1"/>
          </a:solidFill>
          <a:latin typeface="+mn-lt"/>
          <a:ea typeface="+mn-ea"/>
          <a:cs typeface="+mn-cs"/>
        </a:defRPr>
      </a:lvl4pPr>
      <a:lvl5pPr marL="1604963" indent="-223838"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266258444"/>
      </p:ext>
    </p:extLst>
  </p:cSld>
  <p:clrMap bg1="lt1" tx1="dk1" bg2="lt2" tx2="dk2" accent1="accent1" accent2="accent2" accent3="accent3" accent4="accent4" accent5="accent5" accent6="accent6" hlink="hlink" folHlink="folHlink"/>
  <p:sldLayoutIdLst>
    <p:sldLayoutId id="2147483766" r:id="rId1"/>
    <p:sldLayoutId id="2147483767" r:id="rId2"/>
    <p:sldLayoutId id="2147483768" r:id="rId3"/>
    <p:sldLayoutId id="2147483769" r:id="rId4"/>
    <p:sldLayoutId id="2147483770" r:id="rId5"/>
    <p:sldLayoutId id="2147483771" r:id="rId6"/>
    <p:sldLayoutId id="2147483772" r:id="rId7"/>
    <p:sldLayoutId id="2147483773" r:id="rId8"/>
    <p:sldLayoutId id="2147483774" r:id="rId9"/>
    <p:sldLayoutId id="2147483775" r:id="rId10"/>
    <p:sldLayoutId id="2147483776" r:id="rId11"/>
    <p:sldLayoutId id="2147483777" r:id="rId12"/>
    <p:sldLayoutId id="2147483778" r:id="rId13"/>
    <p:sldLayoutId id="2147483779" r:id="rId14"/>
    <p:sldLayoutId id="2147483780" r:id="rId15"/>
    <p:sldLayoutId id="2147483781" r:id="rId16"/>
    <p:sldLayoutId id="2147483782" r:id="rId17"/>
    <p:sldLayoutId id="2147483783" r:id="rId18"/>
    <p:sldLayoutId id="2147483784" r:id="rId19"/>
  </p:sldLayoutIdLst>
  <p:txStyles>
    <p:title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0"/>
        </a:spcBef>
        <a:spcAft>
          <a:spcPts val="600"/>
        </a:spcAft>
        <a:buFont typeface="Arial" panose="020B0604020202020204" pitchFamily="34" charset="0"/>
        <a:buChar char="•"/>
        <a:defRPr sz="1800" kern="1200">
          <a:solidFill>
            <a:schemeClr val="tx1"/>
          </a:solidFill>
          <a:latin typeface="+mn-lt"/>
          <a:ea typeface="+mn-ea"/>
          <a:cs typeface="+mn-cs"/>
        </a:defRPr>
      </a:lvl1pPr>
      <a:lvl2pPr marL="577850" indent="-233363"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2pPr>
      <a:lvl3pPr marL="923925" indent="-233363" algn="l" defTabSz="914400" rtl="0" eaLnBrk="1" latinLnBrk="0" hangingPunct="1">
        <a:lnSpc>
          <a:spcPct val="110000"/>
        </a:lnSpc>
        <a:spcBef>
          <a:spcPts val="0"/>
        </a:spcBef>
        <a:spcAft>
          <a:spcPts val="600"/>
        </a:spcAft>
        <a:buFont typeface="Courier New" panose="02070309020205020404" pitchFamily="49" charset="0"/>
        <a:buChar char="o"/>
        <a:tabLst/>
        <a:defRPr sz="1600" kern="1200">
          <a:solidFill>
            <a:schemeClr val="tx1"/>
          </a:solidFill>
          <a:latin typeface="+mn-lt"/>
          <a:ea typeface="+mn-ea"/>
          <a:cs typeface="+mn-cs"/>
        </a:defRPr>
      </a:lvl3pPr>
      <a:lvl4pPr marL="1258888" indent="-223838" algn="l" defTabSz="914400" rtl="0" eaLnBrk="1" latinLnBrk="0" hangingPunct="1">
        <a:lnSpc>
          <a:spcPct val="110000"/>
        </a:lnSpc>
        <a:spcBef>
          <a:spcPts val="0"/>
        </a:spcBef>
        <a:spcAft>
          <a:spcPts val="600"/>
        </a:spcAft>
        <a:buFont typeface="Arial" panose="020B0604020202020204" pitchFamily="34" charset="0"/>
        <a:buChar char="•"/>
        <a:tabLst/>
        <a:defRPr sz="1600" kern="1200">
          <a:solidFill>
            <a:schemeClr val="tx1"/>
          </a:solidFill>
          <a:latin typeface="+mn-lt"/>
          <a:ea typeface="+mn-ea"/>
          <a:cs typeface="+mn-cs"/>
        </a:defRPr>
      </a:lvl4pPr>
      <a:lvl5pPr marL="1604963" indent="-223838"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3.jp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4.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3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6.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37.xml"/></Relationships>
</file>

<file path=ppt/slides/_rels/slide7.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10.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11.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xml"/><Relationship Id="rId1" Type="http://schemas.openxmlformats.org/officeDocument/2006/relationships/slideLayout" Target="../slideLayouts/slideLayout3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1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3.xml"/><Relationship Id="rId1" Type="http://schemas.openxmlformats.org/officeDocument/2006/relationships/slideLayout" Target="../slideLayouts/slideLayout37.xml"/></Relationships>
</file>

<file path=ppt/slides/_rels/slide14.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4.xml"/><Relationship Id="rId1" Type="http://schemas.openxmlformats.org/officeDocument/2006/relationships/slideLayout" Target="../slideLayouts/slideLayout37.xml"/></Relationships>
</file>

<file path=ppt/slides/_rels/slide15.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5.xml"/><Relationship Id="rId1" Type="http://schemas.openxmlformats.org/officeDocument/2006/relationships/slideLayout" Target="../slideLayouts/slideLayout37.xml"/></Relationships>
</file>

<file path=ppt/slides/_rels/slide16.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6.xml"/><Relationship Id="rId1" Type="http://schemas.openxmlformats.org/officeDocument/2006/relationships/slideLayout" Target="../slideLayouts/slideLayout3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18.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7.xml"/><Relationship Id="rId1" Type="http://schemas.openxmlformats.org/officeDocument/2006/relationships/slideLayout" Target="../slideLayouts/slideLayout37.xml"/></Relationships>
</file>

<file path=ppt/slides/_rels/slide19.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8.xml"/><Relationship Id="rId1" Type="http://schemas.openxmlformats.org/officeDocument/2006/relationships/slideLayout" Target="../slideLayouts/slideLayout37.xml"/></Relationships>
</file>

<file path=ppt/slides/_rels/slide20.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9.xml"/><Relationship Id="rId1" Type="http://schemas.openxmlformats.org/officeDocument/2006/relationships/slideLayout" Target="../slideLayouts/slideLayout37.xml"/></Relationships>
</file>

<file path=ppt/slides/_rels/slide21.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0.xml"/><Relationship Id="rId1" Type="http://schemas.openxmlformats.org/officeDocument/2006/relationships/slideLayout" Target="../slideLayouts/slideLayout37.xml"/></Relationships>
</file>

<file path=ppt/slides/_rels/slide22.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1.xml"/><Relationship Id="rId1" Type="http://schemas.openxmlformats.org/officeDocument/2006/relationships/slideLayout" Target="../slideLayouts/slideLayout37.xml"/></Relationships>
</file>

<file path=ppt/slides/_rels/slide23.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2.xml"/><Relationship Id="rId1" Type="http://schemas.openxmlformats.org/officeDocument/2006/relationships/slideLayout" Target="../slideLayouts/slideLayout3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25.xml.rels><?xml version="1.0" encoding="UTF-8" standalone="yes"?>
<Relationships xmlns="http://schemas.openxmlformats.org/package/2006/relationships"><Relationship Id="rId3" Type="http://schemas.openxmlformats.org/officeDocument/2006/relationships/image" Target="../media/image34.svg"/><Relationship Id="rId2" Type="http://schemas.openxmlformats.org/officeDocument/2006/relationships/image" Target="../media/image33.png"/><Relationship Id="rId1" Type="http://schemas.openxmlformats.org/officeDocument/2006/relationships/slideLayout" Target="../slideLayouts/slideLayout35.xml"/><Relationship Id="rId5" Type="http://schemas.openxmlformats.org/officeDocument/2006/relationships/image" Target="../media/image36.svg"/><Relationship Id="rId4" Type="http://schemas.openxmlformats.org/officeDocument/2006/relationships/image" Target="../media/image3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texto 3">
            <a:extLst>
              <a:ext uri="{FF2B5EF4-FFF2-40B4-BE49-F238E27FC236}">
                <a16:creationId xmlns:a16="http://schemas.microsoft.com/office/drawing/2014/main" id="{54DC2834-C0BC-1E9E-35AB-295707DC0D27}"/>
              </a:ext>
            </a:extLst>
          </p:cNvPr>
          <p:cNvSpPr>
            <a:spLocks noGrp="1"/>
          </p:cNvSpPr>
          <p:nvPr>
            <p:ph type="body" sz="quarter" idx="11"/>
          </p:nvPr>
        </p:nvSpPr>
        <p:spPr>
          <a:xfrm>
            <a:off x="556902" y="4143944"/>
            <a:ext cx="5427132" cy="740459"/>
          </a:xfrm>
        </p:spPr>
        <p:txBody>
          <a:bodyPr/>
          <a:lstStyle/>
          <a:p>
            <a:r>
              <a:rPr lang="es-ES" dirty="0"/>
              <a:t>Instructivo</a:t>
            </a:r>
            <a:endParaRPr lang="es-419" dirty="0"/>
          </a:p>
          <a:p>
            <a:endParaRPr lang="es-419" dirty="0"/>
          </a:p>
        </p:txBody>
      </p:sp>
      <p:sp>
        <p:nvSpPr>
          <p:cNvPr id="6" name="Marcador de texto 5">
            <a:extLst>
              <a:ext uri="{FF2B5EF4-FFF2-40B4-BE49-F238E27FC236}">
                <a16:creationId xmlns:a16="http://schemas.microsoft.com/office/drawing/2014/main" id="{26DA71FA-37DD-30F0-5182-663EBEE7A9EF}"/>
              </a:ext>
            </a:extLst>
          </p:cNvPr>
          <p:cNvSpPr>
            <a:spLocks noGrp="1"/>
          </p:cNvSpPr>
          <p:nvPr>
            <p:ph type="body" sz="quarter" idx="13"/>
          </p:nvPr>
        </p:nvSpPr>
        <p:spPr/>
        <p:txBody>
          <a:bodyPr/>
          <a:lstStyle/>
          <a:p>
            <a:r>
              <a:rPr lang="es-CL" dirty="0"/>
              <a:t>Mes, Año</a:t>
            </a:r>
          </a:p>
        </p:txBody>
      </p:sp>
      <p:sp>
        <p:nvSpPr>
          <p:cNvPr id="2" name="Title 1"/>
          <p:cNvSpPr>
            <a:spLocks noGrp="1"/>
          </p:cNvSpPr>
          <p:nvPr>
            <p:ph type="title" idx="4294967295"/>
          </p:nvPr>
        </p:nvSpPr>
        <p:spPr>
          <a:xfrm>
            <a:off x="556903" y="2635045"/>
            <a:ext cx="5651066" cy="1748877"/>
          </a:xfrm>
        </p:spPr>
        <p:txBody>
          <a:bodyPr/>
          <a:lstStyle/>
          <a:p>
            <a:pPr>
              <a:spcBef>
                <a:spcPts val="0"/>
              </a:spcBef>
              <a:spcAft>
                <a:spcPts val="600"/>
              </a:spcAft>
            </a:pPr>
            <a:r>
              <a:rPr lang="es-CO" sz="4200" dirty="0">
                <a:solidFill>
                  <a:schemeClr val="bg1"/>
                </a:solidFill>
                <a:latin typeface="+mn-lt"/>
                <a:ea typeface="+mn-ea"/>
                <a:cs typeface="+mn-cs"/>
              </a:rPr>
              <a:t>Configurar escalas de calificación</a:t>
            </a:r>
            <a:br>
              <a:rPr lang="es-419" sz="4000" dirty="0"/>
            </a:br>
            <a:endParaRPr lang="es-ES_tradnl" sz="4200" dirty="0">
              <a:solidFill>
                <a:schemeClr val="bg1"/>
              </a:solidFill>
              <a:latin typeface="+mn-lt"/>
              <a:ea typeface="+mn-ea"/>
              <a:cs typeface="+mn-cs"/>
            </a:endParaRPr>
          </a:p>
        </p:txBody>
      </p:sp>
      <p:pic>
        <p:nvPicPr>
          <p:cNvPr id="8" name="Marcador de posición de imagen 8" descr="Un par de personas sentadas en una mesa&#10;&#10;El contenido generado por IA puede ser incorrecto.">
            <a:extLst>
              <a:ext uri="{FF2B5EF4-FFF2-40B4-BE49-F238E27FC236}">
                <a16:creationId xmlns:a16="http://schemas.microsoft.com/office/drawing/2014/main" id="{4F7B45E6-A22E-4AC7-1472-85D0784AA905}"/>
              </a:ext>
            </a:extLst>
          </p:cNvPr>
          <p:cNvPicPr>
            <a:picLocks noGrp="1" noChangeAspect="1"/>
          </p:cNvPicPr>
          <p:nvPr>
            <p:ph type="pic" sz="quarter" idx="14"/>
          </p:nvPr>
        </p:nvPicPr>
        <p:blipFill>
          <a:blip r:embed="rId3">
            <a:extLst>
              <a:ext uri="{28A0092B-C50C-407E-A947-70E740481C1C}">
                <a14:useLocalDpi xmlns:a14="http://schemas.microsoft.com/office/drawing/2010/main" val="0"/>
              </a:ext>
            </a:extLst>
          </a:blip>
          <a:srcRect l="17869" r="17869"/>
          <a:stretch>
            <a:fillRect/>
          </a:stretch>
        </p:blipFill>
        <p:spPr>
          <a:xfrm>
            <a:off x="6689725" y="574675"/>
            <a:ext cx="5502275" cy="5710238"/>
          </a:xfrm>
          <a:custGeom>
            <a:avLst/>
            <a:gdLst>
              <a:gd name="connsiteX0" fmla="*/ 0 w 5501774"/>
              <a:gd name="connsiteY0" fmla="*/ 0 h 5710237"/>
              <a:gd name="connsiteX1" fmla="*/ 2675908 w 5501774"/>
              <a:gd name="connsiteY1" fmla="*/ 0 h 5710237"/>
              <a:gd name="connsiteX2" fmla="*/ 2675908 w 5501774"/>
              <a:gd name="connsiteY2" fmla="*/ 1 h 5710237"/>
              <a:gd name="connsiteX3" fmla="*/ 5501774 w 5501774"/>
              <a:gd name="connsiteY3" fmla="*/ 1 h 5710237"/>
              <a:gd name="connsiteX4" fmla="*/ 5501774 w 5501774"/>
              <a:gd name="connsiteY4" fmla="*/ 1513523 h 5710237"/>
              <a:gd name="connsiteX5" fmla="*/ 2675908 w 5501774"/>
              <a:gd name="connsiteY5" fmla="*/ 1513523 h 5710237"/>
              <a:gd name="connsiteX6" fmla="*/ 2675908 w 5501774"/>
              <a:gd name="connsiteY6" fmla="*/ 2093595 h 5710237"/>
              <a:gd name="connsiteX7" fmla="*/ 4971924 w 5501774"/>
              <a:gd name="connsiteY7" fmla="*/ 2093595 h 5710237"/>
              <a:gd name="connsiteX8" fmla="*/ 4971924 w 5501774"/>
              <a:gd name="connsiteY8" fmla="*/ 3607117 h 5710237"/>
              <a:gd name="connsiteX9" fmla="*/ 2675908 w 5501774"/>
              <a:gd name="connsiteY9" fmla="*/ 3607117 h 5710237"/>
              <a:gd name="connsiteX10" fmla="*/ 2675908 w 5501774"/>
              <a:gd name="connsiteY10" fmla="*/ 4196715 h 5710237"/>
              <a:gd name="connsiteX11" fmla="*/ 5501774 w 5501774"/>
              <a:gd name="connsiteY11" fmla="*/ 4196715 h 5710237"/>
              <a:gd name="connsiteX12" fmla="*/ 5501774 w 5501774"/>
              <a:gd name="connsiteY12" fmla="*/ 5710237 h 5710237"/>
              <a:gd name="connsiteX13" fmla="*/ 2675908 w 5501774"/>
              <a:gd name="connsiteY13" fmla="*/ 5710237 h 5710237"/>
              <a:gd name="connsiteX14" fmla="*/ 1951722 w 5501774"/>
              <a:gd name="connsiteY14" fmla="*/ 5710237 h 5710237"/>
              <a:gd name="connsiteX15" fmla="*/ 0 w 5501774"/>
              <a:gd name="connsiteY15" fmla="*/ 5710237 h 5710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501774" h="5710237">
                <a:moveTo>
                  <a:pt x="0" y="0"/>
                </a:moveTo>
                <a:lnTo>
                  <a:pt x="2675908" y="0"/>
                </a:lnTo>
                <a:lnTo>
                  <a:pt x="2675908" y="1"/>
                </a:lnTo>
                <a:lnTo>
                  <a:pt x="5501774" y="1"/>
                </a:lnTo>
                <a:lnTo>
                  <a:pt x="5501774" y="1513523"/>
                </a:lnTo>
                <a:lnTo>
                  <a:pt x="2675908" y="1513523"/>
                </a:lnTo>
                <a:lnTo>
                  <a:pt x="2675908" y="2093595"/>
                </a:lnTo>
                <a:lnTo>
                  <a:pt x="4971924" y="2093595"/>
                </a:lnTo>
                <a:lnTo>
                  <a:pt x="4971924" y="3607117"/>
                </a:lnTo>
                <a:lnTo>
                  <a:pt x="2675908" y="3607117"/>
                </a:lnTo>
                <a:lnTo>
                  <a:pt x="2675908" y="4196715"/>
                </a:lnTo>
                <a:lnTo>
                  <a:pt x="5501774" y="4196715"/>
                </a:lnTo>
                <a:lnTo>
                  <a:pt x="5501774" y="5710237"/>
                </a:lnTo>
                <a:lnTo>
                  <a:pt x="2675908" y="5710237"/>
                </a:lnTo>
                <a:lnTo>
                  <a:pt x="1951722" y="5710237"/>
                </a:lnTo>
                <a:lnTo>
                  <a:pt x="0" y="5710237"/>
                </a:lnTo>
                <a:close/>
              </a:path>
            </a:pathLst>
          </a:custGeom>
        </p:spPr>
      </p:pic>
      <p:sp>
        <p:nvSpPr>
          <p:cNvPr id="10" name="Marcador de texto 9">
            <a:extLst>
              <a:ext uri="{FF2B5EF4-FFF2-40B4-BE49-F238E27FC236}">
                <a16:creationId xmlns:a16="http://schemas.microsoft.com/office/drawing/2014/main" id="{64F96709-410B-0915-4195-6E4BDF25CC08}"/>
              </a:ext>
            </a:extLst>
          </p:cNvPr>
          <p:cNvSpPr>
            <a:spLocks noGrp="1"/>
          </p:cNvSpPr>
          <p:nvPr>
            <p:ph type="body" sz="quarter" idx="12"/>
          </p:nvPr>
        </p:nvSpPr>
        <p:spPr>
          <a:xfrm>
            <a:off x="556902" y="5609784"/>
            <a:ext cx="3032274" cy="398058"/>
          </a:xfrm>
        </p:spPr>
        <p:txBody>
          <a:bodyPr/>
          <a:lstStyle/>
          <a:p>
            <a:r>
              <a:rPr lang="es-CL" dirty="0"/>
              <a:t>Consultor</a:t>
            </a:r>
            <a:br>
              <a:rPr lang="es-CL" dirty="0"/>
            </a:br>
            <a:r>
              <a:rPr lang="es-CL" dirty="0"/>
              <a:t>Cargo</a:t>
            </a:r>
          </a:p>
        </p:txBody>
      </p:sp>
    </p:spTree>
    <p:extLst>
      <p:ext uri="{BB962C8B-B14F-4D97-AF65-F5344CB8AC3E}">
        <p14:creationId xmlns:p14="http://schemas.microsoft.com/office/powerpoint/2010/main" val="321654386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Vertical Text Placeholder 9">
            <a:extLst>
              <a:ext uri="{FF2B5EF4-FFF2-40B4-BE49-F238E27FC236}">
                <a16:creationId xmlns:a16="http://schemas.microsoft.com/office/drawing/2014/main" id="{61C17162-17F1-530F-F6BC-4203C78DA55D}"/>
              </a:ext>
            </a:extLst>
          </p:cNvPr>
          <p:cNvSpPr>
            <a:spLocks noGrp="1"/>
          </p:cNvSpPr>
          <p:nvPr>
            <p:ph type="body" orient="vert" sz="quarter" idx="10"/>
          </p:nvPr>
        </p:nvSpPr>
        <p:spPr/>
        <p:txBody>
          <a:bodyPr/>
          <a:lstStyle/>
          <a:p>
            <a:r>
              <a:rPr lang="es-CO" dirty="0"/>
              <a:t>Configurar escalas de calificación</a:t>
            </a:r>
            <a:endParaRPr lang="es-419" dirty="0"/>
          </a:p>
        </p:txBody>
      </p:sp>
      <p:graphicFrame>
        <p:nvGraphicFramePr>
          <p:cNvPr id="2" name="Table 2">
            <a:extLst>
              <a:ext uri="{FF2B5EF4-FFF2-40B4-BE49-F238E27FC236}">
                <a16:creationId xmlns:a16="http://schemas.microsoft.com/office/drawing/2014/main" id="{44956DCE-5A92-5930-324C-F989C4B31FFF}"/>
              </a:ext>
            </a:extLst>
          </p:cNvPr>
          <p:cNvGraphicFramePr>
            <a:graphicFrameLocks noGrp="1"/>
          </p:cNvGraphicFramePr>
          <p:nvPr>
            <p:extLst>
              <p:ext uri="{D42A27DB-BD31-4B8C-83A1-F6EECF244321}">
                <p14:modId xmlns:p14="http://schemas.microsoft.com/office/powerpoint/2010/main" val="328259229"/>
              </p:ext>
            </p:extLst>
          </p:nvPr>
        </p:nvGraphicFramePr>
        <p:xfrm>
          <a:off x="1255734" y="778669"/>
          <a:ext cx="8916155" cy="4101348"/>
        </p:xfrm>
        <a:graphic>
          <a:graphicData uri="http://schemas.openxmlformats.org/drawingml/2006/table">
            <a:tbl>
              <a:tblPr firstRow="1" bandRow="1">
                <a:tableStyleId>{5C22544A-7EE6-4342-B048-85BDC9FD1C3A}</a:tableStyleId>
              </a:tblPr>
              <a:tblGrid>
                <a:gridCol w="813015">
                  <a:extLst>
                    <a:ext uri="{9D8B030D-6E8A-4147-A177-3AD203B41FA5}">
                      <a16:colId xmlns:a16="http://schemas.microsoft.com/office/drawing/2014/main" val="20000"/>
                    </a:ext>
                  </a:extLst>
                </a:gridCol>
                <a:gridCol w="8103140">
                  <a:extLst>
                    <a:ext uri="{9D8B030D-6E8A-4147-A177-3AD203B41FA5}">
                      <a16:colId xmlns:a16="http://schemas.microsoft.com/office/drawing/2014/main" val="20001"/>
                    </a:ext>
                  </a:extLst>
                </a:gridCol>
              </a:tblGrid>
              <a:tr h="802833">
                <a:tc>
                  <a:txBody>
                    <a:bodyPr/>
                    <a:lstStyle/>
                    <a:p>
                      <a:r>
                        <a:rPr lang="es-ES_tradnl" sz="2800" b="1" kern="1200" noProof="0" dirty="0">
                          <a:solidFill>
                            <a:schemeClr val="bg1"/>
                          </a:solidFill>
                          <a:latin typeface="+mn-lt"/>
                          <a:ea typeface="+mn-ea"/>
                          <a:cs typeface="+mn-cs"/>
                        </a:rPr>
                        <a:t>01</a:t>
                      </a:r>
                    </a:p>
                  </a:txBody>
                  <a:tcPr marL="121920" marR="121920" marT="60960" marB="60960" anchor="b">
                    <a:lnL w="12700" cmpd="sng">
                      <a:noFill/>
                    </a:lnL>
                    <a:lnR w="12700" cmpd="sng">
                      <a:noFill/>
                    </a:lnR>
                    <a:lnT w="12700" cmpd="sng">
                      <a:noFill/>
                    </a:lnT>
                    <a:lnB w="3175" cap="flat" cmpd="sng" algn="ctr">
                      <a:solidFill>
                        <a:srgbClr val="41404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s-ES_tradnl" sz="2000" b="0" kern="1200" noProof="0" dirty="0">
                        <a:solidFill>
                          <a:srgbClr val="414042"/>
                        </a:solidFill>
                        <a:latin typeface="Arial"/>
                        <a:ea typeface="+mn-ea"/>
                        <a:cs typeface="Arial"/>
                      </a:endParaRPr>
                    </a:p>
                    <a:p>
                      <a:r>
                        <a:rPr lang="es-ES_tradnl" sz="2800" b="1" kern="1200" noProof="0" dirty="0" err="1">
                          <a:solidFill>
                            <a:schemeClr val="bg1"/>
                          </a:solidFill>
                          <a:latin typeface="+mn-lt"/>
                          <a:ea typeface="+mn-ea"/>
                          <a:cs typeface="+mn-cs"/>
                        </a:rPr>
                        <a:t>Overview</a:t>
                      </a:r>
                      <a:endParaRPr lang="es-ES_tradnl" sz="2800" b="1" kern="1200" noProof="0" dirty="0">
                        <a:solidFill>
                          <a:schemeClr val="bg1"/>
                        </a:solidFill>
                        <a:latin typeface="+mn-lt"/>
                        <a:ea typeface="+mn-ea"/>
                        <a:cs typeface="+mn-cs"/>
                      </a:endParaRPr>
                    </a:p>
                  </a:txBody>
                  <a:tcPr marL="121920" marR="121920" marT="60960" marB="97536" anchor="b">
                    <a:lnL w="12700" cmpd="sng">
                      <a:noFill/>
                    </a:lnL>
                    <a:lnR w="12700" cmpd="sng">
                      <a:noFill/>
                    </a:lnR>
                    <a:lnT w="12700" cmpd="sng">
                      <a:noFill/>
                    </a:lnT>
                    <a:lnB w="3175" cap="flat" cmpd="sng" algn="ctr">
                      <a:solidFill>
                        <a:srgbClr val="41404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802833">
                <a:tc>
                  <a:txBody>
                    <a:bodyPr/>
                    <a:lstStyle/>
                    <a:p>
                      <a:pPr marL="0" algn="l" defTabSz="914400" rtl="0" eaLnBrk="1" latinLnBrk="0" hangingPunct="1"/>
                      <a:r>
                        <a:rPr lang="es-ES_tradnl" sz="2800" b="1" kern="1200" noProof="0" dirty="0">
                          <a:solidFill>
                            <a:schemeClr val="bg1"/>
                          </a:solidFill>
                          <a:latin typeface="+mn-lt"/>
                          <a:ea typeface="+mn-ea"/>
                          <a:cs typeface="+mn-cs"/>
                        </a:rPr>
                        <a:t>02</a:t>
                      </a:r>
                    </a:p>
                  </a:txBody>
                  <a:tcPr marL="121920" marR="121920" marT="60960" marB="60960" anchor="b">
                    <a:lnL w="12700" cmpd="sng">
                      <a:noFill/>
                    </a:lnL>
                    <a:lnR w="12700" cmpd="sng">
                      <a:noFill/>
                    </a:lnR>
                    <a:lnT w="3175" cap="flat" cmpd="sng" algn="ctr">
                      <a:solidFill>
                        <a:srgbClr val="414042"/>
                      </a:solidFill>
                      <a:prstDash val="solid"/>
                      <a:round/>
                      <a:headEnd type="none" w="med" len="med"/>
                      <a:tailEnd type="none" w="med" len="med"/>
                    </a:lnT>
                    <a:lnB w="3175" cap="flat" cmpd="sng" algn="ctr">
                      <a:solidFill>
                        <a:srgbClr val="41404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l" defTabSz="914400" rtl="0" eaLnBrk="1" latinLnBrk="0" hangingPunct="1"/>
                      <a:r>
                        <a:rPr lang="es-ES" sz="2800" b="1" kern="1200" noProof="0" dirty="0">
                          <a:solidFill>
                            <a:schemeClr val="bg1"/>
                          </a:solidFill>
                          <a:latin typeface="+mn-lt"/>
                          <a:ea typeface="+mn-ea"/>
                          <a:cs typeface="+mn-cs"/>
                        </a:rPr>
                        <a:t>Configuraciones </a:t>
                      </a:r>
                      <a:endParaRPr lang="es-ES_tradnl" sz="2800" b="1" kern="1200" noProof="0" dirty="0">
                        <a:solidFill>
                          <a:schemeClr val="bg1"/>
                        </a:solidFill>
                        <a:latin typeface="+mn-lt"/>
                        <a:ea typeface="+mn-ea"/>
                        <a:cs typeface="+mn-cs"/>
                      </a:endParaRPr>
                    </a:p>
                  </a:txBody>
                  <a:tcPr marL="121920" marR="121920" marT="60960" marB="97536" anchor="b">
                    <a:lnL w="12700" cmpd="sng">
                      <a:noFill/>
                    </a:lnL>
                    <a:lnR w="12700" cmpd="sng">
                      <a:noFill/>
                    </a:lnR>
                    <a:lnT w="3175" cap="flat" cmpd="sng" algn="ctr">
                      <a:solidFill>
                        <a:srgbClr val="414042"/>
                      </a:solidFill>
                      <a:prstDash val="solid"/>
                      <a:round/>
                      <a:headEnd type="none" w="med" len="med"/>
                      <a:tailEnd type="none" w="med" len="med"/>
                    </a:lnT>
                    <a:lnB w="3175" cap="flat" cmpd="sng" algn="ctr">
                      <a:solidFill>
                        <a:srgbClr val="41404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802833">
                <a:tc>
                  <a:txBody>
                    <a:bodyPr/>
                    <a:lstStyle/>
                    <a:p>
                      <a:pPr marL="0" algn="l" defTabSz="914400" rtl="0" eaLnBrk="1" latinLnBrk="0" hangingPunct="1"/>
                      <a:r>
                        <a:rPr lang="es-ES_tradnl" sz="2800" b="1" kern="1200" noProof="0" dirty="0">
                          <a:solidFill>
                            <a:schemeClr val="bg1"/>
                          </a:solidFill>
                          <a:latin typeface="+mn-lt"/>
                          <a:ea typeface="+mn-ea"/>
                          <a:cs typeface="+mn-cs"/>
                        </a:rPr>
                        <a:t>03</a:t>
                      </a:r>
                    </a:p>
                  </a:txBody>
                  <a:tcPr marL="121920" marR="121920" marT="60960" marB="60960" anchor="b">
                    <a:lnL w="12700" cmpd="sng">
                      <a:noFill/>
                    </a:lnL>
                    <a:lnR w="12700" cmpd="sng">
                      <a:noFill/>
                    </a:lnR>
                    <a:lnT w="3175" cap="flat" cmpd="sng" algn="ctr">
                      <a:solidFill>
                        <a:srgbClr val="414042"/>
                      </a:solidFill>
                      <a:prstDash val="solid"/>
                      <a:round/>
                      <a:headEnd type="none" w="med" len="med"/>
                      <a:tailEnd type="none" w="med" len="med"/>
                    </a:lnT>
                    <a:lnB w="3175" cap="flat" cmpd="sng" algn="ctr">
                      <a:solidFill>
                        <a:srgbClr val="41404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419" sz="2800" b="1" kern="1200" noProof="0" dirty="0">
                          <a:solidFill>
                            <a:schemeClr val="bg1"/>
                          </a:solidFill>
                          <a:latin typeface="+mn-lt"/>
                          <a:ea typeface="+mn-ea"/>
                          <a:cs typeface="+mn-cs"/>
                        </a:rPr>
                        <a:t>Crear códigos de calificaciones</a:t>
                      </a:r>
                      <a:endParaRPr lang="es-ES_tradnl" sz="2800" b="1" kern="1200" noProof="0" dirty="0">
                        <a:solidFill>
                          <a:schemeClr val="bg1"/>
                        </a:solidFill>
                        <a:latin typeface="+mn-lt"/>
                        <a:ea typeface="+mn-ea"/>
                        <a:cs typeface="+mn-cs"/>
                      </a:endParaRPr>
                    </a:p>
                  </a:txBody>
                  <a:tcPr marL="121920" marR="121920" marT="60960" marB="97536" anchor="b">
                    <a:lnL w="12700" cmpd="sng">
                      <a:noFill/>
                    </a:lnL>
                    <a:lnR w="12700" cmpd="sng">
                      <a:noFill/>
                    </a:lnR>
                    <a:lnT w="3175" cap="flat" cmpd="sng" algn="ctr">
                      <a:solidFill>
                        <a:srgbClr val="414042"/>
                      </a:solidFill>
                      <a:prstDash val="solid"/>
                      <a:round/>
                      <a:headEnd type="none" w="med" len="med"/>
                      <a:tailEnd type="none" w="med" len="med"/>
                    </a:lnT>
                    <a:lnB w="3175" cap="flat" cmpd="sng" algn="ctr">
                      <a:solidFill>
                        <a:srgbClr val="41404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802833">
                <a:tc>
                  <a:txBody>
                    <a:bodyPr/>
                    <a:lstStyle/>
                    <a:p>
                      <a:pPr marL="0" algn="l" defTabSz="914400" rtl="0" eaLnBrk="1" latinLnBrk="0" hangingPunct="1"/>
                      <a:r>
                        <a:rPr lang="es-419" sz="2800" b="1" kern="1200" dirty="0">
                          <a:solidFill>
                            <a:schemeClr val="bg1"/>
                          </a:solidFill>
                          <a:latin typeface="+mn-lt"/>
                          <a:ea typeface="+mn-ea"/>
                          <a:cs typeface="+mn-cs"/>
                        </a:rPr>
                        <a:t>04</a:t>
                      </a:r>
                    </a:p>
                  </a:txBody>
                  <a:tcPr marL="121920" marR="121920" marT="60960" marB="60960" anchor="b">
                    <a:lnL w="12700" cmpd="sng">
                      <a:noFill/>
                    </a:lnL>
                    <a:lnR w="12700" cmpd="sng">
                      <a:noFill/>
                    </a:lnR>
                    <a:lnT w="3175" cap="flat" cmpd="sng" algn="ctr">
                      <a:solidFill>
                        <a:srgbClr val="414042"/>
                      </a:solidFill>
                      <a:prstDash val="solid"/>
                      <a:round/>
                      <a:headEnd type="none" w="med" len="med"/>
                      <a:tailEnd type="none" w="med" len="med"/>
                    </a:lnT>
                    <a:lnB w="3175" cap="flat" cmpd="sng" algn="ctr">
                      <a:solidFill>
                        <a:srgbClr val="41404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419" sz="2800" b="1" kern="1200" noProof="0" dirty="0">
                          <a:solidFill>
                            <a:schemeClr val="bg1"/>
                          </a:solidFill>
                          <a:latin typeface="+mn-lt"/>
                          <a:ea typeface="+mn-ea"/>
                          <a:cs typeface="+mn-cs"/>
                        </a:rPr>
                        <a:t>Definición de escala de calificación</a:t>
                      </a:r>
                    </a:p>
                  </a:txBody>
                  <a:tcPr marL="121920" marR="121920" marT="60960" marB="97536" anchor="b">
                    <a:lnL w="12700" cmpd="sng">
                      <a:noFill/>
                    </a:lnL>
                    <a:lnR w="12700" cmpd="sng">
                      <a:noFill/>
                    </a:lnR>
                    <a:lnT w="3175" cap="flat" cmpd="sng" algn="ctr">
                      <a:solidFill>
                        <a:srgbClr val="414042"/>
                      </a:solidFill>
                      <a:prstDash val="solid"/>
                      <a:round/>
                      <a:headEnd type="none" w="med" len="med"/>
                      <a:tailEnd type="none" w="med" len="med"/>
                    </a:lnT>
                    <a:lnB w="3175" cap="flat" cmpd="sng" algn="ctr">
                      <a:solidFill>
                        <a:srgbClr val="41404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95873710"/>
                  </a:ext>
                </a:extLst>
              </a:tr>
              <a:tr h="802833">
                <a:tc>
                  <a:txBody>
                    <a:bodyPr/>
                    <a:lstStyle/>
                    <a:p>
                      <a:pPr marL="0" algn="l" defTabSz="914400" rtl="0" eaLnBrk="1" latinLnBrk="0" hangingPunct="1"/>
                      <a:r>
                        <a:rPr lang="es-419" sz="2800" b="1" kern="1200" dirty="0">
                          <a:solidFill>
                            <a:schemeClr val="bg1"/>
                          </a:solidFill>
                          <a:latin typeface="+mn-lt"/>
                          <a:ea typeface="+mn-ea"/>
                          <a:cs typeface="+mn-cs"/>
                        </a:rPr>
                        <a:t>05</a:t>
                      </a:r>
                    </a:p>
                  </a:txBody>
                  <a:tcPr marL="121920" marR="121920" marT="60960" marB="60960" anchor="b">
                    <a:lnL w="12700" cmpd="sng">
                      <a:noFill/>
                    </a:lnL>
                    <a:lnR w="12700" cmpd="sng">
                      <a:noFill/>
                    </a:lnR>
                    <a:lnT w="3175" cap="flat" cmpd="sng" algn="ctr">
                      <a:solidFill>
                        <a:srgbClr val="414042"/>
                      </a:solidFill>
                      <a:prstDash val="solid"/>
                      <a:round/>
                      <a:headEnd type="none" w="med" len="med"/>
                      <a:tailEnd type="none" w="med" len="med"/>
                    </a:lnT>
                    <a:lnB w="3175" cap="flat" cmpd="sng" algn="ctr">
                      <a:solidFill>
                        <a:srgbClr val="41404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_tradnl" sz="2800" b="1" kern="1200" noProof="0" dirty="0">
                          <a:solidFill>
                            <a:schemeClr val="bg1"/>
                          </a:solidFill>
                          <a:latin typeface="+mn-lt"/>
                          <a:ea typeface="+mn-ea"/>
                          <a:cs typeface="+mn-cs"/>
                        </a:rPr>
                        <a:t>Resumen</a:t>
                      </a:r>
                    </a:p>
                  </a:txBody>
                  <a:tcPr marL="121920" marR="121920" marT="60960" marB="97536" anchor="b">
                    <a:lnL w="12700" cmpd="sng">
                      <a:noFill/>
                    </a:lnL>
                    <a:lnR w="12700" cmpd="sng">
                      <a:noFill/>
                    </a:lnR>
                    <a:lnT w="3175" cap="flat" cmpd="sng" algn="ctr">
                      <a:solidFill>
                        <a:srgbClr val="414042"/>
                      </a:solidFill>
                      <a:prstDash val="solid"/>
                      <a:round/>
                      <a:headEnd type="none" w="med" len="med"/>
                      <a:tailEnd type="none" w="med" len="med"/>
                    </a:lnT>
                    <a:lnB w="3175" cap="flat" cmpd="sng" algn="ctr">
                      <a:solidFill>
                        <a:srgbClr val="41404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77201081"/>
                  </a:ext>
                </a:extLst>
              </a:tr>
            </a:tbl>
          </a:graphicData>
        </a:graphic>
      </p:graphicFrame>
    </p:spTree>
    <p:extLst>
      <p:ext uri="{BB962C8B-B14F-4D97-AF65-F5344CB8AC3E}">
        <p14:creationId xmlns:p14="http://schemas.microsoft.com/office/powerpoint/2010/main" val="42515711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texto vertical 3">
            <a:extLst>
              <a:ext uri="{FF2B5EF4-FFF2-40B4-BE49-F238E27FC236}">
                <a16:creationId xmlns:a16="http://schemas.microsoft.com/office/drawing/2014/main" id="{EEB262EA-17F2-0141-65EE-C84E22C29CEB}"/>
              </a:ext>
            </a:extLst>
          </p:cNvPr>
          <p:cNvSpPr>
            <a:spLocks noGrp="1"/>
          </p:cNvSpPr>
          <p:nvPr>
            <p:ph type="body" orient="vert" sz="quarter" idx="10"/>
          </p:nvPr>
        </p:nvSpPr>
        <p:spPr/>
        <p:txBody>
          <a:bodyPr/>
          <a:lstStyle/>
          <a:p>
            <a:r>
              <a:rPr lang="es-CO" sz="1200" dirty="0"/>
              <a:t>Configurar escalas de calificación</a:t>
            </a:r>
            <a:endParaRPr lang="es-419" dirty="0"/>
          </a:p>
        </p:txBody>
      </p:sp>
      <p:sp>
        <p:nvSpPr>
          <p:cNvPr id="2" name="Title 1"/>
          <p:cNvSpPr>
            <a:spLocks noGrp="1"/>
          </p:cNvSpPr>
          <p:nvPr>
            <p:ph type="title"/>
          </p:nvPr>
        </p:nvSpPr>
        <p:spPr/>
        <p:txBody>
          <a:bodyPr/>
          <a:lstStyle/>
          <a:p>
            <a:r>
              <a:rPr lang="es-ES_tradnl" dirty="0" err="1"/>
              <a:t>Overview</a:t>
            </a:r>
            <a:endParaRPr lang="es-ES_tradnl" dirty="0"/>
          </a:p>
        </p:txBody>
      </p:sp>
      <p:sp>
        <p:nvSpPr>
          <p:cNvPr id="5" name="Marcador de texto 4">
            <a:extLst>
              <a:ext uri="{FF2B5EF4-FFF2-40B4-BE49-F238E27FC236}">
                <a16:creationId xmlns:a16="http://schemas.microsoft.com/office/drawing/2014/main" id="{321709B6-3D7D-7AA3-22D3-520F8F6543AC}"/>
              </a:ext>
            </a:extLst>
          </p:cNvPr>
          <p:cNvSpPr>
            <a:spLocks noGrp="1"/>
          </p:cNvSpPr>
          <p:nvPr>
            <p:ph type="body" sz="quarter" idx="18"/>
          </p:nvPr>
        </p:nvSpPr>
        <p:spPr/>
        <p:txBody>
          <a:bodyPr/>
          <a:lstStyle/>
          <a:p>
            <a:endParaRPr lang="es-419"/>
          </a:p>
        </p:txBody>
      </p:sp>
    </p:spTree>
    <p:extLst>
      <p:ext uri="{BB962C8B-B14F-4D97-AF65-F5344CB8AC3E}">
        <p14:creationId xmlns:p14="http://schemas.microsoft.com/office/powerpoint/2010/main" val="239389468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Vertical Text Placeholder 3">
            <a:extLst>
              <a:ext uri="{FF2B5EF4-FFF2-40B4-BE49-F238E27FC236}">
                <a16:creationId xmlns:a16="http://schemas.microsoft.com/office/drawing/2014/main" id="{E84A95C1-A1C4-874B-A0F8-44AB6CD99FF1}"/>
              </a:ext>
            </a:extLst>
          </p:cNvPr>
          <p:cNvSpPr>
            <a:spLocks noGrp="1"/>
          </p:cNvSpPr>
          <p:nvPr>
            <p:ph type="body" orient="vert" sz="quarter" idx="17"/>
          </p:nvPr>
        </p:nvSpPr>
        <p:spPr/>
        <p:txBody>
          <a:bodyPr/>
          <a:lstStyle/>
          <a:p>
            <a:r>
              <a:rPr lang="es-CO" dirty="0"/>
              <a:t>Configurar escalas de calificación</a:t>
            </a:r>
            <a:endParaRPr lang="es-419" dirty="0"/>
          </a:p>
        </p:txBody>
      </p:sp>
      <p:sp>
        <p:nvSpPr>
          <p:cNvPr id="3" name="Title 2">
            <a:extLst>
              <a:ext uri="{FF2B5EF4-FFF2-40B4-BE49-F238E27FC236}">
                <a16:creationId xmlns:a16="http://schemas.microsoft.com/office/drawing/2014/main" id="{CE1505E3-5A51-3A2E-57EA-74DF6A59B9BE}"/>
              </a:ext>
            </a:extLst>
          </p:cNvPr>
          <p:cNvSpPr>
            <a:spLocks noGrp="1"/>
          </p:cNvSpPr>
          <p:nvPr>
            <p:ph type="title"/>
          </p:nvPr>
        </p:nvSpPr>
        <p:spPr>
          <a:xfrm>
            <a:off x="1463337" y="508268"/>
            <a:ext cx="9418021" cy="898555"/>
          </a:xfrm>
        </p:spPr>
        <p:txBody>
          <a:bodyPr/>
          <a:lstStyle/>
          <a:p>
            <a:r>
              <a:rPr lang="es-419" sz="3200" noProof="0" dirty="0">
                <a:solidFill>
                  <a:schemeClr val="accent1"/>
                </a:solidFill>
              </a:rPr>
              <a:t>Overview: </a:t>
            </a:r>
            <a:r>
              <a:rPr lang="es-419" sz="3200" b="0" noProof="0" dirty="0">
                <a:solidFill>
                  <a:schemeClr val="accent1"/>
                </a:solidFill>
              </a:rPr>
              <a:t>Mapa de capacidades</a:t>
            </a:r>
            <a:endParaRPr lang="es-419" b="0" noProof="0" dirty="0">
              <a:solidFill>
                <a:schemeClr val="accent1"/>
              </a:solidFill>
            </a:endParaRPr>
          </a:p>
        </p:txBody>
      </p:sp>
      <p:pic>
        <p:nvPicPr>
          <p:cNvPr id="5" name="Imagen 2">
            <a:extLst>
              <a:ext uri="{FF2B5EF4-FFF2-40B4-BE49-F238E27FC236}">
                <a16:creationId xmlns:a16="http://schemas.microsoft.com/office/drawing/2014/main" id="{911D7325-C46C-1AEC-08B6-C55A90B2B59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05949" y="1030689"/>
            <a:ext cx="10180101" cy="4796619"/>
          </a:xfrm>
          <a:prstGeom prst="rect">
            <a:avLst/>
          </a:prstGeom>
        </p:spPr>
      </p:pic>
      <p:sp>
        <p:nvSpPr>
          <p:cNvPr id="7" name="Rectangle 6">
            <a:extLst>
              <a:ext uri="{FF2B5EF4-FFF2-40B4-BE49-F238E27FC236}">
                <a16:creationId xmlns:a16="http://schemas.microsoft.com/office/drawing/2014/main" id="{4C70E560-FD05-5A48-6D34-D3EBD8654FB8}"/>
              </a:ext>
            </a:extLst>
          </p:cNvPr>
          <p:cNvSpPr/>
          <p:nvPr/>
        </p:nvSpPr>
        <p:spPr>
          <a:xfrm>
            <a:off x="5439345" y="2662645"/>
            <a:ext cx="1624395" cy="629196"/>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Tree>
    <p:extLst>
      <p:ext uri="{BB962C8B-B14F-4D97-AF65-F5344CB8AC3E}">
        <p14:creationId xmlns:p14="http://schemas.microsoft.com/office/powerpoint/2010/main" val="41891182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12">
            <a:extLst>
              <a:ext uri="{FF2B5EF4-FFF2-40B4-BE49-F238E27FC236}">
                <a16:creationId xmlns:a16="http://schemas.microsoft.com/office/drawing/2014/main" id="{EA264FA8-8D88-4C07-B119-8483D8339E48}"/>
              </a:ext>
            </a:extLst>
          </p:cNvPr>
          <p:cNvSpPr txBox="1">
            <a:spLocks/>
          </p:cNvSpPr>
          <p:nvPr/>
        </p:nvSpPr>
        <p:spPr>
          <a:xfrm>
            <a:off x="449120" y="488643"/>
            <a:ext cx="11267392" cy="582679"/>
          </a:xfrm>
          <a:prstGeom prst="rect">
            <a:avLst/>
          </a:prstGeom>
        </p:spPr>
        <p:txBody>
          <a:bodyPr vert="horz" lIns="0" tIns="0" rIns="0" bIns="0" rtlCol="0" anchor="t">
            <a:noAutofit/>
          </a:bodyPr>
          <a:lstStyle>
            <a:lvl1pPr algn="l" defTabSz="457200" rtl="0" eaLnBrk="1" latinLnBrk="0" hangingPunct="1">
              <a:lnSpc>
                <a:spcPct val="90000"/>
              </a:lnSpc>
              <a:spcBef>
                <a:spcPct val="0"/>
              </a:spcBef>
              <a:buNone/>
              <a:defRPr sz="2600" b="0" kern="1200">
                <a:solidFill>
                  <a:schemeClr val="tx1"/>
                </a:solidFill>
                <a:latin typeface="Arial"/>
                <a:ea typeface="+mj-ea"/>
                <a:cs typeface="Arial"/>
              </a:defRPr>
            </a:lvl1pPr>
          </a:lstStyle>
          <a:p>
            <a:endParaRPr lang="es-ES_tradnl" sz="3467" b="1" dirty="0"/>
          </a:p>
        </p:txBody>
      </p:sp>
      <p:sp>
        <p:nvSpPr>
          <p:cNvPr id="4" name="Marcador de texto 3">
            <a:extLst>
              <a:ext uri="{FF2B5EF4-FFF2-40B4-BE49-F238E27FC236}">
                <a16:creationId xmlns:a16="http://schemas.microsoft.com/office/drawing/2014/main" id="{ADE6F1F6-6376-A432-54A8-2DC50D4AC5F2}"/>
              </a:ext>
            </a:extLst>
          </p:cNvPr>
          <p:cNvSpPr>
            <a:spLocks noGrp="1"/>
          </p:cNvSpPr>
          <p:nvPr>
            <p:ph type="body" sz="quarter" idx="18"/>
          </p:nvPr>
        </p:nvSpPr>
        <p:spPr/>
        <p:txBody>
          <a:bodyPr/>
          <a:lstStyle/>
          <a:p>
            <a:pPr lvl="1" algn="just"/>
            <a:r>
              <a:rPr lang="es-419" sz="1600" dirty="0"/>
              <a:t>Mediante este procedimiento se explicará cómo se definen las calificaciones con las que el profesor calificará las evaluaciones a los alumnos o su calificación final y las propiedades que deben tener establecidas cada código definido.</a:t>
            </a:r>
          </a:p>
          <a:p>
            <a:pPr lvl="1" algn="just"/>
            <a:r>
              <a:rPr lang="es-419" sz="1600" dirty="0"/>
              <a:t>Para las calificaciones desplegadas en el autoservicio para que los docentes califiquen sus evaluaciones deben definirse en una Escala de Calificación, en la que se definirá la relación entre el porcentaje de aprobación y reprobación y las calificaciones.</a:t>
            </a:r>
            <a:endParaRPr lang="es-CO" sz="1600" dirty="0"/>
          </a:p>
          <a:p>
            <a:endParaRPr lang="es-419" dirty="0"/>
          </a:p>
        </p:txBody>
      </p:sp>
      <p:sp>
        <p:nvSpPr>
          <p:cNvPr id="3" name="Marcador de texto vertical 2">
            <a:extLst>
              <a:ext uri="{FF2B5EF4-FFF2-40B4-BE49-F238E27FC236}">
                <a16:creationId xmlns:a16="http://schemas.microsoft.com/office/drawing/2014/main" id="{C6F371D0-37ED-3E35-97F4-2CEDBED2385A}"/>
              </a:ext>
            </a:extLst>
          </p:cNvPr>
          <p:cNvSpPr>
            <a:spLocks noGrp="1"/>
          </p:cNvSpPr>
          <p:nvPr>
            <p:ph type="body" orient="vert" sz="quarter" idx="17"/>
          </p:nvPr>
        </p:nvSpPr>
        <p:spPr/>
        <p:txBody>
          <a:bodyPr/>
          <a:lstStyle/>
          <a:p>
            <a:r>
              <a:rPr lang="es-419" dirty="0"/>
              <a:t>Configurar escalas de calificación</a:t>
            </a:r>
          </a:p>
        </p:txBody>
      </p:sp>
      <p:sp>
        <p:nvSpPr>
          <p:cNvPr id="2" name="Título 1">
            <a:extLst>
              <a:ext uri="{FF2B5EF4-FFF2-40B4-BE49-F238E27FC236}">
                <a16:creationId xmlns:a16="http://schemas.microsoft.com/office/drawing/2014/main" id="{71873B57-21C0-B73C-0651-BC5FB30B9C1F}"/>
              </a:ext>
            </a:extLst>
          </p:cNvPr>
          <p:cNvSpPr>
            <a:spLocks noGrp="1"/>
          </p:cNvSpPr>
          <p:nvPr>
            <p:ph type="title"/>
          </p:nvPr>
        </p:nvSpPr>
        <p:spPr/>
        <p:txBody>
          <a:bodyPr/>
          <a:lstStyle/>
          <a:p>
            <a:r>
              <a:rPr lang="es-ES_tradnl" sz="3467" dirty="0" err="1">
                <a:solidFill>
                  <a:schemeClr val="accent1"/>
                </a:solidFill>
              </a:rPr>
              <a:t>Overview</a:t>
            </a:r>
            <a:r>
              <a:rPr lang="es-ES_tradnl" sz="3467" dirty="0">
                <a:solidFill>
                  <a:schemeClr val="accent1"/>
                </a:solidFill>
              </a:rPr>
              <a:t>: </a:t>
            </a:r>
            <a:r>
              <a:rPr lang="es-CO" sz="3200" dirty="0">
                <a:solidFill>
                  <a:schemeClr val="accent1"/>
                </a:solidFill>
              </a:rPr>
              <a:t>Configurar escalas de calificación</a:t>
            </a:r>
            <a:br>
              <a:rPr lang="es-ES_tradnl" sz="3467" dirty="0">
                <a:solidFill>
                  <a:schemeClr val="accent1"/>
                </a:solidFill>
              </a:rPr>
            </a:br>
            <a:endParaRPr lang="es-419" dirty="0">
              <a:solidFill>
                <a:schemeClr val="accent1"/>
              </a:solidFill>
            </a:endParaRPr>
          </a:p>
        </p:txBody>
      </p:sp>
    </p:spTree>
    <p:extLst>
      <p:ext uri="{BB962C8B-B14F-4D97-AF65-F5344CB8AC3E}">
        <p14:creationId xmlns:p14="http://schemas.microsoft.com/office/powerpoint/2010/main" val="149198222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vertical 1">
            <a:extLst>
              <a:ext uri="{FF2B5EF4-FFF2-40B4-BE49-F238E27FC236}">
                <a16:creationId xmlns:a16="http://schemas.microsoft.com/office/drawing/2014/main" id="{2FB3D023-ED79-7E91-BC0A-C4048E0DD771}"/>
              </a:ext>
            </a:extLst>
          </p:cNvPr>
          <p:cNvSpPr>
            <a:spLocks noGrp="1"/>
          </p:cNvSpPr>
          <p:nvPr>
            <p:ph type="body" orient="vert" sz="quarter" idx="17"/>
          </p:nvPr>
        </p:nvSpPr>
        <p:spPr/>
        <p:txBody>
          <a:bodyPr/>
          <a:lstStyle/>
          <a:p>
            <a:r>
              <a:rPr lang="es-419" sz="1200" dirty="0"/>
              <a:t>Configurar escalas de calificación</a:t>
            </a:r>
            <a:endParaRPr lang="es-419" dirty="0"/>
          </a:p>
        </p:txBody>
      </p:sp>
      <p:sp>
        <p:nvSpPr>
          <p:cNvPr id="13" name="Title 12"/>
          <p:cNvSpPr>
            <a:spLocks noGrp="1"/>
          </p:cNvSpPr>
          <p:nvPr>
            <p:ph type="title"/>
          </p:nvPr>
        </p:nvSpPr>
        <p:spPr/>
        <p:txBody>
          <a:bodyPr/>
          <a:lstStyle/>
          <a:p>
            <a:r>
              <a:rPr lang="es-ES_tradnl" dirty="0" err="1">
                <a:solidFill>
                  <a:schemeClr val="accent1"/>
                </a:solidFill>
              </a:rPr>
              <a:t>Overview</a:t>
            </a:r>
            <a:r>
              <a:rPr lang="es-ES_tradnl" dirty="0">
                <a:solidFill>
                  <a:schemeClr val="accent1"/>
                </a:solidFill>
              </a:rPr>
              <a:t>: </a:t>
            </a:r>
            <a:r>
              <a:rPr lang="es-CO" dirty="0">
                <a:solidFill>
                  <a:schemeClr val="accent1"/>
                </a:solidFill>
              </a:rPr>
              <a:t>Registrar la asistencia a clases</a:t>
            </a:r>
            <a:br>
              <a:rPr lang="es-CO" dirty="0">
                <a:solidFill>
                  <a:schemeClr val="accent1"/>
                </a:solidFill>
              </a:rPr>
            </a:br>
            <a:endParaRPr lang="es-ES_tradnl" dirty="0">
              <a:solidFill>
                <a:schemeClr val="accent1"/>
              </a:solidFill>
            </a:endParaRPr>
          </a:p>
        </p:txBody>
      </p:sp>
      <p:pic>
        <p:nvPicPr>
          <p:cNvPr id="1026" name="Picture 2">
            <a:extLst>
              <a:ext uri="{FF2B5EF4-FFF2-40B4-BE49-F238E27FC236}">
                <a16:creationId xmlns:a16="http://schemas.microsoft.com/office/drawing/2014/main" id="{44A3C4E2-2314-25A1-122E-D2F885543D9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42988" y="2466975"/>
            <a:ext cx="10106025" cy="19240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0080333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6FF9F5-4D73-0F95-7678-0AE0FCC4FF5A}"/>
            </a:ext>
          </a:extLst>
        </p:cNvPr>
        <p:cNvGrpSpPr/>
        <p:nvPr/>
      </p:nvGrpSpPr>
      <p:grpSpPr>
        <a:xfrm>
          <a:off x="0" y="0"/>
          <a:ext cx="0" cy="0"/>
          <a:chOff x="0" y="0"/>
          <a:chExt cx="0" cy="0"/>
        </a:xfrm>
      </p:grpSpPr>
      <p:sp>
        <p:nvSpPr>
          <p:cNvPr id="2" name="Marcador de texto 1">
            <a:extLst>
              <a:ext uri="{FF2B5EF4-FFF2-40B4-BE49-F238E27FC236}">
                <a16:creationId xmlns:a16="http://schemas.microsoft.com/office/drawing/2014/main" id="{9F9B5C96-8DBC-65FF-FAE3-4F645679D6ED}"/>
              </a:ext>
            </a:extLst>
          </p:cNvPr>
          <p:cNvSpPr>
            <a:spLocks noGrp="1"/>
          </p:cNvSpPr>
          <p:nvPr>
            <p:ph type="body" sz="quarter" idx="10"/>
          </p:nvPr>
        </p:nvSpPr>
        <p:spPr>
          <a:xfrm>
            <a:off x="522515" y="361822"/>
            <a:ext cx="11122188" cy="446084"/>
          </a:xfrm>
        </p:spPr>
        <p:txBody>
          <a:bodyPr/>
          <a:lstStyle/>
          <a:p>
            <a:r>
              <a:rPr lang="es-ES_tradnl" dirty="0" err="1"/>
              <a:t>Overview</a:t>
            </a:r>
            <a:r>
              <a:rPr lang="es-ES_tradnl" dirty="0"/>
              <a:t>: Región donde aplica</a:t>
            </a:r>
            <a:endParaRPr lang="es-419" dirty="0"/>
          </a:p>
        </p:txBody>
      </p:sp>
      <p:sp>
        <p:nvSpPr>
          <p:cNvPr id="9" name="CuadroTexto 8">
            <a:extLst>
              <a:ext uri="{FF2B5EF4-FFF2-40B4-BE49-F238E27FC236}">
                <a16:creationId xmlns:a16="http://schemas.microsoft.com/office/drawing/2014/main" id="{63F52F2A-F8BB-F72D-A754-DB9173333620}"/>
              </a:ext>
            </a:extLst>
          </p:cNvPr>
          <p:cNvSpPr txBox="1"/>
          <p:nvPr/>
        </p:nvSpPr>
        <p:spPr>
          <a:xfrm>
            <a:off x="8400287" y="3429000"/>
            <a:ext cx="1197828" cy="369332"/>
          </a:xfrm>
          <a:prstGeom prst="rect">
            <a:avLst/>
          </a:prstGeom>
          <a:noFill/>
        </p:spPr>
        <p:txBody>
          <a:bodyPr wrap="none" rtlCol="0">
            <a:spAutoFit/>
          </a:bodyPr>
          <a:lstStyle/>
          <a:p>
            <a:r>
              <a:rPr lang="es-ES_tradnl" dirty="0"/>
              <a:t>Todo LAC</a:t>
            </a:r>
          </a:p>
        </p:txBody>
      </p:sp>
      <p:pic>
        <p:nvPicPr>
          <p:cNvPr id="10" name="Picture 9" descr="A purple map of south america&#10;&#10;AI-generated content may be incorrect.">
            <a:extLst>
              <a:ext uri="{FF2B5EF4-FFF2-40B4-BE49-F238E27FC236}">
                <a16:creationId xmlns:a16="http://schemas.microsoft.com/office/drawing/2014/main" id="{BC199AD4-C762-DD9E-693C-C0737DFB4E5D}"/>
              </a:ext>
            </a:extLst>
          </p:cNvPr>
          <p:cNvPicPr>
            <a:picLocks noChangeAspect="1"/>
          </p:cNvPicPr>
          <p:nvPr/>
        </p:nvPicPr>
        <p:blipFill>
          <a:blip r:embed="rId2"/>
          <a:stretch>
            <a:fillRect/>
          </a:stretch>
        </p:blipFill>
        <p:spPr>
          <a:xfrm>
            <a:off x="2383972" y="807906"/>
            <a:ext cx="5780314" cy="5780314"/>
          </a:xfrm>
          <a:prstGeom prst="rect">
            <a:avLst/>
          </a:prstGeom>
        </p:spPr>
      </p:pic>
    </p:spTree>
    <p:extLst>
      <p:ext uri="{BB962C8B-B14F-4D97-AF65-F5344CB8AC3E}">
        <p14:creationId xmlns:p14="http://schemas.microsoft.com/office/powerpoint/2010/main" val="274750719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texto vertical 2">
            <a:extLst>
              <a:ext uri="{FF2B5EF4-FFF2-40B4-BE49-F238E27FC236}">
                <a16:creationId xmlns:a16="http://schemas.microsoft.com/office/drawing/2014/main" id="{33C43E5D-5D90-9AA1-C4E7-B8A2D164D43C}"/>
              </a:ext>
            </a:extLst>
          </p:cNvPr>
          <p:cNvSpPr>
            <a:spLocks noGrp="1"/>
          </p:cNvSpPr>
          <p:nvPr>
            <p:ph type="body" orient="vert" sz="quarter" idx="17"/>
          </p:nvPr>
        </p:nvSpPr>
        <p:spPr/>
        <p:txBody>
          <a:bodyPr/>
          <a:lstStyle/>
          <a:p>
            <a:r>
              <a:rPr lang="es-419" sz="1200" dirty="0"/>
              <a:t>Configurar escalas de calificación</a:t>
            </a:r>
            <a:endParaRPr lang="es-419" dirty="0"/>
          </a:p>
        </p:txBody>
      </p:sp>
      <p:sp>
        <p:nvSpPr>
          <p:cNvPr id="13" name="Title 12"/>
          <p:cNvSpPr>
            <a:spLocks noGrp="1"/>
          </p:cNvSpPr>
          <p:nvPr>
            <p:ph type="title"/>
          </p:nvPr>
        </p:nvSpPr>
        <p:spPr>
          <a:xfrm>
            <a:off x="1007623" y="236522"/>
            <a:ext cx="10477497" cy="898555"/>
          </a:xfrm>
        </p:spPr>
        <p:txBody>
          <a:bodyPr/>
          <a:lstStyle/>
          <a:p>
            <a:r>
              <a:rPr lang="es-ES_tradnl" b="0" dirty="0" err="1">
                <a:solidFill>
                  <a:schemeClr val="bg2">
                    <a:lumMod val="25000"/>
                  </a:schemeClr>
                </a:solidFill>
              </a:rPr>
              <a:t>Overview</a:t>
            </a:r>
            <a:r>
              <a:rPr lang="es-ES_tradnl" b="0" dirty="0">
                <a:solidFill>
                  <a:schemeClr val="bg2">
                    <a:lumMod val="25000"/>
                  </a:schemeClr>
                </a:solidFill>
              </a:rPr>
              <a:t>: </a:t>
            </a:r>
            <a:r>
              <a:rPr lang="es-419" sz="3200" dirty="0"/>
              <a:t>Configurar escalas de calificación</a:t>
            </a:r>
            <a:br>
              <a:rPr lang="es-419" dirty="0"/>
            </a:br>
            <a:endParaRPr lang="es-ES_tradnl" b="1" dirty="0"/>
          </a:p>
        </p:txBody>
      </p:sp>
      <p:graphicFrame>
        <p:nvGraphicFramePr>
          <p:cNvPr id="5" name="Tabla 4">
            <a:extLst>
              <a:ext uri="{FF2B5EF4-FFF2-40B4-BE49-F238E27FC236}">
                <a16:creationId xmlns:a16="http://schemas.microsoft.com/office/drawing/2014/main" id="{C2FBF0DB-AA49-19BE-7699-FE95F7C4143B}"/>
              </a:ext>
            </a:extLst>
          </p:cNvPr>
          <p:cNvGraphicFramePr>
            <a:graphicFrameLocks noGrp="1"/>
          </p:cNvGraphicFramePr>
          <p:nvPr>
            <p:extLst>
              <p:ext uri="{D42A27DB-BD31-4B8C-83A1-F6EECF244321}">
                <p14:modId xmlns:p14="http://schemas.microsoft.com/office/powerpoint/2010/main" val="756469269"/>
              </p:ext>
            </p:extLst>
          </p:nvPr>
        </p:nvGraphicFramePr>
        <p:xfrm>
          <a:off x="935879" y="843240"/>
          <a:ext cx="10620983" cy="5482300"/>
        </p:xfrm>
        <a:graphic>
          <a:graphicData uri="http://schemas.openxmlformats.org/drawingml/2006/table">
            <a:tbl>
              <a:tblPr firstRow="1" bandRow="1">
                <a:tableStyleId>{5C22544A-7EE6-4342-B048-85BDC9FD1C3A}</a:tableStyleId>
              </a:tblPr>
              <a:tblGrid>
                <a:gridCol w="1241039">
                  <a:extLst>
                    <a:ext uri="{9D8B030D-6E8A-4147-A177-3AD203B41FA5}">
                      <a16:colId xmlns:a16="http://schemas.microsoft.com/office/drawing/2014/main" val="34381708"/>
                    </a:ext>
                  </a:extLst>
                </a:gridCol>
                <a:gridCol w="9379944">
                  <a:extLst>
                    <a:ext uri="{9D8B030D-6E8A-4147-A177-3AD203B41FA5}">
                      <a16:colId xmlns:a16="http://schemas.microsoft.com/office/drawing/2014/main" val="1628494477"/>
                    </a:ext>
                  </a:extLst>
                </a:gridCol>
              </a:tblGrid>
              <a:tr h="540000">
                <a:tc>
                  <a:txBody>
                    <a:bodyPr/>
                    <a:lstStyle/>
                    <a:p>
                      <a:pPr algn="ctr">
                        <a:spcAft>
                          <a:spcPts val="0"/>
                        </a:spcAft>
                      </a:pPr>
                      <a:r>
                        <a:rPr lang="es-ES" sz="1200" dirty="0">
                          <a:effectLst/>
                        </a:rPr>
                        <a:t>Concepto</a:t>
                      </a:r>
                      <a:endParaRPr lang="es-CO" sz="1200" dirty="0">
                        <a:solidFill>
                          <a:srgbClr val="FFFFFF"/>
                        </a:solidFill>
                        <a:effectLst/>
                        <a:latin typeface="Arial" panose="020B0604020202020204" pitchFamily="34" charset="0"/>
                        <a:ea typeface="MS PGothic" panose="020B0600070205080204" pitchFamily="34" charset="-128"/>
                        <a:cs typeface="Times New Roman" panose="02020603050405020304" pitchFamily="18" charset="0"/>
                      </a:endParaRPr>
                    </a:p>
                  </a:txBody>
                  <a:tcPr marL="36830" marR="36830" marT="36830" marB="36830" anchor="ctr"/>
                </a:tc>
                <a:tc>
                  <a:txBody>
                    <a:bodyPr/>
                    <a:lstStyle/>
                    <a:p>
                      <a:pPr algn="ctr">
                        <a:spcAft>
                          <a:spcPts val="0"/>
                        </a:spcAft>
                      </a:pPr>
                      <a:r>
                        <a:rPr lang="es-ES" sz="1200" dirty="0">
                          <a:effectLst/>
                        </a:rPr>
                        <a:t>Descripción</a:t>
                      </a:r>
                      <a:endParaRPr lang="es-CO" sz="1200" dirty="0">
                        <a:solidFill>
                          <a:srgbClr val="FFFFFF"/>
                        </a:solidFill>
                        <a:effectLst/>
                        <a:latin typeface="Arial" panose="020B0604020202020204" pitchFamily="34" charset="0"/>
                        <a:ea typeface="MS PGothic" panose="020B0600070205080204" pitchFamily="34" charset="-128"/>
                        <a:cs typeface="Times New Roman" panose="02020603050405020304" pitchFamily="18" charset="0"/>
                      </a:endParaRPr>
                    </a:p>
                  </a:txBody>
                  <a:tcPr marL="36830" marR="36830" marT="36830" marB="36830" anchor="ctr"/>
                </a:tc>
                <a:extLst>
                  <a:ext uri="{0D108BD9-81ED-4DB2-BD59-A6C34878D82A}">
                    <a16:rowId xmlns:a16="http://schemas.microsoft.com/office/drawing/2014/main" val="2379149428"/>
                  </a:ext>
                </a:extLst>
              </a:tr>
              <a:tr h="540000">
                <a:tc>
                  <a:txBody>
                    <a:bodyPr/>
                    <a:lstStyle/>
                    <a:p>
                      <a:pPr>
                        <a:spcAft>
                          <a:spcPts val="0"/>
                        </a:spcAft>
                      </a:pPr>
                      <a:r>
                        <a:rPr lang="es-ES" sz="1200" b="1" dirty="0">
                          <a:effectLst/>
                        </a:rPr>
                        <a:t>Modo de calificación</a:t>
                      </a:r>
                      <a:endParaRPr lang="es-CO" sz="1200" b="1" dirty="0">
                        <a:solidFill>
                          <a:srgbClr val="414042"/>
                        </a:solidFill>
                        <a:effectLst/>
                        <a:latin typeface="Arial" panose="020B0604020202020204" pitchFamily="34" charset="0"/>
                        <a:ea typeface="MS PGothic" panose="020B0600070205080204" pitchFamily="34" charset="-128"/>
                        <a:cs typeface="Times New Roman" panose="02020603050405020304" pitchFamily="18" charset="0"/>
                      </a:endParaRPr>
                    </a:p>
                  </a:txBody>
                  <a:tcPr marL="36830" marR="36830" marT="36830" marB="36830" anchor="ctr"/>
                </a:tc>
                <a:tc>
                  <a:txBody>
                    <a:bodyPr/>
                    <a:lstStyle/>
                    <a:p>
                      <a:pPr algn="just">
                        <a:spcAft>
                          <a:spcPts val="0"/>
                        </a:spcAft>
                      </a:pPr>
                      <a:r>
                        <a:rPr lang="es-CO" sz="1200" dirty="0">
                          <a:solidFill>
                            <a:schemeClr val="tx1"/>
                          </a:solidFill>
                        </a:rPr>
                        <a:t>Se refiere al formato bajo el cual se calificarán los cursos. Por ejemplo: numérico, cualitativo, entre otros. Los códigos de calificación se asocian a uno o varios modos de calificación, de manera que el profesor podrá utilizarlos según el modo de calificación que se establezca para el curso que dicta</a:t>
                      </a:r>
                      <a:r>
                        <a:rPr lang="es-419" sz="1200" dirty="0"/>
                        <a:t>.</a:t>
                      </a:r>
                      <a:endParaRPr lang="es-419" sz="1100" dirty="0">
                        <a:solidFill>
                          <a:srgbClr val="414042"/>
                        </a:solidFill>
                        <a:effectLst/>
                        <a:latin typeface="Arial" panose="020B0604020202020204" pitchFamily="34" charset="0"/>
                        <a:ea typeface="MS PGothic" panose="020B0600070205080204" pitchFamily="34" charset="-128"/>
                        <a:cs typeface="Times New Roman" panose="02020603050405020304" pitchFamily="18" charset="0"/>
                      </a:endParaRPr>
                    </a:p>
                  </a:txBody>
                  <a:tcPr marL="36830" marR="36830" marT="36830" marB="36830" anchor="ctr"/>
                </a:tc>
                <a:extLst>
                  <a:ext uri="{0D108BD9-81ED-4DB2-BD59-A6C34878D82A}">
                    <a16:rowId xmlns:a16="http://schemas.microsoft.com/office/drawing/2014/main" val="1227877135"/>
                  </a:ext>
                </a:extLst>
              </a:tr>
              <a:tr h="540000">
                <a:tc>
                  <a:txBody>
                    <a:bodyPr/>
                    <a:lstStyle/>
                    <a:p>
                      <a:pPr>
                        <a:spcAft>
                          <a:spcPts val="0"/>
                        </a:spcAft>
                      </a:pPr>
                      <a:r>
                        <a:rPr lang="es-CO" sz="1200" b="1" dirty="0">
                          <a:solidFill>
                            <a:srgbClr val="414042"/>
                          </a:solidFill>
                          <a:effectLst/>
                          <a:latin typeface="Arial" panose="020B0604020202020204" pitchFamily="34" charset="0"/>
                          <a:ea typeface="MS PGothic" panose="020B0600070205080204" pitchFamily="34" charset="-128"/>
                          <a:cs typeface="Times New Roman" panose="02020603050405020304" pitchFamily="18" charset="0"/>
                        </a:rPr>
                        <a:t>Códigos de calificación</a:t>
                      </a:r>
                    </a:p>
                  </a:txBody>
                  <a:tcPr marL="36830" marR="36830" marT="36830" marB="36830" anchor="ctr"/>
                </a:tc>
                <a:tc>
                  <a:txBody>
                    <a:bodyPr/>
                    <a:lstStyle/>
                    <a:p>
                      <a:pPr algn="just">
                        <a:spcAft>
                          <a:spcPts val="0"/>
                        </a:spcAft>
                      </a:pPr>
                      <a:r>
                        <a:rPr lang="es-CO" sz="1100" dirty="0">
                          <a:solidFill>
                            <a:schemeClr val="tx1"/>
                          </a:solidFill>
                        </a:rPr>
                        <a:t>Son los códigos que se asignan a las calificaciones de los cursos. Los códigos de calificación son los que se pueden registrar en el autoservicio o en el </a:t>
                      </a:r>
                      <a:r>
                        <a:rPr lang="es-CO" sz="1100" dirty="0" err="1">
                          <a:solidFill>
                            <a:schemeClr val="tx1"/>
                          </a:solidFill>
                        </a:rPr>
                        <a:t>backoffice</a:t>
                      </a:r>
                      <a:r>
                        <a:rPr lang="es-CO" sz="1100" dirty="0">
                          <a:solidFill>
                            <a:schemeClr val="tx1"/>
                          </a:solidFill>
                        </a:rPr>
                        <a:t>.</a:t>
                      </a:r>
                      <a:endParaRPr lang="es-419" sz="1100" dirty="0">
                        <a:solidFill>
                          <a:srgbClr val="414042"/>
                        </a:solidFill>
                        <a:effectLst/>
                        <a:latin typeface="Arial" panose="020B0604020202020204" pitchFamily="34" charset="0"/>
                        <a:ea typeface="MS PGothic" panose="020B0600070205080204" pitchFamily="34" charset="-128"/>
                        <a:cs typeface="Times New Roman" panose="02020603050405020304" pitchFamily="18" charset="0"/>
                      </a:endParaRPr>
                    </a:p>
                  </a:txBody>
                  <a:tcPr marL="36830" marR="36830" marT="36830" marB="36830" anchor="ctr"/>
                </a:tc>
                <a:extLst>
                  <a:ext uri="{0D108BD9-81ED-4DB2-BD59-A6C34878D82A}">
                    <a16:rowId xmlns:a16="http://schemas.microsoft.com/office/drawing/2014/main" val="2980877216"/>
                  </a:ext>
                </a:extLst>
              </a:tr>
              <a:tr h="540000">
                <a:tc>
                  <a:txBody>
                    <a:bodyPr/>
                    <a:lstStyle/>
                    <a:p>
                      <a:pPr>
                        <a:spcAft>
                          <a:spcPts val="0"/>
                        </a:spcAft>
                      </a:pPr>
                      <a:r>
                        <a:rPr lang="es-419" sz="1200" b="1" dirty="0">
                          <a:solidFill>
                            <a:srgbClr val="414042"/>
                          </a:solidFill>
                          <a:effectLst/>
                          <a:latin typeface="Arial" panose="020B0604020202020204" pitchFamily="34" charset="0"/>
                          <a:ea typeface="MS PGothic" panose="020B0600070205080204" pitchFamily="34" charset="-128"/>
                          <a:cs typeface="Times New Roman" panose="02020603050405020304" pitchFamily="18" charset="0"/>
                        </a:rPr>
                        <a:t>PGA</a:t>
                      </a:r>
                      <a:endParaRPr lang="es-CO" sz="1200" b="1" dirty="0">
                        <a:solidFill>
                          <a:srgbClr val="414042"/>
                        </a:solidFill>
                        <a:effectLst/>
                        <a:latin typeface="Arial" panose="020B0604020202020204" pitchFamily="34" charset="0"/>
                        <a:ea typeface="MS PGothic" panose="020B0600070205080204" pitchFamily="34" charset="-128"/>
                        <a:cs typeface="Times New Roman" panose="02020603050405020304" pitchFamily="18" charset="0"/>
                      </a:endParaRPr>
                    </a:p>
                  </a:txBody>
                  <a:tcPr marL="36830" marR="36830" marT="36830" marB="36830" anchor="ctr"/>
                </a:tc>
                <a:tc>
                  <a:txBody>
                    <a:bodyPr/>
                    <a:lstStyle/>
                    <a:p>
                      <a:pPr algn="just">
                        <a:spcAft>
                          <a:spcPts val="0"/>
                        </a:spcAft>
                      </a:pPr>
                      <a:r>
                        <a:rPr lang="es-CO" sz="1100" dirty="0">
                          <a:solidFill>
                            <a:schemeClr val="tx1"/>
                          </a:solidFill>
                        </a:rPr>
                        <a:t>Promedio de calificaciones del alumno.</a:t>
                      </a:r>
                      <a:endParaRPr lang="es-419" sz="1100" dirty="0">
                        <a:solidFill>
                          <a:srgbClr val="414042"/>
                        </a:solidFill>
                        <a:effectLst/>
                        <a:latin typeface="Arial" panose="020B0604020202020204" pitchFamily="34" charset="0"/>
                        <a:ea typeface="MS PGothic" panose="020B0600070205080204" pitchFamily="34" charset="-128"/>
                        <a:cs typeface="Times New Roman" panose="02020603050405020304" pitchFamily="18" charset="0"/>
                      </a:endParaRPr>
                    </a:p>
                  </a:txBody>
                  <a:tcPr marL="36830" marR="36830" marT="36830" marB="36830" anchor="ctr"/>
                </a:tc>
                <a:extLst>
                  <a:ext uri="{0D108BD9-81ED-4DB2-BD59-A6C34878D82A}">
                    <a16:rowId xmlns:a16="http://schemas.microsoft.com/office/drawing/2014/main" val="3102681404"/>
                  </a:ext>
                </a:extLst>
              </a:tr>
              <a:tr h="540000">
                <a:tc>
                  <a:txBody>
                    <a:bodyPr/>
                    <a:lstStyle/>
                    <a:p>
                      <a:pPr>
                        <a:spcAft>
                          <a:spcPts val="0"/>
                        </a:spcAft>
                      </a:pPr>
                      <a:r>
                        <a:rPr lang="es-CO" sz="1200" b="1" dirty="0">
                          <a:solidFill>
                            <a:srgbClr val="414042"/>
                          </a:solidFill>
                          <a:effectLst/>
                          <a:latin typeface="Arial" panose="020B0604020202020204" pitchFamily="34" charset="0"/>
                          <a:ea typeface="MS PGothic" panose="020B0600070205080204" pitchFamily="34" charset="-128"/>
                          <a:cs typeface="Times New Roman" panose="02020603050405020304" pitchFamily="18" charset="0"/>
                        </a:rPr>
                        <a:t>Porcentaje aprobado</a:t>
                      </a:r>
                    </a:p>
                  </a:txBody>
                  <a:tcPr marL="36830" marR="36830" marT="36830" marB="36830" anchor="ctr"/>
                </a:tc>
                <a:tc>
                  <a:txBody>
                    <a:bodyPr/>
                    <a:lstStyle/>
                    <a:p>
                      <a:pPr algn="just">
                        <a:spcAft>
                          <a:spcPts val="0"/>
                        </a:spcAft>
                      </a:pPr>
                      <a:r>
                        <a:rPr lang="es-CO" sz="1100" dirty="0"/>
                        <a:t>Porcentaje mínimo que debe obtener el alumno para recibir una calificación aprobatoria en sus calificaciones parciales.</a:t>
                      </a:r>
                      <a:endParaRPr lang="es-419" sz="1100" dirty="0">
                        <a:solidFill>
                          <a:srgbClr val="414042"/>
                        </a:solidFill>
                        <a:effectLst/>
                        <a:latin typeface="Arial" panose="020B0604020202020204" pitchFamily="34" charset="0"/>
                        <a:ea typeface="MS PGothic" panose="020B0600070205080204" pitchFamily="34" charset="-128"/>
                        <a:cs typeface="Times New Roman" panose="02020603050405020304" pitchFamily="18" charset="0"/>
                      </a:endParaRPr>
                    </a:p>
                  </a:txBody>
                  <a:tcPr marL="36830" marR="36830" marT="36830" marB="36830" anchor="ctr"/>
                </a:tc>
                <a:extLst>
                  <a:ext uri="{0D108BD9-81ED-4DB2-BD59-A6C34878D82A}">
                    <a16:rowId xmlns:a16="http://schemas.microsoft.com/office/drawing/2014/main" val="142819842"/>
                  </a:ext>
                </a:extLst>
              </a:tr>
              <a:tr h="540000">
                <a:tc>
                  <a:txBody>
                    <a:bodyPr/>
                    <a:lstStyle/>
                    <a:p>
                      <a:pPr>
                        <a:spcAft>
                          <a:spcPts val="0"/>
                        </a:spcAft>
                      </a:pPr>
                      <a:r>
                        <a:rPr lang="es-CO" sz="1200" b="1" dirty="0">
                          <a:solidFill>
                            <a:srgbClr val="414042"/>
                          </a:solidFill>
                          <a:effectLst/>
                          <a:latin typeface="Arial" panose="020B0604020202020204" pitchFamily="34" charset="0"/>
                          <a:ea typeface="MS PGothic" panose="020B0600070205080204" pitchFamily="34" charset="-128"/>
                          <a:cs typeface="Times New Roman" panose="02020603050405020304" pitchFamily="18" charset="0"/>
                        </a:rPr>
                        <a:t>Calificación intentada</a:t>
                      </a:r>
                    </a:p>
                  </a:txBody>
                  <a:tcPr marL="36830" marR="36830" marT="36830" marB="36830" anchor="ctr"/>
                </a:tc>
                <a:tc>
                  <a:txBody>
                    <a:bodyPr/>
                    <a:lstStyle/>
                    <a:p>
                      <a:pPr algn="just">
                        <a:spcAft>
                          <a:spcPts val="0"/>
                        </a:spcAft>
                      </a:pPr>
                      <a:r>
                        <a:rPr lang="es-CO" sz="1100" dirty="0">
                          <a:solidFill>
                            <a:schemeClr val="tx1"/>
                          </a:solidFill>
                        </a:rPr>
                        <a:t>Es aquella obtenida por los cursos registrados por los estudiantes.</a:t>
                      </a:r>
                      <a:endParaRPr lang="es-419" sz="1100" dirty="0">
                        <a:solidFill>
                          <a:srgbClr val="414042"/>
                        </a:solidFill>
                        <a:effectLst/>
                        <a:latin typeface="Arial" panose="020B0604020202020204" pitchFamily="34" charset="0"/>
                        <a:ea typeface="MS PGothic" panose="020B0600070205080204" pitchFamily="34" charset="-128"/>
                        <a:cs typeface="Times New Roman" panose="02020603050405020304" pitchFamily="18" charset="0"/>
                      </a:endParaRPr>
                    </a:p>
                  </a:txBody>
                  <a:tcPr marL="36830" marR="36830" marT="36830" marB="36830" anchor="ctr"/>
                </a:tc>
                <a:extLst>
                  <a:ext uri="{0D108BD9-81ED-4DB2-BD59-A6C34878D82A}">
                    <a16:rowId xmlns:a16="http://schemas.microsoft.com/office/drawing/2014/main" val="208974640"/>
                  </a:ext>
                </a:extLst>
              </a:tr>
              <a:tr h="540000">
                <a:tc>
                  <a:txBody>
                    <a:bodyPr/>
                    <a:lstStyle/>
                    <a:p>
                      <a:pPr>
                        <a:spcAft>
                          <a:spcPts val="0"/>
                        </a:spcAft>
                      </a:pPr>
                      <a:r>
                        <a:rPr lang="es-CO" sz="1200" b="1" dirty="0">
                          <a:solidFill>
                            <a:srgbClr val="414042"/>
                          </a:solidFill>
                          <a:effectLst/>
                          <a:latin typeface="Arial" panose="020B0604020202020204" pitchFamily="34" charset="0"/>
                          <a:ea typeface="MS PGothic" panose="020B0600070205080204" pitchFamily="34" charset="-128"/>
                          <a:cs typeface="Times New Roman" panose="02020603050405020304" pitchFamily="18" charset="0"/>
                        </a:rPr>
                        <a:t>Calificación aprobada</a:t>
                      </a:r>
                    </a:p>
                  </a:txBody>
                  <a:tcPr marL="36830" marR="36830" marT="36830" marB="36830" anchor="ctr"/>
                </a:tc>
                <a:tc>
                  <a:txBody>
                    <a:bodyPr/>
                    <a:lstStyle/>
                    <a:p>
                      <a:pPr algn="just">
                        <a:spcAft>
                          <a:spcPts val="0"/>
                        </a:spcAft>
                      </a:pPr>
                      <a:r>
                        <a:rPr lang="es-CO" sz="1100" dirty="0">
                          <a:solidFill>
                            <a:schemeClr val="tx1"/>
                          </a:solidFill>
                        </a:rPr>
                        <a:t>Es aquella con la cual el estudiante completa los objetivos del curso, según las políticas de la institución.</a:t>
                      </a:r>
                      <a:endParaRPr lang="es-419" sz="1100" dirty="0">
                        <a:solidFill>
                          <a:srgbClr val="414042"/>
                        </a:solidFill>
                        <a:effectLst/>
                        <a:latin typeface="Arial" panose="020B0604020202020204" pitchFamily="34" charset="0"/>
                        <a:ea typeface="MS PGothic" panose="020B0600070205080204" pitchFamily="34" charset="-128"/>
                        <a:cs typeface="Times New Roman" panose="02020603050405020304" pitchFamily="18" charset="0"/>
                      </a:endParaRPr>
                    </a:p>
                  </a:txBody>
                  <a:tcPr marL="36830" marR="36830" marT="36830" marB="36830" anchor="ctr"/>
                </a:tc>
                <a:extLst>
                  <a:ext uri="{0D108BD9-81ED-4DB2-BD59-A6C34878D82A}">
                    <a16:rowId xmlns:a16="http://schemas.microsoft.com/office/drawing/2014/main" val="1310462536"/>
                  </a:ext>
                </a:extLst>
              </a:tr>
              <a:tr h="540000">
                <a:tc>
                  <a:txBody>
                    <a:bodyPr/>
                    <a:lstStyle/>
                    <a:p>
                      <a:pPr>
                        <a:spcAft>
                          <a:spcPts val="0"/>
                        </a:spcAft>
                      </a:pPr>
                      <a:r>
                        <a:rPr lang="es-CO" sz="1200" b="1" dirty="0">
                          <a:solidFill>
                            <a:srgbClr val="414042"/>
                          </a:solidFill>
                          <a:effectLst/>
                          <a:latin typeface="Arial" panose="020B0604020202020204" pitchFamily="34" charset="0"/>
                          <a:ea typeface="MS PGothic" panose="020B0600070205080204" pitchFamily="34" charset="-128"/>
                          <a:cs typeface="Times New Roman" panose="02020603050405020304" pitchFamily="18" charset="0"/>
                        </a:rPr>
                        <a:t>Calificación ganada</a:t>
                      </a:r>
                    </a:p>
                  </a:txBody>
                  <a:tcPr marL="36830" marR="36830" marT="36830" marB="36830" anchor="ctr"/>
                </a:tc>
                <a:tc>
                  <a:txBody>
                    <a:bodyPr/>
                    <a:lstStyle/>
                    <a:p>
                      <a:pPr algn="just">
                        <a:spcAft>
                          <a:spcPts val="0"/>
                        </a:spcAft>
                      </a:pPr>
                      <a:r>
                        <a:rPr lang="es-CO" sz="1100" dirty="0">
                          <a:solidFill>
                            <a:schemeClr val="tx1"/>
                          </a:solidFill>
                        </a:rPr>
                        <a:t>Es aquella que se toma en cuenta como curso cumplido dentro de la malla curricular, al correr el proceso de cumplimiento del Programa.</a:t>
                      </a:r>
                      <a:endParaRPr lang="es-419" sz="1100" dirty="0">
                        <a:solidFill>
                          <a:srgbClr val="414042"/>
                        </a:solidFill>
                        <a:effectLst/>
                        <a:latin typeface="Arial" panose="020B0604020202020204" pitchFamily="34" charset="0"/>
                        <a:ea typeface="MS PGothic" panose="020B0600070205080204" pitchFamily="34" charset="-128"/>
                        <a:cs typeface="Times New Roman" panose="02020603050405020304" pitchFamily="18" charset="0"/>
                      </a:endParaRPr>
                    </a:p>
                  </a:txBody>
                  <a:tcPr marL="36830" marR="36830" marT="36830" marB="36830" anchor="ctr"/>
                </a:tc>
                <a:extLst>
                  <a:ext uri="{0D108BD9-81ED-4DB2-BD59-A6C34878D82A}">
                    <a16:rowId xmlns:a16="http://schemas.microsoft.com/office/drawing/2014/main" val="1717769090"/>
                  </a:ext>
                </a:extLst>
              </a:tr>
              <a:tr h="540000">
                <a:tc>
                  <a:txBody>
                    <a:bodyPr/>
                    <a:lstStyle/>
                    <a:p>
                      <a:pPr>
                        <a:spcAft>
                          <a:spcPts val="0"/>
                        </a:spcAft>
                      </a:pPr>
                      <a:r>
                        <a:rPr lang="es-CO" sz="1200" b="1" dirty="0">
                          <a:solidFill>
                            <a:srgbClr val="414042"/>
                          </a:solidFill>
                          <a:effectLst/>
                          <a:latin typeface="Arial" panose="020B0604020202020204" pitchFamily="34" charset="0"/>
                          <a:ea typeface="MS PGothic" panose="020B0600070205080204" pitchFamily="34" charset="-128"/>
                          <a:cs typeface="Times New Roman" panose="02020603050405020304" pitchFamily="18" charset="0"/>
                        </a:rPr>
                        <a:t>Calificación Parcial</a:t>
                      </a:r>
                    </a:p>
                  </a:txBody>
                  <a:tcPr marL="36830" marR="36830" marT="36830" marB="36830" anchor="ctr"/>
                </a:tc>
                <a:tc>
                  <a:txBody>
                    <a:bodyPr/>
                    <a:lstStyle/>
                    <a:p>
                      <a:pPr algn="just">
                        <a:spcAft>
                          <a:spcPts val="0"/>
                        </a:spcAft>
                      </a:pPr>
                      <a:r>
                        <a:rPr lang="es-CO" sz="1100" dirty="0"/>
                        <a:t>Calificaciones obtenidas a lo largo del periodo académico por un estudiante en una asignatura.</a:t>
                      </a:r>
                      <a:endParaRPr lang="es-419" sz="1100" dirty="0">
                        <a:solidFill>
                          <a:srgbClr val="414042"/>
                        </a:solidFill>
                        <a:effectLst/>
                        <a:latin typeface="Arial" panose="020B0604020202020204" pitchFamily="34" charset="0"/>
                        <a:ea typeface="MS PGothic" panose="020B0600070205080204" pitchFamily="34" charset="-128"/>
                        <a:cs typeface="Times New Roman" panose="02020603050405020304" pitchFamily="18" charset="0"/>
                      </a:endParaRPr>
                    </a:p>
                  </a:txBody>
                  <a:tcPr marL="36830" marR="36830" marT="36830" marB="36830" anchor="ctr"/>
                </a:tc>
                <a:extLst>
                  <a:ext uri="{0D108BD9-81ED-4DB2-BD59-A6C34878D82A}">
                    <a16:rowId xmlns:a16="http://schemas.microsoft.com/office/drawing/2014/main" val="1117023059"/>
                  </a:ext>
                </a:extLst>
              </a:tr>
              <a:tr h="540000">
                <a:tc>
                  <a:txBody>
                    <a:bodyPr/>
                    <a:lstStyle/>
                    <a:p>
                      <a:pPr>
                        <a:spcAft>
                          <a:spcPts val="0"/>
                        </a:spcAft>
                      </a:pPr>
                      <a:r>
                        <a:rPr lang="es-CO" sz="1200" b="1" dirty="0">
                          <a:solidFill>
                            <a:srgbClr val="414042"/>
                          </a:solidFill>
                          <a:effectLst/>
                          <a:latin typeface="Arial" panose="020B0604020202020204" pitchFamily="34" charset="0"/>
                          <a:ea typeface="MS PGothic" panose="020B0600070205080204" pitchFamily="34" charset="-128"/>
                          <a:cs typeface="Times New Roman" panose="02020603050405020304" pitchFamily="18" charset="0"/>
                        </a:rPr>
                        <a:t>Calificación Final</a:t>
                      </a:r>
                    </a:p>
                  </a:txBody>
                  <a:tcPr marL="36830" marR="36830" marT="36830" marB="36830" anchor="ctr"/>
                </a:tc>
                <a:tc>
                  <a:txBody>
                    <a:bodyPr/>
                    <a:lstStyle/>
                    <a:p>
                      <a:pPr algn="just">
                        <a:spcAft>
                          <a:spcPts val="0"/>
                        </a:spcAft>
                      </a:pPr>
                      <a:r>
                        <a:rPr lang="es-CO" sz="1100" dirty="0"/>
                        <a:t>Calificación final que obtiene un estudiante en una asignatura, que determina si ha aprobado o reprobado. Comúnmente es un promedio ponderado de las calificaciones parciales obtenidas a lo largo del periodo académico.</a:t>
                      </a:r>
                      <a:endParaRPr lang="es-419" sz="1100" dirty="0">
                        <a:solidFill>
                          <a:srgbClr val="414042"/>
                        </a:solidFill>
                        <a:effectLst/>
                        <a:latin typeface="Arial" panose="020B0604020202020204" pitchFamily="34" charset="0"/>
                        <a:ea typeface="MS PGothic" panose="020B0600070205080204" pitchFamily="34" charset="-128"/>
                        <a:cs typeface="Times New Roman" panose="02020603050405020304" pitchFamily="18" charset="0"/>
                      </a:endParaRPr>
                    </a:p>
                  </a:txBody>
                  <a:tcPr marL="36830" marR="36830" marT="36830" marB="36830" anchor="ctr"/>
                </a:tc>
                <a:extLst>
                  <a:ext uri="{0D108BD9-81ED-4DB2-BD59-A6C34878D82A}">
                    <a16:rowId xmlns:a16="http://schemas.microsoft.com/office/drawing/2014/main" val="1324545965"/>
                  </a:ext>
                </a:extLst>
              </a:tr>
            </a:tbl>
          </a:graphicData>
        </a:graphic>
      </p:graphicFrame>
    </p:spTree>
    <p:extLst>
      <p:ext uri="{BB962C8B-B14F-4D97-AF65-F5344CB8AC3E}">
        <p14:creationId xmlns:p14="http://schemas.microsoft.com/office/powerpoint/2010/main" val="19003498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ubtitle 5"/>
          <p:cNvSpPr>
            <a:spLocks noGrp="1"/>
          </p:cNvSpPr>
          <p:nvPr>
            <p:ph type="body" orient="vert" sz="quarter" idx="10"/>
          </p:nvPr>
        </p:nvSpPr>
        <p:spPr/>
        <p:txBody>
          <a:bodyPr/>
          <a:lstStyle/>
          <a:p>
            <a:r>
              <a:rPr lang="es-ES" dirty="0"/>
              <a:t>Configurar escalas de calificación</a:t>
            </a:r>
            <a:endParaRPr lang="es-ES_tradnl" dirty="0"/>
          </a:p>
        </p:txBody>
      </p:sp>
      <p:sp>
        <p:nvSpPr>
          <p:cNvPr id="2" name="Title 1"/>
          <p:cNvSpPr>
            <a:spLocks noGrp="1"/>
          </p:cNvSpPr>
          <p:nvPr>
            <p:ph type="title"/>
          </p:nvPr>
        </p:nvSpPr>
        <p:spPr/>
        <p:txBody>
          <a:bodyPr/>
          <a:lstStyle/>
          <a:p>
            <a:r>
              <a:rPr lang="es-ES_tradnl" dirty="0"/>
              <a:t>Configuraciones</a:t>
            </a:r>
          </a:p>
        </p:txBody>
      </p:sp>
      <p:sp>
        <p:nvSpPr>
          <p:cNvPr id="3" name="Marcador de texto 2">
            <a:extLst>
              <a:ext uri="{FF2B5EF4-FFF2-40B4-BE49-F238E27FC236}">
                <a16:creationId xmlns:a16="http://schemas.microsoft.com/office/drawing/2014/main" id="{04AA9394-E69C-C63E-8DAA-4B80F997EEAB}"/>
              </a:ext>
            </a:extLst>
          </p:cNvPr>
          <p:cNvSpPr>
            <a:spLocks noGrp="1"/>
          </p:cNvSpPr>
          <p:nvPr>
            <p:ph type="body" sz="quarter" idx="18"/>
          </p:nvPr>
        </p:nvSpPr>
        <p:spPr/>
        <p:txBody>
          <a:bodyPr/>
          <a:lstStyle/>
          <a:p>
            <a:endParaRPr lang="es-419"/>
          </a:p>
        </p:txBody>
      </p:sp>
    </p:spTree>
    <p:extLst>
      <p:ext uri="{BB962C8B-B14F-4D97-AF65-F5344CB8AC3E}">
        <p14:creationId xmlns:p14="http://schemas.microsoft.com/office/powerpoint/2010/main" val="100196484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481E2B-998C-9AE1-C7E8-529788D2F6F6}"/>
            </a:ext>
          </a:extLst>
        </p:cNvPr>
        <p:cNvGrpSpPr/>
        <p:nvPr/>
      </p:nvGrpSpPr>
      <p:grpSpPr>
        <a:xfrm>
          <a:off x="0" y="0"/>
          <a:ext cx="0" cy="0"/>
          <a:chOff x="0" y="0"/>
          <a:chExt cx="0" cy="0"/>
        </a:xfrm>
      </p:grpSpPr>
      <p:sp>
        <p:nvSpPr>
          <p:cNvPr id="6" name="Subtitle 5">
            <a:extLst>
              <a:ext uri="{FF2B5EF4-FFF2-40B4-BE49-F238E27FC236}">
                <a16:creationId xmlns:a16="http://schemas.microsoft.com/office/drawing/2014/main" id="{16B45CE0-978C-69DF-DE2B-422819976F9D}"/>
              </a:ext>
            </a:extLst>
          </p:cNvPr>
          <p:cNvSpPr>
            <a:spLocks noGrp="1"/>
          </p:cNvSpPr>
          <p:nvPr>
            <p:ph type="body" orient="vert" sz="quarter" idx="10"/>
          </p:nvPr>
        </p:nvSpPr>
        <p:spPr/>
        <p:txBody>
          <a:bodyPr/>
          <a:lstStyle/>
          <a:p>
            <a:r>
              <a:rPr lang="es-ES" dirty="0"/>
              <a:t>Configurar escalas de calificación</a:t>
            </a:r>
            <a:endParaRPr lang="es-ES_tradnl" dirty="0"/>
          </a:p>
        </p:txBody>
      </p:sp>
      <p:sp>
        <p:nvSpPr>
          <p:cNvPr id="2" name="Title 1">
            <a:extLst>
              <a:ext uri="{FF2B5EF4-FFF2-40B4-BE49-F238E27FC236}">
                <a16:creationId xmlns:a16="http://schemas.microsoft.com/office/drawing/2014/main" id="{DCE3D26E-56A2-E491-21B0-33DF8403D7DF}"/>
              </a:ext>
            </a:extLst>
          </p:cNvPr>
          <p:cNvSpPr>
            <a:spLocks noGrp="1"/>
          </p:cNvSpPr>
          <p:nvPr>
            <p:ph type="title"/>
          </p:nvPr>
        </p:nvSpPr>
        <p:spPr/>
        <p:txBody>
          <a:bodyPr/>
          <a:lstStyle/>
          <a:p>
            <a:r>
              <a:rPr lang="es-ES" dirty="0"/>
              <a:t>Modo de calificar</a:t>
            </a:r>
            <a:endParaRPr lang="es-ES_tradnl" dirty="0"/>
          </a:p>
        </p:txBody>
      </p:sp>
      <p:sp>
        <p:nvSpPr>
          <p:cNvPr id="4" name="Marcador de texto 2">
            <a:extLst>
              <a:ext uri="{FF2B5EF4-FFF2-40B4-BE49-F238E27FC236}">
                <a16:creationId xmlns:a16="http://schemas.microsoft.com/office/drawing/2014/main" id="{E35785DB-2C31-8C04-A1B4-8B9033253118}"/>
              </a:ext>
            </a:extLst>
          </p:cNvPr>
          <p:cNvSpPr>
            <a:spLocks noGrp="1"/>
          </p:cNvSpPr>
          <p:nvPr>
            <p:ph type="body" sz="quarter" idx="18"/>
          </p:nvPr>
        </p:nvSpPr>
        <p:spPr>
          <a:xfrm>
            <a:off x="1104900" y="3652838"/>
            <a:ext cx="7092950" cy="774700"/>
          </a:xfrm>
        </p:spPr>
        <p:txBody>
          <a:bodyPr/>
          <a:lstStyle/>
          <a:p>
            <a:r>
              <a:rPr lang="es-CO" dirty="0"/>
              <a:t>Modos de calificación que tendrá cada uno de los códigos de calificación</a:t>
            </a:r>
            <a:endParaRPr lang="es-ES_tradnl" dirty="0"/>
          </a:p>
        </p:txBody>
      </p:sp>
    </p:spTree>
    <p:extLst>
      <p:ext uri="{BB962C8B-B14F-4D97-AF65-F5344CB8AC3E}">
        <p14:creationId xmlns:p14="http://schemas.microsoft.com/office/powerpoint/2010/main" val="419216467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Imagen 9">
            <a:extLst>
              <a:ext uri="{FF2B5EF4-FFF2-40B4-BE49-F238E27FC236}">
                <a16:creationId xmlns:a16="http://schemas.microsoft.com/office/drawing/2014/main" id="{82C5C68A-14A6-8694-CC8B-9AA21AFDBAA9}"/>
              </a:ext>
            </a:extLst>
          </p:cNvPr>
          <p:cNvPicPr>
            <a:picLocks noChangeAspect="1"/>
          </p:cNvPicPr>
          <p:nvPr/>
        </p:nvPicPr>
        <p:blipFill>
          <a:blip r:embed="rId3"/>
          <a:stretch>
            <a:fillRect/>
          </a:stretch>
        </p:blipFill>
        <p:spPr>
          <a:xfrm>
            <a:off x="687662" y="1134470"/>
            <a:ext cx="10961413" cy="5169401"/>
          </a:xfrm>
          <a:prstGeom prst="rect">
            <a:avLst/>
          </a:prstGeom>
        </p:spPr>
      </p:pic>
      <p:sp>
        <p:nvSpPr>
          <p:cNvPr id="2" name="Marcador de texto vertical 1">
            <a:extLst>
              <a:ext uri="{FF2B5EF4-FFF2-40B4-BE49-F238E27FC236}">
                <a16:creationId xmlns:a16="http://schemas.microsoft.com/office/drawing/2014/main" id="{23BA1EC3-F28D-706C-1D09-F75F6970B207}"/>
              </a:ext>
            </a:extLst>
          </p:cNvPr>
          <p:cNvSpPr>
            <a:spLocks noGrp="1"/>
          </p:cNvSpPr>
          <p:nvPr>
            <p:ph type="body" orient="vert" sz="quarter" idx="17"/>
          </p:nvPr>
        </p:nvSpPr>
        <p:spPr/>
        <p:txBody>
          <a:bodyPr/>
          <a:lstStyle/>
          <a:p>
            <a:r>
              <a:rPr lang="es-419" dirty="0"/>
              <a:t>Configurar escalas de calificación</a:t>
            </a:r>
          </a:p>
        </p:txBody>
      </p:sp>
      <p:sp>
        <p:nvSpPr>
          <p:cNvPr id="13" name="Title 12"/>
          <p:cNvSpPr>
            <a:spLocks noGrp="1"/>
          </p:cNvSpPr>
          <p:nvPr>
            <p:ph type="title"/>
          </p:nvPr>
        </p:nvSpPr>
        <p:spPr>
          <a:xfrm>
            <a:off x="861398" y="324440"/>
            <a:ext cx="10477497" cy="898555"/>
          </a:xfrm>
        </p:spPr>
        <p:txBody>
          <a:bodyPr/>
          <a:lstStyle/>
          <a:p>
            <a:r>
              <a:rPr lang="es-ES_tradnl" dirty="0">
                <a:solidFill>
                  <a:schemeClr val="accent1"/>
                </a:solidFill>
              </a:rPr>
              <a:t> </a:t>
            </a:r>
            <a:r>
              <a:rPr lang="es-ES_tradnl" b="1" dirty="0">
                <a:solidFill>
                  <a:schemeClr val="accent1"/>
                </a:solidFill>
              </a:rPr>
              <a:t>Modo de calificar </a:t>
            </a:r>
          </a:p>
        </p:txBody>
      </p:sp>
      <p:sp>
        <p:nvSpPr>
          <p:cNvPr id="8" name="Rectángulo redondeado 5">
            <a:extLst>
              <a:ext uri="{FF2B5EF4-FFF2-40B4-BE49-F238E27FC236}">
                <a16:creationId xmlns:a16="http://schemas.microsoft.com/office/drawing/2014/main" id="{5C365D31-D788-0F72-0C35-969C91A0AC7A}"/>
              </a:ext>
            </a:extLst>
          </p:cNvPr>
          <p:cNvSpPr/>
          <p:nvPr/>
        </p:nvSpPr>
        <p:spPr>
          <a:xfrm>
            <a:off x="1383133" y="4644353"/>
            <a:ext cx="9891224" cy="1153332"/>
          </a:xfrm>
          <a:prstGeom prst="roundRect">
            <a:avLst/>
          </a:prstGeom>
          <a:ln/>
        </p:spPr>
        <p:style>
          <a:lnRef idx="3">
            <a:schemeClr val="lt1"/>
          </a:lnRef>
          <a:fillRef idx="1">
            <a:schemeClr val="accent1"/>
          </a:fillRef>
          <a:effectRef idx="1">
            <a:schemeClr val="accent1"/>
          </a:effectRef>
          <a:fontRef idx="minor">
            <a:schemeClr val="lt1"/>
          </a:fontRef>
        </p:style>
        <p:txBody>
          <a:bodyPr lIns="91440" tIns="45720" rIns="91440" bIns="45720" rtlCol="0" anchor="ctr"/>
          <a:lstStyle/>
          <a:p>
            <a:r>
              <a:rPr lang="es-ES_tradnl" sz="1200" dirty="0"/>
              <a:t>Los modos de calificar definidos están en la página STVGMOD. Si desea crear un nuevo código siga los pasos que a continuación se indican:</a:t>
            </a:r>
          </a:p>
          <a:p>
            <a:pPr marL="228600" indent="-228600">
              <a:buFont typeface="+mj-lt"/>
              <a:buAutoNum type="arabicPeriod"/>
            </a:pPr>
            <a:r>
              <a:rPr lang="es-ES_tradnl" sz="1200" dirty="0"/>
              <a:t>Para ingresar un nuevo código debe hacer clic en </a:t>
            </a:r>
            <a:r>
              <a:rPr lang="es-ES_tradnl" sz="1200" b="1" dirty="0"/>
              <a:t>Insertar</a:t>
            </a:r>
          </a:p>
          <a:p>
            <a:pPr marL="228600" indent="-228600">
              <a:buFont typeface="+mj-lt"/>
              <a:buAutoNum type="arabicPeriod"/>
            </a:pPr>
            <a:r>
              <a:rPr lang="es-ES_tradnl" sz="1200" dirty="0"/>
              <a:t>Ingrese el </a:t>
            </a:r>
            <a:r>
              <a:rPr lang="es-ES_tradnl" sz="1200" b="1" dirty="0"/>
              <a:t>código</a:t>
            </a:r>
            <a:r>
              <a:rPr lang="es-ES_tradnl" sz="1200" dirty="0"/>
              <a:t> código para el modo de calificación (máximo 30 caracteres)</a:t>
            </a:r>
          </a:p>
          <a:p>
            <a:pPr marL="228600" indent="-228600">
              <a:buFont typeface="+mj-lt"/>
              <a:buAutoNum type="arabicPeriod"/>
            </a:pPr>
            <a:r>
              <a:rPr lang="es-ES_tradnl" sz="1200" dirty="0"/>
              <a:t>Incorpore la </a:t>
            </a:r>
            <a:r>
              <a:rPr lang="es-ES_tradnl" sz="1200" b="1" dirty="0"/>
              <a:t>Descripción</a:t>
            </a:r>
            <a:r>
              <a:rPr lang="es-ES_tradnl" sz="1200" dirty="0"/>
              <a:t> del código correspondiente</a:t>
            </a:r>
          </a:p>
          <a:p>
            <a:pPr marL="228600" indent="-228600">
              <a:buFont typeface="+mj-lt"/>
              <a:buAutoNum type="arabicPeriod"/>
            </a:pPr>
            <a:r>
              <a:rPr lang="es-ES_tradnl" sz="1200" b="1" dirty="0"/>
              <a:t>Guarde</a:t>
            </a:r>
            <a:r>
              <a:rPr lang="es-ES_tradnl" sz="1200" dirty="0"/>
              <a:t> la información</a:t>
            </a:r>
          </a:p>
        </p:txBody>
      </p:sp>
      <p:sp>
        <p:nvSpPr>
          <p:cNvPr id="5" name="Rectángulo 4">
            <a:extLst>
              <a:ext uri="{FF2B5EF4-FFF2-40B4-BE49-F238E27FC236}">
                <a16:creationId xmlns:a16="http://schemas.microsoft.com/office/drawing/2014/main" id="{6F2013EE-46B9-C4DD-B459-AB845E83A9D6}"/>
              </a:ext>
            </a:extLst>
          </p:cNvPr>
          <p:cNvSpPr/>
          <p:nvPr/>
        </p:nvSpPr>
        <p:spPr>
          <a:xfrm>
            <a:off x="10464116" y="1119250"/>
            <a:ext cx="469773" cy="152384"/>
          </a:xfrm>
          <a:prstGeom prst="rect">
            <a:avLst/>
          </a:prstGeom>
          <a:noFill/>
          <a:ln w="28575">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sz="2400"/>
          </a:p>
        </p:txBody>
      </p:sp>
      <p:sp>
        <p:nvSpPr>
          <p:cNvPr id="6" name="CuadroTexto 5">
            <a:extLst>
              <a:ext uri="{FF2B5EF4-FFF2-40B4-BE49-F238E27FC236}">
                <a16:creationId xmlns:a16="http://schemas.microsoft.com/office/drawing/2014/main" id="{3C2ECC01-59B8-861F-7327-99A7E847FB94}"/>
              </a:ext>
            </a:extLst>
          </p:cNvPr>
          <p:cNvSpPr txBox="1"/>
          <p:nvPr/>
        </p:nvSpPr>
        <p:spPr>
          <a:xfrm>
            <a:off x="10894879" y="1733718"/>
            <a:ext cx="301753" cy="215444"/>
          </a:xfrm>
          <a:prstGeom prst="rect">
            <a:avLst/>
          </a:prstGeom>
          <a:solidFill>
            <a:schemeClr val="accent1"/>
          </a:solidFill>
        </p:spPr>
        <p:txBody>
          <a:bodyPr wrap="square" rtlCol="0">
            <a:spAutoFit/>
          </a:bodyPr>
          <a:lstStyle/>
          <a:p>
            <a:r>
              <a:rPr lang="es-CO" sz="800" b="1" dirty="0">
                <a:solidFill>
                  <a:schemeClr val="bg1"/>
                </a:solidFill>
              </a:rPr>
              <a:t>1</a:t>
            </a:r>
            <a:endParaRPr lang="en-US" sz="800" b="1" dirty="0">
              <a:solidFill>
                <a:schemeClr val="bg1"/>
              </a:solidFill>
            </a:endParaRPr>
          </a:p>
        </p:txBody>
      </p:sp>
      <p:sp>
        <p:nvSpPr>
          <p:cNvPr id="9" name="CuadroTexto 8">
            <a:extLst>
              <a:ext uri="{FF2B5EF4-FFF2-40B4-BE49-F238E27FC236}">
                <a16:creationId xmlns:a16="http://schemas.microsoft.com/office/drawing/2014/main" id="{FA97A25A-2F57-C4FD-30F2-9768EA11FFDF}"/>
              </a:ext>
            </a:extLst>
          </p:cNvPr>
          <p:cNvSpPr txBox="1"/>
          <p:nvPr/>
        </p:nvSpPr>
        <p:spPr>
          <a:xfrm>
            <a:off x="990293" y="1875314"/>
            <a:ext cx="301753" cy="215444"/>
          </a:xfrm>
          <a:prstGeom prst="rect">
            <a:avLst/>
          </a:prstGeom>
          <a:solidFill>
            <a:schemeClr val="accent1"/>
          </a:solidFill>
        </p:spPr>
        <p:txBody>
          <a:bodyPr wrap="square" rtlCol="0">
            <a:spAutoFit/>
          </a:bodyPr>
          <a:lstStyle/>
          <a:p>
            <a:r>
              <a:rPr lang="es-CO" sz="800" b="1" dirty="0">
                <a:solidFill>
                  <a:schemeClr val="bg1"/>
                </a:solidFill>
              </a:rPr>
              <a:t>2</a:t>
            </a:r>
            <a:endParaRPr lang="en-US" sz="800" b="1" dirty="0">
              <a:solidFill>
                <a:schemeClr val="bg1"/>
              </a:solidFill>
            </a:endParaRPr>
          </a:p>
        </p:txBody>
      </p:sp>
      <p:sp>
        <p:nvSpPr>
          <p:cNvPr id="12" name="CuadroTexto 11">
            <a:extLst>
              <a:ext uri="{FF2B5EF4-FFF2-40B4-BE49-F238E27FC236}">
                <a16:creationId xmlns:a16="http://schemas.microsoft.com/office/drawing/2014/main" id="{8477C030-BD76-2C65-DAAA-1C79347D85C5}"/>
              </a:ext>
            </a:extLst>
          </p:cNvPr>
          <p:cNvSpPr txBox="1"/>
          <p:nvPr/>
        </p:nvSpPr>
        <p:spPr>
          <a:xfrm>
            <a:off x="2779281" y="1894118"/>
            <a:ext cx="301753" cy="215444"/>
          </a:xfrm>
          <a:prstGeom prst="rect">
            <a:avLst/>
          </a:prstGeom>
          <a:solidFill>
            <a:schemeClr val="accent1"/>
          </a:solidFill>
        </p:spPr>
        <p:txBody>
          <a:bodyPr wrap="square" rtlCol="0">
            <a:spAutoFit/>
          </a:bodyPr>
          <a:lstStyle/>
          <a:p>
            <a:r>
              <a:rPr lang="en-US" sz="800" b="1" dirty="0">
                <a:solidFill>
                  <a:schemeClr val="bg1"/>
                </a:solidFill>
              </a:rPr>
              <a:t>3</a:t>
            </a:r>
          </a:p>
        </p:txBody>
      </p:sp>
      <p:sp>
        <p:nvSpPr>
          <p:cNvPr id="15" name="CuadroTexto 14">
            <a:extLst>
              <a:ext uri="{FF2B5EF4-FFF2-40B4-BE49-F238E27FC236}">
                <a16:creationId xmlns:a16="http://schemas.microsoft.com/office/drawing/2014/main" id="{1B4A9A05-5F4E-23AD-FEB4-F22FCEA6DF26}"/>
              </a:ext>
            </a:extLst>
          </p:cNvPr>
          <p:cNvSpPr txBox="1"/>
          <p:nvPr/>
        </p:nvSpPr>
        <p:spPr>
          <a:xfrm>
            <a:off x="11019317" y="5968761"/>
            <a:ext cx="301753" cy="215444"/>
          </a:xfrm>
          <a:prstGeom prst="rect">
            <a:avLst/>
          </a:prstGeom>
          <a:solidFill>
            <a:schemeClr val="accent4">
              <a:lumMod val="75000"/>
              <a:lumOff val="25000"/>
            </a:schemeClr>
          </a:solidFill>
        </p:spPr>
        <p:txBody>
          <a:bodyPr wrap="square" rtlCol="0">
            <a:spAutoFit/>
          </a:bodyPr>
          <a:lstStyle/>
          <a:p>
            <a:r>
              <a:rPr lang="es-CO" sz="800" b="1" dirty="0">
                <a:solidFill>
                  <a:schemeClr val="bg1"/>
                </a:solidFill>
              </a:rPr>
              <a:t>4</a:t>
            </a:r>
            <a:endParaRPr lang="en-US" sz="800" b="1" dirty="0">
              <a:solidFill>
                <a:schemeClr val="bg1"/>
              </a:solidFill>
            </a:endParaRPr>
          </a:p>
        </p:txBody>
      </p:sp>
      <p:sp>
        <p:nvSpPr>
          <p:cNvPr id="16" name="Flecha: hacia la izquierda 15">
            <a:extLst>
              <a:ext uri="{FF2B5EF4-FFF2-40B4-BE49-F238E27FC236}">
                <a16:creationId xmlns:a16="http://schemas.microsoft.com/office/drawing/2014/main" id="{AAFDC955-A20A-5F5D-B7C7-86E5B2D9A37F}"/>
              </a:ext>
            </a:extLst>
          </p:cNvPr>
          <p:cNvSpPr/>
          <p:nvPr/>
        </p:nvSpPr>
        <p:spPr>
          <a:xfrm rot="10800000">
            <a:off x="11358034" y="6054401"/>
            <a:ext cx="146304" cy="45720"/>
          </a:xfrm>
          <a:prstGeom prst="leftArrow">
            <a:avLst/>
          </a:prstGeom>
          <a:solidFill>
            <a:srgbClr val="33CCCC"/>
          </a:solidFill>
          <a:ln>
            <a:solidFill>
              <a:srgbClr val="0CB4B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9361574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ubtitle 5"/>
          <p:cNvSpPr>
            <a:spLocks noGrp="1"/>
          </p:cNvSpPr>
          <p:nvPr>
            <p:ph type="body" orient="vert" sz="quarter" idx="10"/>
          </p:nvPr>
        </p:nvSpPr>
        <p:spPr/>
        <p:txBody>
          <a:bodyPr/>
          <a:lstStyle/>
          <a:p>
            <a:r>
              <a:rPr lang="es-ES" dirty="0"/>
              <a:t>Configurar escalas de calificación</a:t>
            </a:r>
            <a:endParaRPr lang="es-ES_tradnl" dirty="0"/>
          </a:p>
        </p:txBody>
      </p:sp>
      <p:sp>
        <p:nvSpPr>
          <p:cNvPr id="2" name="Title 1"/>
          <p:cNvSpPr>
            <a:spLocks noGrp="1"/>
          </p:cNvSpPr>
          <p:nvPr>
            <p:ph type="title"/>
          </p:nvPr>
        </p:nvSpPr>
        <p:spPr/>
        <p:txBody>
          <a:bodyPr/>
          <a:lstStyle/>
          <a:p>
            <a:r>
              <a:rPr lang="es-ES_tradnl" dirty="0"/>
              <a:t>Crear códigos de calificaciones</a:t>
            </a:r>
          </a:p>
        </p:txBody>
      </p:sp>
      <p:sp>
        <p:nvSpPr>
          <p:cNvPr id="3" name="Marcador de texto 2">
            <a:extLst>
              <a:ext uri="{FF2B5EF4-FFF2-40B4-BE49-F238E27FC236}">
                <a16:creationId xmlns:a16="http://schemas.microsoft.com/office/drawing/2014/main" id="{23A23D2F-F4F9-1CD1-DFF2-2B1F36C9C6EA}"/>
              </a:ext>
            </a:extLst>
          </p:cNvPr>
          <p:cNvSpPr>
            <a:spLocks noGrp="1"/>
          </p:cNvSpPr>
          <p:nvPr>
            <p:ph type="body" sz="quarter" idx="18"/>
          </p:nvPr>
        </p:nvSpPr>
        <p:spPr/>
        <p:txBody>
          <a:bodyPr/>
          <a:lstStyle/>
          <a:p>
            <a:r>
              <a:rPr lang="es-ES" dirty="0"/>
              <a:t>y definir sus propiedades</a:t>
            </a:r>
            <a:endParaRPr lang="es-ES_tradnl" dirty="0"/>
          </a:p>
        </p:txBody>
      </p:sp>
    </p:spTree>
    <p:extLst>
      <p:ext uri="{BB962C8B-B14F-4D97-AF65-F5344CB8AC3E}">
        <p14:creationId xmlns:p14="http://schemas.microsoft.com/office/powerpoint/2010/main" val="201451326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a:extLst>
              <a:ext uri="{FF2B5EF4-FFF2-40B4-BE49-F238E27FC236}">
                <a16:creationId xmlns:a16="http://schemas.microsoft.com/office/drawing/2014/main" id="{952A4A5D-AD16-56A7-6368-19016E01598E}"/>
              </a:ext>
            </a:extLst>
          </p:cNvPr>
          <p:cNvPicPr>
            <a:picLocks noChangeAspect="1"/>
          </p:cNvPicPr>
          <p:nvPr/>
        </p:nvPicPr>
        <p:blipFill>
          <a:blip r:embed="rId3"/>
          <a:stretch>
            <a:fillRect/>
          </a:stretch>
        </p:blipFill>
        <p:spPr>
          <a:xfrm>
            <a:off x="857251" y="1176415"/>
            <a:ext cx="10854490" cy="5138321"/>
          </a:xfrm>
          <a:prstGeom prst="rect">
            <a:avLst/>
          </a:prstGeom>
        </p:spPr>
      </p:pic>
      <p:sp>
        <p:nvSpPr>
          <p:cNvPr id="2" name="Marcador de texto vertical 1">
            <a:extLst>
              <a:ext uri="{FF2B5EF4-FFF2-40B4-BE49-F238E27FC236}">
                <a16:creationId xmlns:a16="http://schemas.microsoft.com/office/drawing/2014/main" id="{87503865-D809-43D0-2AAE-3B76B2B1251D}"/>
              </a:ext>
            </a:extLst>
          </p:cNvPr>
          <p:cNvSpPr>
            <a:spLocks noGrp="1"/>
          </p:cNvSpPr>
          <p:nvPr>
            <p:ph type="body" orient="vert" sz="quarter" idx="17"/>
          </p:nvPr>
        </p:nvSpPr>
        <p:spPr/>
        <p:txBody>
          <a:bodyPr/>
          <a:lstStyle/>
          <a:p>
            <a:r>
              <a:rPr lang="es-419" dirty="0"/>
              <a:t>Configurar escalas de calificación</a:t>
            </a:r>
          </a:p>
        </p:txBody>
      </p:sp>
      <p:sp>
        <p:nvSpPr>
          <p:cNvPr id="13" name="Title 12"/>
          <p:cNvSpPr>
            <a:spLocks noGrp="1"/>
          </p:cNvSpPr>
          <p:nvPr>
            <p:ph type="title"/>
          </p:nvPr>
        </p:nvSpPr>
        <p:spPr>
          <a:xfrm>
            <a:off x="857251" y="277860"/>
            <a:ext cx="10477497" cy="898555"/>
          </a:xfrm>
        </p:spPr>
        <p:txBody>
          <a:bodyPr/>
          <a:lstStyle/>
          <a:p>
            <a:r>
              <a:rPr lang="es-419" dirty="0">
                <a:solidFill>
                  <a:schemeClr val="accent1"/>
                </a:solidFill>
              </a:rPr>
              <a:t>Crear códigos de calificaciones (SHAGRDE)</a:t>
            </a:r>
            <a:endParaRPr lang="es-ES_tradnl" b="1" dirty="0">
              <a:solidFill>
                <a:schemeClr val="accent1"/>
              </a:solidFill>
            </a:endParaRPr>
          </a:p>
        </p:txBody>
      </p:sp>
      <p:sp>
        <p:nvSpPr>
          <p:cNvPr id="7" name="CuadroTexto 6">
            <a:extLst>
              <a:ext uri="{FF2B5EF4-FFF2-40B4-BE49-F238E27FC236}">
                <a16:creationId xmlns:a16="http://schemas.microsoft.com/office/drawing/2014/main" id="{21631F82-E858-7F22-27B0-0E3A2781399A}"/>
              </a:ext>
            </a:extLst>
          </p:cNvPr>
          <p:cNvSpPr txBox="1"/>
          <p:nvPr/>
        </p:nvSpPr>
        <p:spPr>
          <a:xfrm>
            <a:off x="480259" y="1981083"/>
            <a:ext cx="301753" cy="215444"/>
          </a:xfrm>
          <a:prstGeom prst="rect">
            <a:avLst/>
          </a:prstGeom>
          <a:solidFill>
            <a:schemeClr val="accent1"/>
          </a:solidFill>
        </p:spPr>
        <p:txBody>
          <a:bodyPr wrap="square" rtlCol="0">
            <a:spAutoFit/>
          </a:bodyPr>
          <a:lstStyle/>
          <a:p>
            <a:r>
              <a:rPr lang="en-US" sz="800" b="1" dirty="0">
                <a:solidFill>
                  <a:schemeClr val="bg1"/>
                </a:solidFill>
              </a:rPr>
              <a:t>2</a:t>
            </a:r>
          </a:p>
        </p:txBody>
      </p:sp>
      <p:sp>
        <p:nvSpPr>
          <p:cNvPr id="8" name="Rectángulo: esquinas redondeadas 7">
            <a:extLst>
              <a:ext uri="{FF2B5EF4-FFF2-40B4-BE49-F238E27FC236}">
                <a16:creationId xmlns:a16="http://schemas.microsoft.com/office/drawing/2014/main" id="{070C0048-A69C-F572-0139-14744F56729C}"/>
              </a:ext>
            </a:extLst>
          </p:cNvPr>
          <p:cNvSpPr/>
          <p:nvPr/>
        </p:nvSpPr>
        <p:spPr>
          <a:xfrm>
            <a:off x="1436842" y="4879922"/>
            <a:ext cx="10100162" cy="898555"/>
          </a:xfrm>
          <a:prstGeom prst="roundRect">
            <a:avLst>
              <a:gd name="adj" fmla="val 14466"/>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342900" indent="-342900" algn="just">
              <a:buFont typeface="+mj-lt"/>
              <a:buAutoNum type="arabicPeriod"/>
            </a:pPr>
            <a:r>
              <a:rPr lang="es-419" sz="1100" dirty="0"/>
              <a:t>En </a:t>
            </a:r>
            <a:r>
              <a:rPr lang="es-ES_tradnl" sz="1100" b="1" dirty="0"/>
              <a:t>SHAGRDE</a:t>
            </a:r>
            <a:r>
              <a:rPr lang="es-ES_tradnl" sz="1100" dirty="0"/>
              <a:t>, haga clic en </a:t>
            </a:r>
            <a:r>
              <a:rPr lang="es-ES_tradnl" sz="1100" b="1" dirty="0"/>
              <a:t>Insertar </a:t>
            </a:r>
            <a:r>
              <a:rPr lang="es-ES_tradnl" sz="1100" dirty="0"/>
              <a:t>para crear un nuevo código de calificación.</a:t>
            </a:r>
            <a:endParaRPr lang="es-ES_tradnl" sz="1100" b="1" dirty="0"/>
          </a:p>
          <a:p>
            <a:pPr marL="342900" indent="-342900" algn="just">
              <a:buFont typeface="+mj-lt"/>
              <a:buAutoNum type="arabicPeriod"/>
            </a:pPr>
            <a:r>
              <a:rPr lang="es-ES_tradnl" sz="1100" dirty="0"/>
              <a:t>Ingrese el </a:t>
            </a:r>
            <a:r>
              <a:rPr lang="es-ES_tradnl" sz="1100" b="1" dirty="0"/>
              <a:t>código</a:t>
            </a:r>
            <a:r>
              <a:rPr lang="es-ES_tradnl" sz="1100" dirty="0"/>
              <a:t> correspondiente a la calificación</a:t>
            </a:r>
          </a:p>
          <a:p>
            <a:pPr marL="342900" indent="-342900" algn="just">
              <a:buFont typeface="+mj-lt"/>
              <a:buAutoNum type="arabicPeriod"/>
            </a:pPr>
            <a:r>
              <a:rPr lang="es-ES_tradnl" sz="1100" dirty="0"/>
              <a:t>Ingrese el código de </a:t>
            </a:r>
            <a:r>
              <a:rPr lang="es-ES_tradnl" sz="1100" b="1" dirty="0"/>
              <a:t>nivel</a:t>
            </a:r>
            <a:r>
              <a:rPr lang="es-ES_tradnl" sz="1100" dirty="0"/>
              <a:t> de curso para el cual el código de calificación es válido</a:t>
            </a:r>
            <a:endParaRPr lang="es-CL" sz="1100" dirty="0"/>
          </a:p>
        </p:txBody>
      </p:sp>
      <p:sp>
        <p:nvSpPr>
          <p:cNvPr id="10" name="CuadroTexto 9">
            <a:extLst>
              <a:ext uri="{FF2B5EF4-FFF2-40B4-BE49-F238E27FC236}">
                <a16:creationId xmlns:a16="http://schemas.microsoft.com/office/drawing/2014/main" id="{FF9D4EDB-DA57-0D13-CF4B-7BA7E9A465DE}"/>
              </a:ext>
            </a:extLst>
          </p:cNvPr>
          <p:cNvSpPr txBox="1"/>
          <p:nvPr/>
        </p:nvSpPr>
        <p:spPr>
          <a:xfrm>
            <a:off x="1383607" y="2233595"/>
            <a:ext cx="301753" cy="215444"/>
          </a:xfrm>
          <a:prstGeom prst="rect">
            <a:avLst/>
          </a:prstGeom>
          <a:solidFill>
            <a:schemeClr val="accent1"/>
          </a:solidFill>
        </p:spPr>
        <p:txBody>
          <a:bodyPr wrap="square" rtlCol="0">
            <a:spAutoFit/>
          </a:bodyPr>
          <a:lstStyle/>
          <a:p>
            <a:r>
              <a:rPr lang="es-CO" sz="800" b="1" dirty="0">
                <a:solidFill>
                  <a:schemeClr val="bg1"/>
                </a:solidFill>
              </a:rPr>
              <a:t>3</a:t>
            </a:r>
            <a:endParaRPr lang="en-US" sz="800" b="1" dirty="0">
              <a:solidFill>
                <a:schemeClr val="bg1"/>
              </a:solidFill>
            </a:endParaRPr>
          </a:p>
        </p:txBody>
      </p:sp>
      <p:sp>
        <p:nvSpPr>
          <p:cNvPr id="6" name="Rectángulo 5">
            <a:extLst>
              <a:ext uri="{FF2B5EF4-FFF2-40B4-BE49-F238E27FC236}">
                <a16:creationId xmlns:a16="http://schemas.microsoft.com/office/drawing/2014/main" id="{D97CEBD4-48A5-33A2-6796-2567C1977774}"/>
              </a:ext>
            </a:extLst>
          </p:cNvPr>
          <p:cNvSpPr/>
          <p:nvPr/>
        </p:nvSpPr>
        <p:spPr>
          <a:xfrm>
            <a:off x="11032995" y="1647858"/>
            <a:ext cx="131829" cy="184210"/>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sz="2400"/>
          </a:p>
        </p:txBody>
      </p:sp>
      <p:sp>
        <p:nvSpPr>
          <p:cNvPr id="12" name="CuadroTexto 11">
            <a:extLst>
              <a:ext uri="{FF2B5EF4-FFF2-40B4-BE49-F238E27FC236}">
                <a16:creationId xmlns:a16="http://schemas.microsoft.com/office/drawing/2014/main" id="{86ED028E-32B7-A9ED-B369-301CBAADD4BF}"/>
              </a:ext>
            </a:extLst>
          </p:cNvPr>
          <p:cNvSpPr txBox="1"/>
          <p:nvPr/>
        </p:nvSpPr>
        <p:spPr>
          <a:xfrm>
            <a:off x="10979853" y="1366518"/>
            <a:ext cx="301753" cy="215444"/>
          </a:xfrm>
          <a:prstGeom prst="rect">
            <a:avLst/>
          </a:prstGeom>
          <a:solidFill>
            <a:schemeClr val="accent1"/>
          </a:solidFill>
        </p:spPr>
        <p:txBody>
          <a:bodyPr wrap="square" rtlCol="0">
            <a:spAutoFit/>
          </a:bodyPr>
          <a:lstStyle/>
          <a:p>
            <a:r>
              <a:rPr lang="es-CO" sz="800" b="1" dirty="0">
                <a:solidFill>
                  <a:schemeClr val="bg1"/>
                </a:solidFill>
              </a:rPr>
              <a:t>1</a:t>
            </a:r>
            <a:endParaRPr lang="en-US" sz="800" b="1" dirty="0">
              <a:solidFill>
                <a:schemeClr val="bg1"/>
              </a:solidFill>
            </a:endParaRPr>
          </a:p>
        </p:txBody>
      </p:sp>
      <p:sp>
        <p:nvSpPr>
          <p:cNvPr id="14" name="Flecha: hacia la izquierda 13">
            <a:extLst>
              <a:ext uri="{FF2B5EF4-FFF2-40B4-BE49-F238E27FC236}">
                <a16:creationId xmlns:a16="http://schemas.microsoft.com/office/drawing/2014/main" id="{3099A9A5-BF17-C88F-36F7-3FF387D0BD96}"/>
              </a:ext>
            </a:extLst>
          </p:cNvPr>
          <p:cNvSpPr/>
          <p:nvPr/>
        </p:nvSpPr>
        <p:spPr>
          <a:xfrm rot="10800000">
            <a:off x="10206815" y="1123439"/>
            <a:ext cx="146304" cy="45720"/>
          </a:xfrm>
          <a:prstGeom prst="leftArrow">
            <a:avLst/>
          </a:prstGeom>
          <a:solidFill>
            <a:srgbClr val="33CCCC"/>
          </a:solidFill>
          <a:ln>
            <a:solidFill>
              <a:srgbClr val="0CB4B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ángulo 14">
            <a:extLst>
              <a:ext uri="{FF2B5EF4-FFF2-40B4-BE49-F238E27FC236}">
                <a16:creationId xmlns:a16="http://schemas.microsoft.com/office/drawing/2014/main" id="{0D151AA0-BE36-DFC4-8DC2-09314311A05D}"/>
              </a:ext>
            </a:extLst>
          </p:cNvPr>
          <p:cNvSpPr/>
          <p:nvPr/>
        </p:nvSpPr>
        <p:spPr>
          <a:xfrm>
            <a:off x="854975" y="1996700"/>
            <a:ext cx="301754" cy="168297"/>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sz="2400"/>
          </a:p>
        </p:txBody>
      </p:sp>
      <p:sp>
        <p:nvSpPr>
          <p:cNvPr id="16" name="Rectángulo 15">
            <a:extLst>
              <a:ext uri="{FF2B5EF4-FFF2-40B4-BE49-F238E27FC236}">
                <a16:creationId xmlns:a16="http://schemas.microsoft.com/office/drawing/2014/main" id="{DFB8232F-2F3F-9F47-5025-5163F95E151E}"/>
              </a:ext>
            </a:extLst>
          </p:cNvPr>
          <p:cNvSpPr/>
          <p:nvPr/>
        </p:nvSpPr>
        <p:spPr>
          <a:xfrm>
            <a:off x="1285965" y="1996700"/>
            <a:ext cx="301753" cy="184210"/>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sz="2400"/>
          </a:p>
        </p:txBody>
      </p:sp>
    </p:spTree>
    <p:extLst>
      <p:ext uri="{BB962C8B-B14F-4D97-AF65-F5344CB8AC3E}">
        <p14:creationId xmlns:p14="http://schemas.microsoft.com/office/powerpoint/2010/main" val="154784585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Imagen 17">
            <a:extLst>
              <a:ext uri="{FF2B5EF4-FFF2-40B4-BE49-F238E27FC236}">
                <a16:creationId xmlns:a16="http://schemas.microsoft.com/office/drawing/2014/main" id="{34F5308A-FBA8-9AE7-AEAC-C936C3258F1B}"/>
              </a:ext>
            </a:extLst>
          </p:cNvPr>
          <p:cNvPicPr>
            <a:picLocks noChangeAspect="1"/>
          </p:cNvPicPr>
          <p:nvPr/>
        </p:nvPicPr>
        <p:blipFill>
          <a:blip r:embed="rId3"/>
          <a:stretch>
            <a:fillRect/>
          </a:stretch>
        </p:blipFill>
        <p:spPr>
          <a:xfrm>
            <a:off x="857251" y="1176415"/>
            <a:ext cx="10854490" cy="5138321"/>
          </a:xfrm>
          <a:prstGeom prst="rect">
            <a:avLst/>
          </a:prstGeom>
        </p:spPr>
      </p:pic>
      <p:sp>
        <p:nvSpPr>
          <p:cNvPr id="2" name="Marcador de texto vertical 1">
            <a:extLst>
              <a:ext uri="{FF2B5EF4-FFF2-40B4-BE49-F238E27FC236}">
                <a16:creationId xmlns:a16="http://schemas.microsoft.com/office/drawing/2014/main" id="{87503865-D809-43D0-2AAE-3B76B2B1251D}"/>
              </a:ext>
            </a:extLst>
          </p:cNvPr>
          <p:cNvSpPr>
            <a:spLocks noGrp="1"/>
          </p:cNvSpPr>
          <p:nvPr>
            <p:ph type="body" orient="vert" sz="quarter" idx="17"/>
          </p:nvPr>
        </p:nvSpPr>
        <p:spPr/>
        <p:txBody>
          <a:bodyPr/>
          <a:lstStyle/>
          <a:p>
            <a:r>
              <a:rPr lang="es-419" dirty="0"/>
              <a:t>Configurar escalas de calificación</a:t>
            </a:r>
          </a:p>
        </p:txBody>
      </p:sp>
      <p:sp>
        <p:nvSpPr>
          <p:cNvPr id="13" name="Title 12"/>
          <p:cNvSpPr>
            <a:spLocks noGrp="1"/>
          </p:cNvSpPr>
          <p:nvPr>
            <p:ph type="title"/>
          </p:nvPr>
        </p:nvSpPr>
        <p:spPr>
          <a:xfrm>
            <a:off x="857251" y="277860"/>
            <a:ext cx="10477497" cy="898555"/>
          </a:xfrm>
        </p:spPr>
        <p:txBody>
          <a:bodyPr/>
          <a:lstStyle/>
          <a:p>
            <a:r>
              <a:rPr lang="es-419" dirty="0">
                <a:solidFill>
                  <a:schemeClr val="accent1"/>
                </a:solidFill>
              </a:rPr>
              <a:t>Crear códigos de calificaciones (SHAGRDE)</a:t>
            </a:r>
            <a:endParaRPr lang="es-ES_tradnl" b="1" dirty="0">
              <a:solidFill>
                <a:schemeClr val="accent1"/>
              </a:solidFill>
            </a:endParaRPr>
          </a:p>
        </p:txBody>
      </p:sp>
      <p:sp>
        <p:nvSpPr>
          <p:cNvPr id="7" name="CuadroTexto 6">
            <a:extLst>
              <a:ext uri="{FF2B5EF4-FFF2-40B4-BE49-F238E27FC236}">
                <a16:creationId xmlns:a16="http://schemas.microsoft.com/office/drawing/2014/main" id="{21631F82-E858-7F22-27B0-0E3A2781399A}"/>
              </a:ext>
            </a:extLst>
          </p:cNvPr>
          <p:cNvSpPr txBox="1"/>
          <p:nvPr/>
        </p:nvSpPr>
        <p:spPr>
          <a:xfrm>
            <a:off x="1725408" y="2501650"/>
            <a:ext cx="301753" cy="215444"/>
          </a:xfrm>
          <a:prstGeom prst="rect">
            <a:avLst/>
          </a:prstGeom>
          <a:solidFill>
            <a:schemeClr val="accent1"/>
          </a:solidFill>
        </p:spPr>
        <p:txBody>
          <a:bodyPr wrap="square" rtlCol="0">
            <a:spAutoFit/>
          </a:bodyPr>
          <a:lstStyle/>
          <a:p>
            <a:r>
              <a:rPr lang="en-US" sz="800" b="1" dirty="0">
                <a:solidFill>
                  <a:schemeClr val="bg1"/>
                </a:solidFill>
              </a:rPr>
              <a:t>5</a:t>
            </a:r>
          </a:p>
        </p:txBody>
      </p:sp>
      <p:sp>
        <p:nvSpPr>
          <p:cNvPr id="8" name="Rectángulo: esquinas redondeadas 7">
            <a:extLst>
              <a:ext uri="{FF2B5EF4-FFF2-40B4-BE49-F238E27FC236}">
                <a16:creationId xmlns:a16="http://schemas.microsoft.com/office/drawing/2014/main" id="{070C0048-A69C-F572-0139-14744F56729C}"/>
              </a:ext>
            </a:extLst>
          </p:cNvPr>
          <p:cNvSpPr/>
          <p:nvPr/>
        </p:nvSpPr>
        <p:spPr>
          <a:xfrm>
            <a:off x="1501386" y="4836069"/>
            <a:ext cx="10100162" cy="898555"/>
          </a:xfrm>
          <a:prstGeom prst="roundRect">
            <a:avLst>
              <a:gd name="adj" fmla="val 14466"/>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342900" indent="-342900" algn="just">
              <a:buFont typeface="+mj-lt"/>
              <a:buAutoNum type="arabicPeriod" startAt="4"/>
            </a:pPr>
            <a:r>
              <a:rPr lang="es-CO" sz="1100" dirty="0"/>
              <a:t>Ingrese una descripción </a:t>
            </a:r>
            <a:r>
              <a:rPr lang="es-CO" sz="1100" b="1" dirty="0"/>
              <a:t>abreviada</a:t>
            </a:r>
            <a:r>
              <a:rPr lang="es-CO" sz="1100" dirty="0"/>
              <a:t> del código de calificación</a:t>
            </a:r>
            <a:r>
              <a:rPr lang="es-ES_tradnl" sz="1100" dirty="0"/>
              <a:t>.</a:t>
            </a:r>
            <a:endParaRPr lang="es-ES_tradnl" sz="1100" b="1" dirty="0"/>
          </a:p>
          <a:p>
            <a:pPr marL="342900" indent="-342900" algn="just">
              <a:buFont typeface="+mj-lt"/>
              <a:buAutoNum type="arabicPeriod" startAt="4"/>
            </a:pPr>
            <a:r>
              <a:rPr lang="es-CO" sz="1100" dirty="0"/>
              <a:t>Ingrese el código de </a:t>
            </a:r>
            <a:r>
              <a:rPr lang="es-CO" sz="1100" b="1" dirty="0"/>
              <a:t>período</a:t>
            </a:r>
            <a:r>
              <a:rPr lang="es-CO" sz="1100" dirty="0"/>
              <a:t> a partir del cual se puede utilizar el código de calificación con las características que se van a definir.</a:t>
            </a:r>
            <a:endParaRPr lang="es-ES_tradnl" sz="1100" dirty="0"/>
          </a:p>
          <a:p>
            <a:pPr marL="342900" indent="-342900" algn="just">
              <a:buFont typeface="+mj-lt"/>
              <a:buAutoNum type="arabicPeriod" startAt="4"/>
            </a:pPr>
            <a:r>
              <a:rPr lang="es-CO" sz="1100" dirty="0"/>
              <a:t>Ingrese el </a:t>
            </a:r>
            <a:r>
              <a:rPr lang="es-CO" sz="1100" b="1" dirty="0"/>
              <a:t>estatus</a:t>
            </a:r>
            <a:r>
              <a:rPr lang="es-CO" sz="1100" dirty="0"/>
              <a:t> del código de calificación. Los valores son I (Inactivo) o A (Activo). </a:t>
            </a:r>
          </a:p>
          <a:p>
            <a:pPr marL="342900" indent="-342900" algn="just">
              <a:buFont typeface="+mj-lt"/>
              <a:buAutoNum type="arabicPeriod" startAt="4"/>
            </a:pPr>
            <a:r>
              <a:rPr lang="es-CO" sz="1100" dirty="0"/>
              <a:t>Ingrese el valor numérico del código de calificación. Estos puntos de calidad son los que se toman en cuenta para el cálculo del promedio del estudiante.</a:t>
            </a:r>
            <a:endParaRPr lang="es-ES_tradnl" sz="1100" dirty="0"/>
          </a:p>
        </p:txBody>
      </p:sp>
      <p:sp>
        <p:nvSpPr>
          <p:cNvPr id="10" name="CuadroTexto 9">
            <a:extLst>
              <a:ext uri="{FF2B5EF4-FFF2-40B4-BE49-F238E27FC236}">
                <a16:creationId xmlns:a16="http://schemas.microsoft.com/office/drawing/2014/main" id="{FF9D4EDB-DA57-0D13-CF4B-7BA7E9A465DE}"/>
              </a:ext>
            </a:extLst>
          </p:cNvPr>
          <p:cNvSpPr txBox="1"/>
          <p:nvPr/>
        </p:nvSpPr>
        <p:spPr>
          <a:xfrm>
            <a:off x="2134317" y="2903435"/>
            <a:ext cx="301753" cy="215444"/>
          </a:xfrm>
          <a:prstGeom prst="rect">
            <a:avLst/>
          </a:prstGeom>
          <a:solidFill>
            <a:schemeClr val="accent1"/>
          </a:solidFill>
        </p:spPr>
        <p:txBody>
          <a:bodyPr wrap="square" rtlCol="0">
            <a:spAutoFit/>
          </a:bodyPr>
          <a:lstStyle/>
          <a:p>
            <a:r>
              <a:rPr lang="es-CO" sz="800" b="1" dirty="0">
                <a:solidFill>
                  <a:schemeClr val="bg1"/>
                </a:solidFill>
              </a:rPr>
              <a:t>6</a:t>
            </a:r>
            <a:endParaRPr lang="en-US" sz="800" b="1" dirty="0">
              <a:solidFill>
                <a:schemeClr val="bg1"/>
              </a:solidFill>
            </a:endParaRPr>
          </a:p>
        </p:txBody>
      </p:sp>
      <p:sp>
        <p:nvSpPr>
          <p:cNvPr id="6" name="Rectángulo 5">
            <a:extLst>
              <a:ext uri="{FF2B5EF4-FFF2-40B4-BE49-F238E27FC236}">
                <a16:creationId xmlns:a16="http://schemas.microsoft.com/office/drawing/2014/main" id="{D97CEBD4-48A5-33A2-6796-2567C1977774}"/>
              </a:ext>
            </a:extLst>
          </p:cNvPr>
          <p:cNvSpPr/>
          <p:nvPr/>
        </p:nvSpPr>
        <p:spPr>
          <a:xfrm>
            <a:off x="1557388" y="2274654"/>
            <a:ext cx="469773" cy="152384"/>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sz="2400"/>
          </a:p>
        </p:txBody>
      </p:sp>
      <p:sp>
        <p:nvSpPr>
          <p:cNvPr id="12" name="CuadroTexto 11">
            <a:extLst>
              <a:ext uri="{FF2B5EF4-FFF2-40B4-BE49-F238E27FC236}">
                <a16:creationId xmlns:a16="http://schemas.microsoft.com/office/drawing/2014/main" id="{86ED028E-32B7-A9ED-B369-301CBAADD4BF}"/>
              </a:ext>
            </a:extLst>
          </p:cNvPr>
          <p:cNvSpPr txBox="1"/>
          <p:nvPr/>
        </p:nvSpPr>
        <p:spPr>
          <a:xfrm>
            <a:off x="1218672" y="2245333"/>
            <a:ext cx="301753" cy="215444"/>
          </a:xfrm>
          <a:prstGeom prst="rect">
            <a:avLst/>
          </a:prstGeom>
          <a:solidFill>
            <a:schemeClr val="accent1"/>
          </a:solidFill>
        </p:spPr>
        <p:txBody>
          <a:bodyPr wrap="square" rtlCol="0">
            <a:spAutoFit/>
          </a:bodyPr>
          <a:lstStyle/>
          <a:p>
            <a:r>
              <a:rPr lang="en-US" sz="800" b="1" dirty="0">
                <a:solidFill>
                  <a:schemeClr val="bg1"/>
                </a:solidFill>
              </a:rPr>
              <a:t>4</a:t>
            </a:r>
          </a:p>
        </p:txBody>
      </p:sp>
      <p:sp>
        <p:nvSpPr>
          <p:cNvPr id="15" name="Rectángulo 14">
            <a:extLst>
              <a:ext uri="{FF2B5EF4-FFF2-40B4-BE49-F238E27FC236}">
                <a16:creationId xmlns:a16="http://schemas.microsoft.com/office/drawing/2014/main" id="{0D151AA0-BE36-DFC4-8DC2-09314311A05D}"/>
              </a:ext>
            </a:extLst>
          </p:cNvPr>
          <p:cNvSpPr/>
          <p:nvPr/>
        </p:nvSpPr>
        <p:spPr>
          <a:xfrm>
            <a:off x="2120472" y="2480770"/>
            <a:ext cx="469773" cy="152384"/>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sz="2400"/>
          </a:p>
        </p:txBody>
      </p:sp>
      <p:sp>
        <p:nvSpPr>
          <p:cNvPr id="16" name="Rectángulo 15">
            <a:extLst>
              <a:ext uri="{FF2B5EF4-FFF2-40B4-BE49-F238E27FC236}">
                <a16:creationId xmlns:a16="http://schemas.microsoft.com/office/drawing/2014/main" id="{DFB8232F-2F3F-9F47-5025-5163F95E151E}"/>
              </a:ext>
            </a:extLst>
          </p:cNvPr>
          <p:cNvSpPr/>
          <p:nvPr/>
        </p:nvSpPr>
        <p:spPr>
          <a:xfrm>
            <a:off x="2590245" y="2893605"/>
            <a:ext cx="301753" cy="184210"/>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sz="2400"/>
          </a:p>
        </p:txBody>
      </p:sp>
      <p:sp>
        <p:nvSpPr>
          <p:cNvPr id="3" name="Rectángulo 2">
            <a:extLst>
              <a:ext uri="{FF2B5EF4-FFF2-40B4-BE49-F238E27FC236}">
                <a16:creationId xmlns:a16="http://schemas.microsoft.com/office/drawing/2014/main" id="{43E47A34-1AA1-E9BD-C579-54CFC23210F2}"/>
              </a:ext>
            </a:extLst>
          </p:cNvPr>
          <p:cNvSpPr/>
          <p:nvPr/>
        </p:nvSpPr>
        <p:spPr>
          <a:xfrm>
            <a:off x="3408381" y="3123188"/>
            <a:ext cx="469773" cy="152384"/>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sz="2400"/>
          </a:p>
        </p:txBody>
      </p:sp>
      <p:sp>
        <p:nvSpPr>
          <p:cNvPr id="4" name="CuadroTexto 3">
            <a:extLst>
              <a:ext uri="{FF2B5EF4-FFF2-40B4-BE49-F238E27FC236}">
                <a16:creationId xmlns:a16="http://schemas.microsoft.com/office/drawing/2014/main" id="{E0C12B83-8CD1-A9C6-1672-2ED5D29E3383}"/>
              </a:ext>
            </a:extLst>
          </p:cNvPr>
          <p:cNvSpPr txBox="1"/>
          <p:nvPr/>
        </p:nvSpPr>
        <p:spPr>
          <a:xfrm>
            <a:off x="3009854" y="3060128"/>
            <a:ext cx="301753" cy="215444"/>
          </a:xfrm>
          <a:prstGeom prst="rect">
            <a:avLst/>
          </a:prstGeom>
          <a:solidFill>
            <a:schemeClr val="accent1"/>
          </a:solidFill>
        </p:spPr>
        <p:txBody>
          <a:bodyPr wrap="square" rtlCol="0">
            <a:spAutoFit/>
          </a:bodyPr>
          <a:lstStyle/>
          <a:p>
            <a:r>
              <a:rPr lang="en-US" sz="800" b="1" dirty="0">
                <a:solidFill>
                  <a:schemeClr val="bg1"/>
                </a:solidFill>
              </a:rPr>
              <a:t>7</a:t>
            </a:r>
          </a:p>
        </p:txBody>
      </p:sp>
    </p:spTree>
    <p:extLst>
      <p:ext uri="{BB962C8B-B14F-4D97-AF65-F5344CB8AC3E}">
        <p14:creationId xmlns:p14="http://schemas.microsoft.com/office/powerpoint/2010/main" val="357024577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5E772C0C-13C2-BA49-7F2E-EB53763B3F32}"/>
              </a:ext>
            </a:extLst>
          </p:cNvPr>
          <p:cNvPicPr>
            <a:picLocks noChangeAspect="1"/>
          </p:cNvPicPr>
          <p:nvPr/>
        </p:nvPicPr>
        <p:blipFill>
          <a:blip r:embed="rId3"/>
          <a:stretch>
            <a:fillRect/>
          </a:stretch>
        </p:blipFill>
        <p:spPr>
          <a:xfrm>
            <a:off x="857251" y="1176415"/>
            <a:ext cx="10854490" cy="5138321"/>
          </a:xfrm>
          <a:prstGeom prst="rect">
            <a:avLst/>
          </a:prstGeom>
        </p:spPr>
      </p:pic>
      <p:sp>
        <p:nvSpPr>
          <p:cNvPr id="2" name="Marcador de texto vertical 1">
            <a:extLst>
              <a:ext uri="{FF2B5EF4-FFF2-40B4-BE49-F238E27FC236}">
                <a16:creationId xmlns:a16="http://schemas.microsoft.com/office/drawing/2014/main" id="{87503865-D809-43D0-2AAE-3B76B2B1251D}"/>
              </a:ext>
            </a:extLst>
          </p:cNvPr>
          <p:cNvSpPr>
            <a:spLocks noGrp="1"/>
          </p:cNvSpPr>
          <p:nvPr>
            <p:ph type="body" orient="vert" sz="quarter" idx="17"/>
          </p:nvPr>
        </p:nvSpPr>
        <p:spPr/>
        <p:txBody>
          <a:bodyPr/>
          <a:lstStyle/>
          <a:p>
            <a:r>
              <a:rPr lang="es-419" dirty="0"/>
              <a:t>Configurar escalas de calificación</a:t>
            </a:r>
          </a:p>
        </p:txBody>
      </p:sp>
      <p:sp>
        <p:nvSpPr>
          <p:cNvPr id="13" name="Title 12"/>
          <p:cNvSpPr>
            <a:spLocks noGrp="1"/>
          </p:cNvSpPr>
          <p:nvPr>
            <p:ph type="title"/>
          </p:nvPr>
        </p:nvSpPr>
        <p:spPr>
          <a:xfrm>
            <a:off x="857251" y="277860"/>
            <a:ext cx="10477497" cy="898555"/>
          </a:xfrm>
        </p:spPr>
        <p:txBody>
          <a:bodyPr/>
          <a:lstStyle/>
          <a:p>
            <a:r>
              <a:rPr lang="es-419" dirty="0">
                <a:solidFill>
                  <a:schemeClr val="accent1"/>
                </a:solidFill>
              </a:rPr>
              <a:t>Crear códigos de calificaciones (SHAGRDE)</a:t>
            </a:r>
            <a:endParaRPr lang="es-ES_tradnl" b="1" dirty="0">
              <a:solidFill>
                <a:schemeClr val="accent1"/>
              </a:solidFill>
            </a:endParaRPr>
          </a:p>
        </p:txBody>
      </p:sp>
      <p:sp>
        <p:nvSpPr>
          <p:cNvPr id="8" name="Rectángulo: esquinas redondeadas 7">
            <a:extLst>
              <a:ext uri="{FF2B5EF4-FFF2-40B4-BE49-F238E27FC236}">
                <a16:creationId xmlns:a16="http://schemas.microsoft.com/office/drawing/2014/main" id="{070C0048-A69C-F572-0139-14744F56729C}"/>
              </a:ext>
            </a:extLst>
          </p:cNvPr>
          <p:cNvSpPr/>
          <p:nvPr/>
        </p:nvSpPr>
        <p:spPr>
          <a:xfrm>
            <a:off x="1362456" y="3086714"/>
            <a:ext cx="10239092" cy="3228022"/>
          </a:xfrm>
          <a:prstGeom prst="roundRect">
            <a:avLst>
              <a:gd name="adj" fmla="val 14466"/>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342900" indent="-342900" algn="just">
              <a:buFont typeface="+mj-lt"/>
              <a:buAutoNum type="arabicPeriod" startAt="8"/>
            </a:pPr>
            <a:r>
              <a:rPr lang="es-CO" sz="1050" dirty="0"/>
              <a:t>Active las casillas que se indican a continuación, según corresponda:</a:t>
            </a:r>
            <a:endParaRPr lang="es-ES_tradnl" sz="1050" b="1" dirty="0"/>
          </a:p>
          <a:p>
            <a:pPr marL="800100" lvl="1" indent="-342900" algn="just">
              <a:buFont typeface="Arial" panose="020B0604020202020204" pitchFamily="34" charset="0"/>
              <a:buChar char="•"/>
            </a:pPr>
            <a:r>
              <a:rPr lang="es-CO" sz="1050" b="1" dirty="0"/>
              <a:t>Contar en intentadas</a:t>
            </a:r>
            <a:r>
              <a:rPr lang="es-CO" sz="1050" dirty="0"/>
              <a:t>: un curso que se califique con el código de calificación se debe contar como intentado o cursado por el alumno.</a:t>
            </a:r>
          </a:p>
          <a:p>
            <a:pPr marL="800100" lvl="1" indent="-342900" algn="just">
              <a:buFont typeface="Arial" panose="020B0604020202020204" pitchFamily="34" charset="0"/>
              <a:buChar char="•"/>
            </a:pPr>
            <a:r>
              <a:rPr lang="es-ES_tradnl" sz="1050" b="1" dirty="0"/>
              <a:t>Contar en aprobadas</a:t>
            </a:r>
            <a:r>
              <a:rPr lang="es-ES_tradnl" sz="1050" dirty="0"/>
              <a:t>: </a:t>
            </a:r>
            <a:r>
              <a:rPr lang="es-CO" sz="1050" dirty="0"/>
              <a:t>un curso al que se califique con el código de calificación se debe contar como aprobado para el alumno.</a:t>
            </a:r>
            <a:endParaRPr lang="es-ES_tradnl" sz="1050" dirty="0"/>
          </a:p>
          <a:p>
            <a:pPr marL="800100" lvl="1" indent="-342900" algn="just">
              <a:buFont typeface="Arial" panose="020B0604020202020204" pitchFamily="34" charset="0"/>
              <a:buChar char="•"/>
            </a:pPr>
            <a:r>
              <a:rPr lang="es-CO" sz="1050" b="1" dirty="0"/>
              <a:t>Contar en ganadas</a:t>
            </a:r>
            <a:r>
              <a:rPr lang="es-CO" sz="1050" dirty="0"/>
              <a:t>: un curso al que se califique con el código de calificación se debe contar como completado en la historia académica del alumno. </a:t>
            </a:r>
          </a:p>
          <a:p>
            <a:pPr marL="800100" lvl="1" indent="-342900" algn="just">
              <a:buFont typeface="Arial" panose="020B0604020202020204" pitchFamily="34" charset="0"/>
              <a:buChar char="•"/>
            </a:pPr>
            <a:r>
              <a:rPr lang="es-CO" sz="1050" b="1" dirty="0"/>
              <a:t>Contar en PGA</a:t>
            </a:r>
            <a:r>
              <a:rPr lang="es-CO" sz="1050" dirty="0"/>
              <a:t>: un curso al que se califique con el código de calificación se debe incluir en el cálculo del promedio del alumno. Para el cálculo del promedio se toman los puntos de calidad del código de calificación.</a:t>
            </a:r>
          </a:p>
          <a:p>
            <a:pPr marL="800100" lvl="1" indent="-342900" algn="just">
              <a:buFont typeface="Arial" panose="020B0604020202020204" pitchFamily="34" charset="0"/>
              <a:buChar char="•"/>
            </a:pPr>
            <a:r>
              <a:rPr lang="es-CO" sz="1050" b="1" dirty="0"/>
              <a:t>Indicador de tradicional</a:t>
            </a:r>
            <a:r>
              <a:rPr lang="es-CO" sz="1050" dirty="0"/>
              <a:t>: la calificación es tradicional para el cumplimiento de grado.</a:t>
            </a:r>
          </a:p>
          <a:p>
            <a:pPr marL="800100" lvl="1" indent="-342900" algn="just">
              <a:buFont typeface="Arial" panose="020B0604020202020204" pitchFamily="34" charset="0"/>
              <a:buChar char="•"/>
            </a:pPr>
            <a:r>
              <a:rPr lang="es-CO" sz="1050" b="1" dirty="0"/>
              <a:t>Indicador Web</a:t>
            </a:r>
            <a:r>
              <a:rPr lang="es-CO" sz="1050" dirty="0"/>
              <a:t>: el código de calificación puede ser utilizado por el profesor en la carga de calificaciones de curso por el autoservicio.</a:t>
            </a:r>
          </a:p>
          <a:p>
            <a:pPr algn="just"/>
            <a:r>
              <a:rPr lang="es-CO" sz="1050" dirty="0"/>
              <a:t>Nota: Las columnas correspondientes a calificación incompleta se abordarán en el instructivo correspondiente.</a:t>
            </a:r>
          </a:p>
          <a:p>
            <a:pPr algn="just"/>
            <a:r>
              <a:rPr lang="es-CO" sz="1050" dirty="0"/>
              <a:t>9. Ingrese el </a:t>
            </a:r>
            <a:r>
              <a:rPr lang="es-CO" sz="1050" b="1" dirty="0"/>
              <a:t>Valor numérico </a:t>
            </a:r>
            <a:r>
              <a:rPr lang="es-CO" sz="1050" dirty="0"/>
              <a:t>asociado con la calificación para determinar cuándo una calificación cumple con un requerimiento de calificación mínima necesaria para el cumplimiento del curso</a:t>
            </a:r>
            <a:r>
              <a:rPr lang="es-ES_tradnl" sz="1050" dirty="0"/>
              <a:t>.</a:t>
            </a:r>
            <a:endParaRPr lang="es-ES_tradnl" sz="1050" b="1" dirty="0"/>
          </a:p>
          <a:p>
            <a:pPr marL="342900" indent="-342900" algn="just">
              <a:buFont typeface="+mj-lt"/>
              <a:buAutoNum type="arabicPeriod" startAt="10"/>
            </a:pPr>
            <a:r>
              <a:rPr lang="es-CO" sz="1050" dirty="0"/>
              <a:t>Active la casilla </a:t>
            </a:r>
            <a:r>
              <a:rPr lang="es-CO" sz="1050" b="1" dirty="0"/>
              <a:t>Indicador de repetido </a:t>
            </a:r>
            <a:r>
              <a:rPr lang="es-CO" sz="1050" dirty="0"/>
              <a:t>si la calificación asociada va a ser incluida en la evaluación del procesamiento de repetición.</a:t>
            </a:r>
          </a:p>
          <a:p>
            <a:pPr marL="342900" indent="-342900" algn="just">
              <a:buFont typeface="+mj-lt"/>
              <a:buAutoNum type="arabicPeriod" startAt="10"/>
            </a:pPr>
            <a:r>
              <a:rPr lang="es-CO" sz="1050" dirty="0"/>
              <a:t>Active la casilla </a:t>
            </a:r>
            <a:r>
              <a:rPr lang="es-CO" sz="1050" b="1" dirty="0"/>
              <a:t>Indicador de fecha de última asistencia</a:t>
            </a:r>
            <a:r>
              <a:rPr lang="es-CO" sz="1050" dirty="0"/>
              <a:t>  si el código de calificación requiere la captura de la última fecha de asistencia del alumno para que se tome en cuenta como calificación final. </a:t>
            </a:r>
          </a:p>
          <a:p>
            <a:pPr marL="342900" indent="-342900" algn="just">
              <a:buFont typeface="+mj-lt"/>
              <a:buAutoNum type="arabicPeriod" startAt="10"/>
            </a:pPr>
            <a:r>
              <a:rPr lang="es-CO" sz="1050" dirty="0"/>
              <a:t>Active la casilla </a:t>
            </a:r>
            <a:r>
              <a:rPr lang="es-CO" sz="1050" b="1" dirty="0"/>
              <a:t>Comentario narrativo de la calificación </a:t>
            </a:r>
            <a:r>
              <a:rPr lang="es-419" sz="1050" dirty="0"/>
              <a:t>para indicar que, al asignar la calificación, el docente debe agregar un comentario narrativo obligatorio. Solo aplica para la carga de calificaciones finales si  se cargan por autoservicios. </a:t>
            </a:r>
          </a:p>
          <a:p>
            <a:pPr marL="342900" indent="-342900" algn="just">
              <a:buFont typeface="+mj-lt"/>
              <a:buAutoNum type="arabicPeriod" startAt="10"/>
            </a:pPr>
            <a:r>
              <a:rPr lang="es-419" sz="1050" dirty="0"/>
              <a:t>Pase al siguiente bloque presionando la tecla correspondiente</a:t>
            </a:r>
            <a:endParaRPr lang="es-ES_tradnl" sz="1050" dirty="0"/>
          </a:p>
          <a:p>
            <a:pPr algn="just"/>
            <a:endParaRPr lang="es-CO" sz="1100" dirty="0"/>
          </a:p>
        </p:txBody>
      </p:sp>
      <p:sp>
        <p:nvSpPr>
          <p:cNvPr id="6" name="Rectángulo 5">
            <a:extLst>
              <a:ext uri="{FF2B5EF4-FFF2-40B4-BE49-F238E27FC236}">
                <a16:creationId xmlns:a16="http://schemas.microsoft.com/office/drawing/2014/main" id="{D97CEBD4-48A5-33A2-6796-2567C1977774}"/>
              </a:ext>
            </a:extLst>
          </p:cNvPr>
          <p:cNvSpPr/>
          <p:nvPr/>
        </p:nvSpPr>
        <p:spPr>
          <a:xfrm>
            <a:off x="3720122" y="1803004"/>
            <a:ext cx="5515318" cy="420867"/>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sz="2400"/>
          </a:p>
        </p:txBody>
      </p:sp>
      <p:sp>
        <p:nvSpPr>
          <p:cNvPr id="12" name="CuadroTexto 11">
            <a:extLst>
              <a:ext uri="{FF2B5EF4-FFF2-40B4-BE49-F238E27FC236}">
                <a16:creationId xmlns:a16="http://schemas.microsoft.com/office/drawing/2014/main" id="{86ED028E-32B7-A9ED-B369-301CBAADD4BF}"/>
              </a:ext>
            </a:extLst>
          </p:cNvPr>
          <p:cNvSpPr txBox="1"/>
          <p:nvPr/>
        </p:nvSpPr>
        <p:spPr>
          <a:xfrm>
            <a:off x="3143668" y="2039258"/>
            <a:ext cx="301753" cy="215444"/>
          </a:xfrm>
          <a:prstGeom prst="rect">
            <a:avLst/>
          </a:prstGeom>
          <a:solidFill>
            <a:schemeClr val="accent1"/>
          </a:solidFill>
        </p:spPr>
        <p:txBody>
          <a:bodyPr wrap="square" rtlCol="0">
            <a:spAutoFit/>
          </a:bodyPr>
          <a:lstStyle/>
          <a:p>
            <a:r>
              <a:rPr lang="en-US" sz="800" b="1" dirty="0">
                <a:solidFill>
                  <a:schemeClr val="bg1"/>
                </a:solidFill>
              </a:rPr>
              <a:t>8</a:t>
            </a:r>
          </a:p>
        </p:txBody>
      </p:sp>
      <p:sp>
        <p:nvSpPr>
          <p:cNvPr id="5" name="CuadroTexto 4">
            <a:extLst>
              <a:ext uri="{FF2B5EF4-FFF2-40B4-BE49-F238E27FC236}">
                <a16:creationId xmlns:a16="http://schemas.microsoft.com/office/drawing/2014/main" id="{50431FD6-FF66-99E5-96AF-0D8BFBA824F4}"/>
              </a:ext>
            </a:extLst>
          </p:cNvPr>
          <p:cNvSpPr txBox="1"/>
          <p:nvPr/>
        </p:nvSpPr>
        <p:spPr>
          <a:xfrm>
            <a:off x="8933687" y="2347542"/>
            <a:ext cx="301753" cy="215444"/>
          </a:xfrm>
          <a:prstGeom prst="rect">
            <a:avLst/>
          </a:prstGeom>
          <a:solidFill>
            <a:schemeClr val="accent1"/>
          </a:solidFill>
        </p:spPr>
        <p:txBody>
          <a:bodyPr wrap="square" rtlCol="0">
            <a:spAutoFit/>
          </a:bodyPr>
          <a:lstStyle/>
          <a:p>
            <a:r>
              <a:rPr lang="en-US" sz="800" b="1" dirty="0">
                <a:solidFill>
                  <a:schemeClr val="bg1"/>
                </a:solidFill>
              </a:rPr>
              <a:t>9</a:t>
            </a:r>
          </a:p>
        </p:txBody>
      </p:sp>
      <p:sp>
        <p:nvSpPr>
          <p:cNvPr id="7" name="CuadroTexto 6">
            <a:extLst>
              <a:ext uri="{FF2B5EF4-FFF2-40B4-BE49-F238E27FC236}">
                <a16:creationId xmlns:a16="http://schemas.microsoft.com/office/drawing/2014/main" id="{DEA232FB-6782-C1A2-E54C-5AFB7D11BC09}"/>
              </a:ext>
            </a:extLst>
          </p:cNvPr>
          <p:cNvSpPr txBox="1"/>
          <p:nvPr/>
        </p:nvSpPr>
        <p:spPr>
          <a:xfrm>
            <a:off x="9272016" y="2586460"/>
            <a:ext cx="301753" cy="215444"/>
          </a:xfrm>
          <a:prstGeom prst="rect">
            <a:avLst/>
          </a:prstGeom>
          <a:solidFill>
            <a:schemeClr val="accent1"/>
          </a:solidFill>
        </p:spPr>
        <p:txBody>
          <a:bodyPr wrap="square" rtlCol="0">
            <a:spAutoFit/>
          </a:bodyPr>
          <a:lstStyle/>
          <a:p>
            <a:r>
              <a:rPr lang="en-US" sz="800" b="1" dirty="0">
                <a:solidFill>
                  <a:schemeClr val="bg1"/>
                </a:solidFill>
              </a:rPr>
              <a:t>10</a:t>
            </a:r>
          </a:p>
        </p:txBody>
      </p:sp>
      <p:sp>
        <p:nvSpPr>
          <p:cNvPr id="9" name="CuadroTexto 8">
            <a:extLst>
              <a:ext uri="{FF2B5EF4-FFF2-40B4-BE49-F238E27FC236}">
                <a16:creationId xmlns:a16="http://schemas.microsoft.com/office/drawing/2014/main" id="{7270CCB3-9CF4-F3EB-AFA6-B5373911E473}"/>
              </a:ext>
            </a:extLst>
          </p:cNvPr>
          <p:cNvSpPr txBox="1"/>
          <p:nvPr/>
        </p:nvSpPr>
        <p:spPr>
          <a:xfrm>
            <a:off x="9927335" y="2728865"/>
            <a:ext cx="301753" cy="215444"/>
          </a:xfrm>
          <a:prstGeom prst="rect">
            <a:avLst/>
          </a:prstGeom>
          <a:solidFill>
            <a:schemeClr val="accent1"/>
          </a:solidFill>
        </p:spPr>
        <p:txBody>
          <a:bodyPr wrap="square" rtlCol="0">
            <a:spAutoFit/>
          </a:bodyPr>
          <a:lstStyle/>
          <a:p>
            <a:r>
              <a:rPr lang="en-US" sz="800" b="1" dirty="0">
                <a:solidFill>
                  <a:schemeClr val="bg1"/>
                </a:solidFill>
              </a:rPr>
              <a:t>11</a:t>
            </a:r>
          </a:p>
        </p:txBody>
      </p:sp>
      <p:sp>
        <p:nvSpPr>
          <p:cNvPr id="10" name="CuadroTexto 9">
            <a:extLst>
              <a:ext uri="{FF2B5EF4-FFF2-40B4-BE49-F238E27FC236}">
                <a16:creationId xmlns:a16="http://schemas.microsoft.com/office/drawing/2014/main" id="{68DBFB76-6710-6AD8-AEB7-5538D2866692}"/>
              </a:ext>
            </a:extLst>
          </p:cNvPr>
          <p:cNvSpPr txBox="1"/>
          <p:nvPr/>
        </p:nvSpPr>
        <p:spPr>
          <a:xfrm>
            <a:off x="10819538" y="2759550"/>
            <a:ext cx="301753" cy="215444"/>
          </a:xfrm>
          <a:prstGeom prst="rect">
            <a:avLst/>
          </a:prstGeom>
          <a:solidFill>
            <a:schemeClr val="accent1"/>
          </a:solidFill>
        </p:spPr>
        <p:txBody>
          <a:bodyPr wrap="square" rtlCol="0">
            <a:spAutoFit/>
          </a:bodyPr>
          <a:lstStyle/>
          <a:p>
            <a:r>
              <a:rPr lang="en-US" sz="800" b="1" dirty="0">
                <a:solidFill>
                  <a:schemeClr val="bg1"/>
                </a:solidFill>
              </a:rPr>
              <a:t>12</a:t>
            </a:r>
          </a:p>
        </p:txBody>
      </p:sp>
      <p:sp>
        <p:nvSpPr>
          <p:cNvPr id="15" name="Rectángulo 14">
            <a:extLst>
              <a:ext uri="{FF2B5EF4-FFF2-40B4-BE49-F238E27FC236}">
                <a16:creationId xmlns:a16="http://schemas.microsoft.com/office/drawing/2014/main" id="{957E3AF5-B59A-B851-902B-BB8711F18A78}"/>
              </a:ext>
            </a:extLst>
          </p:cNvPr>
          <p:cNvSpPr/>
          <p:nvPr/>
        </p:nvSpPr>
        <p:spPr>
          <a:xfrm>
            <a:off x="1152144" y="6005589"/>
            <a:ext cx="210312" cy="309147"/>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sz="2400"/>
          </a:p>
        </p:txBody>
      </p:sp>
      <p:sp>
        <p:nvSpPr>
          <p:cNvPr id="16" name="CuadroTexto 15">
            <a:extLst>
              <a:ext uri="{FF2B5EF4-FFF2-40B4-BE49-F238E27FC236}">
                <a16:creationId xmlns:a16="http://schemas.microsoft.com/office/drawing/2014/main" id="{894FBC95-8D6E-DCEF-9F82-DE907D5D3CA8}"/>
              </a:ext>
            </a:extLst>
          </p:cNvPr>
          <p:cNvSpPr txBox="1"/>
          <p:nvPr/>
        </p:nvSpPr>
        <p:spPr>
          <a:xfrm>
            <a:off x="706374" y="5756763"/>
            <a:ext cx="301753" cy="215444"/>
          </a:xfrm>
          <a:prstGeom prst="rect">
            <a:avLst/>
          </a:prstGeom>
          <a:solidFill>
            <a:schemeClr val="accent1"/>
          </a:solidFill>
        </p:spPr>
        <p:txBody>
          <a:bodyPr wrap="square" rtlCol="0">
            <a:spAutoFit/>
          </a:bodyPr>
          <a:lstStyle/>
          <a:p>
            <a:r>
              <a:rPr lang="en-US" sz="800" b="1" dirty="0">
                <a:solidFill>
                  <a:schemeClr val="bg1"/>
                </a:solidFill>
              </a:rPr>
              <a:t>13</a:t>
            </a:r>
          </a:p>
        </p:txBody>
      </p:sp>
    </p:spTree>
    <p:extLst>
      <p:ext uri="{BB962C8B-B14F-4D97-AF65-F5344CB8AC3E}">
        <p14:creationId xmlns:p14="http://schemas.microsoft.com/office/powerpoint/2010/main" val="233116680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3816C0AE-3BDA-1508-7218-A6233B00366E}"/>
              </a:ext>
            </a:extLst>
          </p:cNvPr>
          <p:cNvPicPr>
            <a:picLocks noChangeAspect="1"/>
          </p:cNvPicPr>
          <p:nvPr/>
        </p:nvPicPr>
        <p:blipFill>
          <a:blip r:embed="rId3"/>
          <a:stretch>
            <a:fillRect/>
          </a:stretch>
        </p:blipFill>
        <p:spPr>
          <a:xfrm>
            <a:off x="673984" y="1042416"/>
            <a:ext cx="11137263" cy="5272489"/>
          </a:xfrm>
          <a:prstGeom prst="rect">
            <a:avLst/>
          </a:prstGeom>
        </p:spPr>
      </p:pic>
      <p:sp>
        <p:nvSpPr>
          <p:cNvPr id="2" name="Marcador de texto vertical 1">
            <a:extLst>
              <a:ext uri="{FF2B5EF4-FFF2-40B4-BE49-F238E27FC236}">
                <a16:creationId xmlns:a16="http://schemas.microsoft.com/office/drawing/2014/main" id="{87503865-D809-43D0-2AAE-3B76B2B1251D}"/>
              </a:ext>
            </a:extLst>
          </p:cNvPr>
          <p:cNvSpPr>
            <a:spLocks noGrp="1"/>
          </p:cNvSpPr>
          <p:nvPr>
            <p:ph type="body" orient="vert" sz="quarter" idx="17"/>
          </p:nvPr>
        </p:nvSpPr>
        <p:spPr/>
        <p:txBody>
          <a:bodyPr/>
          <a:lstStyle/>
          <a:p>
            <a:r>
              <a:rPr lang="es-419" dirty="0"/>
              <a:t>Configurar escalas de calificación</a:t>
            </a:r>
          </a:p>
        </p:txBody>
      </p:sp>
      <p:sp>
        <p:nvSpPr>
          <p:cNvPr id="13" name="Title 12"/>
          <p:cNvSpPr>
            <a:spLocks noGrp="1"/>
          </p:cNvSpPr>
          <p:nvPr>
            <p:ph type="title"/>
          </p:nvPr>
        </p:nvSpPr>
        <p:spPr>
          <a:xfrm>
            <a:off x="857251" y="277860"/>
            <a:ext cx="10477497" cy="898555"/>
          </a:xfrm>
        </p:spPr>
        <p:txBody>
          <a:bodyPr/>
          <a:lstStyle/>
          <a:p>
            <a:r>
              <a:rPr lang="es-419" dirty="0">
                <a:solidFill>
                  <a:schemeClr val="accent1"/>
                </a:solidFill>
              </a:rPr>
              <a:t>Crear códigos de calificaciones (SHAGRDE)</a:t>
            </a:r>
            <a:endParaRPr lang="es-ES_tradnl" b="1" dirty="0">
              <a:solidFill>
                <a:schemeClr val="accent1"/>
              </a:solidFill>
            </a:endParaRPr>
          </a:p>
        </p:txBody>
      </p:sp>
      <p:sp>
        <p:nvSpPr>
          <p:cNvPr id="8" name="Rectángulo: esquinas redondeadas 7">
            <a:extLst>
              <a:ext uri="{FF2B5EF4-FFF2-40B4-BE49-F238E27FC236}">
                <a16:creationId xmlns:a16="http://schemas.microsoft.com/office/drawing/2014/main" id="{070C0048-A69C-F572-0139-14744F56729C}"/>
              </a:ext>
            </a:extLst>
          </p:cNvPr>
          <p:cNvSpPr/>
          <p:nvPr/>
        </p:nvSpPr>
        <p:spPr>
          <a:xfrm>
            <a:off x="2134538" y="5176771"/>
            <a:ext cx="8421958" cy="895108"/>
          </a:xfrm>
          <a:prstGeom prst="roundRect">
            <a:avLst>
              <a:gd name="adj" fmla="val 14466"/>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342900" indent="-342900" algn="just">
              <a:buFont typeface="+mj-lt"/>
              <a:buAutoNum type="arabicPeriod" startAt="15"/>
            </a:pPr>
            <a:r>
              <a:rPr lang="es-CO" sz="1100" dirty="0"/>
              <a:t>Ingrese el o los modos de calificación asociados al código de calificación (inserte nuevos registros si es más de un modo de calificar)</a:t>
            </a:r>
            <a:r>
              <a:rPr lang="es-ES_tradnl" sz="1100" dirty="0"/>
              <a:t>. </a:t>
            </a:r>
            <a:endParaRPr lang="es-ES_tradnl" sz="1100" b="1" dirty="0"/>
          </a:p>
          <a:p>
            <a:pPr marL="342900" indent="-342900" algn="just">
              <a:buFont typeface="+mj-lt"/>
              <a:buAutoNum type="arabicPeriod" startAt="15"/>
            </a:pPr>
            <a:r>
              <a:rPr lang="es-419" sz="1100" dirty="0"/>
              <a:t>Guarde la información. </a:t>
            </a:r>
            <a:endParaRPr lang="es-ES_tradnl" sz="1100" dirty="0"/>
          </a:p>
        </p:txBody>
      </p:sp>
      <p:sp>
        <p:nvSpPr>
          <p:cNvPr id="4" name="CuadroTexto 3">
            <a:extLst>
              <a:ext uri="{FF2B5EF4-FFF2-40B4-BE49-F238E27FC236}">
                <a16:creationId xmlns:a16="http://schemas.microsoft.com/office/drawing/2014/main" id="{E0C12B83-8CD1-A9C6-1672-2ED5D29E3383}"/>
              </a:ext>
            </a:extLst>
          </p:cNvPr>
          <p:cNvSpPr txBox="1"/>
          <p:nvPr/>
        </p:nvSpPr>
        <p:spPr>
          <a:xfrm>
            <a:off x="10927604" y="6023648"/>
            <a:ext cx="301753" cy="215444"/>
          </a:xfrm>
          <a:prstGeom prst="rect">
            <a:avLst/>
          </a:prstGeom>
          <a:solidFill>
            <a:schemeClr val="accent1"/>
          </a:solidFill>
        </p:spPr>
        <p:txBody>
          <a:bodyPr wrap="square" rtlCol="0">
            <a:spAutoFit/>
          </a:bodyPr>
          <a:lstStyle/>
          <a:p>
            <a:r>
              <a:rPr lang="en-US" sz="800" b="1" dirty="0">
                <a:solidFill>
                  <a:schemeClr val="bg1"/>
                </a:solidFill>
              </a:rPr>
              <a:t>16</a:t>
            </a:r>
          </a:p>
        </p:txBody>
      </p:sp>
      <p:sp>
        <p:nvSpPr>
          <p:cNvPr id="20" name="CuadroTexto 19">
            <a:extLst>
              <a:ext uri="{FF2B5EF4-FFF2-40B4-BE49-F238E27FC236}">
                <a16:creationId xmlns:a16="http://schemas.microsoft.com/office/drawing/2014/main" id="{6201353D-8A9D-4B81-FE46-7B4A3E4BA8F8}"/>
              </a:ext>
            </a:extLst>
          </p:cNvPr>
          <p:cNvSpPr txBox="1"/>
          <p:nvPr/>
        </p:nvSpPr>
        <p:spPr>
          <a:xfrm>
            <a:off x="3305913" y="4810406"/>
            <a:ext cx="301753" cy="215444"/>
          </a:xfrm>
          <a:prstGeom prst="rect">
            <a:avLst/>
          </a:prstGeom>
          <a:solidFill>
            <a:schemeClr val="accent1"/>
          </a:solidFill>
        </p:spPr>
        <p:txBody>
          <a:bodyPr wrap="square" rtlCol="0">
            <a:spAutoFit/>
          </a:bodyPr>
          <a:lstStyle/>
          <a:p>
            <a:r>
              <a:rPr lang="es-CO" sz="800" b="1" dirty="0">
                <a:solidFill>
                  <a:schemeClr val="bg1"/>
                </a:solidFill>
              </a:rPr>
              <a:t>15</a:t>
            </a:r>
            <a:endParaRPr lang="en-US" sz="800" b="1" dirty="0">
              <a:solidFill>
                <a:schemeClr val="bg1"/>
              </a:solidFill>
            </a:endParaRPr>
          </a:p>
        </p:txBody>
      </p:sp>
      <p:sp>
        <p:nvSpPr>
          <p:cNvPr id="22" name="Rectángulo 21">
            <a:extLst>
              <a:ext uri="{FF2B5EF4-FFF2-40B4-BE49-F238E27FC236}">
                <a16:creationId xmlns:a16="http://schemas.microsoft.com/office/drawing/2014/main" id="{8681EBFA-7474-9EB9-01B9-25D3A8DB501D}"/>
              </a:ext>
            </a:extLst>
          </p:cNvPr>
          <p:cNvSpPr/>
          <p:nvPr/>
        </p:nvSpPr>
        <p:spPr>
          <a:xfrm>
            <a:off x="609601" y="4841640"/>
            <a:ext cx="2127153" cy="184210"/>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sz="2400"/>
          </a:p>
        </p:txBody>
      </p:sp>
    </p:spTree>
    <p:extLst>
      <p:ext uri="{BB962C8B-B14F-4D97-AF65-F5344CB8AC3E}">
        <p14:creationId xmlns:p14="http://schemas.microsoft.com/office/powerpoint/2010/main" val="211806772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texto vertical 2">
            <a:extLst>
              <a:ext uri="{FF2B5EF4-FFF2-40B4-BE49-F238E27FC236}">
                <a16:creationId xmlns:a16="http://schemas.microsoft.com/office/drawing/2014/main" id="{7DF9F4DC-4C80-F6A2-24CF-5D61CF617A86}"/>
              </a:ext>
            </a:extLst>
          </p:cNvPr>
          <p:cNvSpPr>
            <a:spLocks noGrp="1"/>
          </p:cNvSpPr>
          <p:nvPr>
            <p:ph type="body" orient="vert" sz="quarter" idx="10"/>
          </p:nvPr>
        </p:nvSpPr>
        <p:spPr/>
        <p:txBody>
          <a:bodyPr/>
          <a:lstStyle/>
          <a:p>
            <a:r>
              <a:rPr lang="es-419" dirty="0"/>
              <a:t>Configurar escalas de calificación</a:t>
            </a:r>
          </a:p>
        </p:txBody>
      </p:sp>
      <p:sp>
        <p:nvSpPr>
          <p:cNvPr id="2" name="Title 1"/>
          <p:cNvSpPr>
            <a:spLocks noGrp="1"/>
          </p:cNvSpPr>
          <p:nvPr>
            <p:ph type="title"/>
          </p:nvPr>
        </p:nvSpPr>
        <p:spPr/>
        <p:txBody>
          <a:bodyPr/>
          <a:lstStyle/>
          <a:p>
            <a:r>
              <a:rPr lang="es-CO" dirty="0"/>
              <a:t>Definición de escala de calificación </a:t>
            </a:r>
            <a:endParaRPr lang="es-ES_tradnl" dirty="0"/>
          </a:p>
        </p:txBody>
      </p:sp>
      <p:sp>
        <p:nvSpPr>
          <p:cNvPr id="4" name="Marcador de texto 3">
            <a:extLst>
              <a:ext uri="{FF2B5EF4-FFF2-40B4-BE49-F238E27FC236}">
                <a16:creationId xmlns:a16="http://schemas.microsoft.com/office/drawing/2014/main" id="{80291AFB-8D43-C85C-20F1-6AF33F64CE71}"/>
              </a:ext>
            </a:extLst>
          </p:cNvPr>
          <p:cNvSpPr>
            <a:spLocks noGrp="1"/>
          </p:cNvSpPr>
          <p:nvPr>
            <p:ph type="body" sz="quarter" idx="18"/>
          </p:nvPr>
        </p:nvSpPr>
        <p:spPr/>
        <p:txBody>
          <a:bodyPr/>
          <a:lstStyle/>
          <a:p>
            <a:r>
              <a:rPr lang="es-CO" dirty="0"/>
              <a:t>Estableciendo las bases del procedimiento de cálculo de calificación definitiva…</a:t>
            </a:r>
            <a:endParaRPr lang="es-ES_tradnl" dirty="0"/>
          </a:p>
          <a:p>
            <a:endParaRPr lang="es-419" dirty="0"/>
          </a:p>
        </p:txBody>
      </p:sp>
    </p:spTree>
    <p:extLst>
      <p:ext uri="{BB962C8B-B14F-4D97-AF65-F5344CB8AC3E}">
        <p14:creationId xmlns:p14="http://schemas.microsoft.com/office/powerpoint/2010/main" val="104829494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C019CFB9-D222-BCAB-D6B5-BC61DF807BE4}"/>
              </a:ext>
            </a:extLst>
          </p:cNvPr>
          <p:cNvPicPr>
            <a:picLocks noChangeAspect="1"/>
          </p:cNvPicPr>
          <p:nvPr/>
        </p:nvPicPr>
        <p:blipFill>
          <a:blip r:embed="rId3"/>
          <a:stretch>
            <a:fillRect/>
          </a:stretch>
        </p:blipFill>
        <p:spPr>
          <a:xfrm>
            <a:off x="839492" y="1124712"/>
            <a:ext cx="10950468" cy="5197898"/>
          </a:xfrm>
          <a:prstGeom prst="rect">
            <a:avLst/>
          </a:prstGeom>
        </p:spPr>
      </p:pic>
      <p:sp>
        <p:nvSpPr>
          <p:cNvPr id="4" name="Marcador de texto vertical 3">
            <a:extLst>
              <a:ext uri="{FF2B5EF4-FFF2-40B4-BE49-F238E27FC236}">
                <a16:creationId xmlns:a16="http://schemas.microsoft.com/office/drawing/2014/main" id="{21FB4297-305F-D7B8-5636-CE584BC76B26}"/>
              </a:ext>
            </a:extLst>
          </p:cNvPr>
          <p:cNvSpPr>
            <a:spLocks noGrp="1"/>
          </p:cNvSpPr>
          <p:nvPr>
            <p:ph type="body" orient="vert" sz="quarter" idx="17"/>
          </p:nvPr>
        </p:nvSpPr>
        <p:spPr/>
        <p:txBody>
          <a:bodyPr/>
          <a:lstStyle/>
          <a:p>
            <a:r>
              <a:rPr lang="es-419" dirty="0"/>
              <a:t>Configurar escalas de calificación</a:t>
            </a:r>
          </a:p>
        </p:txBody>
      </p:sp>
      <p:sp>
        <p:nvSpPr>
          <p:cNvPr id="13" name="Title 12"/>
          <p:cNvSpPr>
            <a:spLocks noGrp="1"/>
          </p:cNvSpPr>
          <p:nvPr>
            <p:ph type="title"/>
          </p:nvPr>
        </p:nvSpPr>
        <p:spPr>
          <a:xfrm>
            <a:off x="875011" y="366041"/>
            <a:ext cx="10477497" cy="898555"/>
          </a:xfrm>
        </p:spPr>
        <p:txBody>
          <a:bodyPr/>
          <a:lstStyle/>
          <a:p>
            <a:r>
              <a:rPr lang="es-ES_tradnl" dirty="0">
                <a:solidFill>
                  <a:schemeClr val="accent1"/>
                </a:solidFill>
              </a:rPr>
              <a:t>Definición de escala de calificación (</a:t>
            </a:r>
            <a:r>
              <a:rPr lang="es-419" b="1" dirty="0">
                <a:solidFill>
                  <a:schemeClr val="accent1"/>
                </a:solidFill>
                <a:effectLst/>
              </a:rPr>
              <a:t>SHAGSCH</a:t>
            </a:r>
            <a:r>
              <a:rPr lang="es-ES_tradnl" dirty="0">
                <a:solidFill>
                  <a:schemeClr val="accent1"/>
                </a:solidFill>
              </a:rPr>
              <a:t>)</a:t>
            </a:r>
            <a:endParaRPr lang="es-ES_tradnl" b="1" dirty="0">
              <a:solidFill>
                <a:schemeClr val="accent1"/>
              </a:solidFill>
            </a:endParaRPr>
          </a:p>
        </p:txBody>
      </p:sp>
      <p:sp>
        <p:nvSpPr>
          <p:cNvPr id="5" name="Rectángulo: esquinas redondeadas 4">
            <a:extLst>
              <a:ext uri="{FF2B5EF4-FFF2-40B4-BE49-F238E27FC236}">
                <a16:creationId xmlns:a16="http://schemas.microsoft.com/office/drawing/2014/main" id="{607DBFE5-1247-E058-418A-099403F5D59B}"/>
              </a:ext>
            </a:extLst>
          </p:cNvPr>
          <p:cNvSpPr/>
          <p:nvPr/>
        </p:nvSpPr>
        <p:spPr>
          <a:xfrm>
            <a:off x="3041514" y="3703918"/>
            <a:ext cx="6108971" cy="1010339"/>
          </a:xfrm>
          <a:prstGeom prst="roundRect">
            <a:avLst>
              <a:gd name="adj" fmla="val 14466"/>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228600" indent="-228600">
              <a:buFont typeface="+mj-lt"/>
              <a:buAutoNum type="arabicPeriod"/>
            </a:pPr>
            <a:r>
              <a:rPr lang="es-ES_tradnl" sz="1100" dirty="0"/>
              <a:t>En SHAGSCH, </a:t>
            </a:r>
            <a:r>
              <a:rPr lang="es-CO" sz="1100" dirty="0"/>
              <a:t>ingrese el código que le va a designar a la </a:t>
            </a:r>
            <a:r>
              <a:rPr lang="es-CO" sz="1100" b="1" dirty="0"/>
              <a:t>escala de calificación</a:t>
            </a:r>
            <a:r>
              <a:rPr lang="es-CO" sz="1100" dirty="0"/>
              <a:t>.</a:t>
            </a:r>
          </a:p>
          <a:p>
            <a:pPr marL="228600" indent="-228600">
              <a:buFont typeface="+mj-lt"/>
              <a:buAutoNum type="arabicPeriod"/>
            </a:pPr>
            <a:r>
              <a:rPr lang="es-CO" sz="1100" dirty="0"/>
              <a:t>Presione el botón </a:t>
            </a:r>
            <a:r>
              <a:rPr lang="es-CO" sz="1100" b="1" dirty="0"/>
              <a:t>Ir</a:t>
            </a:r>
            <a:r>
              <a:rPr lang="es-CO" sz="1100" dirty="0"/>
              <a:t>.</a:t>
            </a:r>
            <a:endParaRPr lang="es-ES_tradnl" sz="1100" dirty="0"/>
          </a:p>
        </p:txBody>
      </p:sp>
      <p:sp>
        <p:nvSpPr>
          <p:cNvPr id="7" name="CuadroTexto 6">
            <a:extLst>
              <a:ext uri="{FF2B5EF4-FFF2-40B4-BE49-F238E27FC236}">
                <a16:creationId xmlns:a16="http://schemas.microsoft.com/office/drawing/2014/main" id="{E8B3B626-3B96-61A0-5FA7-B33D9EFA48B1}"/>
              </a:ext>
            </a:extLst>
          </p:cNvPr>
          <p:cNvSpPr txBox="1"/>
          <p:nvPr/>
        </p:nvSpPr>
        <p:spPr>
          <a:xfrm>
            <a:off x="2739761" y="1581002"/>
            <a:ext cx="301753" cy="215444"/>
          </a:xfrm>
          <a:prstGeom prst="rect">
            <a:avLst/>
          </a:prstGeom>
          <a:solidFill>
            <a:schemeClr val="accent1"/>
          </a:solidFill>
        </p:spPr>
        <p:txBody>
          <a:bodyPr wrap="square" rtlCol="0">
            <a:spAutoFit/>
          </a:bodyPr>
          <a:lstStyle/>
          <a:p>
            <a:r>
              <a:rPr lang="es-CO" sz="800" b="1" dirty="0">
                <a:solidFill>
                  <a:schemeClr val="bg1"/>
                </a:solidFill>
              </a:rPr>
              <a:t>1</a:t>
            </a:r>
            <a:endParaRPr lang="en-US" sz="800" b="1" dirty="0">
              <a:solidFill>
                <a:schemeClr val="bg1"/>
              </a:solidFill>
            </a:endParaRPr>
          </a:p>
        </p:txBody>
      </p:sp>
      <p:sp>
        <p:nvSpPr>
          <p:cNvPr id="9" name="CuadroTexto 8">
            <a:extLst>
              <a:ext uri="{FF2B5EF4-FFF2-40B4-BE49-F238E27FC236}">
                <a16:creationId xmlns:a16="http://schemas.microsoft.com/office/drawing/2014/main" id="{77A2B6D2-2C88-A257-51A1-83AEC47E42CA}"/>
              </a:ext>
            </a:extLst>
          </p:cNvPr>
          <p:cNvSpPr txBox="1"/>
          <p:nvPr/>
        </p:nvSpPr>
        <p:spPr>
          <a:xfrm>
            <a:off x="11031280" y="1581002"/>
            <a:ext cx="301753" cy="215444"/>
          </a:xfrm>
          <a:prstGeom prst="rect">
            <a:avLst/>
          </a:prstGeom>
          <a:solidFill>
            <a:schemeClr val="accent1"/>
          </a:solidFill>
        </p:spPr>
        <p:txBody>
          <a:bodyPr wrap="square" rtlCol="0">
            <a:spAutoFit/>
          </a:bodyPr>
          <a:lstStyle/>
          <a:p>
            <a:r>
              <a:rPr lang="en-US" sz="800" b="1" dirty="0">
                <a:solidFill>
                  <a:schemeClr val="bg1"/>
                </a:solidFill>
              </a:rPr>
              <a:t>2</a:t>
            </a:r>
          </a:p>
        </p:txBody>
      </p:sp>
    </p:spTree>
    <p:extLst>
      <p:ext uri="{BB962C8B-B14F-4D97-AF65-F5344CB8AC3E}">
        <p14:creationId xmlns:p14="http://schemas.microsoft.com/office/powerpoint/2010/main" val="105641665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Imagen 5">
            <a:extLst>
              <a:ext uri="{FF2B5EF4-FFF2-40B4-BE49-F238E27FC236}">
                <a16:creationId xmlns:a16="http://schemas.microsoft.com/office/drawing/2014/main" id="{70973AF8-5CEA-4F38-C191-424CCF6E54DE}"/>
              </a:ext>
            </a:extLst>
          </p:cNvPr>
          <p:cNvPicPr>
            <a:picLocks noChangeAspect="1"/>
          </p:cNvPicPr>
          <p:nvPr/>
        </p:nvPicPr>
        <p:blipFill>
          <a:blip r:embed="rId3"/>
          <a:stretch>
            <a:fillRect/>
          </a:stretch>
        </p:blipFill>
        <p:spPr>
          <a:xfrm>
            <a:off x="875011" y="1216946"/>
            <a:ext cx="10756158" cy="5105664"/>
          </a:xfrm>
          <a:prstGeom prst="rect">
            <a:avLst/>
          </a:prstGeom>
        </p:spPr>
      </p:pic>
      <p:sp>
        <p:nvSpPr>
          <p:cNvPr id="4" name="Marcador de texto vertical 3">
            <a:extLst>
              <a:ext uri="{FF2B5EF4-FFF2-40B4-BE49-F238E27FC236}">
                <a16:creationId xmlns:a16="http://schemas.microsoft.com/office/drawing/2014/main" id="{21FB4297-305F-D7B8-5636-CE584BC76B26}"/>
              </a:ext>
            </a:extLst>
          </p:cNvPr>
          <p:cNvSpPr>
            <a:spLocks noGrp="1"/>
          </p:cNvSpPr>
          <p:nvPr>
            <p:ph type="body" orient="vert" sz="quarter" idx="17"/>
          </p:nvPr>
        </p:nvSpPr>
        <p:spPr/>
        <p:txBody>
          <a:bodyPr/>
          <a:lstStyle/>
          <a:p>
            <a:r>
              <a:rPr lang="es-419" dirty="0"/>
              <a:t>Configurar escalas de calificación</a:t>
            </a:r>
          </a:p>
        </p:txBody>
      </p:sp>
      <p:sp>
        <p:nvSpPr>
          <p:cNvPr id="13" name="Title 12"/>
          <p:cNvSpPr>
            <a:spLocks noGrp="1"/>
          </p:cNvSpPr>
          <p:nvPr>
            <p:ph type="title"/>
          </p:nvPr>
        </p:nvSpPr>
        <p:spPr>
          <a:xfrm>
            <a:off x="875011" y="366041"/>
            <a:ext cx="10477497" cy="898555"/>
          </a:xfrm>
        </p:spPr>
        <p:txBody>
          <a:bodyPr/>
          <a:lstStyle/>
          <a:p>
            <a:r>
              <a:rPr lang="es-ES_tradnl" dirty="0">
                <a:solidFill>
                  <a:schemeClr val="accent1"/>
                </a:solidFill>
              </a:rPr>
              <a:t>Definición de escala de calificación (</a:t>
            </a:r>
            <a:r>
              <a:rPr lang="es-419" b="1" dirty="0">
                <a:solidFill>
                  <a:schemeClr val="accent1"/>
                </a:solidFill>
                <a:effectLst/>
              </a:rPr>
              <a:t>SHAGSCH</a:t>
            </a:r>
            <a:r>
              <a:rPr lang="es-ES_tradnl" dirty="0">
                <a:solidFill>
                  <a:schemeClr val="accent1"/>
                </a:solidFill>
              </a:rPr>
              <a:t>)</a:t>
            </a:r>
            <a:endParaRPr lang="es-ES_tradnl" b="1" dirty="0">
              <a:solidFill>
                <a:schemeClr val="accent1"/>
              </a:solidFill>
            </a:endParaRPr>
          </a:p>
        </p:txBody>
      </p:sp>
      <p:sp>
        <p:nvSpPr>
          <p:cNvPr id="5" name="Rectángulo: esquinas redondeadas 4">
            <a:extLst>
              <a:ext uri="{FF2B5EF4-FFF2-40B4-BE49-F238E27FC236}">
                <a16:creationId xmlns:a16="http://schemas.microsoft.com/office/drawing/2014/main" id="{607DBFE5-1247-E058-418A-099403F5D59B}"/>
              </a:ext>
            </a:extLst>
          </p:cNvPr>
          <p:cNvSpPr/>
          <p:nvPr/>
        </p:nvSpPr>
        <p:spPr>
          <a:xfrm>
            <a:off x="2635903" y="3619309"/>
            <a:ext cx="7282774" cy="1049967"/>
          </a:xfrm>
          <a:prstGeom prst="roundRect">
            <a:avLst>
              <a:gd name="adj" fmla="val 14466"/>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228600" indent="-228600">
              <a:buFont typeface="+mj-lt"/>
              <a:buAutoNum type="arabicPeriod" startAt="3"/>
            </a:pPr>
            <a:r>
              <a:rPr lang="es-CO" sz="1100" dirty="0"/>
              <a:t>Ingrese el nombre o </a:t>
            </a:r>
            <a:r>
              <a:rPr lang="es-CO" sz="1100" b="1" dirty="0"/>
              <a:t>descripción</a:t>
            </a:r>
            <a:r>
              <a:rPr lang="es-CO" sz="1100" dirty="0"/>
              <a:t> de la escala de calificación (máximo 30 caracteres).</a:t>
            </a:r>
          </a:p>
          <a:p>
            <a:pPr marL="228600" indent="-228600">
              <a:buFont typeface="+mj-lt"/>
              <a:buAutoNum type="arabicPeriod" startAt="3"/>
            </a:pPr>
            <a:r>
              <a:rPr lang="es-CO" sz="1100" dirty="0"/>
              <a:t>Ingrese el </a:t>
            </a:r>
            <a:r>
              <a:rPr lang="es-CO" sz="1100" b="1" dirty="0"/>
              <a:t>porcentaje</a:t>
            </a:r>
            <a:r>
              <a:rPr lang="es-CO" sz="1100" dirty="0"/>
              <a:t> que debe obtener el alumno para recibir una calificación aprobatoria para los componentes, según lo que vaya a definir en la escala.</a:t>
            </a:r>
            <a:endParaRPr lang="es-ES_tradnl" sz="1100" dirty="0"/>
          </a:p>
          <a:p>
            <a:pPr marL="228600" indent="-228600">
              <a:buFont typeface="+mj-lt"/>
              <a:buAutoNum type="arabicPeriod" startAt="3"/>
            </a:pPr>
            <a:r>
              <a:rPr lang="es-CO" sz="1100" dirty="0"/>
              <a:t>Si aplica, ingrese el </a:t>
            </a:r>
            <a:r>
              <a:rPr lang="es-CO" sz="1100" b="1" dirty="0"/>
              <a:t>código predefinido de calificación </a:t>
            </a:r>
            <a:r>
              <a:rPr lang="es-CO" sz="1100" dirty="0"/>
              <a:t>en caso de que un componente que “debe aprobar” tome esta escala no lo aprueba. </a:t>
            </a:r>
            <a:endParaRPr lang="es-ES_tradnl" sz="1100" dirty="0"/>
          </a:p>
        </p:txBody>
      </p:sp>
      <p:sp>
        <p:nvSpPr>
          <p:cNvPr id="7" name="CuadroTexto 6">
            <a:extLst>
              <a:ext uri="{FF2B5EF4-FFF2-40B4-BE49-F238E27FC236}">
                <a16:creationId xmlns:a16="http://schemas.microsoft.com/office/drawing/2014/main" id="{E8B3B626-3B96-61A0-5FA7-B33D9EFA48B1}"/>
              </a:ext>
            </a:extLst>
          </p:cNvPr>
          <p:cNvSpPr txBox="1"/>
          <p:nvPr/>
        </p:nvSpPr>
        <p:spPr>
          <a:xfrm>
            <a:off x="2890637" y="2006515"/>
            <a:ext cx="301753" cy="215444"/>
          </a:xfrm>
          <a:prstGeom prst="rect">
            <a:avLst/>
          </a:prstGeom>
          <a:solidFill>
            <a:schemeClr val="accent1"/>
          </a:solidFill>
        </p:spPr>
        <p:txBody>
          <a:bodyPr wrap="square" rtlCol="0">
            <a:spAutoFit/>
          </a:bodyPr>
          <a:lstStyle/>
          <a:p>
            <a:r>
              <a:rPr lang="es-CO" sz="800" b="1" dirty="0">
                <a:solidFill>
                  <a:schemeClr val="bg1"/>
                </a:solidFill>
              </a:rPr>
              <a:t>3</a:t>
            </a:r>
            <a:endParaRPr lang="en-US" sz="800" b="1" dirty="0">
              <a:solidFill>
                <a:schemeClr val="bg1"/>
              </a:solidFill>
            </a:endParaRPr>
          </a:p>
        </p:txBody>
      </p:sp>
      <p:sp>
        <p:nvSpPr>
          <p:cNvPr id="9" name="CuadroTexto 8">
            <a:extLst>
              <a:ext uri="{FF2B5EF4-FFF2-40B4-BE49-F238E27FC236}">
                <a16:creationId xmlns:a16="http://schemas.microsoft.com/office/drawing/2014/main" id="{77A2B6D2-2C88-A257-51A1-83AEC47E42CA}"/>
              </a:ext>
            </a:extLst>
          </p:cNvPr>
          <p:cNvSpPr txBox="1"/>
          <p:nvPr/>
        </p:nvSpPr>
        <p:spPr>
          <a:xfrm>
            <a:off x="2129155" y="2205834"/>
            <a:ext cx="301753" cy="215444"/>
          </a:xfrm>
          <a:prstGeom prst="rect">
            <a:avLst/>
          </a:prstGeom>
          <a:solidFill>
            <a:schemeClr val="accent1"/>
          </a:solidFill>
        </p:spPr>
        <p:txBody>
          <a:bodyPr wrap="square" rtlCol="0">
            <a:spAutoFit/>
          </a:bodyPr>
          <a:lstStyle/>
          <a:p>
            <a:r>
              <a:rPr lang="en-US" sz="800" b="1" dirty="0">
                <a:solidFill>
                  <a:schemeClr val="bg1"/>
                </a:solidFill>
              </a:rPr>
              <a:t>4</a:t>
            </a:r>
          </a:p>
        </p:txBody>
      </p:sp>
      <p:sp>
        <p:nvSpPr>
          <p:cNvPr id="11" name="CuadroTexto 10">
            <a:extLst>
              <a:ext uri="{FF2B5EF4-FFF2-40B4-BE49-F238E27FC236}">
                <a16:creationId xmlns:a16="http://schemas.microsoft.com/office/drawing/2014/main" id="{E050B628-004A-8C50-AB1A-E7C02481CE90}"/>
              </a:ext>
            </a:extLst>
          </p:cNvPr>
          <p:cNvSpPr txBox="1"/>
          <p:nvPr/>
        </p:nvSpPr>
        <p:spPr>
          <a:xfrm>
            <a:off x="2139985" y="2444731"/>
            <a:ext cx="301753" cy="215444"/>
          </a:xfrm>
          <a:prstGeom prst="rect">
            <a:avLst/>
          </a:prstGeom>
          <a:solidFill>
            <a:schemeClr val="accent1"/>
          </a:solidFill>
        </p:spPr>
        <p:txBody>
          <a:bodyPr wrap="square" rtlCol="0">
            <a:spAutoFit/>
          </a:bodyPr>
          <a:lstStyle/>
          <a:p>
            <a:r>
              <a:rPr lang="en-US" sz="800" b="1" dirty="0">
                <a:solidFill>
                  <a:schemeClr val="bg1"/>
                </a:solidFill>
              </a:rPr>
              <a:t>5</a:t>
            </a:r>
          </a:p>
        </p:txBody>
      </p:sp>
    </p:spTree>
    <p:extLst>
      <p:ext uri="{BB962C8B-B14F-4D97-AF65-F5344CB8AC3E}">
        <p14:creationId xmlns:p14="http://schemas.microsoft.com/office/powerpoint/2010/main" val="257108912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Imagen 5">
            <a:extLst>
              <a:ext uri="{FF2B5EF4-FFF2-40B4-BE49-F238E27FC236}">
                <a16:creationId xmlns:a16="http://schemas.microsoft.com/office/drawing/2014/main" id="{AC8D7E95-CD2C-F8E4-8624-7AB754696745}"/>
              </a:ext>
            </a:extLst>
          </p:cNvPr>
          <p:cNvPicPr>
            <a:picLocks noChangeAspect="1"/>
          </p:cNvPicPr>
          <p:nvPr/>
        </p:nvPicPr>
        <p:blipFill>
          <a:blip r:embed="rId3"/>
          <a:stretch>
            <a:fillRect/>
          </a:stretch>
        </p:blipFill>
        <p:spPr>
          <a:xfrm>
            <a:off x="875011" y="1216946"/>
            <a:ext cx="10756158" cy="5105664"/>
          </a:xfrm>
          <a:prstGeom prst="rect">
            <a:avLst/>
          </a:prstGeom>
        </p:spPr>
      </p:pic>
      <p:sp>
        <p:nvSpPr>
          <p:cNvPr id="4" name="Marcador de texto vertical 3">
            <a:extLst>
              <a:ext uri="{FF2B5EF4-FFF2-40B4-BE49-F238E27FC236}">
                <a16:creationId xmlns:a16="http://schemas.microsoft.com/office/drawing/2014/main" id="{21FB4297-305F-D7B8-5636-CE584BC76B26}"/>
              </a:ext>
            </a:extLst>
          </p:cNvPr>
          <p:cNvSpPr>
            <a:spLocks noGrp="1"/>
          </p:cNvSpPr>
          <p:nvPr>
            <p:ph type="body" orient="vert" sz="quarter" idx="17"/>
          </p:nvPr>
        </p:nvSpPr>
        <p:spPr/>
        <p:txBody>
          <a:bodyPr/>
          <a:lstStyle/>
          <a:p>
            <a:r>
              <a:rPr lang="es-419" dirty="0"/>
              <a:t>Configurar escalas de calificación</a:t>
            </a:r>
          </a:p>
        </p:txBody>
      </p:sp>
      <p:sp>
        <p:nvSpPr>
          <p:cNvPr id="13" name="Title 12"/>
          <p:cNvSpPr>
            <a:spLocks noGrp="1"/>
          </p:cNvSpPr>
          <p:nvPr>
            <p:ph type="title"/>
          </p:nvPr>
        </p:nvSpPr>
        <p:spPr>
          <a:xfrm>
            <a:off x="875011" y="366041"/>
            <a:ext cx="10477497" cy="898555"/>
          </a:xfrm>
        </p:spPr>
        <p:txBody>
          <a:bodyPr/>
          <a:lstStyle/>
          <a:p>
            <a:r>
              <a:rPr lang="es-ES_tradnl" dirty="0">
                <a:solidFill>
                  <a:schemeClr val="accent1"/>
                </a:solidFill>
              </a:rPr>
              <a:t>Definición de escala de calificación (</a:t>
            </a:r>
            <a:r>
              <a:rPr lang="es-419" b="1" dirty="0">
                <a:solidFill>
                  <a:schemeClr val="accent1"/>
                </a:solidFill>
                <a:effectLst/>
              </a:rPr>
              <a:t>SHAGSCH</a:t>
            </a:r>
            <a:r>
              <a:rPr lang="es-ES_tradnl" dirty="0">
                <a:solidFill>
                  <a:schemeClr val="accent1"/>
                </a:solidFill>
              </a:rPr>
              <a:t>)</a:t>
            </a:r>
            <a:endParaRPr lang="es-ES_tradnl" b="1" dirty="0">
              <a:solidFill>
                <a:schemeClr val="accent1"/>
              </a:solidFill>
            </a:endParaRPr>
          </a:p>
        </p:txBody>
      </p:sp>
      <p:sp>
        <p:nvSpPr>
          <p:cNvPr id="5" name="Rectángulo: esquinas redondeadas 4">
            <a:extLst>
              <a:ext uri="{FF2B5EF4-FFF2-40B4-BE49-F238E27FC236}">
                <a16:creationId xmlns:a16="http://schemas.microsoft.com/office/drawing/2014/main" id="{607DBFE5-1247-E058-418A-099403F5D59B}"/>
              </a:ext>
            </a:extLst>
          </p:cNvPr>
          <p:cNvSpPr/>
          <p:nvPr/>
        </p:nvSpPr>
        <p:spPr>
          <a:xfrm>
            <a:off x="2635903" y="3619309"/>
            <a:ext cx="7282774" cy="1049967"/>
          </a:xfrm>
          <a:prstGeom prst="roundRect">
            <a:avLst>
              <a:gd name="adj" fmla="val 14466"/>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228600" indent="-228600">
              <a:buFont typeface="+mj-lt"/>
              <a:buAutoNum type="arabicPeriod" startAt="6"/>
            </a:pPr>
            <a:r>
              <a:rPr lang="es-CO" sz="1100" dirty="0"/>
              <a:t>Ingrese el código de </a:t>
            </a:r>
            <a:r>
              <a:rPr lang="es-CO" sz="1100" b="1" dirty="0"/>
              <a:t>Período</a:t>
            </a:r>
            <a:r>
              <a:rPr lang="es-CO" sz="1100" dirty="0"/>
              <a:t> si desea que la escala de calificaciones solo se use en ese período.</a:t>
            </a:r>
          </a:p>
          <a:p>
            <a:pPr marL="228600" indent="-228600">
              <a:buFont typeface="+mj-lt"/>
              <a:buAutoNum type="arabicPeriod" startAt="6"/>
            </a:pPr>
            <a:r>
              <a:rPr lang="es-CO" sz="1100" dirty="0"/>
              <a:t>Si desea que la escala de calificaciones sea utilizada solamente en un </a:t>
            </a:r>
            <a:r>
              <a:rPr lang="es-CO" sz="1100" b="1" dirty="0"/>
              <a:t>NRC</a:t>
            </a:r>
            <a:r>
              <a:rPr lang="es-CO" sz="1100" dirty="0"/>
              <a:t> en particular, ingréselo en este campo.</a:t>
            </a:r>
            <a:endParaRPr lang="es-ES_tradnl" sz="1100" dirty="0"/>
          </a:p>
          <a:p>
            <a:pPr marL="228600" indent="-228600">
              <a:buFont typeface="+mj-lt"/>
              <a:buAutoNum type="arabicPeriod" startAt="6"/>
            </a:pPr>
            <a:r>
              <a:rPr lang="es-CO" sz="1100" dirty="0"/>
              <a:t>Si desea que la escala de calificaciones sea aplicada para un curso en particular, ingrese el código de </a:t>
            </a:r>
            <a:r>
              <a:rPr lang="es-CO" sz="1100" b="1" dirty="0"/>
              <a:t>materia</a:t>
            </a:r>
            <a:r>
              <a:rPr lang="es-CO" sz="1100" dirty="0"/>
              <a:t> y el </a:t>
            </a:r>
            <a:r>
              <a:rPr lang="es-CO" sz="1100" b="1" dirty="0"/>
              <a:t>número de curso </a:t>
            </a:r>
            <a:r>
              <a:rPr lang="es-CO" sz="1100" dirty="0"/>
              <a:t>correspondiente. </a:t>
            </a:r>
            <a:endParaRPr lang="es-ES_tradnl" sz="1100" dirty="0"/>
          </a:p>
        </p:txBody>
      </p:sp>
      <p:sp>
        <p:nvSpPr>
          <p:cNvPr id="7" name="CuadroTexto 6">
            <a:extLst>
              <a:ext uri="{FF2B5EF4-FFF2-40B4-BE49-F238E27FC236}">
                <a16:creationId xmlns:a16="http://schemas.microsoft.com/office/drawing/2014/main" id="{E8B3B626-3B96-61A0-5FA7-B33D9EFA48B1}"/>
              </a:ext>
            </a:extLst>
          </p:cNvPr>
          <p:cNvSpPr txBox="1"/>
          <p:nvPr/>
        </p:nvSpPr>
        <p:spPr>
          <a:xfrm>
            <a:off x="2954258" y="2754056"/>
            <a:ext cx="301753" cy="215444"/>
          </a:xfrm>
          <a:prstGeom prst="rect">
            <a:avLst/>
          </a:prstGeom>
          <a:solidFill>
            <a:schemeClr val="accent1"/>
          </a:solidFill>
        </p:spPr>
        <p:txBody>
          <a:bodyPr wrap="square" rtlCol="0">
            <a:spAutoFit/>
          </a:bodyPr>
          <a:lstStyle/>
          <a:p>
            <a:r>
              <a:rPr lang="es-CO" sz="800" b="1" dirty="0">
                <a:solidFill>
                  <a:schemeClr val="bg1"/>
                </a:solidFill>
              </a:rPr>
              <a:t>6</a:t>
            </a:r>
            <a:endParaRPr lang="en-US" sz="800" b="1" dirty="0">
              <a:solidFill>
                <a:schemeClr val="bg1"/>
              </a:solidFill>
            </a:endParaRPr>
          </a:p>
        </p:txBody>
      </p:sp>
      <p:sp>
        <p:nvSpPr>
          <p:cNvPr id="9" name="CuadroTexto 8">
            <a:extLst>
              <a:ext uri="{FF2B5EF4-FFF2-40B4-BE49-F238E27FC236}">
                <a16:creationId xmlns:a16="http://schemas.microsoft.com/office/drawing/2014/main" id="{77A2B6D2-2C88-A257-51A1-83AEC47E42CA}"/>
              </a:ext>
            </a:extLst>
          </p:cNvPr>
          <p:cNvSpPr txBox="1"/>
          <p:nvPr/>
        </p:nvSpPr>
        <p:spPr>
          <a:xfrm>
            <a:off x="8078432" y="2007779"/>
            <a:ext cx="301753" cy="215444"/>
          </a:xfrm>
          <a:prstGeom prst="rect">
            <a:avLst/>
          </a:prstGeom>
          <a:solidFill>
            <a:schemeClr val="accent1"/>
          </a:solidFill>
        </p:spPr>
        <p:txBody>
          <a:bodyPr wrap="square" rtlCol="0">
            <a:spAutoFit/>
          </a:bodyPr>
          <a:lstStyle/>
          <a:p>
            <a:r>
              <a:rPr lang="en-US" sz="800" b="1" dirty="0">
                <a:solidFill>
                  <a:schemeClr val="bg1"/>
                </a:solidFill>
              </a:rPr>
              <a:t>8</a:t>
            </a:r>
          </a:p>
        </p:txBody>
      </p:sp>
      <p:sp>
        <p:nvSpPr>
          <p:cNvPr id="11" name="CuadroTexto 10">
            <a:extLst>
              <a:ext uri="{FF2B5EF4-FFF2-40B4-BE49-F238E27FC236}">
                <a16:creationId xmlns:a16="http://schemas.microsoft.com/office/drawing/2014/main" id="{E050B628-004A-8C50-AB1A-E7C02481CE90}"/>
              </a:ext>
            </a:extLst>
          </p:cNvPr>
          <p:cNvSpPr txBox="1"/>
          <p:nvPr/>
        </p:nvSpPr>
        <p:spPr>
          <a:xfrm>
            <a:off x="2043713" y="3079428"/>
            <a:ext cx="301753" cy="215444"/>
          </a:xfrm>
          <a:prstGeom prst="rect">
            <a:avLst/>
          </a:prstGeom>
          <a:solidFill>
            <a:schemeClr val="accent1"/>
          </a:solidFill>
        </p:spPr>
        <p:txBody>
          <a:bodyPr wrap="square" rtlCol="0">
            <a:spAutoFit/>
          </a:bodyPr>
          <a:lstStyle/>
          <a:p>
            <a:r>
              <a:rPr lang="en-US" sz="800" b="1" dirty="0">
                <a:solidFill>
                  <a:schemeClr val="bg1"/>
                </a:solidFill>
              </a:rPr>
              <a:t>7</a:t>
            </a:r>
          </a:p>
        </p:txBody>
      </p:sp>
      <p:sp>
        <p:nvSpPr>
          <p:cNvPr id="2" name="Rectángulo 1">
            <a:extLst>
              <a:ext uri="{FF2B5EF4-FFF2-40B4-BE49-F238E27FC236}">
                <a16:creationId xmlns:a16="http://schemas.microsoft.com/office/drawing/2014/main" id="{A7D0E799-F0E9-CBDB-FCCE-679254795374}"/>
              </a:ext>
            </a:extLst>
          </p:cNvPr>
          <p:cNvSpPr/>
          <p:nvPr/>
        </p:nvSpPr>
        <p:spPr>
          <a:xfrm>
            <a:off x="6559487" y="1914405"/>
            <a:ext cx="1372641" cy="505446"/>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sz="2400"/>
          </a:p>
        </p:txBody>
      </p:sp>
    </p:spTree>
    <p:extLst>
      <p:ext uri="{BB962C8B-B14F-4D97-AF65-F5344CB8AC3E}">
        <p14:creationId xmlns:p14="http://schemas.microsoft.com/office/powerpoint/2010/main" val="423793904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Imagen 13">
            <a:extLst>
              <a:ext uri="{FF2B5EF4-FFF2-40B4-BE49-F238E27FC236}">
                <a16:creationId xmlns:a16="http://schemas.microsoft.com/office/drawing/2014/main" id="{D3084998-E35D-C123-0440-D32052D3B6C8}"/>
              </a:ext>
            </a:extLst>
          </p:cNvPr>
          <p:cNvPicPr>
            <a:picLocks noChangeAspect="1"/>
          </p:cNvPicPr>
          <p:nvPr/>
        </p:nvPicPr>
        <p:blipFill>
          <a:blip r:embed="rId3"/>
          <a:stretch>
            <a:fillRect/>
          </a:stretch>
        </p:blipFill>
        <p:spPr>
          <a:xfrm>
            <a:off x="875011" y="1216946"/>
            <a:ext cx="10756158" cy="5105664"/>
          </a:xfrm>
          <a:prstGeom prst="rect">
            <a:avLst/>
          </a:prstGeom>
        </p:spPr>
      </p:pic>
      <p:sp>
        <p:nvSpPr>
          <p:cNvPr id="4" name="Marcador de texto vertical 3">
            <a:extLst>
              <a:ext uri="{FF2B5EF4-FFF2-40B4-BE49-F238E27FC236}">
                <a16:creationId xmlns:a16="http://schemas.microsoft.com/office/drawing/2014/main" id="{21FB4297-305F-D7B8-5636-CE584BC76B26}"/>
              </a:ext>
            </a:extLst>
          </p:cNvPr>
          <p:cNvSpPr>
            <a:spLocks noGrp="1"/>
          </p:cNvSpPr>
          <p:nvPr>
            <p:ph type="body" orient="vert" sz="quarter" idx="17"/>
          </p:nvPr>
        </p:nvSpPr>
        <p:spPr/>
        <p:txBody>
          <a:bodyPr/>
          <a:lstStyle/>
          <a:p>
            <a:r>
              <a:rPr lang="es-419" dirty="0"/>
              <a:t>Configurar escalas de calificación</a:t>
            </a:r>
          </a:p>
        </p:txBody>
      </p:sp>
      <p:sp>
        <p:nvSpPr>
          <p:cNvPr id="13" name="Title 12"/>
          <p:cNvSpPr>
            <a:spLocks noGrp="1"/>
          </p:cNvSpPr>
          <p:nvPr>
            <p:ph type="title"/>
          </p:nvPr>
        </p:nvSpPr>
        <p:spPr>
          <a:xfrm>
            <a:off x="875011" y="366041"/>
            <a:ext cx="10477497" cy="898555"/>
          </a:xfrm>
        </p:spPr>
        <p:txBody>
          <a:bodyPr/>
          <a:lstStyle/>
          <a:p>
            <a:r>
              <a:rPr lang="es-ES_tradnl" dirty="0">
                <a:solidFill>
                  <a:schemeClr val="accent1"/>
                </a:solidFill>
              </a:rPr>
              <a:t>Definición de escala de calificación (</a:t>
            </a:r>
            <a:r>
              <a:rPr lang="es-419" b="1" dirty="0">
                <a:solidFill>
                  <a:schemeClr val="accent1"/>
                </a:solidFill>
                <a:effectLst/>
              </a:rPr>
              <a:t>SHAGSCH</a:t>
            </a:r>
            <a:r>
              <a:rPr lang="es-ES_tradnl" dirty="0">
                <a:solidFill>
                  <a:schemeClr val="accent1"/>
                </a:solidFill>
              </a:rPr>
              <a:t>)</a:t>
            </a:r>
            <a:endParaRPr lang="es-ES_tradnl" b="1" dirty="0">
              <a:solidFill>
                <a:schemeClr val="accent1"/>
              </a:solidFill>
            </a:endParaRPr>
          </a:p>
        </p:txBody>
      </p:sp>
      <p:sp>
        <p:nvSpPr>
          <p:cNvPr id="5" name="Rectángulo: esquinas redondeadas 4">
            <a:extLst>
              <a:ext uri="{FF2B5EF4-FFF2-40B4-BE49-F238E27FC236}">
                <a16:creationId xmlns:a16="http://schemas.microsoft.com/office/drawing/2014/main" id="{607DBFE5-1247-E058-418A-099403F5D59B}"/>
              </a:ext>
            </a:extLst>
          </p:cNvPr>
          <p:cNvSpPr/>
          <p:nvPr/>
        </p:nvSpPr>
        <p:spPr>
          <a:xfrm>
            <a:off x="2630681" y="3793413"/>
            <a:ext cx="7564583" cy="1575261"/>
          </a:xfrm>
          <a:prstGeom prst="roundRect">
            <a:avLst>
              <a:gd name="adj" fmla="val 14466"/>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228600" indent="-228600">
              <a:buFont typeface="+mj-lt"/>
              <a:buAutoNum type="arabicPeriod" startAt="9"/>
            </a:pPr>
            <a:r>
              <a:rPr lang="es-CO" sz="1100" dirty="0"/>
              <a:t>Si así lo desea, puede establecer que la escala de calificación se aplique solo a un </a:t>
            </a:r>
            <a:r>
              <a:rPr lang="es-CO" sz="1100" b="1" dirty="0"/>
              <a:t>Campus</a:t>
            </a:r>
            <a:r>
              <a:rPr lang="es-CO" sz="1100" dirty="0"/>
              <a:t>, una </a:t>
            </a:r>
            <a:r>
              <a:rPr lang="es-CO" sz="1100" b="1" dirty="0"/>
              <a:t>Escuela</a:t>
            </a:r>
            <a:r>
              <a:rPr lang="es-CO" sz="1100" dirty="0"/>
              <a:t>, </a:t>
            </a:r>
            <a:r>
              <a:rPr lang="es-CO" sz="1100" b="1" dirty="0"/>
              <a:t>Departamento</a:t>
            </a:r>
            <a:r>
              <a:rPr lang="es-CO" sz="1100" dirty="0"/>
              <a:t>, </a:t>
            </a:r>
            <a:r>
              <a:rPr lang="es-CO" sz="1100" b="1" dirty="0"/>
              <a:t>División</a:t>
            </a:r>
            <a:r>
              <a:rPr lang="es-CO" sz="1100" dirty="0"/>
              <a:t> y/o un </a:t>
            </a:r>
            <a:r>
              <a:rPr lang="es-CO" sz="1100" b="1" dirty="0"/>
              <a:t>Nivel</a:t>
            </a:r>
            <a:r>
              <a:rPr lang="es-CO" sz="1100" dirty="0"/>
              <a:t> en particular, para lo cual debe ingresar los códigos en los campos correspondientes.</a:t>
            </a:r>
          </a:p>
          <a:p>
            <a:pPr marL="228600" indent="-228600">
              <a:buFont typeface="+mj-lt"/>
              <a:buAutoNum type="arabicPeriod" startAt="9"/>
            </a:pPr>
            <a:r>
              <a:rPr lang="es-CO" sz="1100" b="1" dirty="0"/>
              <a:t>Guarde</a:t>
            </a:r>
            <a:r>
              <a:rPr lang="es-CO" sz="1100" dirty="0"/>
              <a:t> la información.</a:t>
            </a:r>
            <a:endParaRPr lang="es-ES_tradnl" sz="1100" dirty="0"/>
          </a:p>
          <a:p>
            <a:pPr marL="228600" indent="-228600">
              <a:buFont typeface="+mj-lt"/>
              <a:buAutoNum type="arabicPeriod" startAt="9"/>
            </a:pPr>
            <a:r>
              <a:rPr lang="es-CO" sz="1100" dirty="0"/>
              <a:t>Pase al </a:t>
            </a:r>
            <a:r>
              <a:rPr lang="es-CO" sz="1100" b="1" dirty="0"/>
              <a:t>siguiente</a:t>
            </a:r>
            <a:r>
              <a:rPr lang="es-CO" sz="1100" dirty="0"/>
              <a:t> bloque. </a:t>
            </a:r>
            <a:endParaRPr lang="es-ES_tradnl" sz="1100" dirty="0"/>
          </a:p>
          <a:p>
            <a:pPr marL="228600" indent="-228600">
              <a:buFont typeface="+mj-lt"/>
              <a:buAutoNum type="arabicPeriod" startAt="9"/>
            </a:pPr>
            <a:endParaRPr lang="es-ES_tradnl" sz="1100" dirty="0"/>
          </a:p>
          <a:p>
            <a:r>
              <a:rPr lang="es-ES_tradnl" sz="1100" dirty="0"/>
              <a:t>La casilla “</a:t>
            </a:r>
            <a:r>
              <a:rPr lang="es-ES_tradnl" sz="1100" b="1" dirty="0"/>
              <a:t>Asociado con componente de calificación</a:t>
            </a:r>
            <a:r>
              <a:rPr lang="es-ES_tradnl" sz="1100" dirty="0"/>
              <a:t>” aparece activa si ya la escala se ha usado en algún libro de calificaciones.</a:t>
            </a:r>
            <a:endParaRPr lang="es-CO" sz="1100" dirty="0"/>
          </a:p>
        </p:txBody>
      </p:sp>
      <p:sp>
        <p:nvSpPr>
          <p:cNvPr id="7" name="CuadroTexto 6">
            <a:extLst>
              <a:ext uri="{FF2B5EF4-FFF2-40B4-BE49-F238E27FC236}">
                <a16:creationId xmlns:a16="http://schemas.microsoft.com/office/drawing/2014/main" id="{E8B3B626-3B96-61A0-5FA7-B33D9EFA48B1}"/>
              </a:ext>
            </a:extLst>
          </p:cNvPr>
          <p:cNvSpPr txBox="1"/>
          <p:nvPr/>
        </p:nvSpPr>
        <p:spPr>
          <a:xfrm>
            <a:off x="10829321" y="6076594"/>
            <a:ext cx="301753" cy="215444"/>
          </a:xfrm>
          <a:prstGeom prst="rect">
            <a:avLst/>
          </a:prstGeom>
          <a:solidFill>
            <a:schemeClr val="accent1"/>
          </a:solidFill>
        </p:spPr>
        <p:txBody>
          <a:bodyPr wrap="square" rtlCol="0">
            <a:spAutoFit/>
          </a:bodyPr>
          <a:lstStyle/>
          <a:p>
            <a:r>
              <a:rPr lang="es-CO" sz="800" b="1" dirty="0">
                <a:solidFill>
                  <a:schemeClr val="bg1"/>
                </a:solidFill>
              </a:rPr>
              <a:t>10</a:t>
            </a:r>
            <a:endParaRPr lang="en-US" sz="800" b="1" dirty="0">
              <a:solidFill>
                <a:schemeClr val="bg1"/>
              </a:solidFill>
            </a:endParaRPr>
          </a:p>
        </p:txBody>
      </p:sp>
      <p:sp>
        <p:nvSpPr>
          <p:cNvPr id="9" name="CuadroTexto 8">
            <a:extLst>
              <a:ext uri="{FF2B5EF4-FFF2-40B4-BE49-F238E27FC236}">
                <a16:creationId xmlns:a16="http://schemas.microsoft.com/office/drawing/2014/main" id="{77A2B6D2-2C88-A257-51A1-83AEC47E42CA}"/>
              </a:ext>
            </a:extLst>
          </p:cNvPr>
          <p:cNvSpPr txBox="1"/>
          <p:nvPr/>
        </p:nvSpPr>
        <p:spPr>
          <a:xfrm>
            <a:off x="8582125" y="2849143"/>
            <a:ext cx="301753" cy="215444"/>
          </a:xfrm>
          <a:prstGeom prst="rect">
            <a:avLst/>
          </a:prstGeom>
          <a:solidFill>
            <a:schemeClr val="accent1"/>
          </a:solidFill>
        </p:spPr>
        <p:txBody>
          <a:bodyPr wrap="square" rtlCol="0">
            <a:spAutoFit/>
          </a:bodyPr>
          <a:lstStyle/>
          <a:p>
            <a:r>
              <a:rPr lang="en-US" sz="800" b="1" dirty="0">
                <a:solidFill>
                  <a:schemeClr val="bg1"/>
                </a:solidFill>
              </a:rPr>
              <a:t>9</a:t>
            </a:r>
          </a:p>
        </p:txBody>
      </p:sp>
      <p:sp>
        <p:nvSpPr>
          <p:cNvPr id="11" name="CuadroTexto 10">
            <a:extLst>
              <a:ext uri="{FF2B5EF4-FFF2-40B4-BE49-F238E27FC236}">
                <a16:creationId xmlns:a16="http://schemas.microsoft.com/office/drawing/2014/main" id="{E050B628-004A-8C50-AB1A-E7C02481CE90}"/>
              </a:ext>
            </a:extLst>
          </p:cNvPr>
          <p:cNvSpPr txBox="1"/>
          <p:nvPr/>
        </p:nvSpPr>
        <p:spPr>
          <a:xfrm>
            <a:off x="1553633" y="6030904"/>
            <a:ext cx="301753" cy="215444"/>
          </a:xfrm>
          <a:prstGeom prst="rect">
            <a:avLst/>
          </a:prstGeom>
          <a:solidFill>
            <a:schemeClr val="accent1"/>
          </a:solidFill>
        </p:spPr>
        <p:txBody>
          <a:bodyPr wrap="square" rtlCol="0">
            <a:spAutoFit/>
          </a:bodyPr>
          <a:lstStyle/>
          <a:p>
            <a:r>
              <a:rPr lang="en-US" sz="800" b="1" dirty="0">
                <a:solidFill>
                  <a:schemeClr val="bg1"/>
                </a:solidFill>
              </a:rPr>
              <a:t>11</a:t>
            </a:r>
          </a:p>
        </p:txBody>
      </p:sp>
      <p:sp>
        <p:nvSpPr>
          <p:cNvPr id="2" name="Rectángulo 1">
            <a:extLst>
              <a:ext uri="{FF2B5EF4-FFF2-40B4-BE49-F238E27FC236}">
                <a16:creationId xmlns:a16="http://schemas.microsoft.com/office/drawing/2014/main" id="{A7D0E799-F0E9-CBDB-FCCE-679254795374}"/>
              </a:ext>
            </a:extLst>
          </p:cNvPr>
          <p:cNvSpPr/>
          <p:nvPr/>
        </p:nvSpPr>
        <p:spPr>
          <a:xfrm>
            <a:off x="6412972" y="2622424"/>
            <a:ext cx="1903743" cy="894126"/>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sz="2400"/>
          </a:p>
        </p:txBody>
      </p:sp>
      <p:sp>
        <p:nvSpPr>
          <p:cNvPr id="6" name="Rectángulo 5">
            <a:extLst>
              <a:ext uri="{FF2B5EF4-FFF2-40B4-BE49-F238E27FC236}">
                <a16:creationId xmlns:a16="http://schemas.microsoft.com/office/drawing/2014/main" id="{6A48161F-182A-AA36-C1F5-8AA71647B698}"/>
              </a:ext>
            </a:extLst>
          </p:cNvPr>
          <p:cNvSpPr/>
          <p:nvPr/>
        </p:nvSpPr>
        <p:spPr>
          <a:xfrm>
            <a:off x="1121024" y="6076594"/>
            <a:ext cx="277323" cy="191210"/>
          </a:xfrm>
          <a:prstGeom prst="rect">
            <a:avLst/>
          </a:prstGeom>
          <a:noFill/>
          <a:ln w="28575">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sz="2400"/>
          </a:p>
        </p:txBody>
      </p:sp>
    </p:spTree>
    <p:extLst>
      <p:ext uri="{BB962C8B-B14F-4D97-AF65-F5344CB8AC3E}">
        <p14:creationId xmlns:p14="http://schemas.microsoft.com/office/powerpoint/2010/main" val="241090671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Imagen 7">
            <a:extLst>
              <a:ext uri="{FF2B5EF4-FFF2-40B4-BE49-F238E27FC236}">
                <a16:creationId xmlns:a16="http://schemas.microsoft.com/office/drawing/2014/main" id="{052DF148-45A6-ED29-EEF2-9F9EC8C797B2}"/>
              </a:ext>
            </a:extLst>
          </p:cNvPr>
          <p:cNvPicPr>
            <a:picLocks noChangeAspect="1"/>
          </p:cNvPicPr>
          <p:nvPr/>
        </p:nvPicPr>
        <p:blipFill>
          <a:blip r:embed="rId3"/>
          <a:stretch>
            <a:fillRect/>
          </a:stretch>
        </p:blipFill>
        <p:spPr>
          <a:xfrm>
            <a:off x="839492" y="1264596"/>
            <a:ext cx="10695959" cy="5032735"/>
          </a:xfrm>
          <a:prstGeom prst="rect">
            <a:avLst/>
          </a:prstGeom>
          <a:ln>
            <a:solidFill>
              <a:schemeClr val="accent1"/>
            </a:solidFill>
          </a:ln>
        </p:spPr>
      </p:pic>
      <p:sp>
        <p:nvSpPr>
          <p:cNvPr id="4" name="Marcador de texto vertical 3">
            <a:extLst>
              <a:ext uri="{FF2B5EF4-FFF2-40B4-BE49-F238E27FC236}">
                <a16:creationId xmlns:a16="http://schemas.microsoft.com/office/drawing/2014/main" id="{21FB4297-305F-D7B8-5636-CE584BC76B26}"/>
              </a:ext>
            </a:extLst>
          </p:cNvPr>
          <p:cNvSpPr>
            <a:spLocks noGrp="1"/>
          </p:cNvSpPr>
          <p:nvPr>
            <p:ph type="body" orient="vert" sz="quarter" idx="17"/>
          </p:nvPr>
        </p:nvSpPr>
        <p:spPr/>
        <p:txBody>
          <a:bodyPr/>
          <a:lstStyle/>
          <a:p>
            <a:r>
              <a:rPr lang="es-419" dirty="0"/>
              <a:t>Configurar escalas de calificación</a:t>
            </a:r>
          </a:p>
        </p:txBody>
      </p:sp>
      <p:sp>
        <p:nvSpPr>
          <p:cNvPr id="13" name="Title 12"/>
          <p:cNvSpPr>
            <a:spLocks noGrp="1"/>
          </p:cNvSpPr>
          <p:nvPr>
            <p:ph type="title"/>
          </p:nvPr>
        </p:nvSpPr>
        <p:spPr>
          <a:xfrm>
            <a:off x="875011" y="366041"/>
            <a:ext cx="10477497" cy="898555"/>
          </a:xfrm>
        </p:spPr>
        <p:txBody>
          <a:bodyPr/>
          <a:lstStyle/>
          <a:p>
            <a:r>
              <a:rPr lang="es-ES_tradnl" dirty="0">
                <a:solidFill>
                  <a:schemeClr val="accent1"/>
                </a:solidFill>
              </a:rPr>
              <a:t>Definición de escala de calificación (</a:t>
            </a:r>
            <a:r>
              <a:rPr lang="es-419" b="1" dirty="0">
                <a:solidFill>
                  <a:schemeClr val="accent1"/>
                </a:solidFill>
                <a:effectLst/>
              </a:rPr>
              <a:t>SHAGSCH</a:t>
            </a:r>
            <a:r>
              <a:rPr lang="es-ES_tradnl" dirty="0">
                <a:solidFill>
                  <a:schemeClr val="accent1"/>
                </a:solidFill>
              </a:rPr>
              <a:t>)</a:t>
            </a:r>
            <a:endParaRPr lang="es-ES_tradnl" b="1" dirty="0">
              <a:solidFill>
                <a:schemeClr val="accent1"/>
              </a:solidFill>
            </a:endParaRPr>
          </a:p>
        </p:txBody>
      </p:sp>
      <p:sp>
        <p:nvSpPr>
          <p:cNvPr id="5" name="Rectángulo: esquinas redondeadas 4">
            <a:extLst>
              <a:ext uri="{FF2B5EF4-FFF2-40B4-BE49-F238E27FC236}">
                <a16:creationId xmlns:a16="http://schemas.microsoft.com/office/drawing/2014/main" id="{607DBFE5-1247-E058-418A-099403F5D59B}"/>
              </a:ext>
            </a:extLst>
          </p:cNvPr>
          <p:cNvSpPr/>
          <p:nvPr/>
        </p:nvSpPr>
        <p:spPr>
          <a:xfrm>
            <a:off x="2635903" y="3619309"/>
            <a:ext cx="7282774" cy="1049967"/>
          </a:xfrm>
          <a:prstGeom prst="roundRect">
            <a:avLst>
              <a:gd name="adj" fmla="val 14466"/>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CO" sz="1100" dirty="0"/>
              <a:t>En este bloque se definen los porcentajes bajo y alto, y la calificación correspondiente a ese rango para la escala de calificación. </a:t>
            </a:r>
          </a:p>
          <a:p>
            <a:pPr marL="228600" indent="-228600">
              <a:buFont typeface="+mj-lt"/>
              <a:buAutoNum type="arabicPeriod" startAt="12"/>
            </a:pPr>
            <a:r>
              <a:rPr lang="es-CO" sz="1100" dirty="0"/>
              <a:t>Ingrese el porcentaje de inicio para el rango que corresponda a la calificación en el campo </a:t>
            </a:r>
            <a:r>
              <a:rPr lang="es-CO" sz="1100" b="1" dirty="0"/>
              <a:t>Inferior</a:t>
            </a:r>
            <a:r>
              <a:rPr lang="es-CO" sz="1100" dirty="0"/>
              <a:t>. El campo </a:t>
            </a:r>
            <a:r>
              <a:rPr lang="es-CO" sz="1100" b="1" dirty="0"/>
              <a:t>Superior</a:t>
            </a:r>
            <a:r>
              <a:rPr lang="es-CO" sz="1100" dirty="0"/>
              <a:t> es calculado por el sistema automáticamente. </a:t>
            </a:r>
            <a:endParaRPr lang="es-ES_tradnl" sz="1100" dirty="0"/>
          </a:p>
        </p:txBody>
      </p:sp>
      <p:sp>
        <p:nvSpPr>
          <p:cNvPr id="9" name="CuadroTexto 8">
            <a:extLst>
              <a:ext uri="{FF2B5EF4-FFF2-40B4-BE49-F238E27FC236}">
                <a16:creationId xmlns:a16="http://schemas.microsoft.com/office/drawing/2014/main" id="{77A2B6D2-2C88-A257-51A1-83AEC47E42CA}"/>
              </a:ext>
            </a:extLst>
          </p:cNvPr>
          <p:cNvSpPr txBox="1"/>
          <p:nvPr/>
        </p:nvSpPr>
        <p:spPr>
          <a:xfrm>
            <a:off x="5975537" y="2218293"/>
            <a:ext cx="301753" cy="215444"/>
          </a:xfrm>
          <a:prstGeom prst="rect">
            <a:avLst/>
          </a:prstGeom>
          <a:solidFill>
            <a:schemeClr val="accent1"/>
          </a:solidFill>
        </p:spPr>
        <p:txBody>
          <a:bodyPr wrap="square" rtlCol="0">
            <a:spAutoFit/>
          </a:bodyPr>
          <a:lstStyle/>
          <a:p>
            <a:r>
              <a:rPr lang="en-US" sz="800" b="1" dirty="0">
                <a:solidFill>
                  <a:schemeClr val="bg1"/>
                </a:solidFill>
              </a:rPr>
              <a:t>12</a:t>
            </a:r>
          </a:p>
        </p:txBody>
      </p:sp>
      <p:sp>
        <p:nvSpPr>
          <p:cNvPr id="2" name="Rectángulo 1">
            <a:extLst>
              <a:ext uri="{FF2B5EF4-FFF2-40B4-BE49-F238E27FC236}">
                <a16:creationId xmlns:a16="http://schemas.microsoft.com/office/drawing/2014/main" id="{A7D0E799-F0E9-CBDB-FCCE-679254795374}"/>
              </a:ext>
            </a:extLst>
          </p:cNvPr>
          <p:cNvSpPr/>
          <p:nvPr/>
        </p:nvSpPr>
        <p:spPr>
          <a:xfrm>
            <a:off x="839492" y="2084831"/>
            <a:ext cx="4950995" cy="418757"/>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sz="2400"/>
          </a:p>
        </p:txBody>
      </p:sp>
    </p:spTree>
    <p:extLst>
      <p:ext uri="{BB962C8B-B14F-4D97-AF65-F5344CB8AC3E}">
        <p14:creationId xmlns:p14="http://schemas.microsoft.com/office/powerpoint/2010/main" val="79517339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Imagen 11">
            <a:extLst>
              <a:ext uri="{FF2B5EF4-FFF2-40B4-BE49-F238E27FC236}">
                <a16:creationId xmlns:a16="http://schemas.microsoft.com/office/drawing/2014/main" id="{7E396603-EFBF-0FBF-9498-072191451FA2}"/>
              </a:ext>
            </a:extLst>
          </p:cNvPr>
          <p:cNvPicPr>
            <a:picLocks noChangeAspect="1"/>
          </p:cNvPicPr>
          <p:nvPr/>
        </p:nvPicPr>
        <p:blipFill>
          <a:blip r:embed="rId3"/>
          <a:stretch>
            <a:fillRect/>
          </a:stretch>
        </p:blipFill>
        <p:spPr>
          <a:xfrm>
            <a:off x="839492" y="1264596"/>
            <a:ext cx="10695959" cy="5032735"/>
          </a:xfrm>
          <a:prstGeom prst="rect">
            <a:avLst/>
          </a:prstGeom>
          <a:ln>
            <a:solidFill>
              <a:schemeClr val="accent1"/>
            </a:solidFill>
          </a:ln>
        </p:spPr>
      </p:pic>
      <p:sp>
        <p:nvSpPr>
          <p:cNvPr id="4" name="Marcador de texto vertical 3">
            <a:extLst>
              <a:ext uri="{FF2B5EF4-FFF2-40B4-BE49-F238E27FC236}">
                <a16:creationId xmlns:a16="http://schemas.microsoft.com/office/drawing/2014/main" id="{21FB4297-305F-D7B8-5636-CE584BC76B26}"/>
              </a:ext>
            </a:extLst>
          </p:cNvPr>
          <p:cNvSpPr>
            <a:spLocks noGrp="1"/>
          </p:cNvSpPr>
          <p:nvPr>
            <p:ph type="body" orient="vert" sz="quarter" idx="17"/>
          </p:nvPr>
        </p:nvSpPr>
        <p:spPr/>
        <p:txBody>
          <a:bodyPr/>
          <a:lstStyle/>
          <a:p>
            <a:r>
              <a:rPr lang="es-419" dirty="0"/>
              <a:t>Configurar escalas de calificación</a:t>
            </a:r>
          </a:p>
        </p:txBody>
      </p:sp>
      <p:sp>
        <p:nvSpPr>
          <p:cNvPr id="13" name="Title 12"/>
          <p:cNvSpPr>
            <a:spLocks noGrp="1"/>
          </p:cNvSpPr>
          <p:nvPr>
            <p:ph type="title"/>
          </p:nvPr>
        </p:nvSpPr>
        <p:spPr>
          <a:xfrm>
            <a:off x="875011" y="366041"/>
            <a:ext cx="10477497" cy="898555"/>
          </a:xfrm>
        </p:spPr>
        <p:txBody>
          <a:bodyPr/>
          <a:lstStyle/>
          <a:p>
            <a:r>
              <a:rPr lang="es-ES_tradnl" dirty="0">
                <a:solidFill>
                  <a:schemeClr val="accent1"/>
                </a:solidFill>
              </a:rPr>
              <a:t>Definición de escala de calificación (</a:t>
            </a:r>
            <a:r>
              <a:rPr lang="es-419" b="1" dirty="0">
                <a:solidFill>
                  <a:schemeClr val="accent1"/>
                </a:solidFill>
                <a:effectLst/>
              </a:rPr>
              <a:t>SHAGSCH</a:t>
            </a:r>
            <a:r>
              <a:rPr lang="es-ES_tradnl" dirty="0">
                <a:solidFill>
                  <a:schemeClr val="accent1"/>
                </a:solidFill>
              </a:rPr>
              <a:t>)</a:t>
            </a:r>
            <a:endParaRPr lang="es-ES_tradnl" b="1" dirty="0">
              <a:solidFill>
                <a:schemeClr val="accent1"/>
              </a:solidFill>
            </a:endParaRPr>
          </a:p>
        </p:txBody>
      </p:sp>
      <p:sp>
        <p:nvSpPr>
          <p:cNvPr id="5" name="Rectángulo: esquinas redondeadas 4">
            <a:extLst>
              <a:ext uri="{FF2B5EF4-FFF2-40B4-BE49-F238E27FC236}">
                <a16:creationId xmlns:a16="http://schemas.microsoft.com/office/drawing/2014/main" id="{607DBFE5-1247-E058-418A-099403F5D59B}"/>
              </a:ext>
            </a:extLst>
          </p:cNvPr>
          <p:cNvSpPr/>
          <p:nvPr/>
        </p:nvSpPr>
        <p:spPr>
          <a:xfrm>
            <a:off x="2635903" y="3619309"/>
            <a:ext cx="7282774" cy="1049967"/>
          </a:xfrm>
          <a:prstGeom prst="roundRect">
            <a:avLst>
              <a:gd name="adj" fmla="val 14466"/>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228600" indent="-228600">
              <a:buFont typeface="+mj-lt"/>
              <a:buAutoNum type="arabicPeriod" startAt="13"/>
            </a:pPr>
            <a:r>
              <a:rPr lang="es-CO" sz="1100" dirty="0"/>
              <a:t>Ingrese el código de calificación que corresponde al rango.</a:t>
            </a:r>
          </a:p>
          <a:p>
            <a:pPr marL="228600" indent="-228600">
              <a:buFont typeface="+mj-lt"/>
              <a:buAutoNum type="arabicPeriod" startAt="13"/>
            </a:pPr>
            <a:r>
              <a:rPr lang="es-CO" sz="1100" dirty="0"/>
              <a:t>En el campo “Mediano”, se define una calificación media, que permite interpretar una calificación literal en un valor numérico para el cálculo del componente. Si un registro de este bloque no tiene cargado el valor Mediano, la calificación no se muestra en la carga de calificaciones de autoservicios.</a:t>
            </a:r>
          </a:p>
          <a:p>
            <a:pPr marL="228600" indent="-228600">
              <a:buFont typeface="+mj-lt"/>
              <a:buAutoNum type="arabicPeriod" startAt="13"/>
            </a:pPr>
            <a:r>
              <a:rPr lang="es-CO" sz="1100" dirty="0"/>
              <a:t>Guarde la información</a:t>
            </a:r>
          </a:p>
        </p:txBody>
      </p:sp>
      <p:sp>
        <p:nvSpPr>
          <p:cNvPr id="9" name="CuadroTexto 8">
            <a:extLst>
              <a:ext uri="{FF2B5EF4-FFF2-40B4-BE49-F238E27FC236}">
                <a16:creationId xmlns:a16="http://schemas.microsoft.com/office/drawing/2014/main" id="{77A2B6D2-2C88-A257-51A1-83AEC47E42CA}"/>
              </a:ext>
            </a:extLst>
          </p:cNvPr>
          <p:cNvSpPr txBox="1"/>
          <p:nvPr/>
        </p:nvSpPr>
        <p:spPr>
          <a:xfrm>
            <a:off x="6469874" y="2471290"/>
            <a:ext cx="301753" cy="215444"/>
          </a:xfrm>
          <a:prstGeom prst="rect">
            <a:avLst/>
          </a:prstGeom>
          <a:solidFill>
            <a:schemeClr val="accent1"/>
          </a:solidFill>
        </p:spPr>
        <p:txBody>
          <a:bodyPr wrap="square" rtlCol="0">
            <a:spAutoFit/>
          </a:bodyPr>
          <a:lstStyle/>
          <a:p>
            <a:r>
              <a:rPr lang="en-US" sz="800" b="1" dirty="0">
                <a:solidFill>
                  <a:schemeClr val="bg1"/>
                </a:solidFill>
              </a:rPr>
              <a:t>13</a:t>
            </a:r>
          </a:p>
        </p:txBody>
      </p:sp>
      <p:sp>
        <p:nvSpPr>
          <p:cNvPr id="2" name="Rectángulo 1">
            <a:extLst>
              <a:ext uri="{FF2B5EF4-FFF2-40B4-BE49-F238E27FC236}">
                <a16:creationId xmlns:a16="http://schemas.microsoft.com/office/drawing/2014/main" id="{A7D0E799-F0E9-CBDB-FCCE-679254795374}"/>
              </a:ext>
            </a:extLst>
          </p:cNvPr>
          <p:cNvSpPr/>
          <p:nvPr/>
        </p:nvSpPr>
        <p:spPr>
          <a:xfrm>
            <a:off x="5706540" y="2080276"/>
            <a:ext cx="3236292" cy="332339"/>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sz="2400"/>
          </a:p>
        </p:txBody>
      </p:sp>
      <p:sp>
        <p:nvSpPr>
          <p:cNvPr id="3" name="CuadroTexto 2">
            <a:extLst>
              <a:ext uri="{FF2B5EF4-FFF2-40B4-BE49-F238E27FC236}">
                <a16:creationId xmlns:a16="http://schemas.microsoft.com/office/drawing/2014/main" id="{7699097C-C830-0474-09C0-781BDFDD15C4}"/>
              </a:ext>
            </a:extLst>
          </p:cNvPr>
          <p:cNvSpPr txBox="1"/>
          <p:nvPr/>
        </p:nvSpPr>
        <p:spPr>
          <a:xfrm>
            <a:off x="11614465" y="2138723"/>
            <a:ext cx="301753" cy="215444"/>
          </a:xfrm>
          <a:prstGeom prst="rect">
            <a:avLst/>
          </a:prstGeom>
          <a:solidFill>
            <a:schemeClr val="accent1"/>
          </a:solidFill>
        </p:spPr>
        <p:txBody>
          <a:bodyPr wrap="square" rtlCol="0">
            <a:spAutoFit/>
          </a:bodyPr>
          <a:lstStyle/>
          <a:p>
            <a:r>
              <a:rPr lang="en-US" sz="800" b="1" dirty="0">
                <a:solidFill>
                  <a:schemeClr val="bg1"/>
                </a:solidFill>
              </a:rPr>
              <a:t>14</a:t>
            </a:r>
          </a:p>
        </p:txBody>
      </p:sp>
      <p:sp>
        <p:nvSpPr>
          <p:cNvPr id="7" name="Rectángulo 6">
            <a:extLst>
              <a:ext uri="{FF2B5EF4-FFF2-40B4-BE49-F238E27FC236}">
                <a16:creationId xmlns:a16="http://schemas.microsoft.com/office/drawing/2014/main" id="{81299C0A-55D1-4F8A-51C2-259B6358EDAD}"/>
              </a:ext>
            </a:extLst>
          </p:cNvPr>
          <p:cNvSpPr/>
          <p:nvPr/>
        </p:nvSpPr>
        <p:spPr>
          <a:xfrm>
            <a:off x="8942832" y="2080276"/>
            <a:ext cx="2592619" cy="332339"/>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sz="2400"/>
          </a:p>
        </p:txBody>
      </p:sp>
      <p:sp>
        <p:nvSpPr>
          <p:cNvPr id="8" name="CuadroTexto 7">
            <a:extLst>
              <a:ext uri="{FF2B5EF4-FFF2-40B4-BE49-F238E27FC236}">
                <a16:creationId xmlns:a16="http://schemas.microsoft.com/office/drawing/2014/main" id="{C3FAA8F8-448D-96E3-44B0-0870033A7443}"/>
              </a:ext>
            </a:extLst>
          </p:cNvPr>
          <p:cNvSpPr txBox="1"/>
          <p:nvPr/>
        </p:nvSpPr>
        <p:spPr>
          <a:xfrm>
            <a:off x="10630561" y="5997012"/>
            <a:ext cx="301753" cy="215444"/>
          </a:xfrm>
          <a:prstGeom prst="rect">
            <a:avLst/>
          </a:prstGeom>
          <a:solidFill>
            <a:schemeClr val="accent1"/>
          </a:solidFill>
        </p:spPr>
        <p:txBody>
          <a:bodyPr wrap="square" rtlCol="0">
            <a:spAutoFit/>
          </a:bodyPr>
          <a:lstStyle/>
          <a:p>
            <a:r>
              <a:rPr lang="es-CO" sz="800" b="1" dirty="0">
                <a:solidFill>
                  <a:schemeClr val="bg1"/>
                </a:solidFill>
              </a:rPr>
              <a:t>15</a:t>
            </a:r>
            <a:endParaRPr lang="en-US" sz="800" b="1" dirty="0">
              <a:solidFill>
                <a:schemeClr val="bg1"/>
              </a:solidFill>
            </a:endParaRPr>
          </a:p>
        </p:txBody>
      </p:sp>
    </p:spTree>
    <p:extLst>
      <p:ext uri="{BB962C8B-B14F-4D97-AF65-F5344CB8AC3E}">
        <p14:creationId xmlns:p14="http://schemas.microsoft.com/office/powerpoint/2010/main" val="54529536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texto vertical 3">
            <a:extLst>
              <a:ext uri="{FF2B5EF4-FFF2-40B4-BE49-F238E27FC236}">
                <a16:creationId xmlns:a16="http://schemas.microsoft.com/office/drawing/2014/main" id="{84CB00C4-4CE1-863D-3919-889E86B83F38}"/>
              </a:ext>
            </a:extLst>
          </p:cNvPr>
          <p:cNvSpPr>
            <a:spLocks noGrp="1"/>
          </p:cNvSpPr>
          <p:nvPr>
            <p:ph type="body" orient="vert" sz="quarter" idx="10"/>
          </p:nvPr>
        </p:nvSpPr>
        <p:spPr/>
        <p:txBody>
          <a:bodyPr/>
          <a:lstStyle/>
          <a:p>
            <a:r>
              <a:rPr lang="es-419" dirty="0"/>
              <a:t>Configurar escalas de calificación</a:t>
            </a:r>
          </a:p>
        </p:txBody>
      </p:sp>
      <p:sp>
        <p:nvSpPr>
          <p:cNvPr id="9" name="Title 1">
            <a:extLst>
              <a:ext uri="{FF2B5EF4-FFF2-40B4-BE49-F238E27FC236}">
                <a16:creationId xmlns:a16="http://schemas.microsoft.com/office/drawing/2014/main" id="{4DACCD36-3ACC-38E3-E6D1-36A1808E42E5}"/>
              </a:ext>
            </a:extLst>
          </p:cNvPr>
          <p:cNvSpPr>
            <a:spLocks noGrp="1"/>
          </p:cNvSpPr>
          <p:nvPr>
            <p:ph type="title"/>
          </p:nvPr>
        </p:nvSpPr>
        <p:spPr>
          <a:xfrm>
            <a:off x="1041838" y="-414703"/>
            <a:ext cx="7092820" cy="1628192"/>
          </a:xfrm>
        </p:spPr>
        <p:txBody>
          <a:bodyPr/>
          <a:lstStyle/>
          <a:p>
            <a:r>
              <a:rPr lang="es-ES_tradnl" dirty="0"/>
              <a:t>RESUMEN</a:t>
            </a:r>
          </a:p>
        </p:txBody>
      </p:sp>
      <p:sp>
        <p:nvSpPr>
          <p:cNvPr id="10" name="Marcador de texto 2">
            <a:extLst>
              <a:ext uri="{FF2B5EF4-FFF2-40B4-BE49-F238E27FC236}">
                <a16:creationId xmlns:a16="http://schemas.microsoft.com/office/drawing/2014/main" id="{B0CB5FB3-0FFF-BD39-3C9C-D613E315FFF2}"/>
              </a:ext>
            </a:extLst>
          </p:cNvPr>
          <p:cNvSpPr>
            <a:spLocks noGrp="1"/>
          </p:cNvSpPr>
          <p:nvPr>
            <p:ph type="body" sz="quarter" idx="18"/>
          </p:nvPr>
        </p:nvSpPr>
        <p:spPr>
          <a:xfrm>
            <a:off x="1041838" y="1687104"/>
            <a:ext cx="10067596" cy="3399903"/>
          </a:xfrm>
        </p:spPr>
        <p:txBody>
          <a:bodyPr/>
          <a:lstStyle/>
          <a:p>
            <a:pPr marL="342900" lvl="1" indent="-342900" algn="just">
              <a:spcBef>
                <a:spcPts val="1000"/>
              </a:spcBef>
              <a:buClr>
                <a:srgbClr val="0CB4B4"/>
              </a:buClr>
              <a:buFont typeface="Wingdings" panose="05000000000000000000" pitchFamily="2" charset="2"/>
              <a:buChar char="q"/>
            </a:pPr>
            <a:r>
              <a:rPr lang="es-419" sz="1800" dirty="0"/>
              <a:t>Mediante la página de Mantenimiento de Código de Calificación (SHAGRDE) se definen los códigos de calificación con los que el profesor calificará las evaluaciones a los alumnos o su calificación final.</a:t>
            </a:r>
          </a:p>
          <a:p>
            <a:pPr marL="342900" lvl="1" indent="-342900" algn="just">
              <a:spcBef>
                <a:spcPts val="1000"/>
              </a:spcBef>
              <a:buClr>
                <a:srgbClr val="0CB4B4"/>
              </a:buClr>
              <a:buFont typeface="Wingdings" panose="05000000000000000000" pitchFamily="2" charset="2"/>
              <a:buChar char="q"/>
            </a:pPr>
            <a:r>
              <a:rPr lang="es-419" sz="1800" dirty="0"/>
              <a:t>Los códigos de calificación deben definirse para cada nivel académico de curso para los cuales serán calificaciones válidas.</a:t>
            </a:r>
          </a:p>
          <a:p>
            <a:pPr marL="342900" lvl="1" indent="-342900" algn="just">
              <a:spcBef>
                <a:spcPts val="1000"/>
              </a:spcBef>
              <a:buClr>
                <a:srgbClr val="0CB4B4"/>
              </a:buClr>
              <a:buFont typeface="Wingdings" panose="05000000000000000000" pitchFamily="2" charset="2"/>
              <a:buChar char="q"/>
            </a:pPr>
            <a:r>
              <a:rPr lang="es-419" sz="1800" dirty="0"/>
              <a:t>Entre las propiedades de los códigos de calificación, es muy importante definir el o los modos de calificación para los cuales está permitido usar cada código.</a:t>
            </a:r>
          </a:p>
          <a:p>
            <a:pPr marL="342900" lvl="1" indent="-342900" algn="just">
              <a:spcBef>
                <a:spcPts val="1000"/>
              </a:spcBef>
              <a:buClr>
                <a:srgbClr val="0CB4B4"/>
              </a:buClr>
              <a:buFont typeface="Wingdings" panose="05000000000000000000" pitchFamily="2" charset="2"/>
              <a:buChar char="q"/>
            </a:pPr>
            <a:r>
              <a:rPr lang="es-419" sz="1800" dirty="0"/>
              <a:t>Las calificaciones desplegadas en el autoservicio para que los docentes califiquen sus evaluaciones deben estar definidas en la Página de Definición de Escala de Calificación (SHAGSCH).</a:t>
            </a:r>
          </a:p>
          <a:p>
            <a:pPr marL="342900" lvl="1" indent="-342900" algn="just">
              <a:spcBef>
                <a:spcPts val="1000"/>
              </a:spcBef>
              <a:buClr>
                <a:srgbClr val="0CB4B4"/>
              </a:buClr>
              <a:buFont typeface="Wingdings" panose="05000000000000000000" pitchFamily="2" charset="2"/>
              <a:buChar char="q"/>
            </a:pPr>
            <a:r>
              <a:rPr lang="es-419" sz="1800" dirty="0"/>
              <a:t>Cada Escala de calificación debe tener definida relación entre el porcentaje y una calificación, indicando además el porcentaje mínimo de aprobación para dicha escala.</a:t>
            </a:r>
          </a:p>
        </p:txBody>
      </p:sp>
    </p:spTree>
    <p:extLst>
      <p:ext uri="{BB962C8B-B14F-4D97-AF65-F5344CB8AC3E}">
        <p14:creationId xmlns:p14="http://schemas.microsoft.com/office/powerpoint/2010/main" val="305177542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1084689-227B-A2E5-EA69-DF2CD64C73B3}"/>
              </a:ext>
            </a:extLst>
          </p:cNvPr>
          <p:cNvSpPr>
            <a:spLocks noGrp="1"/>
          </p:cNvSpPr>
          <p:nvPr>
            <p:ph type="title"/>
          </p:nvPr>
        </p:nvSpPr>
        <p:spPr/>
        <p:txBody>
          <a:bodyPr/>
          <a:lstStyle/>
          <a:p>
            <a:r>
              <a:rPr lang="en-US" sz="4800" dirty="0"/>
              <a:t>MUCHAS GRACIAS</a:t>
            </a:r>
          </a:p>
        </p:txBody>
      </p:sp>
      <p:sp>
        <p:nvSpPr>
          <p:cNvPr id="4" name="Text Placeholder 3">
            <a:extLst>
              <a:ext uri="{FF2B5EF4-FFF2-40B4-BE49-F238E27FC236}">
                <a16:creationId xmlns:a16="http://schemas.microsoft.com/office/drawing/2014/main" id="{680EF50E-22E9-2C0A-4970-41D2FFEB26BC}"/>
              </a:ext>
            </a:extLst>
          </p:cNvPr>
          <p:cNvSpPr>
            <a:spLocks noGrp="1"/>
          </p:cNvSpPr>
          <p:nvPr>
            <p:ph type="body" sz="quarter" idx="18"/>
          </p:nvPr>
        </p:nvSpPr>
        <p:spPr/>
        <p:txBody>
          <a:bodyPr/>
          <a:lstStyle/>
          <a:p>
            <a:r>
              <a:rPr lang="en-US" dirty="0"/>
              <a:t>Consultor</a:t>
            </a:r>
          </a:p>
          <a:p>
            <a:r>
              <a:rPr lang="en-US" dirty="0"/>
              <a:t>Correo@ellucian.com</a:t>
            </a:r>
          </a:p>
        </p:txBody>
      </p:sp>
      <p:pic>
        <p:nvPicPr>
          <p:cNvPr id="8" name="Graphic 7" descr="User with solid fill">
            <a:extLst>
              <a:ext uri="{FF2B5EF4-FFF2-40B4-BE49-F238E27FC236}">
                <a16:creationId xmlns:a16="http://schemas.microsoft.com/office/drawing/2014/main" id="{C726B198-B5C8-1C5D-4D10-BFFD13AADE33}"/>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4490" y="3652538"/>
            <a:ext cx="274320" cy="274320"/>
          </a:xfrm>
          <a:prstGeom prst="rect">
            <a:avLst/>
          </a:prstGeom>
        </p:spPr>
      </p:pic>
      <p:pic>
        <p:nvPicPr>
          <p:cNvPr id="9" name="Graphic 8" descr="Email with solid fill">
            <a:extLst>
              <a:ext uri="{FF2B5EF4-FFF2-40B4-BE49-F238E27FC236}">
                <a16:creationId xmlns:a16="http://schemas.microsoft.com/office/drawing/2014/main" id="{DD7F5D3F-15A6-F216-AF41-EA0DCDE6B379}"/>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63543" y="4028176"/>
            <a:ext cx="274320" cy="274320"/>
          </a:xfrm>
          <a:prstGeom prst="rect">
            <a:avLst/>
          </a:prstGeom>
        </p:spPr>
      </p:pic>
    </p:spTree>
    <p:extLst>
      <p:ext uri="{BB962C8B-B14F-4D97-AF65-F5344CB8AC3E}">
        <p14:creationId xmlns:p14="http://schemas.microsoft.com/office/powerpoint/2010/main" val="2964196057"/>
      </p:ext>
    </p:extLst>
  </p:cSld>
  <p:clrMapOvr>
    <a:masterClrMapping/>
  </p:clrMapOvr>
</p:sld>
</file>

<file path=ppt/theme/theme1.xml><?xml version="1.0" encoding="utf-8"?>
<a:theme xmlns:a="http://schemas.openxmlformats.org/drawingml/2006/main" name="Ellucian Main Layouts">
  <a:themeElements>
    <a:clrScheme name="Ellucian">
      <a:dk1>
        <a:srgbClr val="000000"/>
      </a:dk1>
      <a:lt1>
        <a:srgbClr val="FFFFFF"/>
      </a:lt1>
      <a:dk2>
        <a:srgbClr val="320070"/>
      </a:dk2>
      <a:lt2>
        <a:srgbClr val="D7D2CB"/>
      </a:lt2>
      <a:accent1>
        <a:srgbClr val="7000EB"/>
      </a:accent1>
      <a:accent2>
        <a:srgbClr val="95F4A0"/>
      </a:accent2>
      <a:accent3>
        <a:srgbClr val="084D2B"/>
      </a:accent3>
      <a:accent4>
        <a:srgbClr val="E8F75B"/>
      </a:accent4>
      <a:accent5>
        <a:srgbClr val="74C4FF"/>
      </a:accent5>
      <a:accent6>
        <a:srgbClr val="FFC800"/>
      </a:accent6>
      <a:hlink>
        <a:srgbClr val="7000EB"/>
      </a:hlink>
      <a:folHlink>
        <a:srgbClr val="7000EB"/>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15000"/>
          </a:schemeClr>
        </a:lnRef>
        <a:fillRef idx="1">
          <a:schemeClr val="accent1"/>
        </a:fillRef>
        <a:effectRef idx="0">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txDef>
      <a:spPr>
        <a:noFill/>
      </a:spPr>
      <a:bodyPr wrap="square" lIns="0" tIns="0" rIns="0" bIns="0" rtlCol="0">
        <a:spAutoFit/>
      </a:bodyPr>
      <a:lstStyle>
        <a:defPPr algn="l">
          <a:defRPr dirty="0" err="1" smtClean="0"/>
        </a:defPPr>
      </a:lstStyle>
    </a:txDef>
  </a:objectDefaults>
  <a:extraClrSchemeLst/>
  <a:extLst>
    <a:ext uri="{05A4C25C-085E-4340-85A3-A5531E510DB2}">
      <thm15:themeFamily xmlns:thm15="http://schemas.microsoft.com/office/thememl/2012/main" name="EBP 01 - 4.1.6.2 Programar el inicio y finalizacion de Per.Acad.Regulares" id="{36489518-00D3-425C-91F5-1EE673D7B517}" vid="{CEA309A8-FD57-42A7-831A-1C6DF3BE5D5A}"/>
    </a:ext>
  </a:extLst>
</a:theme>
</file>

<file path=ppt/theme/theme2.xml><?xml version="1.0" encoding="utf-8"?>
<a:theme xmlns:a="http://schemas.openxmlformats.org/drawingml/2006/main" name="Ellucian Blank Layouts">
  <a:themeElements>
    <a:clrScheme name="Ellucian">
      <a:dk1>
        <a:srgbClr val="000000"/>
      </a:dk1>
      <a:lt1>
        <a:srgbClr val="FFFFFF"/>
      </a:lt1>
      <a:dk2>
        <a:srgbClr val="320070"/>
      </a:dk2>
      <a:lt2>
        <a:srgbClr val="D7D2CB"/>
      </a:lt2>
      <a:accent1>
        <a:srgbClr val="7000EB"/>
      </a:accent1>
      <a:accent2>
        <a:srgbClr val="95F4A0"/>
      </a:accent2>
      <a:accent3>
        <a:srgbClr val="084D2B"/>
      </a:accent3>
      <a:accent4>
        <a:srgbClr val="E8F75B"/>
      </a:accent4>
      <a:accent5>
        <a:srgbClr val="74C4FF"/>
      </a:accent5>
      <a:accent6>
        <a:srgbClr val="FFC800"/>
      </a:accent6>
      <a:hlink>
        <a:srgbClr val="7000EB"/>
      </a:hlink>
      <a:folHlink>
        <a:srgbClr val="7000EB"/>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15000"/>
          </a:schemeClr>
        </a:lnRef>
        <a:fillRef idx="1">
          <a:schemeClr val="accent1"/>
        </a:fillRef>
        <a:effectRef idx="0">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txDef>
      <a:spPr>
        <a:noFill/>
      </a:spPr>
      <a:bodyPr wrap="square" lIns="0" tIns="0" rIns="0" bIns="0" rtlCol="0">
        <a:spAutoFit/>
      </a:bodyPr>
      <a:lstStyle>
        <a:defPPr algn="l">
          <a:defRPr dirty="0" err="1" smtClean="0"/>
        </a:defPPr>
      </a:lstStyle>
    </a:txDef>
  </a:objectDefaults>
  <a:extraClrSchemeLst/>
  <a:extLst>
    <a:ext uri="{05A4C25C-085E-4340-85A3-A5531E510DB2}">
      <thm15:themeFamily xmlns:thm15="http://schemas.microsoft.com/office/thememl/2012/main" name="EBP 01 - 4.1.6.2 Programar el inicio y finalizacion de Per.Acad.Regulares" id="{36489518-00D3-425C-91F5-1EE673D7B517}" vid="{B53508D9-7D69-489E-B75B-7682E6255525}"/>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EBP 05 4.1.6.1. Instructivo - Actualizar estado del estudiante</Template>
  <TotalTime>2316</TotalTime>
  <Words>1657</Words>
  <Application>Microsoft Office PowerPoint</Application>
  <PresentationFormat>Widescreen</PresentationFormat>
  <Paragraphs>184</Paragraphs>
  <Slides>25</Slides>
  <Notes>12</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25</vt:i4>
      </vt:variant>
    </vt:vector>
  </HeadingPairs>
  <TitlesOfParts>
    <vt:vector size="33" baseType="lpstr">
      <vt:lpstr>Aptos</vt:lpstr>
      <vt:lpstr>Aptos Display</vt:lpstr>
      <vt:lpstr>Arial</vt:lpstr>
      <vt:lpstr>Courier New</vt:lpstr>
      <vt:lpstr>Helvetica Neue</vt:lpstr>
      <vt:lpstr>Wingdings</vt:lpstr>
      <vt:lpstr>Ellucian Main Layouts</vt:lpstr>
      <vt:lpstr>Ellucian Blank Layouts</vt:lpstr>
      <vt:lpstr>Configurar escalas de calificación </vt:lpstr>
      <vt:lpstr>PowerPoint Presentation</vt:lpstr>
      <vt:lpstr>Overview</vt:lpstr>
      <vt:lpstr>Overview: Mapa de capacidades</vt:lpstr>
      <vt:lpstr>Overview: Configurar escalas de calificación </vt:lpstr>
      <vt:lpstr>Overview: Registrar la asistencia a clases </vt:lpstr>
      <vt:lpstr>PowerPoint Presentation</vt:lpstr>
      <vt:lpstr>Overview: Configurar escalas de calificación </vt:lpstr>
      <vt:lpstr>Configuraciones</vt:lpstr>
      <vt:lpstr>Modo de calificar</vt:lpstr>
      <vt:lpstr> Modo de calificar </vt:lpstr>
      <vt:lpstr>Crear códigos de calificaciones</vt:lpstr>
      <vt:lpstr>Crear códigos de calificaciones (SHAGRDE)</vt:lpstr>
      <vt:lpstr>Crear códigos de calificaciones (SHAGRDE)</vt:lpstr>
      <vt:lpstr>Crear códigos de calificaciones (SHAGRDE)</vt:lpstr>
      <vt:lpstr>Crear códigos de calificaciones (SHAGRDE)</vt:lpstr>
      <vt:lpstr>Definición de escala de calificación </vt:lpstr>
      <vt:lpstr>Definición de escala de calificación (SHAGSCH)</vt:lpstr>
      <vt:lpstr>Definición de escala de calificación (SHAGSCH)</vt:lpstr>
      <vt:lpstr>Definición de escala de calificación (SHAGSCH)</vt:lpstr>
      <vt:lpstr>Definición de escala de calificación (SHAGSCH)</vt:lpstr>
      <vt:lpstr>Definición de escala de calificación (SHAGSCH)</vt:lpstr>
      <vt:lpstr>Definición de escala de calificación (SHAGSCH)</vt:lpstr>
      <vt:lpstr>RESUMEN</vt:lpstr>
      <vt:lpstr>MUCHAS GRACIAS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Ramos, Karyn</dc:creator>
  <cp:lastModifiedBy>Trapp, Eduardo</cp:lastModifiedBy>
  <cp:revision>28</cp:revision>
  <dcterms:created xsi:type="dcterms:W3CDTF">2024-10-02T00:21:55Z</dcterms:created>
  <dcterms:modified xsi:type="dcterms:W3CDTF">2026-04-17T17:24:39Z</dcterms:modified>
</cp:coreProperties>
</file>