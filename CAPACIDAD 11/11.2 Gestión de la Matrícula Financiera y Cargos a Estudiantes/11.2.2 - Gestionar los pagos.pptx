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87" r:id="rId2"/>
    <p:sldMasterId id="2147483824" r:id="rId3"/>
  </p:sldMasterIdLst>
  <p:notesMasterIdLst>
    <p:notesMasterId r:id="rId123"/>
  </p:notesMasterIdLst>
  <p:sldIdLst>
    <p:sldId id="265" r:id="rId4"/>
    <p:sldId id="390" r:id="rId5"/>
    <p:sldId id="418" r:id="rId6"/>
    <p:sldId id="419" r:id="rId7"/>
    <p:sldId id="498" r:id="rId8"/>
    <p:sldId id="421" r:id="rId9"/>
    <p:sldId id="422" r:id="rId10"/>
    <p:sldId id="423" r:id="rId11"/>
    <p:sldId id="517" r:id="rId12"/>
    <p:sldId id="516" r:id="rId13"/>
    <p:sldId id="500" r:id="rId14"/>
    <p:sldId id="520" r:id="rId15"/>
    <p:sldId id="519" r:id="rId16"/>
    <p:sldId id="521" r:id="rId17"/>
    <p:sldId id="522" r:id="rId18"/>
    <p:sldId id="523" r:id="rId19"/>
    <p:sldId id="524" r:id="rId20"/>
    <p:sldId id="525" r:id="rId21"/>
    <p:sldId id="576" r:id="rId22"/>
    <p:sldId id="444" r:id="rId23"/>
    <p:sldId id="457" r:id="rId24"/>
    <p:sldId id="446" r:id="rId25"/>
    <p:sldId id="447" r:id="rId26"/>
    <p:sldId id="448" r:id="rId27"/>
    <p:sldId id="577" r:id="rId28"/>
    <p:sldId id="581" r:id="rId29"/>
    <p:sldId id="579" r:id="rId30"/>
    <p:sldId id="580" r:id="rId31"/>
    <p:sldId id="611" r:id="rId32"/>
    <p:sldId id="612" r:id="rId33"/>
    <p:sldId id="613" r:id="rId34"/>
    <p:sldId id="614" r:id="rId35"/>
    <p:sldId id="615" r:id="rId36"/>
    <p:sldId id="617" r:id="rId37"/>
    <p:sldId id="616" r:id="rId38"/>
    <p:sldId id="618" r:id="rId39"/>
    <p:sldId id="619" r:id="rId40"/>
    <p:sldId id="526" r:id="rId41"/>
    <p:sldId id="527" r:id="rId42"/>
    <p:sldId id="528" r:id="rId43"/>
    <p:sldId id="529" r:id="rId44"/>
    <p:sldId id="530" r:id="rId45"/>
    <p:sldId id="531" r:id="rId46"/>
    <p:sldId id="532" r:id="rId47"/>
    <p:sldId id="533" r:id="rId48"/>
    <p:sldId id="536" r:id="rId49"/>
    <p:sldId id="587" r:id="rId50"/>
    <p:sldId id="586" r:id="rId51"/>
    <p:sldId id="584" r:id="rId52"/>
    <p:sldId id="583" r:id="rId53"/>
    <p:sldId id="585" r:id="rId54"/>
    <p:sldId id="588" r:id="rId55"/>
    <p:sldId id="589" r:id="rId56"/>
    <p:sldId id="620" r:id="rId57"/>
    <p:sldId id="621" r:id="rId58"/>
    <p:sldId id="622" r:id="rId59"/>
    <p:sldId id="582" r:id="rId60"/>
    <p:sldId id="534" r:id="rId61"/>
    <p:sldId id="537" r:id="rId62"/>
    <p:sldId id="535" r:id="rId63"/>
    <p:sldId id="591" r:id="rId64"/>
    <p:sldId id="539" r:id="rId65"/>
    <p:sldId id="538" r:id="rId66"/>
    <p:sldId id="600" r:id="rId67"/>
    <p:sldId id="595" r:id="rId68"/>
    <p:sldId id="596" r:id="rId69"/>
    <p:sldId id="597" r:id="rId70"/>
    <p:sldId id="598" r:id="rId71"/>
    <p:sldId id="599" r:id="rId72"/>
    <p:sldId id="594" r:id="rId73"/>
    <p:sldId id="601" r:id="rId74"/>
    <p:sldId id="602" r:id="rId75"/>
    <p:sldId id="603" r:id="rId76"/>
    <p:sldId id="604" r:id="rId77"/>
    <p:sldId id="605" r:id="rId78"/>
    <p:sldId id="606" r:id="rId79"/>
    <p:sldId id="608" r:id="rId80"/>
    <p:sldId id="609" r:id="rId81"/>
    <p:sldId id="593" r:id="rId82"/>
    <p:sldId id="592" r:id="rId83"/>
    <p:sldId id="610" r:id="rId84"/>
    <p:sldId id="540" r:id="rId85"/>
    <p:sldId id="542" r:id="rId86"/>
    <p:sldId id="543" r:id="rId87"/>
    <p:sldId id="541" r:id="rId88"/>
    <p:sldId id="544" r:id="rId89"/>
    <p:sldId id="545" r:id="rId90"/>
    <p:sldId id="546" r:id="rId91"/>
    <p:sldId id="547" r:id="rId92"/>
    <p:sldId id="548" r:id="rId93"/>
    <p:sldId id="549" r:id="rId94"/>
    <p:sldId id="550" r:id="rId95"/>
    <p:sldId id="551" r:id="rId96"/>
    <p:sldId id="552" r:id="rId97"/>
    <p:sldId id="553" r:id="rId98"/>
    <p:sldId id="554" r:id="rId99"/>
    <p:sldId id="555" r:id="rId100"/>
    <p:sldId id="556" r:id="rId101"/>
    <p:sldId id="557" r:id="rId102"/>
    <p:sldId id="558" r:id="rId103"/>
    <p:sldId id="559" r:id="rId104"/>
    <p:sldId id="560" r:id="rId105"/>
    <p:sldId id="561" r:id="rId106"/>
    <p:sldId id="562" r:id="rId107"/>
    <p:sldId id="563" r:id="rId108"/>
    <p:sldId id="564" r:id="rId109"/>
    <p:sldId id="565" r:id="rId110"/>
    <p:sldId id="566" r:id="rId111"/>
    <p:sldId id="567" r:id="rId112"/>
    <p:sldId id="568" r:id="rId113"/>
    <p:sldId id="569" r:id="rId114"/>
    <p:sldId id="570" r:id="rId115"/>
    <p:sldId id="571" r:id="rId116"/>
    <p:sldId id="572" r:id="rId117"/>
    <p:sldId id="573" r:id="rId118"/>
    <p:sldId id="574" r:id="rId119"/>
    <p:sldId id="575" r:id="rId120"/>
    <p:sldId id="497" r:id="rId121"/>
    <p:sldId id="512" r:id="rId1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38" autoAdjust="0"/>
    <p:restoredTop sz="94694"/>
  </p:normalViewPr>
  <p:slideViewPr>
    <p:cSldViewPr snapToGrid="0">
      <p:cViewPr varScale="1">
        <p:scale>
          <a:sx n="60" d="100"/>
          <a:sy n="60" d="100"/>
        </p:scale>
        <p:origin x="1146" y="60"/>
      </p:cViewPr>
      <p:guideLst/>
    </p:cSldViewPr>
  </p:slideViewPr>
  <p:notesTextViewPr>
    <p:cViewPr>
      <p:scale>
        <a:sx n="1" d="1"/>
        <a:sy n="1" d="1"/>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117" Type="http://schemas.openxmlformats.org/officeDocument/2006/relationships/slide" Target="slides/slide114.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openxmlformats.org/officeDocument/2006/relationships/slide" Target="slides/slide109.xml"/><Relationship Id="rId16" Type="http://schemas.openxmlformats.org/officeDocument/2006/relationships/slide" Target="slides/slide13.xml"/><Relationship Id="rId107" Type="http://schemas.openxmlformats.org/officeDocument/2006/relationships/slide" Target="slides/slide104.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123" Type="http://schemas.openxmlformats.org/officeDocument/2006/relationships/notesMaster" Target="notesMasters/notesMaster1.xml"/><Relationship Id="rId128" Type="http://schemas.microsoft.com/office/2016/11/relationships/changesInfo" Target="changesInfos/changesInfo1.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openxmlformats.org/officeDocument/2006/relationships/slide" Target="slides/slide110.xml"/><Relationship Id="rId118" Type="http://schemas.openxmlformats.org/officeDocument/2006/relationships/slide" Target="slides/slide115.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slide" Target="slides/slide105.xml"/><Relationship Id="rId124"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23" Type="http://schemas.openxmlformats.org/officeDocument/2006/relationships/slide" Target="slides/slide20.xml"/><Relationship Id="rId28" Type="http://schemas.openxmlformats.org/officeDocument/2006/relationships/slide" Target="slides/slide25.xml"/><Relationship Id="rId49" Type="http://schemas.openxmlformats.org/officeDocument/2006/relationships/slide" Target="slides/slide46.xml"/><Relationship Id="rId114" Type="http://schemas.openxmlformats.org/officeDocument/2006/relationships/slide" Target="slides/slide111.xml"/><Relationship Id="rId119" Type="http://schemas.openxmlformats.org/officeDocument/2006/relationships/slide" Target="slides/slide116.xml"/><Relationship Id="rId44" Type="http://schemas.openxmlformats.org/officeDocument/2006/relationships/slide" Target="slides/slide41.xml"/><Relationship Id="rId60" Type="http://schemas.openxmlformats.org/officeDocument/2006/relationships/slide" Target="slides/slide57.xml"/><Relationship Id="rId65" Type="http://schemas.openxmlformats.org/officeDocument/2006/relationships/slide" Target="slides/slide62.xml"/><Relationship Id="rId81" Type="http://schemas.openxmlformats.org/officeDocument/2006/relationships/slide" Target="slides/slide78.xml"/><Relationship Id="rId86" Type="http://schemas.openxmlformats.org/officeDocument/2006/relationships/slide" Target="slides/slide83.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slide" Target="slides/slide10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120" Type="http://schemas.openxmlformats.org/officeDocument/2006/relationships/slide" Target="slides/slide117.xml"/><Relationship Id="rId125"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slide" Target="slides/slide107.xml"/><Relationship Id="rId115" Type="http://schemas.openxmlformats.org/officeDocument/2006/relationships/slide" Target="slides/slide112.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126"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121" Type="http://schemas.openxmlformats.org/officeDocument/2006/relationships/slide" Target="slides/slide118.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116" Type="http://schemas.openxmlformats.org/officeDocument/2006/relationships/slide" Target="slides/slide113.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slide" Target="slides/slide108.xml"/><Relationship Id="rId15" Type="http://schemas.openxmlformats.org/officeDocument/2006/relationships/slide" Target="slides/slide12.xml"/><Relationship Id="rId36" Type="http://schemas.openxmlformats.org/officeDocument/2006/relationships/slide" Target="slides/slide33.xml"/><Relationship Id="rId57" Type="http://schemas.openxmlformats.org/officeDocument/2006/relationships/slide" Target="slides/slide54.xml"/><Relationship Id="rId106" Type="http://schemas.openxmlformats.org/officeDocument/2006/relationships/slide" Target="slides/slide103.xml"/><Relationship Id="rId127" Type="http://schemas.openxmlformats.org/officeDocument/2006/relationships/tableStyles" Target="tableStyles.xml"/><Relationship Id="rId10" Type="http://schemas.openxmlformats.org/officeDocument/2006/relationships/slide" Target="slides/slide7.xml"/><Relationship Id="rId31" Type="http://schemas.openxmlformats.org/officeDocument/2006/relationships/slide" Target="slides/slide28.xml"/><Relationship Id="rId52" Type="http://schemas.openxmlformats.org/officeDocument/2006/relationships/slide" Target="slides/slide49.xml"/><Relationship Id="rId73" Type="http://schemas.openxmlformats.org/officeDocument/2006/relationships/slide" Target="slides/slide70.xml"/><Relationship Id="rId78" Type="http://schemas.openxmlformats.org/officeDocument/2006/relationships/slide" Target="slides/slide75.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122" Type="http://schemas.openxmlformats.org/officeDocument/2006/relationships/slide" Target="slides/slide119.xml"/><Relationship Id="rId4" Type="http://schemas.openxmlformats.org/officeDocument/2006/relationships/slide" Target="slides/slide1.xml"/><Relationship Id="rId9"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custSel modSld">
      <pc:chgData name="Faver Herrera Mejía" userId="33259626242_tp_box_2" providerId="OAuth2" clId="{928070B4-3928-4BF5-8A3B-02428762A929}" dt="2026-06-19T15:23:02.939" v="94" actId="14100"/>
      <pc:docMkLst>
        <pc:docMk/>
      </pc:docMkLst>
      <pc:sldChg chg="modSp mod">
        <pc:chgData name="Faver Herrera Mejía" userId="33259626242_tp_box_2" providerId="OAuth2" clId="{928070B4-3928-4BF5-8A3B-02428762A929}" dt="2026-06-19T14:34:00.200" v="30" actId="20577"/>
        <pc:sldMkLst>
          <pc:docMk/>
          <pc:sldMk cId="9191365" sldId="265"/>
        </pc:sldMkLst>
        <pc:spChg chg="mod">
          <ac:chgData name="Faver Herrera Mejía" userId="33259626242_tp_box_2" providerId="OAuth2" clId="{928070B4-3928-4BF5-8A3B-02428762A929}" dt="2026-06-19T14:33:54.568" v="25" actId="20577"/>
          <ac:spMkLst>
            <pc:docMk/>
            <pc:sldMk cId="9191365" sldId="265"/>
            <ac:spMk id="4" creationId="{692B0829-7360-8531-FF9E-7D531E7A6091}"/>
          </ac:spMkLst>
        </pc:spChg>
        <pc:spChg chg="mod">
          <ac:chgData name="Faver Herrera Mejía" userId="33259626242_tp_box_2" providerId="OAuth2" clId="{928070B4-3928-4BF5-8A3B-02428762A929}" dt="2026-06-19T14:34:00.200" v="30" actId="20577"/>
          <ac:spMkLst>
            <pc:docMk/>
            <pc:sldMk cId="9191365" sldId="265"/>
            <ac:spMk id="5" creationId="{7640F739-8B92-AE20-CC72-FD73501B27C6}"/>
          </ac:spMkLst>
        </pc:spChg>
      </pc:sldChg>
      <pc:sldChg chg="modSp mod">
        <pc:chgData name="Faver Herrera Mejía" userId="33259626242_tp_box_2" providerId="OAuth2" clId="{928070B4-3928-4BF5-8A3B-02428762A929}" dt="2026-06-19T15:23:02.939" v="94" actId="14100"/>
        <pc:sldMkLst>
          <pc:docMk/>
          <pc:sldMk cId="2900812786" sldId="497"/>
        </pc:sldMkLst>
        <pc:spChg chg="mod">
          <ac:chgData name="Faver Herrera Mejía" userId="33259626242_tp_box_2" providerId="OAuth2" clId="{928070B4-3928-4BF5-8A3B-02428762A929}" dt="2026-06-19T15:23:02.939" v="94" actId="14100"/>
          <ac:spMkLst>
            <pc:docMk/>
            <pc:sldMk cId="2900812786" sldId="497"/>
            <ac:spMk id="3" creationId="{A4230D26-77A4-9999-B174-9B6175E41799}"/>
          </ac:spMkLst>
        </pc:spChg>
      </pc:sldChg>
      <pc:sldChg chg="modSp mod">
        <pc:chgData name="Faver Herrera Mejía" userId="33259626242_tp_box_2" providerId="OAuth2" clId="{928070B4-3928-4BF5-8A3B-02428762A929}" dt="2026-06-19T14:39:41.405" v="70" actId="20577"/>
        <pc:sldMkLst>
          <pc:docMk/>
          <pc:sldMk cId="829329984" sldId="512"/>
        </pc:sldMkLst>
        <pc:spChg chg="mod">
          <ac:chgData name="Faver Herrera Mejía" userId="33259626242_tp_box_2" providerId="OAuth2" clId="{928070B4-3928-4BF5-8A3B-02428762A929}" dt="2026-06-19T14:39:28.032" v="49" actId="20577"/>
          <ac:spMkLst>
            <pc:docMk/>
            <pc:sldMk cId="829329984" sldId="512"/>
            <ac:spMk id="2" creationId="{98C8C561-01AA-93BA-31A2-AAD8E5DED18B}"/>
          </ac:spMkLst>
        </pc:spChg>
        <pc:spChg chg="mod">
          <ac:chgData name="Faver Herrera Mejía" userId="33259626242_tp_box_2" providerId="OAuth2" clId="{928070B4-3928-4BF5-8A3B-02428762A929}" dt="2026-06-19T14:39:41.405" v="70" actId="20577"/>
          <ac:spMkLst>
            <pc:docMk/>
            <pc:sldMk cId="829329984" sldId="512"/>
            <ac:spMk id="3" creationId="{E41D6D2D-BB92-CF38-BDA6-D770C4633ECA}"/>
          </ac:spMkLst>
        </pc:spChg>
      </pc:sldChg>
    </pc:docChg>
  </pc:docChgLst>
  <pc:docChgLst>
    <pc:chgData name="Alejandra León Barrera" userId="43512263486_tp_box_2" providerId="OAuth2" clId="{CE2DED1C-98E3-404D-AA29-8769E08C8A92}"/>
    <pc:docChg chg="undo custSel addSld delSld modSld sldOrd delMainMaster">
      <pc:chgData name="Alejandra León Barrera" userId="43512263486_tp_box_2" providerId="OAuth2" clId="{CE2DED1C-98E3-404D-AA29-8769E08C8A92}" dt="2026-06-12T22:45:44.845" v="1991" actId="120"/>
      <pc:docMkLst>
        <pc:docMk/>
      </pc:docMkLst>
      <pc:sldChg chg="modSp mod">
        <pc:chgData name="Alejandra León Barrera" userId="43512263486_tp_box_2" providerId="OAuth2" clId="{CE2DED1C-98E3-404D-AA29-8769E08C8A92}" dt="2026-06-09T22:18:29.350" v="1562" actId="1037"/>
        <pc:sldMkLst>
          <pc:docMk/>
          <pc:sldMk cId="292336290" sldId="418"/>
        </pc:sldMkLst>
        <pc:picChg chg="mod">
          <ac:chgData name="Alejandra León Barrera" userId="43512263486_tp_box_2" providerId="OAuth2" clId="{CE2DED1C-98E3-404D-AA29-8769E08C8A92}" dt="2026-06-09T22:18:29.350" v="1562" actId="1037"/>
          <ac:picMkLst>
            <pc:docMk/>
            <pc:sldMk cId="292336290" sldId="418"/>
            <ac:picMk id="8" creationId="{C9DCAC72-8E59-43D3-DBF8-6FB117CFD62F}"/>
          </ac:picMkLst>
        </pc:picChg>
      </pc:sldChg>
      <pc:sldChg chg="modSp mod">
        <pc:chgData name="Alejandra León Barrera" userId="43512263486_tp_box_2" providerId="OAuth2" clId="{CE2DED1C-98E3-404D-AA29-8769E08C8A92}" dt="2026-06-09T22:19:10.569" v="1566" actId="1076"/>
        <pc:sldMkLst>
          <pc:docMk/>
          <pc:sldMk cId="3319194125" sldId="421"/>
        </pc:sldMkLst>
        <pc:spChg chg="mod">
          <ac:chgData name="Alejandra León Barrera" userId="43512263486_tp_box_2" providerId="OAuth2" clId="{CE2DED1C-98E3-404D-AA29-8769E08C8A92}" dt="2026-06-09T22:19:10.569" v="1566" actId="1076"/>
          <ac:spMkLst>
            <pc:docMk/>
            <pc:sldMk cId="3319194125" sldId="421"/>
            <ac:spMk id="2" creationId="{E763723C-5330-831A-866D-B841E31941A7}"/>
          </ac:spMkLst>
        </pc:spChg>
        <pc:picChg chg="mod">
          <ac:chgData name="Alejandra León Barrera" userId="43512263486_tp_box_2" providerId="OAuth2" clId="{CE2DED1C-98E3-404D-AA29-8769E08C8A92}" dt="2026-06-09T22:19:08.291" v="1565" actId="1076"/>
          <ac:picMkLst>
            <pc:docMk/>
            <pc:sldMk cId="3319194125" sldId="421"/>
            <ac:picMk id="4" creationId="{044D66EA-8C18-3408-5572-31B430C5D17A}"/>
          </ac:picMkLst>
        </pc:picChg>
      </pc:sldChg>
      <pc:sldChg chg="modSp mod">
        <pc:chgData name="Alejandra León Barrera" userId="43512263486_tp_box_2" providerId="OAuth2" clId="{CE2DED1C-98E3-404D-AA29-8769E08C8A92}" dt="2026-06-03T01:15:27.453" v="930" actId="1076"/>
        <pc:sldMkLst>
          <pc:docMk/>
          <pc:sldMk cId="645989570" sldId="423"/>
        </pc:sldMkLst>
        <pc:spChg chg="mod">
          <ac:chgData name="Alejandra León Barrera" userId="43512263486_tp_box_2" providerId="OAuth2" clId="{CE2DED1C-98E3-404D-AA29-8769E08C8A92}" dt="2026-06-03T01:15:27.453" v="930" actId="1076"/>
          <ac:spMkLst>
            <pc:docMk/>
            <pc:sldMk cId="645989570" sldId="423"/>
            <ac:spMk id="4" creationId="{750CE1ED-E082-8249-F10E-9147F13B62BF}"/>
          </ac:spMkLst>
        </pc:spChg>
      </pc:sldChg>
      <pc:sldChg chg="modSp mod">
        <pc:chgData name="Alejandra León Barrera" userId="43512263486_tp_box_2" providerId="OAuth2" clId="{CE2DED1C-98E3-404D-AA29-8769E08C8A92}" dt="2026-06-09T22:39:47.868" v="1652" actId="14100"/>
        <pc:sldMkLst>
          <pc:docMk/>
          <pc:sldMk cId="4084765007" sldId="444"/>
        </pc:sldMkLst>
        <pc:spChg chg="mod">
          <ac:chgData name="Alejandra León Barrera" userId="43512263486_tp_box_2" providerId="OAuth2" clId="{CE2DED1C-98E3-404D-AA29-8769E08C8A92}" dt="2026-06-09T22:39:47.868" v="1652" actId="14100"/>
          <ac:spMkLst>
            <pc:docMk/>
            <pc:sldMk cId="4084765007" sldId="444"/>
            <ac:spMk id="2" creationId="{A881F8AA-3800-9148-64FC-1311A56F13F9}"/>
          </ac:spMkLst>
        </pc:spChg>
        <pc:spChg chg="mod">
          <ac:chgData name="Alejandra León Barrera" userId="43512263486_tp_box_2" providerId="OAuth2" clId="{CE2DED1C-98E3-404D-AA29-8769E08C8A92}" dt="2026-06-09T22:39:32.868" v="1649" actId="1076"/>
          <ac:spMkLst>
            <pc:docMk/>
            <pc:sldMk cId="4084765007" sldId="444"/>
            <ac:spMk id="4" creationId="{5805D738-86F5-2BE4-686F-350BED3A1E68}"/>
          </ac:spMkLst>
        </pc:spChg>
        <pc:picChg chg="mod">
          <ac:chgData name="Alejandra León Barrera" userId="43512263486_tp_box_2" providerId="OAuth2" clId="{CE2DED1C-98E3-404D-AA29-8769E08C8A92}" dt="2026-06-09T22:39:30.825" v="1648" actId="1076"/>
          <ac:picMkLst>
            <pc:docMk/>
            <pc:sldMk cId="4084765007" sldId="444"/>
            <ac:picMk id="5" creationId="{0361DC1E-E88F-6D9F-A9F0-DA83C037F7AD}"/>
          </ac:picMkLst>
        </pc:picChg>
      </pc:sldChg>
      <pc:sldChg chg="modSp mod">
        <pc:chgData name="Alejandra León Barrera" userId="43512263486_tp_box_2" providerId="OAuth2" clId="{CE2DED1C-98E3-404D-AA29-8769E08C8A92}" dt="2026-06-09T22:41:20.142" v="1676" actId="14100"/>
        <pc:sldMkLst>
          <pc:docMk/>
          <pc:sldMk cId="4015667552" sldId="446"/>
        </pc:sldMkLst>
        <pc:spChg chg="mod">
          <ac:chgData name="Alejandra León Barrera" userId="43512263486_tp_box_2" providerId="OAuth2" clId="{CE2DED1C-98E3-404D-AA29-8769E08C8A92}" dt="2026-06-09T22:41:20.142" v="1676" actId="14100"/>
          <ac:spMkLst>
            <pc:docMk/>
            <pc:sldMk cId="4015667552" sldId="446"/>
            <ac:spMk id="2" creationId="{9C476D2F-385F-F1E3-8910-EFD49A2ED09F}"/>
          </ac:spMkLst>
        </pc:spChg>
        <pc:spChg chg="mod">
          <ac:chgData name="Alejandra León Barrera" userId="43512263486_tp_box_2" providerId="OAuth2" clId="{CE2DED1C-98E3-404D-AA29-8769E08C8A92}" dt="2026-06-09T22:41:04.285" v="1671" actId="14100"/>
          <ac:spMkLst>
            <pc:docMk/>
            <pc:sldMk cId="4015667552" sldId="446"/>
            <ac:spMk id="7" creationId="{1A2AEEE7-6701-752B-AB40-80003BA9A9E9}"/>
          </ac:spMkLst>
        </pc:spChg>
        <pc:picChg chg="mod">
          <ac:chgData name="Alejandra León Barrera" userId="43512263486_tp_box_2" providerId="OAuth2" clId="{CE2DED1C-98E3-404D-AA29-8769E08C8A92}" dt="2026-06-09T22:41:09.321" v="1673" actId="1076"/>
          <ac:picMkLst>
            <pc:docMk/>
            <pc:sldMk cId="4015667552" sldId="446"/>
            <ac:picMk id="4" creationId="{03639279-72F1-D19A-2B52-685A259766ED}"/>
          </ac:picMkLst>
        </pc:picChg>
      </pc:sldChg>
      <pc:sldChg chg="modSp mod">
        <pc:chgData name="Alejandra León Barrera" userId="43512263486_tp_box_2" providerId="OAuth2" clId="{CE2DED1C-98E3-404D-AA29-8769E08C8A92}" dt="2026-06-09T22:41:52.209" v="1683" actId="14100"/>
        <pc:sldMkLst>
          <pc:docMk/>
          <pc:sldMk cId="2257712021" sldId="447"/>
        </pc:sldMkLst>
        <pc:spChg chg="mod">
          <ac:chgData name="Alejandra León Barrera" userId="43512263486_tp_box_2" providerId="OAuth2" clId="{CE2DED1C-98E3-404D-AA29-8769E08C8A92}" dt="2026-06-09T22:41:52.209" v="1683" actId="14100"/>
          <ac:spMkLst>
            <pc:docMk/>
            <pc:sldMk cId="2257712021" sldId="447"/>
            <ac:spMk id="2" creationId="{F7910F73-34D8-3496-F481-1E34024F2D02}"/>
          </ac:spMkLst>
        </pc:spChg>
        <pc:spChg chg="mod">
          <ac:chgData name="Alejandra León Barrera" userId="43512263486_tp_box_2" providerId="OAuth2" clId="{CE2DED1C-98E3-404D-AA29-8769E08C8A92}" dt="2026-06-09T22:41:47.931" v="1681" actId="14100"/>
          <ac:spMkLst>
            <pc:docMk/>
            <pc:sldMk cId="2257712021" sldId="447"/>
            <ac:spMk id="7" creationId="{4531A4E4-52FD-047B-1B13-F751C68606CC}"/>
          </ac:spMkLst>
        </pc:spChg>
        <pc:picChg chg="mod">
          <ac:chgData name="Alejandra León Barrera" userId="43512263486_tp_box_2" providerId="OAuth2" clId="{CE2DED1C-98E3-404D-AA29-8769E08C8A92}" dt="2026-06-09T22:41:42.120" v="1678" actId="1076"/>
          <ac:picMkLst>
            <pc:docMk/>
            <pc:sldMk cId="2257712021" sldId="447"/>
            <ac:picMk id="4" creationId="{E5C4EEE5-C4A2-A5FE-6D44-80160204FE67}"/>
          </ac:picMkLst>
        </pc:picChg>
      </pc:sldChg>
      <pc:sldChg chg="modSp mod">
        <pc:chgData name="Alejandra León Barrera" userId="43512263486_tp_box_2" providerId="OAuth2" clId="{CE2DED1C-98E3-404D-AA29-8769E08C8A92}" dt="2026-06-09T22:51:09.426" v="1702" actId="1076"/>
        <pc:sldMkLst>
          <pc:docMk/>
          <pc:sldMk cId="151581884" sldId="448"/>
        </pc:sldMkLst>
        <pc:spChg chg="mod">
          <ac:chgData name="Alejandra León Barrera" userId="43512263486_tp_box_2" providerId="OAuth2" clId="{CE2DED1C-98E3-404D-AA29-8769E08C8A92}" dt="2026-06-09T22:51:09.426" v="1702" actId="1076"/>
          <ac:spMkLst>
            <pc:docMk/>
            <pc:sldMk cId="151581884" sldId="448"/>
            <ac:spMk id="5" creationId="{790067E9-A7E8-F89C-5D54-BC62AE7D5F21}"/>
          </ac:spMkLst>
        </pc:spChg>
        <pc:spChg chg="mod">
          <ac:chgData name="Alejandra León Barrera" userId="43512263486_tp_box_2" providerId="OAuth2" clId="{CE2DED1C-98E3-404D-AA29-8769E08C8A92}" dt="2026-06-09T22:50:57.204" v="1701" actId="1076"/>
          <ac:spMkLst>
            <pc:docMk/>
            <pc:sldMk cId="151581884" sldId="448"/>
            <ac:spMk id="6" creationId="{EB5CF633-6253-7CDD-9310-16203B64A5E7}"/>
          </ac:spMkLst>
        </pc:spChg>
        <pc:spChg chg="mod">
          <ac:chgData name="Alejandra León Barrera" userId="43512263486_tp_box_2" providerId="OAuth2" clId="{CE2DED1C-98E3-404D-AA29-8769E08C8A92}" dt="2026-06-09T22:43:40.997" v="1691" actId="14100"/>
          <ac:spMkLst>
            <pc:docMk/>
            <pc:sldMk cId="151581884" sldId="448"/>
            <ac:spMk id="8" creationId="{8B749B67-9C17-9931-ACE8-DFCADEFCA668}"/>
          </ac:spMkLst>
        </pc:spChg>
        <pc:picChg chg="mod">
          <ac:chgData name="Alejandra León Barrera" userId="43512263486_tp_box_2" providerId="OAuth2" clId="{CE2DED1C-98E3-404D-AA29-8769E08C8A92}" dt="2026-06-09T22:43:34.780" v="1688" actId="1076"/>
          <ac:picMkLst>
            <pc:docMk/>
            <pc:sldMk cId="151581884" sldId="448"/>
            <ac:picMk id="3" creationId="{4D4F5DF5-22B6-5F33-32D2-05457846FA55}"/>
          </ac:picMkLst>
        </pc:picChg>
        <pc:picChg chg="mod">
          <ac:chgData name="Alejandra León Barrera" userId="43512263486_tp_box_2" providerId="OAuth2" clId="{CE2DED1C-98E3-404D-AA29-8769E08C8A92}" dt="2026-06-09T22:50:23.875" v="1693" actId="1076"/>
          <ac:picMkLst>
            <pc:docMk/>
            <pc:sldMk cId="151581884" sldId="448"/>
            <ac:picMk id="7" creationId="{F3C06B14-BA5F-2682-88EA-97B65916EB14}"/>
          </ac:picMkLst>
        </pc:picChg>
      </pc:sldChg>
      <pc:sldChg chg="modSp mod">
        <pc:chgData name="Alejandra León Barrera" userId="43512263486_tp_box_2" providerId="OAuth2" clId="{CE2DED1C-98E3-404D-AA29-8769E08C8A92}" dt="2026-06-09T22:40:45.756" v="1666" actId="14100"/>
        <pc:sldMkLst>
          <pc:docMk/>
          <pc:sldMk cId="2899557289" sldId="457"/>
        </pc:sldMkLst>
        <pc:spChg chg="mod">
          <ac:chgData name="Alejandra León Barrera" userId="43512263486_tp_box_2" providerId="OAuth2" clId="{CE2DED1C-98E3-404D-AA29-8769E08C8A92}" dt="2026-06-09T22:40:36.833" v="1665" actId="1076"/>
          <ac:spMkLst>
            <pc:docMk/>
            <pc:sldMk cId="2899557289" sldId="457"/>
            <ac:spMk id="2" creationId="{0BE2DC13-8CB9-666E-6453-B95083B58303}"/>
          </ac:spMkLst>
        </pc:spChg>
        <pc:spChg chg="mod">
          <ac:chgData name="Alejandra León Barrera" userId="43512263486_tp_box_2" providerId="OAuth2" clId="{CE2DED1C-98E3-404D-AA29-8769E08C8A92}" dt="2026-06-09T22:40:45.756" v="1666" actId="14100"/>
          <ac:spMkLst>
            <pc:docMk/>
            <pc:sldMk cId="2899557289" sldId="457"/>
            <ac:spMk id="7" creationId="{C165A1E6-9E9D-EF09-1F49-8B154EAEC561}"/>
          </ac:spMkLst>
        </pc:spChg>
        <pc:picChg chg="mod">
          <ac:chgData name="Alejandra León Barrera" userId="43512263486_tp_box_2" providerId="OAuth2" clId="{CE2DED1C-98E3-404D-AA29-8769E08C8A92}" dt="2026-06-09T22:40:35.349" v="1664" actId="1076"/>
          <ac:picMkLst>
            <pc:docMk/>
            <pc:sldMk cId="2899557289" sldId="457"/>
            <ac:picMk id="4" creationId="{0115348C-6454-A2BF-3315-A7C4D8C0062C}"/>
          </ac:picMkLst>
        </pc:picChg>
      </pc:sldChg>
      <pc:sldChg chg="modSp mod">
        <pc:chgData name="Alejandra León Barrera" userId="43512263486_tp_box_2" providerId="OAuth2" clId="{CE2DED1C-98E3-404D-AA29-8769E08C8A92}" dt="2026-06-04T12:06:45.122" v="1544" actId="14100"/>
        <pc:sldMkLst>
          <pc:docMk/>
          <pc:sldMk cId="4170624785" sldId="500"/>
        </pc:sldMkLst>
        <pc:spChg chg="mod">
          <ac:chgData name="Alejandra León Barrera" userId="43512263486_tp_box_2" providerId="OAuth2" clId="{CE2DED1C-98E3-404D-AA29-8769E08C8A92}" dt="2026-06-04T12:06:45.122" v="1544" actId="14100"/>
          <ac:spMkLst>
            <pc:docMk/>
            <pc:sldMk cId="4170624785" sldId="500"/>
            <ac:spMk id="3" creationId="{B7D8E67F-4688-A213-B551-5BC8ACDBA1DB}"/>
          </ac:spMkLst>
        </pc:spChg>
        <pc:picChg chg="mod">
          <ac:chgData name="Alejandra León Barrera" userId="43512263486_tp_box_2" providerId="OAuth2" clId="{CE2DED1C-98E3-404D-AA29-8769E08C8A92}" dt="2026-06-04T12:06:40.768" v="1542" actId="1076"/>
          <ac:picMkLst>
            <pc:docMk/>
            <pc:sldMk cId="4170624785" sldId="500"/>
            <ac:picMk id="5" creationId="{3E6A88D1-2C30-336E-1EFC-59366B8D4F1B}"/>
          </ac:picMkLst>
        </pc:picChg>
      </pc:sldChg>
      <pc:sldChg chg="modSp mod">
        <pc:chgData name="Alejandra León Barrera" userId="43512263486_tp_box_2" providerId="OAuth2" clId="{CE2DED1C-98E3-404D-AA29-8769E08C8A92}" dt="2026-06-09T22:20:19.292" v="1603" actId="120"/>
        <pc:sldMkLst>
          <pc:docMk/>
          <pc:sldMk cId="3209154634" sldId="519"/>
        </pc:sldMkLst>
        <pc:spChg chg="mod">
          <ac:chgData name="Alejandra León Barrera" userId="43512263486_tp_box_2" providerId="OAuth2" clId="{CE2DED1C-98E3-404D-AA29-8769E08C8A92}" dt="2026-06-09T22:19:50.297" v="1572" actId="1076"/>
          <ac:spMkLst>
            <pc:docMk/>
            <pc:sldMk cId="3209154634" sldId="519"/>
            <ac:spMk id="2" creationId="{986F45BD-EBD6-2D6D-48DB-AC8E824046E4}"/>
          </ac:spMkLst>
        </pc:spChg>
        <pc:spChg chg="mod">
          <ac:chgData name="Alejandra León Barrera" userId="43512263486_tp_box_2" providerId="OAuth2" clId="{CE2DED1C-98E3-404D-AA29-8769E08C8A92}" dt="2026-06-09T22:20:19.292" v="1603" actId="120"/>
          <ac:spMkLst>
            <pc:docMk/>
            <pc:sldMk cId="3209154634" sldId="519"/>
            <ac:spMk id="3" creationId="{362CF0E5-9FA4-79CF-0F05-4C8BD63DB156}"/>
          </ac:spMkLst>
        </pc:spChg>
        <pc:spChg chg="mod">
          <ac:chgData name="Alejandra León Barrera" userId="43512263486_tp_box_2" providerId="OAuth2" clId="{CE2DED1C-98E3-404D-AA29-8769E08C8A92}" dt="2026-06-09T22:20:19.292" v="1603" actId="120"/>
          <ac:spMkLst>
            <pc:docMk/>
            <pc:sldMk cId="3209154634" sldId="519"/>
            <ac:spMk id="11" creationId="{665A176F-6A3A-E6DA-5187-93054F14AF86}"/>
          </ac:spMkLst>
        </pc:spChg>
        <pc:spChg chg="mod">
          <ac:chgData name="Alejandra León Barrera" userId="43512263486_tp_box_2" providerId="OAuth2" clId="{CE2DED1C-98E3-404D-AA29-8769E08C8A92}" dt="2026-06-09T22:20:19.292" v="1603" actId="120"/>
          <ac:spMkLst>
            <pc:docMk/>
            <pc:sldMk cId="3209154634" sldId="519"/>
            <ac:spMk id="12" creationId="{144B5EF8-EADB-6DC8-9B60-E5E680E306C8}"/>
          </ac:spMkLst>
        </pc:spChg>
        <pc:picChg chg="mod">
          <ac:chgData name="Alejandra León Barrera" userId="43512263486_tp_box_2" providerId="OAuth2" clId="{CE2DED1C-98E3-404D-AA29-8769E08C8A92}" dt="2026-06-09T22:19:53.404" v="1573" actId="1076"/>
          <ac:picMkLst>
            <pc:docMk/>
            <pc:sldMk cId="3209154634" sldId="519"/>
            <ac:picMk id="5" creationId="{BA9381E7-6991-C350-2BA6-02A0BF73B3A6}"/>
          </ac:picMkLst>
        </pc:picChg>
        <pc:picChg chg="mod">
          <ac:chgData name="Alejandra León Barrera" userId="43512263486_tp_box_2" providerId="OAuth2" clId="{CE2DED1C-98E3-404D-AA29-8769E08C8A92}" dt="2026-06-09T22:19:57.601" v="1597" actId="1035"/>
          <ac:picMkLst>
            <pc:docMk/>
            <pc:sldMk cId="3209154634" sldId="519"/>
            <ac:picMk id="8" creationId="{3FF75A06-30C4-A052-6953-36B6AC743633}"/>
          </ac:picMkLst>
        </pc:picChg>
        <pc:picChg chg="mod">
          <ac:chgData name="Alejandra León Barrera" userId="43512263486_tp_box_2" providerId="OAuth2" clId="{CE2DED1C-98E3-404D-AA29-8769E08C8A92}" dt="2026-06-09T22:20:01.140" v="1598" actId="1076"/>
          <ac:picMkLst>
            <pc:docMk/>
            <pc:sldMk cId="3209154634" sldId="519"/>
            <ac:picMk id="10" creationId="{FCB62419-80D8-6915-C57F-E03DD7A0005D}"/>
          </ac:picMkLst>
        </pc:picChg>
      </pc:sldChg>
      <pc:sldChg chg="modSp mod">
        <pc:chgData name="Alejandra León Barrera" userId="43512263486_tp_box_2" providerId="OAuth2" clId="{CE2DED1C-98E3-404D-AA29-8769E08C8A92}" dt="2026-06-09T22:20:51.429" v="1613" actId="1076"/>
        <pc:sldMkLst>
          <pc:docMk/>
          <pc:sldMk cId="3200171747" sldId="521"/>
        </pc:sldMkLst>
        <pc:spChg chg="mod">
          <ac:chgData name="Alejandra León Barrera" userId="43512263486_tp_box_2" providerId="OAuth2" clId="{CE2DED1C-98E3-404D-AA29-8769E08C8A92}" dt="2026-06-09T22:20:35.548" v="1607" actId="1076"/>
          <ac:spMkLst>
            <pc:docMk/>
            <pc:sldMk cId="3200171747" sldId="521"/>
            <ac:spMk id="2" creationId="{3B7D260A-FDBC-5E4A-6163-1E49C75D065D}"/>
          </ac:spMkLst>
        </pc:spChg>
        <pc:spChg chg="mod">
          <ac:chgData name="Alejandra León Barrera" userId="43512263486_tp_box_2" providerId="OAuth2" clId="{CE2DED1C-98E3-404D-AA29-8769E08C8A92}" dt="2026-06-09T22:20:51.429" v="1613" actId="1076"/>
          <ac:spMkLst>
            <pc:docMk/>
            <pc:sldMk cId="3200171747" sldId="521"/>
            <ac:spMk id="3" creationId="{F1AEEA28-4B47-69BD-CA19-F149D72A5458}"/>
          </ac:spMkLst>
        </pc:spChg>
        <pc:picChg chg="mod">
          <ac:chgData name="Alejandra León Barrera" userId="43512263486_tp_box_2" providerId="OAuth2" clId="{CE2DED1C-98E3-404D-AA29-8769E08C8A92}" dt="2026-06-09T22:20:41.034" v="1608" actId="1076"/>
          <ac:picMkLst>
            <pc:docMk/>
            <pc:sldMk cId="3200171747" sldId="521"/>
            <ac:picMk id="6" creationId="{0EFE3E48-EAC6-15F9-B888-E9B17005BB33}"/>
          </ac:picMkLst>
        </pc:picChg>
        <pc:picChg chg="mod">
          <ac:chgData name="Alejandra León Barrera" userId="43512263486_tp_box_2" providerId="OAuth2" clId="{CE2DED1C-98E3-404D-AA29-8769E08C8A92}" dt="2026-06-09T22:20:43.446" v="1609" actId="1076"/>
          <ac:picMkLst>
            <pc:docMk/>
            <pc:sldMk cId="3200171747" sldId="521"/>
            <ac:picMk id="9" creationId="{AA0AFC84-782F-79FD-367E-46457D464B16}"/>
          </ac:picMkLst>
        </pc:picChg>
      </pc:sldChg>
      <pc:sldChg chg="modSp mod">
        <pc:chgData name="Alejandra León Barrera" userId="43512263486_tp_box_2" providerId="OAuth2" clId="{CE2DED1C-98E3-404D-AA29-8769E08C8A92}" dt="2026-06-02T23:39:07.488" v="11" actId="1076"/>
        <pc:sldMkLst>
          <pc:docMk/>
          <pc:sldMk cId="2265503116" sldId="522"/>
        </pc:sldMkLst>
        <pc:spChg chg="mod">
          <ac:chgData name="Alejandra León Barrera" userId="43512263486_tp_box_2" providerId="OAuth2" clId="{CE2DED1C-98E3-404D-AA29-8769E08C8A92}" dt="2026-06-02T23:38:59.641" v="8" actId="1076"/>
          <ac:spMkLst>
            <pc:docMk/>
            <pc:sldMk cId="2265503116" sldId="522"/>
            <ac:spMk id="2" creationId="{60F81A71-5B21-07DB-72F8-5378903AD6EB}"/>
          </ac:spMkLst>
        </pc:spChg>
        <pc:spChg chg="mod">
          <ac:chgData name="Alejandra León Barrera" userId="43512263486_tp_box_2" providerId="OAuth2" clId="{CE2DED1C-98E3-404D-AA29-8769E08C8A92}" dt="2026-06-02T23:38:51.867" v="5" actId="1076"/>
          <ac:spMkLst>
            <pc:docMk/>
            <pc:sldMk cId="2265503116" sldId="522"/>
            <ac:spMk id="3" creationId="{8BDCC9AA-0136-8CBF-73ED-DA0CD03A872E}"/>
          </ac:spMkLst>
        </pc:spChg>
        <pc:spChg chg="mod">
          <ac:chgData name="Alejandra León Barrera" userId="43512263486_tp_box_2" providerId="OAuth2" clId="{CE2DED1C-98E3-404D-AA29-8769E08C8A92}" dt="2026-06-02T23:38:51.867" v="5" actId="1076"/>
          <ac:spMkLst>
            <pc:docMk/>
            <pc:sldMk cId="2265503116" sldId="522"/>
            <ac:spMk id="18" creationId="{AEFC05B2-34D7-848A-D6E8-7EDE4095110E}"/>
          </ac:spMkLst>
        </pc:spChg>
        <pc:spChg chg="mod">
          <ac:chgData name="Alejandra León Barrera" userId="43512263486_tp_box_2" providerId="OAuth2" clId="{CE2DED1C-98E3-404D-AA29-8769E08C8A92}" dt="2026-06-02T23:38:51.867" v="5" actId="1076"/>
          <ac:spMkLst>
            <pc:docMk/>
            <pc:sldMk cId="2265503116" sldId="522"/>
            <ac:spMk id="19" creationId="{198353B3-C195-04E5-139B-B0ACCF16D735}"/>
          </ac:spMkLst>
        </pc:spChg>
        <pc:picChg chg="mod">
          <ac:chgData name="Alejandra León Barrera" userId="43512263486_tp_box_2" providerId="OAuth2" clId="{CE2DED1C-98E3-404D-AA29-8769E08C8A92}" dt="2026-06-02T23:38:37.265" v="1" actId="1076"/>
          <ac:picMkLst>
            <pc:docMk/>
            <pc:sldMk cId="2265503116" sldId="522"/>
            <ac:picMk id="8" creationId="{DD54A79F-C20F-DAAD-174D-35FAD4079779}"/>
          </ac:picMkLst>
        </pc:picChg>
        <pc:picChg chg="mod">
          <ac:chgData name="Alejandra León Barrera" userId="43512263486_tp_box_2" providerId="OAuth2" clId="{CE2DED1C-98E3-404D-AA29-8769E08C8A92}" dt="2026-06-02T23:38:45.328" v="4" actId="1076"/>
          <ac:picMkLst>
            <pc:docMk/>
            <pc:sldMk cId="2265503116" sldId="522"/>
            <ac:picMk id="11" creationId="{384EF1A4-4AC8-11F4-B505-C956B391C6DD}"/>
          </ac:picMkLst>
        </pc:picChg>
        <pc:picChg chg="mod">
          <ac:chgData name="Alejandra León Barrera" userId="43512263486_tp_box_2" providerId="OAuth2" clId="{CE2DED1C-98E3-404D-AA29-8769E08C8A92}" dt="2026-06-02T23:39:07.488" v="11" actId="1076"/>
          <ac:picMkLst>
            <pc:docMk/>
            <pc:sldMk cId="2265503116" sldId="522"/>
            <ac:picMk id="13" creationId="{47040E50-2E94-CA60-553F-4121A42AF057}"/>
          </ac:picMkLst>
        </pc:picChg>
        <pc:picChg chg="mod">
          <ac:chgData name="Alejandra León Barrera" userId="43512263486_tp_box_2" providerId="OAuth2" clId="{CE2DED1C-98E3-404D-AA29-8769E08C8A92}" dt="2026-06-02T23:39:05.517" v="10" actId="1076"/>
          <ac:picMkLst>
            <pc:docMk/>
            <pc:sldMk cId="2265503116" sldId="522"/>
            <ac:picMk id="15" creationId="{AA258388-CB98-DBBA-2721-783A048E52E6}"/>
          </ac:picMkLst>
        </pc:picChg>
        <pc:picChg chg="mod">
          <ac:chgData name="Alejandra León Barrera" userId="43512263486_tp_box_2" providerId="OAuth2" clId="{CE2DED1C-98E3-404D-AA29-8769E08C8A92}" dt="2026-06-02T23:39:02.229" v="9" actId="1076"/>
          <ac:picMkLst>
            <pc:docMk/>
            <pc:sldMk cId="2265503116" sldId="522"/>
            <ac:picMk id="17" creationId="{49DB2B8D-83E1-8188-8BB1-786173C636CC}"/>
          </ac:picMkLst>
        </pc:picChg>
      </pc:sldChg>
      <pc:sldChg chg="modSp mod">
        <pc:chgData name="Alejandra León Barrera" userId="43512263486_tp_box_2" providerId="OAuth2" clId="{CE2DED1C-98E3-404D-AA29-8769E08C8A92}" dt="2026-06-09T22:37:19.127" v="1621" actId="1076"/>
        <pc:sldMkLst>
          <pc:docMk/>
          <pc:sldMk cId="1897766934" sldId="523"/>
        </pc:sldMkLst>
        <pc:spChg chg="mod">
          <ac:chgData name="Alejandra León Barrera" userId="43512263486_tp_box_2" providerId="OAuth2" clId="{CE2DED1C-98E3-404D-AA29-8769E08C8A92}" dt="2026-06-09T22:37:05.859" v="1618" actId="1076"/>
          <ac:spMkLst>
            <pc:docMk/>
            <pc:sldMk cId="1897766934" sldId="523"/>
            <ac:spMk id="2" creationId="{22381607-F37F-661A-51EA-3A4B5DDBCB4B}"/>
          </ac:spMkLst>
        </pc:spChg>
        <pc:spChg chg="mod">
          <ac:chgData name="Alejandra León Barrera" userId="43512263486_tp_box_2" providerId="OAuth2" clId="{CE2DED1C-98E3-404D-AA29-8769E08C8A92}" dt="2026-06-09T22:37:19.127" v="1621" actId="1076"/>
          <ac:spMkLst>
            <pc:docMk/>
            <pc:sldMk cId="1897766934" sldId="523"/>
            <ac:spMk id="18" creationId="{AC12A86C-2B4D-09CD-FEAF-0E56AB099289}"/>
          </ac:spMkLst>
        </pc:spChg>
        <pc:spChg chg="mod">
          <ac:chgData name="Alejandra León Barrera" userId="43512263486_tp_box_2" providerId="OAuth2" clId="{CE2DED1C-98E3-404D-AA29-8769E08C8A92}" dt="2026-06-09T22:37:19.127" v="1621" actId="1076"/>
          <ac:spMkLst>
            <pc:docMk/>
            <pc:sldMk cId="1897766934" sldId="523"/>
            <ac:spMk id="19" creationId="{E64AEDD0-56D1-CD87-2129-23A08C6385AA}"/>
          </ac:spMkLst>
        </pc:spChg>
        <pc:picChg chg="mod">
          <ac:chgData name="Alejandra León Barrera" userId="43512263486_tp_box_2" providerId="OAuth2" clId="{CE2DED1C-98E3-404D-AA29-8769E08C8A92}" dt="2026-06-09T22:37:01.608" v="1616" actId="1076"/>
          <ac:picMkLst>
            <pc:docMk/>
            <pc:sldMk cId="1897766934" sldId="523"/>
            <ac:picMk id="5" creationId="{31DD21F3-65CD-7AAE-0B5D-F806775A201D}"/>
          </ac:picMkLst>
        </pc:picChg>
        <pc:picChg chg="mod">
          <ac:chgData name="Alejandra León Barrera" userId="43512263486_tp_box_2" providerId="OAuth2" clId="{CE2DED1C-98E3-404D-AA29-8769E08C8A92}" dt="2026-06-09T22:37:13.840" v="1620" actId="1076"/>
          <ac:picMkLst>
            <pc:docMk/>
            <pc:sldMk cId="1897766934" sldId="523"/>
            <ac:picMk id="7" creationId="{8E659807-8D8A-EE4C-CC2B-D86B37A37E52}"/>
          </ac:picMkLst>
        </pc:picChg>
        <pc:picChg chg="mod">
          <ac:chgData name="Alejandra León Barrera" userId="43512263486_tp_box_2" providerId="OAuth2" clId="{CE2DED1C-98E3-404D-AA29-8769E08C8A92}" dt="2026-06-09T22:37:11.208" v="1619" actId="1076"/>
          <ac:picMkLst>
            <pc:docMk/>
            <pc:sldMk cId="1897766934" sldId="523"/>
            <ac:picMk id="10" creationId="{839FDA92-8F0E-3DB4-19CA-0B656C918A31}"/>
          </ac:picMkLst>
        </pc:picChg>
      </pc:sldChg>
      <pc:sldChg chg="modSp mod">
        <pc:chgData name="Alejandra León Barrera" userId="43512263486_tp_box_2" providerId="OAuth2" clId="{CE2DED1C-98E3-404D-AA29-8769E08C8A92}" dt="2026-06-09T22:37:57.550" v="1631" actId="1076"/>
        <pc:sldMkLst>
          <pc:docMk/>
          <pc:sldMk cId="4192569641" sldId="524"/>
        </pc:sldMkLst>
        <pc:spChg chg="mod">
          <ac:chgData name="Alejandra León Barrera" userId="43512263486_tp_box_2" providerId="OAuth2" clId="{CE2DED1C-98E3-404D-AA29-8769E08C8A92}" dt="2026-06-09T22:37:54.750" v="1630" actId="1076"/>
          <ac:spMkLst>
            <pc:docMk/>
            <pc:sldMk cId="4192569641" sldId="524"/>
            <ac:spMk id="2" creationId="{CAEB0AC0-6270-28AD-3ABF-B7375930742C}"/>
          </ac:spMkLst>
        </pc:spChg>
        <pc:spChg chg="mod">
          <ac:chgData name="Alejandra León Barrera" userId="43512263486_tp_box_2" providerId="OAuth2" clId="{CE2DED1C-98E3-404D-AA29-8769E08C8A92}" dt="2026-06-09T22:37:46.327" v="1628" actId="14100"/>
          <ac:spMkLst>
            <pc:docMk/>
            <pc:sldMk cId="4192569641" sldId="524"/>
            <ac:spMk id="18" creationId="{4DDE854C-3A03-6F07-5B88-533E1E79116E}"/>
          </ac:spMkLst>
        </pc:spChg>
        <pc:picChg chg="mod">
          <ac:chgData name="Alejandra León Barrera" userId="43512263486_tp_box_2" providerId="OAuth2" clId="{CE2DED1C-98E3-404D-AA29-8769E08C8A92}" dt="2026-06-09T22:37:57.550" v="1631" actId="1076"/>
          <ac:picMkLst>
            <pc:docMk/>
            <pc:sldMk cId="4192569641" sldId="524"/>
            <ac:picMk id="4" creationId="{6393D71C-D787-FFFC-EBD6-8021595BC06C}"/>
          </ac:picMkLst>
        </pc:picChg>
        <pc:picChg chg="mod">
          <ac:chgData name="Alejandra León Barrera" userId="43512263486_tp_box_2" providerId="OAuth2" clId="{CE2DED1C-98E3-404D-AA29-8769E08C8A92}" dt="2026-06-09T22:37:40.962" v="1626" actId="1076"/>
          <ac:picMkLst>
            <pc:docMk/>
            <pc:sldMk cId="4192569641" sldId="524"/>
            <ac:picMk id="8" creationId="{57DD49A6-B937-9FF2-7BBB-664A8E1F7F20}"/>
          </ac:picMkLst>
        </pc:picChg>
      </pc:sldChg>
      <pc:sldChg chg="modSp mod">
        <pc:chgData name="Alejandra León Barrera" userId="43512263486_tp_box_2" providerId="OAuth2" clId="{CE2DED1C-98E3-404D-AA29-8769E08C8A92}" dt="2026-06-09T22:38:45.180" v="1641" actId="113"/>
        <pc:sldMkLst>
          <pc:docMk/>
          <pc:sldMk cId="3233857774" sldId="525"/>
        </pc:sldMkLst>
        <pc:spChg chg="mod">
          <ac:chgData name="Alejandra León Barrera" userId="43512263486_tp_box_2" providerId="OAuth2" clId="{CE2DED1C-98E3-404D-AA29-8769E08C8A92}" dt="2026-06-09T22:38:33.673" v="1636" actId="14100"/>
          <ac:spMkLst>
            <pc:docMk/>
            <pc:sldMk cId="3233857774" sldId="525"/>
            <ac:spMk id="2" creationId="{16298B42-3192-5807-B0E7-9FFE1D758716}"/>
          </ac:spMkLst>
        </pc:spChg>
        <pc:spChg chg="mod">
          <ac:chgData name="Alejandra León Barrera" userId="43512263486_tp_box_2" providerId="OAuth2" clId="{CE2DED1C-98E3-404D-AA29-8769E08C8A92}" dt="2026-06-09T22:38:45.180" v="1641" actId="113"/>
          <ac:spMkLst>
            <pc:docMk/>
            <pc:sldMk cId="3233857774" sldId="525"/>
            <ac:spMk id="18" creationId="{6EFDEC6D-625F-6056-BDC4-A6B4DE370035}"/>
          </ac:spMkLst>
        </pc:spChg>
        <pc:picChg chg="mod">
          <ac:chgData name="Alejandra León Barrera" userId="43512263486_tp_box_2" providerId="OAuth2" clId="{CE2DED1C-98E3-404D-AA29-8769E08C8A92}" dt="2026-06-09T22:38:26.816" v="1633" actId="1076"/>
          <ac:picMkLst>
            <pc:docMk/>
            <pc:sldMk cId="3233857774" sldId="525"/>
            <ac:picMk id="5" creationId="{20283DDF-1A14-26E2-4541-DE541A72FADB}"/>
          </ac:picMkLst>
        </pc:picChg>
        <pc:picChg chg="mod">
          <ac:chgData name="Alejandra León Barrera" userId="43512263486_tp_box_2" providerId="OAuth2" clId="{CE2DED1C-98E3-404D-AA29-8769E08C8A92}" dt="2026-06-09T22:38:36.902" v="1637" actId="1076"/>
          <ac:picMkLst>
            <pc:docMk/>
            <pc:sldMk cId="3233857774" sldId="525"/>
            <ac:picMk id="7" creationId="{6480AF75-A3E3-6A5B-2D0B-0948618698F9}"/>
          </ac:picMkLst>
        </pc:picChg>
      </pc:sldChg>
      <pc:sldChg chg="modSp mod">
        <pc:chgData name="Alejandra León Barrera" userId="43512263486_tp_box_2" providerId="OAuth2" clId="{CE2DED1C-98E3-404D-AA29-8769E08C8A92}" dt="2026-06-03T01:16:45.512" v="941" actId="1076"/>
        <pc:sldMkLst>
          <pc:docMk/>
          <pc:sldMk cId="891042848" sldId="528"/>
        </pc:sldMkLst>
        <pc:spChg chg="mod">
          <ac:chgData name="Alejandra León Barrera" userId="43512263486_tp_box_2" providerId="OAuth2" clId="{CE2DED1C-98E3-404D-AA29-8769E08C8A92}" dt="2026-06-03T01:16:34.508" v="937" actId="1076"/>
          <ac:spMkLst>
            <pc:docMk/>
            <pc:sldMk cId="891042848" sldId="528"/>
            <ac:spMk id="2" creationId="{7192E654-2BEE-1FAE-0100-BCFD2E6ABCD5}"/>
          </ac:spMkLst>
        </pc:spChg>
        <pc:spChg chg="mod">
          <ac:chgData name="Alejandra León Barrera" userId="43512263486_tp_box_2" providerId="OAuth2" clId="{CE2DED1C-98E3-404D-AA29-8769E08C8A92}" dt="2026-06-03T01:16:45.512" v="941" actId="1076"/>
          <ac:spMkLst>
            <pc:docMk/>
            <pc:sldMk cId="891042848" sldId="528"/>
            <ac:spMk id="18" creationId="{706D6411-F98D-70A9-40E8-E52540D53679}"/>
          </ac:spMkLst>
        </pc:spChg>
        <pc:picChg chg="mod">
          <ac:chgData name="Alejandra León Barrera" userId="43512263486_tp_box_2" providerId="OAuth2" clId="{CE2DED1C-98E3-404D-AA29-8769E08C8A92}" dt="2026-06-03T01:16:34.508" v="937" actId="1076"/>
          <ac:picMkLst>
            <pc:docMk/>
            <pc:sldMk cId="891042848" sldId="528"/>
            <ac:picMk id="4" creationId="{7E4BB749-D65B-8096-5620-CFE2F99A1095}"/>
          </ac:picMkLst>
        </pc:picChg>
        <pc:picChg chg="mod">
          <ac:chgData name="Alejandra León Barrera" userId="43512263486_tp_box_2" providerId="OAuth2" clId="{CE2DED1C-98E3-404D-AA29-8769E08C8A92}" dt="2026-06-03T01:16:34.508" v="937" actId="1076"/>
          <ac:picMkLst>
            <pc:docMk/>
            <pc:sldMk cId="891042848" sldId="528"/>
            <ac:picMk id="8" creationId="{876F623D-0042-6580-D58E-4CEE029D7810}"/>
          </ac:picMkLst>
        </pc:picChg>
      </pc:sldChg>
      <pc:sldChg chg="modSp mod">
        <pc:chgData name="Alejandra León Barrera" userId="43512263486_tp_box_2" providerId="OAuth2" clId="{CE2DED1C-98E3-404D-AA29-8769E08C8A92}" dt="2026-06-03T01:17:31.090" v="952" actId="14100"/>
        <pc:sldMkLst>
          <pc:docMk/>
          <pc:sldMk cId="3046791143" sldId="529"/>
        </pc:sldMkLst>
        <pc:spChg chg="mod">
          <ac:chgData name="Alejandra León Barrera" userId="43512263486_tp_box_2" providerId="OAuth2" clId="{CE2DED1C-98E3-404D-AA29-8769E08C8A92}" dt="2026-06-03T01:17:15.823" v="947" actId="1076"/>
          <ac:spMkLst>
            <pc:docMk/>
            <pc:sldMk cId="3046791143" sldId="529"/>
            <ac:spMk id="2" creationId="{EA175C65-27E9-E3B4-6077-965EC5B21DF4}"/>
          </ac:spMkLst>
        </pc:spChg>
        <pc:spChg chg="mod">
          <ac:chgData name="Alejandra León Barrera" userId="43512263486_tp_box_2" providerId="OAuth2" clId="{CE2DED1C-98E3-404D-AA29-8769E08C8A92}" dt="2026-06-03T01:17:31.090" v="952" actId="14100"/>
          <ac:spMkLst>
            <pc:docMk/>
            <pc:sldMk cId="3046791143" sldId="529"/>
            <ac:spMk id="6" creationId="{BBD9164C-7DE1-27C3-7B53-988540EF46E5}"/>
          </ac:spMkLst>
        </pc:spChg>
        <pc:spChg chg="mod">
          <ac:chgData name="Alejandra León Barrera" userId="43512263486_tp_box_2" providerId="OAuth2" clId="{CE2DED1C-98E3-404D-AA29-8769E08C8A92}" dt="2026-06-03T01:17:23.105" v="949" actId="14100"/>
          <ac:spMkLst>
            <pc:docMk/>
            <pc:sldMk cId="3046791143" sldId="529"/>
            <ac:spMk id="18" creationId="{3944FF4D-3666-AF6E-AE74-2035D7885493}"/>
          </ac:spMkLst>
        </pc:spChg>
        <pc:picChg chg="mod">
          <ac:chgData name="Alejandra León Barrera" userId="43512263486_tp_box_2" providerId="OAuth2" clId="{CE2DED1C-98E3-404D-AA29-8769E08C8A92}" dt="2026-06-03T01:17:10.384" v="945" actId="1076"/>
          <ac:picMkLst>
            <pc:docMk/>
            <pc:sldMk cId="3046791143" sldId="529"/>
            <ac:picMk id="5" creationId="{8C185C47-C030-F3CC-B79A-FA8A0EF6ECE6}"/>
          </ac:picMkLst>
        </pc:picChg>
        <pc:picChg chg="mod">
          <ac:chgData name="Alejandra León Barrera" userId="43512263486_tp_box_2" providerId="OAuth2" clId="{CE2DED1C-98E3-404D-AA29-8769E08C8A92}" dt="2026-06-03T01:17:10.384" v="945" actId="1076"/>
          <ac:picMkLst>
            <pc:docMk/>
            <pc:sldMk cId="3046791143" sldId="529"/>
            <ac:picMk id="9" creationId="{2BC69949-E0C0-7E97-7125-CADD51159D74}"/>
          </ac:picMkLst>
        </pc:picChg>
        <pc:picChg chg="mod">
          <ac:chgData name="Alejandra León Barrera" userId="43512263486_tp_box_2" providerId="OAuth2" clId="{CE2DED1C-98E3-404D-AA29-8769E08C8A92}" dt="2026-06-03T01:17:10.384" v="945" actId="1076"/>
          <ac:picMkLst>
            <pc:docMk/>
            <pc:sldMk cId="3046791143" sldId="529"/>
            <ac:picMk id="11" creationId="{64BB7028-2D9D-8968-C7B6-6CC513A7C7A8}"/>
          </ac:picMkLst>
        </pc:picChg>
      </pc:sldChg>
      <pc:sldChg chg="modSp mod">
        <pc:chgData name="Alejandra León Barrera" userId="43512263486_tp_box_2" providerId="OAuth2" clId="{CE2DED1C-98E3-404D-AA29-8769E08C8A92}" dt="2026-06-03T01:18:04.866" v="959" actId="14100"/>
        <pc:sldMkLst>
          <pc:docMk/>
          <pc:sldMk cId="1735378529" sldId="530"/>
        </pc:sldMkLst>
        <pc:spChg chg="mod">
          <ac:chgData name="Alejandra León Barrera" userId="43512263486_tp_box_2" providerId="OAuth2" clId="{CE2DED1C-98E3-404D-AA29-8769E08C8A92}" dt="2026-06-03T01:17:52.979" v="955" actId="1076"/>
          <ac:spMkLst>
            <pc:docMk/>
            <pc:sldMk cId="1735378529" sldId="530"/>
            <ac:spMk id="2" creationId="{BC3F4E01-EEA1-DB65-DB6E-3DBC03C33748}"/>
          </ac:spMkLst>
        </pc:spChg>
        <pc:spChg chg="mod">
          <ac:chgData name="Alejandra León Barrera" userId="43512263486_tp_box_2" providerId="OAuth2" clId="{CE2DED1C-98E3-404D-AA29-8769E08C8A92}" dt="2026-06-03T01:18:04.866" v="959" actId="14100"/>
          <ac:spMkLst>
            <pc:docMk/>
            <pc:sldMk cId="1735378529" sldId="530"/>
            <ac:spMk id="6" creationId="{11CC9B49-A153-D98B-1EB8-EDE0E8A49D35}"/>
          </ac:spMkLst>
        </pc:spChg>
        <pc:spChg chg="mod">
          <ac:chgData name="Alejandra León Barrera" userId="43512263486_tp_box_2" providerId="OAuth2" clId="{CE2DED1C-98E3-404D-AA29-8769E08C8A92}" dt="2026-06-03T01:18:00.132" v="957" actId="14100"/>
          <ac:spMkLst>
            <pc:docMk/>
            <pc:sldMk cId="1735378529" sldId="530"/>
            <ac:spMk id="17" creationId="{2F0CE92E-B87C-3E8A-B51F-9165D43B6873}"/>
          </ac:spMkLst>
        </pc:spChg>
        <pc:picChg chg="mod">
          <ac:chgData name="Alejandra León Barrera" userId="43512263486_tp_box_2" providerId="OAuth2" clId="{CE2DED1C-98E3-404D-AA29-8769E08C8A92}" dt="2026-06-03T01:17:47.101" v="953" actId="14100"/>
          <ac:picMkLst>
            <pc:docMk/>
            <pc:sldMk cId="1735378529" sldId="530"/>
            <ac:picMk id="8" creationId="{433280B7-AF85-D5F1-B887-C48C085CB3ED}"/>
          </ac:picMkLst>
        </pc:picChg>
        <pc:picChg chg="mod">
          <ac:chgData name="Alejandra León Barrera" userId="43512263486_tp_box_2" providerId="OAuth2" clId="{CE2DED1C-98E3-404D-AA29-8769E08C8A92}" dt="2026-06-03T01:17:47.101" v="953" actId="14100"/>
          <ac:picMkLst>
            <pc:docMk/>
            <pc:sldMk cId="1735378529" sldId="530"/>
            <ac:picMk id="12" creationId="{5E996940-CC0D-B1CB-2804-342494376D92}"/>
          </ac:picMkLst>
        </pc:picChg>
      </pc:sldChg>
      <pc:sldChg chg="modSp mod">
        <pc:chgData name="Alejandra León Barrera" userId="43512263486_tp_box_2" providerId="OAuth2" clId="{CE2DED1C-98E3-404D-AA29-8769E08C8A92}" dt="2026-06-03T01:18:44.598" v="970" actId="14100"/>
        <pc:sldMkLst>
          <pc:docMk/>
          <pc:sldMk cId="1651315845" sldId="531"/>
        </pc:sldMkLst>
        <pc:spChg chg="mod">
          <ac:chgData name="Alejandra León Barrera" userId="43512263486_tp_box_2" providerId="OAuth2" clId="{CE2DED1C-98E3-404D-AA29-8769E08C8A92}" dt="2026-06-03T01:18:17.415" v="962" actId="1076"/>
          <ac:spMkLst>
            <pc:docMk/>
            <pc:sldMk cId="1651315845" sldId="531"/>
            <ac:spMk id="2" creationId="{DFDE5E95-C09B-222D-0FFE-D069F8634CA9}"/>
          </ac:spMkLst>
        </pc:spChg>
        <pc:spChg chg="mod">
          <ac:chgData name="Alejandra León Barrera" userId="43512263486_tp_box_2" providerId="OAuth2" clId="{CE2DED1C-98E3-404D-AA29-8769E08C8A92}" dt="2026-06-03T01:18:42.096" v="969" actId="14100"/>
          <ac:spMkLst>
            <pc:docMk/>
            <pc:sldMk cId="1651315845" sldId="531"/>
            <ac:spMk id="5" creationId="{FA8A9573-BD48-B9BA-599C-4C5315008E34}"/>
          </ac:spMkLst>
        </pc:spChg>
        <pc:spChg chg="mod">
          <ac:chgData name="Alejandra León Barrera" userId="43512263486_tp_box_2" providerId="OAuth2" clId="{CE2DED1C-98E3-404D-AA29-8769E08C8A92}" dt="2026-06-03T01:18:44.598" v="970" actId="14100"/>
          <ac:spMkLst>
            <pc:docMk/>
            <pc:sldMk cId="1651315845" sldId="531"/>
            <ac:spMk id="6" creationId="{74022F85-6874-9027-599A-BE44249F0652}"/>
          </ac:spMkLst>
        </pc:spChg>
        <pc:picChg chg="mod">
          <ac:chgData name="Alejandra León Barrera" userId="43512263486_tp_box_2" providerId="OAuth2" clId="{CE2DED1C-98E3-404D-AA29-8769E08C8A92}" dt="2026-06-03T01:18:13.935" v="961" actId="1076"/>
          <ac:picMkLst>
            <pc:docMk/>
            <pc:sldMk cId="1651315845" sldId="531"/>
            <ac:picMk id="4" creationId="{FC25B1E8-B8D0-E91F-8C86-C50E785310E5}"/>
          </ac:picMkLst>
        </pc:picChg>
        <pc:picChg chg="mod">
          <ac:chgData name="Alejandra León Barrera" userId="43512263486_tp_box_2" providerId="OAuth2" clId="{CE2DED1C-98E3-404D-AA29-8769E08C8A92}" dt="2026-06-03T01:18:22.311" v="964" actId="1076"/>
          <ac:picMkLst>
            <pc:docMk/>
            <pc:sldMk cId="1651315845" sldId="531"/>
            <ac:picMk id="9" creationId="{E84A7A8F-7D16-EE25-3208-B5F6550C5C31}"/>
          </ac:picMkLst>
        </pc:picChg>
        <pc:picChg chg="mod">
          <ac:chgData name="Alejandra León Barrera" userId="43512263486_tp_box_2" providerId="OAuth2" clId="{CE2DED1C-98E3-404D-AA29-8769E08C8A92}" dt="2026-06-03T01:18:20.253" v="963" actId="1076"/>
          <ac:picMkLst>
            <pc:docMk/>
            <pc:sldMk cId="1651315845" sldId="531"/>
            <ac:picMk id="11" creationId="{0BFDD8F9-352A-86D5-775D-36E2BBF040B0}"/>
          </ac:picMkLst>
        </pc:picChg>
      </pc:sldChg>
      <pc:sldChg chg="modSp mod">
        <pc:chgData name="Alejandra León Barrera" userId="43512263486_tp_box_2" providerId="OAuth2" clId="{CE2DED1C-98E3-404D-AA29-8769E08C8A92}" dt="2026-06-03T01:19:14.675" v="976" actId="1076"/>
        <pc:sldMkLst>
          <pc:docMk/>
          <pc:sldMk cId="1687250735" sldId="532"/>
        </pc:sldMkLst>
        <pc:spChg chg="mod">
          <ac:chgData name="Alejandra León Barrera" userId="43512263486_tp_box_2" providerId="OAuth2" clId="{CE2DED1C-98E3-404D-AA29-8769E08C8A92}" dt="2026-06-03T01:19:14.675" v="976" actId="1076"/>
          <ac:spMkLst>
            <pc:docMk/>
            <pc:sldMk cId="1687250735" sldId="532"/>
            <ac:spMk id="2" creationId="{D60EF8CD-36C5-9A85-F464-C9B3E9A7105C}"/>
          </ac:spMkLst>
        </pc:spChg>
        <pc:spChg chg="mod">
          <ac:chgData name="Alejandra León Barrera" userId="43512263486_tp_box_2" providerId="OAuth2" clId="{CE2DED1C-98E3-404D-AA29-8769E08C8A92}" dt="2026-06-03T01:19:12.050" v="975" actId="1076"/>
          <ac:spMkLst>
            <pc:docMk/>
            <pc:sldMk cId="1687250735" sldId="532"/>
            <ac:spMk id="6" creationId="{5215C2EB-EFAD-EBFA-BB8E-B43D286AD73C}"/>
          </ac:spMkLst>
        </pc:spChg>
        <pc:picChg chg="mod">
          <ac:chgData name="Alejandra León Barrera" userId="43512263486_tp_box_2" providerId="OAuth2" clId="{CE2DED1C-98E3-404D-AA29-8769E08C8A92}" dt="2026-06-03T01:19:06.036" v="974" actId="1076"/>
          <ac:picMkLst>
            <pc:docMk/>
            <pc:sldMk cId="1687250735" sldId="532"/>
            <ac:picMk id="4" creationId="{F04AD45D-4402-9B2B-8A52-242C3581085A}"/>
          </ac:picMkLst>
        </pc:picChg>
      </pc:sldChg>
      <pc:sldChg chg="modSp mod">
        <pc:chgData name="Alejandra León Barrera" userId="43512263486_tp_box_2" providerId="OAuth2" clId="{CE2DED1C-98E3-404D-AA29-8769E08C8A92}" dt="2026-06-03T01:19:35.453" v="984" actId="14100"/>
        <pc:sldMkLst>
          <pc:docMk/>
          <pc:sldMk cId="3432697950" sldId="533"/>
        </pc:sldMkLst>
        <pc:spChg chg="mod">
          <ac:chgData name="Alejandra León Barrera" userId="43512263486_tp_box_2" providerId="OAuth2" clId="{CE2DED1C-98E3-404D-AA29-8769E08C8A92}" dt="2026-06-03T01:19:24.304" v="978" actId="1076"/>
          <ac:spMkLst>
            <pc:docMk/>
            <pc:sldMk cId="3432697950" sldId="533"/>
            <ac:spMk id="2" creationId="{ED6CE49A-6221-A52F-8DD1-67640650F635}"/>
          </ac:spMkLst>
        </pc:spChg>
        <pc:spChg chg="mod">
          <ac:chgData name="Alejandra León Barrera" userId="43512263486_tp_box_2" providerId="OAuth2" clId="{CE2DED1C-98E3-404D-AA29-8769E08C8A92}" dt="2026-06-03T01:19:35.453" v="984" actId="14100"/>
          <ac:spMkLst>
            <pc:docMk/>
            <pc:sldMk cId="3432697950" sldId="533"/>
            <ac:spMk id="6" creationId="{08D1C67C-84B9-1C77-D31F-FADD79D5D173}"/>
          </ac:spMkLst>
        </pc:spChg>
        <pc:picChg chg="mod">
          <ac:chgData name="Alejandra León Barrera" userId="43512263486_tp_box_2" providerId="OAuth2" clId="{CE2DED1C-98E3-404D-AA29-8769E08C8A92}" dt="2026-06-03T01:19:20.440" v="977" actId="14100"/>
          <ac:picMkLst>
            <pc:docMk/>
            <pc:sldMk cId="3432697950" sldId="533"/>
            <ac:picMk id="4" creationId="{B66C0E93-6710-E664-EBC4-897EA495C955}"/>
          </ac:picMkLst>
        </pc:picChg>
        <pc:picChg chg="mod">
          <ac:chgData name="Alejandra León Barrera" userId="43512263486_tp_box_2" providerId="OAuth2" clId="{CE2DED1C-98E3-404D-AA29-8769E08C8A92}" dt="2026-06-03T01:19:26.795" v="981" actId="1035"/>
          <ac:picMkLst>
            <pc:docMk/>
            <pc:sldMk cId="3432697950" sldId="533"/>
            <ac:picMk id="7" creationId="{8CBEB79F-269B-C6C7-BACC-6B8E673BBDF6}"/>
          </ac:picMkLst>
        </pc:picChg>
      </pc:sldChg>
      <pc:sldChg chg="modSp mod modShow">
        <pc:chgData name="Alejandra León Barrera" userId="43512263486_tp_box_2" providerId="OAuth2" clId="{CE2DED1C-98E3-404D-AA29-8769E08C8A92}" dt="2026-06-09T22:57:42.999" v="1906" actId="1076"/>
        <pc:sldMkLst>
          <pc:docMk/>
          <pc:sldMk cId="2530129086" sldId="534"/>
        </pc:sldMkLst>
        <pc:spChg chg="mod">
          <ac:chgData name="Alejandra León Barrera" userId="43512263486_tp_box_2" providerId="OAuth2" clId="{CE2DED1C-98E3-404D-AA29-8769E08C8A92}" dt="2026-06-09T22:57:18.096" v="1893" actId="1076"/>
          <ac:spMkLst>
            <pc:docMk/>
            <pc:sldMk cId="2530129086" sldId="534"/>
            <ac:spMk id="2" creationId="{13F04DCC-EA08-FD51-5611-4CD0B13E9E16}"/>
          </ac:spMkLst>
        </pc:spChg>
        <pc:spChg chg="mod">
          <ac:chgData name="Alejandra León Barrera" userId="43512263486_tp_box_2" providerId="OAuth2" clId="{CE2DED1C-98E3-404D-AA29-8769E08C8A92}" dt="2026-06-09T22:57:42.999" v="1906" actId="1076"/>
          <ac:spMkLst>
            <pc:docMk/>
            <pc:sldMk cId="2530129086" sldId="534"/>
            <ac:spMk id="5" creationId="{1BB38D73-AEB6-3BBC-E29E-8DDB76AFD166}"/>
          </ac:spMkLst>
        </pc:spChg>
        <pc:spChg chg="mod">
          <ac:chgData name="Alejandra León Barrera" userId="43512263486_tp_box_2" providerId="OAuth2" clId="{CE2DED1C-98E3-404D-AA29-8769E08C8A92}" dt="2026-06-09T22:57:33.927" v="1903" actId="113"/>
          <ac:spMkLst>
            <pc:docMk/>
            <pc:sldMk cId="2530129086" sldId="534"/>
            <ac:spMk id="6" creationId="{E16BA8FD-BB02-FBFB-CF72-0402FAE4C42E}"/>
          </ac:spMkLst>
        </pc:spChg>
        <pc:picChg chg="mod">
          <ac:chgData name="Alejandra León Barrera" userId="43512263486_tp_box_2" providerId="OAuth2" clId="{CE2DED1C-98E3-404D-AA29-8769E08C8A92}" dt="2026-06-09T22:57:15.693" v="1892" actId="1076"/>
          <ac:picMkLst>
            <pc:docMk/>
            <pc:sldMk cId="2530129086" sldId="534"/>
            <ac:picMk id="4" creationId="{81AE9334-1988-65E9-B738-A4F12319941A}"/>
          </ac:picMkLst>
        </pc:picChg>
        <pc:picChg chg="mod">
          <ac:chgData name="Alejandra León Barrera" userId="43512263486_tp_box_2" providerId="OAuth2" clId="{CE2DED1C-98E3-404D-AA29-8769E08C8A92}" dt="2026-06-09T22:57:28.008" v="1901" actId="1035"/>
          <ac:picMkLst>
            <pc:docMk/>
            <pc:sldMk cId="2530129086" sldId="534"/>
            <ac:picMk id="8" creationId="{2DD11C50-283D-474D-6EED-D62EF428AABD}"/>
          </ac:picMkLst>
        </pc:picChg>
        <pc:picChg chg="mod">
          <ac:chgData name="Alejandra León Barrera" userId="43512263486_tp_box_2" providerId="OAuth2" clId="{CE2DED1C-98E3-404D-AA29-8769E08C8A92}" dt="2026-06-09T22:57:28.008" v="1901" actId="1035"/>
          <ac:picMkLst>
            <pc:docMk/>
            <pc:sldMk cId="2530129086" sldId="534"/>
            <ac:picMk id="10" creationId="{0379AC6D-7F70-1E52-F8E4-048098DDA7A8}"/>
          </ac:picMkLst>
        </pc:picChg>
      </pc:sldChg>
      <pc:sldChg chg="modSp mod modShow">
        <pc:chgData name="Alejandra León Barrera" userId="43512263486_tp_box_2" providerId="OAuth2" clId="{CE2DED1C-98E3-404D-AA29-8769E08C8A92}" dt="2026-06-09T22:58:47.491" v="1968" actId="1076"/>
        <pc:sldMkLst>
          <pc:docMk/>
          <pc:sldMk cId="1406631040" sldId="535"/>
        </pc:sldMkLst>
        <pc:spChg chg="mod">
          <ac:chgData name="Alejandra León Barrera" userId="43512263486_tp_box_2" providerId="OAuth2" clId="{CE2DED1C-98E3-404D-AA29-8769E08C8A92}" dt="2026-06-09T22:58:47.491" v="1968" actId="1076"/>
          <ac:spMkLst>
            <pc:docMk/>
            <pc:sldMk cId="1406631040" sldId="535"/>
            <ac:spMk id="2" creationId="{52976EF9-6339-824B-74C1-6BA34A7756FC}"/>
          </ac:spMkLst>
        </pc:spChg>
        <pc:spChg chg="mod">
          <ac:chgData name="Alejandra León Barrera" userId="43512263486_tp_box_2" providerId="OAuth2" clId="{CE2DED1C-98E3-404D-AA29-8769E08C8A92}" dt="2026-06-09T22:58:42.678" v="1966" actId="120"/>
          <ac:spMkLst>
            <pc:docMk/>
            <pc:sldMk cId="1406631040" sldId="535"/>
            <ac:spMk id="6" creationId="{0B5EA331-8241-AEEF-B989-BE921506AD8F}"/>
          </ac:spMkLst>
        </pc:spChg>
      </pc:sldChg>
      <pc:sldChg chg="modSp mod modShow">
        <pc:chgData name="Alejandra León Barrera" userId="43512263486_tp_box_2" providerId="OAuth2" clId="{CE2DED1C-98E3-404D-AA29-8769E08C8A92}" dt="2026-06-09T22:58:33.980" v="1965" actId="120"/>
        <pc:sldMkLst>
          <pc:docMk/>
          <pc:sldMk cId="3071253001" sldId="537"/>
        </pc:sldMkLst>
        <pc:spChg chg="mod">
          <ac:chgData name="Alejandra León Barrera" userId="43512263486_tp_box_2" providerId="OAuth2" clId="{CE2DED1C-98E3-404D-AA29-8769E08C8A92}" dt="2026-06-09T22:57:51.835" v="1908" actId="1076"/>
          <ac:spMkLst>
            <pc:docMk/>
            <pc:sldMk cId="3071253001" sldId="537"/>
            <ac:spMk id="2" creationId="{F764EC46-B23F-7B48-293F-8C83F328E493}"/>
          </ac:spMkLst>
        </pc:spChg>
        <pc:spChg chg="mod">
          <ac:chgData name="Alejandra León Barrera" userId="43512263486_tp_box_2" providerId="OAuth2" clId="{CE2DED1C-98E3-404D-AA29-8769E08C8A92}" dt="2026-06-09T22:58:33.980" v="1965" actId="120"/>
          <ac:spMkLst>
            <pc:docMk/>
            <pc:sldMk cId="3071253001" sldId="537"/>
            <ac:spMk id="12" creationId="{9BECCDA0-F0DD-E2AD-E4A6-8AD9BD3F37F6}"/>
          </ac:spMkLst>
        </pc:spChg>
        <pc:spChg chg="mod">
          <ac:chgData name="Alejandra León Barrera" userId="43512263486_tp_box_2" providerId="OAuth2" clId="{CE2DED1C-98E3-404D-AA29-8769E08C8A92}" dt="2026-06-09T22:58:33.980" v="1965" actId="120"/>
          <ac:spMkLst>
            <pc:docMk/>
            <pc:sldMk cId="3071253001" sldId="537"/>
            <ac:spMk id="13" creationId="{FC02EEA9-C938-9F4D-9032-1ADA1991D069}"/>
          </ac:spMkLst>
        </pc:spChg>
        <pc:picChg chg="mod">
          <ac:chgData name="Alejandra León Barrera" userId="43512263486_tp_box_2" providerId="OAuth2" clId="{CE2DED1C-98E3-404D-AA29-8769E08C8A92}" dt="2026-06-09T22:57:07.370" v="1889" actId="1076"/>
          <ac:picMkLst>
            <pc:docMk/>
            <pc:sldMk cId="3071253001" sldId="537"/>
            <ac:picMk id="7" creationId="{45BEBD66-7EA8-F9E2-BE9F-59D00EAAA5F8}"/>
          </ac:picMkLst>
        </pc:picChg>
        <pc:picChg chg="mod">
          <ac:chgData name="Alejandra León Barrera" userId="43512263486_tp_box_2" providerId="OAuth2" clId="{CE2DED1C-98E3-404D-AA29-8769E08C8A92}" dt="2026-06-09T22:58:00.185" v="1918" actId="1076"/>
          <ac:picMkLst>
            <pc:docMk/>
            <pc:sldMk cId="3071253001" sldId="537"/>
            <ac:picMk id="9" creationId="{91F0B440-7BC2-12A9-C645-2E6F2D2043B8}"/>
          </ac:picMkLst>
        </pc:picChg>
        <pc:picChg chg="mod">
          <ac:chgData name="Alejandra León Barrera" userId="43512263486_tp_box_2" providerId="OAuth2" clId="{CE2DED1C-98E3-404D-AA29-8769E08C8A92}" dt="2026-06-09T22:58:10.204" v="1956" actId="1036"/>
          <ac:picMkLst>
            <pc:docMk/>
            <pc:sldMk cId="3071253001" sldId="537"/>
            <ac:picMk id="11" creationId="{AF716A0A-F6DA-F34C-27C3-577DD0483A3F}"/>
          </ac:picMkLst>
        </pc:picChg>
      </pc:sldChg>
      <pc:sldChg chg="modSp mod">
        <pc:chgData name="Alejandra León Barrera" userId="43512263486_tp_box_2" providerId="OAuth2" clId="{CE2DED1C-98E3-404D-AA29-8769E08C8A92}" dt="2026-06-09T22:59:19.358" v="1976" actId="14100"/>
        <pc:sldMkLst>
          <pc:docMk/>
          <pc:sldMk cId="278797780" sldId="538"/>
        </pc:sldMkLst>
        <pc:spChg chg="mod">
          <ac:chgData name="Alejandra León Barrera" userId="43512263486_tp_box_2" providerId="OAuth2" clId="{CE2DED1C-98E3-404D-AA29-8769E08C8A92}" dt="2026-06-09T22:59:14.203" v="1974" actId="14100"/>
          <ac:spMkLst>
            <pc:docMk/>
            <pc:sldMk cId="278797780" sldId="538"/>
            <ac:spMk id="2" creationId="{CD9A6C04-4F9B-7297-2492-2B449AC8ED22}"/>
          </ac:spMkLst>
        </pc:spChg>
        <pc:spChg chg="mod">
          <ac:chgData name="Alejandra León Barrera" userId="43512263486_tp_box_2" providerId="OAuth2" clId="{CE2DED1C-98E3-404D-AA29-8769E08C8A92}" dt="2026-06-09T22:59:19.358" v="1976" actId="14100"/>
          <ac:spMkLst>
            <pc:docMk/>
            <pc:sldMk cId="278797780" sldId="538"/>
            <ac:spMk id="6" creationId="{5B82AE68-7028-604D-8347-A0BC118F2933}"/>
          </ac:spMkLst>
        </pc:spChg>
        <pc:picChg chg="mod">
          <ac:chgData name="Alejandra León Barrera" userId="43512263486_tp_box_2" providerId="OAuth2" clId="{CE2DED1C-98E3-404D-AA29-8769E08C8A92}" dt="2026-06-09T22:59:09.232" v="1972" actId="1076"/>
          <ac:picMkLst>
            <pc:docMk/>
            <pc:sldMk cId="278797780" sldId="538"/>
            <ac:picMk id="14" creationId="{BA4832A7-BF55-B200-1056-363E3347DFFF}"/>
          </ac:picMkLst>
        </pc:picChg>
      </pc:sldChg>
      <pc:sldChg chg="addSp delSp modSp mod">
        <pc:chgData name="Alejandra León Barrera" userId="43512263486_tp_box_2" providerId="OAuth2" clId="{CE2DED1C-98E3-404D-AA29-8769E08C8A92}" dt="2026-06-09T22:51:56.586" v="1714" actId="1036"/>
        <pc:sldMkLst>
          <pc:docMk/>
          <pc:sldMk cId="721991878" sldId="580"/>
        </pc:sldMkLst>
        <pc:spChg chg="mod">
          <ac:chgData name="Alejandra León Barrera" userId="43512263486_tp_box_2" providerId="OAuth2" clId="{CE2DED1C-98E3-404D-AA29-8769E08C8A92}" dt="2026-06-03T00:06:20.934" v="67" actId="21"/>
          <ac:spMkLst>
            <pc:docMk/>
            <pc:sldMk cId="721991878" sldId="580"/>
            <ac:spMk id="5" creationId="{E42A4AC3-A13B-2265-6ADB-9A96415C83C6}"/>
          </ac:spMkLst>
        </pc:spChg>
        <pc:spChg chg="mod">
          <ac:chgData name="Alejandra León Barrera" userId="43512263486_tp_box_2" providerId="OAuth2" clId="{CE2DED1C-98E3-404D-AA29-8769E08C8A92}" dt="2026-06-09T22:51:56.586" v="1714" actId="1036"/>
          <ac:spMkLst>
            <pc:docMk/>
            <pc:sldMk cId="721991878" sldId="580"/>
            <ac:spMk id="8" creationId="{B41AF180-0A6B-6040-79FD-D641413EECCD}"/>
          </ac:spMkLst>
        </pc:spChg>
        <pc:picChg chg="add mod">
          <ac:chgData name="Alejandra León Barrera" userId="43512263486_tp_box_2" providerId="OAuth2" clId="{CE2DED1C-98E3-404D-AA29-8769E08C8A92}" dt="2026-06-03T00:04:59.285" v="38" actId="1076"/>
          <ac:picMkLst>
            <pc:docMk/>
            <pc:sldMk cId="721991878" sldId="580"/>
            <ac:picMk id="4" creationId="{43FA663C-2BE5-A834-F6F2-2FAD92FA8D66}"/>
          </ac:picMkLst>
        </pc:picChg>
      </pc:sldChg>
      <pc:sldChg chg="modSp mod">
        <pc:chgData name="Alejandra León Barrera" userId="43512263486_tp_box_2" providerId="OAuth2" clId="{CE2DED1C-98E3-404D-AA29-8769E08C8A92}" dt="2026-06-09T22:51:40.757" v="1711" actId="1076"/>
        <pc:sldMkLst>
          <pc:docMk/>
          <pc:sldMk cId="1642097913" sldId="581"/>
        </pc:sldMkLst>
        <pc:spChg chg="mod">
          <ac:chgData name="Alejandra León Barrera" userId="43512263486_tp_box_2" providerId="OAuth2" clId="{CE2DED1C-98E3-404D-AA29-8769E08C8A92}" dt="2026-06-09T22:51:40.757" v="1711" actId="1076"/>
          <ac:spMkLst>
            <pc:docMk/>
            <pc:sldMk cId="1642097913" sldId="581"/>
            <ac:spMk id="5" creationId="{7BE24981-F3E9-BB56-3A31-8872D0F82001}"/>
          </ac:spMkLst>
        </pc:spChg>
        <pc:spChg chg="mod">
          <ac:chgData name="Alejandra León Barrera" userId="43512263486_tp_box_2" providerId="OAuth2" clId="{CE2DED1C-98E3-404D-AA29-8769E08C8A92}" dt="2026-06-09T22:51:35.036" v="1709" actId="1076"/>
          <ac:spMkLst>
            <pc:docMk/>
            <pc:sldMk cId="1642097913" sldId="581"/>
            <ac:spMk id="8" creationId="{D531F0FB-74CE-2AB6-BC82-B896BC30FF0A}"/>
          </ac:spMkLst>
        </pc:spChg>
        <pc:picChg chg="mod">
          <ac:chgData name="Alejandra León Barrera" userId="43512263486_tp_box_2" providerId="OAuth2" clId="{CE2DED1C-98E3-404D-AA29-8769E08C8A92}" dt="2026-06-09T22:51:37.727" v="1710" actId="1076"/>
          <ac:picMkLst>
            <pc:docMk/>
            <pc:sldMk cId="1642097913" sldId="581"/>
            <ac:picMk id="4" creationId="{27891F44-8A3A-5E3C-4C59-48DBCD1B320A}"/>
          </ac:picMkLst>
        </pc:picChg>
      </pc:sldChg>
      <pc:sldChg chg="mod modShow">
        <pc:chgData name="Alejandra León Barrera" userId="43512263486_tp_box_2" providerId="OAuth2" clId="{CE2DED1C-98E3-404D-AA29-8769E08C8A92}" dt="2026-06-04T12:05:49.591" v="1539" actId="34476"/>
        <pc:sldMkLst>
          <pc:docMk/>
          <pc:sldMk cId="3142677551" sldId="582"/>
        </pc:sldMkLst>
      </pc:sldChg>
      <pc:sldChg chg="addSp modSp mod">
        <pc:chgData name="Alejandra León Barrera" userId="43512263486_tp_box_2" providerId="OAuth2" clId="{CE2DED1C-98E3-404D-AA29-8769E08C8A92}" dt="2026-06-03T03:18:56.210" v="1399" actId="1036"/>
        <pc:sldMkLst>
          <pc:docMk/>
          <pc:sldMk cId="3329206806" sldId="583"/>
        </pc:sldMkLst>
        <pc:spChg chg="mod">
          <ac:chgData name="Alejandra León Barrera" userId="43512263486_tp_box_2" providerId="OAuth2" clId="{CE2DED1C-98E3-404D-AA29-8769E08C8A92}" dt="2026-06-03T01:21:10.303" v="1007" actId="1076"/>
          <ac:spMkLst>
            <pc:docMk/>
            <pc:sldMk cId="3329206806" sldId="583"/>
            <ac:spMk id="2" creationId="{0ABB9BE0-B3B8-EFA6-D932-0FF44A6FA0FB}"/>
          </ac:spMkLst>
        </pc:spChg>
        <pc:spChg chg="mod">
          <ac:chgData name="Alejandra León Barrera" userId="43512263486_tp_box_2" providerId="OAuth2" clId="{CE2DED1C-98E3-404D-AA29-8769E08C8A92}" dt="2026-06-03T03:18:31.385" v="1379" actId="1076"/>
          <ac:spMkLst>
            <pc:docMk/>
            <pc:sldMk cId="3329206806" sldId="583"/>
            <ac:spMk id="6" creationId="{16C68CED-D4C8-8D17-EF99-0FCFD88D380C}"/>
          </ac:spMkLst>
        </pc:spChg>
        <pc:picChg chg="add mod">
          <ac:chgData name="Alejandra León Barrera" userId="43512263486_tp_box_2" providerId="OAuth2" clId="{CE2DED1C-98E3-404D-AA29-8769E08C8A92}" dt="2026-06-03T03:18:56.210" v="1399" actId="1036"/>
          <ac:picMkLst>
            <pc:docMk/>
            <pc:sldMk cId="3329206806" sldId="583"/>
            <ac:picMk id="4" creationId="{F67DF9B7-B23F-ED37-C809-41BBC9054803}"/>
          </ac:picMkLst>
        </pc:picChg>
        <pc:picChg chg="mod">
          <ac:chgData name="Alejandra León Barrera" userId="43512263486_tp_box_2" providerId="OAuth2" clId="{CE2DED1C-98E3-404D-AA29-8769E08C8A92}" dt="2026-06-03T03:18:02.702" v="1314" actId="1076"/>
          <ac:picMkLst>
            <pc:docMk/>
            <pc:sldMk cId="3329206806" sldId="583"/>
            <ac:picMk id="9" creationId="{284D1C67-AC78-3A2B-8EBB-A99EAF1987A2}"/>
          </ac:picMkLst>
        </pc:picChg>
      </pc:sldChg>
      <pc:sldChg chg="addSp delSp modSp mod">
        <pc:chgData name="Alejandra León Barrera" userId="43512263486_tp_box_2" providerId="OAuth2" clId="{CE2DED1C-98E3-404D-AA29-8769E08C8A92}" dt="2026-06-04T00:44:05.814" v="1404" actId="113"/>
        <pc:sldMkLst>
          <pc:docMk/>
          <pc:sldMk cId="1916525047" sldId="584"/>
        </pc:sldMkLst>
        <pc:spChg chg="mod">
          <ac:chgData name="Alejandra León Barrera" userId="43512263486_tp_box_2" providerId="OAuth2" clId="{CE2DED1C-98E3-404D-AA29-8769E08C8A92}" dt="2026-06-03T01:20:38.754" v="998" actId="1076"/>
          <ac:spMkLst>
            <pc:docMk/>
            <pc:sldMk cId="1916525047" sldId="584"/>
            <ac:spMk id="2" creationId="{F3DBAA2D-F50F-BCF4-0EAB-413089D92497}"/>
          </ac:spMkLst>
        </pc:spChg>
        <pc:spChg chg="add mod">
          <ac:chgData name="Alejandra León Barrera" userId="43512263486_tp_box_2" providerId="OAuth2" clId="{CE2DED1C-98E3-404D-AA29-8769E08C8A92}" dt="2026-06-03T03:17:35.602" v="1313" actId="14100"/>
          <ac:spMkLst>
            <pc:docMk/>
            <pc:sldMk cId="1916525047" sldId="584"/>
            <ac:spMk id="3" creationId="{F801FFE4-5A19-C4C3-A4F9-5CB9F85DDB88}"/>
          </ac:spMkLst>
        </pc:spChg>
        <pc:spChg chg="mod">
          <ac:chgData name="Alejandra León Barrera" userId="43512263486_tp_box_2" providerId="OAuth2" clId="{CE2DED1C-98E3-404D-AA29-8769E08C8A92}" dt="2026-06-04T00:44:05.814" v="1404" actId="113"/>
          <ac:spMkLst>
            <pc:docMk/>
            <pc:sldMk cId="1916525047" sldId="584"/>
            <ac:spMk id="9" creationId="{EAE045AA-12DB-93A8-0073-A54A28956DC9}"/>
          </ac:spMkLst>
        </pc:spChg>
        <pc:picChg chg="mod">
          <ac:chgData name="Alejandra León Barrera" userId="43512263486_tp_box_2" providerId="OAuth2" clId="{CE2DED1C-98E3-404D-AA29-8769E08C8A92}" dt="2026-06-03T01:20:32.436" v="997" actId="1076"/>
          <ac:picMkLst>
            <pc:docMk/>
            <pc:sldMk cId="1916525047" sldId="584"/>
            <ac:picMk id="4" creationId="{409B68EC-F1E3-F226-D5B7-5613CEC4EBD6}"/>
          </ac:picMkLst>
        </pc:picChg>
        <pc:picChg chg="mod">
          <ac:chgData name="Alejandra León Barrera" userId="43512263486_tp_box_2" providerId="OAuth2" clId="{CE2DED1C-98E3-404D-AA29-8769E08C8A92}" dt="2026-06-03T01:20:26.258" v="995" actId="1076"/>
          <ac:picMkLst>
            <pc:docMk/>
            <pc:sldMk cId="1916525047" sldId="584"/>
            <ac:picMk id="5" creationId="{7B08AF80-3A2D-0416-94A5-AF0B0D365D5A}"/>
          </ac:picMkLst>
        </pc:picChg>
        <pc:picChg chg="mod">
          <ac:chgData name="Alejandra León Barrera" userId="43512263486_tp_box_2" providerId="OAuth2" clId="{CE2DED1C-98E3-404D-AA29-8769E08C8A92}" dt="2026-06-03T01:20:30.205" v="996" actId="1076"/>
          <ac:picMkLst>
            <pc:docMk/>
            <pc:sldMk cId="1916525047" sldId="584"/>
            <ac:picMk id="8" creationId="{A8D68311-2DDF-3B9F-54C6-42BD7C5B721B}"/>
          </ac:picMkLst>
        </pc:picChg>
      </pc:sldChg>
      <pc:sldChg chg="addSp delSp modSp mod">
        <pc:chgData name="Alejandra León Barrera" userId="43512263486_tp_box_2" providerId="OAuth2" clId="{CE2DED1C-98E3-404D-AA29-8769E08C8A92}" dt="2026-06-12T22:45:44.845" v="1991" actId="120"/>
        <pc:sldMkLst>
          <pc:docMk/>
          <pc:sldMk cId="114733061" sldId="585"/>
        </pc:sldMkLst>
        <pc:spChg chg="mod">
          <ac:chgData name="Alejandra León Barrera" userId="43512263486_tp_box_2" providerId="OAuth2" clId="{CE2DED1C-98E3-404D-AA29-8769E08C8A92}" dt="2026-06-04T11:54:26.226" v="1416" actId="1076"/>
          <ac:spMkLst>
            <pc:docMk/>
            <pc:sldMk cId="114733061" sldId="585"/>
            <ac:spMk id="2" creationId="{D5D34DF7-CB96-14F4-1DCF-754733CB4FC3}"/>
          </ac:spMkLst>
        </pc:spChg>
        <pc:spChg chg="mod">
          <ac:chgData name="Alejandra León Barrera" userId="43512263486_tp_box_2" providerId="OAuth2" clId="{CE2DED1C-98E3-404D-AA29-8769E08C8A92}" dt="2026-06-12T22:45:44.845" v="1991" actId="120"/>
          <ac:spMkLst>
            <pc:docMk/>
            <pc:sldMk cId="114733061" sldId="585"/>
            <ac:spMk id="6" creationId="{F8BCDEE7-5221-578B-1B29-8185A0850D15}"/>
          </ac:spMkLst>
        </pc:spChg>
        <pc:picChg chg="add mod">
          <ac:chgData name="Alejandra León Barrera" userId="43512263486_tp_box_2" providerId="OAuth2" clId="{CE2DED1C-98E3-404D-AA29-8769E08C8A92}" dt="2026-06-04T11:54:43.882" v="1419" actId="1076"/>
          <ac:picMkLst>
            <pc:docMk/>
            <pc:sldMk cId="114733061" sldId="585"/>
            <ac:picMk id="5" creationId="{BD253F4F-6606-F1DB-04A1-CB68511E25C0}"/>
          </ac:picMkLst>
        </pc:picChg>
        <pc:picChg chg="add mod ord">
          <ac:chgData name="Alejandra León Barrera" userId="43512263486_tp_box_2" providerId="OAuth2" clId="{CE2DED1C-98E3-404D-AA29-8769E08C8A92}" dt="2026-06-04T11:54:37.889" v="1417" actId="1076"/>
          <ac:picMkLst>
            <pc:docMk/>
            <pc:sldMk cId="114733061" sldId="585"/>
            <ac:picMk id="8" creationId="{C75AFFE7-4E9E-91F8-C378-7BDC91774E11}"/>
          </ac:picMkLst>
        </pc:picChg>
        <pc:picChg chg="add mod">
          <ac:chgData name="Alejandra León Barrera" userId="43512263486_tp_box_2" providerId="OAuth2" clId="{CE2DED1C-98E3-404D-AA29-8769E08C8A92}" dt="2026-06-04T11:54:37.889" v="1417" actId="1076"/>
          <ac:picMkLst>
            <pc:docMk/>
            <pc:sldMk cId="114733061" sldId="585"/>
            <ac:picMk id="10" creationId="{F2FBB427-1830-E7B2-850D-4064ADF814D0}"/>
          </ac:picMkLst>
        </pc:picChg>
        <pc:picChg chg="add mod">
          <ac:chgData name="Alejandra León Barrera" userId="43512263486_tp_box_2" providerId="OAuth2" clId="{CE2DED1C-98E3-404D-AA29-8769E08C8A92}" dt="2026-06-04T11:55:04.755" v="1423" actId="1076"/>
          <ac:picMkLst>
            <pc:docMk/>
            <pc:sldMk cId="114733061" sldId="585"/>
            <ac:picMk id="12" creationId="{8DBAC8C4-39DD-5A24-C4BA-0F7A41F8660B}"/>
          </ac:picMkLst>
        </pc:picChg>
        <pc:picChg chg="add mod">
          <ac:chgData name="Alejandra León Barrera" userId="43512263486_tp_box_2" providerId="OAuth2" clId="{CE2DED1C-98E3-404D-AA29-8769E08C8A92}" dt="2026-06-04T11:55:01.359" v="1422" actId="1076"/>
          <ac:picMkLst>
            <pc:docMk/>
            <pc:sldMk cId="114733061" sldId="585"/>
            <ac:picMk id="14" creationId="{F6708A4C-0C28-6B11-6069-E668E44CCC62}"/>
          </ac:picMkLst>
        </pc:picChg>
      </pc:sldChg>
      <pc:sldChg chg="delSp modSp mod">
        <pc:chgData name="Alejandra León Barrera" userId="43512263486_tp_box_2" providerId="OAuth2" clId="{CE2DED1C-98E3-404D-AA29-8769E08C8A92}" dt="2026-06-03T01:20:10.364" v="993" actId="1076"/>
        <pc:sldMkLst>
          <pc:docMk/>
          <pc:sldMk cId="377778570" sldId="586"/>
        </pc:sldMkLst>
        <pc:picChg chg="mod">
          <ac:chgData name="Alejandra León Barrera" userId="43512263486_tp_box_2" providerId="OAuth2" clId="{CE2DED1C-98E3-404D-AA29-8769E08C8A92}" dt="2026-06-03T01:20:10.364" v="993" actId="1076"/>
          <ac:picMkLst>
            <pc:docMk/>
            <pc:sldMk cId="377778570" sldId="586"/>
            <ac:picMk id="8" creationId="{52CFBDAC-4DF8-1C2B-F23D-7AF69874079F}"/>
          </ac:picMkLst>
        </pc:picChg>
      </pc:sldChg>
      <pc:sldChg chg="modSp mod">
        <pc:chgData name="Alejandra León Barrera" userId="43512263486_tp_box_2" providerId="OAuth2" clId="{CE2DED1C-98E3-404D-AA29-8769E08C8A92}" dt="2026-06-03T03:16:34.462" v="1240" actId="1076"/>
        <pc:sldMkLst>
          <pc:docMk/>
          <pc:sldMk cId="2079493848" sldId="587"/>
        </pc:sldMkLst>
        <pc:spChg chg="mod">
          <ac:chgData name="Alejandra León Barrera" userId="43512263486_tp_box_2" providerId="OAuth2" clId="{CE2DED1C-98E3-404D-AA29-8769E08C8A92}" dt="2026-06-03T01:19:47.153" v="987" actId="1076"/>
          <ac:spMkLst>
            <pc:docMk/>
            <pc:sldMk cId="2079493848" sldId="587"/>
            <ac:spMk id="2" creationId="{62F8DE94-192F-581F-7C08-79B29F36734A}"/>
          </ac:spMkLst>
        </pc:spChg>
        <pc:spChg chg="mod">
          <ac:chgData name="Alejandra León Barrera" userId="43512263486_tp_box_2" providerId="OAuth2" clId="{CE2DED1C-98E3-404D-AA29-8769E08C8A92}" dt="2026-06-03T03:16:34.462" v="1240" actId="1076"/>
          <ac:spMkLst>
            <pc:docMk/>
            <pc:sldMk cId="2079493848" sldId="587"/>
            <ac:spMk id="6" creationId="{24038CA0-9D85-31C5-FD37-13A0D25467D1}"/>
          </ac:spMkLst>
        </pc:spChg>
        <pc:picChg chg="mod">
          <ac:chgData name="Alejandra León Barrera" userId="43512263486_tp_box_2" providerId="OAuth2" clId="{CE2DED1C-98E3-404D-AA29-8769E08C8A92}" dt="2026-06-03T01:19:44.890" v="986" actId="1076"/>
          <ac:picMkLst>
            <pc:docMk/>
            <pc:sldMk cId="2079493848" sldId="587"/>
            <ac:picMk id="4" creationId="{426E23A9-0427-5C4C-96E7-56C1F50A2F45}"/>
          </ac:picMkLst>
        </pc:picChg>
      </pc:sldChg>
      <pc:sldChg chg="addSp modSp mod">
        <pc:chgData name="Alejandra León Barrera" userId="43512263486_tp_box_2" providerId="OAuth2" clId="{CE2DED1C-98E3-404D-AA29-8769E08C8A92}" dt="2026-06-04T11:57:50.897" v="1468" actId="1076"/>
        <pc:sldMkLst>
          <pc:docMk/>
          <pc:sldMk cId="3438674445" sldId="588"/>
        </pc:sldMkLst>
        <pc:spChg chg="mod">
          <ac:chgData name="Alejandra León Barrera" userId="43512263486_tp_box_2" providerId="OAuth2" clId="{CE2DED1C-98E3-404D-AA29-8769E08C8A92}" dt="2026-06-04T11:55:41.796" v="1427" actId="1076"/>
          <ac:spMkLst>
            <pc:docMk/>
            <pc:sldMk cId="3438674445" sldId="588"/>
            <ac:spMk id="2" creationId="{DE181B41-3BA8-515E-B77C-04BC7515E5EF}"/>
          </ac:spMkLst>
        </pc:spChg>
        <pc:spChg chg="mod">
          <ac:chgData name="Alejandra León Barrera" userId="43512263486_tp_box_2" providerId="OAuth2" clId="{CE2DED1C-98E3-404D-AA29-8769E08C8A92}" dt="2026-06-04T11:56:32.747" v="1451" actId="1076"/>
          <ac:spMkLst>
            <pc:docMk/>
            <pc:sldMk cId="3438674445" sldId="588"/>
            <ac:spMk id="6" creationId="{A376EE08-31D7-72DD-5F46-C8369292B9D6}"/>
          </ac:spMkLst>
        </pc:spChg>
        <pc:picChg chg="add mod">
          <ac:chgData name="Alejandra León Barrera" userId="43512263486_tp_box_2" providerId="OAuth2" clId="{CE2DED1C-98E3-404D-AA29-8769E08C8A92}" dt="2026-06-04T11:55:38.441" v="1426" actId="1076"/>
          <ac:picMkLst>
            <pc:docMk/>
            <pc:sldMk cId="3438674445" sldId="588"/>
            <ac:picMk id="4" creationId="{1A695745-ED7F-EEB9-649C-8B1AA34708A1}"/>
          </ac:picMkLst>
        </pc:picChg>
        <pc:picChg chg="add mod">
          <ac:chgData name="Alejandra León Barrera" userId="43512263486_tp_box_2" providerId="OAuth2" clId="{CE2DED1C-98E3-404D-AA29-8769E08C8A92}" dt="2026-06-04T11:57:50.897" v="1468" actId="1076"/>
          <ac:picMkLst>
            <pc:docMk/>
            <pc:sldMk cId="3438674445" sldId="588"/>
            <ac:picMk id="7" creationId="{9C20098C-94E9-236B-ABCE-BD44B76092EC}"/>
          </ac:picMkLst>
        </pc:picChg>
      </pc:sldChg>
      <pc:sldChg chg="addSp modSp mod">
        <pc:chgData name="Alejandra León Barrera" userId="43512263486_tp_box_2" providerId="OAuth2" clId="{CE2DED1C-98E3-404D-AA29-8769E08C8A92}" dt="2026-06-04T11:58:27.572" v="1478" actId="1076"/>
        <pc:sldMkLst>
          <pc:docMk/>
          <pc:sldMk cId="2818124804" sldId="589"/>
        </pc:sldMkLst>
        <pc:spChg chg="mod">
          <ac:chgData name="Alejandra León Barrera" userId="43512263486_tp_box_2" providerId="OAuth2" clId="{CE2DED1C-98E3-404D-AA29-8769E08C8A92}" dt="2026-06-04T11:57:25.450" v="1465" actId="1076"/>
          <ac:spMkLst>
            <pc:docMk/>
            <pc:sldMk cId="2818124804" sldId="589"/>
            <ac:spMk id="2" creationId="{7D57F6C9-8141-5431-7530-0F9FB3C0F8AB}"/>
          </ac:spMkLst>
        </pc:spChg>
        <pc:spChg chg="mod">
          <ac:chgData name="Alejandra León Barrera" userId="43512263486_tp_box_2" providerId="OAuth2" clId="{CE2DED1C-98E3-404D-AA29-8769E08C8A92}" dt="2026-06-04T11:58:27.572" v="1478" actId="1076"/>
          <ac:spMkLst>
            <pc:docMk/>
            <pc:sldMk cId="2818124804" sldId="589"/>
            <ac:spMk id="6" creationId="{724B2910-E8AA-51A8-0F4D-B7DCED693211}"/>
          </ac:spMkLst>
        </pc:spChg>
        <pc:picChg chg="add mod">
          <ac:chgData name="Alejandra León Barrera" userId="43512263486_tp_box_2" providerId="OAuth2" clId="{CE2DED1C-98E3-404D-AA29-8769E08C8A92}" dt="2026-06-04T11:57:19.433" v="1463" actId="1076"/>
          <ac:picMkLst>
            <pc:docMk/>
            <pc:sldMk cId="2818124804" sldId="589"/>
            <ac:picMk id="4" creationId="{730655C9-4434-A817-DF3C-EF8A6CC9DAA1}"/>
          </ac:picMkLst>
        </pc:picChg>
        <pc:picChg chg="add mod">
          <ac:chgData name="Alejandra León Barrera" userId="43512263486_tp_box_2" providerId="OAuth2" clId="{CE2DED1C-98E3-404D-AA29-8769E08C8A92}" dt="2026-06-04T11:58:14.182" v="1476" actId="1076"/>
          <ac:picMkLst>
            <pc:docMk/>
            <pc:sldMk cId="2818124804" sldId="589"/>
            <ac:picMk id="7" creationId="{D22003A1-E7D3-29B8-52C4-5E749CCC244B}"/>
          </ac:picMkLst>
        </pc:picChg>
        <pc:picChg chg="add mod">
          <ac:chgData name="Alejandra León Barrera" userId="43512263486_tp_box_2" providerId="OAuth2" clId="{CE2DED1C-98E3-404D-AA29-8769E08C8A92}" dt="2026-06-04T11:58:10.555" v="1475" actId="1038"/>
          <ac:picMkLst>
            <pc:docMk/>
            <pc:sldMk cId="2818124804" sldId="589"/>
            <ac:picMk id="9" creationId="{23E4CD5C-2AF4-C295-5012-5522D1131964}"/>
          </ac:picMkLst>
        </pc:picChg>
      </pc:sldChg>
      <pc:sldChg chg="modSp mod">
        <pc:chgData name="Alejandra León Barrera" userId="43512263486_tp_box_2" providerId="OAuth2" clId="{CE2DED1C-98E3-404D-AA29-8769E08C8A92}" dt="2026-06-09T23:02:10.992" v="1990" actId="1076"/>
        <pc:sldMkLst>
          <pc:docMk/>
          <pc:sldMk cId="2949812676" sldId="595"/>
        </pc:sldMkLst>
        <pc:spChg chg="mod">
          <ac:chgData name="Alejandra León Barrera" userId="43512263486_tp_box_2" providerId="OAuth2" clId="{CE2DED1C-98E3-404D-AA29-8769E08C8A92}" dt="2026-06-09T23:02:10.992" v="1990" actId="1076"/>
          <ac:spMkLst>
            <pc:docMk/>
            <pc:sldMk cId="2949812676" sldId="595"/>
            <ac:spMk id="2" creationId="{C54C0B9F-553B-8521-6310-7242C2CB9A1F}"/>
          </ac:spMkLst>
        </pc:spChg>
        <pc:spChg chg="mod">
          <ac:chgData name="Alejandra León Barrera" userId="43512263486_tp_box_2" providerId="OAuth2" clId="{CE2DED1C-98E3-404D-AA29-8769E08C8A92}" dt="2026-06-09T23:02:02.664" v="1988" actId="1076"/>
          <ac:spMkLst>
            <pc:docMk/>
            <pc:sldMk cId="2949812676" sldId="595"/>
            <ac:spMk id="6" creationId="{15D04153-E68D-CB84-967F-8E05CB2220C5}"/>
          </ac:spMkLst>
        </pc:spChg>
        <pc:picChg chg="mod">
          <ac:chgData name="Alejandra León Barrera" userId="43512263486_tp_box_2" providerId="OAuth2" clId="{CE2DED1C-98E3-404D-AA29-8769E08C8A92}" dt="2026-06-09T23:02:07.583" v="1989" actId="1076"/>
          <ac:picMkLst>
            <pc:docMk/>
            <pc:sldMk cId="2949812676" sldId="595"/>
            <ac:picMk id="4" creationId="{44390982-60A5-3A97-7962-1EB856677E45}"/>
          </ac:picMkLst>
        </pc:picChg>
        <pc:picChg chg="mod">
          <ac:chgData name="Alejandra León Barrera" userId="43512263486_tp_box_2" providerId="OAuth2" clId="{CE2DED1C-98E3-404D-AA29-8769E08C8A92}" dt="2026-06-09T23:02:07.583" v="1989" actId="1076"/>
          <ac:picMkLst>
            <pc:docMk/>
            <pc:sldMk cId="2949812676" sldId="595"/>
            <ac:picMk id="7" creationId="{BB9AEA86-A100-C4ED-4ABD-C47A8626AB15}"/>
          </ac:picMkLst>
        </pc:picChg>
        <pc:picChg chg="mod">
          <ac:chgData name="Alejandra León Barrera" userId="43512263486_tp_box_2" providerId="OAuth2" clId="{CE2DED1C-98E3-404D-AA29-8769E08C8A92}" dt="2026-06-09T23:02:07.583" v="1989" actId="1076"/>
          <ac:picMkLst>
            <pc:docMk/>
            <pc:sldMk cId="2949812676" sldId="595"/>
            <ac:picMk id="8" creationId="{7CEA0487-B5EA-D8F7-1A64-0707C861DE76}"/>
          </ac:picMkLst>
        </pc:picChg>
      </pc:sldChg>
      <pc:sldChg chg="modSp mod">
        <pc:chgData name="Alejandra León Barrera" userId="43512263486_tp_box_2" providerId="OAuth2" clId="{CE2DED1C-98E3-404D-AA29-8769E08C8A92}" dt="2026-06-09T22:59:32.316" v="1979" actId="1076"/>
        <pc:sldMkLst>
          <pc:docMk/>
          <pc:sldMk cId="2700467464" sldId="600"/>
        </pc:sldMkLst>
        <pc:picChg chg="mod">
          <ac:chgData name="Alejandra León Barrera" userId="43512263486_tp_box_2" providerId="OAuth2" clId="{CE2DED1C-98E3-404D-AA29-8769E08C8A92}" dt="2026-06-09T22:59:32.316" v="1979" actId="1076"/>
          <ac:picMkLst>
            <pc:docMk/>
            <pc:sldMk cId="2700467464" sldId="600"/>
            <ac:picMk id="9" creationId="{016F0A65-A0FD-0883-7649-59A1F6B640E6}"/>
          </ac:picMkLst>
        </pc:picChg>
      </pc:sldChg>
      <pc:sldChg chg="addSp delSp modSp add mod">
        <pc:chgData name="Alejandra León Barrera" userId="43512263486_tp_box_2" providerId="OAuth2" clId="{CE2DED1C-98E3-404D-AA29-8769E08C8A92}" dt="2026-06-09T22:52:10.524" v="1721" actId="1036"/>
        <pc:sldMkLst>
          <pc:docMk/>
          <pc:sldMk cId="2303272513" sldId="611"/>
        </pc:sldMkLst>
        <pc:spChg chg="mod">
          <ac:chgData name="Alejandra León Barrera" userId="43512263486_tp_box_2" providerId="OAuth2" clId="{CE2DED1C-98E3-404D-AA29-8769E08C8A92}" dt="2026-06-09T22:52:04.881" v="1716" actId="1076"/>
          <ac:spMkLst>
            <pc:docMk/>
            <pc:sldMk cId="2303272513" sldId="611"/>
            <ac:spMk id="5" creationId="{8A06600A-D73D-BFB8-809F-72A3FA5FBF89}"/>
          </ac:spMkLst>
        </pc:spChg>
        <pc:spChg chg="mod">
          <ac:chgData name="Alejandra León Barrera" userId="43512263486_tp_box_2" providerId="OAuth2" clId="{CE2DED1C-98E3-404D-AA29-8769E08C8A92}" dt="2026-06-09T22:52:10.524" v="1721" actId="1036"/>
          <ac:spMkLst>
            <pc:docMk/>
            <pc:sldMk cId="2303272513" sldId="611"/>
            <ac:spMk id="8" creationId="{CE2C8EA5-EB6B-FCAD-871C-EBCFD639FCBE}"/>
          </ac:spMkLst>
        </pc:spChg>
        <pc:spChg chg="add mod">
          <ac:chgData name="Alejandra León Barrera" userId="43512263486_tp_box_2" providerId="OAuth2" clId="{CE2DED1C-98E3-404D-AA29-8769E08C8A92}" dt="2026-06-09T22:52:02.953" v="1715" actId="1076"/>
          <ac:spMkLst>
            <pc:docMk/>
            <pc:sldMk cId="2303272513" sldId="611"/>
            <ac:spMk id="14" creationId="{077E1BA1-3C07-519E-FB5B-DB122AA07994}"/>
          </ac:spMkLst>
        </pc:spChg>
        <pc:picChg chg="add mod ord">
          <ac:chgData name="Alejandra León Barrera" userId="43512263486_tp_box_2" providerId="OAuth2" clId="{CE2DED1C-98E3-404D-AA29-8769E08C8A92}" dt="2026-06-09T22:52:05.954" v="1717" actId="1076"/>
          <ac:picMkLst>
            <pc:docMk/>
            <pc:sldMk cId="2303272513" sldId="611"/>
            <ac:picMk id="13" creationId="{E421BA2A-F877-9387-D0A3-0F4C92D3C6BD}"/>
          </ac:picMkLst>
        </pc:picChg>
      </pc:sldChg>
      <pc:sldChg chg="addSp delSp modSp add mod">
        <pc:chgData name="Alejandra León Barrera" userId="43512263486_tp_box_2" providerId="OAuth2" clId="{CE2DED1C-98E3-404D-AA29-8769E08C8A92}" dt="2026-06-09T22:56:00.263" v="1885" actId="14100"/>
        <pc:sldMkLst>
          <pc:docMk/>
          <pc:sldMk cId="719689327" sldId="612"/>
        </pc:sldMkLst>
        <pc:spChg chg="add mod">
          <ac:chgData name="Alejandra León Barrera" userId="43512263486_tp_box_2" providerId="OAuth2" clId="{CE2DED1C-98E3-404D-AA29-8769E08C8A92}" dt="2026-06-09T22:56:00.263" v="1885" actId="14100"/>
          <ac:spMkLst>
            <pc:docMk/>
            <pc:sldMk cId="719689327" sldId="612"/>
            <ac:spMk id="7" creationId="{5F71DD06-A82F-35A8-5A09-9CD6B9E92D12}"/>
          </ac:spMkLst>
        </pc:spChg>
        <pc:spChg chg="mod">
          <ac:chgData name="Alejandra León Barrera" userId="43512263486_tp_box_2" providerId="OAuth2" clId="{CE2DED1C-98E3-404D-AA29-8769E08C8A92}" dt="2026-06-03T00:22:02.566" v="291" actId="1076"/>
          <ac:spMkLst>
            <pc:docMk/>
            <pc:sldMk cId="719689327" sldId="612"/>
            <ac:spMk id="8" creationId="{981EB22E-93D1-67C0-A70F-C71BB7DE62A4}"/>
          </ac:spMkLst>
        </pc:spChg>
        <pc:spChg chg="mod">
          <ac:chgData name="Alejandra León Barrera" userId="43512263486_tp_box_2" providerId="OAuth2" clId="{CE2DED1C-98E3-404D-AA29-8769E08C8A92}" dt="2026-06-09T22:55:56.645" v="1884" actId="120"/>
          <ac:spMkLst>
            <pc:docMk/>
            <pc:sldMk cId="719689327" sldId="612"/>
            <ac:spMk id="14" creationId="{EED2C2FA-A564-B0EE-ABC2-19FCAF0032DC}"/>
          </ac:spMkLst>
        </pc:spChg>
        <pc:picChg chg="add mod ord">
          <ac:chgData name="Alejandra León Barrera" userId="43512263486_tp_box_2" providerId="OAuth2" clId="{CE2DED1C-98E3-404D-AA29-8769E08C8A92}" dt="2026-06-09T22:52:20.333" v="1724" actId="1076"/>
          <ac:picMkLst>
            <pc:docMk/>
            <pc:sldMk cId="719689327" sldId="612"/>
            <ac:picMk id="3" creationId="{97CB92CF-2BE7-06B9-9472-410C835DEAFD}"/>
          </ac:picMkLst>
        </pc:picChg>
      </pc:sldChg>
      <pc:sldChg chg="addSp delSp modSp add mod">
        <pc:chgData name="Alejandra León Barrera" userId="43512263486_tp_box_2" providerId="OAuth2" clId="{CE2DED1C-98E3-404D-AA29-8769E08C8A92}" dt="2026-06-09T22:52:32.501" v="1727" actId="1076"/>
        <pc:sldMkLst>
          <pc:docMk/>
          <pc:sldMk cId="209112633" sldId="613"/>
        </pc:sldMkLst>
        <pc:spChg chg="mod">
          <ac:chgData name="Alejandra León Barrera" userId="43512263486_tp_box_2" providerId="OAuth2" clId="{CE2DED1C-98E3-404D-AA29-8769E08C8A92}" dt="2026-06-03T00:26:33.054" v="341" actId="1076"/>
          <ac:spMkLst>
            <pc:docMk/>
            <pc:sldMk cId="209112633" sldId="613"/>
            <ac:spMk id="8" creationId="{E0349CBD-D16C-2B8F-0FA0-A377998833DE}"/>
          </ac:spMkLst>
        </pc:spChg>
        <pc:spChg chg="mod">
          <ac:chgData name="Alejandra León Barrera" userId="43512263486_tp_box_2" providerId="OAuth2" clId="{CE2DED1C-98E3-404D-AA29-8769E08C8A92}" dt="2026-06-09T22:52:25.692" v="1725" actId="1076"/>
          <ac:spMkLst>
            <pc:docMk/>
            <pc:sldMk cId="209112633" sldId="613"/>
            <ac:spMk id="14" creationId="{7502846A-7CAE-8A1C-FD26-1DB388E0EC8D}"/>
          </ac:spMkLst>
        </pc:spChg>
        <pc:picChg chg="add mod">
          <ac:chgData name="Alejandra León Barrera" userId="43512263486_tp_box_2" providerId="OAuth2" clId="{CE2DED1C-98E3-404D-AA29-8769E08C8A92}" dt="2026-06-09T22:52:32.501" v="1727" actId="1076"/>
          <ac:picMkLst>
            <pc:docMk/>
            <pc:sldMk cId="209112633" sldId="613"/>
            <ac:picMk id="4" creationId="{AD9ADF5F-6662-8F64-32ED-F6A407BEECCB}"/>
          </ac:picMkLst>
        </pc:picChg>
      </pc:sldChg>
      <pc:sldChg chg="addSp delSp modSp add mod">
        <pc:chgData name="Alejandra León Barrera" userId="43512263486_tp_box_2" providerId="OAuth2" clId="{CE2DED1C-98E3-404D-AA29-8769E08C8A92}" dt="2026-06-09T22:55:46.759" v="1883"/>
        <pc:sldMkLst>
          <pc:docMk/>
          <pc:sldMk cId="2898009893" sldId="614"/>
        </pc:sldMkLst>
        <pc:spChg chg="mod">
          <ac:chgData name="Alejandra León Barrera" userId="43512263486_tp_box_2" providerId="OAuth2" clId="{CE2DED1C-98E3-404D-AA29-8769E08C8A92}" dt="2026-06-09T22:55:46.759" v="1883"/>
          <ac:spMkLst>
            <pc:docMk/>
            <pc:sldMk cId="2898009893" sldId="614"/>
            <ac:spMk id="14" creationId="{99E8B0A8-88E3-91F7-6CE2-90916E7A0FA7}"/>
          </ac:spMkLst>
        </pc:spChg>
        <pc:picChg chg="add mod">
          <ac:chgData name="Alejandra León Barrera" userId="43512263486_tp_box_2" providerId="OAuth2" clId="{CE2DED1C-98E3-404D-AA29-8769E08C8A92}" dt="2026-06-09T22:52:43.612" v="1729" actId="1076"/>
          <ac:picMkLst>
            <pc:docMk/>
            <pc:sldMk cId="2898009893" sldId="614"/>
            <ac:picMk id="3" creationId="{CD49C46F-8B4C-EC9C-FAF9-6402782A3879}"/>
          </ac:picMkLst>
        </pc:picChg>
      </pc:sldChg>
      <pc:sldChg chg="addSp delSp modSp add mod">
        <pc:chgData name="Alejandra León Barrera" userId="43512263486_tp_box_2" providerId="OAuth2" clId="{CE2DED1C-98E3-404D-AA29-8769E08C8A92}" dt="2026-06-09T22:55:29.964" v="1878"/>
        <pc:sldMkLst>
          <pc:docMk/>
          <pc:sldMk cId="2601967022" sldId="615"/>
        </pc:sldMkLst>
        <pc:spChg chg="mod">
          <ac:chgData name="Alejandra León Barrera" userId="43512263486_tp_box_2" providerId="OAuth2" clId="{CE2DED1C-98E3-404D-AA29-8769E08C8A92}" dt="2026-06-03T00:38:34.079" v="724" actId="1076"/>
          <ac:spMkLst>
            <pc:docMk/>
            <pc:sldMk cId="2601967022" sldId="615"/>
            <ac:spMk id="8" creationId="{B5195515-7F7B-2CB3-9243-00B71DD8830C}"/>
          </ac:spMkLst>
        </pc:spChg>
        <pc:spChg chg="mod">
          <ac:chgData name="Alejandra León Barrera" userId="43512263486_tp_box_2" providerId="OAuth2" clId="{CE2DED1C-98E3-404D-AA29-8769E08C8A92}" dt="2026-06-09T22:55:29.964" v="1878"/>
          <ac:spMkLst>
            <pc:docMk/>
            <pc:sldMk cId="2601967022" sldId="615"/>
            <ac:spMk id="14" creationId="{2C8A483A-D340-7A1D-BFB1-7DDA42A3769E}"/>
          </ac:spMkLst>
        </pc:spChg>
        <pc:picChg chg="add mod">
          <ac:chgData name="Alejandra León Barrera" userId="43512263486_tp_box_2" providerId="OAuth2" clId="{CE2DED1C-98E3-404D-AA29-8769E08C8A92}" dt="2026-06-03T00:38:37.061" v="725" actId="1076"/>
          <ac:picMkLst>
            <pc:docMk/>
            <pc:sldMk cId="2601967022" sldId="615"/>
            <ac:picMk id="4" creationId="{BAB965FF-029C-9F89-B3CD-144DD1306654}"/>
          </ac:picMkLst>
        </pc:picChg>
      </pc:sldChg>
      <pc:sldChg chg="addSp delSp modSp add mod">
        <pc:chgData name="Alejandra León Barrera" userId="43512263486_tp_box_2" providerId="OAuth2" clId="{CE2DED1C-98E3-404D-AA29-8769E08C8A92}" dt="2026-06-09T22:54:17.023" v="1839" actId="1076"/>
        <pc:sldMkLst>
          <pc:docMk/>
          <pc:sldMk cId="2186661901" sldId="616"/>
        </pc:sldMkLst>
        <pc:spChg chg="add mod">
          <ac:chgData name="Alejandra León Barrera" userId="43512263486_tp_box_2" providerId="OAuth2" clId="{CE2DED1C-98E3-404D-AA29-8769E08C8A92}" dt="2026-06-09T22:54:11.383" v="1836" actId="14100"/>
          <ac:spMkLst>
            <pc:docMk/>
            <pc:sldMk cId="2186661901" sldId="616"/>
            <ac:spMk id="2" creationId="{66874D33-248D-32CA-7D52-2223D683A1C1}"/>
          </ac:spMkLst>
        </pc:spChg>
        <pc:spChg chg="mod">
          <ac:chgData name="Alejandra León Barrera" userId="43512263486_tp_box_2" providerId="OAuth2" clId="{CE2DED1C-98E3-404D-AA29-8769E08C8A92}" dt="2026-06-09T22:54:17.023" v="1839" actId="1076"/>
          <ac:spMkLst>
            <pc:docMk/>
            <pc:sldMk cId="2186661901" sldId="616"/>
            <ac:spMk id="8" creationId="{7828C125-5182-9070-3510-A9900FAE3B99}"/>
          </ac:spMkLst>
        </pc:spChg>
        <pc:picChg chg="add mod">
          <ac:chgData name="Alejandra León Barrera" userId="43512263486_tp_box_2" providerId="OAuth2" clId="{CE2DED1C-98E3-404D-AA29-8769E08C8A92}" dt="2026-06-09T22:54:15.002" v="1838" actId="1076"/>
          <ac:picMkLst>
            <pc:docMk/>
            <pc:sldMk cId="2186661901" sldId="616"/>
            <ac:picMk id="13" creationId="{B10904D1-3088-C1E8-5097-52F4ED5D7461}"/>
          </ac:picMkLst>
        </pc:picChg>
      </pc:sldChg>
      <pc:sldChg chg="addSp delSp modSp add mod ord">
        <pc:chgData name="Alejandra León Barrera" userId="43512263486_tp_box_2" providerId="OAuth2" clId="{CE2DED1C-98E3-404D-AA29-8769E08C8A92}" dt="2026-06-03T00:48:16.576" v="896" actId="1076"/>
        <pc:sldMkLst>
          <pc:docMk/>
          <pc:sldMk cId="704077746" sldId="617"/>
        </pc:sldMkLst>
        <pc:spChg chg="mod">
          <ac:chgData name="Alejandra León Barrera" userId="43512263486_tp_box_2" providerId="OAuth2" clId="{CE2DED1C-98E3-404D-AA29-8769E08C8A92}" dt="2026-06-03T00:48:16.576" v="896" actId="1076"/>
          <ac:spMkLst>
            <pc:docMk/>
            <pc:sldMk cId="704077746" sldId="617"/>
            <ac:spMk id="14" creationId="{084B744C-C250-E63A-62B2-D0A1661FED59}"/>
          </ac:spMkLst>
        </pc:spChg>
        <pc:picChg chg="add mod">
          <ac:chgData name="Alejandra León Barrera" userId="43512263486_tp_box_2" providerId="OAuth2" clId="{CE2DED1C-98E3-404D-AA29-8769E08C8A92}" dt="2026-06-03T00:48:06.728" v="895" actId="1076"/>
          <ac:picMkLst>
            <pc:docMk/>
            <pc:sldMk cId="704077746" sldId="617"/>
            <ac:picMk id="6" creationId="{7A73D506-C33E-11B6-387D-6222758C4C4B}"/>
          </ac:picMkLst>
        </pc:picChg>
      </pc:sldChg>
      <pc:sldChg chg="addSp delSp modSp add mod">
        <pc:chgData name="Alejandra León Barrera" userId="43512263486_tp_box_2" providerId="OAuth2" clId="{CE2DED1C-98E3-404D-AA29-8769E08C8A92}" dt="2026-06-09T22:54:40.070" v="1841" actId="1076"/>
        <pc:sldMkLst>
          <pc:docMk/>
          <pc:sldMk cId="3523909080" sldId="618"/>
        </pc:sldMkLst>
        <pc:spChg chg="mod">
          <ac:chgData name="Alejandra León Barrera" userId="43512263486_tp_box_2" providerId="OAuth2" clId="{CE2DED1C-98E3-404D-AA29-8769E08C8A92}" dt="2026-06-09T22:54:32.726" v="1840" actId="1076"/>
          <ac:spMkLst>
            <pc:docMk/>
            <pc:sldMk cId="3523909080" sldId="618"/>
            <ac:spMk id="8" creationId="{55EADAF6-1DFF-5DFD-3842-2DB13EF79073}"/>
          </ac:spMkLst>
        </pc:spChg>
        <pc:picChg chg="add mod">
          <ac:chgData name="Alejandra León Barrera" userId="43512263486_tp_box_2" providerId="OAuth2" clId="{CE2DED1C-98E3-404D-AA29-8769E08C8A92}" dt="2026-06-09T22:54:40.070" v="1841" actId="1076"/>
          <ac:picMkLst>
            <pc:docMk/>
            <pc:sldMk cId="3523909080" sldId="618"/>
            <ac:picMk id="5" creationId="{97856288-B59B-4D75-C0F8-6FF39AED79DC}"/>
          </ac:picMkLst>
        </pc:picChg>
      </pc:sldChg>
      <pc:sldChg chg="addSp delSp modSp add mod ord">
        <pc:chgData name="Alejandra León Barrera" userId="43512263486_tp_box_2" providerId="OAuth2" clId="{CE2DED1C-98E3-404D-AA29-8769E08C8A92}" dt="2026-06-09T22:56:17.259" v="1886" actId="13926"/>
        <pc:sldMkLst>
          <pc:docMk/>
          <pc:sldMk cId="2384971583" sldId="619"/>
        </pc:sldMkLst>
        <pc:spChg chg="add mod">
          <ac:chgData name="Alejandra León Barrera" userId="43512263486_tp_box_2" providerId="OAuth2" clId="{CE2DED1C-98E3-404D-AA29-8769E08C8A92}" dt="2026-06-09T22:55:14.314" v="1871" actId="20577"/>
          <ac:spMkLst>
            <pc:docMk/>
            <pc:sldMk cId="2384971583" sldId="619"/>
            <ac:spMk id="4" creationId="{5044C9C2-D2FD-98FE-8DB8-F6B0BB9DBE7B}"/>
          </ac:spMkLst>
        </pc:spChg>
        <pc:spChg chg="mod">
          <ac:chgData name="Alejandra León Barrera" userId="43512263486_tp_box_2" providerId="OAuth2" clId="{CE2DED1C-98E3-404D-AA29-8769E08C8A92}" dt="2026-06-09T22:56:17.259" v="1886" actId="13926"/>
          <ac:spMkLst>
            <pc:docMk/>
            <pc:sldMk cId="2384971583" sldId="619"/>
            <ac:spMk id="8" creationId="{D8FD0F36-0F4E-C9B8-222D-C634F7849B42}"/>
          </ac:spMkLst>
        </pc:spChg>
        <pc:picChg chg="add mod">
          <ac:chgData name="Alejandra León Barrera" userId="43512263486_tp_box_2" providerId="OAuth2" clId="{CE2DED1C-98E3-404D-AA29-8769E08C8A92}" dt="2026-06-03T00:57:00.577" v="923" actId="1076"/>
          <ac:picMkLst>
            <pc:docMk/>
            <pc:sldMk cId="2384971583" sldId="619"/>
            <ac:picMk id="3" creationId="{21C47BF2-43E8-E3EC-C621-BDC759851BCE}"/>
          </ac:picMkLst>
        </pc:picChg>
      </pc:sldChg>
      <pc:sldChg chg="addSp delSp modSp add mod">
        <pc:chgData name="Alejandra León Barrera" userId="43512263486_tp_box_2" providerId="OAuth2" clId="{CE2DED1C-98E3-404D-AA29-8769E08C8A92}" dt="2026-06-04T12:01:15.278" v="1511" actId="1076"/>
        <pc:sldMkLst>
          <pc:docMk/>
          <pc:sldMk cId="1656181460" sldId="620"/>
        </pc:sldMkLst>
        <pc:spChg chg="mod">
          <ac:chgData name="Alejandra León Barrera" userId="43512263486_tp_box_2" providerId="OAuth2" clId="{CE2DED1C-98E3-404D-AA29-8769E08C8A92}" dt="2026-06-04T12:01:15.278" v="1511" actId="1076"/>
          <ac:spMkLst>
            <pc:docMk/>
            <pc:sldMk cId="1656181460" sldId="620"/>
            <ac:spMk id="2" creationId="{D16F875B-CD80-F026-9908-33251792FDF4}"/>
          </ac:spMkLst>
        </pc:spChg>
        <pc:spChg chg="mod">
          <ac:chgData name="Alejandra León Barrera" userId="43512263486_tp_box_2" providerId="OAuth2" clId="{CE2DED1C-98E3-404D-AA29-8769E08C8A92}" dt="2026-06-04T12:00:53.662" v="1509"/>
          <ac:spMkLst>
            <pc:docMk/>
            <pc:sldMk cId="1656181460" sldId="620"/>
            <ac:spMk id="6" creationId="{84898E34-BCB5-045B-58FE-6DBB9A647C65}"/>
          </ac:spMkLst>
        </pc:spChg>
        <pc:picChg chg="add mod">
          <ac:chgData name="Alejandra León Barrera" userId="43512263486_tp_box_2" providerId="OAuth2" clId="{CE2DED1C-98E3-404D-AA29-8769E08C8A92}" dt="2026-06-04T11:59:41.382" v="1481" actId="1076"/>
          <ac:picMkLst>
            <pc:docMk/>
            <pc:sldMk cId="1656181460" sldId="620"/>
            <ac:picMk id="5" creationId="{2B88CDF4-E578-F1B5-8B34-DE7994993C09}"/>
          </ac:picMkLst>
        </pc:picChg>
        <pc:picChg chg="add mod">
          <ac:chgData name="Alejandra León Barrera" userId="43512263486_tp_box_2" providerId="OAuth2" clId="{CE2DED1C-98E3-404D-AA29-8769E08C8A92}" dt="2026-06-04T12:00:27.320" v="1499" actId="1036"/>
          <ac:picMkLst>
            <pc:docMk/>
            <pc:sldMk cId="1656181460" sldId="620"/>
            <ac:picMk id="8" creationId="{5081F550-17F5-869C-0C88-169EAEB47FDF}"/>
          </ac:picMkLst>
        </pc:picChg>
        <pc:picChg chg="add mod">
          <ac:chgData name="Alejandra León Barrera" userId="43512263486_tp_box_2" providerId="OAuth2" clId="{CE2DED1C-98E3-404D-AA29-8769E08C8A92}" dt="2026-06-04T12:00:38.743" v="1508" actId="1038"/>
          <ac:picMkLst>
            <pc:docMk/>
            <pc:sldMk cId="1656181460" sldId="620"/>
            <ac:picMk id="10" creationId="{DE854B0E-452C-7D23-CFE6-42F76C1F1D7F}"/>
          </ac:picMkLst>
        </pc:picChg>
        <pc:picChg chg="add mod">
          <ac:chgData name="Alejandra León Barrera" userId="43512263486_tp_box_2" providerId="OAuth2" clId="{CE2DED1C-98E3-404D-AA29-8769E08C8A92}" dt="2026-06-04T12:00:32.867" v="1501" actId="1076"/>
          <ac:picMkLst>
            <pc:docMk/>
            <pc:sldMk cId="1656181460" sldId="620"/>
            <ac:picMk id="12" creationId="{D32D7826-8B36-877E-83D9-443C262D175C}"/>
          </ac:picMkLst>
        </pc:picChg>
        <pc:picChg chg="add mod">
          <ac:chgData name="Alejandra León Barrera" userId="43512263486_tp_box_2" providerId="OAuth2" clId="{CE2DED1C-98E3-404D-AA29-8769E08C8A92}" dt="2026-06-04T12:00:30.420" v="1500" actId="1076"/>
          <ac:picMkLst>
            <pc:docMk/>
            <pc:sldMk cId="1656181460" sldId="620"/>
            <ac:picMk id="14" creationId="{BD182296-ABC5-F67E-2DDE-1FC81DF0DABC}"/>
          </ac:picMkLst>
        </pc:picChg>
        <pc:picChg chg="add mod">
          <ac:chgData name="Alejandra León Barrera" userId="43512263486_tp_box_2" providerId="OAuth2" clId="{CE2DED1C-98E3-404D-AA29-8769E08C8A92}" dt="2026-06-04T12:00:22.640" v="1491" actId="1035"/>
          <ac:picMkLst>
            <pc:docMk/>
            <pc:sldMk cId="1656181460" sldId="620"/>
            <ac:picMk id="16" creationId="{11D5D63B-C5FE-D294-112F-0244214E5C01}"/>
          </ac:picMkLst>
        </pc:picChg>
      </pc:sldChg>
      <pc:sldChg chg="addSp delSp modSp add mod ord">
        <pc:chgData name="Alejandra León Barrera" userId="43512263486_tp_box_2" providerId="OAuth2" clId="{CE2DED1C-98E3-404D-AA29-8769E08C8A92}" dt="2026-06-04T12:04:23.478" v="1528"/>
        <pc:sldMkLst>
          <pc:docMk/>
          <pc:sldMk cId="914740227" sldId="621"/>
        </pc:sldMkLst>
        <pc:spChg chg="mod">
          <ac:chgData name="Alejandra León Barrera" userId="43512263486_tp_box_2" providerId="OAuth2" clId="{CE2DED1C-98E3-404D-AA29-8769E08C8A92}" dt="2026-06-04T12:04:14.667" v="1526" actId="1076"/>
          <ac:spMkLst>
            <pc:docMk/>
            <pc:sldMk cId="914740227" sldId="621"/>
            <ac:spMk id="2" creationId="{9DE6CAD8-BF76-B708-862D-A91C153CC20A}"/>
          </ac:spMkLst>
        </pc:spChg>
        <pc:spChg chg="mod">
          <ac:chgData name="Alejandra León Barrera" userId="43512263486_tp_box_2" providerId="OAuth2" clId="{CE2DED1C-98E3-404D-AA29-8769E08C8A92}" dt="2026-06-04T12:04:23.478" v="1528"/>
          <ac:spMkLst>
            <pc:docMk/>
            <pc:sldMk cId="914740227" sldId="621"/>
            <ac:spMk id="6" creationId="{C99FD59F-A219-1FF4-A945-74E691FC3127}"/>
          </ac:spMkLst>
        </pc:spChg>
        <pc:picChg chg="add mod">
          <ac:chgData name="Alejandra León Barrera" userId="43512263486_tp_box_2" providerId="OAuth2" clId="{CE2DED1C-98E3-404D-AA29-8769E08C8A92}" dt="2026-06-04T12:04:12.583" v="1525" actId="1076"/>
          <ac:picMkLst>
            <pc:docMk/>
            <pc:sldMk cId="914740227" sldId="621"/>
            <ac:picMk id="5" creationId="{1F2FD851-3C29-FEED-7BDA-9DD3E2100746}"/>
          </ac:picMkLst>
        </pc:picChg>
      </pc:sldChg>
      <pc:sldChg chg="addSp delSp modSp add mod">
        <pc:chgData name="Alejandra León Barrera" userId="43512263486_tp_box_2" providerId="OAuth2" clId="{CE2DED1C-98E3-404D-AA29-8769E08C8A92}" dt="2026-06-04T12:05:29.641" v="1537" actId="1076"/>
        <pc:sldMkLst>
          <pc:docMk/>
          <pc:sldMk cId="1533098850" sldId="622"/>
        </pc:sldMkLst>
        <pc:spChg chg="mod">
          <ac:chgData name="Alejandra León Barrera" userId="43512263486_tp_box_2" providerId="OAuth2" clId="{CE2DED1C-98E3-404D-AA29-8769E08C8A92}" dt="2026-06-04T12:05:29.641" v="1537" actId="1076"/>
          <ac:spMkLst>
            <pc:docMk/>
            <pc:sldMk cId="1533098850" sldId="622"/>
            <ac:spMk id="6" creationId="{D4B24056-705A-936B-D2CB-2E0D01B5999A}"/>
          </ac:spMkLst>
        </pc:spChg>
        <pc:picChg chg="add mod">
          <ac:chgData name="Alejandra León Barrera" userId="43512263486_tp_box_2" providerId="OAuth2" clId="{CE2DED1C-98E3-404D-AA29-8769E08C8A92}" dt="2026-06-04T12:05:14.155" v="1533" actId="1076"/>
          <ac:picMkLst>
            <pc:docMk/>
            <pc:sldMk cId="1533098850" sldId="622"/>
            <ac:picMk id="4" creationId="{7D856626-A0F0-E92D-EDE2-75C67138ED5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19/06/2026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6</a:t>
            </a:fld>
            <a:endParaRPr lang="es-CO"/>
          </a:p>
        </p:txBody>
      </p:sp>
    </p:spTree>
    <p:extLst>
      <p:ext uri="{BB962C8B-B14F-4D97-AF65-F5344CB8AC3E}">
        <p14:creationId xmlns:p14="http://schemas.microsoft.com/office/powerpoint/2010/main" val="381175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14</a:t>
            </a:fld>
            <a:endParaRPr lang="es-CO"/>
          </a:p>
        </p:txBody>
      </p:sp>
    </p:spTree>
    <p:extLst>
      <p:ext uri="{BB962C8B-B14F-4D97-AF65-F5344CB8AC3E}">
        <p14:creationId xmlns:p14="http://schemas.microsoft.com/office/powerpoint/2010/main" val="23904327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85181-040D-8DAF-7216-409E2BED98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CC88D35-ADAB-2A61-594B-15D2EE23DDB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A271538-DAC2-62F2-E8FC-6F8B7644678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05E72B2-3939-2A50-3614-8F5536B386CF}"/>
              </a:ext>
            </a:extLst>
          </p:cNvPr>
          <p:cNvSpPr>
            <a:spLocks noGrp="1"/>
          </p:cNvSpPr>
          <p:nvPr>
            <p:ph type="sldNum" sz="quarter" idx="5"/>
          </p:nvPr>
        </p:nvSpPr>
        <p:spPr/>
        <p:txBody>
          <a:bodyPr/>
          <a:lstStyle/>
          <a:p>
            <a:fld id="{AC8B0C1C-64DB-4ECD-8E89-57383081EDC0}" type="slidenum">
              <a:rPr lang="es-CO" smtClean="0"/>
              <a:t>15</a:t>
            </a:fld>
            <a:endParaRPr lang="es-CO"/>
          </a:p>
        </p:txBody>
      </p:sp>
    </p:spTree>
    <p:extLst>
      <p:ext uri="{BB962C8B-B14F-4D97-AF65-F5344CB8AC3E}">
        <p14:creationId xmlns:p14="http://schemas.microsoft.com/office/powerpoint/2010/main" val="30302211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C5A1D-2B69-F885-E10E-1238DBD959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2E6E690-96FB-9D5A-223B-08C1F3EF439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990EC83-3CDC-B79C-02A8-D22A59118E3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2365391-944F-E217-8822-2E9950DED521}"/>
              </a:ext>
            </a:extLst>
          </p:cNvPr>
          <p:cNvSpPr>
            <a:spLocks noGrp="1"/>
          </p:cNvSpPr>
          <p:nvPr>
            <p:ph type="sldNum" sz="quarter" idx="5"/>
          </p:nvPr>
        </p:nvSpPr>
        <p:spPr/>
        <p:txBody>
          <a:bodyPr/>
          <a:lstStyle/>
          <a:p>
            <a:fld id="{AC8B0C1C-64DB-4ECD-8E89-57383081EDC0}" type="slidenum">
              <a:rPr lang="es-CO" smtClean="0"/>
              <a:t>16</a:t>
            </a:fld>
            <a:endParaRPr lang="es-CO"/>
          </a:p>
        </p:txBody>
      </p:sp>
    </p:spTree>
    <p:extLst>
      <p:ext uri="{BB962C8B-B14F-4D97-AF65-F5344CB8AC3E}">
        <p14:creationId xmlns:p14="http://schemas.microsoft.com/office/powerpoint/2010/main" val="2412311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7534D1-7FF5-FF64-93A3-F5202E7529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192EA51-982A-F99B-3D76-CA4B32E00E1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3AE6795-6D2D-8D35-DB8F-7DBDC12C8ED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10BEF4F-9BC4-B6A7-178F-562C40B62F74}"/>
              </a:ext>
            </a:extLst>
          </p:cNvPr>
          <p:cNvSpPr>
            <a:spLocks noGrp="1"/>
          </p:cNvSpPr>
          <p:nvPr>
            <p:ph type="sldNum" sz="quarter" idx="5"/>
          </p:nvPr>
        </p:nvSpPr>
        <p:spPr/>
        <p:txBody>
          <a:bodyPr/>
          <a:lstStyle/>
          <a:p>
            <a:fld id="{AC8B0C1C-64DB-4ECD-8E89-57383081EDC0}" type="slidenum">
              <a:rPr lang="es-CO" smtClean="0"/>
              <a:t>17</a:t>
            </a:fld>
            <a:endParaRPr lang="es-CO"/>
          </a:p>
        </p:txBody>
      </p:sp>
    </p:spTree>
    <p:extLst>
      <p:ext uri="{BB962C8B-B14F-4D97-AF65-F5344CB8AC3E}">
        <p14:creationId xmlns:p14="http://schemas.microsoft.com/office/powerpoint/2010/main" val="21953923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B2064-3991-FF1F-8035-CDCC6DAD606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22F2820-DD4D-E846-B403-58E8EE992E8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9182E78-E363-B009-B099-60B9F626717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2DBE4A1-E2A6-32D0-0944-D35BFDB02DAB}"/>
              </a:ext>
            </a:extLst>
          </p:cNvPr>
          <p:cNvSpPr>
            <a:spLocks noGrp="1"/>
          </p:cNvSpPr>
          <p:nvPr>
            <p:ph type="sldNum" sz="quarter" idx="5"/>
          </p:nvPr>
        </p:nvSpPr>
        <p:spPr/>
        <p:txBody>
          <a:bodyPr/>
          <a:lstStyle/>
          <a:p>
            <a:fld id="{AC8B0C1C-64DB-4ECD-8E89-57383081EDC0}" type="slidenum">
              <a:rPr lang="es-CO" smtClean="0"/>
              <a:t>18</a:t>
            </a:fld>
            <a:endParaRPr lang="es-CO"/>
          </a:p>
        </p:txBody>
      </p:sp>
    </p:spTree>
    <p:extLst>
      <p:ext uri="{BB962C8B-B14F-4D97-AF65-F5344CB8AC3E}">
        <p14:creationId xmlns:p14="http://schemas.microsoft.com/office/powerpoint/2010/main" val="22151884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32</a:t>
            </a:fld>
            <a:endParaRPr lang="es-CO"/>
          </a:p>
        </p:txBody>
      </p:sp>
    </p:spTree>
    <p:extLst>
      <p:ext uri="{BB962C8B-B14F-4D97-AF65-F5344CB8AC3E}">
        <p14:creationId xmlns:p14="http://schemas.microsoft.com/office/powerpoint/2010/main" val="2429365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C2B85-369D-839F-F340-7599796B316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BDB9C5-3FB3-6608-E114-CF756FD3A5D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C6B2531-018A-5038-974F-2CB951168BA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F8E14B4-0AFD-F40B-7739-94084FF8734B}"/>
              </a:ext>
            </a:extLst>
          </p:cNvPr>
          <p:cNvSpPr>
            <a:spLocks noGrp="1"/>
          </p:cNvSpPr>
          <p:nvPr>
            <p:ph type="sldNum" sz="quarter" idx="5"/>
          </p:nvPr>
        </p:nvSpPr>
        <p:spPr/>
        <p:txBody>
          <a:bodyPr/>
          <a:lstStyle/>
          <a:p>
            <a:fld id="{AC8B0C1C-64DB-4ECD-8E89-57383081EDC0}" type="slidenum">
              <a:rPr lang="es-CO" smtClean="0"/>
              <a:t>33</a:t>
            </a:fld>
            <a:endParaRPr lang="es-CO"/>
          </a:p>
        </p:txBody>
      </p:sp>
    </p:spTree>
    <p:extLst>
      <p:ext uri="{BB962C8B-B14F-4D97-AF65-F5344CB8AC3E}">
        <p14:creationId xmlns:p14="http://schemas.microsoft.com/office/powerpoint/2010/main" val="32601368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5EBF8-B329-A06F-3FCA-207F95DED3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760CAD9-AC0A-2D60-5FB1-F24CEC8FF25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0E39C51-450D-F53E-FF0C-77D13DD8ED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849FABA-E6C8-8790-D01C-BF9E5CAA97AE}"/>
              </a:ext>
            </a:extLst>
          </p:cNvPr>
          <p:cNvSpPr>
            <a:spLocks noGrp="1"/>
          </p:cNvSpPr>
          <p:nvPr>
            <p:ph type="sldNum" sz="quarter" idx="5"/>
          </p:nvPr>
        </p:nvSpPr>
        <p:spPr/>
        <p:txBody>
          <a:bodyPr/>
          <a:lstStyle/>
          <a:p>
            <a:fld id="{AC8B0C1C-64DB-4ECD-8E89-57383081EDC0}" type="slidenum">
              <a:rPr lang="es-CO" smtClean="0"/>
              <a:t>34</a:t>
            </a:fld>
            <a:endParaRPr lang="es-CO"/>
          </a:p>
        </p:txBody>
      </p:sp>
    </p:spTree>
    <p:extLst>
      <p:ext uri="{BB962C8B-B14F-4D97-AF65-F5344CB8AC3E}">
        <p14:creationId xmlns:p14="http://schemas.microsoft.com/office/powerpoint/2010/main" val="1428979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9759C-E808-FA84-D130-9AE66BCAFA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20A50E1-72E6-499A-58FC-3956CB338C4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5DCF22B-EBCD-0F6D-01C5-F5091508E35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A10534D-8C79-603E-856D-C07A70DE53CB}"/>
              </a:ext>
            </a:extLst>
          </p:cNvPr>
          <p:cNvSpPr>
            <a:spLocks noGrp="1"/>
          </p:cNvSpPr>
          <p:nvPr>
            <p:ph type="sldNum" sz="quarter" idx="5"/>
          </p:nvPr>
        </p:nvSpPr>
        <p:spPr/>
        <p:txBody>
          <a:bodyPr/>
          <a:lstStyle/>
          <a:p>
            <a:fld id="{AC8B0C1C-64DB-4ECD-8E89-57383081EDC0}" type="slidenum">
              <a:rPr lang="es-CO" smtClean="0"/>
              <a:t>35</a:t>
            </a:fld>
            <a:endParaRPr lang="es-CO"/>
          </a:p>
        </p:txBody>
      </p:sp>
    </p:spTree>
    <p:extLst>
      <p:ext uri="{BB962C8B-B14F-4D97-AF65-F5344CB8AC3E}">
        <p14:creationId xmlns:p14="http://schemas.microsoft.com/office/powerpoint/2010/main" val="22950983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E48A7-9BB9-0549-E34C-8401A5AC182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232DDEB-ECB1-5019-F10C-F1883991FE6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C9003EE-2526-C125-7EAD-6B46D5B8F39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6A79869-5F5F-315B-E7DA-75E128503FF2}"/>
              </a:ext>
            </a:extLst>
          </p:cNvPr>
          <p:cNvSpPr>
            <a:spLocks noGrp="1"/>
          </p:cNvSpPr>
          <p:nvPr>
            <p:ph type="sldNum" sz="quarter" idx="5"/>
          </p:nvPr>
        </p:nvSpPr>
        <p:spPr/>
        <p:txBody>
          <a:bodyPr/>
          <a:lstStyle/>
          <a:p>
            <a:fld id="{AC8B0C1C-64DB-4ECD-8E89-57383081EDC0}" type="slidenum">
              <a:rPr lang="es-CO" smtClean="0"/>
              <a:t>36</a:t>
            </a:fld>
            <a:endParaRPr lang="es-CO"/>
          </a:p>
        </p:txBody>
      </p:sp>
    </p:spTree>
    <p:extLst>
      <p:ext uri="{BB962C8B-B14F-4D97-AF65-F5344CB8AC3E}">
        <p14:creationId xmlns:p14="http://schemas.microsoft.com/office/powerpoint/2010/main" val="7119516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33372E-E0D2-11CB-C3A5-1031B57F87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0C46663-2484-CAD7-D077-368C9659A15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5A1CD27-A4FB-8EC0-878A-12F491D1C12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D02BBBC-078E-0BEE-141C-5E63338E7908}"/>
              </a:ext>
            </a:extLst>
          </p:cNvPr>
          <p:cNvSpPr>
            <a:spLocks noGrp="1"/>
          </p:cNvSpPr>
          <p:nvPr>
            <p:ph type="sldNum" sz="quarter" idx="5"/>
          </p:nvPr>
        </p:nvSpPr>
        <p:spPr/>
        <p:txBody>
          <a:bodyPr/>
          <a:lstStyle/>
          <a:p>
            <a:fld id="{AC8B0C1C-64DB-4ECD-8E89-57383081EDC0}" type="slidenum">
              <a:rPr lang="es-CO" smtClean="0"/>
              <a:t>37</a:t>
            </a:fld>
            <a:endParaRPr lang="es-CO"/>
          </a:p>
        </p:txBody>
      </p:sp>
    </p:spTree>
    <p:extLst>
      <p:ext uri="{BB962C8B-B14F-4D97-AF65-F5344CB8AC3E}">
        <p14:creationId xmlns:p14="http://schemas.microsoft.com/office/powerpoint/2010/main" val="3057492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D3D2-82C6-01D2-C89D-D7A08D7041D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4213AB-6B99-B8EA-4C95-4E6BB8DFA12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879FA41-E0DB-E5AC-DCB4-5A3F412E9E6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B52F34E-E424-1828-F5B4-FC591F0ACD3E}"/>
              </a:ext>
            </a:extLst>
          </p:cNvPr>
          <p:cNvSpPr>
            <a:spLocks noGrp="1"/>
          </p:cNvSpPr>
          <p:nvPr>
            <p:ph type="sldNum" sz="quarter" idx="5"/>
          </p:nvPr>
        </p:nvSpPr>
        <p:spPr/>
        <p:txBody>
          <a:bodyPr/>
          <a:lstStyle/>
          <a:p>
            <a:fld id="{AC8B0C1C-64DB-4ECD-8E89-57383081EDC0}" type="slidenum">
              <a:rPr lang="es-CO" smtClean="0"/>
              <a:t>40</a:t>
            </a:fld>
            <a:endParaRPr lang="es-CO"/>
          </a:p>
        </p:txBody>
      </p:sp>
    </p:spTree>
    <p:extLst>
      <p:ext uri="{BB962C8B-B14F-4D97-AF65-F5344CB8AC3E}">
        <p14:creationId xmlns:p14="http://schemas.microsoft.com/office/powerpoint/2010/main" val="3121393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9BE8A-B471-18A1-1450-C42EA2A6EBF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DC37BBA-8F3F-63EC-0798-E57DBCA0A530}"/>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4922E00-1C21-776C-2343-2601E5FAF48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1A28D3C-A57F-A95F-5DEE-1672F2CAD66C}"/>
              </a:ext>
            </a:extLst>
          </p:cNvPr>
          <p:cNvSpPr>
            <a:spLocks noGrp="1"/>
          </p:cNvSpPr>
          <p:nvPr>
            <p:ph type="sldNum" sz="quarter" idx="5"/>
          </p:nvPr>
        </p:nvSpPr>
        <p:spPr/>
        <p:txBody>
          <a:bodyPr/>
          <a:lstStyle/>
          <a:p>
            <a:fld id="{AC8B0C1C-64DB-4ECD-8E89-57383081EDC0}" type="slidenum">
              <a:rPr lang="es-CO" smtClean="0"/>
              <a:t>41</a:t>
            </a:fld>
            <a:endParaRPr lang="es-CO"/>
          </a:p>
        </p:txBody>
      </p:sp>
    </p:spTree>
    <p:extLst>
      <p:ext uri="{BB962C8B-B14F-4D97-AF65-F5344CB8AC3E}">
        <p14:creationId xmlns:p14="http://schemas.microsoft.com/office/powerpoint/2010/main" val="30134279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75E7D-2326-970E-77BB-26345EB2C1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8432FA8-0D10-C8EE-10E6-BF83BE00A00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10A3E39-A632-A860-C1C3-9EE8C523061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8698E47-85A3-6EA4-8A13-F25D8DB10970}"/>
              </a:ext>
            </a:extLst>
          </p:cNvPr>
          <p:cNvSpPr>
            <a:spLocks noGrp="1"/>
          </p:cNvSpPr>
          <p:nvPr>
            <p:ph type="sldNum" sz="quarter" idx="5"/>
          </p:nvPr>
        </p:nvSpPr>
        <p:spPr/>
        <p:txBody>
          <a:bodyPr/>
          <a:lstStyle/>
          <a:p>
            <a:fld id="{AC8B0C1C-64DB-4ECD-8E89-57383081EDC0}" type="slidenum">
              <a:rPr lang="es-CO" smtClean="0"/>
              <a:t>42</a:t>
            </a:fld>
            <a:endParaRPr lang="es-CO"/>
          </a:p>
        </p:txBody>
      </p:sp>
    </p:spTree>
    <p:extLst>
      <p:ext uri="{BB962C8B-B14F-4D97-AF65-F5344CB8AC3E}">
        <p14:creationId xmlns:p14="http://schemas.microsoft.com/office/powerpoint/2010/main" val="1011061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F3C3D-B482-9C79-BA31-4256EF8BCE1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A593DB2-B8C3-7B8C-C15E-0E6A1D5C3F9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7322EA0-917E-568B-7C8F-06B02BADFC5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B092A92-C0DB-2D6C-2A90-C062FC5149F3}"/>
              </a:ext>
            </a:extLst>
          </p:cNvPr>
          <p:cNvSpPr>
            <a:spLocks noGrp="1"/>
          </p:cNvSpPr>
          <p:nvPr>
            <p:ph type="sldNum" sz="quarter" idx="5"/>
          </p:nvPr>
        </p:nvSpPr>
        <p:spPr/>
        <p:txBody>
          <a:bodyPr/>
          <a:lstStyle/>
          <a:p>
            <a:fld id="{AC8B0C1C-64DB-4ECD-8E89-57383081EDC0}" type="slidenum">
              <a:rPr lang="es-CO" smtClean="0"/>
              <a:t>43</a:t>
            </a:fld>
            <a:endParaRPr lang="es-CO"/>
          </a:p>
        </p:txBody>
      </p:sp>
    </p:spTree>
    <p:extLst>
      <p:ext uri="{BB962C8B-B14F-4D97-AF65-F5344CB8AC3E}">
        <p14:creationId xmlns:p14="http://schemas.microsoft.com/office/powerpoint/2010/main" val="2253787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4507F-39B5-E0C8-E592-1BB78B3E497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02A1FE-7ACE-8084-322E-DB018ED85C6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CF18F53-3E84-934A-A0C5-D522F50D3D4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F9E4C1C-A93E-6792-C811-0F7F2563C728}"/>
              </a:ext>
            </a:extLst>
          </p:cNvPr>
          <p:cNvSpPr>
            <a:spLocks noGrp="1"/>
          </p:cNvSpPr>
          <p:nvPr>
            <p:ph type="sldNum" sz="quarter" idx="5"/>
          </p:nvPr>
        </p:nvSpPr>
        <p:spPr/>
        <p:txBody>
          <a:bodyPr/>
          <a:lstStyle/>
          <a:p>
            <a:fld id="{AC8B0C1C-64DB-4ECD-8E89-57383081EDC0}" type="slidenum">
              <a:rPr lang="es-CO" smtClean="0"/>
              <a:t>44</a:t>
            </a:fld>
            <a:endParaRPr lang="es-CO"/>
          </a:p>
        </p:txBody>
      </p:sp>
    </p:spTree>
    <p:extLst>
      <p:ext uri="{BB962C8B-B14F-4D97-AF65-F5344CB8AC3E}">
        <p14:creationId xmlns:p14="http://schemas.microsoft.com/office/powerpoint/2010/main" val="14025103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CAEF4-804E-D6B1-A0AA-507E7AE0255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D699EE5-368A-AB1B-4A54-EC53A15D404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581A564-BC1C-18A3-6761-8CA2563824D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8C39FFB-5CF2-DC2A-FAA0-E96C25461408}"/>
              </a:ext>
            </a:extLst>
          </p:cNvPr>
          <p:cNvSpPr>
            <a:spLocks noGrp="1"/>
          </p:cNvSpPr>
          <p:nvPr>
            <p:ph type="sldNum" sz="quarter" idx="5"/>
          </p:nvPr>
        </p:nvSpPr>
        <p:spPr/>
        <p:txBody>
          <a:bodyPr/>
          <a:lstStyle/>
          <a:p>
            <a:fld id="{AC8B0C1C-64DB-4ECD-8E89-57383081EDC0}" type="slidenum">
              <a:rPr lang="es-CO" smtClean="0"/>
              <a:t>45</a:t>
            </a:fld>
            <a:endParaRPr lang="es-CO"/>
          </a:p>
        </p:txBody>
      </p:sp>
    </p:spTree>
    <p:extLst>
      <p:ext uri="{BB962C8B-B14F-4D97-AF65-F5344CB8AC3E}">
        <p14:creationId xmlns:p14="http://schemas.microsoft.com/office/powerpoint/2010/main" val="2743428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EC612-1077-BE1A-31A0-3418F26C9F2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EBA794-402A-8ED6-4A4F-279B43E678E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D30C4A9-CA75-DA93-3DE7-169D9E9ADEF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96F5661-49BF-CB14-C8EE-FBC73E565C85}"/>
              </a:ext>
            </a:extLst>
          </p:cNvPr>
          <p:cNvSpPr>
            <a:spLocks noGrp="1"/>
          </p:cNvSpPr>
          <p:nvPr>
            <p:ph type="sldNum" sz="quarter" idx="5"/>
          </p:nvPr>
        </p:nvSpPr>
        <p:spPr/>
        <p:txBody>
          <a:bodyPr/>
          <a:lstStyle/>
          <a:p>
            <a:fld id="{AC8B0C1C-64DB-4ECD-8E89-57383081EDC0}" type="slidenum">
              <a:rPr lang="es-CO" smtClean="0"/>
              <a:t>47</a:t>
            </a:fld>
            <a:endParaRPr lang="es-CO"/>
          </a:p>
        </p:txBody>
      </p:sp>
    </p:spTree>
    <p:extLst>
      <p:ext uri="{BB962C8B-B14F-4D97-AF65-F5344CB8AC3E}">
        <p14:creationId xmlns:p14="http://schemas.microsoft.com/office/powerpoint/2010/main" val="19991506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D4ECA-6921-A0AA-1A08-211A55B24F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735B44F-8949-55C7-AB17-962851AAC4B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FEAF225-B516-4FEE-9126-AB4134ECC98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368807D-784A-EC82-6989-99F17E0B2403}"/>
              </a:ext>
            </a:extLst>
          </p:cNvPr>
          <p:cNvSpPr>
            <a:spLocks noGrp="1"/>
          </p:cNvSpPr>
          <p:nvPr>
            <p:ph type="sldNum" sz="quarter" idx="5"/>
          </p:nvPr>
        </p:nvSpPr>
        <p:spPr/>
        <p:txBody>
          <a:bodyPr/>
          <a:lstStyle/>
          <a:p>
            <a:fld id="{AC8B0C1C-64DB-4ECD-8E89-57383081EDC0}" type="slidenum">
              <a:rPr lang="es-CO" smtClean="0"/>
              <a:t>48</a:t>
            </a:fld>
            <a:endParaRPr lang="es-CO"/>
          </a:p>
        </p:txBody>
      </p:sp>
    </p:spTree>
    <p:extLst>
      <p:ext uri="{BB962C8B-B14F-4D97-AF65-F5344CB8AC3E}">
        <p14:creationId xmlns:p14="http://schemas.microsoft.com/office/powerpoint/2010/main" val="3486339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3F452-E90B-C699-DAEF-7E24D53BEC3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F1C6234-E65A-4D6F-2EC5-8FC060B4414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0953FBA-BDB6-C0E0-DB4E-CAA87E4C86B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1628CD3-A291-D902-AAAB-97228864B593}"/>
              </a:ext>
            </a:extLst>
          </p:cNvPr>
          <p:cNvSpPr>
            <a:spLocks noGrp="1"/>
          </p:cNvSpPr>
          <p:nvPr>
            <p:ph type="sldNum" sz="quarter" idx="5"/>
          </p:nvPr>
        </p:nvSpPr>
        <p:spPr/>
        <p:txBody>
          <a:bodyPr/>
          <a:lstStyle/>
          <a:p>
            <a:fld id="{AC8B0C1C-64DB-4ECD-8E89-57383081EDC0}" type="slidenum">
              <a:rPr lang="es-CO" smtClean="0"/>
              <a:t>49</a:t>
            </a:fld>
            <a:endParaRPr lang="es-CO"/>
          </a:p>
        </p:txBody>
      </p:sp>
    </p:spTree>
    <p:extLst>
      <p:ext uri="{BB962C8B-B14F-4D97-AF65-F5344CB8AC3E}">
        <p14:creationId xmlns:p14="http://schemas.microsoft.com/office/powerpoint/2010/main" val="17967468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5ADD7-8D43-7980-6CAF-34A1057F1A5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E94B5F-D519-9C8D-BE15-73357ED8844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F45989D-6C30-F320-52B9-8A08BE337EF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533D299-8589-A9A3-C9D2-28C7954C90DB}"/>
              </a:ext>
            </a:extLst>
          </p:cNvPr>
          <p:cNvSpPr>
            <a:spLocks noGrp="1"/>
          </p:cNvSpPr>
          <p:nvPr>
            <p:ph type="sldNum" sz="quarter" idx="5"/>
          </p:nvPr>
        </p:nvSpPr>
        <p:spPr/>
        <p:txBody>
          <a:bodyPr/>
          <a:lstStyle/>
          <a:p>
            <a:fld id="{AC8B0C1C-64DB-4ECD-8E89-57383081EDC0}" type="slidenum">
              <a:rPr lang="es-CO" smtClean="0"/>
              <a:t>50</a:t>
            </a:fld>
            <a:endParaRPr lang="es-CO"/>
          </a:p>
        </p:txBody>
      </p:sp>
    </p:spTree>
    <p:extLst>
      <p:ext uri="{BB962C8B-B14F-4D97-AF65-F5344CB8AC3E}">
        <p14:creationId xmlns:p14="http://schemas.microsoft.com/office/powerpoint/2010/main" val="21608091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E58E-0B10-0704-AB6E-4A226DE2ED6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DF23DC-1FC9-55A2-8EFF-FC97330FB62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1101F92-6E7E-AD4A-5097-2CD8710433D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20984AC-124D-4BFB-9A82-7BA36B0E5DCA}"/>
              </a:ext>
            </a:extLst>
          </p:cNvPr>
          <p:cNvSpPr>
            <a:spLocks noGrp="1"/>
          </p:cNvSpPr>
          <p:nvPr>
            <p:ph type="sldNum" sz="quarter" idx="5"/>
          </p:nvPr>
        </p:nvSpPr>
        <p:spPr/>
        <p:txBody>
          <a:bodyPr/>
          <a:lstStyle/>
          <a:p>
            <a:fld id="{AC8B0C1C-64DB-4ECD-8E89-57383081EDC0}" type="slidenum">
              <a:rPr lang="es-CO" smtClean="0"/>
              <a:t>51</a:t>
            </a:fld>
            <a:endParaRPr lang="es-CO"/>
          </a:p>
        </p:txBody>
      </p:sp>
    </p:spTree>
    <p:extLst>
      <p:ext uri="{BB962C8B-B14F-4D97-AF65-F5344CB8AC3E}">
        <p14:creationId xmlns:p14="http://schemas.microsoft.com/office/powerpoint/2010/main" val="4759912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34928-BE85-712E-880A-F93946DC456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C2C1078-47F2-EE57-A494-64D437DCF98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E920176-E12E-7F07-7184-F035D8149EB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FB98BAD-D970-93A7-F234-D1EAE9B29005}"/>
              </a:ext>
            </a:extLst>
          </p:cNvPr>
          <p:cNvSpPr>
            <a:spLocks noGrp="1"/>
          </p:cNvSpPr>
          <p:nvPr>
            <p:ph type="sldNum" sz="quarter" idx="5"/>
          </p:nvPr>
        </p:nvSpPr>
        <p:spPr/>
        <p:txBody>
          <a:bodyPr/>
          <a:lstStyle/>
          <a:p>
            <a:fld id="{AC8B0C1C-64DB-4ECD-8E89-57383081EDC0}" type="slidenum">
              <a:rPr lang="es-CO" smtClean="0"/>
              <a:t>52</a:t>
            </a:fld>
            <a:endParaRPr lang="es-CO"/>
          </a:p>
        </p:txBody>
      </p:sp>
    </p:spTree>
    <p:extLst>
      <p:ext uri="{BB962C8B-B14F-4D97-AF65-F5344CB8AC3E}">
        <p14:creationId xmlns:p14="http://schemas.microsoft.com/office/powerpoint/2010/main" val="10159083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3825C-358C-2B10-9608-BBB5F59CD22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6C8114-DA51-040C-5232-B558237C6F1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B65760C-9BB0-3C98-39F6-94DB58251CB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D410048-6402-2E59-7E02-067A758B5133}"/>
              </a:ext>
            </a:extLst>
          </p:cNvPr>
          <p:cNvSpPr>
            <a:spLocks noGrp="1"/>
          </p:cNvSpPr>
          <p:nvPr>
            <p:ph type="sldNum" sz="quarter" idx="5"/>
          </p:nvPr>
        </p:nvSpPr>
        <p:spPr/>
        <p:txBody>
          <a:bodyPr/>
          <a:lstStyle/>
          <a:p>
            <a:fld id="{AC8B0C1C-64DB-4ECD-8E89-57383081EDC0}" type="slidenum">
              <a:rPr lang="es-CO" smtClean="0"/>
              <a:t>53</a:t>
            </a:fld>
            <a:endParaRPr lang="es-CO"/>
          </a:p>
        </p:txBody>
      </p:sp>
    </p:spTree>
    <p:extLst>
      <p:ext uri="{BB962C8B-B14F-4D97-AF65-F5344CB8AC3E}">
        <p14:creationId xmlns:p14="http://schemas.microsoft.com/office/powerpoint/2010/main" val="19396912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12916-1440-DA55-BBAE-6472D6CFE6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48B98BE-7818-C81A-5904-29209A5BACE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27D5885-C4F3-4A18-60B4-280F62D8927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56B4EA9-BB29-6340-FD79-F31CFA320FB9}"/>
              </a:ext>
            </a:extLst>
          </p:cNvPr>
          <p:cNvSpPr>
            <a:spLocks noGrp="1"/>
          </p:cNvSpPr>
          <p:nvPr>
            <p:ph type="sldNum" sz="quarter" idx="5"/>
          </p:nvPr>
        </p:nvSpPr>
        <p:spPr/>
        <p:txBody>
          <a:bodyPr/>
          <a:lstStyle/>
          <a:p>
            <a:fld id="{AC8B0C1C-64DB-4ECD-8E89-57383081EDC0}" type="slidenum">
              <a:rPr lang="es-CO" smtClean="0"/>
              <a:t>54</a:t>
            </a:fld>
            <a:endParaRPr lang="es-CO"/>
          </a:p>
        </p:txBody>
      </p:sp>
    </p:spTree>
    <p:extLst>
      <p:ext uri="{BB962C8B-B14F-4D97-AF65-F5344CB8AC3E}">
        <p14:creationId xmlns:p14="http://schemas.microsoft.com/office/powerpoint/2010/main" val="3648291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748C0-B5E1-AC96-8D50-F3605B3A43F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E028A0F-479B-C341-4F42-F5E082DCB79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E80E9CF-ACE8-DF73-DD25-21319063DEB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CF3076A-FDA2-AB77-72D2-7CA63E268A38}"/>
              </a:ext>
            </a:extLst>
          </p:cNvPr>
          <p:cNvSpPr>
            <a:spLocks noGrp="1"/>
          </p:cNvSpPr>
          <p:nvPr>
            <p:ph type="sldNum" sz="quarter" idx="5"/>
          </p:nvPr>
        </p:nvSpPr>
        <p:spPr/>
        <p:txBody>
          <a:bodyPr/>
          <a:lstStyle/>
          <a:p>
            <a:fld id="{AC8B0C1C-64DB-4ECD-8E89-57383081EDC0}" type="slidenum">
              <a:rPr lang="es-CO" smtClean="0"/>
              <a:t>55</a:t>
            </a:fld>
            <a:endParaRPr lang="es-CO"/>
          </a:p>
        </p:txBody>
      </p:sp>
    </p:spTree>
    <p:extLst>
      <p:ext uri="{BB962C8B-B14F-4D97-AF65-F5344CB8AC3E}">
        <p14:creationId xmlns:p14="http://schemas.microsoft.com/office/powerpoint/2010/main" val="36685012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A8FE-FFB6-5974-CE79-9736385A785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7FB73A1-F43A-5151-A7AB-A66D816A74F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89D3E92-4B6A-A19B-0292-7345776A966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FED26FD-1DDE-576B-2861-7EB1C46FEDD3}"/>
              </a:ext>
            </a:extLst>
          </p:cNvPr>
          <p:cNvSpPr>
            <a:spLocks noGrp="1"/>
          </p:cNvSpPr>
          <p:nvPr>
            <p:ph type="sldNum" sz="quarter" idx="5"/>
          </p:nvPr>
        </p:nvSpPr>
        <p:spPr/>
        <p:txBody>
          <a:bodyPr/>
          <a:lstStyle/>
          <a:p>
            <a:fld id="{AC8B0C1C-64DB-4ECD-8E89-57383081EDC0}" type="slidenum">
              <a:rPr lang="es-CO" smtClean="0"/>
              <a:t>56</a:t>
            </a:fld>
            <a:endParaRPr lang="es-CO"/>
          </a:p>
        </p:txBody>
      </p:sp>
    </p:spTree>
    <p:extLst>
      <p:ext uri="{BB962C8B-B14F-4D97-AF65-F5344CB8AC3E}">
        <p14:creationId xmlns:p14="http://schemas.microsoft.com/office/powerpoint/2010/main" val="1699808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B934C-F93B-49B3-0D9D-24CED85A34A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FECC03-DB7F-B232-98FF-3281B91B193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7D14CAE-2C30-E86B-06FE-154228E696D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08BCCDF-FC55-FDCE-00AA-3F7D98AAE8F4}"/>
              </a:ext>
            </a:extLst>
          </p:cNvPr>
          <p:cNvSpPr>
            <a:spLocks noGrp="1"/>
          </p:cNvSpPr>
          <p:nvPr>
            <p:ph type="sldNum" sz="quarter" idx="5"/>
          </p:nvPr>
        </p:nvSpPr>
        <p:spPr/>
        <p:txBody>
          <a:bodyPr/>
          <a:lstStyle/>
          <a:p>
            <a:fld id="{AC8B0C1C-64DB-4ECD-8E89-57383081EDC0}" type="slidenum">
              <a:rPr lang="es-CO" smtClean="0"/>
              <a:t>58</a:t>
            </a:fld>
            <a:endParaRPr lang="es-CO"/>
          </a:p>
        </p:txBody>
      </p:sp>
    </p:spTree>
    <p:extLst>
      <p:ext uri="{BB962C8B-B14F-4D97-AF65-F5344CB8AC3E}">
        <p14:creationId xmlns:p14="http://schemas.microsoft.com/office/powerpoint/2010/main" val="20201789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5AEA3-3AC7-A21C-FB4A-DA978D489A9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DEF72A-7A3E-B024-0028-D55695AAE3F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F13FBF2-9907-A6DB-B9EF-A12169448CA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765C5B8-107F-D251-C093-9CB702E5BCF9}"/>
              </a:ext>
            </a:extLst>
          </p:cNvPr>
          <p:cNvSpPr>
            <a:spLocks noGrp="1"/>
          </p:cNvSpPr>
          <p:nvPr>
            <p:ph type="sldNum" sz="quarter" idx="5"/>
          </p:nvPr>
        </p:nvSpPr>
        <p:spPr/>
        <p:txBody>
          <a:bodyPr/>
          <a:lstStyle/>
          <a:p>
            <a:fld id="{AC8B0C1C-64DB-4ECD-8E89-57383081EDC0}" type="slidenum">
              <a:rPr lang="es-CO" smtClean="0"/>
              <a:t>59</a:t>
            </a:fld>
            <a:endParaRPr lang="es-CO"/>
          </a:p>
        </p:txBody>
      </p:sp>
    </p:spTree>
    <p:extLst>
      <p:ext uri="{BB962C8B-B14F-4D97-AF65-F5344CB8AC3E}">
        <p14:creationId xmlns:p14="http://schemas.microsoft.com/office/powerpoint/2010/main" val="30907719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E250-880E-9B7B-74BE-F32A338DEC8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7107F3-91B2-E8EA-4DDB-FE64FFF7331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F1116C4-A7B2-4A81-B4BF-F4B978FA02A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C7723DA-09D1-472B-2562-0084971DE8CC}"/>
              </a:ext>
            </a:extLst>
          </p:cNvPr>
          <p:cNvSpPr>
            <a:spLocks noGrp="1"/>
          </p:cNvSpPr>
          <p:nvPr>
            <p:ph type="sldNum" sz="quarter" idx="5"/>
          </p:nvPr>
        </p:nvSpPr>
        <p:spPr/>
        <p:txBody>
          <a:bodyPr/>
          <a:lstStyle/>
          <a:p>
            <a:fld id="{AC8B0C1C-64DB-4ECD-8E89-57383081EDC0}" type="slidenum">
              <a:rPr lang="es-CO" smtClean="0"/>
              <a:t>60</a:t>
            </a:fld>
            <a:endParaRPr lang="es-CO"/>
          </a:p>
        </p:txBody>
      </p:sp>
    </p:spTree>
    <p:extLst>
      <p:ext uri="{BB962C8B-B14F-4D97-AF65-F5344CB8AC3E}">
        <p14:creationId xmlns:p14="http://schemas.microsoft.com/office/powerpoint/2010/main" val="7017047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18349-25E3-B89C-BDA0-B0D9AF659D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D73C152-8D8F-C1FB-91E3-AD0B84AA5D1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52A13F0-DACE-AC7F-2D6E-7F071A998FA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31FB20-9175-7227-333F-7AF277678CE4}"/>
              </a:ext>
            </a:extLst>
          </p:cNvPr>
          <p:cNvSpPr>
            <a:spLocks noGrp="1"/>
          </p:cNvSpPr>
          <p:nvPr>
            <p:ph type="sldNum" sz="quarter" idx="5"/>
          </p:nvPr>
        </p:nvSpPr>
        <p:spPr/>
        <p:txBody>
          <a:bodyPr/>
          <a:lstStyle/>
          <a:p>
            <a:fld id="{AC8B0C1C-64DB-4ECD-8E89-57383081EDC0}" type="slidenum">
              <a:rPr lang="es-CO" smtClean="0"/>
              <a:t>63</a:t>
            </a:fld>
            <a:endParaRPr lang="es-CO"/>
          </a:p>
        </p:txBody>
      </p:sp>
    </p:spTree>
    <p:extLst>
      <p:ext uri="{BB962C8B-B14F-4D97-AF65-F5344CB8AC3E}">
        <p14:creationId xmlns:p14="http://schemas.microsoft.com/office/powerpoint/2010/main" val="6599409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4B0B9-4E13-0EF1-BB13-D6B68C9EDB4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869C101-89CF-E69E-33F2-8EC4C92CC0C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21E2E51-9A12-0147-E949-8372C253FB2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05DC022-B33E-0312-17A8-BA5599943862}"/>
              </a:ext>
            </a:extLst>
          </p:cNvPr>
          <p:cNvSpPr>
            <a:spLocks noGrp="1"/>
          </p:cNvSpPr>
          <p:nvPr>
            <p:ph type="sldNum" sz="quarter" idx="5"/>
          </p:nvPr>
        </p:nvSpPr>
        <p:spPr/>
        <p:txBody>
          <a:bodyPr/>
          <a:lstStyle/>
          <a:p>
            <a:fld id="{AC8B0C1C-64DB-4ECD-8E89-57383081EDC0}" type="slidenum">
              <a:rPr lang="es-CO" smtClean="0"/>
              <a:t>64</a:t>
            </a:fld>
            <a:endParaRPr lang="es-CO"/>
          </a:p>
        </p:txBody>
      </p:sp>
    </p:spTree>
    <p:extLst>
      <p:ext uri="{BB962C8B-B14F-4D97-AF65-F5344CB8AC3E}">
        <p14:creationId xmlns:p14="http://schemas.microsoft.com/office/powerpoint/2010/main" val="1837310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8139-D14C-1F3E-11CB-0E5497D585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A24DDF2-C8CF-A49A-66DE-53AD3451221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0252243-42BC-F9A5-407D-375B4D932DB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9155356-DAB7-EAF2-87EF-31F980C9F871}"/>
              </a:ext>
            </a:extLst>
          </p:cNvPr>
          <p:cNvSpPr>
            <a:spLocks noGrp="1"/>
          </p:cNvSpPr>
          <p:nvPr>
            <p:ph type="sldNum" sz="quarter" idx="5"/>
          </p:nvPr>
        </p:nvSpPr>
        <p:spPr/>
        <p:txBody>
          <a:bodyPr/>
          <a:lstStyle/>
          <a:p>
            <a:fld id="{AC8B0C1C-64DB-4ECD-8E89-57383081EDC0}" type="slidenum">
              <a:rPr lang="es-CO" smtClean="0"/>
              <a:t>65</a:t>
            </a:fld>
            <a:endParaRPr lang="es-CO"/>
          </a:p>
        </p:txBody>
      </p:sp>
    </p:spTree>
    <p:extLst>
      <p:ext uri="{BB962C8B-B14F-4D97-AF65-F5344CB8AC3E}">
        <p14:creationId xmlns:p14="http://schemas.microsoft.com/office/powerpoint/2010/main" val="11514965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319E15-5820-017A-DEBC-73F30F6EDF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AC427B-EAD1-04A3-3F44-ABF84D536DF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F752A37-D011-12FA-10F3-4D159D97157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4CD977C-8D9F-4296-5E98-E3B55E4F21CB}"/>
              </a:ext>
            </a:extLst>
          </p:cNvPr>
          <p:cNvSpPr>
            <a:spLocks noGrp="1"/>
          </p:cNvSpPr>
          <p:nvPr>
            <p:ph type="sldNum" sz="quarter" idx="5"/>
          </p:nvPr>
        </p:nvSpPr>
        <p:spPr/>
        <p:txBody>
          <a:bodyPr/>
          <a:lstStyle/>
          <a:p>
            <a:fld id="{AC8B0C1C-64DB-4ECD-8E89-57383081EDC0}" type="slidenum">
              <a:rPr lang="es-CO" smtClean="0"/>
              <a:t>66</a:t>
            </a:fld>
            <a:endParaRPr lang="es-CO"/>
          </a:p>
        </p:txBody>
      </p:sp>
    </p:spTree>
    <p:extLst>
      <p:ext uri="{BB962C8B-B14F-4D97-AF65-F5344CB8AC3E}">
        <p14:creationId xmlns:p14="http://schemas.microsoft.com/office/powerpoint/2010/main" val="4879231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54F2D-4C4C-B12A-A3A9-60E597288CD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F1AD88-2FC1-B64B-A6C9-7B2449C052F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04E9AA7-F0BF-5741-9EC9-D94EB9B11CE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55C5B3F-5319-61BB-4BAA-BD35A13C9F9F}"/>
              </a:ext>
            </a:extLst>
          </p:cNvPr>
          <p:cNvSpPr>
            <a:spLocks noGrp="1"/>
          </p:cNvSpPr>
          <p:nvPr>
            <p:ph type="sldNum" sz="quarter" idx="5"/>
          </p:nvPr>
        </p:nvSpPr>
        <p:spPr/>
        <p:txBody>
          <a:bodyPr/>
          <a:lstStyle/>
          <a:p>
            <a:fld id="{AC8B0C1C-64DB-4ECD-8E89-57383081EDC0}" type="slidenum">
              <a:rPr lang="es-CO" smtClean="0"/>
              <a:t>67</a:t>
            </a:fld>
            <a:endParaRPr lang="es-CO"/>
          </a:p>
        </p:txBody>
      </p:sp>
    </p:spTree>
    <p:extLst>
      <p:ext uri="{BB962C8B-B14F-4D97-AF65-F5344CB8AC3E}">
        <p14:creationId xmlns:p14="http://schemas.microsoft.com/office/powerpoint/2010/main" val="37855351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C218-CEB4-5956-F70D-8D8D98D572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CB05A79-0CCE-F635-F0F3-6BF329513BE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E246F23-DB6C-BF79-C297-3C4260C8A68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AE7D924-C689-1860-DC51-3A2E01D0BC7B}"/>
              </a:ext>
            </a:extLst>
          </p:cNvPr>
          <p:cNvSpPr>
            <a:spLocks noGrp="1"/>
          </p:cNvSpPr>
          <p:nvPr>
            <p:ph type="sldNum" sz="quarter" idx="5"/>
          </p:nvPr>
        </p:nvSpPr>
        <p:spPr/>
        <p:txBody>
          <a:bodyPr/>
          <a:lstStyle/>
          <a:p>
            <a:fld id="{AC8B0C1C-64DB-4ECD-8E89-57383081EDC0}" type="slidenum">
              <a:rPr lang="es-CO" smtClean="0"/>
              <a:t>68</a:t>
            </a:fld>
            <a:endParaRPr lang="es-CO"/>
          </a:p>
        </p:txBody>
      </p:sp>
    </p:spTree>
    <p:extLst>
      <p:ext uri="{BB962C8B-B14F-4D97-AF65-F5344CB8AC3E}">
        <p14:creationId xmlns:p14="http://schemas.microsoft.com/office/powerpoint/2010/main" val="24147341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F1DF2-73C3-DC2F-0193-6CA51E55C75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3E1FD3-3083-CCCA-A866-43EF947E2B8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30824BA-54ED-5832-44B6-4A28B024555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8A82176-2CFD-35D0-7935-D9F9D1CE59B8}"/>
              </a:ext>
            </a:extLst>
          </p:cNvPr>
          <p:cNvSpPr>
            <a:spLocks noGrp="1"/>
          </p:cNvSpPr>
          <p:nvPr>
            <p:ph type="sldNum" sz="quarter" idx="5"/>
          </p:nvPr>
        </p:nvSpPr>
        <p:spPr/>
        <p:txBody>
          <a:bodyPr/>
          <a:lstStyle/>
          <a:p>
            <a:fld id="{AC8B0C1C-64DB-4ECD-8E89-57383081EDC0}" type="slidenum">
              <a:rPr lang="es-CO" smtClean="0"/>
              <a:t>69</a:t>
            </a:fld>
            <a:endParaRPr lang="es-CO"/>
          </a:p>
        </p:txBody>
      </p:sp>
    </p:spTree>
    <p:extLst>
      <p:ext uri="{BB962C8B-B14F-4D97-AF65-F5344CB8AC3E}">
        <p14:creationId xmlns:p14="http://schemas.microsoft.com/office/powerpoint/2010/main" val="12431854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52D9A-B4C5-31FD-01DC-318A7AC45E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273279-6C81-2B4C-8E08-DB71658171F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49CC779-8F56-847C-1365-C306C92E7EC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E9A6DAB-8EE8-71DD-847D-BB5D90B4A116}"/>
              </a:ext>
            </a:extLst>
          </p:cNvPr>
          <p:cNvSpPr>
            <a:spLocks noGrp="1"/>
          </p:cNvSpPr>
          <p:nvPr>
            <p:ph type="sldNum" sz="quarter" idx="5"/>
          </p:nvPr>
        </p:nvSpPr>
        <p:spPr/>
        <p:txBody>
          <a:bodyPr/>
          <a:lstStyle/>
          <a:p>
            <a:fld id="{AC8B0C1C-64DB-4ECD-8E89-57383081EDC0}" type="slidenum">
              <a:rPr lang="es-CO" smtClean="0"/>
              <a:t>70</a:t>
            </a:fld>
            <a:endParaRPr lang="es-CO"/>
          </a:p>
        </p:txBody>
      </p:sp>
    </p:spTree>
    <p:extLst>
      <p:ext uri="{BB962C8B-B14F-4D97-AF65-F5344CB8AC3E}">
        <p14:creationId xmlns:p14="http://schemas.microsoft.com/office/powerpoint/2010/main" val="3908239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46C4-2167-0018-462D-B788B6F352A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FBD88F5-39CC-A61F-E5A7-49E593F1A00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044E5D4D-8775-BBDE-8DBA-C53BFE6275D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698ADE7-D69D-E6B2-B642-2CB2417458CE}"/>
              </a:ext>
            </a:extLst>
          </p:cNvPr>
          <p:cNvSpPr>
            <a:spLocks noGrp="1"/>
          </p:cNvSpPr>
          <p:nvPr>
            <p:ph type="sldNum" sz="quarter" idx="5"/>
          </p:nvPr>
        </p:nvSpPr>
        <p:spPr/>
        <p:txBody>
          <a:bodyPr/>
          <a:lstStyle/>
          <a:p>
            <a:fld id="{AC8B0C1C-64DB-4ECD-8E89-57383081EDC0}" type="slidenum">
              <a:rPr lang="es-CO" smtClean="0"/>
              <a:t>71</a:t>
            </a:fld>
            <a:endParaRPr lang="es-CO"/>
          </a:p>
        </p:txBody>
      </p:sp>
    </p:spTree>
    <p:extLst>
      <p:ext uri="{BB962C8B-B14F-4D97-AF65-F5344CB8AC3E}">
        <p14:creationId xmlns:p14="http://schemas.microsoft.com/office/powerpoint/2010/main" val="23584262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E47FB-9194-DC12-042E-593E5697989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5E05FA1-A515-E482-6EF3-57AF3951669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57BC748-EF61-3949-0EBD-8BB15895C82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8B883E4E-6E7A-28F9-593B-338C73DBA3C2}"/>
              </a:ext>
            </a:extLst>
          </p:cNvPr>
          <p:cNvSpPr>
            <a:spLocks noGrp="1"/>
          </p:cNvSpPr>
          <p:nvPr>
            <p:ph type="sldNum" sz="quarter" idx="5"/>
          </p:nvPr>
        </p:nvSpPr>
        <p:spPr/>
        <p:txBody>
          <a:bodyPr/>
          <a:lstStyle/>
          <a:p>
            <a:fld id="{AC8B0C1C-64DB-4ECD-8E89-57383081EDC0}" type="slidenum">
              <a:rPr lang="es-CO" smtClean="0"/>
              <a:t>72</a:t>
            </a:fld>
            <a:endParaRPr lang="es-CO"/>
          </a:p>
        </p:txBody>
      </p:sp>
    </p:spTree>
    <p:extLst>
      <p:ext uri="{BB962C8B-B14F-4D97-AF65-F5344CB8AC3E}">
        <p14:creationId xmlns:p14="http://schemas.microsoft.com/office/powerpoint/2010/main" val="392788579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59000-F3B1-700B-268E-F79E9D8244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37B05B7-26D2-13FA-4681-BEFB530CB6C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73F30A6-1347-95DA-D3E1-AE8CDD35A27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8A56808-D287-740A-0010-F3A6D5803D95}"/>
              </a:ext>
            </a:extLst>
          </p:cNvPr>
          <p:cNvSpPr>
            <a:spLocks noGrp="1"/>
          </p:cNvSpPr>
          <p:nvPr>
            <p:ph type="sldNum" sz="quarter" idx="5"/>
          </p:nvPr>
        </p:nvSpPr>
        <p:spPr/>
        <p:txBody>
          <a:bodyPr/>
          <a:lstStyle/>
          <a:p>
            <a:fld id="{AC8B0C1C-64DB-4ECD-8E89-57383081EDC0}" type="slidenum">
              <a:rPr lang="es-CO" smtClean="0"/>
              <a:t>73</a:t>
            </a:fld>
            <a:endParaRPr lang="es-CO"/>
          </a:p>
        </p:txBody>
      </p:sp>
    </p:spTree>
    <p:extLst>
      <p:ext uri="{BB962C8B-B14F-4D97-AF65-F5344CB8AC3E}">
        <p14:creationId xmlns:p14="http://schemas.microsoft.com/office/powerpoint/2010/main" val="1997064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FEC3-F389-BA3C-D7AA-18F813B61DD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81B59E3-5928-6289-3A7D-62C9F05EDF2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7888F23-5EA9-657C-B73C-5FA3FFADE98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751DA38-42B6-D6BC-E3F6-14E8B6FC8409}"/>
              </a:ext>
            </a:extLst>
          </p:cNvPr>
          <p:cNvSpPr>
            <a:spLocks noGrp="1"/>
          </p:cNvSpPr>
          <p:nvPr>
            <p:ph type="sldNum" sz="quarter" idx="5"/>
          </p:nvPr>
        </p:nvSpPr>
        <p:spPr/>
        <p:txBody>
          <a:bodyPr/>
          <a:lstStyle/>
          <a:p>
            <a:fld id="{AC8B0C1C-64DB-4ECD-8E89-57383081EDC0}" type="slidenum">
              <a:rPr lang="es-CO" smtClean="0"/>
              <a:t>74</a:t>
            </a:fld>
            <a:endParaRPr lang="es-CO"/>
          </a:p>
        </p:txBody>
      </p:sp>
    </p:spTree>
    <p:extLst>
      <p:ext uri="{BB962C8B-B14F-4D97-AF65-F5344CB8AC3E}">
        <p14:creationId xmlns:p14="http://schemas.microsoft.com/office/powerpoint/2010/main" val="813092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B7B38-6581-DA00-134D-417B2A535D1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BCF3251-ACE1-A72A-88C3-DE960D2FE4C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B6971A6F-DA0B-030A-4E37-99A1A3939B2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3A01A64-3B46-C20C-1F7D-49A7B5B465D3}"/>
              </a:ext>
            </a:extLst>
          </p:cNvPr>
          <p:cNvSpPr>
            <a:spLocks noGrp="1"/>
          </p:cNvSpPr>
          <p:nvPr>
            <p:ph type="sldNum" sz="quarter" idx="5"/>
          </p:nvPr>
        </p:nvSpPr>
        <p:spPr/>
        <p:txBody>
          <a:bodyPr/>
          <a:lstStyle/>
          <a:p>
            <a:fld id="{AC8B0C1C-64DB-4ECD-8E89-57383081EDC0}" type="slidenum">
              <a:rPr lang="es-CO" smtClean="0"/>
              <a:t>75</a:t>
            </a:fld>
            <a:endParaRPr lang="es-CO"/>
          </a:p>
        </p:txBody>
      </p:sp>
    </p:spTree>
    <p:extLst>
      <p:ext uri="{BB962C8B-B14F-4D97-AF65-F5344CB8AC3E}">
        <p14:creationId xmlns:p14="http://schemas.microsoft.com/office/powerpoint/2010/main" val="37699424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EBBCE-9806-EBE3-A755-263670E165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0AF76FA-E640-A572-0ECB-07A557720D7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F728EE0-FE73-C7DF-8978-7C8D6ED84DE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AA95234-6536-4C6A-45B5-A71E9746798F}"/>
              </a:ext>
            </a:extLst>
          </p:cNvPr>
          <p:cNvSpPr>
            <a:spLocks noGrp="1"/>
          </p:cNvSpPr>
          <p:nvPr>
            <p:ph type="sldNum" sz="quarter" idx="5"/>
          </p:nvPr>
        </p:nvSpPr>
        <p:spPr/>
        <p:txBody>
          <a:bodyPr/>
          <a:lstStyle/>
          <a:p>
            <a:fld id="{AC8B0C1C-64DB-4ECD-8E89-57383081EDC0}" type="slidenum">
              <a:rPr lang="es-CO" smtClean="0"/>
              <a:t>76</a:t>
            </a:fld>
            <a:endParaRPr lang="es-CO"/>
          </a:p>
        </p:txBody>
      </p:sp>
    </p:spTree>
    <p:extLst>
      <p:ext uri="{BB962C8B-B14F-4D97-AF65-F5344CB8AC3E}">
        <p14:creationId xmlns:p14="http://schemas.microsoft.com/office/powerpoint/2010/main" val="37269330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BD276-F0A0-AA65-32A9-30DDCCAA5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49808B-44FB-8319-90E7-DA8B0FAAF80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9BBF3EB-5C4A-FF0E-537D-C00443523D9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77F0253-D64A-D6F5-76B4-841AA031E413}"/>
              </a:ext>
            </a:extLst>
          </p:cNvPr>
          <p:cNvSpPr>
            <a:spLocks noGrp="1"/>
          </p:cNvSpPr>
          <p:nvPr>
            <p:ph type="sldNum" sz="quarter" idx="5"/>
          </p:nvPr>
        </p:nvSpPr>
        <p:spPr/>
        <p:txBody>
          <a:bodyPr/>
          <a:lstStyle/>
          <a:p>
            <a:fld id="{AC8B0C1C-64DB-4ECD-8E89-57383081EDC0}" type="slidenum">
              <a:rPr lang="es-CO" smtClean="0"/>
              <a:t>77</a:t>
            </a:fld>
            <a:endParaRPr lang="es-CO"/>
          </a:p>
        </p:txBody>
      </p:sp>
    </p:spTree>
    <p:extLst>
      <p:ext uri="{BB962C8B-B14F-4D97-AF65-F5344CB8AC3E}">
        <p14:creationId xmlns:p14="http://schemas.microsoft.com/office/powerpoint/2010/main" val="17413126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0189C-5149-64D8-D410-CAD3E495AC2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187D6A3-B3B4-1A80-C67D-3AD92212A2D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45C5D79-F61A-7312-A5DD-352771E17D0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2D59DD2-85DA-B442-8298-23510A0E1CD4}"/>
              </a:ext>
            </a:extLst>
          </p:cNvPr>
          <p:cNvSpPr>
            <a:spLocks noGrp="1"/>
          </p:cNvSpPr>
          <p:nvPr>
            <p:ph type="sldNum" sz="quarter" idx="5"/>
          </p:nvPr>
        </p:nvSpPr>
        <p:spPr/>
        <p:txBody>
          <a:bodyPr/>
          <a:lstStyle/>
          <a:p>
            <a:fld id="{AC8B0C1C-64DB-4ECD-8E89-57383081EDC0}" type="slidenum">
              <a:rPr lang="es-CO" smtClean="0"/>
              <a:t>78</a:t>
            </a:fld>
            <a:endParaRPr lang="es-CO"/>
          </a:p>
        </p:txBody>
      </p:sp>
    </p:spTree>
    <p:extLst>
      <p:ext uri="{BB962C8B-B14F-4D97-AF65-F5344CB8AC3E}">
        <p14:creationId xmlns:p14="http://schemas.microsoft.com/office/powerpoint/2010/main" val="5755074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E8CE7-A23E-EC9B-204B-389C9EA008F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A1BF67-221A-CCE8-9CF9-DED756B350E7}"/>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864BF7B-FB72-9B72-03A3-C5693B8F5C5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740AD03-6A9C-F81B-1DEB-B34B0BAF1A58}"/>
              </a:ext>
            </a:extLst>
          </p:cNvPr>
          <p:cNvSpPr>
            <a:spLocks noGrp="1"/>
          </p:cNvSpPr>
          <p:nvPr>
            <p:ph type="sldNum" sz="quarter" idx="5"/>
          </p:nvPr>
        </p:nvSpPr>
        <p:spPr/>
        <p:txBody>
          <a:bodyPr/>
          <a:lstStyle/>
          <a:p>
            <a:fld id="{AC8B0C1C-64DB-4ECD-8E89-57383081EDC0}" type="slidenum">
              <a:rPr lang="es-CO" smtClean="0"/>
              <a:t>80</a:t>
            </a:fld>
            <a:endParaRPr lang="es-CO"/>
          </a:p>
        </p:txBody>
      </p:sp>
    </p:spTree>
    <p:extLst>
      <p:ext uri="{BB962C8B-B14F-4D97-AF65-F5344CB8AC3E}">
        <p14:creationId xmlns:p14="http://schemas.microsoft.com/office/powerpoint/2010/main" val="26099082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D81AF-B60E-71C9-493D-1B13366A51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D3508CD-624D-B29C-C485-68669BCDB05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2E9E3DA-B809-2087-7981-48CEA17E58F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FD9ACB1-FBBC-855A-4E7E-5E9449324831}"/>
              </a:ext>
            </a:extLst>
          </p:cNvPr>
          <p:cNvSpPr>
            <a:spLocks noGrp="1"/>
          </p:cNvSpPr>
          <p:nvPr>
            <p:ph type="sldNum" sz="quarter" idx="5"/>
          </p:nvPr>
        </p:nvSpPr>
        <p:spPr/>
        <p:txBody>
          <a:bodyPr/>
          <a:lstStyle/>
          <a:p>
            <a:fld id="{AC8B0C1C-64DB-4ECD-8E89-57383081EDC0}" type="slidenum">
              <a:rPr lang="es-CO" smtClean="0"/>
              <a:t>81</a:t>
            </a:fld>
            <a:endParaRPr lang="es-CO"/>
          </a:p>
        </p:txBody>
      </p:sp>
    </p:spTree>
    <p:extLst>
      <p:ext uri="{BB962C8B-B14F-4D97-AF65-F5344CB8AC3E}">
        <p14:creationId xmlns:p14="http://schemas.microsoft.com/office/powerpoint/2010/main" val="39693249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2DF04-CCBA-F28A-FA0C-CFC1F30C1F8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3F4B7B8-6A17-C49B-9587-994CBFEEB49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90C4646-D7BF-C491-69C3-5879BEA05D0F}"/>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CEF7A4F-6B0A-7511-77CF-AE60553FEFA2}"/>
              </a:ext>
            </a:extLst>
          </p:cNvPr>
          <p:cNvSpPr>
            <a:spLocks noGrp="1"/>
          </p:cNvSpPr>
          <p:nvPr>
            <p:ph type="sldNum" sz="quarter" idx="5"/>
          </p:nvPr>
        </p:nvSpPr>
        <p:spPr/>
        <p:txBody>
          <a:bodyPr/>
          <a:lstStyle/>
          <a:p>
            <a:fld id="{AC8B0C1C-64DB-4ECD-8E89-57383081EDC0}" type="slidenum">
              <a:rPr lang="es-CO" smtClean="0"/>
              <a:t>82</a:t>
            </a:fld>
            <a:endParaRPr lang="es-CO"/>
          </a:p>
        </p:txBody>
      </p:sp>
    </p:spTree>
    <p:extLst>
      <p:ext uri="{BB962C8B-B14F-4D97-AF65-F5344CB8AC3E}">
        <p14:creationId xmlns:p14="http://schemas.microsoft.com/office/powerpoint/2010/main" val="21922588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D6B2A-B44D-B7AD-2344-D9492E213AD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C5864A-372C-20DF-7138-B5C490A45CF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9323532-73F5-5F98-5603-0306752AFF1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E42DCE0-1379-F244-1E44-F86610FA111C}"/>
              </a:ext>
            </a:extLst>
          </p:cNvPr>
          <p:cNvSpPr>
            <a:spLocks noGrp="1"/>
          </p:cNvSpPr>
          <p:nvPr>
            <p:ph type="sldNum" sz="quarter" idx="5"/>
          </p:nvPr>
        </p:nvSpPr>
        <p:spPr/>
        <p:txBody>
          <a:bodyPr/>
          <a:lstStyle/>
          <a:p>
            <a:fld id="{AC8B0C1C-64DB-4ECD-8E89-57383081EDC0}" type="slidenum">
              <a:rPr lang="es-CO" smtClean="0"/>
              <a:t>83</a:t>
            </a:fld>
            <a:endParaRPr lang="es-CO"/>
          </a:p>
        </p:txBody>
      </p:sp>
    </p:spTree>
    <p:extLst>
      <p:ext uri="{BB962C8B-B14F-4D97-AF65-F5344CB8AC3E}">
        <p14:creationId xmlns:p14="http://schemas.microsoft.com/office/powerpoint/2010/main" val="374142589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91DC0-79F0-CC1B-28F5-42052CBC139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29888E7-C645-17D6-0085-D28ADC94637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ADAA109-F921-E2DE-DAF1-5797CC35330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402C25F0-66C0-F654-8E25-D008653326C6}"/>
              </a:ext>
            </a:extLst>
          </p:cNvPr>
          <p:cNvSpPr>
            <a:spLocks noGrp="1"/>
          </p:cNvSpPr>
          <p:nvPr>
            <p:ph type="sldNum" sz="quarter" idx="5"/>
          </p:nvPr>
        </p:nvSpPr>
        <p:spPr/>
        <p:txBody>
          <a:bodyPr/>
          <a:lstStyle/>
          <a:p>
            <a:fld id="{AC8B0C1C-64DB-4ECD-8E89-57383081EDC0}" type="slidenum">
              <a:rPr lang="es-CO" smtClean="0"/>
              <a:t>84</a:t>
            </a:fld>
            <a:endParaRPr lang="es-CO"/>
          </a:p>
        </p:txBody>
      </p:sp>
    </p:spTree>
    <p:extLst>
      <p:ext uri="{BB962C8B-B14F-4D97-AF65-F5344CB8AC3E}">
        <p14:creationId xmlns:p14="http://schemas.microsoft.com/office/powerpoint/2010/main" val="8772728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34389-82B4-4E0A-FD70-214257F7383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801B08B-C4D6-025E-2B28-101FF5A7F1A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DD0E295-1069-F8BC-1363-F48A8F198A2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322E947-9DC7-492B-C521-9D1FFDF78B46}"/>
              </a:ext>
            </a:extLst>
          </p:cNvPr>
          <p:cNvSpPr>
            <a:spLocks noGrp="1"/>
          </p:cNvSpPr>
          <p:nvPr>
            <p:ph type="sldNum" sz="quarter" idx="5"/>
          </p:nvPr>
        </p:nvSpPr>
        <p:spPr/>
        <p:txBody>
          <a:bodyPr/>
          <a:lstStyle/>
          <a:p>
            <a:fld id="{AC8B0C1C-64DB-4ECD-8E89-57383081EDC0}" type="slidenum">
              <a:rPr lang="es-CO" smtClean="0"/>
              <a:t>85</a:t>
            </a:fld>
            <a:endParaRPr lang="es-CO"/>
          </a:p>
        </p:txBody>
      </p:sp>
    </p:spTree>
    <p:extLst>
      <p:ext uri="{BB962C8B-B14F-4D97-AF65-F5344CB8AC3E}">
        <p14:creationId xmlns:p14="http://schemas.microsoft.com/office/powerpoint/2010/main" val="291914418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53E1D-C126-D2EC-19EF-11A5D21112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9E76C9-656F-1DE2-F538-D94663968BA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5E26D95-5576-A85D-2FB4-C81EC59DE31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AA03821-CCBA-DFF3-DF52-CFB4A217A422}"/>
              </a:ext>
            </a:extLst>
          </p:cNvPr>
          <p:cNvSpPr>
            <a:spLocks noGrp="1"/>
          </p:cNvSpPr>
          <p:nvPr>
            <p:ph type="sldNum" sz="quarter" idx="5"/>
          </p:nvPr>
        </p:nvSpPr>
        <p:spPr/>
        <p:txBody>
          <a:bodyPr/>
          <a:lstStyle/>
          <a:p>
            <a:fld id="{AC8B0C1C-64DB-4ECD-8E89-57383081EDC0}" type="slidenum">
              <a:rPr lang="es-CO" smtClean="0"/>
              <a:t>86</a:t>
            </a:fld>
            <a:endParaRPr lang="es-CO"/>
          </a:p>
        </p:txBody>
      </p:sp>
    </p:spTree>
    <p:extLst>
      <p:ext uri="{BB962C8B-B14F-4D97-AF65-F5344CB8AC3E}">
        <p14:creationId xmlns:p14="http://schemas.microsoft.com/office/powerpoint/2010/main" val="4548606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551C1-1BD9-2AD5-AF28-9807A87DFC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23ECAC-96C2-2F35-E147-039B3D9BEB7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5B0294E-3F93-68B0-7F2A-41CD30F3207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C2FEC3C-CE42-47E1-59B5-426E48556005}"/>
              </a:ext>
            </a:extLst>
          </p:cNvPr>
          <p:cNvSpPr>
            <a:spLocks noGrp="1"/>
          </p:cNvSpPr>
          <p:nvPr>
            <p:ph type="sldNum" sz="quarter" idx="5"/>
          </p:nvPr>
        </p:nvSpPr>
        <p:spPr/>
        <p:txBody>
          <a:bodyPr/>
          <a:lstStyle/>
          <a:p>
            <a:fld id="{AC8B0C1C-64DB-4ECD-8E89-57383081EDC0}" type="slidenum">
              <a:rPr lang="es-CO" smtClean="0"/>
              <a:t>87</a:t>
            </a:fld>
            <a:endParaRPr lang="es-CO"/>
          </a:p>
        </p:txBody>
      </p:sp>
    </p:spTree>
    <p:extLst>
      <p:ext uri="{BB962C8B-B14F-4D97-AF65-F5344CB8AC3E}">
        <p14:creationId xmlns:p14="http://schemas.microsoft.com/office/powerpoint/2010/main" val="5570693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0157-EEF4-39F7-B286-D1B28EC570D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5F8FC7-F292-C37D-6CDB-B15F1B9FA35D}"/>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B1D39D3-9C68-22DA-31F6-3E667A502BC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BD5DAA1-EA1E-419B-BABA-C6DE9706728A}"/>
              </a:ext>
            </a:extLst>
          </p:cNvPr>
          <p:cNvSpPr>
            <a:spLocks noGrp="1"/>
          </p:cNvSpPr>
          <p:nvPr>
            <p:ph type="sldNum" sz="quarter" idx="5"/>
          </p:nvPr>
        </p:nvSpPr>
        <p:spPr/>
        <p:txBody>
          <a:bodyPr/>
          <a:lstStyle/>
          <a:p>
            <a:fld id="{AC8B0C1C-64DB-4ECD-8E89-57383081EDC0}" type="slidenum">
              <a:rPr lang="es-CO" smtClean="0"/>
              <a:t>88</a:t>
            </a:fld>
            <a:endParaRPr lang="es-CO"/>
          </a:p>
        </p:txBody>
      </p:sp>
    </p:spTree>
    <p:extLst>
      <p:ext uri="{BB962C8B-B14F-4D97-AF65-F5344CB8AC3E}">
        <p14:creationId xmlns:p14="http://schemas.microsoft.com/office/powerpoint/2010/main" val="19220576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590AD-8448-A111-44A8-ABF597A298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E7027E8-0C4F-CF9B-D2F7-20450623F7A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40E0C5EC-990C-AFE1-FA38-8AD7D4C46AB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9605770-06FF-0415-E0C5-29BC9DF3A982}"/>
              </a:ext>
            </a:extLst>
          </p:cNvPr>
          <p:cNvSpPr>
            <a:spLocks noGrp="1"/>
          </p:cNvSpPr>
          <p:nvPr>
            <p:ph type="sldNum" sz="quarter" idx="5"/>
          </p:nvPr>
        </p:nvSpPr>
        <p:spPr/>
        <p:txBody>
          <a:bodyPr/>
          <a:lstStyle/>
          <a:p>
            <a:fld id="{AC8B0C1C-64DB-4ECD-8E89-57383081EDC0}" type="slidenum">
              <a:rPr lang="es-CO" smtClean="0"/>
              <a:t>89</a:t>
            </a:fld>
            <a:endParaRPr lang="es-CO"/>
          </a:p>
        </p:txBody>
      </p:sp>
    </p:spTree>
    <p:extLst>
      <p:ext uri="{BB962C8B-B14F-4D97-AF65-F5344CB8AC3E}">
        <p14:creationId xmlns:p14="http://schemas.microsoft.com/office/powerpoint/2010/main" val="28513519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9E88C-36DE-6190-205D-314603EE215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1E7FBC-E894-E6F5-D7E5-0C40A936843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DEB7D44-4D4C-F9EE-2A04-3B00869FCBA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5044552-52A7-CE6A-A4C4-E00AA534ED99}"/>
              </a:ext>
            </a:extLst>
          </p:cNvPr>
          <p:cNvSpPr>
            <a:spLocks noGrp="1"/>
          </p:cNvSpPr>
          <p:nvPr>
            <p:ph type="sldNum" sz="quarter" idx="5"/>
          </p:nvPr>
        </p:nvSpPr>
        <p:spPr/>
        <p:txBody>
          <a:bodyPr/>
          <a:lstStyle/>
          <a:p>
            <a:fld id="{AC8B0C1C-64DB-4ECD-8E89-57383081EDC0}" type="slidenum">
              <a:rPr lang="es-CO" smtClean="0"/>
              <a:t>90</a:t>
            </a:fld>
            <a:endParaRPr lang="es-CO"/>
          </a:p>
        </p:txBody>
      </p:sp>
    </p:spTree>
    <p:extLst>
      <p:ext uri="{BB962C8B-B14F-4D97-AF65-F5344CB8AC3E}">
        <p14:creationId xmlns:p14="http://schemas.microsoft.com/office/powerpoint/2010/main" val="20761577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E83E5-73CD-A7B8-D7D8-245A8ADE379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0B48659-FDF8-D461-8989-992A19FDF7C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CBD6090E-8295-9596-6DEC-7CF21580979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1CF7CE6-6C61-6B81-DB57-DEEBCB2B8D8D}"/>
              </a:ext>
            </a:extLst>
          </p:cNvPr>
          <p:cNvSpPr>
            <a:spLocks noGrp="1"/>
          </p:cNvSpPr>
          <p:nvPr>
            <p:ph type="sldNum" sz="quarter" idx="5"/>
          </p:nvPr>
        </p:nvSpPr>
        <p:spPr/>
        <p:txBody>
          <a:bodyPr/>
          <a:lstStyle/>
          <a:p>
            <a:fld id="{AC8B0C1C-64DB-4ECD-8E89-57383081EDC0}" type="slidenum">
              <a:rPr lang="es-CO" smtClean="0"/>
              <a:t>91</a:t>
            </a:fld>
            <a:endParaRPr lang="es-CO"/>
          </a:p>
        </p:txBody>
      </p:sp>
    </p:spTree>
    <p:extLst>
      <p:ext uri="{BB962C8B-B14F-4D97-AF65-F5344CB8AC3E}">
        <p14:creationId xmlns:p14="http://schemas.microsoft.com/office/powerpoint/2010/main" val="32788065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F778-2C2E-0462-9F32-1435A03467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B9FBE90-3FF3-6E10-1FCC-8702837DC6C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7EA1F57-BFB7-6E82-1785-029E7C2FF8A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9D9039C-7B59-0595-7511-9AB3AE4B07B4}"/>
              </a:ext>
            </a:extLst>
          </p:cNvPr>
          <p:cNvSpPr>
            <a:spLocks noGrp="1"/>
          </p:cNvSpPr>
          <p:nvPr>
            <p:ph type="sldNum" sz="quarter" idx="5"/>
          </p:nvPr>
        </p:nvSpPr>
        <p:spPr/>
        <p:txBody>
          <a:bodyPr/>
          <a:lstStyle/>
          <a:p>
            <a:fld id="{AC8B0C1C-64DB-4ECD-8E89-57383081EDC0}" type="slidenum">
              <a:rPr lang="es-CO" smtClean="0"/>
              <a:t>92</a:t>
            </a:fld>
            <a:endParaRPr lang="es-CO"/>
          </a:p>
        </p:txBody>
      </p:sp>
    </p:spTree>
    <p:extLst>
      <p:ext uri="{BB962C8B-B14F-4D97-AF65-F5344CB8AC3E}">
        <p14:creationId xmlns:p14="http://schemas.microsoft.com/office/powerpoint/2010/main" val="9042413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A89290-3CE9-298D-FAB8-39C19670BDA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FD60A3-812A-C53F-7C48-59E7FB9EB81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8C59FFC8-FA2C-F9A2-C84B-8341A707630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066B8C8-4884-36F3-41FC-C1A0C6E6EE25}"/>
              </a:ext>
            </a:extLst>
          </p:cNvPr>
          <p:cNvSpPr>
            <a:spLocks noGrp="1"/>
          </p:cNvSpPr>
          <p:nvPr>
            <p:ph type="sldNum" sz="quarter" idx="5"/>
          </p:nvPr>
        </p:nvSpPr>
        <p:spPr/>
        <p:txBody>
          <a:bodyPr/>
          <a:lstStyle/>
          <a:p>
            <a:fld id="{AC8B0C1C-64DB-4ECD-8E89-57383081EDC0}" type="slidenum">
              <a:rPr lang="es-CO" smtClean="0"/>
              <a:t>93</a:t>
            </a:fld>
            <a:endParaRPr lang="es-CO"/>
          </a:p>
        </p:txBody>
      </p:sp>
    </p:spTree>
    <p:extLst>
      <p:ext uri="{BB962C8B-B14F-4D97-AF65-F5344CB8AC3E}">
        <p14:creationId xmlns:p14="http://schemas.microsoft.com/office/powerpoint/2010/main" val="368933831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9E2E1-C6E9-2A7C-DE43-040D7EC275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4CDCE57-F449-21A6-7BC6-24295E7D89F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A1D2AE4-E65A-F5A9-C5F1-CC2758F99B3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62BB458-7EA0-F290-9E41-380A905DCC4D}"/>
              </a:ext>
            </a:extLst>
          </p:cNvPr>
          <p:cNvSpPr>
            <a:spLocks noGrp="1"/>
          </p:cNvSpPr>
          <p:nvPr>
            <p:ph type="sldNum" sz="quarter" idx="5"/>
          </p:nvPr>
        </p:nvSpPr>
        <p:spPr/>
        <p:txBody>
          <a:bodyPr/>
          <a:lstStyle/>
          <a:p>
            <a:fld id="{AC8B0C1C-64DB-4ECD-8E89-57383081EDC0}" type="slidenum">
              <a:rPr lang="es-CO" smtClean="0"/>
              <a:t>95</a:t>
            </a:fld>
            <a:endParaRPr lang="es-CO"/>
          </a:p>
        </p:txBody>
      </p:sp>
    </p:spTree>
    <p:extLst>
      <p:ext uri="{BB962C8B-B14F-4D97-AF65-F5344CB8AC3E}">
        <p14:creationId xmlns:p14="http://schemas.microsoft.com/office/powerpoint/2010/main" val="286822841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FDD3E-A741-7213-E158-D54FB66A19C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4AAEBD9-0009-6F5D-2418-5FF0518B231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66512F7-2AAC-1862-EB98-49A9E38AA37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BAA5366-5222-39F0-5D5B-49A14169CF34}"/>
              </a:ext>
            </a:extLst>
          </p:cNvPr>
          <p:cNvSpPr>
            <a:spLocks noGrp="1"/>
          </p:cNvSpPr>
          <p:nvPr>
            <p:ph type="sldNum" sz="quarter" idx="5"/>
          </p:nvPr>
        </p:nvSpPr>
        <p:spPr/>
        <p:txBody>
          <a:bodyPr/>
          <a:lstStyle/>
          <a:p>
            <a:fld id="{AC8B0C1C-64DB-4ECD-8E89-57383081EDC0}" type="slidenum">
              <a:rPr lang="es-CO" smtClean="0"/>
              <a:t>96</a:t>
            </a:fld>
            <a:endParaRPr lang="es-CO"/>
          </a:p>
        </p:txBody>
      </p:sp>
    </p:spTree>
    <p:extLst>
      <p:ext uri="{BB962C8B-B14F-4D97-AF65-F5344CB8AC3E}">
        <p14:creationId xmlns:p14="http://schemas.microsoft.com/office/powerpoint/2010/main" val="145516951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10C85-EF1B-3050-EB85-611B621B867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2983CD-8E21-E48E-2674-D526E39CE48C}"/>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198CE07E-647D-D47B-80BF-7701AB59266E}"/>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306B143-A6FF-8517-94CA-9BD838F3FD53}"/>
              </a:ext>
            </a:extLst>
          </p:cNvPr>
          <p:cNvSpPr>
            <a:spLocks noGrp="1"/>
          </p:cNvSpPr>
          <p:nvPr>
            <p:ph type="sldNum" sz="quarter" idx="5"/>
          </p:nvPr>
        </p:nvSpPr>
        <p:spPr/>
        <p:txBody>
          <a:bodyPr/>
          <a:lstStyle/>
          <a:p>
            <a:fld id="{AC8B0C1C-64DB-4ECD-8E89-57383081EDC0}" type="slidenum">
              <a:rPr lang="es-CO" smtClean="0"/>
              <a:t>97</a:t>
            </a:fld>
            <a:endParaRPr lang="es-CO"/>
          </a:p>
        </p:txBody>
      </p:sp>
    </p:spTree>
    <p:extLst>
      <p:ext uri="{BB962C8B-B14F-4D97-AF65-F5344CB8AC3E}">
        <p14:creationId xmlns:p14="http://schemas.microsoft.com/office/powerpoint/2010/main" val="6016745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B6AA1-B204-CB1D-090D-E8DC77ADD23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0C94A6B-1FA4-2412-F9EE-E055ECC10BC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F87E50B-9BAA-A10F-440A-37255562F8B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9518BE2-9423-DC7B-8CA5-0DB3D61AEF56}"/>
              </a:ext>
            </a:extLst>
          </p:cNvPr>
          <p:cNvSpPr>
            <a:spLocks noGrp="1"/>
          </p:cNvSpPr>
          <p:nvPr>
            <p:ph type="sldNum" sz="quarter" idx="5"/>
          </p:nvPr>
        </p:nvSpPr>
        <p:spPr/>
        <p:txBody>
          <a:bodyPr/>
          <a:lstStyle/>
          <a:p>
            <a:fld id="{AC8B0C1C-64DB-4ECD-8E89-57383081EDC0}" type="slidenum">
              <a:rPr lang="es-CO" smtClean="0"/>
              <a:t>98</a:t>
            </a:fld>
            <a:endParaRPr lang="es-CO"/>
          </a:p>
        </p:txBody>
      </p:sp>
    </p:spTree>
    <p:extLst>
      <p:ext uri="{BB962C8B-B14F-4D97-AF65-F5344CB8AC3E}">
        <p14:creationId xmlns:p14="http://schemas.microsoft.com/office/powerpoint/2010/main" val="252969586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24581-0C0B-3C82-7D7B-3406CBD17BD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1062800-F53C-40F6-2D30-0680F0FE7465}"/>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12D7C04-4227-E6A3-3DA4-99B30F7F3F2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193B54E-1209-D79F-2B36-7A87682EC86F}"/>
              </a:ext>
            </a:extLst>
          </p:cNvPr>
          <p:cNvSpPr>
            <a:spLocks noGrp="1"/>
          </p:cNvSpPr>
          <p:nvPr>
            <p:ph type="sldNum" sz="quarter" idx="5"/>
          </p:nvPr>
        </p:nvSpPr>
        <p:spPr/>
        <p:txBody>
          <a:bodyPr/>
          <a:lstStyle/>
          <a:p>
            <a:fld id="{AC8B0C1C-64DB-4ECD-8E89-57383081EDC0}" type="slidenum">
              <a:rPr lang="es-CO" smtClean="0"/>
              <a:t>99</a:t>
            </a:fld>
            <a:endParaRPr lang="es-CO"/>
          </a:p>
        </p:txBody>
      </p:sp>
    </p:spTree>
    <p:extLst>
      <p:ext uri="{BB962C8B-B14F-4D97-AF65-F5344CB8AC3E}">
        <p14:creationId xmlns:p14="http://schemas.microsoft.com/office/powerpoint/2010/main" val="213594778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7688-604C-4A51-EBD5-63AF2EE1236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92F0559-2598-E7CA-435C-C5B9C6485EF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5A41219D-7A9A-0F56-CC6B-A3D56CFB574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FAE83AA5-A027-5D54-6610-6D211264CE11}"/>
              </a:ext>
            </a:extLst>
          </p:cNvPr>
          <p:cNvSpPr>
            <a:spLocks noGrp="1"/>
          </p:cNvSpPr>
          <p:nvPr>
            <p:ph type="sldNum" sz="quarter" idx="5"/>
          </p:nvPr>
        </p:nvSpPr>
        <p:spPr/>
        <p:txBody>
          <a:bodyPr/>
          <a:lstStyle/>
          <a:p>
            <a:fld id="{AC8B0C1C-64DB-4ECD-8E89-57383081EDC0}" type="slidenum">
              <a:rPr lang="es-CO" smtClean="0"/>
              <a:t>100</a:t>
            </a:fld>
            <a:endParaRPr lang="es-CO"/>
          </a:p>
        </p:txBody>
      </p:sp>
    </p:spTree>
    <p:extLst>
      <p:ext uri="{BB962C8B-B14F-4D97-AF65-F5344CB8AC3E}">
        <p14:creationId xmlns:p14="http://schemas.microsoft.com/office/powerpoint/2010/main" val="377038881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7423E-FD31-CED1-6834-76152D8FA12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426A88-FC19-203B-353E-0898C9220A4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911E0B37-3116-642F-D7CB-13C0FE218FE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A68B4AC-4810-0FCF-E264-C63D60A4548A}"/>
              </a:ext>
            </a:extLst>
          </p:cNvPr>
          <p:cNvSpPr>
            <a:spLocks noGrp="1"/>
          </p:cNvSpPr>
          <p:nvPr>
            <p:ph type="sldNum" sz="quarter" idx="5"/>
          </p:nvPr>
        </p:nvSpPr>
        <p:spPr/>
        <p:txBody>
          <a:bodyPr/>
          <a:lstStyle/>
          <a:p>
            <a:fld id="{AC8B0C1C-64DB-4ECD-8E89-57383081EDC0}" type="slidenum">
              <a:rPr lang="es-CO" smtClean="0"/>
              <a:t>101</a:t>
            </a:fld>
            <a:endParaRPr lang="es-CO"/>
          </a:p>
        </p:txBody>
      </p:sp>
    </p:spTree>
    <p:extLst>
      <p:ext uri="{BB962C8B-B14F-4D97-AF65-F5344CB8AC3E}">
        <p14:creationId xmlns:p14="http://schemas.microsoft.com/office/powerpoint/2010/main" val="57972909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1118C1-D152-5F13-D2F6-E1E5DCC3A54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557EF65-2F8A-312D-CF22-70A43D1CCA9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D9A24363-1CC2-C7E7-D139-9EC7A2296672}"/>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6905E1C-3037-B008-A11C-99BE06951B30}"/>
              </a:ext>
            </a:extLst>
          </p:cNvPr>
          <p:cNvSpPr>
            <a:spLocks noGrp="1"/>
          </p:cNvSpPr>
          <p:nvPr>
            <p:ph type="sldNum" sz="quarter" idx="5"/>
          </p:nvPr>
        </p:nvSpPr>
        <p:spPr/>
        <p:txBody>
          <a:bodyPr/>
          <a:lstStyle/>
          <a:p>
            <a:fld id="{AC8B0C1C-64DB-4ECD-8E89-57383081EDC0}" type="slidenum">
              <a:rPr lang="es-CO" smtClean="0"/>
              <a:t>102</a:t>
            </a:fld>
            <a:endParaRPr lang="es-CO"/>
          </a:p>
        </p:txBody>
      </p:sp>
    </p:spTree>
    <p:extLst>
      <p:ext uri="{BB962C8B-B14F-4D97-AF65-F5344CB8AC3E}">
        <p14:creationId xmlns:p14="http://schemas.microsoft.com/office/powerpoint/2010/main" val="25051916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7E878-5047-44C8-3E82-14F009945FB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E7D41E-1CA2-C480-A874-D01A5F6C1E9E}"/>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D98846B-CC04-5E4D-9D31-FB542551A57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74A6F4D-CF79-9EAB-4138-A86253F4D552}"/>
              </a:ext>
            </a:extLst>
          </p:cNvPr>
          <p:cNvSpPr>
            <a:spLocks noGrp="1"/>
          </p:cNvSpPr>
          <p:nvPr>
            <p:ph type="sldNum" sz="quarter" idx="5"/>
          </p:nvPr>
        </p:nvSpPr>
        <p:spPr/>
        <p:txBody>
          <a:bodyPr/>
          <a:lstStyle/>
          <a:p>
            <a:fld id="{AC8B0C1C-64DB-4ECD-8E89-57383081EDC0}" type="slidenum">
              <a:rPr lang="es-CO" smtClean="0"/>
              <a:t>103</a:t>
            </a:fld>
            <a:endParaRPr lang="es-CO"/>
          </a:p>
        </p:txBody>
      </p:sp>
    </p:spTree>
    <p:extLst>
      <p:ext uri="{BB962C8B-B14F-4D97-AF65-F5344CB8AC3E}">
        <p14:creationId xmlns:p14="http://schemas.microsoft.com/office/powerpoint/2010/main" val="238704316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32E07-A9C4-2FB9-2950-CBDF1075657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7BB1D2E-26F8-33DE-3999-B7826E23CAB3}"/>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A86E1388-69EE-F967-54F3-0997E905F298}"/>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68EB354F-9F74-E9FA-A7E8-589F7D67131E}"/>
              </a:ext>
            </a:extLst>
          </p:cNvPr>
          <p:cNvSpPr>
            <a:spLocks noGrp="1"/>
          </p:cNvSpPr>
          <p:nvPr>
            <p:ph type="sldNum" sz="quarter" idx="5"/>
          </p:nvPr>
        </p:nvSpPr>
        <p:spPr/>
        <p:txBody>
          <a:bodyPr/>
          <a:lstStyle/>
          <a:p>
            <a:fld id="{AC8B0C1C-64DB-4ECD-8E89-57383081EDC0}" type="slidenum">
              <a:rPr lang="es-CO" smtClean="0"/>
              <a:t>105</a:t>
            </a:fld>
            <a:endParaRPr lang="es-CO"/>
          </a:p>
        </p:txBody>
      </p:sp>
    </p:spTree>
    <p:extLst>
      <p:ext uri="{BB962C8B-B14F-4D97-AF65-F5344CB8AC3E}">
        <p14:creationId xmlns:p14="http://schemas.microsoft.com/office/powerpoint/2010/main" val="106739236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F7E51-0037-5A96-25E6-6B203B90AFC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21FDA63-E6A2-56DA-D96A-A0130832C4E2}"/>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ED13399-9171-87EB-2508-871FBB535DC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7D2E83E-79C7-CE83-E4A6-8301A287BB1D}"/>
              </a:ext>
            </a:extLst>
          </p:cNvPr>
          <p:cNvSpPr>
            <a:spLocks noGrp="1"/>
          </p:cNvSpPr>
          <p:nvPr>
            <p:ph type="sldNum" sz="quarter" idx="5"/>
          </p:nvPr>
        </p:nvSpPr>
        <p:spPr/>
        <p:txBody>
          <a:bodyPr/>
          <a:lstStyle/>
          <a:p>
            <a:fld id="{AC8B0C1C-64DB-4ECD-8E89-57383081EDC0}" type="slidenum">
              <a:rPr lang="es-CO" smtClean="0"/>
              <a:t>106</a:t>
            </a:fld>
            <a:endParaRPr lang="es-CO"/>
          </a:p>
        </p:txBody>
      </p:sp>
    </p:spTree>
    <p:extLst>
      <p:ext uri="{BB962C8B-B14F-4D97-AF65-F5344CB8AC3E}">
        <p14:creationId xmlns:p14="http://schemas.microsoft.com/office/powerpoint/2010/main" val="46351920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B60B1-9EC2-0EFE-1D60-ECC77D2C0EC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4CDCF65-E592-39C9-B6DD-6E2AC736FB7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10425CD-B1D9-C34B-A777-45708F08CB5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E6B33FE-06AF-5F94-402D-372BBF1A8528}"/>
              </a:ext>
            </a:extLst>
          </p:cNvPr>
          <p:cNvSpPr>
            <a:spLocks noGrp="1"/>
          </p:cNvSpPr>
          <p:nvPr>
            <p:ph type="sldNum" sz="quarter" idx="5"/>
          </p:nvPr>
        </p:nvSpPr>
        <p:spPr/>
        <p:txBody>
          <a:bodyPr/>
          <a:lstStyle/>
          <a:p>
            <a:fld id="{AC8B0C1C-64DB-4ECD-8E89-57383081EDC0}" type="slidenum">
              <a:rPr lang="es-CO" smtClean="0"/>
              <a:t>107</a:t>
            </a:fld>
            <a:endParaRPr lang="es-CO"/>
          </a:p>
        </p:txBody>
      </p:sp>
    </p:spTree>
    <p:extLst>
      <p:ext uri="{BB962C8B-B14F-4D97-AF65-F5344CB8AC3E}">
        <p14:creationId xmlns:p14="http://schemas.microsoft.com/office/powerpoint/2010/main" val="288788771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99395-5CD3-4C61-AB80-A620821B860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28750F5-4027-41E2-1923-C7F97553321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C312E48-8C2D-280A-92AA-ED6E8CEFE00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111AB68-0EAE-4BF6-013E-8B027A59B5E4}"/>
              </a:ext>
            </a:extLst>
          </p:cNvPr>
          <p:cNvSpPr>
            <a:spLocks noGrp="1"/>
          </p:cNvSpPr>
          <p:nvPr>
            <p:ph type="sldNum" sz="quarter" idx="5"/>
          </p:nvPr>
        </p:nvSpPr>
        <p:spPr/>
        <p:txBody>
          <a:bodyPr/>
          <a:lstStyle/>
          <a:p>
            <a:fld id="{AC8B0C1C-64DB-4ECD-8E89-57383081EDC0}" type="slidenum">
              <a:rPr lang="es-CO" smtClean="0"/>
              <a:t>108</a:t>
            </a:fld>
            <a:endParaRPr lang="es-CO"/>
          </a:p>
        </p:txBody>
      </p:sp>
    </p:spTree>
    <p:extLst>
      <p:ext uri="{BB962C8B-B14F-4D97-AF65-F5344CB8AC3E}">
        <p14:creationId xmlns:p14="http://schemas.microsoft.com/office/powerpoint/2010/main" val="426498198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7F634-CFB3-9DB2-0E08-FBC05C8C486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7A41C9F-ADDD-4FB5-7F4E-AB742EB111C4}"/>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54290AA-77A3-50AF-7865-58F8C2FB66A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A4CFEF43-8A37-31F9-CE7A-87B8A8EDE5A2}"/>
              </a:ext>
            </a:extLst>
          </p:cNvPr>
          <p:cNvSpPr>
            <a:spLocks noGrp="1"/>
          </p:cNvSpPr>
          <p:nvPr>
            <p:ph type="sldNum" sz="quarter" idx="5"/>
          </p:nvPr>
        </p:nvSpPr>
        <p:spPr/>
        <p:txBody>
          <a:bodyPr/>
          <a:lstStyle/>
          <a:p>
            <a:fld id="{AC8B0C1C-64DB-4ECD-8E89-57383081EDC0}" type="slidenum">
              <a:rPr lang="es-CO" smtClean="0"/>
              <a:t>109</a:t>
            </a:fld>
            <a:endParaRPr lang="es-CO"/>
          </a:p>
        </p:txBody>
      </p:sp>
    </p:spTree>
    <p:extLst>
      <p:ext uri="{BB962C8B-B14F-4D97-AF65-F5344CB8AC3E}">
        <p14:creationId xmlns:p14="http://schemas.microsoft.com/office/powerpoint/2010/main" val="161823662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526E1-2C1C-70C2-D52D-9058177D592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060B75D-7ACA-86EC-49EA-E45BD5554BA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3F3A50C-525E-7743-A95C-01972C71CE67}"/>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372438A5-6B52-4D25-1665-D56E8CA1A479}"/>
              </a:ext>
            </a:extLst>
          </p:cNvPr>
          <p:cNvSpPr>
            <a:spLocks noGrp="1"/>
          </p:cNvSpPr>
          <p:nvPr>
            <p:ph type="sldNum" sz="quarter" idx="5"/>
          </p:nvPr>
        </p:nvSpPr>
        <p:spPr/>
        <p:txBody>
          <a:bodyPr/>
          <a:lstStyle/>
          <a:p>
            <a:fld id="{AC8B0C1C-64DB-4ECD-8E89-57383081EDC0}" type="slidenum">
              <a:rPr lang="es-CO" smtClean="0"/>
              <a:t>110</a:t>
            </a:fld>
            <a:endParaRPr lang="es-CO"/>
          </a:p>
        </p:txBody>
      </p:sp>
    </p:spTree>
    <p:extLst>
      <p:ext uri="{BB962C8B-B14F-4D97-AF65-F5344CB8AC3E}">
        <p14:creationId xmlns:p14="http://schemas.microsoft.com/office/powerpoint/2010/main" val="70373290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90CF3-C06F-01B4-E35C-1D6993B9196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1574642-0A64-B2FF-C5AF-ED08A66F770A}"/>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F7DD002-8171-5BA5-BD94-6A692AAEC17A}"/>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2B8646E3-D14F-5287-912C-3EF3F5F4DB0B}"/>
              </a:ext>
            </a:extLst>
          </p:cNvPr>
          <p:cNvSpPr>
            <a:spLocks noGrp="1"/>
          </p:cNvSpPr>
          <p:nvPr>
            <p:ph type="sldNum" sz="quarter" idx="5"/>
          </p:nvPr>
        </p:nvSpPr>
        <p:spPr/>
        <p:txBody>
          <a:bodyPr/>
          <a:lstStyle/>
          <a:p>
            <a:fld id="{AC8B0C1C-64DB-4ECD-8E89-57383081EDC0}" type="slidenum">
              <a:rPr lang="es-CO" smtClean="0"/>
              <a:t>111</a:t>
            </a:fld>
            <a:endParaRPr lang="es-CO"/>
          </a:p>
        </p:txBody>
      </p:sp>
    </p:spTree>
    <p:extLst>
      <p:ext uri="{BB962C8B-B14F-4D97-AF65-F5344CB8AC3E}">
        <p14:creationId xmlns:p14="http://schemas.microsoft.com/office/powerpoint/2010/main" val="8750989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C00E6-865D-1724-5C49-E39CDB21355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A7B289B-54F1-7FF3-E17A-94EED2C19831}"/>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38850895-A180-7DD4-DCA3-F97EBDFCEFE5}"/>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E8FADE5F-758A-E4F3-810A-EA148BA12881}"/>
              </a:ext>
            </a:extLst>
          </p:cNvPr>
          <p:cNvSpPr>
            <a:spLocks noGrp="1"/>
          </p:cNvSpPr>
          <p:nvPr>
            <p:ph type="sldNum" sz="quarter" idx="5"/>
          </p:nvPr>
        </p:nvSpPr>
        <p:spPr/>
        <p:txBody>
          <a:bodyPr/>
          <a:lstStyle/>
          <a:p>
            <a:fld id="{AC8B0C1C-64DB-4ECD-8E89-57383081EDC0}" type="slidenum">
              <a:rPr lang="es-CO" smtClean="0"/>
              <a:t>112</a:t>
            </a:fld>
            <a:endParaRPr lang="es-CO"/>
          </a:p>
        </p:txBody>
      </p:sp>
    </p:spTree>
    <p:extLst>
      <p:ext uri="{BB962C8B-B14F-4D97-AF65-F5344CB8AC3E}">
        <p14:creationId xmlns:p14="http://schemas.microsoft.com/office/powerpoint/2010/main" val="145059487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A448A-C777-F21D-8770-CAD9E2132B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3B69C8-280B-3CAE-FF7B-A3D73A7E7CC8}"/>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7B8EB8FF-B811-7F76-736A-CBCFE55DE494}"/>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B046BAEF-D379-2789-C56E-6E7016004BA4}"/>
              </a:ext>
            </a:extLst>
          </p:cNvPr>
          <p:cNvSpPr>
            <a:spLocks noGrp="1"/>
          </p:cNvSpPr>
          <p:nvPr>
            <p:ph type="sldNum" sz="quarter" idx="5"/>
          </p:nvPr>
        </p:nvSpPr>
        <p:spPr/>
        <p:txBody>
          <a:bodyPr/>
          <a:lstStyle/>
          <a:p>
            <a:fld id="{AC8B0C1C-64DB-4ECD-8E89-57383081EDC0}" type="slidenum">
              <a:rPr lang="es-CO" smtClean="0"/>
              <a:t>113</a:t>
            </a:fld>
            <a:endParaRPr lang="es-CO"/>
          </a:p>
        </p:txBody>
      </p:sp>
    </p:spTree>
    <p:extLst>
      <p:ext uri="{BB962C8B-B14F-4D97-AF65-F5344CB8AC3E}">
        <p14:creationId xmlns:p14="http://schemas.microsoft.com/office/powerpoint/2010/main" val="21819228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81EB4-CE92-99B0-5B59-4F0D87CDC2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20C22E6-4AD4-E95C-A085-27CC4ADB367B}"/>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F3086E2B-462A-1685-6574-B44D1803036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DE69785A-3F6E-3744-1A91-6AC2FD0C8026}"/>
              </a:ext>
            </a:extLst>
          </p:cNvPr>
          <p:cNvSpPr>
            <a:spLocks noGrp="1"/>
          </p:cNvSpPr>
          <p:nvPr>
            <p:ph type="sldNum" sz="quarter" idx="5"/>
          </p:nvPr>
        </p:nvSpPr>
        <p:spPr/>
        <p:txBody>
          <a:bodyPr/>
          <a:lstStyle/>
          <a:p>
            <a:fld id="{AC8B0C1C-64DB-4ECD-8E89-57383081EDC0}" type="slidenum">
              <a:rPr lang="es-CO" smtClean="0"/>
              <a:t>114</a:t>
            </a:fld>
            <a:endParaRPr lang="es-CO"/>
          </a:p>
        </p:txBody>
      </p:sp>
    </p:spTree>
    <p:extLst>
      <p:ext uri="{BB962C8B-B14F-4D97-AF65-F5344CB8AC3E}">
        <p14:creationId xmlns:p14="http://schemas.microsoft.com/office/powerpoint/2010/main" val="307998963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347DE-35E5-99E7-62A7-DB8BD03188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1EB7A0-4D75-261F-8451-5F87662157D9}"/>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0CF897F-6B91-7EEF-96AC-EF50E470D2C0}"/>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9F82A2D6-F509-4F86-071E-E2F2917CB1D2}"/>
              </a:ext>
            </a:extLst>
          </p:cNvPr>
          <p:cNvSpPr>
            <a:spLocks noGrp="1"/>
          </p:cNvSpPr>
          <p:nvPr>
            <p:ph type="sldNum" sz="quarter" idx="5"/>
          </p:nvPr>
        </p:nvSpPr>
        <p:spPr/>
        <p:txBody>
          <a:bodyPr/>
          <a:lstStyle/>
          <a:p>
            <a:fld id="{AC8B0C1C-64DB-4ECD-8E89-57383081EDC0}" type="slidenum">
              <a:rPr lang="es-CO" smtClean="0"/>
              <a:t>115</a:t>
            </a:fld>
            <a:endParaRPr lang="es-CO"/>
          </a:p>
        </p:txBody>
      </p:sp>
    </p:spTree>
    <p:extLst>
      <p:ext uri="{BB962C8B-B14F-4D97-AF65-F5344CB8AC3E}">
        <p14:creationId xmlns:p14="http://schemas.microsoft.com/office/powerpoint/2010/main" val="164631440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E0C2B-BD5E-918D-B99D-3EB0D7C2801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EBC755B-481B-381F-7A3A-2830D6975BBF}"/>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2B853729-006D-CBD8-7861-95BA7237ED7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CE7CA81B-15CE-2AFF-5B33-9435A9A2341A}"/>
              </a:ext>
            </a:extLst>
          </p:cNvPr>
          <p:cNvSpPr>
            <a:spLocks noGrp="1"/>
          </p:cNvSpPr>
          <p:nvPr>
            <p:ph type="sldNum" sz="quarter" idx="5"/>
          </p:nvPr>
        </p:nvSpPr>
        <p:spPr/>
        <p:txBody>
          <a:bodyPr/>
          <a:lstStyle/>
          <a:p>
            <a:fld id="{AC8B0C1C-64DB-4ECD-8E89-57383081EDC0}" type="slidenum">
              <a:rPr lang="es-CO" smtClean="0"/>
              <a:t>116</a:t>
            </a:fld>
            <a:endParaRPr lang="es-CO"/>
          </a:p>
        </p:txBody>
      </p:sp>
    </p:spTree>
    <p:extLst>
      <p:ext uri="{BB962C8B-B14F-4D97-AF65-F5344CB8AC3E}">
        <p14:creationId xmlns:p14="http://schemas.microsoft.com/office/powerpoint/2010/main" val="371417368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43B18-01A6-40DF-72BA-B0E1A94818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A259C7D-F6CD-86D6-AF04-181A6D9C3E46}"/>
              </a:ext>
            </a:extLst>
          </p:cNvPr>
          <p:cNvSpPr>
            <a:spLocks noGrp="1" noRot="1" noChangeAspect="1"/>
          </p:cNvSpPr>
          <p:nvPr>
            <p:ph type="sldImg"/>
          </p:nvPr>
        </p:nvSpPr>
        <p:spPr/>
        <p:txBody>
          <a:bodyPr/>
          <a:lstStyle/>
          <a:p>
            <a:endParaRPr lang="es-CO"/>
          </a:p>
        </p:txBody>
      </p:sp>
      <p:sp>
        <p:nvSpPr>
          <p:cNvPr id="3" name="Marcador de notas 2">
            <a:extLst>
              <a:ext uri="{FF2B5EF4-FFF2-40B4-BE49-F238E27FC236}">
                <a16:creationId xmlns:a16="http://schemas.microsoft.com/office/drawing/2014/main" id="{E39B5403-5193-D090-D8ED-931146675BF6}"/>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584954A8-867B-AE91-0FCA-CC6766EBA0AB}"/>
              </a:ext>
            </a:extLst>
          </p:cNvPr>
          <p:cNvSpPr>
            <a:spLocks noGrp="1"/>
          </p:cNvSpPr>
          <p:nvPr>
            <p:ph type="sldNum" sz="quarter" idx="5"/>
          </p:nvPr>
        </p:nvSpPr>
        <p:spPr/>
        <p:txBody>
          <a:bodyPr/>
          <a:lstStyle/>
          <a:p>
            <a:fld id="{AC8B0C1C-64DB-4ECD-8E89-57383081EDC0}" type="slidenum">
              <a:rPr lang="es-CO" smtClean="0"/>
              <a:t>117</a:t>
            </a:fld>
            <a:endParaRPr lang="es-CO"/>
          </a:p>
        </p:txBody>
      </p:sp>
    </p:spTree>
    <p:extLst>
      <p:ext uri="{BB962C8B-B14F-4D97-AF65-F5344CB8AC3E}">
        <p14:creationId xmlns:p14="http://schemas.microsoft.com/office/powerpoint/2010/main" val="16264572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34837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032727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390447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8423873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026411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81746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886689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93524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2062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070171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948343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46797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1634810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010561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132268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9403065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233418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663361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3505684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3457231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583010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952755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58522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463819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225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21611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4778244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438588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36663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8902751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814363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328769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2709416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989940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05437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7197868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015750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8441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5750473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5517774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68444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31268378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5198193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userDrawn="1"/>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55100258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9581148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userDrawn="1"/>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6202205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0589237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9263362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71112932"/>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5376392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13494916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7661471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5883887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0609736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1163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1.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theme" Target="../theme/theme3.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 id="2147483730"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63922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954116"/>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 id="2147483838" r:id="rId14"/>
    <p:sldLayoutId id="2147483839" r:id="rId15"/>
    <p:sldLayoutId id="2147483840" r:id="rId16"/>
    <p:sldLayoutId id="2147483841" r:id="rId17"/>
    <p:sldLayoutId id="2147483842" r:id="rId18"/>
    <p:sldLayoutId id="2147483843"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9.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9.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9.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9.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6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69.xml"/><Relationship Id="rId5" Type="http://schemas.openxmlformats.org/officeDocument/2006/relationships/image" Target="../media/image25.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69.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xml"/><Relationship Id="rId1" Type="http://schemas.openxmlformats.org/officeDocument/2006/relationships/slideLayout" Target="../slideLayouts/slideLayout69.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2.xml"/></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2.xml"/></Relationships>
</file>

<file path=ppt/slides/_rels/slide3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xml"/><Relationship Id="rId1" Type="http://schemas.openxmlformats.org/officeDocument/2006/relationships/slideLayout" Target="../slideLayouts/slideLayout4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xml"/><Relationship Id="rId1" Type="http://schemas.openxmlformats.org/officeDocument/2006/relationships/slideLayout" Target="../slideLayouts/slideLayout42.xml"/></Relationships>
</file>

<file path=ppt/slides/_rels/slide3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42.xml"/><Relationship Id="rId4" Type="http://schemas.openxmlformats.org/officeDocument/2006/relationships/image" Target="../media/image44.png"/></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3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69.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69.xml"/><Relationship Id="rId5" Type="http://schemas.openxmlformats.org/officeDocument/2006/relationships/image" Target="../media/image17.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5.xml"/><Relationship Id="rId1" Type="http://schemas.openxmlformats.org/officeDocument/2006/relationships/slideLayout" Target="../slideLayouts/slideLayout6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69.xml"/><Relationship Id="rId5" Type="http://schemas.openxmlformats.org/officeDocument/2006/relationships/image" Target="../media/image24.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69.xml"/></Relationships>
</file>

<file path=ppt/slides/_rels/slide4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8.xml"/><Relationship Id="rId1" Type="http://schemas.openxmlformats.org/officeDocument/2006/relationships/slideLayout" Target="../slideLayouts/slideLayout69.xml"/><Relationship Id="rId4" Type="http://schemas.openxmlformats.org/officeDocument/2006/relationships/image" Target="../media/image2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9.xml"/><Relationship Id="rId1" Type="http://schemas.openxmlformats.org/officeDocument/2006/relationships/slideLayout" Target="../slideLayouts/slideLayout69.xml"/></Relationships>
</file>

<file path=ppt/slides/_rels/slide48.xml.rels><?xml version="1.0" encoding="UTF-8" standalone="yes"?>
<Relationships xmlns="http://schemas.openxmlformats.org/package/2006/relationships"><Relationship Id="rId3" Type="http://schemas.openxmlformats.org/officeDocument/2006/relationships/image" Target="../media/image56.emf"/><Relationship Id="rId2" Type="http://schemas.openxmlformats.org/officeDocument/2006/relationships/notesSlide" Target="../notesSlides/notesSlide20.xml"/><Relationship Id="rId1" Type="http://schemas.openxmlformats.org/officeDocument/2006/relationships/slideLayout" Target="../slideLayouts/slideLayout69.xml"/></Relationships>
</file>

<file path=ppt/slides/_rels/slide4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69.xml"/><Relationship Id="rId5" Type="http://schemas.openxmlformats.org/officeDocument/2006/relationships/image" Target="../media/image15.png"/><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2.xml"/><Relationship Id="rId1" Type="http://schemas.openxmlformats.org/officeDocument/2006/relationships/slideLayout" Target="../slideLayouts/slideLayout69.xml"/><Relationship Id="rId4" Type="http://schemas.openxmlformats.org/officeDocument/2006/relationships/image" Target="../media/image17.pn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9.xml"/><Relationship Id="rId6" Type="http://schemas.openxmlformats.org/officeDocument/2006/relationships/image" Target="../media/image20.png"/><Relationship Id="rId5" Type="http://schemas.openxmlformats.org/officeDocument/2006/relationships/image" Target="../media/image60.png"/><Relationship Id="rId4" Type="http://schemas.openxmlformats.org/officeDocument/2006/relationships/image" Target="../media/image22.png"/></Relationships>
</file>

<file path=ppt/slides/_rels/slide5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4.xml"/><Relationship Id="rId1" Type="http://schemas.openxmlformats.org/officeDocument/2006/relationships/slideLayout" Target="../slideLayouts/slideLayout69.xml"/><Relationship Id="rId4" Type="http://schemas.openxmlformats.org/officeDocument/2006/relationships/image" Target="../media/image24.png"/></Relationships>
</file>

<file path=ppt/slides/_rels/slide5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69.xml"/><Relationship Id="rId5" Type="http://schemas.openxmlformats.org/officeDocument/2006/relationships/image" Target="../media/image25.png"/><Relationship Id="rId4" Type="http://schemas.openxmlformats.org/officeDocument/2006/relationships/image" Target="../media/image27.png"/></Relationships>
</file>

<file path=ppt/slides/_rels/slide5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notesSlide" Target="../notesSlides/notesSlide26.xml"/><Relationship Id="rId1" Type="http://schemas.openxmlformats.org/officeDocument/2006/relationships/slideLayout" Target="../slideLayouts/slideLayout6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5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7.xml"/><Relationship Id="rId1" Type="http://schemas.openxmlformats.org/officeDocument/2006/relationships/slideLayout" Target="../slideLayouts/slideLayout69.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8.xml"/><Relationship Id="rId1" Type="http://schemas.openxmlformats.org/officeDocument/2006/relationships/slideLayout" Target="../slideLayouts/slideLayout6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5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9.xml"/><Relationship Id="rId1" Type="http://schemas.openxmlformats.org/officeDocument/2006/relationships/slideLayout" Target="../slideLayouts/slideLayout69.xml"/><Relationship Id="rId5" Type="http://schemas.openxmlformats.org/officeDocument/2006/relationships/image" Target="../media/image15.png"/><Relationship Id="rId4" Type="http://schemas.openxmlformats.org/officeDocument/2006/relationships/image" Target="../media/image14.png"/></Relationships>
</file>

<file path=ppt/slides/_rels/slide5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0.xml"/><Relationship Id="rId1" Type="http://schemas.openxmlformats.org/officeDocument/2006/relationships/slideLayout" Target="../slideLayouts/slideLayout69.xml"/><Relationship Id="rId5" Type="http://schemas.openxmlformats.org/officeDocument/2006/relationships/image" Target="../media/image17.png"/><Relationship Id="rId4" Type="http://schemas.openxmlformats.org/officeDocument/2006/relationships/image" Target="../media/image22.png"/></Relationships>
</file>

<file path=ppt/slides/_rels/slide60.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1.xml"/><Relationship Id="rId1" Type="http://schemas.openxmlformats.org/officeDocument/2006/relationships/slideLayout" Target="../slideLayouts/slideLayout69.xml"/><Relationship Id="rId4" Type="http://schemas.openxmlformats.org/officeDocument/2006/relationships/image" Target="../media/image2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2.xml"/><Relationship Id="rId1" Type="http://schemas.openxmlformats.org/officeDocument/2006/relationships/slideLayout" Target="../slideLayouts/slideLayout69.xml"/></Relationships>
</file>

<file path=ppt/slides/_rels/slide64.xml.rels><?xml version="1.0" encoding="UTF-8" standalone="yes"?>
<Relationships xmlns="http://schemas.openxmlformats.org/package/2006/relationships"><Relationship Id="rId3" Type="http://schemas.openxmlformats.org/officeDocument/2006/relationships/image" Target="../media/image74.emf"/><Relationship Id="rId2" Type="http://schemas.openxmlformats.org/officeDocument/2006/relationships/notesSlide" Target="../notesSlides/notesSlide33.xml"/><Relationship Id="rId1" Type="http://schemas.openxmlformats.org/officeDocument/2006/relationships/slideLayout" Target="../slideLayouts/slideLayout69.xml"/></Relationships>
</file>

<file path=ppt/slides/_rels/slide6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4.xml"/><Relationship Id="rId1" Type="http://schemas.openxmlformats.org/officeDocument/2006/relationships/slideLayout" Target="../slideLayouts/slideLayout69.xml"/><Relationship Id="rId5" Type="http://schemas.openxmlformats.org/officeDocument/2006/relationships/image" Target="../media/image15.png"/><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3" Type="http://schemas.openxmlformats.org/officeDocument/2006/relationships/image" Target="../media/image76.png"/><Relationship Id="rId7"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6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6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6.xml"/><Relationship Id="rId1" Type="http://schemas.openxmlformats.org/officeDocument/2006/relationships/slideLayout" Target="../slideLayouts/slideLayout69.xml"/><Relationship Id="rId4" Type="http://schemas.openxmlformats.org/officeDocument/2006/relationships/image" Target="../media/image24.png"/></Relationships>
</file>

<file path=ppt/slides/_rels/slide6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7.xml"/><Relationship Id="rId1" Type="http://schemas.openxmlformats.org/officeDocument/2006/relationships/slideLayout" Target="../slideLayouts/slideLayout69.xml"/><Relationship Id="rId5" Type="http://schemas.openxmlformats.org/officeDocument/2006/relationships/image" Target="../media/image15.png"/><Relationship Id="rId4" Type="http://schemas.openxmlformats.org/officeDocument/2006/relationships/image" Target="../media/image14.png"/></Relationships>
</file>

<file path=ppt/slides/_rels/slide6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38.xml"/><Relationship Id="rId1" Type="http://schemas.openxmlformats.org/officeDocument/2006/relationships/slideLayout" Target="../slideLayouts/slideLayout69.xml"/></Relationships>
</file>

<file path=ppt/slides/_rels/slide70.xml.rels><?xml version="1.0" encoding="UTF-8" standalone="yes"?>
<Relationships xmlns="http://schemas.openxmlformats.org/package/2006/relationships"><Relationship Id="rId3" Type="http://schemas.openxmlformats.org/officeDocument/2006/relationships/image" Target="../media/image80.emf"/><Relationship Id="rId2" Type="http://schemas.openxmlformats.org/officeDocument/2006/relationships/notesSlide" Target="../notesSlides/notesSlide39.xml"/><Relationship Id="rId1" Type="http://schemas.openxmlformats.org/officeDocument/2006/relationships/slideLayout" Target="../slideLayouts/slideLayout69.xml"/></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7"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6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22.png"/></Relationships>
</file>

<file path=ppt/slides/_rels/slide7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1.xml"/><Relationship Id="rId1" Type="http://schemas.openxmlformats.org/officeDocument/2006/relationships/slideLayout" Target="../slideLayouts/slideLayout69.xml"/><Relationship Id="rId4" Type="http://schemas.openxmlformats.org/officeDocument/2006/relationships/image" Target="../media/image21.png"/></Relationships>
</file>

<file path=ppt/slides/_rels/slide7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69.xml"/><Relationship Id="rId5" Type="http://schemas.openxmlformats.org/officeDocument/2006/relationships/image" Target="../media/image24.png"/><Relationship Id="rId4" Type="http://schemas.openxmlformats.org/officeDocument/2006/relationships/image" Target="../media/image20.png"/></Relationships>
</file>

<file path=ppt/slides/_rels/slide7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3.xml"/><Relationship Id="rId1" Type="http://schemas.openxmlformats.org/officeDocument/2006/relationships/slideLayout" Target="../slideLayouts/slideLayout69.xml"/></Relationships>
</file>

<file path=ppt/slides/_rels/slide7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4.xml"/><Relationship Id="rId1" Type="http://schemas.openxmlformats.org/officeDocument/2006/relationships/slideLayout" Target="../slideLayouts/slideLayout69.xml"/></Relationships>
</file>

<file path=ppt/slides/_rels/slide7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45.xml"/><Relationship Id="rId1" Type="http://schemas.openxmlformats.org/officeDocument/2006/relationships/slideLayout" Target="../slideLayouts/slideLayout69.xml"/></Relationships>
</file>

<file path=ppt/slides/_rels/slide77.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46.xml"/><Relationship Id="rId1" Type="http://schemas.openxmlformats.org/officeDocument/2006/relationships/slideLayout" Target="../slideLayouts/slideLayout69.xml"/></Relationships>
</file>

<file path=ppt/slides/_rels/slide7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47.xml"/><Relationship Id="rId1" Type="http://schemas.openxmlformats.org/officeDocument/2006/relationships/slideLayout" Target="../slideLayouts/slideLayout6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80.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48.xml"/><Relationship Id="rId1" Type="http://schemas.openxmlformats.org/officeDocument/2006/relationships/slideLayout" Target="../slideLayouts/slideLayout69.xml"/><Relationship Id="rId5" Type="http://schemas.openxmlformats.org/officeDocument/2006/relationships/image" Target="../media/image15.png"/><Relationship Id="rId4" Type="http://schemas.openxmlformats.org/officeDocument/2006/relationships/image" Target="../media/image14.png"/></Relationships>
</file>

<file path=ppt/slides/_rels/slide8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9.xml"/><Relationship Id="rId1" Type="http://schemas.openxmlformats.org/officeDocument/2006/relationships/slideLayout" Target="../slideLayouts/slideLayout69.xml"/></Relationships>
</file>

<file path=ppt/slides/_rels/slide82.xml.rels><?xml version="1.0" encoding="UTF-8" standalone="yes"?>
<Relationships xmlns="http://schemas.openxmlformats.org/package/2006/relationships"><Relationship Id="rId3" Type="http://schemas.openxmlformats.org/officeDocument/2006/relationships/image" Target="../media/image91.emf"/><Relationship Id="rId2" Type="http://schemas.openxmlformats.org/officeDocument/2006/relationships/notesSlide" Target="../notesSlides/notesSlide50.xml"/><Relationship Id="rId1" Type="http://schemas.openxmlformats.org/officeDocument/2006/relationships/slideLayout" Target="../slideLayouts/slideLayout69.xml"/></Relationships>
</file>

<file path=ppt/slides/_rels/slide83.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notesSlide" Target="../notesSlides/notesSlide51.xml"/><Relationship Id="rId1" Type="http://schemas.openxmlformats.org/officeDocument/2006/relationships/slideLayout" Target="../slideLayouts/slideLayout69.xml"/></Relationships>
</file>

<file path=ppt/slides/_rels/slide84.xml.rels><?xml version="1.0" encoding="UTF-8" standalone="yes"?>
<Relationships xmlns="http://schemas.openxmlformats.org/package/2006/relationships"><Relationship Id="rId3" Type="http://schemas.openxmlformats.org/officeDocument/2006/relationships/image" Target="../media/image93.emf"/><Relationship Id="rId2" Type="http://schemas.openxmlformats.org/officeDocument/2006/relationships/notesSlide" Target="../notesSlides/notesSlide52.xml"/><Relationship Id="rId1" Type="http://schemas.openxmlformats.org/officeDocument/2006/relationships/slideLayout" Target="../slideLayouts/slideLayout69.xml"/></Relationships>
</file>

<file path=ppt/slides/_rels/slide85.xml.rels><?xml version="1.0" encoding="UTF-8" standalone="yes"?>
<Relationships xmlns="http://schemas.openxmlformats.org/package/2006/relationships"><Relationship Id="rId3" Type="http://schemas.openxmlformats.org/officeDocument/2006/relationships/image" Target="../media/image94.emf"/><Relationship Id="rId2" Type="http://schemas.openxmlformats.org/officeDocument/2006/relationships/notesSlide" Target="../notesSlides/notesSlide53.xml"/><Relationship Id="rId1" Type="http://schemas.openxmlformats.org/officeDocument/2006/relationships/slideLayout" Target="../slideLayouts/slideLayout69.xml"/></Relationships>
</file>

<file path=ppt/slides/_rels/slide8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54.xml"/><Relationship Id="rId1" Type="http://schemas.openxmlformats.org/officeDocument/2006/relationships/slideLayout" Target="../slideLayouts/slideLayout69.xml"/><Relationship Id="rId4" Type="http://schemas.openxmlformats.org/officeDocument/2006/relationships/image" Target="../media/image15.png"/></Relationships>
</file>

<file path=ppt/slides/_rels/slide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5.xml"/><Relationship Id="rId1" Type="http://schemas.openxmlformats.org/officeDocument/2006/relationships/slideLayout" Target="../slideLayouts/slideLayout69.xml"/><Relationship Id="rId4" Type="http://schemas.openxmlformats.org/officeDocument/2006/relationships/image" Target="../media/image96.png"/></Relationships>
</file>

<file path=ppt/slides/_rels/slide8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56.xml"/><Relationship Id="rId1" Type="http://schemas.openxmlformats.org/officeDocument/2006/relationships/slideLayout" Target="../slideLayouts/slideLayout69.xml"/><Relationship Id="rId6" Type="http://schemas.openxmlformats.org/officeDocument/2006/relationships/image" Target="../media/image98.png"/><Relationship Id="rId5" Type="http://schemas.openxmlformats.org/officeDocument/2006/relationships/image" Target="../media/image17.png"/><Relationship Id="rId4" Type="http://schemas.openxmlformats.org/officeDocument/2006/relationships/image" Target="../media/image22.png"/></Relationships>
</file>

<file path=ppt/slides/_rels/slide8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57.xml"/><Relationship Id="rId1" Type="http://schemas.openxmlformats.org/officeDocument/2006/relationships/slideLayout" Target="../slideLayouts/slideLayout69.xml"/></Relationships>
</file>

<file path=ppt/slides/_rels/slide9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58.xml"/><Relationship Id="rId1" Type="http://schemas.openxmlformats.org/officeDocument/2006/relationships/slideLayout" Target="../slideLayouts/slideLayout69.xml"/><Relationship Id="rId5" Type="http://schemas.openxmlformats.org/officeDocument/2006/relationships/image" Target="../media/image24.png"/><Relationship Id="rId4" Type="http://schemas.openxmlformats.org/officeDocument/2006/relationships/image" Target="../media/image20.png"/></Relationships>
</file>

<file path=ppt/slides/_rels/slide91.xml.rels><?xml version="1.0" encoding="UTF-8" standalone="yes"?>
<Relationships xmlns="http://schemas.openxmlformats.org/package/2006/relationships"><Relationship Id="rId3" Type="http://schemas.openxmlformats.org/officeDocument/2006/relationships/image" Target="../media/image101.png"/><Relationship Id="rId7" Type="http://schemas.openxmlformats.org/officeDocument/2006/relationships/image" Target="../media/image25.png"/><Relationship Id="rId2" Type="http://schemas.openxmlformats.org/officeDocument/2006/relationships/notesSlide" Target="../notesSlides/notesSlide59.xml"/><Relationship Id="rId1" Type="http://schemas.openxmlformats.org/officeDocument/2006/relationships/slideLayout" Target="../slideLayouts/slideLayout69.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64.png"/></Relationships>
</file>

<file path=ppt/slides/_rels/slide92.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60.xml"/><Relationship Id="rId1" Type="http://schemas.openxmlformats.org/officeDocument/2006/relationships/slideLayout" Target="../slideLayouts/slideLayout69.xml"/></Relationships>
</file>

<file path=ppt/slides/_rels/slide93.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61.xml"/><Relationship Id="rId1" Type="http://schemas.openxmlformats.org/officeDocument/2006/relationships/slideLayout" Target="../slideLayouts/slideLayout6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5.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62.xml"/><Relationship Id="rId1" Type="http://schemas.openxmlformats.org/officeDocument/2006/relationships/slideLayout" Target="../slideLayouts/slideLayout69.xml"/><Relationship Id="rId4" Type="http://schemas.openxmlformats.org/officeDocument/2006/relationships/image" Target="../media/image15.png"/></Relationships>
</file>

<file path=ppt/slides/_rels/slide9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05.png"/><Relationship Id="rId7" Type="http://schemas.openxmlformats.org/officeDocument/2006/relationships/image" Target="../media/image14.png"/><Relationship Id="rId2" Type="http://schemas.openxmlformats.org/officeDocument/2006/relationships/notesSlide" Target="../notesSlides/notesSlide63.xml"/><Relationship Id="rId1" Type="http://schemas.openxmlformats.org/officeDocument/2006/relationships/slideLayout" Target="../slideLayouts/slideLayout69.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106.png"/></Relationships>
</file>

<file path=ppt/slides/_rels/slide97.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64.xml"/><Relationship Id="rId1" Type="http://schemas.openxmlformats.org/officeDocument/2006/relationships/slideLayout" Target="../slideLayouts/slideLayout69.xml"/><Relationship Id="rId4" Type="http://schemas.openxmlformats.org/officeDocument/2006/relationships/image" Target="../media/image20.png"/></Relationships>
</file>

<file path=ppt/slides/_rels/slide9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65.xml"/><Relationship Id="rId1" Type="http://schemas.openxmlformats.org/officeDocument/2006/relationships/slideLayout" Target="../slideLayouts/slideLayout69.xml"/><Relationship Id="rId5" Type="http://schemas.openxmlformats.org/officeDocument/2006/relationships/image" Target="../media/image109.png"/><Relationship Id="rId4" Type="http://schemas.openxmlformats.org/officeDocument/2006/relationships/image" Target="../media/image24.png"/></Relationships>
</file>

<file path=ppt/slides/_rels/slide9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66.xml"/><Relationship Id="rId1" Type="http://schemas.openxmlformats.org/officeDocument/2006/relationships/slideLayout" Target="../slideLayouts/slideLayout69.xml"/><Relationship Id="rId4" Type="http://schemas.openxmlformats.org/officeDocument/2006/relationships/image" Target="../media/image25.png"/></Relationships>
</file>

<file path=ppt/slides/_rels/slide10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67.xml"/><Relationship Id="rId1" Type="http://schemas.openxmlformats.org/officeDocument/2006/relationships/slideLayout" Target="../slideLayouts/slideLayout69.xml"/><Relationship Id="rId5" Type="http://schemas.openxmlformats.org/officeDocument/2006/relationships/image" Target="../media/image27.png"/><Relationship Id="rId4" Type="http://schemas.openxmlformats.org/officeDocument/2006/relationships/image" Target="../media/image29.png"/></Relationships>
</file>

<file path=ppt/slides/_rels/slide10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68.xml"/><Relationship Id="rId1" Type="http://schemas.openxmlformats.org/officeDocument/2006/relationships/slideLayout" Target="../slideLayouts/slideLayout69.xml"/><Relationship Id="rId4" Type="http://schemas.openxmlformats.org/officeDocument/2006/relationships/image" Target="../media/image64.png"/></Relationships>
</file>

<file path=ppt/slides/_rels/slide102.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69.xml"/><Relationship Id="rId1" Type="http://schemas.openxmlformats.org/officeDocument/2006/relationships/slideLayout" Target="../slideLayouts/slideLayout6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14.png"/></Relationships>
</file>

<file path=ppt/slides/_rels/slide10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70.xml"/><Relationship Id="rId1" Type="http://schemas.openxmlformats.org/officeDocument/2006/relationships/slideLayout" Target="../slideLayouts/slideLayout69.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image" Target="../media/image116.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05.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71.xml"/><Relationship Id="rId1" Type="http://schemas.openxmlformats.org/officeDocument/2006/relationships/slideLayout" Target="../slideLayouts/slideLayout69.xml"/></Relationships>
</file>

<file path=ppt/slides/_rels/slide106.xml.rels><?xml version="1.0" encoding="UTF-8" standalone="yes"?>
<Relationships xmlns="http://schemas.openxmlformats.org/package/2006/relationships"><Relationship Id="rId3" Type="http://schemas.openxmlformats.org/officeDocument/2006/relationships/image" Target="../media/image118.emf"/><Relationship Id="rId2" Type="http://schemas.openxmlformats.org/officeDocument/2006/relationships/notesSlide" Target="../notesSlides/notesSlide72.xml"/><Relationship Id="rId1" Type="http://schemas.openxmlformats.org/officeDocument/2006/relationships/slideLayout" Target="../slideLayouts/slideLayout69.xml"/></Relationships>
</file>

<file path=ppt/slides/_rels/slide107.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notesSlide" Target="../notesSlides/notesSlide73.xml"/><Relationship Id="rId1" Type="http://schemas.openxmlformats.org/officeDocument/2006/relationships/slideLayout" Target="../slideLayouts/slideLayout69.xml"/></Relationships>
</file>

<file path=ppt/slides/_rels/slide108.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notesSlide" Target="../notesSlides/notesSlide74.xml"/><Relationship Id="rId1" Type="http://schemas.openxmlformats.org/officeDocument/2006/relationships/slideLayout" Target="../slideLayouts/slideLayout69.xml"/></Relationships>
</file>

<file path=ppt/slides/_rels/slide109.xml.rels><?xml version="1.0" encoding="UTF-8" standalone="yes"?>
<Relationships xmlns="http://schemas.openxmlformats.org/package/2006/relationships"><Relationship Id="rId3" Type="http://schemas.openxmlformats.org/officeDocument/2006/relationships/image" Target="../media/image120.emf"/><Relationship Id="rId2" Type="http://schemas.openxmlformats.org/officeDocument/2006/relationships/notesSlide" Target="../notesSlides/notesSlide75.xml"/><Relationship Id="rId1" Type="http://schemas.openxmlformats.org/officeDocument/2006/relationships/slideLayout" Target="../slideLayouts/slideLayout69.xml"/></Relationships>
</file>

<file path=ppt/slides/_rels/slide110.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76.xml"/><Relationship Id="rId1" Type="http://schemas.openxmlformats.org/officeDocument/2006/relationships/slideLayout" Target="../slideLayouts/slideLayout69.xml"/><Relationship Id="rId4" Type="http://schemas.openxmlformats.org/officeDocument/2006/relationships/image" Target="../media/image15.png"/></Relationships>
</file>

<file path=ppt/slides/_rels/slide11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77.xml"/><Relationship Id="rId1" Type="http://schemas.openxmlformats.org/officeDocument/2006/relationships/slideLayout" Target="../slideLayouts/slideLayout69.xml"/><Relationship Id="rId4" Type="http://schemas.openxmlformats.org/officeDocument/2006/relationships/image" Target="../media/image14.png"/></Relationships>
</file>

<file path=ppt/slides/_rels/slide112.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78.xml"/><Relationship Id="rId1" Type="http://schemas.openxmlformats.org/officeDocument/2006/relationships/slideLayout" Target="../slideLayouts/slideLayout69.xml"/><Relationship Id="rId6" Type="http://schemas.openxmlformats.org/officeDocument/2006/relationships/image" Target="../media/image17.png"/><Relationship Id="rId5" Type="http://schemas.openxmlformats.org/officeDocument/2006/relationships/image" Target="../media/image22.png"/><Relationship Id="rId4" Type="http://schemas.openxmlformats.org/officeDocument/2006/relationships/image" Target="../media/image124.png"/></Relationships>
</file>

<file path=ppt/slides/_rels/slide113.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79.xml"/><Relationship Id="rId1" Type="http://schemas.openxmlformats.org/officeDocument/2006/relationships/slideLayout" Target="../slideLayouts/slideLayout69.xml"/></Relationships>
</file>

<file path=ppt/slides/_rels/slide11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80.xml"/><Relationship Id="rId1" Type="http://schemas.openxmlformats.org/officeDocument/2006/relationships/slideLayout" Target="../slideLayouts/slideLayout69.xml"/><Relationship Id="rId5" Type="http://schemas.openxmlformats.org/officeDocument/2006/relationships/image" Target="../media/image24.png"/><Relationship Id="rId4" Type="http://schemas.openxmlformats.org/officeDocument/2006/relationships/image" Target="../media/image20.png"/></Relationships>
</file>

<file path=ppt/slides/_rels/slide115.xml.rels><?xml version="1.0" encoding="UTF-8" standalone="yes"?>
<Relationships xmlns="http://schemas.openxmlformats.org/package/2006/relationships"><Relationship Id="rId3" Type="http://schemas.openxmlformats.org/officeDocument/2006/relationships/image" Target="../media/image127.png"/><Relationship Id="rId7" Type="http://schemas.openxmlformats.org/officeDocument/2006/relationships/image" Target="../media/image25.png"/><Relationship Id="rId2" Type="http://schemas.openxmlformats.org/officeDocument/2006/relationships/notesSlide" Target="../notesSlides/notesSlide81.xml"/><Relationship Id="rId1" Type="http://schemas.openxmlformats.org/officeDocument/2006/relationships/slideLayout" Target="../slideLayouts/slideLayout69.xml"/><Relationship Id="rId6" Type="http://schemas.openxmlformats.org/officeDocument/2006/relationships/image" Target="../media/image27.png"/><Relationship Id="rId5" Type="http://schemas.openxmlformats.org/officeDocument/2006/relationships/image" Target="../media/image29.png"/><Relationship Id="rId4" Type="http://schemas.openxmlformats.org/officeDocument/2006/relationships/image" Target="../media/image64.png"/></Relationships>
</file>

<file path=ppt/slides/_rels/slide116.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82.xml"/><Relationship Id="rId1" Type="http://schemas.openxmlformats.org/officeDocument/2006/relationships/slideLayout" Target="../slideLayouts/slideLayout69.xml"/><Relationship Id="rId4" Type="http://schemas.openxmlformats.org/officeDocument/2006/relationships/image" Target="../media/image67.png"/></Relationships>
</file>

<file path=ppt/slides/_rels/slide11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83.xml"/><Relationship Id="rId1" Type="http://schemas.openxmlformats.org/officeDocument/2006/relationships/slideLayout" Target="../slideLayouts/slideLayout69.xml"/><Relationship Id="rId4" Type="http://schemas.openxmlformats.org/officeDocument/2006/relationships/image" Target="../media/image66.png"/></Relationships>
</file>

<file path=ppt/slides/_rels/slide1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0.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3429000"/>
            <a:ext cx="5427132" cy="613309"/>
          </a:xfrm>
        </p:spPr>
        <p:txBody>
          <a:bodyPr/>
          <a:lstStyle/>
          <a:p>
            <a:r>
              <a:rPr lang="es-CO" sz="4400" dirty="0"/>
              <a:t>Gestionar los pagos</a:t>
            </a:r>
            <a:endParaRPr lang="en-US" sz="4400" dirty="0"/>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p:txBody>
          <a:bodyPr/>
          <a:lstStyle/>
          <a:p>
            <a:r>
              <a:rPr lang="es-ES" dirty="0"/>
              <a:t>Faver Herrera Mejia</a:t>
            </a:r>
            <a:br>
              <a:rPr lang="es-ES" dirty="0"/>
            </a:br>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Julio 2026</a:t>
            </a:r>
          </a:p>
        </p:txBody>
      </p:sp>
      <p:pic>
        <p:nvPicPr>
          <p:cNvPr id="18" name="Marcador de posición de imagen 17">
            <a:extLst>
              <a:ext uri="{FF2B5EF4-FFF2-40B4-BE49-F238E27FC236}">
                <a16:creationId xmlns:a16="http://schemas.microsoft.com/office/drawing/2014/main" id="{5016D2BD-5D39-9A0D-9E81-B6400D9E142B}"/>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1201990126"/>
              </p:ext>
            </p:extLst>
          </p:nvPr>
        </p:nvGraphicFramePr>
        <p:xfrm>
          <a:off x="574223" y="1934479"/>
          <a:ext cx="11130097" cy="2991237"/>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9971248">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los pagos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1382632" y="233948"/>
            <a:ext cx="9418021"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err="1">
                <a:solidFill>
                  <a:schemeClr val="accent1"/>
                </a:solidFill>
              </a:rPr>
              <a:t>Overview</a:t>
            </a:r>
            <a:r>
              <a:rPr lang="es-ES_tradnl" sz="3200" dirty="0">
                <a:solidFill>
                  <a:schemeClr val="accent1"/>
                </a:solidFill>
              </a:rPr>
              <a:t>: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rcRect l="1062" t="775" b="-1"/>
          <a:stretch>
            <a:fillRect/>
          </a:stretch>
        </p:blipFill>
        <p:spPr>
          <a:xfrm>
            <a:off x="128015" y="987552"/>
            <a:ext cx="11927254" cy="5010911"/>
          </a:xfrm>
          <a:prstGeom prst="rect">
            <a:avLst/>
          </a:prstGeom>
        </p:spPr>
      </p:pic>
      <p:sp>
        <p:nvSpPr>
          <p:cNvPr id="9" name="Rectángulo 8">
            <a:extLst>
              <a:ext uri="{FF2B5EF4-FFF2-40B4-BE49-F238E27FC236}">
                <a16:creationId xmlns:a16="http://schemas.microsoft.com/office/drawing/2014/main" id="{7C11DADF-0433-67D5-BCFF-E624B413DB32}"/>
              </a:ext>
            </a:extLst>
          </p:cNvPr>
          <p:cNvSpPr/>
          <p:nvPr/>
        </p:nvSpPr>
        <p:spPr>
          <a:xfrm>
            <a:off x="8586216" y="2322576"/>
            <a:ext cx="740664" cy="55778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
        <p:nvSpPr>
          <p:cNvPr id="2" name="Rectángulo 1">
            <a:extLst>
              <a:ext uri="{FF2B5EF4-FFF2-40B4-BE49-F238E27FC236}">
                <a16:creationId xmlns:a16="http://schemas.microsoft.com/office/drawing/2014/main" id="{721A1DC8-C68A-CA30-5658-EEC964804FF2}"/>
              </a:ext>
            </a:extLst>
          </p:cNvPr>
          <p:cNvSpPr/>
          <p:nvPr/>
        </p:nvSpPr>
        <p:spPr>
          <a:xfrm>
            <a:off x="10078276" y="2322576"/>
            <a:ext cx="740665" cy="557784"/>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014984" y="448056"/>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Overview: </a:t>
            </a:r>
            <a:r>
              <a:rPr lang="es-CO" sz="3200" dirty="0"/>
              <a:t>Capacidad Operativa Gestión de la Matrícula Financiera y Cargos a Estudiantes</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746504"/>
            <a:ext cx="9962587" cy="4006908"/>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Gestionar los conceptos de configuración de la cuenta corriente</a:t>
            </a:r>
          </a:p>
          <a:p>
            <a:pPr>
              <a:buClr>
                <a:srgbClr val="0CB4B4"/>
              </a:buClr>
              <a:buBlip>
                <a:blip r:embed="rId2"/>
              </a:buBlip>
            </a:pPr>
            <a:r>
              <a:rPr lang="es-CO" sz="2400" dirty="0"/>
              <a:t> 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Gestionar la matrícula</a:t>
            </a:r>
          </a:p>
          <a:p>
            <a:pPr>
              <a:buClr>
                <a:srgbClr val="0CB4B4"/>
              </a:buClr>
              <a:buBlip>
                <a:blip r:embed="rId2"/>
              </a:buBlip>
            </a:pPr>
            <a:r>
              <a:rPr lang="es-CO" sz="2400" dirty="0"/>
              <a:t> </a:t>
            </a:r>
            <a:r>
              <a:rPr lang="es-CO" sz="2400" b="1" dirty="0">
                <a:solidFill>
                  <a:schemeClr val="accent1"/>
                </a:solidFill>
              </a:rPr>
              <a:t>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Gestionar la cuenta corriente</a:t>
            </a:r>
          </a:p>
          <a:p>
            <a:pPr>
              <a:buClr>
                <a:srgbClr val="0CB4B4"/>
              </a:buClr>
              <a:buBlip>
                <a:blip r:embed="rId2"/>
              </a:buBlip>
            </a:pPr>
            <a:r>
              <a:rPr lang="es-CO" sz="2400" dirty="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D37-CDA9-D682-B97A-5DDF3300299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E638EA4-C530-CFF6-F456-E83A811D4142}"/>
              </a:ext>
            </a:extLst>
          </p:cNvPr>
          <p:cNvSpPr txBox="1">
            <a:spLocks/>
          </p:cNvSpPr>
          <p:nvPr/>
        </p:nvSpPr>
        <p:spPr>
          <a:xfrm>
            <a:off x="857251" y="237744"/>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Gestionar los pagos</a:t>
            </a:r>
            <a:endParaRPr lang="es-CL" dirty="0"/>
          </a:p>
        </p:txBody>
      </p:sp>
      <p:sp>
        <p:nvSpPr>
          <p:cNvPr id="4" name="Marcador de texto 1">
            <a:extLst>
              <a:ext uri="{FF2B5EF4-FFF2-40B4-BE49-F238E27FC236}">
                <a16:creationId xmlns:a16="http://schemas.microsoft.com/office/drawing/2014/main" id="{48D7EFB0-139D-497B-CE16-7D4D59985C61}"/>
              </a:ext>
            </a:extLst>
          </p:cNvPr>
          <p:cNvSpPr txBox="1">
            <a:spLocks/>
          </p:cNvSpPr>
          <p:nvPr/>
        </p:nvSpPr>
        <p:spPr>
          <a:xfrm>
            <a:off x="857250" y="1048380"/>
            <a:ext cx="10477497" cy="1530228"/>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CB4B4"/>
              </a:buClr>
              <a:buBlip>
                <a:blip r:embed="rId2"/>
              </a:buBlip>
            </a:pPr>
            <a:r>
              <a:rPr lang="es-CO" sz="2000" dirty="0"/>
              <a:t>Tiene como propósito el registro y control de las transacciones de pago que realizan los estudiantes directamente en la caja de la universidad o por medios electrónicos como el pago con orden de pago referenciado en bancos o en el portal de pagos en línea.</a:t>
            </a:r>
          </a:p>
          <a:p>
            <a:pPr marL="0" indent="0" algn="just">
              <a:buClr>
                <a:srgbClr val="0CB4B4"/>
              </a:buClr>
              <a:buNone/>
            </a:pPr>
            <a:endParaRPr lang="es-CO" sz="2000" dirty="0"/>
          </a:p>
          <a:p>
            <a:pPr marL="0" indent="0" algn="just">
              <a:buClr>
                <a:srgbClr val="0CB4B4"/>
              </a:buClr>
              <a:buNone/>
            </a:pPr>
            <a:endParaRPr lang="es-CO" sz="2000" dirty="0"/>
          </a:p>
          <a:p>
            <a:pPr marL="0" indent="0" algn="just">
              <a:buClr>
                <a:srgbClr val="0CB4B4"/>
              </a:buClr>
              <a:buNone/>
            </a:pPr>
            <a:endParaRPr lang="es-CO" sz="2000" dirty="0"/>
          </a:p>
        </p:txBody>
      </p:sp>
    </p:spTree>
    <p:extLst>
      <p:ext uri="{BB962C8B-B14F-4D97-AF65-F5344CB8AC3E}">
        <p14:creationId xmlns:p14="http://schemas.microsoft.com/office/powerpoint/2010/main" val="88286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1304400" y="442144"/>
            <a:ext cx="5628300"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pagos</a:t>
            </a:r>
          </a:p>
          <a:p>
            <a:r>
              <a:rPr lang="es-ES_tradnl" sz="3000" dirty="0"/>
              <a:t> </a:t>
            </a:r>
            <a:endParaRPr lang="es-CL" sz="3000" dirty="0"/>
          </a:p>
        </p:txBody>
      </p:sp>
      <p:pic>
        <p:nvPicPr>
          <p:cNvPr id="4" name="Imagen 3">
            <a:extLst>
              <a:ext uri="{FF2B5EF4-FFF2-40B4-BE49-F238E27FC236}">
                <a16:creationId xmlns:a16="http://schemas.microsoft.com/office/drawing/2014/main" id="{044D66EA-8C18-3408-5572-31B430C5D17A}"/>
              </a:ext>
            </a:extLst>
          </p:cNvPr>
          <p:cNvPicPr>
            <a:picLocks noChangeAspect="1"/>
          </p:cNvPicPr>
          <p:nvPr/>
        </p:nvPicPr>
        <p:blipFill>
          <a:blip r:embed="rId3"/>
          <a:srcRect l="16050" t="3252" r="1076" b="3465"/>
          <a:stretch>
            <a:fillRect/>
          </a:stretch>
        </p:blipFill>
        <p:spPr>
          <a:xfrm>
            <a:off x="1304400" y="1426464"/>
            <a:ext cx="9583200" cy="3789917"/>
          </a:xfrm>
          <a:prstGeom prst="rect">
            <a:avLst/>
          </a:prstGeom>
        </p:spPr>
      </p:pic>
    </p:spTree>
    <p:extLst>
      <p:ext uri="{BB962C8B-B14F-4D97-AF65-F5344CB8AC3E}">
        <p14:creationId xmlns:p14="http://schemas.microsoft.com/office/powerpoint/2010/main" val="331919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757861" y="259264"/>
            <a:ext cx="5338140"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pagos</a:t>
            </a:r>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1205196" y="561016"/>
            <a:ext cx="5912209" cy="53626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pagos</a:t>
            </a:r>
            <a:r>
              <a:rPr lang="es-ES_tradnl" sz="3000" dirty="0"/>
              <a:t> </a:t>
            </a:r>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08189ACF-57C2-6B30-03EB-5F9E991675AA}"/>
              </a:ext>
            </a:extLst>
          </p:cNvPr>
          <p:cNvSpPr>
            <a:spLocks noGrp="1"/>
          </p:cNvSpPr>
          <p:nvPr>
            <p:ph type="body" sz="quarter" idx="10"/>
          </p:nvPr>
        </p:nvSpPr>
        <p:spPr>
          <a:xfrm>
            <a:off x="566045" y="2989779"/>
            <a:ext cx="8313737" cy="878442"/>
          </a:xfrm>
        </p:spPr>
        <p:txBody>
          <a:bodyPr/>
          <a:lstStyle/>
          <a:p>
            <a:r>
              <a:rPr lang="en-US" dirty="0"/>
              <a:t>Configuraciones Generales</a:t>
            </a:r>
          </a:p>
          <a:p>
            <a:endParaRPr lang="es-CO" dirty="0"/>
          </a:p>
        </p:txBody>
      </p:sp>
      <p:sp>
        <p:nvSpPr>
          <p:cNvPr id="6" name="Text Placeholder 16">
            <a:extLst>
              <a:ext uri="{FF2B5EF4-FFF2-40B4-BE49-F238E27FC236}">
                <a16:creationId xmlns:a16="http://schemas.microsoft.com/office/drawing/2014/main" id="{D18961A5-D875-C3C7-6910-80179D77E101}"/>
              </a:ext>
            </a:extLst>
          </p:cNvPr>
          <p:cNvSpPr txBox="1">
            <a:spLocks/>
          </p:cNvSpPr>
          <p:nvPr/>
        </p:nvSpPr>
        <p:spPr>
          <a:xfrm>
            <a:off x="566045" y="3868221"/>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los pagos</a:t>
            </a:r>
            <a:endParaRPr lang="en-US" sz="2000" dirty="0">
              <a:solidFill>
                <a:schemeClr val="bg1"/>
              </a:solidFill>
            </a:endParaRPr>
          </a:p>
        </p:txBody>
      </p:sp>
    </p:spTree>
    <p:extLst>
      <p:ext uri="{BB962C8B-B14F-4D97-AF65-F5344CB8AC3E}">
        <p14:creationId xmlns:p14="http://schemas.microsoft.com/office/powerpoint/2010/main" val="677416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188569F-6BD3-0242-2791-DBAF58F3A8A8}"/>
              </a:ext>
            </a:extLst>
          </p:cNvPr>
          <p:cNvSpPr>
            <a:spLocks noGrp="1"/>
          </p:cNvSpPr>
          <p:nvPr>
            <p:ph type="body" sz="quarter" idx="10"/>
          </p:nvPr>
        </p:nvSpPr>
        <p:spPr>
          <a:xfrm>
            <a:off x="841247" y="2659467"/>
            <a:ext cx="10363202" cy="669094"/>
          </a:xfrm>
        </p:spPr>
        <p:txBody>
          <a:bodyPr/>
          <a:lstStyle/>
          <a:p>
            <a:pPr algn="l"/>
            <a:r>
              <a:rPr lang="es-CO" dirty="0"/>
              <a:t>Configuración Perfiles de Negocios</a:t>
            </a:r>
          </a:p>
        </p:txBody>
      </p:sp>
      <p:sp>
        <p:nvSpPr>
          <p:cNvPr id="3" name="Marcador de texto 2">
            <a:extLst>
              <a:ext uri="{FF2B5EF4-FFF2-40B4-BE49-F238E27FC236}">
                <a16:creationId xmlns:a16="http://schemas.microsoft.com/office/drawing/2014/main" id="{4B036F88-D37A-FFB6-154B-1DC209CF56C9}"/>
              </a:ext>
            </a:extLst>
          </p:cNvPr>
          <p:cNvSpPr>
            <a:spLocks noGrp="1"/>
          </p:cNvSpPr>
          <p:nvPr>
            <p:ph type="body" sz="quarter" idx="11"/>
          </p:nvPr>
        </p:nvSpPr>
        <p:spPr>
          <a:xfrm>
            <a:off x="841247" y="3677316"/>
            <a:ext cx="3511297" cy="389915"/>
          </a:xfrm>
        </p:spPr>
        <p:txBody>
          <a:bodyPr/>
          <a:lstStyle/>
          <a:p>
            <a:pPr algn="l"/>
            <a:r>
              <a:rPr lang="es-CO" dirty="0"/>
              <a:t>Gestionar los pagos</a:t>
            </a:r>
          </a:p>
        </p:txBody>
      </p:sp>
    </p:spTree>
    <p:extLst>
      <p:ext uri="{BB962C8B-B14F-4D97-AF65-F5344CB8AC3E}">
        <p14:creationId xmlns:p14="http://schemas.microsoft.com/office/powerpoint/2010/main" val="3388674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1248B-7172-2538-BB3C-DF726B27ADA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2B8C541-4979-C3B4-5449-B1A02861B566}"/>
              </a:ext>
            </a:extLst>
          </p:cNvPr>
          <p:cNvSpPr txBox="1">
            <a:spLocks/>
          </p:cNvSpPr>
          <p:nvPr/>
        </p:nvSpPr>
        <p:spPr>
          <a:xfrm>
            <a:off x="318453" y="202247"/>
            <a:ext cx="10540506"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a:solidFill>
                  <a:schemeClr val="accent1"/>
                </a:solidFill>
              </a:rPr>
              <a:t>Configuraciones: </a:t>
            </a:r>
            <a:r>
              <a:rPr lang="es-ES_tradnl" sz="3200" dirty="0"/>
              <a:t>TGACTRL </a:t>
            </a:r>
            <a:r>
              <a:rPr lang="es-CL" sz="3200" dirty="0"/>
              <a:t>Control de cobro de CXC</a:t>
            </a:r>
            <a:endParaRPr lang="es-CL" dirty="0"/>
          </a:p>
        </p:txBody>
      </p:sp>
      <p:sp>
        <p:nvSpPr>
          <p:cNvPr id="3" name="Rectángulo: esquinas redondeadas 2">
            <a:extLst>
              <a:ext uri="{FF2B5EF4-FFF2-40B4-BE49-F238E27FC236}">
                <a16:creationId xmlns:a16="http://schemas.microsoft.com/office/drawing/2014/main" id="{B7D8E67F-4688-A213-B551-5BC8ACDBA1DB}"/>
              </a:ext>
            </a:extLst>
          </p:cNvPr>
          <p:cNvSpPr/>
          <p:nvPr/>
        </p:nvSpPr>
        <p:spPr>
          <a:xfrm>
            <a:off x="1202735" y="5230368"/>
            <a:ext cx="9583200" cy="9418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dirty="0"/>
              <a:t>La casilla de verificación </a:t>
            </a:r>
            <a:r>
              <a:rPr lang="es-CO" sz="1200" b="1" dirty="0"/>
              <a:t>"Imponer restricciones en el perfil de usuario" </a:t>
            </a:r>
            <a:r>
              <a:rPr lang="es-CO" sz="1200" dirty="0"/>
              <a:t>habilita la personalización de las actividades que el cajero podría realizar en sus funciona (se sugiere activar casilla).</a:t>
            </a:r>
          </a:p>
          <a:p>
            <a:pPr marL="171450" indent="-171450" algn="just">
              <a:buFont typeface="Arial" panose="020B0604020202020204" pitchFamily="34" charset="0"/>
              <a:buChar char="•"/>
            </a:pPr>
            <a:r>
              <a:rPr lang="es-CO" sz="1200" dirty="0"/>
              <a:t>La casilla de verificación </a:t>
            </a:r>
            <a:r>
              <a:rPr lang="es-CO" sz="1200" b="1" dirty="0"/>
              <a:t>"Asignar cajeros a un supervisor" </a:t>
            </a:r>
            <a:r>
              <a:rPr lang="es-CO" sz="1200" dirty="0"/>
              <a:t>permite que el supervisor sea el único rol que puede finalizar las sesiones de cajeros cerradas.</a:t>
            </a:r>
          </a:p>
        </p:txBody>
      </p:sp>
      <p:pic>
        <p:nvPicPr>
          <p:cNvPr id="5" name="Imagen 4">
            <a:extLst>
              <a:ext uri="{FF2B5EF4-FFF2-40B4-BE49-F238E27FC236}">
                <a16:creationId xmlns:a16="http://schemas.microsoft.com/office/drawing/2014/main" id="{3E6A88D1-2C30-336E-1EFC-59366B8D4F1B}"/>
              </a:ext>
            </a:extLst>
          </p:cNvPr>
          <p:cNvPicPr>
            <a:picLocks noChangeAspect="1"/>
          </p:cNvPicPr>
          <p:nvPr/>
        </p:nvPicPr>
        <p:blipFill>
          <a:blip r:embed="rId2"/>
          <a:stretch>
            <a:fillRect/>
          </a:stretch>
        </p:blipFill>
        <p:spPr>
          <a:xfrm>
            <a:off x="1202735" y="819162"/>
            <a:ext cx="9583200" cy="4162451"/>
          </a:xfrm>
          <a:prstGeom prst="rect">
            <a:avLst/>
          </a:prstGeom>
        </p:spPr>
      </p:pic>
    </p:spTree>
    <p:extLst>
      <p:ext uri="{BB962C8B-B14F-4D97-AF65-F5344CB8AC3E}">
        <p14:creationId xmlns:p14="http://schemas.microsoft.com/office/powerpoint/2010/main" val="4170624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9D8EC-F97C-F027-EC8D-4DE64FAF315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7FD15837-F0CD-A19C-71AC-702FF531D249}"/>
              </a:ext>
            </a:extLst>
          </p:cNvPr>
          <p:cNvSpPr>
            <a:spLocks noGrp="1"/>
          </p:cNvSpPr>
          <p:nvPr>
            <p:ph type="body" sz="quarter" idx="10"/>
          </p:nvPr>
        </p:nvSpPr>
        <p:spPr>
          <a:xfrm>
            <a:off x="841247" y="2604603"/>
            <a:ext cx="10363202" cy="669094"/>
          </a:xfrm>
        </p:spPr>
        <p:txBody>
          <a:bodyPr/>
          <a:lstStyle/>
          <a:p>
            <a:r>
              <a:rPr lang="es-ES" dirty="0"/>
              <a:t>Configuración Actividades del Cajero</a:t>
            </a:r>
            <a:endParaRPr lang="en-US" dirty="0"/>
          </a:p>
        </p:txBody>
      </p:sp>
      <p:sp>
        <p:nvSpPr>
          <p:cNvPr id="3" name="Marcador de texto 2">
            <a:extLst>
              <a:ext uri="{FF2B5EF4-FFF2-40B4-BE49-F238E27FC236}">
                <a16:creationId xmlns:a16="http://schemas.microsoft.com/office/drawing/2014/main" id="{640EC93F-A848-D899-BB81-241BB13BD1A8}"/>
              </a:ext>
            </a:extLst>
          </p:cNvPr>
          <p:cNvSpPr>
            <a:spLocks noGrp="1"/>
          </p:cNvSpPr>
          <p:nvPr>
            <p:ph type="body" sz="quarter" idx="11"/>
          </p:nvPr>
        </p:nvSpPr>
        <p:spPr>
          <a:xfrm>
            <a:off x="841247" y="3677316"/>
            <a:ext cx="3511297" cy="389915"/>
          </a:xfrm>
        </p:spPr>
        <p:txBody>
          <a:bodyPr/>
          <a:lstStyle/>
          <a:p>
            <a:pPr algn="l"/>
            <a:r>
              <a:rPr lang="es-CO" dirty="0"/>
              <a:t>Gestionar los pagos</a:t>
            </a:r>
          </a:p>
        </p:txBody>
      </p:sp>
    </p:spTree>
    <p:extLst>
      <p:ext uri="{BB962C8B-B14F-4D97-AF65-F5344CB8AC3E}">
        <p14:creationId xmlns:p14="http://schemas.microsoft.com/office/powerpoint/2010/main" val="41612537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FBE8-A6C0-CBDB-1276-B07BF8D5A09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86F45BD-EBD6-2D6D-48DB-AC8E824046E4}"/>
              </a:ext>
            </a:extLst>
          </p:cNvPr>
          <p:cNvSpPr txBox="1">
            <a:spLocks/>
          </p:cNvSpPr>
          <p:nvPr/>
        </p:nvSpPr>
        <p:spPr>
          <a:xfrm>
            <a:off x="1304400" y="433425"/>
            <a:ext cx="9583200"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usuario</a:t>
            </a:r>
            <a:endParaRPr lang="es-CL" dirty="0"/>
          </a:p>
        </p:txBody>
      </p:sp>
      <p:sp>
        <p:nvSpPr>
          <p:cNvPr id="3" name="Rectángulo: esquinas redondeadas 2">
            <a:extLst>
              <a:ext uri="{FF2B5EF4-FFF2-40B4-BE49-F238E27FC236}">
                <a16:creationId xmlns:a16="http://schemas.microsoft.com/office/drawing/2014/main" id="{362CF0E5-9FA4-79CF-0F05-4C8BD63DB156}"/>
              </a:ext>
            </a:extLst>
          </p:cNvPr>
          <p:cNvSpPr/>
          <p:nvPr/>
        </p:nvSpPr>
        <p:spPr>
          <a:xfrm>
            <a:off x="1316819" y="3368814"/>
            <a:ext cx="4786885" cy="6949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cs typeface="Arial"/>
              </a:rPr>
              <a:t>1. Para definir el perfil de un nuevo usuario, digitar el nombre del usuario, el cual debe coincidir con el usuario de Banner asignado.</a:t>
            </a:r>
            <a:endParaRPr lang="es-ES_tradnl" sz="1200" dirty="0">
              <a:latin typeface="Arial"/>
              <a:cs typeface="Arial"/>
            </a:endParaRPr>
          </a:p>
        </p:txBody>
      </p:sp>
      <p:pic>
        <p:nvPicPr>
          <p:cNvPr id="5" name="Imagen 4">
            <a:extLst>
              <a:ext uri="{FF2B5EF4-FFF2-40B4-BE49-F238E27FC236}">
                <a16:creationId xmlns:a16="http://schemas.microsoft.com/office/drawing/2014/main" id="{BA9381E7-6991-C350-2BA6-02A0BF73B3A6}"/>
              </a:ext>
            </a:extLst>
          </p:cNvPr>
          <p:cNvPicPr>
            <a:picLocks noChangeAspect="1"/>
          </p:cNvPicPr>
          <p:nvPr/>
        </p:nvPicPr>
        <p:blipFill>
          <a:blip r:embed="rId2"/>
          <a:stretch>
            <a:fillRect/>
          </a:stretch>
        </p:blipFill>
        <p:spPr>
          <a:xfrm>
            <a:off x="1304400" y="1765147"/>
            <a:ext cx="9583200" cy="1577172"/>
          </a:xfrm>
          <a:prstGeom prst="rect">
            <a:avLst/>
          </a:prstGeom>
        </p:spPr>
      </p:pic>
      <p:pic>
        <p:nvPicPr>
          <p:cNvPr id="8" name="Imagen 7">
            <a:extLst>
              <a:ext uri="{FF2B5EF4-FFF2-40B4-BE49-F238E27FC236}">
                <a16:creationId xmlns:a16="http://schemas.microsoft.com/office/drawing/2014/main" id="{3FF75A06-30C4-A052-6953-36B6AC743633}"/>
              </a:ext>
            </a:extLst>
          </p:cNvPr>
          <p:cNvPicPr>
            <a:picLocks noChangeAspect="1"/>
          </p:cNvPicPr>
          <p:nvPr/>
        </p:nvPicPr>
        <p:blipFill>
          <a:blip r:embed="rId3"/>
          <a:stretch>
            <a:fillRect/>
          </a:stretch>
        </p:blipFill>
        <p:spPr>
          <a:xfrm>
            <a:off x="10963961" y="2379854"/>
            <a:ext cx="162000" cy="162000"/>
          </a:xfrm>
          <a:prstGeom prst="rect">
            <a:avLst/>
          </a:prstGeom>
        </p:spPr>
      </p:pic>
      <p:pic>
        <p:nvPicPr>
          <p:cNvPr id="10" name="Imagen 9">
            <a:extLst>
              <a:ext uri="{FF2B5EF4-FFF2-40B4-BE49-F238E27FC236}">
                <a16:creationId xmlns:a16="http://schemas.microsoft.com/office/drawing/2014/main" id="{FCB62419-80D8-6915-C57F-E03DD7A0005D}"/>
              </a:ext>
            </a:extLst>
          </p:cNvPr>
          <p:cNvPicPr>
            <a:picLocks noChangeAspect="1"/>
          </p:cNvPicPr>
          <p:nvPr/>
        </p:nvPicPr>
        <p:blipFill>
          <a:blip r:embed="rId4"/>
          <a:stretch>
            <a:fillRect/>
          </a:stretch>
        </p:blipFill>
        <p:spPr>
          <a:xfrm>
            <a:off x="1316819" y="2379854"/>
            <a:ext cx="162000" cy="162000"/>
          </a:xfrm>
          <a:prstGeom prst="rect">
            <a:avLst/>
          </a:prstGeom>
        </p:spPr>
      </p:pic>
      <p:sp>
        <p:nvSpPr>
          <p:cNvPr id="11" name="Rectángulo: esquinas redondeadas 10">
            <a:extLst>
              <a:ext uri="{FF2B5EF4-FFF2-40B4-BE49-F238E27FC236}">
                <a16:creationId xmlns:a16="http://schemas.microsoft.com/office/drawing/2014/main" id="{665A176F-6A3A-E6DA-5187-93054F14AF86}"/>
              </a:ext>
            </a:extLst>
          </p:cNvPr>
          <p:cNvSpPr/>
          <p:nvPr/>
        </p:nvSpPr>
        <p:spPr>
          <a:xfrm>
            <a:off x="6621479" y="3342319"/>
            <a:ext cx="4266121" cy="6949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cs typeface="Arial"/>
              </a:rPr>
              <a:t>2. Presionar el botón Ir para pasar a la siguiente sección.</a:t>
            </a:r>
            <a:endParaRPr lang="es-ES_tradnl" sz="1200" dirty="0">
              <a:latin typeface="Arial"/>
              <a:cs typeface="Arial"/>
            </a:endParaRPr>
          </a:p>
        </p:txBody>
      </p:sp>
      <p:sp>
        <p:nvSpPr>
          <p:cNvPr id="12" name="Rectángulo: esquinas redondeadas 11">
            <a:extLst>
              <a:ext uri="{FF2B5EF4-FFF2-40B4-BE49-F238E27FC236}">
                <a16:creationId xmlns:a16="http://schemas.microsoft.com/office/drawing/2014/main" id="{144B5EF8-EADB-6DC8-9B60-E5E680E306C8}"/>
              </a:ext>
            </a:extLst>
          </p:cNvPr>
          <p:cNvSpPr/>
          <p:nvPr/>
        </p:nvSpPr>
        <p:spPr>
          <a:xfrm>
            <a:off x="1316819" y="4572019"/>
            <a:ext cx="9583200" cy="6949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r>
              <a:rPr lang="es-ES_tradnl" sz="1200" dirty="0">
                <a:cs typeface="Arial"/>
              </a:rPr>
              <a:t>La página administrativa permite configurar las categorías de códigos de detalle que tendrá habilitado un usuario para la emisión de transacciones y documentos de pago relacionados.</a:t>
            </a:r>
            <a:endParaRPr lang="es-ES_tradnl" sz="1200" dirty="0">
              <a:latin typeface="Arial"/>
              <a:cs typeface="Arial"/>
            </a:endParaRPr>
          </a:p>
        </p:txBody>
      </p:sp>
    </p:spTree>
    <p:extLst>
      <p:ext uri="{BB962C8B-B14F-4D97-AF65-F5344CB8AC3E}">
        <p14:creationId xmlns:p14="http://schemas.microsoft.com/office/powerpoint/2010/main" val="3209154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E75B3B-21D6-087C-4844-9FD5E7506DA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B7D260A-FDBC-5E4A-6163-1E49C75D065D}"/>
              </a:ext>
            </a:extLst>
          </p:cNvPr>
          <p:cNvSpPr txBox="1">
            <a:spLocks/>
          </p:cNvSpPr>
          <p:nvPr/>
        </p:nvSpPr>
        <p:spPr>
          <a:xfrm>
            <a:off x="1256315" y="450494"/>
            <a:ext cx="9679369"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usuario</a:t>
            </a:r>
            <a:endParaRPr lang="es-CL" dirty="0"/>
          </a:p>
        </p:txBody>
      </p:sp>
      <p:sp>
        <p:nvSpPr>
          <p:cNvPr id="3" name="Rectángulo: esquinas redondeadas 2">
            <a:extLst>
              <a:ext uri="{FF2B5EF4-FFF2-40B4-BE49-F238E27FC236}">
                <a16:creationId xmlns:a16="http://schemas.microsoft.com/office/drawing/2014/main" id="{F1AEEA28-4B47-69BD-CA19-F149D72A5458}"/>
              </a:ext>
            </a:extLst>
          </p:cNvPr>
          <p:cNvSpPr/>
          <p:nvPr/>
        </p:nvSpPr>
        <p:spPr>
          <a:xfrm>
            <a:off x="1304399" y="3706508"/>
            <a:ext cx="7733761" cy="6094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defRPr/>
            </a:pPr>
            <a:r>
              <a:rPr lang="es-ES_tradnl" sz="1200" dirty="0">
                <a:cs typeface="Arial"/>
              </a:rPr>
              <a:t>3. Para consultar un usuario que ya se encuentra creado, presionar la lista desplegable del campo ID de usuario.</a:t>
            </a:r>
            <a:endParaRPr lang="es-ES_tradnl" sz="1200" dirty="0">
              <a:latin typeface="Arial"/>
              <a:cs typeface="Arial"/>
            </a:endParaRPr>
          </a:p>
        </p:txBody>
      </p:sp>
      <p:pic>
        <p:nvPicPr>
          <p:cNvPr id="6" name="Imagen 5">
            <a:extLst>
              <a:ext uri="{FF2B5EF4-FFF2-40B4-BE49-F238E27FC236}">
                <a16:creationId xmlns:a16="http://schemas.microsoft.com/office/drawing/2014/main" id="{0EFE3E48-EAC6-15F9-B888-E9B17005BB33}"/>
              </a:ext>
            </a:extLst>
          </p:cNvPr>
          <p:cNvPicPr>
            <a:picLocks noChangeAspect="1"/>
          </p:cNvPicPr>
          <p:nvPr/>
        </p:nvPicPr>
        <p:blipFill>
          <a:blip r:embed="rId3"/>
          <a:stretch>
            <a:fillRect/>
          </a:stretch>
        </p:blipFill>
        <p:spPr>
          <a:xfrm>
            <a:off x="1304399" y="1888193"/>
            <a:ext cx="9583200" cy="1384018"/>
          </a:xfrm>
          <a:prstGeom prst="rect">
            <a:avLst/>
          </a:prstGeom>
        </p:spPr>
      </p:pic>
      <p:pic>
        <p:nvPicPr>
          <p:cNvPr id="9" name="Imagen 8">
            <a:extLst>
              <a:ext uri="{FF2B5EF4-FFF2-40B4-BE49-F238E27FC236}">
                <a16:creationId xmlns:a16="http://schemas.microsoft.com/office/drawing/2014/main" id="{AA0AFC84-782F-79FD-367E-46457D464B16}"/>
              </a:ext>
            </a:extLst>
          </p:cNvPr>
          <p:cNvPicPr>
            <a:picLocks noChangeAspect="1"/>
          </p:cNvPicPr>
          <p:nvPr/>
        </p:nvPicPr>
        <p:blipFill>
          <a:blip r:embed="rId4"/>
          <a:stretch>
            <a:fillRect/>
          </a:stretch>
        </p:blipFill>
        <p:spPr>
          <a:xfrm>
            <a:off x="3465235" y="2499202"/>
            <a:ext cx="162000" cy="162000"/>
          </a:xfrm>
          <a:prstGeom prst="rect">
            <a:avLst/>
          </a:prstGeom>
        </p:spPr>
      </p:pic>
    </p:spTree>
    <p:extLst>
      <p:ext uri="{BB962C8B-B14F-4D97-AF65-F5344CB8AC3E}">
        <p14:creationId xmlns:p14="http://schemas.microsoft.com/office/powerpoint/2010/main" val="32001717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93097-7CCD-C5B6-B9EB-5EB294B9082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0F81A71-5B21-07DB-72F8-5378903AD6EB}"/>
              </a:ext>
            </a:extLst>
          </p:cNvPr>
          <p:cNvSpPr txBox="1">
            <a:spLocks/>
          </p:cNvSpPr>
          <p:nvPr/>
        </p:nvSpPr>
        <p:spPr>
          <a:xfrm>
            <a:off x="1140738" y="354743"/>
            <a:ext cx="920112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a:t>
            </a:r>
          </a:p>
          <a:p>
            <a:r>
              <a:rPr lang="es-ES_tradnl" sz="3200" dirty="0"/>
              <a:t>usuario</a:t>
            </a:r>
            <a:endParaRPr lang="es-CL" dirty="0"/>
          </a:p>
        </p:txBody>
      </p:sp>
      <p:sp>
        <p:nvSpPr>
          <p:cNvPr id="3" name="Rectángulo: esquinas redondeadas 2">
            <a:extLst>
              <a:ext uri="{FF2B5EF4-FFF2-40B4-BE49-F238E27FC236}">
                <a16:creationId xmlns:a16="http://schemas.microsoft.com/office/drawing/2014/main" id="{8BDCC9AA-0136-8CBF-73ED-DA0CD03A872E}"/>
              </a:ext>
            </a:extLst>
          </p:cNvPr>
          <p:cNvSpPr/>
          <p:nvPr/>
        </p:nvSpPr>
        <p:spPr>
          <a:xfrm>
            <a:off x="1304400" y="4060379"/>
            <a:ext cx="2711641" cy="493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dirty="0">
                <a:cs typeface="Arial"/>
              </a:rPr>
              <a:t>4. Seleccionar el usuario a configurar</a:t>
            </a:r>
            <a:endParaRPr lang="es-ES_tradnl" sz="1200" dirty="0">
              <a:latin typeface="Arial"/>
              <a:cs typeface="Arial"/>
            </a:endParaRPr>
          </a:p>
        </p:txBody>
      </p:sp>
      <p:pic>
        <p:nvPicPr>
          <p:cNvPr id="8" name="Imagen 7">
            <a:extLst>
              <a:ext uri="{FF2B5EF4-FFF2-40B4-BE49-F238E27FC236}">
                <a16:creationId xmlns:a16="http://schemas.microsoft.com/office/drawing/2014/main" id="{DD54A79F-C20F-DAAD-174D-35FAD4079779}"/>
              </a:ext>
            </a:extLst>
          </p:cNvPr>
          <p:cNvPicPr>
            <a:picLocks noChangeAspect="1"/>
          </p:cNvPicPr>
          <p:nvPr/>
        </p:nvPicPr>
        <p:blipFill>
          <a:blip r:embed="rId3"/>
          <a:stretch>
            <a:fillRect/>
          </a:stretch>
        </p:blipFill>
        <p:spPr>
          <a:xfrm>
            <a:off x="1253631" y="1507866"/>
            <a:ext cx="9583200" cy="1912645"/>
          </a:xfrm>
          <a:prstGeom prst="rect">
            <a:avLst/>
          </a:prstGeom>
        </p:spPr>
      </p:pic>
      <p:pic>
        <p:nvPicPr>
          <p:cNvPr id="11" name="Imagen 10">
            <a:extLst>
              <a:ext uri="{FF2B5EF4-FFF2-40B4-BE49-F238E27FC236}">
                <a16:creationId xmlns:a16="http://schemas.microsoft.com/office/drawing/2014/main" id="{384EF1A4-4AC8-11F4-B505-C956B391C6DD}"/>
              </a:ext>
            </a:extLst>
          </p:cNvPr>
          <p:cNvPicPr>
            <a:picLocks noChangeAspect="1"/>
          </p:cNvPicPr>
          <p:nvPr/>
        </p:nvPicPr>
        <p:blipFill>
          <a:blip r:embed="rId4"/>
          <a:stretch>
            <a:fillRect/>
          </a:stretch>
        </p:blipFill>
        <p:spPr>
          <a:xfrm>
            <a:off x="1304400" y="3313631"/>
            <a:ext cx="9583200" cy="319607"/>
          </a:xfrm>
          <a:prstGeom prst="rect">
            <a:avLst/>
          </a:prstGeom>
        </p:spPr>
      </p:pic>
      <p:pic>
        <p:nvPicPr>
          <p:cNvPr id="13" name="Imagen 12">
            <a:extLst>
              <a:ext uri="{FF2B5EF4-FFF2-40B4-BE49-F238E27FC236}">
                <a16:creationId xmlns:a16="http://schemas.microsoft.com/office/drawing/2014/main" id="{47040E50-2E94-CA60-553F-4121A42AF057}"/>
              </a:ext>
            </a:extLst>
          </p:cNvPr>
          <p:cNvPicPr>
            <a:picLocks noChangeAspect="1"/>
          </p:cNvPicPr>
          <p:nvPr/>
        </p:nvPicPr>
        <p:blipFill>
          <a:blip r:embed="rId5"/>
          <a:stretch>
            <a:fillRect/>
          </a:stretch>
        </p:blipFill>
        <p:spPr>
          <a:xfrm>
            <a:off x="10918580" y="3313631"/>
            <a:ext cx="162000" cy="162000"/>
          </a:xfrm>
          <a:prstGeom prst="rect">
            <a:avLst/>
          </a:prstGeom>
        </p:spPr>
      </p:pic>
      <p:pic>
        <p:nvPicPr>
          <p:cNvPr id="15" name="Imagen 14">
            <a:extLst>
              <a:ext uri="{FF2B5EF4-FFF2-40B4-BE49-F238E27FC236}">
                <a16:creationId xmlns:a16="http://schemas.microsoft.com/office/drawing/2014/main" id="{AA258388-CB98-DBBA-2721-783A048E52E6}"/>
              </a:ext>
            </a:extLst>
          </p:cNvPr>
          <p:cNvPicPr>
            <a:picLocks noChangeAspect="1"/>
          </p:cNvPicPr>
          <p:nvPr/>
        </p:nvPicPr>
        <p:blipFill>
          <a:blip r:embed="rId6"/>
          <a:stretch>
            <a:fillRect/>
          </a:stretch>
        </p:blipFill>
        <p:spPr>
          <a:xfrm>
            <a:off x="8626793" y="2273202"/>
            <a:ext cx="162000" cy="162000"/>
          </a:xfrm>
          <a:prstGeom prst="rect">
            <a:avLst/>
          </a:prstGeom>
        </p:spPr>
      </p:pic>
      <p:pic>
        <p:nvPicPr>
          <p:cNvPr id="17" name="Imagen 16">
            <a:extLst>
              <a:ext uri="{FF2B5EF4-FFF2-40B4-BE49-F238E27FC236}">
                <a16:creationId xmlns:a16="http://schemas.microsoft.com/office/drawing/2014/main" id="{49DB2B8D-83E1-8188-8BB1-786173C636CC}"/>
              </a:ext>
            </a:extLst>
          </p:cNvPr>
          <p:cNvPicPr>
            <a:picLocks noChangeAspect="1"/>
          </p:cNvPicPr>
          <p:nvPr/>
        </p:nvPicPr>
        <p:blipFill>
          <a:blip r:embed="rId7"/>
          <a:stretch>
            <a:fillRect/>
          </a:stretch>
        </p:blipFill>
        <p:spPr>
          <a:xfrm>
            <a:off x="1063722" y="2304742"/>
            <a:ext cx="162000" cy="162000"/>
          </a:xfrm>
          <a:prstGeom prst="rect">
            <a:avLst/>
          </a:prstGeom>
        </p:spPr>
      </p:pic>
      <p:sp>
        <p:nvSpPr>
          <p:cNvPr id="18" name="Rectángulo: esquinas redondeadas 17">
            <a:extLst>
              <a:ext uri="{FF2B5EF4-FFF2-40B4-BE49-F238E27FC236}">
                <a16:creationId xmlns:a16="http://schemas.microsoft.com/office/drawing/2014/main" id="{AEFC05B2-34D7-848A-D6E8-7EDE4095110E}"/>
              </a:ext>
            </a:extLst>
          </p:cNvPr>
          <p:cNvSpPr/>
          <p:nvPr/>
        </p:nvSpPr>
        <p:spPr>
          <a:xfrm>
            <a:off x="1304400" y="4732357"/>
            <a:ext cx="6405372" cy="493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dirty="0">
                <a:cs typeface="Arial"/>
              </a:rPr>
              <a:t>5. La página relaciona si el usuario tiene perfil de Supervisor y/o Restringido.</a:t>
            </a:r>
            <a:endParaRPr lang="es-ES_tradnl" sz="1200" dirty="0">
              <a:latin typeface="Arial"/>
              <a:cs typeface="Arial"/>
            </a:endParaRPr>
          </a:p>
        </p:txBody>
      </p:sp>
      <p:sp>
        <p:nvSpPr>
          <p:cNvPr id="19" name="Rectángulo: esquinas redondeadas 18">
            <a:extLst>
              <a:ext uri="{FF2B5EF4-FFF2-40B4-BE49-F238E27FC236}">
                <a16:creationId xmlns:a16="http://schemas.microsoft.com/office/drawing/2014/main" id="{198353B3-C195-04E5-139B-B0ACCF16D735}"/>
              </a:ext>
            </a:extLst>
          </p:cNvPr>
          <p:cNvSpPr/>
          <p:nvPr/>
        </p:nvSpPr>
        <p:spPr>
          <a:xfrm>
            <a:off x="1304400" y="5404335"/>
            <a:ext cx="2711641" cy="493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6. Presionar el botón SELECCIONAR.</a:t>
            </a:r>
          </a:p>
        </p:txBody>
      </p:sp>
    </p:spTree>
    <p:extLst>
      <p:ext uri="{BB962C8B-B14F-4D97-AF65-F5344CB8AC3E}">
        <p14:creationId xmlns:p14="http://schemas.microsoft.com/office/powerpoint/2010/main" val="22655031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937B7-5C03-F2AA-91CD-64FF2C0B7D9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2381607-F37F-661A-51EA-3A4B5DDBCB4B}"/>
              </a:ext>
            </a:extLst>
          </p:cNvPr>
          <p:cNvSpPr txBox="1">
            <a:spLocks/>
          </p:cNvSpPr>
          <p:nvPr/>
        </p:nvSpPr>
        <p:spPr>
          <a:xfrm>
            <a:off x="1253631" y="374119"/>
            <a:ext cx="910968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usuario</a:t>
            </a:r>
            <a:endParaRPr lang="es-CL" dirty="0"/>
          </a:p>
        </p:txBody>
      </p:sp>
      <p:sp>
        <p:nvSpPr>
          <p:cNvPr id="18" name="Rectángulo: esquinas redondeadas 17">
            <a:extLst>
              <a:ext uri="{FF2B5EF4-FFF2-40B4-BE49-F238E27FC236}">
                <a16:creationId xmlns:a16="http://schemas.microsoft.com/office/drawing/2014/main" id="{AC12A86C-2B4D-09CD-FEAF-0E56AB099289}"/>
              </a:ext>
            </a:extLst>
          </p:cNvPr>
          <p:cNvSpPr/>
          <p:nvPr/>
        </p:nvSpPr>
        <p:spPr>
          <a:xfrm>
            <a:off x="1250660" y="4475741"/>
            <a:ext cx="4821150" cy="493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dirty="0">
                <a:cs typeface="Arial"/>
              </a:rPr>
              <a:t>7. Digitar el nombre y apellido del usuario de Banner.</a:t>
            </a:r>
            <a:endParaRPr lang="es-ES_tradnl" sz="1200" dirty="0">
              <a:latin typeface="Arial"/>
              <a:cs typeface="Arial"/>
            </a:endParaRPr>
          </a:p>
        </p:txBody>
      </p:sp>
      <p:sp>
        <p:nvSpPr>
          <p:cNvPr id="19" name="Rectángulo: esquinas redondeadas 18">
            <a:extLst>
              <a:ext uri="{FF2B5EF4-FFF2-40B4-BE49-F238E27FC236}">
                <a16:creationId xmlns:a16="http://schemas.microsoft.com/office/drawing/2014/main" id="{E64AEDD0-56D1-CD87-2129-23A08C6385AA}"/>
              </a:ext>
            </a:extLst>
          </p:cNvPr>
          <p:cNvSpPr/>
          <p:nvPr/>
        </p:nvSpPr>
        <p:spPr>
          <a:xfrm>
            <a:off x="1250660" y="5147719"/>
            <a:ext cx="4821150" cy="4939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dirty="0">
                <a:cs typeface="Arial"/>
              </a:rPr>
              <a:t>8. Activar el </a:t>
            </a:r>
            <a:r>
              <a:rPr lang="es-ES_tradnl" sz="1200" dirty="0" err="1">
                <a:cs typeface="Arial"/>
              </a:rPr>
              <a:t>check</a:t>
            </a:r>
            <a:r>
              <a:rPr lang="es-ES_tradnl" sz="1200" dirty="0">
                <a:cs typeface="Arial"/>
              </a:rPr>
              <a:t> del campo </a:t>
            </a:r>
            <a:r>
              <a:rPr lang="es-ES_tradnl" sz="1200" b="1" dirty="0">
                <a:cs typeface="Arial"/>
              </a:rPr>
              <a:t>Usuario restringido </a:t>
            </a:r>
            <a:r>
              <a:rPr lang="es-ES_tradnl" sz="1200" dirty="0">
                <a:cs typeface="Arial"/>
              </a:rPr>
              <a:t>y/o </a:t>
            </a:r>
            <a:r>
              <a:rPr lang="es-ES_tradnl" sz="1200" b="1" dirty="0">
                <a:cs typeface="Arial"/>
              </a:rPr>
              <a:t>Supervisor</a:t>
            </a:r>
            <a:r>
              <a:rPr lang="es-ES_tradnl" sz="1200" dirty="0">
                <a:cs typeface="Arial"/>
              </a:rPr>
              <a:t>.</a:t>
            </a:r>
            <a:endParaRPr lang="es-ES_tradnl" sz="1200" dirty="0">
              <a:latin typeface="Arial"/>
              <a:cs typeface="Arial"/>
            </a:endParaRPr>
          </a:p>
        </p:txBody>
      </p:sp>
      <p:pic>
        <p:nvPicPr>
          <p:cNvPr id="5" name="Imagen 4">
            <a:extLst>
              <a:ext uri="{FF2B5EF4-FFF2-40B4-BE49-F238E27FC236}">
                <a16:creationId xmlns:a16="http://schemas.microsoft.com/office/drawing/2014/main" id="{31DD21F3-65CD-7AAE-0B5D-F806775A201D}"/>
              </a:ext>
            </a:extLst>
          </p:cNvPr>
          <p:cNvPicPr>
            <a:picLocks noChangeAspect="1"/>
          </p:cNvPicPr>
          <p:nvPr/>
        </p:nvPicPr>
        <p:blipFill>
          <a:blip r:embed="rId3"/>
          <a:stretch>
            <a:fillRect/>
          </a:stretch>
        </p:blipFill>
        <p:spPr>
          <a:xfrm>
            <a:off x="1253631" y="1583929"/>
            <a:ext cx="9583200" cy="2689494"/>
          </a:xfrm>
          <a:prstGeom prst="rect">
            <a:avLst/>
          </a:prstGeom>
        </p:spPr>
      </p:pic>
      <p:pic>
        <p:nvPicPr>
          <p:cNvPr id="7" name="Imagen 6">
            <a:extLst>
              <a:ext uri="{FF2B5EF4-FFF2-40B4-BE49-F238E27FC236}">
                <a16:creationId xmlns:a16="http://schemas.microsoft.com/office/drawing/2014/main" id="{8E659807-8D8A-EE4C-CC2B-D86B37A37E52}"/>
              </a:ext>
            </a:extLst>
          </p:cNvPr>
          <p:cNvPicPr>
            <a:picLocks noChangeAspect="1"/>
          </p:cNvPicPr>
          <p:nvPr/>
        </p:nvPicPr>
        <p:blipFill>
          <a:blip r:embed="rId4"/>
          <a:stretch>
            <a:fillRect/>
          </a:stretch>
        </p:blipFill>
        <p:spPr>
          <a:xfrm>
            <a:off x="1088660" y="2540890"/>
            <a:ext cx="162000" cy="162000"/>
          </a:xfrm>
          <a:prstGeom prst="rect">
            <a:avLst/>
          </a:prstGeom>
        </p:spPr>
      </p:pic>
      <p:pic>
        <p:nvPicPr>
          <p:cNvPr id="10" name="Imagen 9">
            <a:extLst>
              <a:ext uri="{FF2B5EF4-FFF2-40B4-BE49-F238E27FC236}">
                <a16:creationId xmlns:a16="http://schemas.microsoft.com/office/drawing/2014/main" id="{839FDA92-8F0E-3DB4-19CA-0B656C918A31}"/>
              </a:ext>
            </a:extLst>
          </p:cNvPr>
          <p:cNvPicPr>
            <a:picLocks noChangeAspect="1"/>
          </p:cNvPicPr>
          <p:nvPr/>
        </p:nvPicPr>
        <p:blipFill>
          <a:blip r:embed="rId5"/>
          <a:stretch>
            <a:fillRect/>
          </a:stretch>
        </p:blipFill>
        <p:spPr>
          <a:xfrm>
            <a:off x="6560249" y="2691689"/>
            <a:ext cx="162000" cy="162000"/>
          </a:xfrm>
          <a:prstGeom prst="rect">
            <a:avLst/>
          </a:prstGeom>
        </p:spPr>
      </p:pic>
    </p:spTree>
    <p:extLst>
      <p:ext uri="{BB962C8B-B14F-4D97-AF65-F5344CB8AC3E}">
        <p14:creationId xmlns:p14="http://schemas.microsoft.com/office/powerpoint/2010/main" val="1897766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FF9BB-1AF9-7CD2-3078-7BC76A705F4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AEB0AC0-6270-28AD-3ABF-B7375930742C}"/>
              </a:ext>
            </a:extLst>
          </p:cNvPr>
          <p:cNvSpPr txBox="1">
            <a:spLocks/>
          </p:cNvSpPr>
          <p:nvPr/>
        </p:nvSpPr>
        <p:spPr>
          <a:xfrm>
            <a:off x="1304400" y="342360"/>
            <a:ext cx="9421200" cy="946944"/>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usuario</a:t>
            </a:r>
            <a:endParaRPr lang="es-CL" dirty="0"/>
          </a:p>
        </p:txBody>
      </p:sp>
      <p:sp>
        <p:nvSpPr>
          <p:cNvPr id="18" name="Rectángulo: esquinas redondeadas 17">
            <a:extLst>
              <a:ext uri="{FF2B5EF4-FFF2-40B4-BE49-F238E27FC236}">
                <a16:creationId xmlns:a16="http://schemas.microsoft.com/office/drawing/2014/main" id="{4DDE854C-3A03-6F07-5B88-533E1E79116E}"/>
              </a:ext>
            </a:extLst>
          </p:cNvPr>
          <p:cNvSpPr/>
          <p:nvPr/>
        </p:nvSpPr>
        <p:spPr>
          <a:xfrm>
            <a:off x="1283426" y="4762154"/>
            <a:ext cx="9604174" cy="71257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dirty="0"/>
              <a:t>9. La casilla "Usuario restringido” permite limitar la emisión de documentos basado en las categorías de los códigos de detalles que sean configuradas en la sección “Permisos de Usuario”, misma sección que solo se habilita para edición, cuando la casilla se encuentre activa.</a:t>
            </a:r>
            <a:endParaRPr lang="es-ES_tradnl" sz="1050" dirty="0">
              <a:cs typeface="Arial"/>
            </a:endParaRPr>
          </a:p>
        </p:txBody>
      </p:sp>
      <p:pic>
        <p:nvPicPr>
          <p:cNvPr id="4" name="Imagen 3">
            <a:extLst>
              <a:ext uri="{FF2B5EF4-FFF2-40B4-BE49-F238E27FC236}">
                <a16:creationId xmlns:a16="http://schemas.microsoft.com/office/drawing/2014/main" id="{6393D71C-D787-FFFC-EBD6-8021595BC06C}"/>
              </a:ext>
            </a:extLst>
          </p:cNvPr>
          <p:cNvPicPr>
            <a:picLocks noChangeAspect="1"/>
          </p:cNvPicPr>
          <p:nvPr/>
        </p:nvPicPr>
        <p:blipFill>
          <a:blip r:embed="rId3"/>
          <a:stretch>
            <a:fillRect/>
          </a:stretch>
        </p:blipFill>
        <p:spPr>
          <a:xfrm>
            <a:off x="1304400" y="1355840"/>
            <a:ext cx="9583200" cy="3014715"/>
          </a:xfrm>
          <a:prstGeom prst="rect">
            <a:avLst/>
          </a:prstGeom>
        </p:spPr>
      </p:pic>
      <p:pic>
        <p:nvPicPr>
          <p:cNvPr id="8" name="Imagen 7">
            <a:extLst>
              <a:ext uri="{FF2B5EF4-FFF2-40B4-BE49-F238E27FC236}">
                <a16:creationId xmlns:a16="http://schemas.microsoft.com/office/drawing/2014/main" id="{57DD49A6-B937-9FF2-7BBB-664A8E1F7F20}"/>
              </a:ext>
            </a:extLst>
          </p:cNvPr>
          <p:cNvPicPr>
            <a:picLocks noChangeAspect="1"/>
          </p:cNvPicPr>
          <p:nvPr/>
        </p:nvPicPr>
        <p:blipFill>
          <a:blip r:embed="rId4"/>
          <a:stretch>
            <a:fillRect/>
          </a:stretch>
        </p:blipFill>
        <p:spPr>
          <a:xfrm>
            <a:off x="1121426" y="2890629"/>
            <a:ext cx="162000" cy="162000"/>
          </a:xfrm>
          <a:prstGeom prst="rect">
            <a:avLst/>
          </a:prstGeom>
        </p:spPr>
      </p:pic>
    </p:spTree>
    <p:extLst>
      <p:ext uri="{BB962C8B-B14F-4D97-AF65-F5344CB8AC3E}">
        <p14:creationId xmlns:p14="http://schemas.microsoft.com/office/powerpoint/2010/main" val="41925696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A24DB-A606-0622-4F59-A5415F7F577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6298B42-3192-5807-B0E7-9FFE1D758716}"/>
              </a:ext>
            </a:extLst>
          </p:cNvPr>
          <p:cNvSpPr txBox="1">
            <a:spLocks/>
          </p:cNvSpPr>
          <p:nvPr/>
        </p:nvSpPr>
        <p:spPr>
          <a:xfrm>
            <a:off x="1253631" y="402312"/>
            <a:ext cx="8963382" cy="951000"/>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a:t>
            </a:r>
            <a:r>
              <a:rPr lang="es-ES_tradnl" sz="3200" dirty="0"/>
              <a:t> TGAUPRF - Definición de perfil de usuario</a:t>
            </a:r>
            <a:endParaRPr lang="es-CL" dirty="0"/>
          </a:p>
        </p:txBody>
      </p:sp>
      <p:sp>
        <p:nvSpPr>
          <p:cNvPr id="18" name="Rectángulo: esquinas redondeadas 17">
            <a:extLst>
              <a:ext uri="{FF2B5EF4-FFF2-40B4-BE49-F238E27FC236}">
                <a16:creationId xmlns:a16="http://schemas.microsoft.com/office/drawing/2014/main" id="{6EFDEC6D-625F-6056-BDC4-A6B4DE370035}"/>
              </a:ext>
            </a:extLst>
          </p:cNvPr>
          <p:cNvSpPr/>
          <p:nvPr/>
        </p:nvSpPr>
        <p:spPr>
          <a:xfrm>
            <a:off x="1253631" y="4694875"/>
            <a:ext cx="9583200" cy="70602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_tradnl" sz="1200" b="1" dirty="0">
                <a:cs typeface="Arial"/>
              </a:rPr>
              <a:t>10. </a:t>
            </a:r>
            <a:r>
              <a:rPr lang="es-ES_tradnl" sz="1200" dirty="0">
                <a:cs typeface="Arial"/>
              </a:rPr>
              <a:t>La casilla “Supervisor” designa un usuario configurado con el rol de supervisor, lo cual lo habilita para efectuar el cierre diario y arqueo de aquellos cajeros que le sean vinculados bajo su responsabilidad, lo cual debe ser señalado en la sección "Asignación de cajero".</a:t>
            </a:r>
            <a:endParaRPr lang="es-ES_tradnl" sz="1200" dirty="0">
              <a:latin typeface="Arial"/>
              <a:cs typeface="Arial"/>
            </a:endParaRPr>
          </a:p>
        </p:txBody>
      </p:sp>
      <p:pic>
        <p:nvPicPr>
          <p:cNvPr id="5" name="Imagen 4">
            <a:extLst>
              <a:ext uri="{FF2B5EF4-FFF2-40B4-BE49-F238E27FC236}">
                <a16:creationId xmlns:a16="http://schemas.microsoft.com/office/drawing/2014/main" id="{20283DDF-1A14-26E2-4541-DE541A72FADB}"/>
              </a:ext>
            </a:extLst>
          </p:cNvPr>
          <p:cNvPicPr>
            <a:picLocks noChangeAspect="1"/>
          </p:cNvPicPr>
          <p:nvPr/>
        </p:nvPicPr>
        <p:blipFill>
          <a:blip r:embed="rId3"/>
          <a:stretch>
            <a:fillRect/>
          </a:stretch>
        </p:blipFill>
        <p:spPr>
          <a:xfrm>
            <a:off x="1253631" y="1539400"/>
            <a:ext cx="9583200" cy="2617680"/>
          </a:xfrm>
          <a:prstGeom prst="rect">
            <a:avLst/>
          </a:prstGeom>
        </p:spPr>
      </p:pic>
      <p:pic>
        <p:nvPicPr>
          <p:cNvPr id="7" name="Imagen 6">
            <a:extLst>
              <a:ext uri="{FF2B5EF4-FFF2-40B4-BE49-F238E27FC236}">
                <a16:creationId xmlns:a16="http://schemas.microsoft.com/office/drawing/2014/main" id="{6480AF75-A3E3-6A5B-2D0B-0948618698F9}"/>
              </a:ext>
            </a:extLst>
          </p:cNvPr>
          <p:cNvPicPr>
            <a:picLocks noChangeAspect="1"/>
          </p:cNvPicPr>
          <p:nvPr/>
        </p:nvPicPr>
        <p:blipFill>
          <a:blip r:embed="rId4"/>
          <a:stretch>
            <a:fillRect/>
          </a:stretch>
        </p:blipFill>
        <p:spPr>
          <a:xfrm>
            <a:off x="1023162" y="3651163"/>
            <a:ext cx="162000" cy="162000"/>
          </a:xfrm>
          <a:prstGeom prst="rect">
            <a:avLst/>
          </a:prstGeom>
        </p:spPr>
      </p:pic>
    </p:spTree>
    <p:extLst>
      <p:ext uri="{BB962C8B-B14F-4D97-AF65-F5344CB8AC3E}">
        <p14:creationId xmlns:p14="http://schemas.microsoft.com/office/powerpoint/2010/main" val="3233857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FD9A-B19A-8E84-9633-3B679ED9C6F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8381121-9457-F1EB-89CC-F100114C3266}"/>
              </a:ext>
            </a:extLst>
          </p:cNvPr>
          <p:cNvSpPr>
            <a:spLocks noGrp="1"/>
          </p:cNvSpPr>
          <p:nvPr>
            <p:ph type="body" sz="quarter" idx="10"/>
          </p:nvPr>
        </p:nvSpPr>
        <p:spPr>
          <a:xfrm>
            <a:off x="841247" y="2211411"/>
            <a:ext cx="10363202" cy="1333891"/>
          </a:xfrm>
        </p:spPr>
        <p:txBody>
          <a:bodyPr/>
          <a:lstStyle/>
          <a:p>
            <a:pPr algn="l"/>
            <a:r>
              <a:rPr lang="es-ES" dirty="0"/>
              <a:t>Configuración Mantenimiento de divisas </a:t>
            </a:r>
            <a:endParaRPr lang="en-US" dirty="0"/>
          </a:p>
        </p:txBody>
      </p:sp>
      <p:sp>
        <p:nvSpPr>
          <p:cNvPr id="3" name="Marcador de texto 2">
            <a:extLst>
              <a:ext uri="{FF2B5EF4-FFF2-40B4-BE49-F238E27FC236}">
                <a16:creationId xmlns:a16="http://schemas.microsoft.com/office/drawing/2014/main" id="{E3F481EA-D3EC-5CF7-5741-AA61EDCB6AD9}"/>
              </a:ext>
            </a:extLst>
          </p:cNvPr>
          <p:cNvSpPr>
            <a:spLocks noGrp="1"/>
          </p:cNvSpPr>
          <p:nvPr>
            <p:ph type="body" sz="quarter" idx="11"/>
          </p:nvPr>
        </p:nvSpPr>
        <p:spPr>
          <a:xfrm>
            <a:off x="841247" y="3677316"/>
            <a:ext cx="3511297" cy="389915"/>
          </a:xfrm>
        </p:spPr>
        <p:txBody>
          <a:bodyPr/>
          <a:lstStyle/>
          <a:p>
            <a:pPr algn="l"/>
            <a:r>
              <a:rPr lang="es-CO" dirty="0"/>
              <a:t>Gestionar los pagos</a:t>
            </a:r>
          </a:p>
        </p:txBody>
      </p:sp>
    </p:spTree>
    <p:extLst>
      <p:ext uri="{BB962C8B-B14F-4D97-AF65-F5344CB8AC3E}">
        <p14:creationId xmlns:p14="http://schemas.microsoft.com/office/powerpoint/2010/main" val="2160981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FE92-D872-6556-D83F-4AD9D9C49BC9}"/>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A881F8AA-3800-9148-64FC-1311A56F13F9}"/>
              </a:ext>
            </a:extLst>
          </p:cNvPr>
          <p:cNvSpPr/>
          <p:nvPr/>
        </p:nvSpPr>
        <p:spPr>
          <a:xfrm>
            <a:off x="1364598" y="5133118"/>
            <a:ext cx="9583200" cy="10412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Mantenimiento de divisa – Se crean y mantienen las diferentes monedas o divisas con las que la institución va a operar.</a:t>
            </a:r>
          </a:p>
          <a:p>
            <a:pPr algn="just"/>
            <a:r>
              <a:rPr lang="es-CL" sz="1200" dirty="0"/>
              <a:t>Al acceder a la página, esta habilita el filtro para realizar la búsqueda de una divisa, ya sea por código, descripción, país, etc. </a:t>
            </a:r>
          </a:p>
          <a:p>
            <a:pPr algn="just"/>
            <a:r>
              <a:rPr lang="es-CL" sz="1200" dirty="0"/>
              <a:t>Digite la tecla </a:t>
            </a:r>
            <a:r>
              <a:rPr lang="es-CL" sz="1200" b="1" dirty="0"/>
              <a:t>F8</a:t>
            </a:r>
            <a:r>
              <a:rPr lang="es-CL" sz="1200" dirty="0"/>
              <a:t> para cargar la información de las divisas definidas por la institución.</a:t>
            </a:r>
          </a:p>
        </p:txBody>
      </p:sp>
      <p:sp>
        <p:nvSpPr>
          <p:cNvPr id="4" name="Título 3">
            <a:extLst>
              <a:ext uri="{FF2B5EF4-FFF2-40B4-BE49-F238E27FC236}">
                <a16:creationId xmlns:a16="http://schemas.microsoft.com/office/drawing/2014/main" id="{5805D738-86F5-2BE4-686F-350BED3A1E68}"/>
              </a:ext>
            </a:extLst>
          </p:cNvPr>
          <p:cNvSpPr txBox="1">
            <a:spLocks/>
          </p:cNvSpPr>
          <p:nvPr/>
        </p:nvSpPr>
        <p:spPr>
          <a:xfrm>
            <a:off x="1364598" y="312826"/>
            <a:ext cx="9701579" cy="855676"/>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pPr algn="l"/>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5" name="Imagen 4">
            <a:extLst>
              <a:ext uri="{FF2B5EF4-FFF2-40B4-BE49-F238E27FC236}">
                <a16:creationId xmlns:a16="http://schemas.microsoft.com/office/drawing/2014/main" id="{0361DC1E-E88F-6D9F-A9F0-DA83C037F7AD}"/>
              </a:ext>
            </a:extLst>
          </p:cNvPr>
          <p:cNvPicPr>
            <a:picLocks noChangeAspect="1"/>
          </p:cNvPicPr>
          <p:nvPr/>
        </p:nvPicPr>
        <p:blipFill>
          <a:blip r:embed="rId2"/>
          <a:stretch>
            <a:fillRect/>
          </a:stretch>
        </p:blipFill>
        <p:spPr>
          <a:xfrm>
            <a:off x="1364598" y="1349588"/>
            <a:ext cx="9583200" cy="3602444"/>
          </a:xfrm>
          <a:prstGeom prst="rect">
            <a:avLst/>
          </a:prstGeom>
        </p:spPr>
      </p:pic>
    </p:spTree>
    <p:extLst>
      <p:ext uri="{BB962C8B-B14F-4D97-AF65-F5344CB8AC3E}">
        <p14:creationId xmlns:p14="http://schemas.microsoft.com/office/powerpoint/2010/main" val="4084765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8022-2883-4A9A-7005-6C335C426844}"/>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0BE2DC13-8CB9-666E-6453-B95083B58303}"/>
              </a:ext>
            </a:extLst>
          </p:cNvPr>
          <p:cNvSpPr/>
          <p:nvPr/>
        </p:nvSpPr>
        <p:spPr>
          <a:xfrm>
            <a:off x="1238785" y="4631272"/>
            <a:ext cx="9648815" cy="148687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Código de divisa ISO: </a:t>
            </a:r>
            <a:r>
              <a:rPr lang="es-ES" sz="1200" dirty="0"/>
              <a:t>El código estándar ISO de tres caracteres para la divisa.</a:t>
            </a:r>
          </a:p>
          <a:p>
            <a:pPr marL="171450" indent="-171450" algn="just">
              <a:buFont typeface="Arial" panose="020B0604020202020204" pitchFamily="34" charset="0"/>
              <a:buChar char="•"/>
            </a:pPr>
            <a:r>
              <a:rPr lang="es-CL" sz="1200" b="1" dirty="0"/>
              <a:t>Tipo de cambio</a:t>
            </a:r>
            <a:r>
              <a:rPr lang="es-ES" sz="1200" b="1" dirty="0"/>
              <a:t>: </a:t>
            </a:r>
            <a:r>
              <a:rPr lang="es-ES" sz="1200" dirty="0"/>
              <a:t>Identifica el tipo de la tasa de conversión para el código de divisa. El tipo puede ser diario o periódico.</a:t>
            </a:r>
          </a:p>
          <a:p>
            <a:pPr marL="171450" indent="-171450" algn="just">
              <a:buFont typeface="Arial" panose="020B0604020202020204" pitchFamily="34" charset="0"/>
              <a:buChar char="•"/>
            </a:pPr>
            <a:r>
              <a:rPr lang="es-CL" sz="1200" b="1" dirty="0"/>
              <a:t>Estatus de activo</a:t>
            </a:r>
            <a:r>
              <a:rPr lang="es-ES" sz="1200" dirty="0"/>
              <a:t>: El estatus actual del registro asociado de la tabla de validación.</a:t>
            </a:r>
          </a:p>
          <a:p>
            <a:pPr marL="171450" indent="-171450" algn="just">
              <a:buFont typeface="Arial" panose="020B0604020202020204" pitchFamily="34" charset="0"/>
              <a:buChar char="•"/>
            </a:pPr>
            <a:r>
              <a:rPr lang="es-CL" sz="1200" b="1" dirty="0"/>
              <a:t>Fecha de vigencia</a:t>
            </a:r>
            <a:r>
              <a:rPr lang="es-ES" sz="1200" b="1" dirty="0"/>
              <a:t>: </a:t>
            </a:r>
            <a:r>
              <a:rPr lang="es-ES" sz="1200" dirty="0"/>
              <a:t>La fecha de vigencia de esta tasa de cambio en particular.</a:t>
            </a:r>
          </a:p>
          <a:p>
            <a:pPr marL="171450" indent="-171450" algn="just">
              <a:buFont typeface="Arial" panose="020B0604020202020204" pitchFamily="34" charset="0"/>
              <a:buChar char="•"/>
            </a:pPr>
            <a:r>
              <a:rPr lang="es-CL" sz="1200" b="1" dirty="0"/>
              <a:t>Fecha de terminación</a:t>
            </a:r>
            <a:r>
              <a:rPr lang="es-ES" sz="1200" b="1" dirty="0"/>
              <a:t>: </a:t>
            </a:r>
            <a:r>
              <a:rPr lang="es-ES" sz="1200" dirty="0"/>
              <a:t>La fecha en que la divisa dejará de estar vigente.</a:t>
            </a:r>
          </a:p>
          <a:p>
            <a:pPr marL="171450" indent="-171450" algn="just">
              <a:buFont typeface="Arial" panose="020B0604020202020204" pitchFamily="34" charset="0"/>
              <a:buChar char="•"/>
            </a:pPr>
            <a:r>
              <a:rPr lang="es-CL" sz="1200" b="1" dirty="0"/>
              <a:t>Siguiente fecha de cambio</a:t>
            </a:r>
            <a:r>
              <a:rPr lang="es-ES" sz="1200" dirty="0"/>
              <a:t>: La fecha en que la divisa cambiará.</a:t>
            </a:r>
            <a:endParaRPr lang="es-CL" sz="1200" dirty="0"/>
          </a:p>
        </p:txBody>
      </p:sp>
      <p:sp>
        <p:nvSpPr>
          <p:cNvPr id="7" name="Título 3">
            <a:extLst>
              <a:ext uri="{FF2B5EF4-FFF2-40B4-BE49-F238E27FC236}">
                <a16:creationId xmlns:a16="http://schemas.microsoft.com/office/drawing/2014/main" id="{C165A1E6-9E9D-EF09-1F49-8B154EAEC561}"/>
              </a:ext>
            </a:extLst>
          </p:cNvPr>
          <p:cNvSpPr txBox="1">
            <a:spLocks/>
          </p:cNvSpPr>
          <p:nvPr/>
        </p:nvSpPr>
        <p:spPr>
          <a:xfrm>
            <a:off x="1238785" y="316386"/>
            <a:ext cx="9583200" cy="946272"/>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4" name="Imagen 3">
            <a:extLst>
              <a:ext uri="{FF2B5EF4-FFF2-40B4-BE49-F238E27FC236}">
                <a16:creationId xmlns:a16="http://schemas.microsoft.com/office/drawing/2014/main" id="{0115348C-6454-A2BF-3315-A7C4D8C0062C}"/>
              </a:ext>
            </a:extLst>
          </p:cNvPr>
          <p:cNvPicPr>
            <a:picLocks noChangeAspect="1"/>
          </p:cNvPicPr>
          <p:nvPr/>
        </p:nvPicPr>
        <p:blipFill>
          <a:blip r:embed="rId2"/>
          <a:stretch>
            <a:fillRect/>
          </a:stretch>
        </p:blipFill>
        <p:spPr>
          <a:xfrm>
            <a:off x="1304400" y="1483292"/>
            <a:ext cx="9583200" cy="2851489"/>
          </a:xfrm>
          <a:prstGeom prst="rect">
            <a:avLst/>
          </a:prstGeom>
        </p:spPr>
      </p:pic>
    </p:spTree>
    <p:extLst>
      <p:ext uri="{BB962C8B-B14F-4D97-AF65-F5344CB8AC3E}">
        <p14:creationId xmlns:p14="http://schemas.microsoft.com/office/powerpoint/2010/main" val="289955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DE7BA-1DEA-2FD0-AF12-D6C3DCA087B0}"/>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9C476D2F-385F-F1E3-8910-EFD49A2ED09F}"/>
              </a:ext>
            </a:extLst>
          </p:cNvPr>
          <p:cNvSpPr/>
          <p:nvPr/>
        </p:nvSpPr>
        <p:spPr>
          <a:xfrm>
            <a:off x="1304400" y="4483740"/>
            <a:ext cx="9583200" cy="16335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En la sección “</a:t>
            </a:r>
            <a:r>
              <a:rPr lang="es-CL" sz="1200" b="1" dirty="0"/>
              <a:t>Tipo de Cambio</a:t>
            </a:r>
            <a:r>
              <a:rPr lang="es-CL" sz="1200" dirty="0"/>
              <a:t>” se registra la tasa de conversión de una moneda diferente a la divisa base.</a:t>
            </a:r>
          </a:p>
          <a:p>
            <a:pPr marL="171450" indent="-171450" algn="just">
              <a:buFont typeface="Arial" panose="020B0604020202020204" pitchFamily="34" charset="0"/>
              <a:buChar char="•"/>
            </a:pPr>
            <a:r>
              <a:rPr lang="es-CL" sz="1200" b="1" dirty="0"/>
              <a:t>Fecha de vigencia:</a:t>
            </a:r>
            <a:r>
              <a:rPr lang="es-CL" sz="1200" dirty="0"/>
              <a:t> </a:t>
            </a:r>
            <a:r>
              <a:rPr lang="es-ES" sz="1200" dirty="0"/>
              <a:t>Fecha desde la cual la divisa es vigente.</a:t>
            </a:r>
          </a:p>
          <a:p>
            <a:pPr marL="171450" indent="-171450" algn="just">
              <a:buFont typeface="Arial" panose="020B0604020202020204" pitchFamily="34" charset="0"/>
              <a:buChar char="•"/>
            </a:pPr>
            <a:r>
              <a:rPr lang="es-CL" sz="1200" b="1" dirty="0"/>
              <a:t>Siguiente fecha de cambio</a:t>
            </a:r>
            <a:r>
              <a:rPr lang="es-ES" sz="1200" b="1" dirty="0"/>
              <a:t>: </a:t>
            </a:r>
            <a:r>
              <a:rPr lang="es-ES" sz="1200" dirty="0"/>
              <a:t>La fecha en que la divisa cambiará.</a:t>
            </a:r>
          </a:p>
          <a:p>
            <a:pPr marL="171450" indent="-171450" algn="just">
              <a:buFont typeface="Arial" panose="020B0604020202020204" pitchFamily="34" charset="0"/>
              <a:buChar char="•"/>
            </a:pPr>
            <a:r>
              <a:rPr lang="es-ES" sz="1200" b="1" dirty="0"/>
              <a:t>Multiplicador de la tasa de cambio: </a:t>
            </a:r>
            <a:r>
              <a:rPr lang="es-ES" sz="1200" dirty="0"/>
              <a:t>El multiplicador de la tasa de cambio de la divisa base. Este campo es visible solo cuando la institución tiene seleccionado el cuadro Desplegar método del multiplicador de la tasa de cambio en la página Controles de Instalación (GUAINST).</a:t>
            </a:r>
          </a:p>
          <a:p>
            <a:pPr marL="171450" indent="-171450" algn="just">
              <a:buFont typeface="Arial" panose="020B0604020202020204" pitchFamily="34" charset="0"/>
              <a:buChar char="•"/>
            </a:pPr>
            <a:r>
              <a:rPr lang="es-ES" sz="1200" b="1" dirty="0"/>
              <a:t>Divisor de la tasa de cambio</a:t>
            </a:r>
            <a:r>
              <a:rPr lang="es-ES" sz="1200" dirty="0"/>
              <a:t>: El divisor de la tasa de cambio de la divisa.</a:t>
            </a:r>
            <a:endParaRPr lang="es-CL" sz="1200" dirty="0"/>
          </a:p>
        </p:txBody>
      </p:sp>
      <p:sp>
        <p:nvSpPr>
          <p:cNvPr id="7" name="Título 3">
            <a:extLst>
              <a:ext uri="{FF2B5EF4-FFF2-40B4-BE49-F238E27FC236}">
                <a16:creationId xmlns:a16="http://schemas.microsoft.com/office/drawing/2014/main" id="{1A2AEEE7-6701-752B-AB40-80003BA9A9E9}"/>
              </a:ext>
            </a:extLst>
          </p:cNvPr>
          <p:cNvSpPr txBox="1">
            <a:spLocks/>
          </p:cNvSpPr>
          <p:nvPr/>
        </p:nvSpPr>
        <p:spPr>
          <a:xfrm>
            <a:off x="1202292" y="314228"/>
            <a:ext cx="9583200" cy="946564"/>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4" name="Imagen 3">
            <a:extLst>
              <a:ext uri="{FF2B5EF4-FFF2-40B4-BE49-F238E27FC236}">
                <a16:creationId xmlns:a16="http://schemas.microsoft.com/office/drawing/2014/main" id="{03639279-72F1-D19A-2B52-685A259766ED}"/>
              </a:ext>
            </a:extLst>
          </p:cNvPr>
          <p:cNvPicPr>
            <a:picLocks noChangeAspect="1"/>
          </p:cNvPicPr>
          <p:nvPr/>
        </p:nvPicPr>
        <p:blipFill>
          <a:blip r:embed="rId2"/>
          <a:stretch>
            <a:fillRect/>
          </a:stretch>
        </p:blipFill>
        <p:spPr>
          <a:xfrm>
            <a:off x="1304400" y="1466797"/>
            <a:ext cx="9583200" cy="2810938"/>
          </a:xfrm>
          <a:prstGeom prst="rect">
            <a:avLst/>
          </a:prstGeom>
        </p:spPr>
      </p:pic>
    </p:spTree>
    <p:extLst>
      <p:ext uri="{BB962C8B-B14F-4D97-AF65-F5344CB8AC3E}">
        <p14:creationId xmlns:p14="http://schemas.microsoft.com/office/powerpoint/2010/main" val="40156675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B395C-5ECA-9002-0EA8-307EBFA5AFFF}"/>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F7910F73-34D8-3496-F481-1E34024F2D02}"/>
              </a:ext>
            </a:extLst>
          </p:cNvPr>
          <p:cNvSpPr/>
          <p:nvPr/>
        </p:nvSpPr>
        <p:spPr>
          <a:xfrm>
            <a:off x="1238786" y="4673363"/>
            <a:ext cx="9583200" cy="4778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solidFill>
                  <a:schemeClr val="accent6">
                    <a:lumMod val="40000"/>
                    <a:lumOff val="60000"/>
                  </a:schemeClr>
                </a:solidFill>
              </a:rPr>
              <a:t>En el caso de la divisa configurada en GUAINST como divisa base, la tasa de conversión será 1.</a:t>
            </a:r>
          </a:p>
        </p:txBody>
      </p:sp>
      <p:sp>
        <p:nvSpPr>
          <p:cNvPr id="7" name="Título 3">
            <a:extLst>
              <a:ext uri="{FF2B5EF4-FFF2-40B4-BE49-F238E27FC236}">
                <a16:creationId xmlns:a16="http://schemas.microsoft.com/office/drawing/2014/main" id="{4531A4E4-52FD-047B-1B13-F751C68606CC}"/>
              </a:ext>
            </a:extLst>
          </p:cNvPr>
          <p:cNvSpPr txBox="1">
            <a:spLocks/>
          </p:cNvSpPr>
          <p:nvPr/>
        </p:nvSpPr>
        <p:spPr>
          <a:xfrm>
            <a:off x="1238785" y="378236"/>
            <a:ext cx="9583200" cy="874492"/>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4" name="Imagen 3">
            <a:extLst>
              <a:ext uri="{FF2B5EF4-FFF2-40B4-BE49-F238E27FC236}">
                <a16:creationId xmlns:a16="http://schemas.microsoft.com/office/drawing/2014/main" id="{E5C4EEE5-C4A2-A5FE-6D44-80160204FE67}"/>
              </a:ext>
            </a:extLst>
          </p:cNvPr>
          <p:cNvPicPr>
            <a:picLocks noChangeAspect="1"/>
          </p:cNvPicPr>
          <p:nvPr/>
        </p:nvPicPr>
        <p:blipFill>
          <a:blip r:embed="rId2"/>
          <a:stretch>
            <a:fillRect/>
          </a:stretch>
        </p:blipFill>
        <p:spPr>
          <a:xfrm>
            <a:off x="1238785" y="1417581"/>
            <a:ext cx="9583200" cy="2842432"/>
          </a:xfrm>
          <a:prstGeom prst="rect">
            <a:avLst/>
          </a:prstGeom>
        </p:spPr>
      </p:pic>
    </p:spTree>
    <p:extLst>
      <p:ext uri="{BB962C8B-B14F-4D97-AF65-F5344CB8AC3E}">
        <p14:creationId xmlns:p14="http://schemas.microsoft.com/office/powerpoint/2010/main" val="22577120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B0F3-B54F-C83D-1F86-254C1CD2110B}"/>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790067E9-A7E8-F89C-5D54-BC62AE7D5F21}"/>
              </a:ext>
            </a:extLst>
          </p:cNvPr>
          <p:cNvSpPr/>
          <p:nvPr/>
        </p:nvSpPr>
        <p:spPr>
          <a:xfrm>
            <a:off x="1067519" y="4861620"/>
            <a:ext cx="5066186" cy="6406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t>1. </a:t>
            </a:r>
            <a:r>
              <a:rPr lang="es-CL" sz="1200" dirty="0"/>
              <a:t>Para crear un nuevo registro, se hace click en el botón </a:t>
            </a:r>
            <a:r>
              <a:rPr lang="es-CL" sz="1200" b="1" dirty="0"/>
              <a:t>Insertar</a:t>
            </a:r>
            <a:r>
              <a:rPr lang="es-CL" sz="1200" dirty="0"/>
              <a:t> y se diligencian los campos según corresponda.</a:t>
            </a:r>
          </a:p>
        </p:txBody>
      </p:sp>
      <p:sp>
        <p:nvSpPr>
          <p:cNvPr id="6" name="Rectángulo: esquinas redondeadas 9">
            <a:extLst>
              <a:ext uri="{FF2B5EF4-FFF2-40B4-BE49-F238E27FC236}">
                <a16:creationId xmlns:a16="http://schemas.microsoft.com/office/drawing/2014/main" id="{EB5CF633-6253-7CDD-9310-16203B64A5E7}"/>
              </a:ext>
            </a:extLst>
          </p:cNvPr>
          <p:cNvSpPr/>
          <p:nvPr/>
        </p:nvSpPr>
        <p:spPr>
          <a:xfrm>
            <a:off x="7036078" y="4861620"/>
            <a:ext cx="3614641" cy="6406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2. Para finalizar, se hace click en el botón </a:t>
            </a:r>
            <a:r>
              <a:rPr lang="es-CL" sz="1200" b="1" dirty="0"/>
              <a:t>Guardar</a:t>
            </a:r>
            <a:r>
              <a:rPr lang="es-CL" sz="1200" dirty="0"/>
              <a:t> o se digita la tecla </a:t>
            </a:r>
            <a:r>
              <a:rPr lang="es-CL" sz="1200" b="1" dirty="0"/>
              <a:t>F10</a:t>
            </a:r>
            <a:r>
              <a:rPr lang="es-CL" sz="1200" dirty="0"/>
              <a:t>.</a:t>
            </a:r>
          </a:p>
        </p:txBody>
      </p:sp>
      <p:sp>
        <p:nvSpPr>
          <p:cNvPr id="8" name="Título 3">
            <a:extLst>
              <a:ext uri="{FF2B5EF4-FFF2-40B4-BE49-F238E27FC236}">
                <a16:creationId xmlns:a16="http://schemas.microsoft.com/office/drawing/2014/main" id="{8B749B67-9C17-9931-ACE8-DFCADEFCA668}"/>
              </a:ext>
            </a:extLst>
          </p:cNvPr>
          <p:cNvSpPr txBox="1">
            <a:spLocks/>
          </p:cNvSpPr>
          <p:nvPr/>
        </p:nvSpPr>
        <p:spPr>
          <a:xfrm>
            <a:off x="1067519" y="322068"/>
            <a:ext cx="9583200" cy="841992"/>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3" name="Imagen 2">
            <a:extLst>
              <a:ext uri="{FF2B5EF4-FFF2-40B4-BE49-F238E27FC236}">
                <a16:creationId xmlns:a16="http://schemas.microsoft.com/office/drawing/2014/main" id="{4D4F5DF5-22B6-5F33-32D2-05457846FA55}"/>
              </a:ext>
            </a:extLst>
          </p:cNvPr>
          <p:cNvPicPr>
            <a:picLocks noChangeAspect="1"/>
          </p:cNvPicPr>
          <p:nvPr/>
        </p:nvPicPr>
        <p:blipFill>
          <a:blip r:embed="rId2"/>
          <a:stretch>
            <a:fillRect/>
          </a:stretch>
        </p:blipFill>
        <p:spPr>
          <a:xfrm>
            <a:off x="1067519" y="1303197"/>
            <a:ext cx="9583200" cy="2814471"/>
          </a:xfrm>
          <a:prstGeom prst="rect">
            <a:avLst/>
          </a:prstGeom>
        </p:spPr>
      </p:pic>
      <p:pic>
        <p:nvPicPr>
          <p:cNvPr id="7" name="Imagen 6">
            <a:extLst>
              <a:ext uri="{FF2B5EF4-FFF2-40B4-BE49-F238E27FC236}">
                <a16:creationId xmlns:a16="http://schemas.microsoft.com/office/drawing/2014/main" id="{F3C06B14-BA5F-2682-88EA-97B65916EB14}"/>
              </a:ext>
            </a:extLst>
          </p:cNvPr>
          <p:cNvPicPr>
            <a:picLocks noChangeAspect="1"/>
          </p:cNvPicPr>
          <p:nvPr/>
        </p:nvPicPr>
        <p:blipFill>
          <a:blip r:embed="rId3"/>
          <a:stretch>
            <a:fillRect/>
          </a:stretch>
        </p:blipFill>
        <p:spPr>
          <a:xfrm>
            <a:off x="1067519" y="4167194"/>
            <a:ext cx="9583200" cy="325109"/>
          </a:xfrm>
          <a:prstGeom prst="rect">
            <a:avLst/>
          </a:prstGeom>
        </p:spPr>
      </p:pic>
    </p:spTree>
    <p:extLst>
      <p:ext uri="{BB962C8B-B14F-4D97-AF65-F5344CB8AC3E}">
        <p14:creationId xmlns:p14="http://schemas.microsoft.com/office/powerpoint/2010/main" val="1515818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82729-BAB8-9BD6-A403-DD4F6032F21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8425C19-13C1-C283-7A55-B15CAF2AEFFF}"/>
              </a:ext>
            </a:extLst>
          </p:cNvPr>
          <p:cNvSpPr>
            <a:spLocks noGrp="1"/>
          </p:cNvSpPr>
          <p:nvPr>
            <p:ph type="body" sz="quarter" idx="10"/>
          </p:nvPr>
        </p:nvSpPr>
        <p:spPr>
          <a:xfrm>
            <a:off x="777239" y="2357715"/>
            <a:ext cx="10363202" cy="1333891"/>
          </a:xfrm>
        </p:spPr>
        <p:txBody>
          <a:bodyPr/>
          <a:lstStyle/>
          <a:p>
            <a:pPr algn="l"/>
            <a:r>
              <a:rPr lang="es-ES" dirty="0"/>
              <a:t>Configuración de Intereses de Mora y Multa</a:t>
            </a:r>
            <a:endParaRPr lang="en-US" dirty="0"/>
          </a:p>
        </p:txBody>
      </p:sp>
      <p:sp>
        <p:nvSpPr>
          <p:cNvPr id="3" name="Marcador de texto 2">
            <a:extLst>
              <a:ext uri="{FF2B5EF4-FFF2-40B4-BE49-F238E27FC236}">
                <a16:creationId xmlns:a16="http://schemas.microsoft.com/office/drawing/2014/main" id="{777E5432-5357-9C7B-24D4-C33D3C40E030}"/>
              </a:ext>
            </a:extLst>
          </p:cNvPr>
          <p:cNvSpPr>
            <a:spLocks noGrp="1"/>
          </p:cNvSpPr>
          <p:nvPr>
            <p:ph type="body" sz="quarter" idx="11"/>
          </p:nvPr>
        </p:nvSpPr>
        <p:spPr>
          <a:xfrm>
            <a:off x="777239" y="4006500"/>
            <a:ext cx="3511297" cy="389915"/>
          </a:xfrm>
        </p:spPr>
        <p:txBody>
          <a:bodyPr/>
          <a:lstStyle/>
          <a:p>
            <a:pPr algn="l"/>
            <a:r>
              <a:rPr lang="es-CO" dirty="0"/>
              <a:t>Gestionar los pagos</a:t>
            </a:r>
          </a:p>
        </p:txBody>
      </p:sp>
    </p:spTree>
    <p:extLst>
      <p:ext uri="{BB962C8B-B14F-4D97-AF65-F5344CB8AC3E}">
        <p14:creationId xmlns:p14="http://schemas.microsoft.com/office/powerpoint/2010/main" val="39671639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1C61D-02E0-F27A-3FE7-8FFAFF623873}"/>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7BE24981-F3E9-BB56-3A31-8872D0F82001}"/>
              </a:ext>
            </a:extLst>
          </p:cNvPr>
          <p:cNvSpPr/>
          <p:nvPr/>
        </p:nvSpPr>
        <p:spPr>
          <a:xfrm>
            <a:off x="1304399" y="4725803"/>
            <a:ext cx="7958739" cy="6406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En la página </a:t>
            </a:r>
            <a:r>
              <a:rPr lang="es-CO" sz="1200" b="1" dirty="0"/>
              <a:t>TVADINT</a:t>
            </a:r>
            <a:r>
              <a:rPr lang="es-CO" sz="1200" dirty="0"/>
              <a:t> se configura los códigos de detalle que tendrán cobro de intereses y multas.</a:t>
            </a:r>
          </a:p>
        </p:txBody>
      </p:sp>
      <p:sp>
        <p:nvSpPr>
          <p:cNvPr id="8" name="Título 3">
            <a:extLst>
              <a:ext uri="{FF2B5EF4-FFF2-40B4-BE49-F238E27FC236}">
                <a16:creationId xmlns:a16="http://schemas.microsoft.com/office/drawing/2014/main" id="{D531F0FB-74CE-2AB6-BC82-B896BC30FF0A}"/>
              </a:ext>
            </a:extLst>
          </p:cNvPr>
          <p:cNvSpPr txBox="1">
            <a:spLocks/>
          </p:cNvSpPr>
          <p:nvPr/>
        </p:nvSpPr>
        <p:spPr>
          <a:xfrm>
            <a:off x="1101076" y="551972"/>
            <a:ext cx="9989847" cy="1011652"/>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CO" dirty="0">
                <a:solidFill>
                  <a:schemeClr val="tx1"/>
                </a:solidFill>
              </a:rPr>
              <a:t>TVADINT - Configuración de cargos por mora y multas por código de detalle</a:t>
            </a:r>
            <a:endParaRPr lang="es-CL" dirty="0">
              <a:solidFill>
                <a:schemeClr val="tx1"/>
              </a:solidFill>
            </a:endParaRPr>
          </a:p>
        </p:txBody>
      </p:sp>
      <p:pic>
        <p:nvPicPr>
          <p:cNvPr id="4" name="Imagen 3">
            <a:extLst>
              <a:ext uri="{FF2B5EF4-FFF2-40B4-BE49-F238E27FC236}">
                <a16:creationId xmlns:a16="http://schemas.microsoft.com/office/drawing/2014/main" id="{27891F44-8A3A-5E3C-4C59-48DBCD1B320A}"/>
              </a:ext>
            </a:extLst>
          </p:cNvPr>
          <p:cNvPicPr>
            <a:picLocks noChangeAspect="1"/>
          </p:cNvPicPr>
          <p:nvPr/>
        </p:nvPicPr>
        <p:blipFill>
          <a:blip r:embed="rId2"/>
          <a:stretch>
            <a:fillRect/>
          </a:stretch>
        </p:blipFill>
        <p:spPr>
          <a:xfrm>
            <a:off x="1304399" y="2026091"/>
            <a:ext cx="9583200" cy="2237245"/>
          </a:xfrm>
          <a:prstGeom prst="rect">
            <a:avLst/>
          </a:prstGeom>
        </p:spPr>
      </p:pic>
    </p:spTree>
    <p:extLst>
      <p:ext uri="{BB962C8B-B14F-4D97-AF65-F5344CB8AC3E}">
        <p14:creationId xmlns:p14="http://schemas.microsoft.com/office/powerpoint/2010/main" val="16420979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FFB1C-D632-726D-C908-069F192E0EE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8E79395C-E704-2FE7-C8A5-90C52D0167E8}"/>
              </a:ext>
            </a:extLst>
          </p:cNvPr>
          <p:cNvSpPr>
            <a:spLocks noGrp="1"/>
          </p:cNvSpPr>
          <p:nvPr>
            <p:ph type="body" sz="quarter" idx="10"/>
          </p:nvPr>
        </p:nvSpPr>
        <p:spPr>
          <a:xfrm>
            <a:off x="841247" y="2193123"/>
            <a:ext cx="10363202" cy="1333891"/>
          </a:xfrm>
        </p:spPr>
        <p:txBody>
          <a:bodyPr/>
          <a:lstStyle/>
          <a:p>
            <a:pPr algn="l"/>
            <a:r>
              <a:rPr lang="es-ES" dirty="0"/>
              <a:t>Configuración Regla Código de Bancos</a:t>
            </a:r>
            <a:endParaRPr lang="en-US" dirty="0"/>
          </a:p>
        </p:txBody>
      </p:sp>
      <p:sp>
        <p:nvSpPr>
          <p:cNvPr id="3" name="Marcador de texto 2">
            <a:extLst>
              <a:ext uri="{FF2B5EF4-FFF2-40B4-BE49-F238E27FC236}">
                <a16:creationId xmlns:a16="http://schemas.microsoft.com/office/drawing/2014/main" id="{092ECEA9-472C-0283-5428-8B85A620CFF6}"/>
              </a:ext>
            </a:extLst>
          </p:cNvPr>
          <p:cNvSpPr>
            <a:spLocks noGrp="1"/>
          </p:cNvSpPr>
          <p:nvPr>
            <p:ph type="body" sz="quarter" idx="11"/>
          </p:nvPr>
        </p:nvSpPr>
        <p:spPr>
          <a:xfrm>
            <a:off x="841247" y="3677316"/>
            <a:ext cx="3511297" cy="389915"/>
          </a:xfrm>
        </p:spPr>
        <p:txBody>
          <a:bodyPr/>
          <a:lstStyle/>
          <a:p>
            <a:pPr algn="l"/>
            <a:r>
              <a:rPr lang="es-CO" dirty="0"/>
              <a:t>Gestionar los pagos</a:t>
            </a:r>
          </a:p>
        </p:txBody>
      </p:sp>
    </p:spTree>
    <p:extLst>
      <p:ext uri="{BB962C8B-B14F-4D97-AF65-F5344CB8AC3E}">
        <p14:creationId xmlns:p14="http://schemas.microsoft.com/office/powerpoint/2010/main" val="38435933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F891D-2151-FB3B-BC91-26A7A7BEFA6D}"/>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E42A4AC3-A13B-2265-6ADB-9A96415C83C6}"/>
              </a:ext>
            </a:extLst>
          </p:cNvPr>
          <p:cNvSpPr/>
          <p:nvPr/>
        </p:nvSpPr>
        <p:spPr>
          <a:xfrm>
            <a:off x="1304400" y="4262841"/>
            <a:ext cx="9583200" cy="19185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Puede utilizar esta página para definir la información bancaria de su institución.</a:t>
            </a:r>
          </a:p>
          <a:p>
            <a:pPr algn="just"/>
            <a:r>
              <a:rPr lang="es-CO" sz="1200" dirty="0"/>
              <a:t>  </a:t>
            </a:r>
          </a:p>
          <a:p>
            <a:pPr algn="just"/>
            <a:r>
              <a:rPr lang="es-CO" sz="1200" b="1" dirty="0"/>
              <a:t>Puede usar esta página para:</a:t>
            </a:r>
          </a:p>
          <a:p>
            <a:pPr marL="171450" indent="-171450" algn="just">
              <a:buFont typeface="Arial" panose="020B0604020202020204" pitchFamily="34" charset="0"/>
              <a:buChar char="•"/>
            </a:pPr>
            <a:r>
              <a:rPr lang="es-CO" sz="1200" dirty="0"/>
              <a:t>Definir los códigos bancarios para las cuentas bancarias de su institución.</a:t>
            </a:r>
          </a:p>
          <a:p>
            <a:pPr marL="171450" indent="-171450" algn="just">
              <a:buFont typeface="Arial" panose="020B0604020202020204" pitchFamily="34" charset="0"/>
              <a:buChar char="•"/>
            </a:pPr>
            <a:r>
              <a:rPr lang="es-CO" sz="1200" dirty="0"/>
              <a:t>Vincular los fondos y cuentas bancarias con las cuentas de efectivo.</a:t>
            </a:r>
          </a:p>
          <a:p>
            <a:pPr marL="171450" indent="-171450" algn="just">
              <a:buFont typeface="Arial" panose="020B0604020202020204" pitchFamily="34" charset="0"/>
              <a:buChar char="•"/>
            </a:pPr>
            <a:r>
              <a:rPr lang="es-CO" sz="1200" dirty="0"/>
              <a:t>Definir la información de la página de la Cámara de Compensación Automática (ACH) para las cuentas bancarias de su institución.</a:t>
            </a:r>
          </a:p>
        </p:txBody>
      </p:sp>
      <p:sp>
        <p:nvSpPr>
          <p:cNvPr id="8" name="Título 3">
            <a:extLst>
              <a:ext uri="{FF2B5EF4-FFF2-40B4-BE49-F238E27FC236}">
                <a16:creationId xmlns:a16="http://schemas.microsoft.com/office/drawing/2014/main" id="{B41AF180-0A6B-6040-79FD-D641413EECCD}"/>
              </a:ext>
            </a:extLst>
          </p:cNvPr>
          <p:cNvSpPr txBox="1">
            <a:spLocks/>
          </p:cNvSpPr>
          <p:nvPr/>
        </p:nvSpPr>
        <p:spPr>
          <a:xfrm>
            <a:off x="1239040" y="326056"/>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pic>
        <p:nvPicPr>
          <p:cNvPr id="4" name="Imagen 3">
            <a:extLst>
              <a:ext uri="{FF2B5EF4-FFF2-40B4-BE49-F238E27FC236}">
                <a16:creationId xmlns:a16="http://schemas.microsoft.com/office/drawing/2014/main" id="{43FA663C-2BE5-A834-F6F2-2FAD92FA8D66}"/>
              </a:ext>
            </a:extLst>
          </p:cNvPr>
          <p:cNvPicPr>
            <a:picLocks noChangeAspect="1"/>
          </p:cNvPicPr>
          <p:nvPr/>
        </p:nvPicPr>
        <p:blipFill>
          <a:blip r:embed="rId2"/>
          <a:stretch>
            <a:fillRect/>
          </a:stretch>
        </p:blipFill>
        <p:spPr>
          <a:xfrm>
            <a:off x="1304400" y="1086780"/>
            <a:ext cx="9583200" cy="3176060"/>
          </a:xfrm>
          <a:prstGeom prst="rect">
            <a:avLst/>
          </a:prstGeom>
        </p:spPr>
      </p:pic>
    </p:spTree>
    <p:extLst>
      <p:ext uri="{BB962C8B-B14F-4D97-AF65-F5344CB8AC3E}">
        <p14:creationId xmlns:p14="http://schemas.microsoft.com/office/powerpoint/2010/main" val="721991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11B47-2BB0-AE22-7E73-2DD527025EF8}"/>
            </a:ext>
          </a:extLst>
        </p:cNvPr>
        <p:cNvGrpSpPr/>
        <p:nvPr/>
      </p:nvGrpSpPr>
      <p:grpSpPr>
        <a:xfrm>
          <a:off x="0" y="0"/>
          <a:ext cx="0" cy="0"/>
          <a:chOff x="0" y="0"/>
          <a:chExt cx="0" cy="0"/>
        </a:xfrm>
      </p:grpSpPr>
      <p:pic>
        <p:nvPicPr>
          <p:cNvPr id="13" name="Imagen 12">
            <a:extLst>
              <a:ext uri="{FF2B5EF4-FFF2-40B4-BE49-F238E27FC236}">
                <a16:creationId xmlns:a16="http://schemas.microsoft.com/office/drawing/2014/main" id="{E421BA2A-F877-9387-D0A3-0F4C92D3C6BD}"/>
              </a:ext>
            </a:extLst>
          </p:cNvPr>
          <p:cNvPicPr>
            <a:picLocks noChangeAspect="1"/>
          </p:cNvPicPr>
          <p:nvPr/>
        </p:nvPicPr>
        <p:blipFill>
          <a:blip r:embed="rId2"/>
          <a:stretch>
            <a:fillRect/>
          </a:stretch>
        </p:blipFill>
        <p:spPr>
          <a:xfrm>
            <a:off x="1304400" y="893365"/>
            <a:ext cx="9583200" cy="3137773"/>
          </a:xfrm>
          <a:prstGeom prst="rect">
            <a:avLst/>
          </a:prstGeom>
        </p:spPr>
      </p:pic>
      <p:sp>
        <p:nvSpPr>
          <p:cNvPr id="5" name="Rectángulo: esquinas redondeadas 4">
            <a:extLst>
              <a:ext uri="{FF2B5EF4-FFF2-40B4-BE49-F238E27FC236}">
                <a16:creationId xmlns:a16="http://schemas.microsoft.com/office/drawing/2014/main" id="{8A06600A-D73D-BFB8-809F-72A3FA5FBF89}"/>
              </a:ext>
            </a:extLst>
          </p:cNvPr>
          <p:cNvSpPr/>
          <p:nvPr/>
        </p:nvSpPr>
        <p:spPr>
          <a:xfrm>
            <a:off x="1304400" y="4141578"/>
            <a:ext cx="7647576" cy="54690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Puede utilizar la ventana principal para definir los códigos bancarios de las cuentas bancarias de su institución:</a:t>
            </a:r>
          </a:p>
        </p:txBody>
      </p:sp>
      <p:sp>
        <p:nvSpPr>
          <p:cNvPr id="8" name="Título 3">
            <a:extLst>
              <a:ext uri="{FF2B5EF4-FFF2-40B4-BE49-F238E27FC236}">
                <a16:creationId xmlns:a16="http://schemas.microsoft.com/office/drawing/2014/main" id="{CE2C8EA5-EB6B-FCAD-871C-EBCFD639FCBE}"/>
              </a:ext>
            </a:extLst>
          </p:cNvPr>
          <p:cNvSpPr txBox="1">
            <a:spLocks/>
          </p:cNvSpPr>
          <p:nvPr/>
        </p:nvSpPr>
        <p:spPr>
          <a:xfrm>
            <a:off x="1239040" y="202650"/>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077E1BA1-3C07-519E-FB5B-DB122AA07994}"/>
              </a:ext>
            </a:extLst>
          </p:cNvPr>
          <p:cNvSpPr/>
          <p:nvPr/>
        </p:nvSpPr>
        <p:spPr>
          <a:xfrm>
            <a:off x="1304400" y="4909360"/>
            <a:ext cx="4791600" cy="98852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Banco</a:t>
            </a:r>
            <a:r>
              <a:rPr lang="es-CO" sz="1200" dirty="0"/>
              <a:t>:  </a:t>
            </a:r>
          </a:p>
          <a:p>
            <a:pPr marL="171450" indent="-171450" algn="just">
              <a:buFont typeface="Arial" panose="020B0604020202020204" pitchFamily="34" charset="0"/>
              <a:buChar char="•"/>
            </a:pPr>
            <a:r>
              <a:rPr lang="es-CO" sz="1200" dirty="0"/>
              <a:t>Código definido por el usuario que identifica un banco en Banner .</a:t>
            </a:r>
          </a:p>
          <a:p>
            <a:pPr marL="171450" indent="-171450" algn="just">
              <a:buFont typeface="Arial" panose="020B0604020202020204" pitchFamily="34" charset="0"/>
              <a:buChar char="•"/>
            </a:pPr>
            <a:r>
              <a:rPr lang="es-CO" sz="1200" dirty="0"/>
              <a:t>Lista: Lista de códigos bancarios (GXVBANK)</a:t>
            </a:r>
          </a:p>
          <a:p>
            <a:pPr algn="just"/>
            <a:r>
              <a:rPr lang="es-CO" sz="1200" dirty="0"/>
              <a:t>Nota: Campo requerido.</a:t>
            </a:r>
          </a:p>
        </p:txBody>
      </p:sp>
    </p:spTree>
    <p:extLst>
      <p:ext uri="{BB962C8B-B14F-4D97-AF65-F5344CB8AC3E}">
        <p14:creationId xmlns:p14="http://schemas.microsoft.com/office/powerpoint/2010/main" val="23032725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28E2D-DF2E-C284-15E5-52F90D42E999}"/>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97CB92CF-2BE7-06B9-9472-410C835DEAFD}"/>
              </a:ext>
            </a:extLst>
          </p:cNvPr>
          <p:cNvPicPr>
            <a:picLocks noChangeAspect="1"/>
          </p:cNvPicPr>
          <p:nvPr/>
        </p:nvPicPr>
        <p:blipFill>
          <a:blip r:embed="rId2"/>
          <a:stretch>
            <a:fillRect/>
          </a:stretch>
        </p:blipFill>
        <p:spPr>
          <a:xfrm>
            <a:off x="1369760" y="1015007"/>
            <a:ext cx="9583200" cy="3214396"/>
          </a:xfrm>
          <a:prstGeom prst="rect">
            <a:avLst/>
          </a:prstGeom>
        </p:spPr>
      </p:pic>
      <p:sp>
        <p:nvSpPr>
          <p:cNvPr id="8" name="Título 3">
            <a:extLst>
              <a:ext uri="{FF2B5EF4-FFF2-40B4-BE49-F238E27FC236}">
                <a16:creationId xmlns:a16="http://schemas.microsoft.com/office/drawing/2014/main" id="{981EB22E-93D1-67C0-A70F-C71BB7DE62A4}"/>
              </a:ext>
            </a:extLst>
          </p:cNvPr>
          <p:cNvSpPr txBox="1">
            <a:spLocks/>
          </p:cNvSpPr>
          <p:nvPr/>
        </p:nvSpPr>
        <p:spPr>
          <a:xfrm>
            <a:off x="1304400" y="253695"/>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EED2C2FA-A564-B0EE-ABC2-19FCAF0032DC}"/>
              </a:ext>
            </a:extLst>
          </p:cNvPr>
          <p:cNvSpPr/>
          <p:nvPr/>
        </p:nvSpPr>
        <p:spPr>
          <a:xfrm>
            <a:off x="1337080" y="4383008"/>
            <a:ext cx="9517840" cy="60770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O" sz="1200" b="1" dirty="0"/>
              <a:t>Nombre: </a:t>
            </a:r>
            <a:r>
              <a:rPr lang="es-CO" sz="1200" dirty="0"/>
              <a:t>Nombre asociado al código bancario. Un código bancario puede tener más de un nombre. Puede desplazarse para ver la información de cada banco. Obligatorio.</a:t>
            </a:r>
          </a:p>
        </p:txBody>
      </p:sp>
      <p:sp>
        <p:nvSpPr>
          <p:cNvPr id="7" name="Rectángulo: esquinas redondeadas 6">
            <a:extLst>
              <a:ext uri="{FF2B5EF4-FFF2-40B4-BE49-F238E27FC236}">
                <a16:creationId xmlns:a16="http://schemas.microsoft.com/office/drawing/2014/main" id="{5F71DD06-A82F-35A8-5A09-9CD6B9E92D12}"/>
              </a:ext>
            </a:extLst>
          </p:cNvPr>
          <p:cNvSpPr/>
          <p:nvPr/>
        </p:nvSpPr>
        <p:spPr>
          <a:xfrm>
            <a:off x="1304400" y="5144321"/>
            <a:ext cx="6897768" cy="12290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Estado activo: </a:t>
            </a:r>
            <a:r>
              <a:rPr lang="es-CO" sz="1200" dirty="0"/>
              <a:t>Marque la casilla que indica el estado del banco.</a:t>
            </a:r>
          </a:p>
          <a:p>
            <a:pPr algn="just"/>
            <a:r>
              <a:rPr lang="es-CO" sz="1200" dirty="0"/>
              <a:t>Las opciones son las siguientes:</a:t>
            </a:r>
          </a:p>
          <a:p>
            <a:pPr algn="just"/>
            <a:r>
              <a:rPr lang="es-CO" sz="1200" dirty="0"/>
              <a:t>Seleccionado: Indica que el banco está activo y disponible para su uso en Banner .</a:t>
            </a:r>
          </a:p>
          <a:p>
            <a:pPr algn="just"/>
            <a:r>
              <a:rPr lang="es-CO" sz="1200" dirty="0"/>
              <a:t>Despejado: Indica que el banco no está activo.</a:t>
            </a:r>
          </a:p>
          <a:p>
            <a:pPr algn="just"/>
            <a:r>
              <a:rPr lang="es-CO" sz="1200" dirty="0"/>
              <a:t>Nota: Opcional.</a:t>
            </a:r>
          </a:p>
        </p:txBody>
      </p:sp>
    </p:spTree>
    <p:extLst>
      <p:ext uri="{BB962C8B-B14F-4D97-AF65-F5344CB8AC3E}">
        <p14:creationId xmlns:p14="http://schemas.microsoft.com/office/powerpoint/2010/main" val="719689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E70E9-0EF6-08D9-7059-F90C1107EAB0}"/>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E0349CBD-D16C-2B8F-0FA0-A377998833DE}"/>
              </a:ext>
            </a:extLst>
          </p:cNvPr>
          <p:cNvSpPr txBox="1">
            <a:spLocks/>
          </p:cNvSpPr>
          <p:nvPr/>
        </p:nvSpPr>
        <p:spPr>
          <a:xfrm>
            <a:off x="1332432" y="372960"/>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7502846A-7CAE-8A1C-FD26-1DB388E0EC8D}"/>
              </a:ext>
            </a:extLst>
          </p:cNvPr>
          <p:cNvSpPr/>
          <p:nvPr/>
        </p:nvSpPr>
        <p:spPr>
          <a:xfrm>
            <a:off x="1397792" y="4453128"/>
            <a:ext cx="9648560" cy="169820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b="1" dirty="0"/>
              <a:t>Fecha de Vigencia: </a:t>
            </a:r>
            <a:r>
              <a:rPr lang="es-CO" sz="1200" dirty="0"/>
              <a:t>Fecha de entrada en vigor o validez del registro del código bancario en formato DD-MON-AAAA. La fecha actual es el valor predeterminado. </a:t>
            </a:r>
          </a:p>
          <a:p>
            <a:pPr marL="171450" indent="-171450" algn="just">
              <a:buFont typeface="Arial" panose="020B0604020202020204" pitchFamily="34" charset="0"/>
              <a:buChar char="•"/>
            </a:pPr>
            <a:r>
              <a:rPr lang="es-CO" sz="1200" b="1" dirty="0"/>
              <a:t>Fecha de terminación: </a:t>
            </a:r>
            <a:r>
              <a:rPr lang="es-CO" sz="1200" dirty="0"/>
              <a:t>Fecha en que el registro del código bancario deja de ser válido. Puede ser una fecha pasada o futura. Si desea que el código bancario sea válido solo durante un período determinado, ingrese una fecha de vigencia (cuando podrá comenzar a usar el código bancario) y una fecha de finalización (cuando el código bancario ya no se podrá usar). </a:t>
            </a:r>
          </a:p>
          <a:p>
            <a:pPr marL="171450" indent="-171450" algn="just">
              <a:buFont typeface="Arial" panose="020B0604020202020204" pitchFamily="34" charset="0"/>
              <a:buChar char="•"/>
            </a:pPr>
            <a:r>
              <a:rPr lang="es-CO" sz="1200" b="1" dirty="0"/>
              <a:t>Divisa Base: </a:t>
            </a:r>
            <a:r>
              <a:rPr lang="es-CO" sz="1200" dirty="0"/>
              <a:t>Código que identifica el tipo de moneda asociada normalmente a esta cuenta. </a:t>
            </a:r>
          </a:p>
          <a:p>
            <a:pPr marL="171450" indent="-171450" algn="just">
              <a:buFont typeface="Arial" panose="020B0604020202020204" pitchFamily="34" charset="0"/>
              <a:buChar char="•"/>
            </a:pPr>
            <a:r>
              <a:rPr lang="es-CO" sz="1200" b="1" dirty="0"/>
              <a:t>ID de banco: </a:t>
            </a:r>
            <a:r>
              <a:rPr lang="es-CO" sz="1200" dirty="0"/>
              <a:t>Número de identificación del banco, según se define en la Tabla de Identificación (SPRIDEN), campo obligatorio. </a:t>
            </a:r>
          </a:p>
        </p:txBody>
      </p:sp>
      <p:pic>
        <p:nvPicPr>
          <p:cNvPr id="4" name="Imagen 3">
            <a:extLst>
              <a:ext uri="{FF2B5EF4-FFF2-40B4-BE49-F238E27FC236}">
                <a16:creationId xmlns:a16="http://schemas.microsoft.com/office/drawing/2014/main" id="{AD9ADF5F-6662-8F64-32ED-F6A407BEECCB}"/>
              </a:ext>
            </a:extLst>
          </p:cNvPr>
          <p:cNvPicPr>
            <a:picLocks noChangeAspect="1"/>
          </p:cNvPicPr>
          <p:nvPr/>
        </p:nvPicPr>
        <p:blipFill>
          <a:blip r:embed="rId2"/>
          <a:stretch>
            <a:fillRect/>
          </a:stretch>
        </p:blipFill>
        <p:spPr>
          <a:xfrm>
            <a:off x="1430472" y="1061527"/>
            <a:ext cx="9583200" cy="3182724"/>
          </a:xfrm>
          <a:prstGeom prst="rect">
            <a:avLst/>
          </a:prstGeom>
        </p:spPr>
      </p:pic>
    </p:spTree>
    <p:extLst>
      <p:ext uri="{BB962C8B-B14F-4D97-AF65-F5344CB8AC3E}">
        <p14:creationId xmlns:p14="http://schemas.microsoft.com/office/powerpoint/2010/main" val="2091126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41109-5311-6AF6-3954-1834D6CCDF3F}"/>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A065BD06-9A8C-2076-A34F-BC79A2875855}"/>
              </a:ext>
            </a:extLst>
          </p:cNvPr>
          <p:cNvSpPr txBox="1">
            <a:spLocks/>
          </p:cNvSpPr>
          <p:nvPr/>
        </p:nvSpPr>
        <p:spPr>
          <a:xfrm>
            <a:off x="1332432" y="372960"/>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99E8B0A8-88E3-91F7-6CE2-90916E7A0FA7}"/>
              </a:ext>
            </a:extLst>
          </p:cNvPr>
          <p:cNvSpPr/>
          <p:nvPr/>
        </p:nvSpPr>
        <p:spPr>
          <a:xfrm>
            <a:off x="1332432" y="4398264"/>
            <a:ext cx="9555168" cy="19476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b="1" dirty="0"/>
              <a:t>Número de cuenta de banco: </a:t>
            </a:r>
            <a:r>
              <a:rPr lang="es-CO" sz="1200" dirty="0"/>
              <a:t>Número de cuenta bancaria para este registro. Si tiene varias cuentas en un mismo banco, cree una cuenta bancaria independiente para cada una, campo obligatorio.</a:t>
            </a:r>
          </a:p>
          <a:p>
            <a:pPr marL="171450" indent="-171450" algn="just">
              <a:buFont typeface="Arial" panose="020B0604020202020204" pitchFamily="34" charset="0"/>
              <a:buChar char="•"/>
            </a:pPr>
            <a:r>
              <a:rPr lang="es-CO" sz="1200" b="1" dirty="0"/>
              <a:t>Catálogo de cuentas: </a:t>
            </a:r>
            <a:r>
              <a:rPr lang="es-CO" sz="1200" dirty="0"/>
              <a:t>Hace parte de los elementos </a:t>
            </a:r>
            <a:r>
              <a:rPr lang="es-CO" sz="1200" b="1" dirty="0"/>
              <a:t>FOAPAL</a:t>
            </a:r>
            <a:r>
              <a:rPr lang="es-CO" sz="1200" dirty="0"/>
              <a:t> (fondo, organización, cuenta, programa, actividad y plan) en Banner que refleja de forma única la estructura de la organización y permite la elaboración de informes financieros. Todos los elementos FOAPAL en Banner deben estar vinculados a un plan de cuentas específico.</a:t>
            </a:r>
          </a:p>
          <a:p>
            <a:pPr algn="just"/>
            <a:endParaRPr lang="es-CO" sz="1200" dirty="0"/>
          </a:p>
          <a:p>
            <a:pPr algn="just"/>
            <a:r>
              <a:rPr lang="es-CO" sz="1200" b="1" dirty="0"/>
              <a:t>Nota: </a:t>
            </a:r>
            <a:r>
              <a:rPr lang="es-CO" sz="1200" dirty="0"/>
              <a:t>Si Banner Finanzas está instalado, este campo está activo y se puede navegar. Debe ingresar este código bancario si lo va a usar con                       el sistema Banner Finanzas. Si Banner Finanzas no está instalado, este campo no está activo ni se puede navegar.  </a:t>
            </a:r>
          </a:p>
        </p:txBody>
      </p:sp>
      <p:pic>
        <p:nvPicPr>
          <p:cNvPr id="3" name="Imagen 2">
            <a:extLst>
              <a:ext uri="{FF2B5EF4-FFF2-40B4-BE49-F238E27FC236}">
                <a16:creationId xmlns:a16="http://schemas.microsoft.com/office/drawing/2014/main" id="{CD49C46F-8B4C-EC9C-FAF9-6402782A3879}"/>
              </a:ext>
            </a:extLst>
          </p:cNvPr>
          <p:cNvPicPr>
            <a:picLocks noChangeAspect="1"/>
          </p:cNvPicPr>
          <p:nvPr/>
        </p:nvPicPr>
        <p:blipFill>
          <a:blip r:embed="rId3"/>
          <a:stretch>
            <a:fillRect/>
          </a:stretch>
        </p:blipFill>
        <p:spPr>
          <a:xfrm>
            <a:off x="1397792" y="1100580"/>
            <a:ext cx="9583200" cy="3177771"/>
          </a:xfrm>
          <a:prstGeom prst="rect">
            <a:avLst/>
          </a:prstGeom>
        </p:spPr>
      </p:pic>
    </p:spTree>
    <p:extLst>
      <p:ext uri="{BB962C8B-B14F-4D97-AF65-F5344CB8AC3E}">
        <p14:creationId xmlns:p14="http://schemas.microsoft.com/office/powerpoint/2010/main" val="28980098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E8FC-0CEA-638D-E14D-A6632A2AE0F1}"/>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B5195515-7F7B-2CB3-9243-00B71DD8830C}"/>
              </a:ext>
            </a:extLst>
          </p:cNvPr>
          <p:cNvSpPr txBox="1">
            <a:spLocks/>
          </p:cNvSpPr>
          <p:nvPr/>
        </p:nvSpPr>
        <p:spPr>
          <a:xfrm>
            <a:off x="1351096" y="220493"/>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2C8A483A-D340-7A1D-BFB1-7DDA42A3769E}"/>
              </a:ext>
            </a:extLst>
          </p:cNvPr>
          <p:cNvSpPr/>
          <p:nvPr/>
        </p:nvSpPr>
        <p:spPr>
          <a:xfrm>
            <a:off x="1416456" y="4082128"/>
            <a:ext cx="9583200" cy="194767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b="1" dirty="0"/>
              <a:t>Fondo de Banco</a:t>
            </a:r>
            <a:r>
              <a:rPr lang="es-CO" sz="1200" dirty="0"/>
              <a:t>: Cuenta que representa la acumulación (o total) de todas sus cuentas de efectivo dentro de su Plan de Cuentas</a:t>
            </a:r>
          </a:p>
          <a:p>
            <a:pPr marL="171450" indent="-171450" algn="just">
              <a:buFont typeface="Arial" panose="020B0604020202020204" pitchFamily="34" charset="0"/>
              <a:buChar char="•"/>
            </a:pPr>
            <a:r>
              <a:rPr lang="es-CO" sz="1200" b="1" dirty="0"/>
              <a:t>Cuenta de efectivo: </a:t>
            </a:r>
            <a:r>
              <a:rPr lang="es-CO" sz="1200" dirty="0"/>
              <a:t>Cuenta definida para tus transacciones en efectivo dentro de tu Plan de Cuentas.</a:t>
            </a:r>
          </a:p>
          <a:p>
            <a:pPr marL="171450" indent="-171450" algn="just">
              <a:buFont typeface="Arial" panose="020B0604020202020204" pitchFamily="34" charset="0"/>
              <a:buChar char="•"/>
            </a:pPr>
            <a:r>
              <a:rPr lang="es-CO" sz="1200" b="1" dirty="0"/>
              <a:t>Cuenta de interfondo: </a:t>
            </a:r>
            <a:r>
              <a:rPr lang="es-CO" sz="1200" dirty="0"/>
              <a:t>Número de cuenta identificado como su cuenta intermedia. La cuenta intermedia funciona como una cuenta de depósito temporal que puede retener fondos antes de que estos se envíen a las cuentas de destino final.</a:t>
            </a:r>
          </a:p>
          <a:p>
            <a:pPr algn="just"/>
            <a:endParaRPr lang="es-CO" sz="1200" dirty="0"/>
          </a:p>
          <a:p>
            <a:pPr algn="just"/>
            <a:r>
              <a:rPr lang="es-CO" sz="1200" b="1" dirty="0"/>
              <a:t>Nota: </a:t>
            </a:r>
            <a:r>
              <a:rPr lang="es-CO" sz="1200" dirty="0"/>
              <a:t>Si Banner Finanzas está instalado, estos campos estarían activos y se puede navegar. Debe ingresar este código bancario si lo va a usar con el sistema Banner Finanzas. Si Banner Finanzas no está instalado, este campo no está activo ni se puede navegar.  </a:t>
            </a:r>
          </a:p>
        </p:txBody>
      </p:sp>
      <p:pic>
        <p:nvPicPr>
          <p:cNvPr id="4" name="Imagen 3">
            <a:extLst>
              <a:ext uri="{FF2B5EF4-FFF2-40B4-BE49-F238E27FC236}">
                <a16:creationId xmlns:a16="http://schemas.microsoft.com/office/drawing/2014/main" id="{BAB965FF-029C-9F89-B3CD-144DD1306654}"/>
              </a:ext>
            </a:extLst>
          </p:cNvPr>
          <p:cNvPicPr>
            <a:picLocks noChangeAspect="1"/>
          </p:cNvPicPr>
          <p:nvPr/>
        </p:nvPicPr>
        <p:blipFill>
          <a:blip r:embed="rId3"/>
          <a:stretch>
            <a:fillRect/>
          </a:stretch>
        </p:blipFill>
        <p:spPr>
          <a:xfrm>
            <a:off x="1416456" y="828200"/>
            <a:ext cx="9583200" cy="3112664"/>
          </a:xfrm>
          <a:prstGeom prst="rect">
            <a:avLst/>
          </a:prstGeom>
        </p:spPr>
      </p:pic>
    </p:spTree>
    <p:extLst>
      <p:ext uri="{BB962C8B-B14F-4D97-AF65-F5344CB8AC3E}">
        <p14:creationId xmlns:p14="http://schemas.microsoft.com/office/powerpoint/2010/main" val="26019670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5A181-4FD1-57BA-9DD9-12C310956EC4}"/>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56C0E1C4-1607-DDB1-0904-AABD932E5750}"/>
              </a:ext>
            </a:extLst>
          </p:cNvPr>
          <p:cNvSpPr txBox="1">
            <a:spLocks/>
          </p:cNvSpPr>
          <p:nvPr/>
        </p:nvSpPr>
        <p:spPr>
          <a:xfrm>
            <a:off x="1351096" y="220493"/>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sp>
        <p:nvSpPr>
          <p:cNvPr id="14" name="Rectángulo: esquinas redondeadas 13">
            <a:extLst>
              <a:ext uri="{FF2B5EF4-FFF2-40B4-BE49-F238E27FC236}">
                <a16:creationId xmlns:a16="http://schemas.microsoft.com/office/drawing/2014/main" id="{084B744C-C250-E63A-62B2-D0A1661FED59}"/>
              </a:ext>
            </a:extLst>
          </p:cNvPr>
          <p:cNvSpPr/>
          <p:nvPr/>
        </p:nvSpPr>
        <p:spPr>
          <a:xfrm>
            <a:off x="1304400" y="4658199"/>
            <a:ext cx="9583200" cy="146694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b="1" dirty="0"/>
              <a:t>Estado de ACH: </a:t>
            </a:r>
            <a:r>
              <a:rPr lang="es-CO" sz="1200" dirty="0"/>
              <a:t>Marque la casilla que indica si se pueden retirar fondos de la cuenta bancaria y enviarlos al beneficiario mediante depósito directo:</a:t>
            </a:r>
          </a:p>
          <a:p>
            <a:pPr algn="just"/>
            <a:endParaRPr lang="es-CO" sz="1200" dirty="0"/>
          </a:p>
          <a:p>
            <a:pPr algn="just"/>
            <a:r>
              <a:rPr lang="es-CO" sz="1200" dirty="0"/>
              <a:t>Las opciones son las siguientes:</a:t>
            </a:r>
          </a:p>
          <a:p>
            <a:pPr marL="171450" indent="-171450" algn="just">
              <a:buFont typeface="Arial" panose="020B0604020202020204" pitchFamily="34" charset="0"/>
              <a:buChar char="•"/>
            </a:pPr>
            <a:r>
              <a:rPr lang="es-CO" sz="1200" b="1" dirty="0"/>
              <a:t>Seleccionado</a:t>
            </a:r>
            <a:r>
              <a:rPr lang="es-CO" sz="1200" dirty="0"/>
              <a:t>: Indica que la funcionalidad ACH está activa. El banco puede realizar depósitos directos.</a:t>
            </a:r>
          </a:p>
          <a:p>
            <a:pPr marL="171450" indent="-171450" algn="just">
              <a:buFont typeface="Arial" panose="020B0604020202020204" pitchFamily="34" charset="0"/>
              <a:buChar char="•"/>
            </a:pPr>
            <a:r>
              <a:rPr lang="es-CO" sz="1200" b="1" dirty="0"/>
              <a:t>Despejado: </a:t>
            </a:r>
            <a:r>
              <a:rPr lang="es-CO" sz="1200" dirty="0"/>
              <a:t>Indica que la función ACH del banco no está activa. El banco no puede realizar depósitos directos.</a:t>
            </a:r>
          </a:p>
        </p:txBody>
      </p:sp>
      <p:pic>
        <p:nvPicPr>
          <p:cNvPr id="3" name="Imagen 2">
            <a:extLst>
              <a:ext uri="{FF2B5EF4-FFF2-40B4-BE49-F238E27FC236}">
                <a16:creationId xmlns:a16="http://schemas.microsoft.com/office/drawing/2014/main" id="{23AC58A6-CB4E-5A45-8729-2579D6FC9D86}"/>
              </a:ext>
            </a:extLst>
          </p:cNvPr>
          <p:cNvPicPr>
            <a:picLocks noChangeAspect="1"/>
          </p:cNvPicPr>
          <p:nvPr/>
        </p:nvPicPr>
        <p:blipFill>
          <a:blip r:embed="rId3"/>
          <a:stretch>
            <a:fillRect/>
          </a:stretch>
        </p:blipFill>
        <p:spPr>
          <a:xfrm>
            <a:off x="1304400" y="971071"/>
            <a:ext cx="9583200" cy="3132777"/>
          </a:xfrm>
          <a:prstGeom prst="rect">
            <a:avLst/>
          </a:prstGeom>
        </p:spPr>
      </p:pic>
      <p:pic>
        <p:nvPicPr>
          <p:cNvPr id="6" name="Imagen 5">
            <a:extLst>
              <a:ext uri="{FF2B5EF4-FFF2-40B4-BE49-F238E27FC236}">
                <a16:creationId xmlns:a16="http://schemas.microsoft.com/office/drawing/2014/main" id="{7A73D506-C33E-11B6-387D-6222758C4C4B}"/>
              </a:ext>
            </a:extLst>
          </p:cNvPr>
          <p:cNvPicPr>
            <a:picLocks noChangeAspect="1"/>
          </p:cNvPicPr>
          <p:nvPr/>
        </p:nvPicPr>
        <p:blipFill>
          <a:blip r:embed="rId4"/>
          <a:stretch>
            <a:fillRect/>
          </a:stretch>
        </p:blipFill>
        <p:spPr>
          <a:xfrm>
            <a:off x="1351096" y="4103848"/>
            <a:ext cx="9583200" cy="391860"/>
          </a:xfrm>
          <a:prstGeom prst="rect">
            <a:avLst/>
          </a:prstGeom>
        </p:spPr>
      </p:pic>
    </p:spTree>
    <p:extLst>
      <p:ext uri="{BB962C8B-B14F-4D97-AF65-F5344CB8AC3E}">
        <p14:creationId xmlns:p14="http://schemas.microsoft.com/office/powerpoint/2010/main" val="7040777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943F-255D-645C-5C1F-347EF6796704}"/>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7828C125-5182-9070-3510-A9900FAE3B99}"/>
              </a:ext>
            </a:extLst>
          </p:cNvPr>
          <p:cNvSpPr txBox="1">
            <a:spLocks/>
          </p:cNvSpPr>
          <p:nvPr/>
        </p:nvSpPr>
        <p:spPr>
          <a:xfrm>
            <a:off x="1239040" y="579726"/>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pic>
        <p:nvPicPr>
          <p:cNvPr id="13" name="Imagen 12">
            <a:extLst>
              <a:ext uri="{FF2B5EF4-FFF2-40B4-BE49-F238E27FC236}">
                <a16:creationId xmlns:a16="http://schemas.microsoft.com/office/drawing/2014/main" id="{B10904D1-3088-C1E8-5097-52F4ED5D7461}"/>
              </a:ext>
            </a:extLst>
          </p:cNvPr>
          <p:cNvPicPr>
            <a:picLocks noChangeAspect="1"/>
          </p:cNvPicPr>
          <p:nvPr/>
        </p:nvPicPr>
        <p:blipFill>
          <a:blip r:embed="rId3"/>
          <a:stretch>
            <a:fillRect/>
          </a:stretch>
        </p:blipFill>
        <p:spPr>
          <a:xfrm>
            <a:off x="1304400" y="1419546"/>
            <a:ext cx="9583200" cy="3043957"/>
          </a:xfrm>
          <a:prstGeom prst="rect">
            <a:avLst/>
          </a:prstGeom>
        </p:spPr>
      </p:pic>
      <p:sp>
        <p:nvSpPr>
          <p:cNvPr id="2" name="Rectángulo: esquinas redondeadas 1">
            <a:extLst>
              <a:ext uri="{FF2B5EF4-FFF2-40B4-BE49-F238E27FC236}">
                <a16:creationId xmlns:a16="http://schemas.microsoft.com/office/drawing/2014/main" id="{66874D33-248D-32CA-7D52-2223D683A1C1}"/>
              </a:ext>
            </a:extLst>
          </p:cNvPr>
          <p:cNvSpPr/>
          <p:nvPr/>
        </p:nvSpPr>
        <p:spPr>
          <a:xfrm>
            <a:off x="1304400" y="4927728"/>
            <a:ext cx="5443872" cy="51072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Se debe tener en cuenta la siguiente información detalla a continuación. </a:t>
            </a:r>
          </a:p>
        </p:txBody>
      </p:sp>
    </p:spTree>
    <p:extLst>
      <p:ext uri="{BB962C8B-B14F-4D97-AF65-F5344CB8AC3E}">
        <p14:creationId xmlns:p14="http://schemas.microsoft.com/office/powerpoint/2010/main" val="21866619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4F537-7D78-FF47-EAF3-D92F23CA6CAB}"/>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55EADAF6-1DFF-5DFD-3842-2DB13EF79073}"/>
              </a:ext>
            </a:extLst>
          </p:cNvPr>
          <p:cNvSpPr txBox="1">
            <a:spLocks/>
          </p:cNvSpPr>
          <p:nvPr/>
        </p:nvSpPr>
        <p:spPr>
          <a:xfrm>
            <a:off x="1239040" y="421661"/>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pic>
        <p:nvPicPr>
          <p:cNvPr id="5" name="Imagen 4">
            <a:extLst>
              <a:ext uri="{FF2B5EF4-FFF2-40B4-BE49-F238E27FC236}">
                <a16:creationId xmlns:a16="http://schemas.microsoft.com/office/drawing/2014/main" id="{97856288-B59B-4D75-C0F8-6FF39AED79DC}"/>
              </a:ext>
            </a:extLst>
          </p:cNvPr>
          <p:cNvPicPr>
            <a:picLocks noChangeAspect="1"/>
          </p:cNvPicPr>
          <p:nvPr/>
        </p:nvPicPr>
        <p:blipFill>
          <a:blip r:embed="rId3"/>
          <a:stretch>
            <a:fillRect/>
          </a:stretch>
        </p:blipFill>
        <p:spPr>
          <a:xfrm>
            <a:off x="1867916" y="1537716"/>
            <a:ext cx="8255000" cy="3581400"/>
          </a:xfrm>
          <a:prstGeom prst="rect">
            <a:avLst/>
          </a:prstGeom>
        </p:spPr>
      </p:pic>
    </p:spTree>
    <p:extLst>
      <p:ext uri="{BB962C8B-B14F-4D97-AF65-F5344CB8AC3E}">
        <p14:creationId xmlns:p14="http://schemas.microsoft.com/office/powerpoint/2010/main" val="35239090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76C6-F4D2-C949-D264-DAA068E66BA6}"/>
            </a:ext>
          </a:extLst>
        </p:cNvPr>
        <p:cNvGrpSpPr/>
        <p:nvPr/>
      </p:nvGrpSpPr>
      <p:grpSpPr>
        <a:xfrm>
          <a:off x="0" y="0"/>
          <a:ext cx="0" cy="0"/>
          <a:chOff x="0" y="0"/>
          <a:chExt cx="0" cy="0"/>
        </a:xfrm>
      </p:grpSpPr>
      <p:sp>
        <p:nvSpPr>
          <p:cNvPr id="8" name="Título 3">
            <a:extLst>
              <a:ext uri="{FF2B5EF4-FFF2-40B4-BE49-F238E27FC236}">
                <a16:creationId xmlns:a16="http://schemas.microsoft.com/office/drawing/2014/main" id="{D8FD0F36-0F4E-C9B8-222D-C634F7849B42}"/>
              </a:ext>
            </a:extLst>
          </p:cNvPr>
          <p:cNvSpPr txBox="1">
            <a:spLocks/>
          </p:cNvSpPr>
          <p:nvPr/>
        </p:nvSpPr>
        <p:spPr>
          <a:xfrm>
            <a:off x="1239040" y="577109"/>
            <a:ext cx="97139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GVRBANK </a:t>
            </a:r>
            <a:r>
              <a:rPr lang="pt-BR" dirty="0">
                <a:solidFill>
                  <a:schemeClr val="tx1"/>
                </a:solidFill>
              </a:rPr>
              <a:t>Regla de código de banco </a:t>
            </a:r>
            <a:r>
              <a:rPr lang="es-ES_tradnl" dirty="0">
                <a:solidFill>
                  <a:schemeClr val="tx1"/>
                </a:solidFill>
              </a:rPr>
              <a:t> </a:t>
            </a:r>
            <a:endParaRPr lang="es-CL" dirty="0">
              <a:solidFill>
                <a:schemeClr val="tx1"/>
              </a:solidFill>
            </a:endParaRPr>
          </a:p>
        </p:txBody>
      </p:sp>
      <p:pic>
        <p:nvPicPr>
          <p:cNvPr id="3" name="Imagen 2">
            <a:extLst>
              <a:ext uri="{FF2B5EF4-FFF2-40B4-BE49-F238E27FC236}">
                <a16:creationId xmlns:a16="http://schemas.microsoft.com/office/drawing/2014/main" id="{21C47BF2-43E8-E3EC-C621-BDC759851BCE}"/>
              </a:ext>
            </a:extLst>
          </p:cNvPr>
          <p:cNvPicPr>
            <a:picLocks noChangeAspect="1"/>
          </p:cNvPicPr>
          <p:nvPr/>
        </p:nvPicPr>
        <p:blipFill>
          <a:blip r:embed="rId3"/>
          <a:stretch>
            <a:fillRect/>
          </a:stretch>
        </p:blipFill>
        <p:spPr>
          <a:xfrm>
            <a:off x="1304400" y="1305154"/>
            <a:ext cx="9583200" cy="3232706"/>
          </a:xfrm>
          <a:prstGeom prst="rect">
            <a:avLst/>
          </a:prstGeom>
        </p:spPr>
      </p:pic>
      <p:sp>
        <p:nvSpPr>
          <p:cNvPr id="4" name="Rectángulo: esquinas redondeadas 3">
            <a:extLst>
              <a:ext uri="{FF2B5EF4-FFF2-40B4-BE49-F238E27FC236}">
                <a16:creationId xmlns:a16="http://schemas.microsoft.com/office/drawing/2014/main" id="{5044C9C2-D2FD-98FE-8DB8-F6B0BB9DBE7B}"/>
              </a:ext>
            </a:extLst>
          </p:cNvPr>
          <p:cNvSpPr/>
          <p:nvPr/>
        </p:nvSpPr>
        <p:spPr>
          <a:xfrm>
            <a:off x="1239040" y="4764024"/>
            <a:ext cx="6771104" cy="5394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b="1" dirty="0"/>
              <a:t>Nota: </a:t>
            </a:r>
            <a:r>
              <a:rPr lang="es-CO" sz="1200" dirty="0"/>
              <a:t>Si Banner Finanzas está instalado, estos campos estarían activos y se puede diligenciar.</a:t>
            </a:r>
          </a:p>
        </p:txBody>
      </p:sp>
    </p:spTree>
    <p:extLst>
      <p:ext uri="{BB962C8B-B14F-4D97-AF65-F5344CB8AC3E}">
        <p14:creationId xmlns:p14="http://schemas.microsoft.com/office/powerpoint/2010/main" val="2384971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49F47-DCEE-A99B-8136-22E14E6024D3}"/>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FEC3D8CE-AFD8-EF04-7ED3-9E9B51723F65}"/>
              </a:ext>
            </a:extLst>
          </p:cNvPr>
          <p:cNvSpPr>
            <a:spLocks noGrp="1"/>
          </p:cNvSpPr>
          <p:nvPr>
            <p:ph type="body" sz="quarter" idx="10"/>
          </p:nvPr>
        </p:nvSpPr>
        <p:spPr>
          <a:xfrm>
            <a:off x="566045" y="2989779"/>
            <a:ext cx="10918819" cy="686109"/>
          </a:xfrm>
        </p:spPr>
        <p:txBody>
          <a:bodyPr/>
          <a:lstStyle/>
          <a:p>
            <a:r>
              <a:rPr lang="es-CO" dirty="0"/>
              <a:t>Procesar los pagos del estudiante</a:t>
            </a:r>
          </a:p>
          <a:p>
            <a:endParaRPr lang="es-CO" dirty="0"/>
          </a:p>
        </p:txBody>
      </p:sp>
      <p:sp>
        <p:nvSpPr>
          <p:cNvPr id="6" name="Text Placeholder 16">
            <a:extLst>
              <a:ext uri="{FF2B5EF4-FFF2-40B4-BE49-F238E27FC236}">
                <a16:creationId xmlns:a16="http://schemas.microsoft.com/office/drawing/2014/main" id="{AC2C4271-8936-EBFA-2D79-4E7D645A1EED}"/>
              </a:ext>
            </a:extLst>
          </p:cNvPr>
          <p:cNvSpPr txBox="1">
            <a:spLocks/>
          </p:cNvSpPr>
          <p:nvPr/>
        </p:nvSpPr>
        <p:spPr>
          <a:xfrm>
            <a:off x="566045" y="3868221"/>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los pagos</a:t>
            </a:r>
            <a:endParaRPr lang="en-US" sz="2000" dirty="0">
              <a:solidFill>
                <a:schemeClr val="bg1"/>
              </a:solidFill>
            </a:endParaRPr>
          </a:p>
        </p:txBody>
      </p:sp>
    </p:spTree>
    <p:extLst>
      <p:ext uri="{BB962C8B-B14F-4D97-AF65-F5344CB8AC3E}">
        <p14:creationId xmlns:p14="http://schemas.microsoft.com/office/powerpoint/2010/main" val="12091717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4AF91-E954-A53D-1904-1D97F947C4C2}"/>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D3F1EE3F-D64B-9AFC-9D35-68ED01A2F026}"/>
              </a:ext>
            </a:extLst>
          </p:cNvPr>
          <p:cNvSpPr>
            <a:spLocks noGrp="1"/>
          </p:cNvSpPr>
          <p:nvPr>
            <p:ph type="body" sz="quarter" idx="10"/>
          </p:nvPr>
        </p:nvSpPr>
        <p:spPr>
          <a:xfrm>
            <a:off x="841247" y="2604603"/>
            <a:ext cx="10363202" cy="669094"/>
          </a:xfrm>
        </p:spPr>
        <p:txBody>
          <a:bodyPr/>
          <a:lstStyle/>
          <a:p>
            <a:pPr algn="l"/>
            <a:r>
              <a:rPr lang="es-CO" dirty="0"/>
              <a:t>Ingreso de Pagos por Caja</a:t>
            </a:r>
          </a:p>
        </p:txBody>
      </p:sp>
      <p:sp>
        <p:nvSpPr>
          <p:cNvPr id="3" name="Marcador de texto 2">
            <a:extLst>
              <a:ext uri="{FF2B5EF4-FFF2-40B4-BE49-F238E27FC236}">
                <a16:creationId xmlns:a16="http://schemas.microsoft.com/office/drawing/2014/main" id="{D816EBCF-505C-4367-FA9D-3F7F16BDFB41}"/>
              </a:ext>
            </a:extLst>
          </p:cNvPr>
          <p:cNvSpPr>
            <a:spLocks noGrp="1"/>
          </p:cNvSpPr>
          <p:nvPr>
            <p:ph type="body" sz="quarter" idx="11"/>
          </p:nvPr>
        </p:nvSpPr>
        <p:spPr>
          <a:xfrm>
            <a:off x="841247" y="3584304"/>
            <a:ext cx="2286001" cy="324961"/>
          </a:xfrm>
        </p:spPr>
        <p:txBody>
          <a:bodyPr/>
          <a:lstStyle/>
          <a:p>
            <a:pPr algn="l"/>
            <a:r>
              <a:rPr lang="es-CO" sz="2000" dirty="0"/>
              <a:t>Gestionar los pagos</a:t>
            </a:r>
          </a:p>
        </p:txBody>
      </p:sp>
    </p:spTree>
    <p:extLst>
      <p:ext uri="{BB962C8B-B14F-4D97-AF65-F5344CB8AC3E}">
        <p14:creationId xmlns:p14="http://schemas.microsoft.com/office/powerpoint/2010/main" val="32410591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1B0E3-7333-C4F9-4EA2-BBBD8325ABE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192E654-2BEE-1FAE-0100-BCFD2E6ABCD5}"/>
              </a:ext>
            </a:extLst>
          </p:cNvPr>
          <p:cNvSpPr txBox="1">
            <a:spLocks/>
          </p:cNvSpPr>
          <p:nvPr/>
        </p:nvSpPr>
        <p:spPr>
          <a:xfrm>
            <a:off x="1232038" y="684568"/>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18" name="Rectángulo: esquinas redondeadas 17">
            <a:extLst>
              <a:ext uri="{FF2B5EF4-FFF2-40B4-BE49-F238E27FC236}">
                <a16:creationId xmlns:a16="http://schemas.microsoft.com/office/drawing/2014/main" id="{706D6411-F98D-70A9-40E8-E52540D53679}"/>
              </a:ext>
            </a:extLst>
          </p:cNvPr>
          <p:cNvSpPr/>
          <p:nvPr/>
        </p:nvSpPr>
        <p:spPr>
          <a:xfrm>
            <a:off x="1304400" y="4574217"/>
            <a:ext cx="9583200" cy="95997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 sz="1200" b="1" dirty="0">
                <a:solidFill>
                  <a:schemeClr val="bg1"/>
                </a:solidFill>
                <a:cs typeface="Arial"/>
              </a:rPr>
              <a:t>1. TVACAJA</a:t>
            </a:r>
            <a:r>
              <a:rPr lang="es-ES" sz="1200" dirty="0">
                <a:solidFill>
                  <a:schemeClr val="bg1"/>
                </a:solidFill>
                <a:cs typeface="Arial"/>
              </a:rPr>
              <a:t> es la página destinada a los usuarios que se encuentren facultados para actuar bajo el rol de "</a:t>
            </a:r>
            <a:r>
              <a:rPr lang="es-ES" sz="1200" b="1" dirty="0">
                <a:solidFill>
                  <a:schemeClr val="bg1"/>
                </a:solidFill>
                <a:cs typeface="Arial"/>
              </a:rPr>
              <a:t>Cajero</a:t>
            </a:r>
            <a:r>
              <a:rPr lang="es-ES" sz="1200" dirty="0">
                <a:solidFill>
                  <a:schemeClr val="bg1"/>
                </a:solidFill>
                <a:cs typeface="Arial"/>
              </a:rPr>
              <a:t>". En esta, se visualizarán todos los cargos con saldo distinto de cero, mismos que podrán ser pagados o saldados en función a las reglas de negocios y las opciones de pago que posea la Universidad.</a:t>
            </a:r>
            <a:endParaRPr lang="es-ES_tradnl" sz="1200" dirty="0">
              <a:latin typeface="Arial"/>
              <a:cs typeface="Arial"/>
            </a:endParaRPr>
          </a:p>
        </p:txBody>
      </p:sp>
      <p:pic>
        <p:nvPicPr>
          <p:cNvPr id="4" name="Imagen 3">
            <a:extLst>
              <a:ext uri="{FF2B5EF4-FFF2-40B4-BE49-F238E27FC236}">
                <a16:creationId xmlns:a16="http://schemas.microsoft.com/office/drawing/2014/main" id="{7E4BB749-D65B-8096-5620-CFE2F99A1095}"/>
              </a:ext>
            </a:extLst>
          </p:cNvPr>
          <p:cNvPicPr>
            <a:picLocks noChangeAspect="1"/>
          </p:cNvPicPr>
          <p:nvPr/>
        </p:nvPicPr>
        <p:blipFill>
          <a:blip r:embed="rId3"/>
          <a:stretch>
            <a:fillRect/>
          </a:stretch>
        </p:blipFill>
        <p:spPr>
          <a:xfrm>
            <a:off x="1304400" y="1323805"/>
            <a:ext cx="9583200" cy="2916409"/>
          </a:xfrm>
          <a:prstGeom prst="rect">
            <a:avLst/>
          </a:prstGeom>
        </p:spPr>
      </p:pic>
      <p:pic>
        <p:nvPicPr>
          <p:cNvPr id="8" name="Imagen 7">
            <a:extLst>
              <a:ext uri="{FF2B5EF4-FFF2-40B4-BE49-F238E27FC236}">
                <a16:creationId xmlns:a16="http://schemas.microsoft.com/office/drawing/2014/main" id="{876F623D-0042-6580-D58E-4CEE029D7810}"/>
              </a:ext>
            </a:extLst>
          </p:cNvPr>
          <p:cNvPicPr>
            <a:picLocks noChangeAspect="1"/>
          </p:cNvPicPr>
          <p:nvPr/>
        </p:nvPicPr>
        <p:blipFill>
          <a:blip r:embed="rId4"/>
          <a:stretch>
            <a:fillRect/>
          </a:stretch>
        </p:blipFill>
        <p:spPr>
          <a:xfrm>
            <a:off x="1070038" y="2103490"/>
            <a:ext cx="162000" cy="162000"/>
          </a:xfrm>
          <a:prstGeom prst="rect">
            <a:avLst/>
          </a:prstGeom>
        </p:spPr>
      </p:pic>
    </p:spTree>
    <p:extLst>
      <p:ext uri="{BB962C8B-B14F-4D97-AF65-F5344CB8AC3E}">
        <p14:creationId xmlns:p14="http://schemas.microsoft.com/office/powerpoint/2010/main" val="8910428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D67BB-BA3C-DD31-7E2A-1FB18EF255A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A175C65-27E9-E3B4-6077-965EC5B21DF4}"/>
              </a:ext>
            </a:extLst>
          </p:cNvPr>
          <p:cNvSpPr txBox="1">
            <a:spLocks/>
          </p:cNvSpPr>
          <p:nvPr/>
        </p:nvSpPr>
        <p:spPr>
          <a:xfrm>
            <a:off x="1255234" y="642688"/>
            <a:ext cx="505412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18" name="Rectángulo: esquinas redondeadas 17">
            <a:extLst>
              <a:ext uri="{FF2B5EF4-FFF2-40B4-BE49-F238E27FC236}">
                <a16:creationId xmlns:a16="http://schemas.microsoft.com/office/drawing/2014/main" id="{3944FF4D-3666-AF6E-AE74-2035D7885493}"/>
              </a:ext>
            </a:extLst>
          </p:cNvPr>
          <p:cNvSpPr/>
          <p:nvPr/>
        </p:nvSpPr>
        <p:spPr>
          <a:xfrm>
            <a:off x="1336564" y="4484139"/>
            <a:ext cx="9583200" cy="50586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defRPr/>
            </a:pPr>
            <a:r>
              <a:rPr lang="es-ES" sz="1200" b="1" dirty="0">
                <a:solidFill>
                  <a:schemeClr val="bg1"/>
                </a:solidFill>
                <a:cs typeface="Arial"/>
              </a:rPr>
              <a:t>2.</a:t>
            </a:r>
            <a:r>
              <a:rPr lang="es-ES" sz="1200" dirty="0">
                <a:solidFill>
                  <a:schemeClr val="bg1"/>
                </a:solidFill>
                <a:cs typeface="Arial"/>
              </a:rPr>
              <a:t> Para formalizar el pago de uno o varios cargos, lo primero es seleccionar los cargos que serían considerados para realizar el pago.</a:t>
            </a:r>
            <a:endParaRPr lang="en-US" sz="1400" dirty="0">
              <a:solidFill>
                <a:schemeClr val="bg1"/>
              </a:solidFill>
            </a:endParaRPr>
          </a:p>
        </p:txBody>
      </p:sp>
      <p:pic>
        <p:nvPicPr>
          <p:cNvPr id="5" name="Imagen 4">
            <a:extLst>
              <a:ext uri="{FF2B5EF4-FFF2-40B4-BE49-F238E27FC236}">
                <a16:creationId xmlns:a16="http://schemas.microsoft.com/office/drawing/2014/main" id="{8C185C47-C030-F3CC-B79A-FA8A0EF6ECE6}"/>
              </a:ext>
            </a:extLst>
          </p:cNvPr>
          <p:cNvPicPr>
            <a:picLocks noChangeAspect="1"/>
          </p:cNvPicPr>
          <p:nvPr/>
        </p:nvPicPr>
        <p:blipFill>
          <a:blip r:embed="rId3"/>
          <a:stretch>
            <a:fillRect/>
          </a:stretch>
        </p:blipFill>
        <p:spPr>
          <a:xfrm>
            <a:off x="1336563" y="1375609"/>
            <a:ext cx="9583200" cy="2947908"/>
          </a:xfrm>
          <a:prstGeom prst="rect">
            <a:avLst/>
          </a:prstGeom>
        </p:spPr>
      </p:pic>
      <p:sp>
        <p:nvSpPr>
          <p:cNvPr id="6" name="Rectángulo: esquinas redondeadas 5">
            <a:extLst>
              <a:ext uri="{FF2B5EF4-FFF2-40B4-BE49-F238E27FC236}">
                <a16:creationId xmlns:a16="http://schemas.microsoft.com/office/drawing/2014/main" id="{BBD9164C-7DE1-27C3-7B53-988540EF46E5}"/>
              </a:ext>
            </a:extLst>
          </p:cNvPr>
          <p:cNvSpPr/>
          <p:nvPr/>
        </p:nvSpPr>
        <p:spPr>
          <a:xfrm>
            <a:off x="1336564" y="5221907"/>
            <a:ext cx="9583200" cy="76741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3.</a:t>
            </a:r>
            <a:r>
              <a:rPr lang="es-ES" sz="1200" dirty="0">
                <a:solidFill>
                  <a:schemeClr val="bg1"/>
                </a:solidFill>
                <a:cs typeface="Arial"/>
              </a:rPr>
              <a:t> Posteriormente, en la sección "</a:t>
            </a:r>
            <a:r>
              <a:rPr lang="es-ES" sz="1200" b="1" dirty="0">
                <a:solidFill>
                  <a:schemeClr val="bg1"/>
                </a:solidFill>
                <a:cs typeface="Arial"/>
              </a:rPr>
              <a:t>Total monto a pagar</a:t>
            </a:r>
            <a:r>
              <a:rPr lang="es-ES" sz="1200" dirty="0">
                <a:solidFill>
                  <a:schemeClr val="bg1"/>
                </a:solidFill>
                <a:cs typeface="Arial"/>
              </a:rPr>
              <a:t>", se ha de ingresar el código o códigos de detalle que representa dicho concepto de pago y el monto del pago que sería ingresado por dicho concepto y por cada medio de pago. Los demás campos son opcionales y complementan la información del pago a realizar.</a:t>
            </a:r>
            <a:endParaRPr lang="en-US" sz="1400" dirty="0">
              <a:solidFill>
                <a:schemeClr val="bg1"/>
              </a:solidFill>
            </a:endParaRPr>
          </a:p>
        </p:txBody>
      </p:sp>
      <p:pic>
        <p:nvPicPr>
          <p:cNvPr id="9" name="Imagen 8">
            <a:extLst>
              <a:ext uri="{FF2B5EF4-FFF2-40B4-BE49-F238E27FC236}">
                <a16:creationId xmlns:a16="http://schemas.microsoft.com/office/drawing/2014/main" id="{2BC69949-E0C0-7E97-7125-CADD51159D74}"/>
              </a:ext>
            </a:extLst>
          </p:cNvPr>
          <p:cNvPicPr>
            <a:picLocks noChangeAspect="1"/>
          </p:cNvPicPr>
          <p:nvPr/>
        </p:nvPicPr>
        <p:blipFill>
          <a:blip r:embed="rId4"/>
          <a:stretch>
            <a:fillRect/>
          </a:stretch>
        </p:blipFill>
        <p:spPr>
          <a:xfrm>
            <a:off x="6809340" y="2111165"/>
            <a:ext cx="162000" cy="162000"/>
          </a:xfrm>
          <a:prstGeom prst="rect">
            <a:avLst/>
          </a:prstGeom>
        </p:spPr>
      </p:pic>
      <p:pic>
        <p:nvPicPr>
          <p:cNvPr id="11" name="Imagen 10">
            <a:extLst>
              <a:ext uri="{FF2B5EF4-FFF2-40B4-BE49-F238E27FC236}">
                <a16:creationId xmlns:a16="http://schemas.microsoft.com/office/drawing/2014/main" id="{64BB7028-2D9D-8968-C7B6-6CC513A7C7A8}"/>
              </a:ext>
            </a:extLst>
          </p:cNvPr>
          <p:cNvPicPr>
            <a:picLocks noChangeAspect="1"/>
          </p:cNvPicPr>
          <p:nvPr/>
        </p:nvPicPr>
        <p:blipFill>
          <a:blip r:embed="rId5"/>
          <a:stretch>
            <a:fillRect/>
          </a:stretch>
        </p:blipFill>
        <p:spPr>
          <a:xfrm>
            <a:off x="5298288" y="3334404"/>
            <a:ext cx="162000" cy="162000"/>
          </a:xfrm>
          <a:prstGeom prst="rect">
            <a:avLst/>
          </a:prstGeom>
        </p:spPr>
      </p:pic>
    </p:spTree>
    <p:extLst>
      <p:ext uri="{BB962C8B-B14F-4D97-AF65-F5344CB8AC3E}">
        <p14:creationId xmlns:p14="http://schemas.microsoft.com/office/powerpoint/2010/main" val="30467911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7E292-9448-EECA-6B11-F3E37EAF1AB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C3F4E01-EEA1-DB65-DB6E-3DBC03C33748}"/>
              </a:ext>
            </a:extLst>
          </p:cNvPr>
          <p:cNvSpPr txBox="1">
            <a:spLocks/>
          </p:cNvSpPr>
          <p:nvPr/>
        </p:nvSpPr>
        <p:spPr>
          <a:xfrm>
            <a:off x="1267068" y="293679"/>
            <a:ext cx="508559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6" name="Rectángulo: esquinas redondeadas 5">
            <a:extLst>
              <a:ext uri="{FF2B5EF4-FFF2-40B4-BE49-F238E27FC236}">
                <a16:creationId xmlns:a16="http://schemas.microsoft.com/office/drawing/2014/main" id="{11CC9B49-A153-D98B-1EB8-EDE0E8A49D35}"/>
              </a:ext>
            </a:extLst>
          </p:cNvPr>
          <p:cNvSpPr/>
          <p:nvPr/>
        </p:nvSpPr>
        <p:spPr>
          <a:xfrm>
            <a:off x="1295401" y="5723614"/>
            <a:ext cx="9583200"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_tradnl" sz="1200" b="1" dirty="0"/>
              <a:t>5. </a:t>
            </a:r>
            <a:r>
              <a:rPr lang="es-ES" sz="1200" dirty="0">
                <a:solidFill>
                  <a:schemeClr val="bg1"/>
                </a:solidFill>
                <a:cs typeface="Arial"/>
              </a:rPr>
              <a:t>Posteriormente, muestra una ventana con el valor del monto a pagar y si se desea continuar con la aplicación se presiona el botón OK, en caso contrario se presiona el botón Anular para realizar cambios.</a:t>
            </a:r>
            <a:endParaRPr lang="en-US" sz="1200" dirty="0">
              <a:solidFill>
                <a:schemeClr val="bg1"/>
              </a:solidFill>
            </a:endParaRPr>
          </a:p>
        </p:txBody>
      </p:sp>
      <p:pic>
        <p:nvPicPr>
          <p:cNvPr id="8" name="Imagen 7">
            <a:extLst>
              <a:ext uri="{FF2B5EF4-FFF2-40B4-BE49-F238E27FC236}">
                <a16:creationId xmlns:a16="http://schemas.microsoft.com/office/drawing/2014/main" id="{433280B7-AF85-D5F1-B887-C48C085CB3ED}"/>
              </a:ext>
            </a:extLst>
          </p:cNvPr>
          <p:cNvPicPr>
            <a:picLocks noChangeAspect="1"/>
          </p:cNvPicPr>
          <p:nvPr/>
        </p:nvPicPr>
        <p:blipFill>
          <a:blip r:embed="rId3"/>
          <a:stretch>
            <a:fillRect/>
          </a:stretch>
        </p:blipFill>
        <p:spPr>
          <a:xfrm>
            <a:off x="1295400" y="1021265"/>
            <a:ext cx="9583200" cy="3526458"/>
          </a:xfrm>
          <a:prstGeom prst="rect">
            <a:avLst/>
          </a:prstGeom>
        </p:spPr>
      </p:pic>
      <p:pic>
        <p:nvPicPr>
          <p:cNvPr id="12" name="Imagen 11">
            <a:extLst>
              <a:ext uri="{FF2B5EF4-FFF2-40B4-BE49-F238E27FC236}">
                <a16:creationId xmlns:a16="http://schemas.microsoft.com/office/drawing/2014/main" id="{5E996940-CC0D-B1CB-2804-342494376D92}"/>
              </a:ext>
            </a:extLst>
          </p:cNvPr>
          <p:cNvPicPr>
            <a:picLocks noChangeAspect="1"/>
          </p:cNvPicPr>
          <p:nvPr/>
        </p:nvPicPr>
        <p:blipFill>
          <a:blip r:embed="rId4"/>
          <a:stretch>
            <a:fillRect/>
          </a:stretch>
        </p:blipFill>
        <p:spPr>
          <a:xfrm>
            <a:off x="1295400" y="4554347"/>
            <a:ext cx="9583200" cy="308975"/>
          </a:xfrm>
          <a:prstGeom prst="rect">
            <a:avLst/>
          </a:prstGeom>
        </p:spPr>
      </p:pic>
      <p:pic>
        <p:nvPicPr>
          <p:cNvPr id="14" name="Imagen 13">
            <a:extLst>
              <a:ext uri="{FF2B5EF4-FFF2-40B4-BE49-F238E27FC236}">
                <a16:creationId xmlns:a16="http://schemas.microsoft.com/office/drawing/2014/main" id="{B115A29F-4546-49F0-EDC5-2B48096FEB42}"/>
              </a:ext>
            </a:extLst>
          </p:cNvPr>
          <p:cNvPicPr>
            <a:picLocks noChangeAspect="1"/>
          </p:cNvPicPr>
          <p:nvPr/>
        </p:nvPicPr>
        <p:blipFill>
          <a:blip r:embed="rId5"/>
          <a:stretch>
            <a:fillRect/>
          </a:stretch>
        </p:blipFill>
        <p:spPr>
          <a:xfrm>
            <a:off x="6352662" y="3348000"/>
            <a:ext cx="162000" cy="162000"/>
          </a:xfrm>
          <a:prstGeom prst="rect">
            <a:avLst/>
          </a:prstGeom>
        </p:spPr>
      </p:pic>
      <p:pic>
        <p:nvPicPr>
          <p:cNvPr id="16" name="Imagen 15">
            <a:extLst>
              <a:ext uri="{FF2B5EF4-FFF2-40B4-BE49-F238E27FC236}">
                <a16:creationId xmlns:a16="http://schemas.microsoft.com/office/drawing/2014/main" id="{32F72CBE-8D67-7CB6-7343-2AAFE23D3CCF}"/>
              </a:ext>
            </a:extLst>
          </p:cNvPr>
          <p:cNvPicPr>
            <a:picLocks noChangeAspect="1"/>
          </p:cNvPicPr>
          <p:nvPr/>
        </p:nvPicPr>
        <p:blipFill>
          <a:blip r:embed="rId6"/>
          <a:stretch>
            <a:fillRect/>
          </a:stretch>
        </p:blipFill>
        <p:spPr>
          <a:xfrm>
            <a:off x="10152144" y="4610213"/>
            <a:ext cx="162000" cy="162000"/>
          </a:xfrm>
          <a:prstGeom prst="rect">
            <a:avLst/>
          </a:prstGeom>
        </p:spPr>
      </p:pic>
      <p:sp>
        <p:nvSpPr>
          <p:cNvPr id="17" name="Rectángulo: esquinas redondeadas 16">
            <a:extLst>
              <a:ext uri="{FF2B5EF4-FFF2-40B4-BE49-F238E27FC236}">
                <a16:creationId xmlns:a16="http://schemas.microsoft.com/office/drawing/2014/main" id="{2F0CE92E-B87C-3E8A-B51F-9165D43B6873}"/>
              </a:ext>
            </a:extLst>
          </p:cNvPr>
          <p:cNvSpPr/>
          <p:nvPr/>
        </p:nvSpPr>
        <p:spPr>
          <a:xfrm>
            <a:off x="1295401" y="5043227"/>
            <a:ext cx="958320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4. </a:t>
            </a:r>
            <a:r>
              <a:rPr lang="es-ES" sz="1200" dirty="0">
                <a:solidFill>
                  <a:schemeClr val="bg1"/>
                </a:solidFill>
                <a:cs typeface="Arial"/>
              </a:rPr>
              <a:t>Una vez seleccionados los cargos a pagar, y diligenciada la sección “</a:t>
            </a:r>
            <a:r>
              <a:rPr lang="es-ES" sz="1200" b="1" dirty="0">
                <a:solidFill>
                  <a:schemeClr val="bg1"/>
                </a:solidFill>
                <a:cs typeface="Arial"/>
              </a:rPr>
              <a:t>Total de monto a pagar</a:t>
            </a:r>
            <a:r>
              <a:rPr lang="es-ES" sz="1200" dirty="0">
                <a:solidFill>
                  <a:schemeClr val="bg1"/>
                </a:solidFill>
                <a:cs typeface="Arial"/>
              </a:rPr>
              <a:t>”, se </a:t>
            </a:r>
            <a:r>
              <a:rPr lang="es-ES_tradnl" sz="1200" dirty="0"/>
              <a:t>se presiona el botón </a:t>
            </a:r>
            <a:r>
              <a:rPr lang="es-ES_tradnl" sz="1200" b="1" dirty="0"/>
              <a:t>Guardar</a:t>
            </a:r>
            <a:r>
              <a:rPr lang="es-ES_tradnl" sz="1200" dirty="0"/>
              <a:t> o presionar la tecla </a:t>
            </a:r>
            <a:r>
              <a:rPr lang="es-ES_tradnl" sz="1200" b="1" dirty="0"/>
              <a:t>F10</a:t>
            </a:r>
            <a:r>
              <a:rPr lang="es-ES_tradnl" sz="1200" dirty="0"/>
              <a:t>.</a:t>
            </a:r>
            <a:endParaRPr lang="en-US" sz="1200" dirty="0">
              <a:solidFill>
                <a:schemeClr val="bg1"/>
              </a:solidFill>
            </a:endParaRPr>
          </a:p>
        </p:txBody>
      </p:sp>
    </p:spTree>
    <p:extLst>
      <p:ext uri="{BB962C8B-B14F-4D97-AF65-F5344CB8AC3E}">
        <p14:creationId xmlns:p14="http://schemas.microsoft.com/office/powerpoint/2010/main" val="17353785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2FFC8-544C-C877-9116-3E79419461E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FDE5E95-C09B-222D-0FFE-D069F8634CA9}"/>
              </a:ext>
            </a:extLst>
          </p:cNvPr>
          <p:cNvSpPr txBox="1">
            <a:spLocks/>
          </p:cNvSpPr>
          <p:nvPr/>
        </p:nvSpPr>
        <p:spPr>
          <a:xfrm>
            <a:off x="1116884" y="596799"/>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6" name="Rectángulo: esquinas redondeadas 5">
            <a:extLst>
              <a:ext uri="{FF2B5EF4-FFF2-40B4-BE49-F238E27FC236}">
                <a16:creationId xmlns:a16="http://schemas.microsoft.com/office/drawing/2014/main" id="{74022F85-6874-9027-599A-BE44249F0652}"/>
              </a:ext>
            </a:extLst>
          </p:cNvPr>
          <p:cNvSpPr/>
          <p:nvPr/>
        </p:nvSpPr>
        <p:spPr>
          <a:xfrm>
            <a:off x="1290621" y="4661728"/>
            <a:ext cx="4232356" cy="8612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7. </a:t>
            </a:r>
            <a:r>
              <a:rPr lang="es-ES" sz="1200" dirty="0">
                <a:solidFill>
                  <a:schemeClr val="bg1"/>
                </a:solidFill>
                <a:cs typeface="Arial"/>
              </a:rPr>
              <a:t>En este punto ya es posible presionar el botón "Imprimir recibo" con lo cual se generará una nueva ventana con el recibo del pago realizado.</a:t>
            </a:r>
          </a:p>
        </p:txBody>
      </p:sp>
      <p:pic>
        <p:nvPicPr>
          <p:cNvPr id="4" name="Imagen 3">
            <a:extLst>
              <a:ext uri="{FF2B5EF4-FFF2-40B4-BE49-F238E27FC236}">
                <a16:creationId xmlns:a16="http://schemas.microsoft.com/office/drawing/2014/main" id="{FC25B1E8-B8D0-E91F-8C86-C50E785310E5}"/>
              </a:ext>
            </a:extLst>
          </p:cNvPr>
          <p:cNvPicPr>
            <a:picLocks noChangeAspect="1"/>
          </p:cNvPicPr>
          <p:nvPr/>
        </p:nvPicPr>
        <p:blipFill>
          <a:blip r:embed="rId3"/>
          <a:stretch>
            <a:fillRect/>
          </a:stretch>
        </p:blipFill>
        <p:spPr>
          <a:xfrm>
            <a:off x="1222408" y="1266902"/>
            <a:ext cx="9583200" cy="2976675"/>
          </a:xfrm>
          <a:prstGeom prst="rect">
            <a:avLst/>
          </a:prstGeom>
        </p:spPr>
      </p:pic>
      <p:sp>
        <p:nvSpPr>
          <p:cNvPr id="5" name="Rectángulo: esquinas redondeadas 4">
            <a:extLst>
              <a:ext uri="{FF2B5EF4-FFF2-40B4-BE49-F238E27FC236}">
                <a16:creationId xmlns:a16="http://schemas.microsoft.com/office/drawing/2014/main" id="{FA8A9573-BD48-B9BA-599C-4C5315008E34}"/>
              </a:ext>
            </a:extLst>
          </p:cNvPr>
          <p:cNvSpPr/>
          <p:nvPr/>
        </p:nvSpPr>
        <p:spPr>
          <a:xfrm>
            <a:off x="6483096" y="4649917"/>
            <a:ext cx="4322512" cy="87305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6. </a:t>
            </a:r>
            <a:r>
              <a:rPr lang="es-ES" sz="1200" dirty="0">
                <a:solidFill>
                  <a:schemeClr val="bg1"/>
                </a:solidFill>
                <a:cs typeface="Arial"/>
              </a:rPr>
              <a:t>La formalización del pago se puede visualizar en TVACAJA al momento en que la operación haya definido un número de recibo que identificaría el pago realizado y las transacciones involucradas.</a:t>
            </a:r>
          </a:p>
        </p:txBody>
      </p:sp>
      <p:pic>
        <p:nvPicPr>
          <p:cNvPr id="9" name="Imagen 8">
            <a:extLst>
              <a:ext uri="{FF2B5EF4-FFF2-40B4-BE49-F238E27FC236}">
                <a16:creationId xmlns:a16="http://schemas.microsoft.com/office/drawing/2014/main" id="{E84A7A8F-7D16-EE25-3208-B5F6550C5C31}"/>
              </a:ext>
            </a:extLst>
          </p:cNvPr>
          <p:cNvPicPr>
            <a:picLocks noChangeAspect="1"/>
          </p:cNvPicPr>
          <p:nvPr/>
        </p:nvPicPr>
        <p:blipFill>
          <a:blip r:embed="rId4"/>
          <a:stretch>
            <a:fillRect/>
          </a:stretch>
        </p:blipFill>
        <p:spPr>
          <a:xfrm>
            <a:off x="5934000" y="3615233"/>
            <a:ext cx="162000" cy="162000"/>
          </a:xfrm>
          <a:prstGeom prst="rect">
            <a:avLst/>
          </a:prstGeom>
        </p:spPr>
      </p:pic>
      <p:pic>
        <p:nvPicPr>
          <p:cNvPr id="11" name="Imagen 10">
            <a:extLst>
              <a:ext uri="{FF2B5EF4-FFF2-40B4-BE49-F238E27FC236}">
                <a16:creationId xmlns:a16="http://schemas.microsoft.com/office/drawing/2014/main" id="{0BFDD8F9-352A-86D5-775D-36E2BBF040B0}"/>
              </a:ext>
            </a:extLst>
          </p:cNvPr>
          <p:cNvPicPr>
            <a:picLocks noChangeAspect="1"/>
          </p:cNvPicPr>
          <p:nvPr/>
        </p:nvPicPr>
        <p:blipFill>
          <a:blip r:embed="rId5"/>
          <a:stretch>
            <a:fillRect/>
          </a:stretch>
        </p:blipFill>
        <p:spPr>
          <a:xfrm>
            <a:off x="2244281" y="3033713"/>
            <a:ext cx="162000" cy="162000"/>
          </a:xfrm>
          <a:prstGeom prst="rect">
            <a:avLst/>
          </a:prstGeom>
        </p:spPr>
      </p:pic>
    </p:spTree>
    <p:extLst>
      <p:ext uri="{BB962C8B-B14F-4D97-AF65-F5344CB8AC3E}">
        <p14:creationId xmlns:p14="http://schemas.microsoft.com/office/powerpoint/2010/main" val="16513158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E6E4-0697-8211-8E4F-D6F10BB843B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60EF8CD-36C5-9A85-F464-C9B3E9A7105C}"/>
              </a:ext>
            </a:extLst>
          </p:cNvPr>
          <p:cNvSpPr txBox="1">
            <a:spLocks/>
          </p:cNvSpPr>
          <p:nvPr/>
        </p:nvSpPr>
        <p:spPr>
          <a:xfrm>
            <a:off x="1229860" y="248851"/>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6" name="Rectángulo: esquinas redondeadas 5">
            <a:extLst>
              <a:ext uri="{FF2B5EF4-FFF2-40B4-BE49-F238E27FC236}">
                <a16:creationId xmlns:a16="http://schemas.microsoft.com/office/drawing/2014/main" id="{5215C2EB-EFAD-EBFA-BB8E-B43D286AD73C}"/>
              </a:ext>
            </a:extLst>
          </p:cNvPr>
          <p:cNvSpPr/>
          <p:nvPr/>
        </p:nvSpPr>
        <p:spPr>
          <a:xfrm>
            <a:off x="1403597" y="5282950"/>
            <a:ext cx="4192532"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8. Visualización del recibo emitido por el pago realizado.</a:t>
            </a:r>
          </a:p>
        </p:txBody>
      </p:sp>
      <p:pic>
        <p:nvPicPr>
          <p:cNvPr id="4" name="Imagen 3">
            <a:extLst>
              <a:ext uri="{FF2B5EF4-FFF2-40B4-BE49-F238E27FC236}">
                <a16:creationId xmlns:a16="http://schemas.microsoft.com/office/drawing/2014/main" id="{F04AD45D-4402-9B2B-8A52-242C3581085A}"/>
              </a:ext>
            </a:extLst>
          </p:cNvPr>
          <p:cNvPicPr>
            <a:picLocks noChangeAspect="1"/>
          </p:cNvPicPr>
          <p:nvPr/>
        </p:nvPicPr>
        <p:blipFill>
          <a:blip r:embed="rId3"/>
          <a:stretch>
            <a:fillRect/>
          </a:stretch>
        </p:blipFill>
        <p:spPr>
          <a:xfrm>
            <a:off x="1229860" y="749333"/>
            <a:ext cx="9583200" cy="4423791"/>
          </a:xfrm>
          <a:prstGeom prst="rect">
            <a:avLst/>
          </a:prstGeom>
        </p:spPr>
      </p:pic>
    </p:spTree>
    <p:extLst>
      <p:ext uri="{BB962C8B-B14F-4D97-AF65-F5344CB8AC3E}">
        <p14:creationId xmlns:p14="http://schemas.microsoft.com/office/powerpoint/2010/main" val="1687250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677E3-1A13-64FA-55F5-62F3D6F087A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D6CE49A-6221-A52F-8DD1-67640650F635}"/>
              </a:ext>
            </a:extLst>
          </p:cNvPr>
          <p:cNvSpPr txBox="1">
            <a:spLocks/>
          </p:cNvSpPr>
          <p:nvPr/>
        </p:nvSpPr>
        <p:spPr>
          <a:xfrm>
            <a:off x="1199838" y="630273"/>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TVACAJA Cajero</a:t>
            </a:r>
            <a:endParaRPr lang="es-CL" dirty="0"/>
          </a:p>
        </p:txBody>
      </p:sp>
      <p:sp>
        <p:nvSpPr>
          <p:cNvPr id="6" name="Rectángulo: esquinas redondeadas 5">
            <a:extLst>
              <a:ext uri="{FF2B5EF4-FFF2-40B4-BE49-F238E27FC236}">
                <a16:creationId xmlns:a16="http://schemas.microsoft.com/office/drawing/2014/main" id="{08D1C67C-84B9-1C77-D31F-FADD79D5D173}"/>
              </a:ext>
            </a:extLst>
          </p:cNvPr>
          <p:cNvSpPr/>
          <p:nvPr/>
        </p:nvSpPr>
        <p:spPr>
          <a:xfrm>
            <a:off x="1250813" y="4756364"/>
            <a:ext cx="9583200" cy="117809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b="1" dirty="0">
                <a:solidFill>
                  <a:schemeClr val="bg1"/>
                </a:solidFill>
                <a:cs typeface="Arial"/>
              </a:rPr>
              <a:t>9.</a:t>
            </a:r>
            <a:r>
              <a:rPr lang="es-ES" sz="1200" dirty="0">
                <a:solidFill>
                  <a:schemeClr val="bg1"/>
                </a:solidFill>
                <a:cs typeface="Arial"/>
              </a:rPr>
              <a:t> Definidas las transacciones de cargos, el código de detalle de pago y el monto, al momento de guardar TVACAJA realizará la inserción del nuevo código de detalle a la cuenta corriente y la aplicación de transacciones solo de aquellas que se encuentran vinculadas a la operación (cargos seleccionados y pagos ingresados). </a:t>
            </a:r>
          </a:p>
          <a:p>
            <a:pPr algn="just" defTabSz="457200">
              <a:defRPr/>
            </a:pPr>
            <a:r>
              <a:rPr lang="es-ES" sz="1200" dirty="0">
                <a:solidFill>
                  <a:schemeClr val="bg1"/>
                </a:solidFill>
                <a:cs typeface="Arial"/>
              </a:rPr>
              <a:t>En la columna “Recibo” inserta el número generado en TVACAJA tanto a la transacción de cargo como en la de pago.</a:t>
            </a:r>
            <a:endParaRPr lang="en-US" sz="1200" dirty="0">
              <a:solidFill>
                <a:schemeClr val="bg1"/>
              </a:solidFill>
            </a:endParaRPr>
          </a:p>
        </p:txBody>
      </p:sp>
      <p:pic>
        <p:nvPicPr>
          <p:cNvPr id="4" name="Imagen 3">
            <a:extLst>
              <a:ext uri="{FF2B5EF4-FFF2-40B4-BE49-F238E27FC236}">
                <a16:creationId xmlns:a16="http://schemas.microsoft.com/office/drawing/2014/main" id="{B66C0E93-6710-E664-EBC4-897EA495C955}"/>
              </a:ext>
            </a:extLst>
          </p:cNvPr>
          <p:cNvPicPr>
            <a:picLocks noChangeAspect="1"/>
          </p:cNvPicPr>
          <p:nvPr/>
        </p:nvPicPr>
        <p:blipFill>
          <a:blip r:embed="rId3"/>
          <a:stretch>
            <a:fillRect/>
          </a:stretch>
        </p:blipFill>
        <p:spPr>
          <a:xfrm>
            <a:off x="1250812" y="1395466"/>
            <a:ext cx="9583200" cy="3096188"/>
          </a:xfrm>
          <a:prstGeom prst="rect">
            <a:avLst/>
          </a:prstGeom>
        </p:spPr>
      </p:pic>
      <p:pic>
        <p:nvPicPr>
          <p:cNvPr id="7" name="Imagen 6">
            <a:extLst>
              <a:ext uri="{FF2B5EF4-FFF2-40B4-BE49-F238E27FC236}">
                <a16:creationId xmlns:a16="http://schemas.microsoft.com/office/drawing/2014/main" id="{8CBEB79F-269B-C6C7-BACC-6B8E673BBDF6}"/>
              </a:ext>
            </a:extLst>
          </p:cNvPr>
          <p:cNvPicPr>
            <a:picLocks noChangeAspect="1"/>
          </p:cNvPicPr>
          <p:nvPr/>
        </p:nvPicPr>
        <p:blipFill>
          <a:blip r:embed="rId4"/>
          <a:stretch>
            <a:fillRect/>
          </a:stretch>
        </p:blipFill>
        <p:spPr>
          <a:xfrm>
            <a:off x="1037838" y="2762297"/>
            <a:ext cx="162000" cy="162000"/>
          </a:xfrm>
          <a:prstGeom prst="rect">
            <a:avLst/>
          </a:prstGeom>
        </p:spPr>
      </p:pic>
    </p:spTree>
    <p:extLst>
      <p:ext uri="{BB962C8B-B14F-4D97-AF65-F5344CB8AC3E}">
        <p14:creationId xmlns:p14="http://schemas.microsoft.com/office/powerpoint/2010/main" val="34326979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4B07A-FC8D-FF00-A8DD-0106B149C74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6ABE84AA-8065-54DB-60E0-8A2B9785799B}"/>
              </a:ext>
            </a:extLst>
          </p:cNvPr>
          <p:cNvSpPr>
            <a:spLocks noGrp="1"/>
          </p:cNvSpPr>
          <p:nvPr>
            <p:ph type="body" sz="quarter" idx="10"/>
          </p:nvPr>
        </p:nvSpPr>
        <p:spPr>
          <a:xfrm>
            <a:off x="841247" y="2604603"/>
            <a:ext cx="10363202" cy="669094"/>
          </a:xfrm>
        </p:spPr>
        <p:txBody>
          <a:bodyPr/>
          <a:lstStyle/>
          <a:p>
            <a:pPr algn="l"/>
            <a:r>
              <a:rPr lang="es-ES" dirty="0"/>
              <a:t>Aplicar transacciones por Recibo</a:t>
            </a:r>
            <a:endParaRPr lang="en-US" dirty="0"/>
          </a:p>
        </p:txBody>
      </p:sp>
      <p:sp>
        <p:nvSpPr>
          <p:cNvPr id="3" name="Marcador de texto 2">
            <a:extLst>
              <a:ext uri="{FF2B5EF4-FFF2-40B4-BE49-F238E27FC236}">
                <a16:creationId xmlns:a16="http://schemas.microsoft.com/office/drawing/2014/main" id="{F32FAEEB-34F1-0D93-C88D-40D38EA7A35C}"/>
              </a:ext>
            </a:extLst>
          </p:cNvPr>
          <p:cNvSpPr>
            <a:spLocks noGrp="1"/>
          </p:cNvSpPr>
          <p:nvPr>
            <p:ph type="body" sz="quarter" idx="11"/>
          </p:nvPr>
        </p:nvSpPr>
        <p:spPr>
          <a:xfrm>
            <a:off x="841247" y="3584304"/>
            <a:ext cx="2286001" cy="324961"/>
          </a:xfrm>
        </p:spPr>
        <p:txBody>
          <a:bodyPr/>
          <a:lstStyle/>
          <a:p>
            <a:pPr algn="l"/>
            <a:r>
              <a:rPr lang="es-CO" sz="2000" dirty="0"/>
              <a:t>Gestionar los pagos</a:t>
            </a:r>
          </a:p>
        </p:txBody>
      </p:sp>
    </p:spTree>
    <p:extLst>
      <p:ext uri="{BB962C8B-B14F-4D97-AF65-F5344CB8AC3E}">
        <p14:creationId xmlns:p14="http://schemas.microsoft.com/office/powerpoint/2010/main" val="1006869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362F9-5DFD-C91B-67F1-1B4B72B1FE2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2F8DE94-192F-581F-7C08-79B29F36734A}"/>
              </a:ext>
            </a:extLst>
          </p:cNvPr>
          <p:cNvSpPr txBox="1">
            <a:spLocks/>
          </p:cNvSpPr>
          <p:nvPr/>
        </p:nvSpPr>
        <p:spPr>
          <a:xfrm>
            <a:off x="1304400" y="267000"/>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24038CA0-9D85-31C5-FD37-13A0D25467D1}"/>
              </a:ext>
            </a:extLst>
          </p:cNvPr>
          <p:cNvSpPr/>
          <p:nvPr/>
        </p:nvSpPr>
        <p:spPr>
          <a:xfrm>
            <a:off x="1304400" y="5497140"/>
            <a:ext cx="9583200" cy="70491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El proceso TVRAPRC tiene por función realizar la aplicación de pagos por recibo en función a las variables configuradas, donde particularmente el campo "Número de ID" aplica para un estudiante, también se aplica por selección de población, indicando el número de recibo. </a:t>
            </a:r>
          </a:p>
        </p:txBody>
      </p:sp>
      <p:pic>
        <p:nvPicPr>
          <p:cNvPr id="4" name="Imagen 3">
            <a:extLst>
              <a:ext uri="{FF2B5EF4-FFF2-40B4-BE49-F238E27FC236}">
                <a16:creationId xmlns:a16="http://schemas.microsoft.com/office/drawing/2014/main" id="{426E23A9-0427-5C4C-96E7-56C1F50A2F45}"/>
              </a:ext>
            </a:extLst>
          </p:cNvPr>
          <p:cNvPicPr>
            <a:picLocks noChangeAspect="1"/>
          </p:cNvPicPr>
          <p:nvPr/>
        </p:nvPicPr>
        <p:blipFill>
          <a:blip r:embed="rId3"/>
          <a:stretch>
            <a:fillRect/>
          </a:stretch>
        </p:blipFill>
        <p:spPr>
          <a:xfrm>
            <a:off x="1304400" y="902730"/>
            <a:ext cx="9583200" cy="4459162"/>
          </a:xfrm>
          <a:prstGeom prst="rect">
            <a:avLst/>
          </a:prstGeom>
        </p:spPr>
      </p:pic>
    </p:spTree>
    <p:extLst>
      <p:ext uri="{BB962C8B-B14F-4D97-AF65-F5344CB8AC3E}">
        <p14:creationId xmlns:p14="http://schemas.microsoft.com/office/powerpoint/2010/main" val="20794938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2C762-953E-5297-3670-DD11D896F49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281CECB-22C5-DE0A-F1BA-D41700808409}"/>
              </a:ext>
            </a:extLst>
          </p:cNvPr>
          <p:cNvSpPr txBox="1">
            <a:spLocks/>
          </p:cNvSpPr>
          <p:nvPr/>
        </p:nvSpPr>
        <p:spPr>
          <a:xfrm>
            <a:off x="1010406" y="321863"/>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pic>
        <p:nvPicPr>
          <p:cNvPr id="8" name="Imagen 7">
            <a:extLst>
              <a:ext uri="{FF2B5EF4-FFF2-40B4-BE49-F238E27FC236}">
                <a16:creationId xmlns:a16="http://schemas.microsoft.com/office/drawing/2014/main" id="{52CFBDAC-4DF8-1C2B-F23D-7AF69874079F}"/>
              </a:ext>
            </a:extLst>
          </p:cNvPr>
          <p:cNvPicPr>
            <a:picLocks noChangeAspect="1"/>
          </p:cNvPicPr>
          <p:nvPr/>
        </p:nvPicPr>
        <p:blipFill>
          <a:blip r:embed="rId3"/>
          <a:stretch>
            <a:fillRect/>
          </a:stretch>
        </p:blipFill>
        <p:spPr>
          <a:xfrm>
            <a:off x="2383853" y="1139966"/>
            <a:ext cx="7424293" cy="3980354"/>
          </a:xfrm>
          <a:prstGeom prst="rect">
            <a:avLst/>
          </a:prstGeom>
        </p:spPr>
      </p:pic>
    </p:spTree>
    <p:extLst>
      <p:ext uri="{BB962C8B-B14F-4D97-AF65-F5344CB8AC3E}">
        <p14:creationId xmlns:p14="http://schemas.microsoft.com/office/powerpoint/2010/main" val="3777785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33721-6F4F-9900-6677-7C709F4F95D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3DBAA2D-F50F-BCF4-0EAB-413089D92497}"/>
              </a:ext>
            </a:extLst>
          </p:cNvPr>
          <p:cNvSpPr txBox="1">
            <a:spLocks/>
          </p:cNvSpPr>
          <p:nvPr/>
        </p:nvSpPr>
        <p:spPr>
          <a:xfrm>
            <a:off x="1193286" y="679050"/>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pic>
        <p:nvPicPr>
          <p:cNvPr id="5" name="Imagen 4">
            <a:extLst>
              <a:ext uri="{FF2B5EF4-FFF2-40B4-BE49-F238E27FC236}">
                <a16:creationId xmlns:a16="http://schemas.microsoft.com/office/drawing/2014/main" id="{7B08AF80-3A2D-0416-94A5-AF0B0D365D5A}"/>
              </a:ext>
            </a:extLst>
          </p:cNvPr>
          <p:cNvPicPr>
            <a:picLocks noChangeAspect="1"/>
          </p:cNvPicPr>
          <p:nvPr/>
        </p:nvPicPr>
        <p:blipFill>
          <a:blip r:embed="rId3"/>
          <a:stretch>
            <a:fillRect/>
          </a:stretch>
        </p:blipFill>
        <p:spPr>
          <a:xfrm>
            <a:off x="1286068" y="1700381"/>
            <a:ext cx="9583200" cy="1634693"/>
          </a:xfrm>
          <a:prstGeom prst="rect">
            <a:avLst/>
          </a:prstGeom>
        </p:spPr>
      </p:pic>
      <p:pic>
        <p:nvPicPr>
          <p:cNvPr id="4" name="Imagen 3">
            <a:extLst>
              <a:ext uri="{FF2B5EF4-FFF2-40B4-BE49-F238E27FC236}">
                <a16:creationId xmlns:a16="http://schemas.microsoft.com/office/drawing/2014/main" id="{409B68EC-F1E3-F226-D5B7-5613CEC4EBD6}"/>
              </a:ext>
            </a:extLst>
          </p:cNvPr>
          <p:cNvPicPr>
            <a:picLocks noChangeAspect="1"/>
          </p:cNvPicPr>
          <p:nvPr/>
        </p:nvPicPr>
        <p:blipFill>
          <a:blip r:embed="rId4"/>
          <a:stretch>
            <a:fillRect/>
          </a:stretch>
        </p:blipFill>
        <p:spPr>
          <a:xfrm>
            <a:off x="10150145" y="2401984"/>
            <a:ext cx="162000" cy="162000"/>
          </a:xfrm>
          <a:prstGeom prst="rect">
            <a:avLst/>
          </a:prstGeom>
        </p:spPr>
      </p:pic>
      <p:pic>
        <p:nvPicPr>
          <p:cNvPr id="8" name="Imagen 7">
            <a:extLst>
              <a:ext uri="{FF2B5EF4-FFF2-40B4-BE49-F238E27FC236}">
                <a16:creationId xmlns:a16="http://schemas.microsoft.com/office/drawing/2014/main" id="{A8D68311-2DDF-3B9F-54C6-42BD7C5B721B}"/>
              </a:ext>
            </a:extLst>
          </p:cNvPr>
          <p:cNvPicPr>
            <a:picLocks noChangeAspect="1"/>
          </p:cNvPicPr>
          <p:nvPr/>
        </p:nvPicPr>
        <p:blipFill>
          <a:blip r:embed="rId5"/>
          <a:stretch>
            <a:fillRect/>
          </a:stretch>
        </p:blipFill>
        <p:spPr>
          <a:xfrm>
            <a:off x="1461100" y="2319152"/>
            <a:ext cx="162000" cy="162000"/>
          </a:xfrm>
          <a:prstGeom prst="rect">
            <a:avLst/>
          </a:prstGeom>
        </p:spPr>
      </p:pic>
      <p:sp>
        <p:nvSpPr>
          <p:cNvPr id="9" name="Rectángulo: esquinas redondeadas 8">
            <a:extLst>
              <a:ext uri="{FF2B5EF4-FFF2-40B4-BE49-F238E27FC236}">
                <a16:creationId xmlns:a16="http://schemas.microsoft.com/office/drawing/2014/main" id="{EAE045AA-12DB-93A8-0073-A54A28956DC9}"/>
              </a:ext>
            </a:extLst>
          </p:cNvPr>
          <p:cNvSpPr/>
          <p:nvPr/>
        </p:nvSpPr>
        <p:spPr>
          <a:xfrm>
            <a:off x="1322733" y="3628298"/>
            <a:ext cx="2993235" cy="58521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dirty="0">
                <a:solidFill>
                  <a:schemeClr val="bg1"/>
                </a:solidFill>
              </a:rPr>
              <a:t>1. Se debe indicar el proceso </a:t>
            </a:r>
            <a:r>
              <a:rPr lang="en-US" sz="1200" b="1" dirty="0">
                <a:solidFill>
                  <a:schemeClr val="bg1"/>
                </a:solidFill>
              </a:rPr>
              <a:t>TVRAPC. </a:t>
            </a:r>
          </a:p>
        </p:txBody>
      </p:sp>
      <p:sp>
        <p:nvSpPr>
          <p:cNvPr id="3" name="Rectángulo: esquinas redondeadas 2">
            <a:extLst>
              <a:ext uri="{FF2B5EF4-FFF2-40B4-BE49-F238E27FC236}">
                <a16:creationId xmlns:a16="http://schemas.microsoft.com/office/drawing/2014/main" id="{F801FFE4-5A19-C4C3-A4F9-5CB9F85DDB88}"/>
              </a:ext>
            </a:extLst>
          </p:cNvPr>
          <p:cNvSpPr/>
          <p:nvPr/>
        </p:nvSpPr>
        <p:spPr>
          <a:xfrm>
            <a:off x="8497735" y="3628298"/>
            <a:ext cx="2219033" cy="58521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dirty="0">
                <a:solidFill>
                  <a:schemeClr val="bg1"/>
                </a:solidFill>
              </a:rPr>
              <a:t>2. Dar click en la opción </a:t>
            </a:r>
            <a:r>
              <a:rPr lang="en-US" sz="1200" b="1" dirty="0">
                <a:solidFill>
                  <a:schemeClr val="bg1"/>
                </a:solidFill>
              </a:rPr>
              <a:t>IR</a:t>
            </a:r>
          </a:p>
        </p:txBody>
      </p:sp>
    </p:spTree>
    <p:extLst>
      <p:ext uri="{BB962C8B-B14F-4D97-AF65-F5344CB8AC3E}">
        <p14:creationId xmlns:p14="http://schemas.microsoft.com/office/powerpoint/2010/main" val="19165250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65C5E-8761-8C87-8B0B-520C99D2AA5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ABB9BE0-B3B8-EFA6-D932-0FF44A6FA0FB}"/>
              </a:ext>
            </a:extLst>
          </p:cNvPr>
          <p:cNvSpPr txBox="1">
            <a:spLocks/>
          </p:cNvSpPr>
          <p:nvPr/>
        </p:nvSpPr>
        <p:spPr>
          <a:xfrm>
            <a:off x="1211574" y="336236"/>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16C68CED-D4C8-8D17-EF99-0FCFD88D380C}"/>
              </a:ext>
            </a:extLst>
          </p:cNvPr>
          <p:cNvSpPr/>
          <p:nvPr/>
        </p:nvSpPr>
        <p:spPr>
          <a:xfrm>
            <a:off x="1304400" y="5596128"/>
            <a:ext cx="3569352" cy="40920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n-US" sz="1200" b="1" dirty="0">
                <a:solidFill>
                  <a:schemeClr val="bg1"/>
                </a:solidFill>
              </a:rPr>
              <a:t>3. </a:t>
            </a:r>
            <a:r>
              <a:rPr lang="en-US" sz="1200" dirty="0">
                <a:solidFill>
                  <a:schemeClr val="bg1"/>
                </a:solidFill>
              </a:rPr>
              <a:t>Se asigna DATABASE en Impresora del Sistema. </a:t>
            </a:r>
          </a:p>
        </p:txBody>
      </p:sp>
      <p:pic>
        <p:nvPicPr>
          <p:cNvPr id="9" name="Imagen 8">
            <a:extLst>
              <a:ext uri="{FF2B5EF4-FFF2-40B4-BE49-F238E27FC236}">
                <a16:creationId xmlns:a16="http://schemas.microsoft.com/office/drawing/2014/main" id="{284D1C67-AC78-3A2B-8EBB-A99EAF1987A2}"/>
              </a:ext>
            </a:extLst>
          </p:cNvPr>
          <p:cNvPicPr>
            <a:picLocks noChangeAspect="1"/>
          </p:cNvPicPr>
          <p:nvPr/>
        </p:nvPicPr>
        <p:blipFill>
          <a:blip r:embed="rId3"/>
          <a:stretch>
            <a:fillRect/>
          </a:stretch>
        </p:blipFill>
        <p:spPr>
          <a:xfrm>
            <a:off x="1304400" y="920033"/>
            <a:ext cx="9583200" cy="4440384"/>
          </a:xfrm>
          <a:prstGeom prst="rect">
            <a:avLst/>
          </a:prstGeom>
        </p:spPr>
      </p:pic>
      <p:pic>
        <p:nvPicPr>
          <p:cNvPr id="4" name="Imagen 3">
            <a:extLst>
              <a:ext uri="{FF2B5EF4-FFF2-40B4-BE49-F238E27FC236}">
                <a16:creationId xmlns:a16="http://schemas.microsoft.com/office/drawing/2014/main" id="{F67DF9B7-B23F-ED37-C809-41BBC9054803}"/>
              </a:ext>
            </a:extLst>
          </p:cNvPr>
          <p:cNvPicPr>
            <a:picLocks noChangeAspect="1"/>
          </p:cNvPicPr>
          <p:nvPr/>
        </p:nvPicPr>
        <p:blipFill>
          <a:blip r:embed="rId4"/>
          <a:stretch>
            <a:fillRect/>
          </a:stretch>
        </p:blipFill>
        <p:spPr>
          <a:xfrm>
            <a:off x="3672696" y="1895515"/>
            <a:ext cx="162000" cy="162000"/>
          </a:xfrm>
          <a:prstGeom prst="rect">
            <a:avLst/>
          </a:prstGeom>
        </p:spPr>
      </p:pic>
    </p:spTree>
    <p:extLst>
      <p:ext uri="{BB962C8B-B14F-4D97-AF65-F5344CB8AC3E}">
        <p14:creationId xmlns:p14="http://schemas.microsoft.com/office/powerpoint/2010/main" val="3329206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9F32A-5AB4-DF9B-A4B8-29DC226C4525}"/>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C75AFFE7-4E9E-91F8-C378-7BDC91774E11}"/>
              </a:ext>
            </a:extLst>
          </p:cNvPr>
          <p:cNvPicPr>
            <a:picLocks noChangeAspect="1"/>
          </p:cNvPicPr>
          <p:nvPr/>
        </p:nvPicPr>
        <p:blipFill>
          <a:blip r:embed="rId3"/>
          <a:stretch>
            <a:fillRect/>
          </a:stretch>
        </p:blipFill>
        <p:spPr>
          <a:xfrm>
            <a:off x="1179288" y="1029086"/>
            <a:ext cx="9583200" cy="4358730"/>
          </a:xfrm>
          <a:prstGeom prst="rect">
            <a:avLst/>
          </a:prstGeom>
        </p:spPr>
      </p:pic>
      <p:sp>
        <p:nvSpPr>
          <p:cNvPr id="2" name="Título 3">
            <a:extLst>
              <a:ext uri="{FF2B5EF4-FFF2-40B4-BE49-F238E27FC236}">
                <a16:creationId xmlns:a16="http://schemas.microsoft.com/office/drawing/2014/main" id="{D5D34DF7-CB96-14F4-1DCF-754733CB4FC3}"/>
              </a:ext>
            </a:extLst>
          </p:cNvPr>
          <p:cNvSpPr txBox="1">
            <a:spLocks/>
          </p:cNvSpPr>
          <p:nvPr/>
        </p:nvSpPr>
        <p:spPr>
          <a:xfrm>
            <a:off x="1239006" y="280171"/>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F8BCDEE7-5221-578B-1B29-8185A0850D15}"/>
              </a:ext>
            </a:extLst>
          </p:cNvPr>
          <p:cNvSpPr/>
          <p:nvPr/>
        </p:nvSpPr>
        <p:spPr>
          <a:xfrm>
            <a:off x="1179288" y="5828914"/>
            <a:ext cx="958320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rPr>
              <a:t>Definidos los parámetros a ejecutar, se selecciona en la opción “envío” guardar parámetros como, y se da check en guardar para generar el proceso.</a:t>
            </a:r>
          </a:p>
        </p:txBody>
      </p:sp>
      <p:pic>
        <p:nvPicPr>
          <p:cNvPr id="5" name="Imagen 4">
            <a:extLst>
              <a:ext uri="{FF2B5EF4-FFF2-40B4-BE49-F238E27FC236}">
                <a16:creationId xmlns:a16="http://schemas.microsoft.com/office/drawing/2014/main" id="{BD253F4F-6606-F1DB-04A1-CB68511E25C0}"/>
              </a:ext>
            </a:extLst>
          </p:cNvPr>
          <p:cNvPicPr>
            <a:picLocks noChangeAspect="1"/>
          </p:cNvPicPr>
          <p:nvPr/>
        </p:nvPicPr>
        <p:blipFill>
          <a:blip r:embed="rId4"/>
          <a:stretch>
            <a:fillRect/>
          </a:stretch>
        </p:blipFill>
        <p:spPr>
          <a:xfrm>
            <a:off x="6949745" y="1987601"/>
            <a:ext cx="162000" cy="162000"/>
          </a:xfrm>
          <a:prstGeom prst="rect">
            <a:avLst/>
          </a:prstGeom>
        </p:spPr>
      </p:pic>
      <p:pic>
        <p:nvPicPr>
          <p:cNvPr id="10" name="Imagen 9">
            <a:extLst>
              <a:ext uri="{FF2B5EF4-FFF2-40B4-BE49-F238E27FC236}">
                <a16:creationId xmlns:a16="http://schemas.microsoft.com/office/drawing/2014/main" id="{F2FBB427-1830-E7B2-850D-4064ADF814D0}"/>
              </a:ext>
            </a:extLst>
          </p:cNvPr>
          <p:cNvPicPr>
            <a:picLocks noChangeAspect="1"/>
          </p:cNvPicPr>
          <p:nvPr/>
        </p:nvPicPr>
        <p:blipFill>
          <a:blip r:embed="rId5"/>
          <a:stretch>
            <a:fillRect/>
          </a:stretch>
        </p:blipFill>
        <p:spPr>
          <a:xfrm>
            <a:off x="1179288" y="5295453"/>
            <a:ext cx="9583200" cy="385330"/>
          </a:xfrm>
          <a:prstGeom prst="rect">
            <a:avLst/>
          </a:prstGeom>
        </p:spPr>
      </p:pic>
      <p:pic>
        <p:nvPicPr>
          <p:cNvPr id="12" name="Imagen 11">
            <a:extLst>
              <a:ext uri="{FF2B5EF4-FFF2-40B4-BE49-F238E27FC236}">
                <a16:creationId xmlns:a16="http://schemas.microsoft.com/office/drawing/2014/main" id="{8DBAC8C4-39DD-5A24-C4BA-0F7A41F8660B}"/>
              </a:ext>
            </a:extLst>
          </p:cNvPr>
          <p:cNvPicPr>
            <a:picLocks noChangeAspect="1"/>
          </p:cNvPicPr>
          <p:nvPr/>
        </p:nvPicPr>
        <p:blipFill>
          <a:blip r:embed="rId6"/>
          <a:stretch>
            <a:fillRect/>
          </a:stretch>
        </p:blipFill>
        <p:spPr>
          <a:xfrm>
            <a:off x="10031273" y="5407118"/>
            <a:ext cx="162000" cy="162000"/>
          </a:xfrm>
          <a:prstGeom prst="rect">
            <a:avLst/>
          </a:prstGeom>
        </p:spPr>
      </p:pic>
      <p:pic>
        <p:nvPicPr>
          <p:cNvPr id="14" name="Imagen 13">
            <a:extLst>
              <a:ext uri="{FF2B5EF4-FFF2-40B4-BE49-F238E27FC236}">
                <a16:creationId xmlns:a16="http://schemas.microsoft.com/office/drawing/2014/main" id="{F6708A4C-0C28-6B11-6069-E668E44CCC62}"/>
              </a:ext>
            </a:extLst>
          </p:cNvPr>
          <p:cNvPicPr>
            <a:picLocks noChangeAspect="1"/>
          </p:cNvPicPr>
          <p:nvPr/>
        </p:nvPicPr>
        <p:blipFill>
          <a:blip r:embed="rId7"/>
          <a:stretch>
            <a:fillRect/>
          </a:stretch>
        </p:blipFill>
        <p:spPr>
          <a:xfrm>
            <a:off x="3423857" y="4910666"/>
            <a:ext cx="162000" cy="162000"/>
          </a:xfrm>
          <a:prstGeom prst="rect">
            <a:avLst/>
          </a:prstGeom>
        </p:spPr>
      </p:pic>
    </p:spTree>
    <p:extLst>
      <p:ext uri="{BB962C8B-B14F-4D97-AF65-F5344CB8AC3E}">
        <p14:creationId xmlns:p14="http://schemas.microsoft.com/office/powerpoint/2010/main" val="11473306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58908-51CE-CFB1-9CA2-D817DDC0F63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E181B41-3BA8-515E-B77C-04BC7515E5EF}"/>
              </a:ext>
            </a:extLst>
          </p:cNvPr>
          <p:cNvSpPr txBox="1">
            <a:spLocks/>
          </p:cNvSpPr>
          <p:nvPr/>
        </p:nvSpPr>
        <p:spPr>
          <a:xfrm>
            <a:off x="1239006" y="452173"/>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A376EE08-31D7-72DD-5F46-C8369292B9D6}"/>
              </a:ext>
            </a:extLst>
          </p:cNvPr>
          <p:cNvSpPr/>
          <p:nvPr/>
        </p:nvSpPr>
        <p:spPr>
          <a:xfrm>
            <a:off x="1304399" y="4206450"/>
            <a:ext cx="9583201"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rPr>
              <a:t>Tras la aplicación del proceso </a:t>
            </a:r>
            <a:r>
              <a:rPr lang="es-CO" sz="1200" b="1" dirty="0">
                <a:solidFill>
                  <a:schemeClr val="bg1"/>
                </a:solidFill>
              </a:rPr>
              <a:t>TVRAPRC</a:t>
            </a:r>
            <a:r>
              <a:rPr lang="es-CO" sz="1200" dirty="0">
                <a:solidFill>
                  <a:schemeClr val="bg1"/>
                </a:solidFill>
              </a:rPr>
              <a:t>, se generan las salidas .LOG y .LIS para validación del resultado de la ejecución del proceso.</a:t>
            </a:r>
          </a:p>
        </p:txBody>
      </p:sp>
      <p:pic>
        <p:nvPicPr>
          <p:cNvPr id="4" name="Imagen 3">
            <a:extLst>
              <a:ext uri="{FF2B5EF4-FFF2-40B4-BE49-F238E27FC236}">
                <a16:creationId xmlns:a16="http://schemas.microsoft.com/office/drawing/2014/main" id="{1A695745-ED7F-EEB9-649C-8B1AA34708A1}"/>
              </a:ext>
            </a:extLst>
          </p:cNvPr>
          <p:cNvPicPr>
            <a:picLocks noChangeAspect="1"/>
          </p:cNvPicPr>
          <p:nvPr/>
        </p:nvPicPr>
        <p:blipFill>
          <a:blip r:embed="rId3"/>
          <a:stretch>
            <a:fillRect/>
          </a:stretch>
        </p:blipFill>
        <p:spPr>
          <a:xfrm>
            <a:off x="1304399" y="1824176"/>
            <a:ext cx="9583200" cy="1760994"/>
          </a:xfrm>
          <a:prstGeom prst="rect">
            <a:avLst/>
          </a:prstGeom>
        </p:spPr>
      </p:pic>
      <p:pic>
        <p:nvPicPr>
          <p:cNvPr id="7" name="Imagen 6">
            <a:extLst>
              <a:ext uri="{FF2B5EF4-FFF2-40B4-BE49-F238E27FC236}">
                <a16:creationId xmlns:a16="http://schemas.microsoft.com/office/drawing/2014/main" id="{9C20098C-94E9-236B-ABCE-BD44B76092EC}"/>
              </a:ext>
            </a:extLst>
          </p:cNvPr>
          <p:cNvPicPr>
            <a:picLocks noChangeAspect="1"/>
          </p:cNvPicPr>
          <p:nvPr/>
        </p:nvPicPr>
        <p:blipFill>
          <a:blip r:embed="rId4"/>
          <a:stretch>
            <a:fillRect/>
          </a:stretch>
        </p:blipFill>
        <p:spPr>
          <a:xfrm>
            <a:off x="6391961" y="2197913"/>
            <a:ext cx="162000" cy="162000"/>
          </a:xfrm>
          <a:prstGeom prst="rect">
            <a:avLst/>
          </a:prstGeom>
        </p:spPr>
      </p:pic>
    </p:spTree>
    <p:extLst>
      <p:ext uri="{BB962C8B-B14F-4D97-AF65-F5344CB8AC3E}">
        <p14:creationId xmlns:p14="http://schemas.microsoft.com/office/powerpoint/2010/main" val="3438674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6FFFC1-8BEF-9751-27CB-2A39B98522A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7F6C9-8141-5431-7530-0F9FB3C0F8AB}"/>
              </a:ext>
            </a:extLst>
          </p:cNvPr>
          <p:cNvSpPr txBox="1">
            <a:spLocks/>
          </p:cNvSpPr>
          <p:nvPr/>
        </p:nvSpPr>
        <p:spPr>
          <a:xfrm>
            <a:off x="1147566" y="495599"/>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724B2910-E8AA-51A8-0F4D-B7DCED693211}"/>
              </a:ext>
            </a:extLst>
          </p:cNvPr>
          <p:cNvSpPr/>
          <p:nvPr/>
        </p:nvSpPr>
        <p:spPr>
          <a:xfrm>
            <a:off x="1305797" y="5232463"/>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a:solidFill>
                  <a:schemeClr val="bg1"/>
                </a:solidFill>
              </a:rPr>
              <a:t>Para revisar las salidas .LOG y .LIS se debe ingresar a la sección superior del menú, opción "Relacionado" y posteriormente la opción "Revisar Salida [GJIREVO]"</a:t>
            </a:r>
            <a:endParaRPr lang="es-CO" sz="1200" dirty="0">
              <a:solidFill>
                <a:schemeClr val="bg1"/>
              </a:solidFill>
            </a:endParaRPr>
          </a:p>
        </p:txBody>
      </p:sp>
      <p:pic>
        <p:nvPicPr>
          <p:cNvPr id="4" name="Imagen 3">
            <a:extLst>
              <a:ext uri="{FF2B5EF4-FFF2-40B4-BE49-F238E27FC236}">
                <a16:creationId xmlns:a16="http://schemas.microsoft.com/office/drawing/2014/main" id="{730655C9-4434-A817-DF3C-EF8A6CC9DAA1}"/>
              </a:ext>
            </a:extLst>
          </p:cNvPr>
          <p:cNvPicPr>
            <a:picLocks noChangeAspect="1"/>
          </p:cNvPicPr>
          <p:nvPr/>
        </p:nvPicPr>
        <p:blipFill>
          <a:blip r:embed="rId3"/>
          <a:stretch>
            <a:fillRect/>
          </a:stretch>
        </p:blipFill>
        <p:spPr>
          <a:xfrm>
            <a:off x="1222104" y="1299083"/>
            <a:ext cx="9583200" cy="3448954"/>
          </a:xfrm>
          <a:prstGeom prst="rect">
            <a:avLst/>
          </a:prstGeom>
        </p:spPr>
      </p:pic>
      <p:pic>
        <p:nvPicPr>
          <p:cNvPr id="7" name="Imagen 6">
            <a:extLst>
              <a:ext uri="{FF2B5EF4-FFF2-40B4-BE49-F238E27FC236}">
                <a16:creationId xmlns:a16="http://schemas.microsoft.com/office/drawing/2014/main" id="{D22003A1-E7D3-29B8-52C4-5E749CCC244B}"/>
              </a:ext>
            </a:extLst>
          </p:cNvPr>
          <p:cNvPicPr>
            <a:picLocks noChangeAspect="1"/>
          </p:cNvPicPr>
          <p:nvPr/>
        </p:nvPicPr>
        <p:blipFill>
          <a:blip r:embed="rId4"/>
          <a:stretch>
            <a:fillRect/>
          </a:stretch>
        </p:blipFill>
        <p:spPr>
          <a:xfrm>
            <a:off x="10305593" y="2188769"/>
            <a:ext cx="162000" cy="162000"/>
          </a:xfrm>
          <a:prstGeom prst="rect">
            <a:avLst/>
          </a:prstGeom>
        </p:spPr>
      </p:pic>
      <p:pic>
        <p:nvPicPr>
          <p:cNvPr id="9" name="Imagen 8">
            <a:extLst>
              <a:ext uri="{FF2B5EF4-FFF2-40B4-BE49-F238E27FC236}">
                <a16:creationId xmlns:a16="http://schemas.microsoft.com/office/drawing/2014/main" id="{23E4CD5C-2AF4-C295-5012-5522D1131964}"/>
              </a:ext>
            </a:extLst>
          </p:cNvPr>
          <p:cNvPicPr>
            <a:picLocks noChangeAspect="1"/>
          </p:cNvPicPr>
          <p:nvPr/>
        </p:nvPicPr>
        <p:blipFill>
          <a:blip r:embed="rId5"/>
          <a:stretch>
            <a:fillRect/>
          </a:stretch>
        </p:blipFill>
        <p:spPr>
          <a:xfrm>
            <a:off x="8023289" y="1625537"/>
            <a:ext cx="162000" cy="162000"/>
          </a:xfrm>
          <a:prstGeom prst="rect">
            <a:avLst/>
          </a:prstGeom>
        </p:spPr>
      </p:pic>
    </p:spTree>
    <p:extLst>
      <p:ext uri="{BB962C8B-B14F-4D97-AF65-F5344CB8AC3E}">
        <p14:creationId xmlns:p14="http://schemas.microsoft.com/office/powerpoint/2010/main" val="28181248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A818E-BBFB-A8D3-161F-66CD3360AEB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16F875B-CD80-F026-9908-33251792FDF4}"/>
              </a:ext>
            </a:extLst>
          </p:cNvPr>
          <p:cNvSpPr txBox="1">
            <a:spLocks/>
          </p:cNvSpPr>
          <p:nvPr/>
        </p:nvSpPr>
        <p:spPr>
          <a:xfrm>
            <a:off x="1215873" y="390711"/>
            <a:ext cx="911200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84898E34-BCB5-045B-58FE-6DBB9A647C65}"/>
              </a:ext>
            </a:extLst>
          </p:cNvPr>
          <p:cNvSpPr/>
          <p:nvPr/>
        </p:nvSpPr>
        <p:spPr>
          <a:xfrm>
            <a:off x="1304400" y="5622730"/>
            <a:ext cx="958320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a:solidFill>
                  <a:schemeClr val="bg1"/>
                </a:solidFill>
              </a:rPr>
              <a:t>En la nueva ventana, tras asegurarse que el campo "número" coincida con el número del proceso ejecutado, desde el campo "nombre de archivo" se ha de seleccionar aquel archivo que se desee visualizar, los cuales se diferencia por las extensiones .lis o .log.</a:t>
            </a:r>
            <a:endParaRPr lang="es-CO" sz="1200" dirty="0">
              <a:solidFill>
                <a:schemeClr val="bg1"/>
              </a:solidFill>
            </a:endParaRPr>
          </a:p>
        </p:txBody>
      </p:sp>
      <p:pic>
        <p:nvPicPr>
          <p:cNvPr id="5" name="Imagen 4">
            <a:extLst>
              <a:ext uri="{FF2B5EF4-FFF2-40B4-BE49-F238E27FC236}">
                <a16:creationId xmlns:a16="http://schemas.microsoft.com/office/drawing/2014/main" id="{2B88CDF4-E578-F1B5-8B34-DE7994993C09}"/>
              </a:ext>
            </a:extLst>
          </p:cNvPr>
          <p:cNvPicPr>
            <a:picLocks noChangeAspect="1"/>
          </p:cNvPicPr>
          <p:nvPr/>
        </p:nvPicPr>
        <p:blipFill>
          <a:blip r:embed="rId3"/>
          <a:stretch>
            <a:fillRect/>
          </a:stretch>
        </p:blipFill>
        <p:spPr>
          <a:xfrm>
            <a:off x="1304399" y="1029305"/>
            <a:ext cx="9583200" cy="4386465"/>
          </a:xfrm>
          <a:prstGeom prst="rect">
            <a:avLst/>
          </a:prstGeom>
        </p:spPr>
      </p:pic>
      <p:pic>
        <p:nvPicPr>
          <p:cNvPr id="8" name="Imagen 7">
            <a:extLst>
              <a:ext uri="{FF2B5EF4-FFF2-40B4-BE49-F238E27FC236}">
                <a16:creationId xmlns:a16="http://schemas.microsoft.com/office/drawing/2014/main" id="{5081F550-17F5-869C-0C88-169EAEB47FDF}"/>
              </a:ext>
            </a:extLst>
          </p:cNvPr>
          <p:cNvPicPr>
            <a:picLocks noChangeAspect="1"/>
          </p:cNvPicPr>
          <p:nvPr/>
        </p:nvPicPr>
        <p:blipFill>
          <a:blip r:embed="rId4"/>
          <a:stretch>
            <a:fillRect/>
          </a:stretch>
        </p:blipFill>
        <p:spPr>
          <a:xfrm>
            <a:off x="3520099" y="1806012"/>
            <a:ext cx="162000" cy="162000"/>
          </a:xfrm>
          <a:prstGeom prst="rect">
            <a:avLst/>
          </a:prstGeom>
        </p:spPr>
      </p:pic>
      <p:pic>
        <p:nvPicPr>
          <p:cNvPr id="10" name="Imagen 9">
            <a:extLst>
              <a:ext uri="{FF2B5EF4-FFF2-40B4-BE49-F238E27FC236}">
                <a16:creationId xmlns:a16="http://schemas.microsoft.com/office/drawing/2014/main" id="{DE854B0E-452C-7D23-CFE6-42F76C1F1D7F}"/>
              </a:ext>
            </a:extLst>
          </p:cNvPr>
          <p:cNvPicPr>
            <a:picLocks noChangeAspect="1"/>
          </p:cNvPicPr>
          <p:nvPr/>
        </p:nvPicPr>
        <p:blipFill>
          <a:blip r:embed="rId5"/>
          <a:stretch>
            <a:fillRect/>
          </a:stretch>
        </p:blipFill>
        <p:spPr>
          <a:xfrm>
            <a:off x="10246875" y="1671444"/>
            <a:ext cx="162000" cy="162000"/>
          </a:xfrm>
          <a:prstGeom prst="rect">
            <a:avLst/>
          </a:prstGeom>
        </p:spPr>
      </p:pic>
      <p:pic>
        <p:nvPicPr>
          <p:cNvPr id="12" name="Imagen 11">
            <a:extLst>
              <a:ext uri="{FF2B5EF4-FFF2-40B4-BE49-F238E27FC236}">
                <a16:creationId xmlns:a16="http://schemas.microsoft.com/office/drawing/2014/main" id="{D32D7826-8B36-877E-83D9-443C262D175C}"/>
              </a:ext>
            </a:extLst>
          </p:cNvPr>
          <p:cNvPicPr>
            <a:picLocks noChangeAspect="1"/>
          </p:cNvPicPr>
          <p:nvPr/>
        </p:nvPicPr>
        <p:blipFill>
          <a:blip r:embed="rId6"/>
          <a:stretch>
            <a:fillRect/>
          </a:stretch>
        </p:blipFill>
        <p:spPr>
          <a:xfrm>
            <a:off x="7810922" y="4985310"/>
            <a:ext cx="162000" cy="162000"/>
          </a:xfrm>
          <a:prstGeom prst="rect">
            <a:avLst/>
          </a:prstGeom>
        </p:spPr>
      </p:pic>
      <p:pic>
        <p:nvPicPr>
          <p:cNvPr id="14" name="Imagen 13">
            <a:extLst>
              <a:ext uri="{FF2B5EF4-FFF2-40B4-BE49-F238E27FC236}">
                <a16:creationId xmlns:a16="http://schemas.microsoft.com/office/drawing/2014/main" id="{BD182296-ABC5-F67E-2DDE-1FC81DF0DABC}"/>
              </a:ext>
            </a:extLst>
          </p:cNvPr>
          <p:cNvPicPr>
            <a:picLocks noChangeAspect="1"/>
          </p:cNvPicPr>
          <p:nvPr/>
        </p:nvPicPr>
        <p:blipFill>
          <a:blip r:embed="rId7"/>
          <a:stretch>
            <a:fillRect/>
          </a:stretch>
        </p:blipFill>
        <p:spPr>
          <a:xfrm>
            <a:off x="3876259" y="3353014"/>
            <a:ext cx="162000" cy="162000"/>
          </a:xfrm>
          <a:prstGeom prst="rect">
            <a:avLst/>
          </a:prstGeom>
        </p:spPr>
      </p:pic>
      <p:pic>
        <p:nvPicPr>
          <p:cNvPr id="16" name="Imagen 15">
            <a:extLst>
              <a:ext uri="{FF2B5EF4-FFF2-40B4-BE49-F238E27FC236}">
                <a16:creationId xmlns:a16="http://schemas.microsoft.com/office/drawing/2014/main" id="{11D5D63B-C5FE-D294-112F-0244214E5C01}"/>
              </a:ext>
            </a:extLst>
          </p:cNvPr>
          <p:cNvPicPr>
            <a:picLocks noChangeAspect="1"/>
          </p:cNvPicPr>
          <p:nvPr/>
        </p:nvPicPr>
        <p:blipFill>
          <a:blip r:embed="rId8"/>
          <a:stretch>
            <a:fillRect/>
          </a:stretch>
        </p:blipFill>
        <p:spPr>
          <a:xfrm>
            <a:off x="7841743" y="1629691"/>
            <a:ext cx="162000" cy="162000"/>
          </a:xfrm>
          <a:prstGeom prst="rect">
            <a:avLst/>
          </a:prstGeom>
        </p:spPr>
      </p:pic>
    </p:spTree>
    <p:extLst>
      <p:ext uri="{BB962C8B-B14F-4D97-AF65-F5344CB8AC3E}">
        <p14:creationId xmlns:p14="http://schemas.microsoft.com/office/powerpoint/2010/main" val="16561814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A5652-4553-4A04-BC3F-B218AE38AA3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DE6CAD8-BF76-B708-862D-A91C153CC20A}"/>
              </a:ext>
            </a:extLst>
          </p:cNvPr>
          <p:cNvSpPr txBox="1">
            <a:spLocks/>
          </p:cNvSpPr>
          <p:nvPr/>
        </p:nvSpPr>
        <p:spPr>
          <a:xfrm>
            <a:off x="1304400" y="434748"/>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C99FD59F-A219-1FF4-A945-74E691FC3127}"/>
              </a:ext>
            </a:extLst>
          </p:cNvPr>
          <p:cNvSpPr/>
          <p:nvPr/>
        </p:nvSpPr>
        <p:spPr>
          <a:xfrm>
            <a:off x="1307195" y="5625655"/>
            <a:ext cx="958040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a:solidFill>
                  <a:schemeClr val="bg1"/>
                </a:solidFill>
              </a:rPr>
              <a:t>Si el archivo corresponde al .LIS, se han de corroborar la cantidad de registros aplicados como evidencia de su correcta operación.</a:t>
            </a:r>
            <a:endParaRPr lang="es-CO" sz="1200" dirty="0">
              <a:solidFill>
                <a:schemeClr val="bg1"/>
              </a:solidFill>
            </a:endParaRPr>
          </a:p>
        </p:txBody>
      </p:sp>
      <p:pic>
        <p:nvPicPr>
          <p:cNvPr id="5" name="Imagen 4">
            <a:extLst>
              <a:ext uri="{FF2B5EF4-FFF2-40B4-BE49-F238E27FC236}">
                <a16:creationId xmlns:a16="http://schemas.microsoft.com/office/drawing/2014/main" id="{1F2FD851-3C29-FEED-7BDA-9DD3E2100746}"/>
              </a:ext>
            </a:extLst>
          </p:cNvPr>
          <p:cNvPicPr>
            <a:picLocks noChangeAspect="1"/>
          </p:cNvPicPr>
          <p:nvPr/>
        </p:nvPicPr>
        <p:blipFill>
          <a:blip r:embed="rId3"/>
          <a:stretch>
            <a:fillRect/>
          </a:stretch>
        </p:blipFill>
        <p:spPr>
          <a:xfrm>
            <a:off x="1304400" y="1108966"/>
            <a:ext cx="9583200" cy="4169217"/>
          </a:xfrm>
          <a:prstGeom prst="rect">
            <a:avLst/>
          </a:prstGeom>
        </p:spPr>
      </p:pic>
    </p:spTree>
    <p:extLst>
      <p:ext uri="{BB962C8B-B14F-4D97-AF65-F5344CB8AC3E}">
        <p14:creationId xmlns:p14="http://schemas.microsoft.com/office/powerpoint/2010/main" val="91474022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E148C-A303-5D4B-DAB8-A61D14D9D50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84EAFF1-B118-2B0E-1C50-C6324817CD51}"/>
              </a:ext>
            </a:extLst>
          </p:cNvPr>
          <p:cNvSpPr txBox="1">
            <a:spLocks/>
          </p:cNvSpPr>
          <p:nvPr/>
        </p:nvSpPr>
        <p:spPr>
          <a:xfrm>
            <a:off x="1304400" y="434748"/>
            <a:ext cx="9523482"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TVRAPRC Aplicación de pago por recibo</a:t>
            </a:r>
            <a:endParaRPr lang="es-CL" dirty="0"/>
          </a:p>
        </p:txBody>
      </p:sp>
      <p:sp>
        <p:nvSpPr>
          <p:cNvPr id="6" name="Rectángulo: esquinas redondeadas 5">
            <a:extLst>
              <a:ext uri="{FF2B5EF4-FFF2-40B4-BE49-F238E27FC236}">
                <a16:creationId xmlns:a16="http://schemas.microsoft.com/office/drawing/2014/main" id="{D4B24056-705A-936B-D2CB-2E0D01B5999A}"/>
              </a:ext>
            </a:extLst>
          </p:cNvPr>
          <p:cNvSpPr/>
          <p:nvPr/>
        </p:nvSpPr>
        <p:spPr>
          <a:xfrm>
            <a:off x="1304400" y="5120302"/>
            <a:ext cx="7333885"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rPr>
              <a:t>Si el archivo corresponde al .LOG, se han corroborar que el proceso no haya terminado con errores.</a:t>
            </a:r>
          </a:p>
        </p:txBody>
      </p:sp>
      <p:pic>
        <p:nvPicPr>
          <p:cNvPr id="4" name="Imagen 3">
            <a:extLst>
              <a:ext uri="{FF2B5EF4-FFF2-40B4-BE49-F238E27FC236}">
                <a16:creationId xmlns:a16="http://schemas.microsoft.com/office/drawing/2014/main" id="{7D856626-A0F0-E92D-EDE2-75C67138ED5A}"/>
              </a:ext>
            </a:extLst>
          </p:cNvPr>
          <p:cNvPicPr>
            <a:picLocks noChangeAspect="1"/>
          </p:cNvPicPr>
          <p:nvPr/>
        </p:nvPicPr>
        <p:blipFill>
          <a:blip r:embed="rId3"/>
          <a:stretch>
            <a:fillRect/>
          </a:stretch>
        </p:blipFill>
        <p:spPr>
          <a:xfrm>
            <a:off x="1304400" y="1352329"/>
            <a:ext cx="9583200" cy="3350874"/>
          </a:xfrm>
          <a:prstGeom prst="rect">
            <a:avLst/>
          </a:prstGeom>
        </p:spPr>
      </p:pic>
    </p:spTree>
    <p:extLst>
      <p:ext uri="{BB962C8B-B14F-4D97-AF65-F5344CB8AC3E}">
        <p14:creationId xmlns:p14="http://schemas.microsoft.com/office/powerpoint/2010/main" val="1533098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EA456-E29B-5287-A6B3-E354B58D806D}"/>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C4E8572D-7DFA-9EDE-1D11-74E9E350B660}"/>
              </a:ext>
            </a:extLst>
          </p:cNvPr>
          <p:cNvSpPr>
            <a:spLocks noGrp="1"/>
          </p:cNvSpPr>
          <p:nvPr>
            <p:ph type="body" sz="quarter" idx="10"/>
          </p:nvPr>
        </p:nvSpPr>
        <p:spPr>
          <a:xfrm>
            <a:off x="841247" y="2604603"/>
            <a:ext cx="10363202" cy="669094"/>
          </a:xfrm>
        </p:spPr>
        <p:txBody>
          <a:bodyPr/>
          <a:lstStyle/>
          <a:p>
            <a:pPr algn="l"/>
            <a:r>
              <a:rPr lang="es-ES" dirty="0"/>
              <a:t>Consulta de Recibo</a:t>
            </a:r>
            <a:endParaRPr lang="en-US" dirty="0"/>
          </a:p>
        </p:txBody>
      </p:sp>
      <p:sp>
        <p:nvSpPr>
          <p:cNvPr id="3" name="Marcador de texto 2">
            <a:extLst>
              <a:ext uri="{FF2B5EF4-FFF2-40B4-BE49-F238E27FC236}">
                <a16:creationId xmlns:a16="http://schemas.microsoft.com/office/drawing/2014/main" id="{05A767EF-331C-33B9-B786-C3B3EA99E5ED}"/>
              </a:ext>
            </a:extLst>
          </p:cNvPr>
          <p:cNvSpPr>
            <a:spLocks noGrp="1"/>
          </p:cNvSpPr>
          <p:nvPr>
            <p:ph type="body" sz="quarter" idx="11"/>
          </p:nvPr>
        </p:nvSpPr>
        <p:spPr>
          <a:xfrm>
            <a:off x="841247" y="3584304"/>
            <a:ext cx="2286001" cy="324961"/>
          </a:xfrm>
        </p:spPr>
        <p:txBody>
          <a:bodyPr/>
          <a:lstStyle/>
          <a:p>
            <a:pPr algn="l"/>
            <a:r>
              <a:rPr lang="es-CO" sz="2000" dirty="0"/>
              <a:t>Gestionar los pagos</a:t>
            </a:r>
          </a:p>
        </p:txBody>
      </p:sp>
    </p:spTree>
    <p:extLst>
      <p:ext uri="{BB962C8B-B14F-4D97-AF65-F5344CB8AC3E}">
        <p14:creationId xmlns:p14="http://schemas.microsoft.com/office/powerpoint/2010/main" val="31426775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37EC1-6725-308C-CFA7-8D1DC6485C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3F04DCC-EA08-FD51-5611-4CD0B13E9E16}"/>
              </a:ext>
            </a:extLst>
          </p:cNvPr>
          <p:cNvSpPr txBox="1">
            <a:spLocks/>
          </p:cNvSpPr>
          <p:nvPr/>
        </p:nvSpPr>
        <p:spPr>
          <a:xfrm>
            <a:off x="1220718" y="742115"/>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TVARCPT - Recibo</a:t>
            </a:r>
          </a:p>
          <a:p>
            <a:endParaRPr lang="es-CL" dirty="0"/>
          </a:p>
        </p:txBody>
      </p:sp>
      <p:sp>
        <p:nvSpPr>
          <p:cNvPr id="6" name="Rectángulo: esquinas redondeadas 5">
            <a:extLst>
              <a:ext uri="{FF2B5EF4-FFF2-40B4-BE49-F238E27FC236}">
                <a16:creationId xmlns:a16="http://schemas.microsoft.com/office/drawing/2014/main" id="{E16BA8FD-BB02-FBFB-CF72-0402FAE4C42E}"/>
              </a:ext>
            </a:extLst>
          </p:cNvPr>
          <p:cNvSpPr/>
          <p:nvPr/>
        </p:nvSpPr>
        <p:spPr>
          <a:xfrm>
            <a:off x="1304400" y="3234799"/>
            <a:ext cx="3675342" cy="7107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_tradnl" sz="1200" b="1" dirty="0"/>
              <a:t>1. </a:t>
            </a:r>
            <a:r>
              <a:rPr lang="es-ES_tradnl" sz="1200" dirty="0"/>
              <a:t>Digitar el número de recibo a imprimir o presionar el botón de la lista desplegable para consultar un recibo.</a:t>
            </a:r>
          </a:p>
        </p:txBody>
      </p:sp>
      <p:pic>
        <p:nvPicPr>
          <p:cNvPr id="4" name="Imagen 3">
            <a:extLst>
              <a:ext uri="{FF2B5EF4-FFF2-40B4-BE49-F238E27FC236}">
                <a16:creationId xmlns:a16="http://schemas.microsoft.com/office/drawing/2014/main" id="{81AE9334-1988-65E9-B738-A4F12319941A}"/>
              </a:ext>
            </a:extLst>
          </p:cNvPr>
          <p:cNvPicPr>
            <a:picLocks noChangeAspect="1"/>
          </p:cNvPicPr>
          <p:nvPr/>
        </p:nvPicPr>
        <p:blipFill>
          <a:blip r:embed="rId3"/>
          <a:stretch>
            <a:fillRect/>
          </a:stretch>
        </p:blipFill>
        <p:spPr>
          <a:xfrm>
            <a:off x="1304400" y="1720773"/>
            <a:ext cx="9583200" cy="1532314"/>
          </a:xfrm>
          <a:prstGeom prst="rect">
            <a:avLst/>
          </a:prstGeom>
        </p:spPr>
      </p:pic>
      <p:sp>
        <p:nvSpPr>
          <p:cNvPr id="5" name="Rectángulo: esquinas redondeadas 4">
            <a:extLst>
              <a:ext uri="{FF2B5EF4-FFF2-40B4-BE49-F238E27FC236}">
                <a16:creationId xmlns:a16="http://schemas.microsoft.com/office/drawing/2014/main" id="{1BB38D73-AEB6-3BBC-E29E-8DDB76AFD166}"/>
              </a:ext>
            </a:extLst>
          </p:cNvPr>
          <p:cNvSpPr/>
          <p:nvPr/>
        </p:nvSpPr>
        <p:spPr>
          <a:xfrm>
            <a:off x="7138963" y="3234799"/>
            <a:ext cx="3675342" cy="71078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b="1" dirty="0"/>
              <a:t>2. </a:t>
            </a:r>
            <a:r>
              <a:rPr lang="es-ES_tradnl" sz="1200" dirty="0"/>
              <a:t>Presionar el botón </a:t>
            </a:r>
            <a:r>
              <a:rPr lang="es-ES_tradnl" sz="1200" b="1" dirty="0"/>
              <a:t>Ir </a:t>
            </a:r>
            <a:r>
              <a:rPr lang="es-ES_tradnl" sz="1200" dirty="0"/>
              <a:t>para pasar a la siguiente sección.</a:t>
            </a:r>
          </a:p>
        </p:txBody>
      </p:sp>
      <p:pic>
        <p:nvPicPr>
          <p:cNvPr id="8" name="Imagen 7">
            <a:extLst>
              <a:ext uri="{FF2B5EF4-FFF2-40B4-BE49-F238E27FC236}">
                <a16:creationId xmlns:a16="http://schemas.microsoft.com/office/drawing/2014/main" id="{2DD11C50-283D-474D-6EED-D62EF428AABD}"/>
              </a:ext>
            </a:extLst>
          </p:cNvPr>
          <p:cNvPicPr>
            <a:picLocks noChangeAspect="1"/>
          </p:cNvPicPr>
          <p:nvPr/>
        </p:nvPicPr>
        <p:blipFill>
          <a:blip r:embed="rId4"/>
          <a:stretch>
            <a:fillRect/>
          </a:stretch>
        </p:blipFill>
        <p:spPr>
          <a:xfrm>
            <a:off x="10239834" y="2347534"/>
            <a:ext cx="162000" cy="162000"/>
          </a:xfrm>
          <a:prstGeom prst="rect">
            <a:avLst/>
          </a:prstGeom>
        </p:spPr>
      </p:pic>
      <p:pic>
        <p:nvPicPr>
          <p:cNvPr id="10" name="Imagen 9">
            <a:extLst>
              <a:ext uri="{FF2B5EF4-FFF2-40B4-BE49-F238E27FC236}">
                <a16:creationId xmlns:a16="http://schemas.microsoft.com/office/drawing/2014/main" id="{0379AC6D-7F70-1E52-F8E4-048098DDA7A8}"/>
              </a:ext>
            </a:extLst>
          </p:cNvPr>
          <p:cNvPicPr>
            <a:picLocks noChangeAspect="1"/>
          </p:cNvPicPr>
          <p:nvPr/>
        </p:nvPicPr>
        <p:blipFill>
          <a:blip r:embed="rId5"/>
          <a:stretch>
            <a:fillRect/>
          </a:stretch>
        </p:blipFill>
        <p:spPr>
          <a:xfrm>
            <a:off x="3395779" y="2347534"/>
            <a:ext cx="162000" cy="162000"/>
          </a:xfrm>
          <a:prstGeom prst="rect">
            <a:avLst/>
          </a:prstGeom>
        </p:spPr>
      </p:pic>
    </p:spTree>
    <p:extLst>
      <p:ext uri="{BB962C8B-B14F-4D97-AF65-F5344CB8AC3E}">
        <p14:creationId xmlns:p14="http://schemas.microsoft.com/office/powerpoint/2010/main" val="2530129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18C1-9A3C-165C-496B-592BF60935D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764EC46-B23F-7B48-293F-8C83F328E493}"/>
              </a:ext>
            </a:extLst>
          </p:cNvPr>
          <p:cNvSpPr txBox="1">
            <a:spLocks/>
          </p:cNvSpPr>
          <p:nvPr/>
        </p:nvSpPr>
        <p:spPr>
          <a:xfrm>
            <a:off x="1304399" y="569839"/>
            <a:ext cx="621541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TVARCPT - Recibo</a:t>
            </a:r>
          </a:p>
          <a:p>
            <a:endParaRPr lang="es-CL" dirty="0"/>
          </a:p>
        </p:txBody>
      </p:sp>
      <p:pic>
        <p:nvPicPr>
          <p:cNvPr id="7" name="Imagen 6">
            <a:extLst>
              <a:ext uri="{FF2B5EF4-FFF2-40B4-BE49-F238E27FC236}">
                <a16:creationId xmlns:a16="http://schemas.microsoft.com/office/drawing/2014/main" id="{45BEBD66-7EA8-F9E2-BE9F-59D00EAAA5F8}"/>
              </a:ext>
            </a:extLst>
          </p:cNvPr>
          <p:cNvPicPr>
            <a:picLocks noChangeAspect="1"/>
          </p:cNvPicPr>
          <p:nvPr/>
        </p:nvPicPr>
        <p:blipFill>
          <a:blip r:embed="rId3"/>
          <a:stretch>
            <a:fillRect/>
          </a:stretch>
        </p:blipFill>
        <p:spPr>
          <a:xfrm>
            <a:off x="1304399" y="1383287"/>
            <a:ext cx="9583200" cy="3161108"/>
          </a:xfrm>
          <a:prstGeom prst="rect">
            <a:avLst/>
          </a:prstGeom>
        </p:spPr>
      </p:pic>
      <p:pic>
        <p:nvPicPr>
          <p:cNvPr id="9" name="Imagen 8">
            <a:extLst>
              <a:ext uri="{FF2B5EF4-FFF2-40B4-BE49-F238E27FC236}">
                <a16:creationId xmlns:a16="http://schemas.microsoft.com/office/drawing/2014/main" id="{91F0B440-7BC2-12A9-C645-2E6F2D2043B8}"/>
              </a:ext>
            </a:extLst>
          </p:cNvPr>
          <p:cNvPicPr>
            <a:picLocks noChangeAspect="1"/>
          </p:cNvPicPr>
          <p:nvPr/>
        </p:nvPicPr>
        <p:blipFill>
          <a:blip r:embed="rId4"/>
          <a:stretch>
            <a:fillRect/>
          </a:stretch>
        </p:blipFill>
        <p:spPr>
          <a:xfrm>
            <a:off x="2581963" y="3327706"/>
            <a:ext cx="162000" cy="162000"/>
          </a:xfrm>
          <a:prstGeom prst="rect">
            <a:avLst/>
          </a:prstGeom>
        </p:spPr>
      </p:pic>
      <p:pic>
        <p:nvPicPr>
          <p:cNvPr id="11" name="Imagen 10">
            <a:extLst>
              <a:ext uri="{FF2B5EF4-FFF2-40B4-BE49-F238E27FC236}">
                <a16:creationId xmlns:a16="http://schemas.microsoft.com/office/drawing/2014/main" id="{AF716A0A-F6DA-F34C-27C3-577DD0483A3F}"/>
              </a:ext>
            </a:extLst>
          </p:cNvPr>
          <p:cNvPicPr>
            <a:picLocks noChangeAspect="1"/>
          </p:cNvPicPr>
          <p:nvPr/>
        </p:nvPicPr>
        <p:blipFill>
          <a:blip r:embed="rId5"/>
          <a:stretch>
            <a:fillRect/>
          </a:stretch>
        </p:blipFill>
        <p:spPr>
          <a:xfrm>
            <a:off x="1096679" y="2777035"/>
            <a:ext cx="162000" cy="162000"/>
          </a:xfrm>
          <a:prstGeom prst="rect">
            <a:avLst/>
          </a:prstGeom>
        </p:spPr>
      </p:pic>
      <p:sp>
        <p:nvSpPr>
          <p:cNvPr id="12" name="Rectángulo: esquinas redondeadas 11">
            <a:extLst>
              <a:ext uri="{FF2B5EF4-FFF2-40B4-BE49-F238E27FC236}">
                <a16:creationId xmlns:a16="http://schemas.microsoft.com/office/drawing/2014/main" id="{9BECCDA0-F0DD-E2AD-E4A6-8AD9BD3F37F6}"/>
              </a:ext>
            </a:extLst>
          </p:cNvPr>
          <p:cNvSpPr/>
          <p:nvPr/>
        </p:nvSpPr>
        <p:spPr>
          <a:xfrm>
            <a:off x="1304399" y="4788458"/>
            <a:ext cx="9583200" cy="5665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b="1" dirty="0">
                <a:solidFill>
                  <a:schemeClr val="bg1"/>
                </a:solidFill>
                <a:cs typeface="Arial"/>
              </a:rPr>
              <a:t>3. </a:t>
            </a:r>
            <a:r>
              <a:rPr lang="es-ES" sz="1200" dirty="0">
                <a:solidFill>
                  <a:schemeClr val="bg1"/>
                </a:solidFill>
                <a:cs typeface="Arial"/>
              </a:rPr>
              <a:t>En TVARCPT con el número del recibo identificado, se presentan las transacciones involucradas en el recibo, las cuales han de ser seleccionadas para la emisión del documento.</a:t>
            </a:r>
          </a:p>
        </p:txBody>
      </p:sp>
      <p:sp>
        <p:nvSpPr>
          <p:cNvPr id="13" name="Rectángulo: esquinas redondeadas 12">
            <a:extLst>
              <a:ext uri="{FF2B5EF4-FFF2-40B4-BE49-F238E27FC236}">
                <a16:creationId xmlns:a16="http://schemas.microsoft.com/office/drawing/2014/main" id="{FC02EEA9-C938-9F4D-9032-1ADA1991D069}"/>
              </a:ext>
            </a:extLst>
          </p:cNvPr>
          <p:cNvSpPr/>
          <p:nvPr/>
        </p:nvSpPr>
        <p:spPr>
          <a:xfrm>
            <a:off x="1304399" y="5599084"/>
            <a:ext cx="9583200" cy="66911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b="1" dirty="0">
                <a:solidFill>
                  <a:schemeClr val="bg1"/>
                </a:solidFill>
                <a:cs typeface="Arial"/>
              </a:rPr>
              <a:t>4. </a:t>
            </a:r>
            <a:r>
              <a:rPr lang="es-ES" sz="1200" dirty="0">
                <a:solidFill>
                  <a:schemeClr val="bg1"/>
                </a:solidFill>
                <a:cs typeface="Arial"/>
              </a:rPr>
              <a:t>En la sección "Detalle de documento" es necesario seleccionar el tipo de documento que se desea emitir para con las transacciones seleccionadas, pero esta relación deberá ser consistente con lo configurado en la forma TVASDSQ. Seleccionado lo anterior, se podrá presionar el botón "Crear Documentos de Ventas", lo cual generará un folio y registro al propio documento.</a:t>
            </a:r>
          </a:p>
        </p:txBody>
      </p:sp>
    </p:spTree>
    <p:extLst>
      <p:ext uri="{BB962C8B-B14F-4D97-AF65-F5344CB8AC3E}">
        <p14:creationId xmlns:p14="http://schemas.microsoft.com/office/powerpoint/2010/main" val="30712530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E823-A952-2431-ED53-C713DF21466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2976EF9-6339-824B-74C1-6BA34A7756FC}"/>
              </a:ext>
            </a:extLst>
          </p:cNvPr>
          <p:cNvSpPr txBox="1">
            <a:spLocks/>
          </p:cNvSpPr>
          <p:nvPr/>
        </p:nvSpPr>
        <p:spPr>
          <a:xfrm>
            <a:off x="2583367" y="298257"/>
            <a:ext cx="543215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ES_tradnl" sz="3200" dirty="0"/>
              <a:t>TVARCPT - Recibo</a:t>
            </a:r>
            <a:endParaRPr lang="es-CL" dirty="0"/>
          </a:p>
        </p:txBody>
      </p:sp>
      <p:sp>
        <p:nvSpPr>
          <p:cNvPr id="6" name="Rectángulo: esquinas redondeadas 5">
            <a:extLst>
              <a:ext uri="{FF2B5EF4-FFF2-40B4-BE49-F238E27FC236}">
                <a16:creationId xmlns:a16="http://schemas.microsoft.com/office/drawing/2014/main" id="{0B5EA331-8241-AEEF-B989-BE921506AD8F}"/>
              </a:ext>
            </a:extLst>
          </p:cNvPr>
          <p:cNvSpPr/>
          <p:nvPr/>
        </p:nvSpPr>
        <p:spPr>
          <a:xfrm>
            <a:off x="3317480" y="6059261"/>
            <a:ext cx="3963929"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5. Visualización del documento por el pago realizado.</a:t>
            </a:r>
          </a:p>
        </p:txBody>
      </p:sp>
      <p:pic>
        <p:nvPicPr>
          <p:cNvPr id="4" name="Imagen 3">
            <a:extLst>
              <a:ext uri="{FF2B5EF4-FFF2-40B4-BE49-F238E27FC236}">
                <a16:creationId xmlns:a16="http://schemas.microsoft.com/office/drawing/2014/main" id="{9F9AA0C4-1A41-8AA6-7444-0CE3C2E5C354}"/>
              </a:ext>
            </a:extLst>
          </p:cNvPr>
          <p:cNvPicPr>
            <a:picLocks noChangeAspect="1"/>
          </p:cNvPicPr>
          <p:nvPr/>
        </p:nvPicPr>
        <p:blipFill>
          <a:blip r:embed="rId3"/>
          <a:stretch>
            <a:fillRect/>
          </a:stretch>
        </p:blipFill>
        <p:spPr>
          <a:xfrm>
            <a:off x="2963650" y="803000"/>
            <a:ext cx="4671590" cy="5252000"/>
          </a:xfrm>
          <a:prstGeom prst="rect">
            <a:avLst/>
          </a:prstGeom>
        </p:spPr>
      </p:pic>
      <p:pic>
        <p:nvPicPr>
          <p:cNvPr id="7" name="Imagen 6">
            <a:extLst>
              <a:ext uri="{FF2B5EF4-FFF2-40B4-BE49-F238E27FC236}">
                <a16:creationId xmlns:a16="http://schemas.microsoft.com/office/drawing/2014/main" id="{FE5EE283-F15F-7510-CADC-7070A1A2A770}"/>
              </a:ext>
            </a:extLst>
          </p:cNvPr>
          <p:cNvPicPr>
            <a:picLocks noChangeAspect="1"/>
          </p:cNvPicPr>
          <p:nvPr/>
        </p:nvPicPr>
        <p:blipFill>
          <a:blip r:embed="rId4"/>
          <a:stretch>
            <a:fillRect/>
          </a:stretch>
        </p:blipFill>
        <p:spPr>
          <a:xfrm>
            <a:off x="2882650" y="1222091"/>
            <a:ext cx="162000" cy="162000"/>
          </a:xfrm>
          <a:prstGeom prst="rect">
            <a:avLst/>
          </a:prstGeom>
        </p:spPr>
      </p:pic>
    </p:spTree>
    <p:extLst>
      <p:ext uri="{BB962C8B-B14F-4D97-AF65-F5344CB8AC3E}">
        <p14:creationId xmlns:p14="http://schemas.microsoft.com/office/powerpoint/2010/main" val="14066310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EA6B9-9FEC-2D20-0270-EFA4422F0EA0}"/>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2F957D03-CFFD-31A0-0A12-AC905C97DCC0}"/>
              </a:ext>
            </a:extLst>
          </p:cNvPr>
          <p:cNvSpPr>
            <a:spLocks noGrp="1"/>
          </p:cNvSpPr>
          <p:nvPr>
            <p:ph type="body" sz="quarter" idx="10"/>
          </p:nvPr>
        </p:nvSpPr>
        <p:spPr>
          <a:xfrm>
            <a:off x="566045" y="2989779"/>
            <a:ext cx="10918819" cy="1410835"/>
          </a:xfrm>
        </p:spPr>
        <p:txBody>
          <a:bodyPr/>
          <a:lstStyle/>
          <a:p>
            <a:r>
              <a:rPr lang="es-CO" dirty="0"/>
              <a:t>Gestionar el cargue de pagos masivos</a:t>
            </a:r>
          </a:p>
          <a:p>
            <a:endParaRPr lang="es-CO" dirty="0"/>
          </a:p>
        </p:txBody>
      </p:sp>
      <p:sp>
        <p:nvSpPr>
          <p:cNvPr id="6" name="Text Placeholder 16">
            <a:extLst>
              <a:ext uri="{FF2B5EF4-FFF2-40B4-BE49-F238E27FC236}">
                <a16:creationId xmlns:a16="http://schemas.microsoft.com/office/drawing/2014/main" id="{5D5392BA-D168-A42F-7CEF-65A02426A660}"/>
              </a:ext>
            </a:extLst>
          </p:cNvPr>
          <p:cNvSpPr txBox="1">
            <a:spLocks/>
          </p:cNvSpPr>
          <p:nvPr/>
        </p:nvSpPr>
        <p:spPr>
          <a:xfrm>
            <a:off x="566045" y="3868221"/>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los pagos</a:t>
            </a:r>
            <a:endParaRPr lang="en-US" sz="2000" dirty="0">
              <a:solidFill>
                <a:schemeClr val="bg1"/>
              </a:solidFill>
            </a:endParaRPr>
          </a:p>
        </p:txBody>
      </p:sp>
    </p:spTree>
    <p:extLst>
      <p:ext uri="{BB962C8B-B14F-4D97-AF65-F5344CB8AC3E}">
        <p14:creationId xmlns:p14="http://schemas.microsoft.com/office/powerpoint/2010/main" val="26801618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8EECF-D41B-3839-5CAE-55EAEC056F1E}"/>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B756ABA7-5D48-3752-AD4D-DD3D057F518A}"/>
              </a:ext>
            </a:extLst>
          </p:cNvPr>
          <p:cNvSpPr>
            <a:spLocks noGrp="1"/>
          </p:cNvSpPr>
          <p:nvPr>
            <p:ph type="body" sz="quarter" idx="10"/>
          </p:nvPr>
        </p:nvSpPr>
        <p:spPr>
          <a:xfrm>
            <a:off x="841247" y="2360285"/>
            <a:ext cx="10363202" cy="669094"/>
          </a:xfrm>
        </p:spPr>
        <p:txBody>
          <a:bodyPr/>
          <a:lstStyle/>
          <a:p>
            <a:pPr algn="l"/>
            <a:r>
              <a:rPr lang="es-ES" dirty="0"/>
              <a:t>Carga masiva de conceptos de Pago</a:t>
            </a:r>
            <a:endParaRPr lang="en-US" dirty="0"/>
          </a:p>
        </p:txBody>
      </p:sp>
      <p:sp>
        <p:nvSpPr>
          <p:cNvPr id="3" name="Marcador de texto 2">
            <a:extLst>
              <a:ext uri="{FF2B5EF4-FFF2-40B4-BE49-F238E27FC236}">
                <a16:creationId xmlns:a16="http://schemas.microsoft.com/office/drawing/2014/main" id="{C956C5C4-5514-2F41-B8F1-1A6352D4FD08}"/>
              </a:ext>
            </a:extLst>
          </p:cNvPr>
          <p:cNvSpPr>
            <a:spLocks noGrp="1"/>
          </p:cNvSpPr>
          <p:nvPr>
            <p:ph type="body" sz="quarter" idx="11"/>
          </p:nvPr>
        </p:nvSpPr>
        <p:spPr>
          <a:xfrm>
            <a:off x="841247" y="3584304"/>
            <a:ext cx="2286001" cy="324961"/>
          </a:xfrm>
        </p:spPr>
        <p:txBody>
          <a:bodyPr/>
          <a:lstStyle/>
          <a:p>
            <a:pPr algn="l"/>
            <a:r>
              <a:rPr lang="es-CO" sz="2000" dirty="0"/>
              <a:t>Gestionar los pagos</a:t>
            </a:r>
          </a:p>
        </p:txBody>
      </p:sp>
    </p:spTree>
    <p:extLst>
      <p:ext uri="{BB962C8B-B14F-4D97-AF65-F5344CB8AC3E}">
        <p14:creationId xmlns:p14="http://schemas.microsoft.com/office/powerpoint/2010/main" val="39676554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03A83-8CD7-A828-F124-55A6F3981F2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D9A6C04-4F9B-7297-2492-2B449AC8ED22}"/>
              </a:ext>
            </a:extLst>
          </p:cNvPr>
          <p:cNvSpPr txBox="1">
            <a:spLocks/>
          </p:cNvSpPr>
          <p:nvPr/>
        </p:nvSpPr>
        <p:spPr>
          <a:xfrm>
            <a:off x="1304397" y="398983"/>
            <a:ext cx="9583200"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GJAJFLU - </a:t>
            </a:r>
            <a:r>
              <a:rPr lang="es-CO" sz="3200" dirty="0"/>
              <a:t>Importar archivo a envío de trabajo</a:t>
            </a:r>
            <a:endParaRPr lang="es-CL" dirty="0"/>
          </a:p>
        </p:txBody>
      </p:sp>
      <p:sp>
        <p:nvSpPr>
          <p:cNvPr id="6" name="Rectángulo: esquinas redondeadas 5">
            <a:extLst>
              <a:ext uri="{FF2B5EF4-FFF2-40B4-BE49-F238E27FC236}">
                <a16:creationId xmlns:a16="http://schemas.microsoft.com/office/drawing/2014/main" id="{5B82AE68-7028-604D-8347-A0BC118F2933}"/>
              </a:ext>
            </a:extLst>
          </p:cNvPr>
          <p:cNvSpPr/>
          <p:nvPr/>
        </p:nvSpPr>
        <p:spPr>
          <a:xfrm>
            <a:off x="1304398" y="4376147"/>
            <a:ext cx="9583200" cy="17373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b="1" dirty="0">
                <a:solidFill>
                  <a:schemeClr val="bg1"/>
                </a:solidFill>
                <a:cs typeface="Arial"/>
              </a:rPr>
              <a:t>Alistamiento del archivo template:</a:t>
            </a:r>
          </a:p>
          <a:p>
            <a:pPr defTabSz="457200">
              <a:defRPr/>
            </a:pPr>
            <a:endParaRPr lang="es-ES" sz="1200" b="1" dirty="0">
              <a:solidFill>
                <a:schemeClr val="bg1"/>
              </a:solidFill>
              <a:cs typeface="Arial"/>
            </a:endParaRPr>
          </a:p>
          <a:p>
            <a:pPr defTabSz="457200">
              <a:defRPr/>
            </a:pPr>
            <a:r>
              <a:rPr lang="es-CO" sz="1200" dirty="0">
                <a:solidFill>
                  <a:schemeClr val="bg1"/>
                </a:solidFill>
                <a:cs typeface="Arial"/>
              </a:rPr>
              <a:t>Diligencie cada campo según la naturaleza de la transacción a registrar, teniendo en cuenta las validaciones propias de cada columna (</a:t>
            </a:r>
            <a:r>
              <a:rPr lang="es-CO" sz="1200" dirty="0" err="1">
                <a:solidFill>
                  <a:schemeClr val="bg1"/>
                </a:solidFill>
                <a:cs typeface="Arial"/>
              </a:rPr>
              <a:t>ID´s</a:t>
            </a:r>
            <a:r>
              <a:rPr lang="es-CO" sz="1200" dirty="0">
                <a:solidFill>
                  <a:schemeClr val="bg1"/>
                </a:solidFill>
                <a:cs typeface="Arial"/>
              </a:rPr>
              <a:t>, periodo vigente, formatos de fecha, montos positivos o negativos según corresponda, </a:t>
            </a:r>
            <a:r>
              <a:rPr lang="es-CO" sz="1200" dirty="0" err="1">
                <a:solidFill>
                  <a:schemeClr val="bg1"/>
                </a:solidFill>
                <a:cs typeface="Arial"/>
              </a:rPr>
              <a:t>User</a:t>
            </a:r>
            <a:r>
              <a:rPr lang="es-CO" sz="1200" dirty="0">
                <a:solidFill>
                  <a:schemeClr val="bg1"/>
                </a:solidFill>
                <a:cs typeface="Arial"/>
              </a:rPr>
              <a:t> ID, Study Path).</a:t>
            </a:r>
          </a:p>
          <a:p>
            <a:pPr defTabSz="457200">
              <a:defRPr/>
            </a:pPr>
            <a:endParaRPr lang="es-CO" sz="1200" dirty="0">
              <a:solidFill>
                <a:schemeClr val="bg1"/>
              </a:solidFill>
              <a:cs typeface="Arial"/>
            </a:endParaRPr>
          </a:p>
          <a:p>
            <a:pPr defTabSz="457200">
              <a:defRPr/>
            </a:pPr>
            <a:r>
              <a:rPr lang="es-CO" sz="1200" dirty="0">
                <a:solidFill>
                  <a:schemeClr val="bg1"/>
                </a:solidFill>
                <a:cs typeface="Arial"/>
              </a:rPr>
              <a:t>Una vez completado el registro de información, guarde el archivo en formato </a:t>
            </a:r>
            <a:r>
              <a:rPr lang="es-CO" sz="1200" b="1" dirty="0">
                <a:solidFill>
                  <a:schemeClr val="bg1"/>
                </a:solidFill>
                <a:cs typeface="Arial"/>
              </a:rPr>
              <a:t>.CSV </a:t>
            </a:r>
            <a:r>
              <a:rPr lang="es-CO" sz="1200" dirty="0">
                <a:solidFill>
                  <a:schemeClr val="bg1"/>
                </a:solidFill>
                <a:cs typeface="Arial"/>
              </a:rPr>
              <a:t>delimitado por comas. Es fundamental verificar que el separador utilizado sea la coma (,) y no punto y coma u otro carácter, ya que el proceso de importación es sensible a este delimitador.</a:t>
            </a:r>
            <a:endParaRPr lang="es-ES" sz="1200" dirty="0">
              <a:solidFill>
                <a:schemeClr val="bg1"/>
              </a:solidFill>
              <a:cs typeface="Arial"/>
            </a:endParaRPr>
          </a:p>
        </p:txBody>
      </p:sp>
      <p:pic>
        <p:nvPicPr>
          <p:cNvPr id="14" name="Imagen 13">
            <a:extLst>
              <a:ext uri="{FF2B5EF4-FFF2-40B4-BE49-F238E27FC236}">
                <a16:creationId xmlns:a16="http://schemas.microsoft.com/office/drawing/2014/main" id="{BA4832A7-BF55-B200-1056-363E3347DFFF}"/>
              </a:ext>
            </a:extLst>
          </p:cNvPr>
          <p:cNvPicPr>
            <a:picLocks noChangeAspect="1"/>
          </p:cNvPicPr>
          <p:nvPr/>
        </p:nvPicPr>
        <p:blipFill>
          <a:blip r:embed="rId3"/>
          <a:stretch>
            <a:fillRect/>
          </a:stretch>
        </p:blipFill>
        <p:spPr>
          <a:xfrm>
            <a:off x="1304397" y="1247666"/>
            <a:ext cx="9583200" cy="2780280"/>
          </a:xfrm>
          <a:prstGeom prst="rect">
            <a:avLst/>
          </a:prstGeom>
        </p:spPr>
      </p:pic>
    </p:spTree>
    <p:extLst>
      <p:ext uri="{BB962C8B-B14F-4D97-AF65-F5344CB8AC3E}">
        <p14:creationId xmlns:p14="http://schemas.microsoft.com/office/powerpoint/2010/main" val="27879778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54B37-1AD4-3B4F-2E1F-8DBFB2DC5B4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7D355B8-D6E1-B7BF-CEFE-27380EE99AB4}"/>
              </a:ext>
            </a:extLst>
          </p:cNvPr>
          <p:cNvSpPr txBox="1">
            <a:spLocks/>
          </p:cNvSpPr>
          <p:nvPr/>
        </p:nvSpPr>
        <p:spPr>
          <a:xfrm>
            <a:off x="1010405" y="395155"/>
            <a:ext cx="1017118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GJAJFLU - </a:t>
            </a:r>
            <a:r>
              <a:rPr lang="es-CO" sz="3200" dirty="0"/>
              <a:t>Importar archivo a envío de trabajo</a:t>
            </a:r>
            <a:endParaRPr lang="es-CL" dirty="0"/>
          </a:p>
        </p:txBody>
      </p:sp>
      <p:pic>
        <p:nvPicPr>
          <p:cNvPr id="9" name="Imagen 8">
            <a:extLst>
              <a:ext uri="{FF2B5EF4-FFF2-40B4-BE49-F238E27FC236}">
                <a16:creationId xmlns:a16="http://schemas.microsoft.com/office/drawing/2014/main" id="{016F0A65-A0FD-0883-7649-59A1F6B640E6}"/>
              </a:ext>
            </a:extLst>
          </p:cNvPr>
          <p:cNvPicPr>
            <a:picLocks noChangeAspect="1"/>
          </p:cNvPicPr>
          <p:nvPr/>
        </p:nvPicPr>
        <p:blipFill>
          <a:blip r:embed="rId3"/>
          <a:stretch>
            <a:fillRect/>
          </a:stretch>
        </p:blipFill>
        <p:spPr>
          <a:xfrm>
            <a:off x="2114548" y="1098423"/>
            <a:ext cx="7962900" cy="4972050"/>
          </a:xfrm>
          <a:prstGeom prst="rect">
            <a:avLst/>
          </a:prstGeom>
        </p:spPr>
      </p:pic>
    </p:spTree>
    <p:extLst>
      <p:ext uri="{BB962C8B-B14F-4D97-AF65-F5344CB8AC3E}">
        <p14:creationId xmlns:p14="http://schemas.microsoft.com/office/powerpoint/2010/main" val="270046746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C1F5-D072-29F9-468A-4479FD4119C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54C0B9F-553B-8521-6310-7242C2CB9A1F}"/>
              </a:ext>
            </a:extLst>
          </p:cNvPr>
          <p:cNvSpPr txBox="1">
            <a:spLocks/>
          </p:cNvSpPr>
          <p:nvPr/>
        </p:nvSpPr>
        <p:spPr>
          <a:xfrm>
            <a:off x="1231246" y="878075"/>
            <a:ext cx="9583200"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GJAJFLU - </a:t>
            </a:r>
            <a:r>
              <a:rPr lang="es-CO" sz="3200" dirty="0"/>
              <a:t>Importar archivo a envío de trabajo</a:t>
            </a:r>
            <a:endParaRPr lang="es-CL" dirty="0"/>
          </a:p>
        </p:txBody>
      </p:sp>
      <p:sp>
        <p:nvSpPr>
          <p:cNvPr id="6" name="Rectángulo: esquinas redondeadas 5">
            <a:extLst>
              <a:ext uri="{FF2B5EF4-FFF2-40B4-BE49-F238E27FC236}">
                <a16:creationId xmlns:a16="http://schemas.microsoft.com/office/drawing/2014/main" id="{15D04153-E68D-CB84-967F-8E05CB2220C5}"/>
              </a:ext>
            </a:extLst>
          </p:cNvPr>
          <p:cNvSpPr/>
          <p:nvPr/>
        </p:nvSpPr>
        <p:spPr>
          <a:xfrm>
            <a:off x="1304398" y="3704683"/>
            <a:ext cx="8865115"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CO" sz="1200" dirty="0">
                <a:solidFill>
                  <a:schemeClr val="bg1"/>
                </a:solidFill>
                <a:cs typeface="Arial"/>
              </a:rPr>
              <a:t>Ingrese al proceso </a:t>
            </a:r>
            <a:r>
              <a:rPr lang="es-CO" sz="1200" b="1" dirty="0">
                <a:solidFill>
                  <a:schemeClr val="bg1"/>
                </a:solidFill>
                <a:cs typeface="Arial"/>
              </a:rPr>
              <a:t>GJAJFLU</a:t>
            </a:r>
            <a:r>
              <a:rPr lang="es-CO" sz="1200" dirty="0">
                <a:solidFill>
                  <a:schemeClr val="bg1"/>
                </a:solidFill>
                <a:cs typeface="Arial"/>
              </a:rPr>
              <a:t> Importar archivo a envío de Trabajo indicando el proceso </a:t>
            </a:r>
            <a:r>
              <a:rPr lang="es-CO" sz="1200" b="1" dirty="0">
                <a:solidFill>
                  <a:schemeClr val="bg1"/>
                </a:solidFill>
                <a:cs typeface="Arial"/>
              </a:rPr>
              <a:t>TSPLOAD, </a:t>
            </a:r>
            <a:r>
              <a:rPr lang="es-CO" sz="1200" dirty="0">
                <a:solidFill>
                  <a:schemeClr val="bg1"/>
                </a:solidFill>
                <a:cs typeface="Arial"/>
              </a:rPr>
              <a:t>posterior dar clic en </a:t>
            </a:r>
            <a:r>
              <a:rPr lang="es-CO" sz="1200" b="1" dirty="0">
                <a:solidFill>
                  <a:schemeClr val="bg1"/>
                </a:solidFill>
                <a:cs typeface="Arial"/>
              </a:rPr>
              <a:t>Ir. </a:t>
            </a:r>
            <a:endParaRPr lang="es-ES" sz="1200" b="1" dirty="0">
              <a:solidFill>
                <a:schemeClr val="bg1"/>
              </a:solidFill>
              <a:cs typeface="Arial"/>
            </a:endParaRPr>
          </a:p>
        </p:txBody>
      </p:sp>
      <p:pic>
        <p:nvPicPr>
          <p:cNvPr id="8" name="Imagen 7">
            <a:extLst>
              <a:ext uri="{FF2B5EF4-FFF2-40B4-BE49-F238E27FC236}">
                <a16:creationId xmlns:a16="http://schemas.microsoft.com/office/drawing/2014/main" id="{7CEA0487-B5EA-D8F7-1A64-0707C861DE76}"/>
              </a:ext>
            </a:extLst>
          </p:cNvPr>
          <p:cNvPicPr>
            <a:picLocks noChangeAspect="1"/>
          </p:cNvPicPr>
          <p:nvPr/>
        </p:nvPicPr>
        <p:blipFill>
          <a:blip r:embed="rId3"/>
          <a:stretch>
            <a:fillRect/>
          </a:stretch>
        </p:blipFill>
        <p:spPr>
          <a:xfrm>
            <a:off x="1304398" y="1796862"/>
            <a:ext cx="9583200" cy="1632138"/>
          </a:xfrm>
          <a:prstGeom prst="rect">
            <a:avLst/>
          </a:prstGeom>
        </p:spPr>
      </p:pic>
      <p:pic>
        <p:nvPicPr>
          <p:cNvPr id="4" name="Imagen 3">
            <a:extLst>
              <a:ext uri="{FF2B5EF4-FFF2-40B4-BE49-F238E27FC236}">
                <a16:creationId xmlns:a16="http://schemas.microsoft.com/office/drawing/2014/main" id="{44390982-60A5-3A97-7962-1EB856677E45}"/>
              </a:ext>
            </a:extLst>
          </p:cNvPr>
          <p:cNvPicPr>
            <a:picLocks noChangeAspect="1"/>
          </p:cNvPicPr>
          <p:nvPr/>
        </p:nvPicPr>
        <p:blipFill>
          <a:blip r:embed="rId4"/>
          <a:stretch>
            <a:fillRect/>
          </a:stretch>
        </p:blipFill>
        <p:spPr>
          <a:xfrm>
            <a:off x="10058705" y="2598454"/>
            <a:ext cx="162000" cy="162000"/>
          </a:xfrm>
          <a:prstGeom prst="rect">
            <a:avLst/>
          </a:prstGeom>
        </p:spPr>
      </p:pic>
      <p:pic>
        <p:nvPicPr>
          <p:cNvPr id="7" name="Imagen 6">
            <a:extLst>
              <a:ext uri="{FF2B5EF4-FFF2-40B4-BE49-F238E27FC236}">
                <a16:creationId xmlns:a16="http://schemas.microsoft.com/office/drawing/2014/main" id="{BB9AEA86-A100-C4ED-4ABD-C47A8626AB15}"/>
              </a:ext>
            </a:extLst>
          </p:cNvPr>
          <p:cNvPicPr>
            <a:picLocks noChangeAspect="1"/>
          </p:cNvPicPr>
          <p:nvPr/>
        </p:nvPicPr>
        <p:blipFill>
          <a:blip r:embed="rId5"/>
          <a:stretch>
            <a:fillRect/>
          </a:stretch>
        </p:blipFill>
        <p:spPr>
          <a:xfrm>
            <a:off x="1685851" y="2598454"/>
            <a:ext cx="162000" cy="162000"/>
          </a:xfrm>
          <a:prstGeom prst="rect">
            <a:avLst/>
          </a:prstGeom>
        </p:spPr>
      </p:pic>
    </p:spTree>
    <p:extLst>
      <p:ext uri="{BB962C8B-B14F-4D97-AF65-F5344CB8AC3E}">
        <p14:creationId xmlns:p14="http://schemas.microsoft.com/office/powerpoint/2010/main" val="29498126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9AF08-DD1A-6858-D7E8-E3A3DBDDCC5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CDEBAAB-E93E-DB58-8031-3EDDFA43D886}"/>
              </a:ext>
            </a:extLst>
          </p:cNvPr>
          <p:cNvSpPr txBox="1">
            <a:spLocks/>
          </p:cNvSpPr>
          <p:nvPr/>
        </p:nvSpPr>
        <p:spPr>
          <a:xfrm>
            <a:off x="1010405" y="395155"/>
            <a:ext cx="1017118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GJAJFLU - </a:t>
            </a:r>
            <a:r>
              <a:rPr lang="es-CO" sz="3200" dirty="0"/>
              <a:t>Importar archivo a envío de trabajo</a:t>
            </a:r>
            <a:endParaRPr lang="es-CL" dirty="0"/>
          </a:p>
        </p:txBody>
      </p:sp>
      <p:sp>
        <p:nvSpPr>
          <p:cNvPr id="6" name="Rectángulo: esquinas redondeadas 5">
            <a:extLst>
              <a:ext uri="{FF2B5EF4-FFF2-40B4-BE49-F238E27FC236}">
                <a16:creationId xmlns:a16="http://schemas.microsoft.com/office/drawing/2014/main" id="{4087562D-31EF-8787-ED93-33D3CA96AF59}"/>
              </a:ext>
            </a:extLst>
          </p:cNvPr>
          <p:cNvSpPr/>
          <p:nvPr/>
        </p:nvSpPr>
        <p:spPr>
          <a:xfrm>
            <a:off x="1449317" y="5622248"/>
            <a:ext cx="8874259"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Diligencie los parámetros requeridos, entre los cuales se debe especificar la ruta y nombre del archivo fuente, dar clic en </a:t>
            </a:r>
            <a:r>
              <a:rPr lang="es-CO" sz="1200" b="1" dirty="0">
                <a:solidFill>
                  <a:schemeClr val="bg1"/>
                </a:solidFill>
                <a:cs typeface="Arial"/>
              </a:rPr>
              <a:t>Guardar. </a:t>
            </a:r>
            <a:endParaRPr lang="es-ES" sz="1200" b="1" dirty="0">
              <a:solidFill>
                <a:schemeClr val="bg1"/>
              </a:solidFill>
              <a:cs typeface="Arial"/>
            </a:endParaRPr>
          </a:p>
        </p:txBody>
      </p:sp>
      <p:pic>
        <p:nvPicPr>
          <p:cNvPr id="5" name="Imagen 4">
            <a:extLst>
              <a:ext uri="{FF2B5EF4-FFF2-40B4-BE49-F238E27FC236}">
                <a16:creationId xmlns:a16="http://schemas.microsoft.com/office/drawing/2014/main" id="{A475C26D-9111-B87C-543F-84521C661B48}"/>
              </a:ext>
            </a:extLst>
          </p:cNvPr>
          <p:cNvPicPr>
            <a:picLocks noChangeAspect="1"/>
          </p:cNvPicPr>
          <p:nvPr/>
        </p:nvPicPr>
        <p:blipFill>
          <a:blip r:embed="rId3"/>
          <a:stretch>
            <a:fillRect/>
          </a:stretch>
        </p:blipFill>
        <p:spPr>
          <a:xfrm>
            <a:off x="1538132" y="895637"/>
            <a:ext cx="9115731" cy="4526924"/>
          </a:xfrm>
          <a:prstGeom prst="rect">
            <a:avLst/>
          </a:prstGeom>
        </p:spPr>
      </p:pic>
      <p:pic>
        <p:nvPicPr>
          <p:cNvPr id="10" name="Imagen 9">
            <a:extLst>
              <a:ext uri="{FF2B5EF4-FFF2-40B4-BE49-F238E27FC236}">
                <a16:creationId xmlns:a16="http://schemas.microsoft.com/office/drawing/2014/main" id="{805B5E57-2B44-3BFB-5017-58294C371AF9}"/>
              </a:ext>
            </a:extLst>
          </p:cNvPr>
          <p:cNvPicPr>
            <a:picLocks noChangeAspect="1"/>
          </p:cNvPicPr>
          <p:nvPr/>
        </p:nvPicPr>
        <p:blipFill>
          <a:blip r:embed="rId4"/>
          <a:stretch>
            <a:fillRect/>
          </a:stretch>
        </p:blipFill>
        <p:spPr>
          <a:xfrm>
            <a:off x="10674727" y="5132146"/>
            <a:ext cx="162000" cy="162000"/>
          </a:xfrm>
          <a:prstGeom prst="rect">
            <a:avLst/>
          </a:prstGeom>
        </p:spPr>
      </p:pic>
      <p:pic>
        <p:nvPicPr>
          <p:cNvPr id="14" name="Imagen 13">
            <a:extLst>
              <a:ext uri="{FF2B5EF4-FFF2-40B4-BE49-F238E27FC236}">
                <a16:creationId xmlns:a16="http://schemas.microsoft.com/office/drawing/2014/main" id="{29B2DC8E-5744-1350-752C-F7F8F9647FBB}"/>
              </a:ext>
            </a:extLst>
          </p:cNvPr>
          <p:cNvPicPr>
            <a:picLocks noChangeAspect="1"/>
          </p:cNvPicPr>
          <p:nvPr/>
        </p:nvPicPr>
        <p:blipFill>
          <a:blip r:embed="rId5"/>
          <a:stretch>
            <a:fillRect/>
          </a:stretch>
        </p:blipFill>
        <p:spPr>
          <a:xfrm>
            <a:off x="8411033" y="5067377"/>
            <a:ext cx="162000" cy="162000"/>
          </a:xfrm>
          <a:prstGeom prst="rect">
            <a:avLst/>
          </a:prstGeom>
        </p:spPr>
      </p:pic>
      <p:pic>
        <p:nvPicPr>
          <p:cNvPr id="16" name="Imagen 15">
            <a:extLst>
              <a:ext uri="{FF2B5EF4-FFF2-40B4-BE49-F238E27FC236}">
                <a16:creationId xmlns:a16="http://schemas.microsoft.com/office/drawing/2014/main" id="{AE228041-72DF-2A61-02AD-0107A3C0DC26}"/>
              </a:ext>
            </a:extLst>
          </p:cNvPr>
          <p:cNvPicPr>
            <a:picLocks noChangeAspect="1"/>
          </p:cNvPicPr>
          <p:nvPr/>
        </p:nvPicPr>
        <p:blipFill>
          <a:blip r:embed="rId6"/>
          <a:stretch>
            <a:fillRect/>
          </a:stretch>
        </p:blipFill>
        <p:spPr>
          <a:xfrm>
            <a:off x="7189433" y="4065233"/>
            <a:ext cx="162000" cy="162000"/>
          </a:xfrm>
          <a:prstGeom prst="rect">
            <a:avLst/>
          </a:prstGeom>
        </p:spPr>
      </p:pic>
      <p:pic>
        <p:nvPicPr>
          <p:cNvPr id="18" name="Imagen 17">
            <a:extLst>
              <a:ext uri="{FF2B5EF4-FFF2-40B4-BE49-F238E27FC236}">
                <a16:creationId xmlns:a16="http://schemas.microsoft.com/office/drawing/2014/main" id="{FB20932E-B4BB-3771-FD8F-719D0A15C822}"/>
              </a:ext>
            </a:extLst>
          </p:cNvPr>
          <p:cNvPicPr>
            <a:picLocks noChangeAspect="1"/>
          </p:cNvPicPr>
          <p:nvPr/>
        </p:nvPicPr>
        <p:blipFill>
          <a:blip r:embed="rId7"/>
          <a:stretch>
            <a:fillRect/>
          </a:stretch>
        </p:blipFill>
        <p:spPr>
          <a:xfrm>
            <a:off x="5327107" y="1965163"/>
            <a:ext cx="162000" cy="162000"/>
          </a:xfrm>
          <a:prstGeom prst="rect">
            <a:avLst/>
          </a:prstGeom>
        </p:spPr>
      </p:pic>
    </p:spTree>
    <p:extLst>
      <p:ext uri="{BB962C8B-B14F-4D97-AF65-F5344CB8AC3E}">
        <p14:creationId xmlns:p14="http://schemas.microsoft.com/office/powerpoint/2010/main" val="36183768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11561-0A13-A1E4-AE4A-8E644685FB4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70CB0A1-E3A0-9C96-2C2D-1E49C02242C3}"/>
              </a:ext>
            </a:extLst>
          </p:cNvPr>
          <p:cNvSpPr txBox="1">
            <a:spLocks/>
          </p:cNvSpPr>
          <p:nvPr/>
        </p:nvSpPr>
        <p:spPr>
          <a:xfrm>
            <a:off x="1010405" y="395155"/>
            <a:ext cx="1017118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GJAJFLU - </a:t>
            </a:r>
            <a:r>
              <a:rPr lang="es-CO" sz="3200" dirty="0"/>
              <a:t>Importar archivo a envío de trabajo</a:t>
            </a:r>
            <a:endParaRPr lang="es-CL" dirty="0"/>
          </a:p>
        </p:txBody>
      </p:sp>
      <p:sp>
        <p:nvSpPr>
          <p:cNvPr id="6" name="Rectángulo: esquinas redondeadas 5">
            <a:extLst>
              <a:ext uri="{FF2B5EF4-FFF2-40B4-BE49-F238E27FC236}">
                <a16:creationId xmlns:a16="http://schemas.microsoft.com/office/drawing/2014/main" id="{F1AE9453-7786-DCD7-DDAF-C405EBB340BB}"/>
              </a:ext>
            </a:extLst>
          </p:cNvPr>
          <p:cNvSpPr/>
          <p:nvPr/>
        </p:nvSpPr>
        <p:spPr>
          <a:xfrm>
            <a:off x="939343" y="4921860"/>
            <a:ext cx="10313313" cy="9485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validó exitosamente la disponibilidad del archivo .CSV en la ruta establecida. </a:t>
            </a:r>
          </a:p>
          <a:p>
            <a:pPr algn="just" defTabSz="457200">
              <a:defRPr/>
            </a:pPr>
            <a:r>
              <a:rPr lang="es-CO" sz="1200" dirty="0">
                <a:solidFill>
                  <a:schemeClr val="bg1"/>
                </a:solidFill>
                <a:cs typeface="Arial"/>
              </a:rPr>
              <a:t>Una vez realizada la verificación, se ejecutó el proceso y se efectuó el envío del trabajo de forma satisfactoria, generando la ruta correspondiente. (</a:t>
            </a:r>
            <a:r>
              <a:rPr lang="en-US" sz="1200" dirty="0">
                <a:solidFill>
                  <a:schemeClr val="bg1"/>
                </a:solidFill>
                <a:cs typeface="Arial"/>
              </a:rPr>
              <a:t>/u05/</a:t>
            </a:r>
            <a:r>
              <a:rPr lang="en-US" sz="1200" dirty="0" err="1">
                <a:solidFill>
                  <a:schemeClr val="bg1"/>
                </a:solidFill>
                <a:cs typeface="Arial"/>
              </a:rPr>
              <a:t>jobsub</a:t>
            </a:r>
            <a:r>
              <a:rPr lang="en-US" sz="1200" dirty="0">
                <a:solidFill>
                  <a:schemeClr val="bg1"/>
                </a:solidFill>
                <a:cs typeface="Arial"/>
              </a:rPr>
              <a:t>/TSPLOAD_LAC_P.csv)</a:t>
            </a:r>
            <a:endParaRPr lang="es-ES" sz="1200" dirty="0">
              <a:solidFill>
                <a:schemeClr val="bg1"/>
              </a:solidFill>
              <a:cs typeface="Arial"/>
            </a:endParaRPr>
          </a:p>
        </p:txBody>
      </p:sp>
      <p:pic>
        <p:nvPicPr>
          <p:cNvPr id="4" name="Imagen 3">
            <a:extLst>
              <a:ext uri="{FF2B5EF4-FFF2-40B4-BE49-F238E27FC236}">
                <a16:creationId xmlns:a16="http://schemas.microsoft.com/office/drawing/2014/main" id="{847F7C38-558F-B95F-D735-3A9DD43835AC}"/>
              </a:ext>
            </a:extLst>
          </p:cNvPr>
          <p:cNvPicPr>
            <a:picLocks noChangeAspect="1"/>
          </p:cNvPicPr>
          <p:nvPr/>
        </p:nvPicPr>
        <p:blipFill>
          <a:blip r:embed="rId3"/>
          <a:stretch>
            <a:fillRect/>
          </a:stretch>
        </p:blipFill>
        <p:spPr>
          <a:xfrm>
            <a:off x="846931" y="1371854"/>
            <a:ext cx="10408214" cy="3371828"/>
          </a:xfrm>
          <a:prstGeom prst="rect">
            <a:avLst/>
          </a:prstGeom>
        </p:spPr>
      </p:pic>
      <p:pic>
        <p:nvPicPr>
          <p:cNvPr id="8" name="Imagen 7">
            <a:extLst>
              <a:ext uri="{FF2B5EF4-FFF2-40B4-BE49-F238E27FC236}">
                <a16:creationId xmlns:a16="http://schemas.microsoft.com/office/drawing/2014/main" id="{35D90CF1-48E0-EAA3-6D85-72A8EC9E0E1F}"/>
              </a:ext>
            </a:extLst>
          </p:cNvPr>
          <p:cNvPicPr>
            <a:picLocks noChangeAspect="1"/>
          </p:cNvPicPr>
          <p:nvPr/>
        </p:nvPicPr>
        <p:blipFill>
          <a:blip r:embed="rId4"/>
          <a:stretch>
            <a:fillRect/>
          </a:stretch>
        </p:blipFill>
        <p:spPr>
          <a:xfrm>
            <a:off x="8376209" y="2069897"/>
            <a:ext cx="162000" cy="162000"/>
          </a:xfrm>
          <a:prstGeom prst="rect">
            <a:avLst/>
          </a:prstGeom>
        </p:spPr>
      </p:pic>
    </p:spTree>
    <p:extLst>
      <p:ext uri="{BB962C8B-B14F-4D97-AF65-F5344CB8AC3E}">
        <p14:creationId xmlns:p14="http://schemas.microsoft.com/office/powerpoint/2010/main" val="326158986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E1136-5C69-6314-5193-C51AADD98F0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3798F0C-A271-A2FF-EFE3-DF512C8E8407}"/>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sp>
        <p:nvSpPr>
          <p:cNvPr id="6" name="Rectángulo: esquinas redondeadas 5">
            <a:extLst>
              <a:ext uri="{FF2B5EF4-FFF2-40B4-BE49-F238E27FC236}">
                <a16:creationId xmlns:a16="http://schemas.microsoft.com/office/drawing/2014/main" id="{7F1458E0-783A-6957-BE5C-EB1C3E9CF4E0}"/>
              </a:ext>
            </a:extLst>
          </p:cNvPr>
          <p:cNvSpPr/>
          <p:nvPr/>
        </p:nvSpPr>
        <p:spPr>
          <a:xfrm>
            <a:off x="939343" y="4071469"/>
            <a:ext cx="10313313"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Ingrese al proceso </a:t>
            </a:r>
            <a:r>
              <a:rPr lang="es-ES" sz="1200" b="1" dirty="0">
                <a:solidFill>
                  <a:schemeClr val="bg1"/>
                </a:solidFill>
                <a:cs typeface="Arial"/>
              </a:rPr>
              <a:t>TSPLOAD,</a:t>
            </a:r>
            <a:r>
              <a:rPr lang="es-CO" sz="1200" b="1" dirty="0">
                <a:solidFill>
                  <a:schemeClr val="bg1"/>
                </a:solidFill>
                <a:cs typeface="Arial"/>
              </a:rPr>
              <a:t> </a:t>
            </a:r>
            <a:r>
              <a:rPr lang="es-CO" sz="1200" dirty="0">
                <a:solidFill>
                  <a:schemeClr val="bg1"/>
                </a:solidFill>
                <a:cs typeface="Arial"/>
              </a:rPr>
              <a:t>dar clic en Ir, una vez dentro, el sistema habilitará la pantalla de parámetros donde deberá diligenciar la información requerida para la ejecución. </a:t>
            </a:r>
            <a:endParaRPr lang="es-ES" sz="1200" dirty="0">
              <a:solidFill>
                <a:schemeClr val="bg1"/>
              </a:solidFill>
              <a:cs typeface="Arial"/>
            </a:endParaRPr>
          </a:p>
        </p:txBody>
      </p:sp>
      <p:pic>
        <p:nvPicPr>
          <p:cNvPr id="5" name="Imagen 4">
            <a:extLst>
              <a:ext uri="{FF2B5EF4-FFF2-40B4-BE49-F238E27FC236}">
                <a16:creationId xmlns:a16="http://schemas.microsoft.com/office/drawing/2014/main" id="{45E808DD-0A4A-44FB-E286-3DA50FEF7453}"/>
              </a:ext>
            </a:extLst>
          </p:cNvPr>
          <p:cNvPicPr>
            <a:picLocks noChangeAspect="1"/>
          </p:cNvPicPr>
          <p:nvPr/>
        </p:nvPicPr>
        <p:blipFill>
          <a:blip r:embed="rId3"/>
          <a:stretch>
            <a:fillRect/>
          </a:stretch>
        </p:blipFill>
        <p:spPr>
          <a:xfrm>
            <a:off x="939343" y="1846636"/>
            <a:ext cx="10313313" cy="1342181"/>
          </a:xfrm>
          <a:prstGeom prst="rect">
            <a:avLst/>
          </a:prstGeom>
        </p:spPr>
      </p:pic>
      <p:pic>
        <p:nvPicPr>
          <p:cNvPr id="7" name="Imagen 6">
            <a:extLst>
              <a:ext uri="{FF2B5EF4-FFF2-40B4-BE49-F238E27FC236}">
                <a16:creationId xmlns:a16="http://schemas.microsoft.com/office/drawing/2014/main" id="{D756568C-DBED-9E81-ED9F-8332A141063D}"/>
              </a:ext>
            </a:extLst>
          </p:cNvPr>
          <p:cNvPicPr>
            <a:picLocks noChangeAspect="1"/>
          </p:cNvPicPr>
          <p:nvPr/>
        </p:nvPicPr>
        <p:blipFill>
          <a:blip r:embed="rId4"/>
          <a:stretch>
            <a:fillRect/>
          </a:stretch>
        </p:blipFill>
        <p:spPr>
          <a:xfrm>
            <a:off x="10543337" y="2492275"/>
            <a:ext cx="162000" cy="162000"/>
          </a:xfrm>
          <a:prstGeom prst="rect">
            <a:avLst/>
          </a:prstGeom>
        </p:spPr>
      </p:pic>
      <p:pic>
        <p:nvPicPr>
          <p:cNvPr id="8" name="Imagen 7">
            <a:extLst>
              <a:ext uri="{FF2B5EF4-FFF2-40B4-BE49-F238E27FC236}">
                <a16:creationId xmlns:a16="http://schemas.microsoft.com/office/drawing/2014/main" id="{933F3ECA-078C-0694-FC42-4EFBB960082B}"/>
              </a:ext>
            </a:extLst>
          </p:cNvPr>
          <p:cNvPicPr>
            <a:picLocks noChangeAspect="1"/>
          </p:cNvPicPr>
          <p:nvPr/>
        </p:nvPicPr>
        <p:blipFill>
          <a:blip r:embed="rId5"/>
          <a:stretch>
            <a:fillRect/>
          </a:stretch>
        </p:blipFill>
        <p:spPr>
          <a:xfrm>
            <a:off x="1082347" y="2492275"/>
            <a:ext cx="162000" cy="162000"/>
          </a:xfrm>
          <a:prstGeom prst="rect">
            <a:avLst/>
          </a:prstGeom>
        </p:spPr>
      </p:pic>
    </p:spTree>
    <p:extLst>
      <p:ext uri="{BB962C8B-B14F-4D97-AF65-F5344CB8AC3E}">
        <p14:creationId xmlns:p14="http://schemas.microsoft.com/office/powerpoint/2010/main" val="16604772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9028-D3D3-0C10-C445-F75929992B3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23107A9-A68A-A58C-3C3F-CEDBBCC2801F}"/>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4" name="Imagen 3">
            <a:extLst>
              <a:ext uri="{FF2B5EF4-FFF2-40B4-BE49-F238E27FC236}">
                <a16:creationId xmlns:a16="http://schemas.microsoft.com/office/drawing/2014/main" id="{85C07F19-2D25-716E-7D8D-5436AEFB8AAB}"/>
              </a:ext>
            </a:extLst>
          </p:cNvPr>
          <p:cNvPicPr>
            <a:picLocks noChangeAspect="1"/>
          </p:cNvPicPr>
          <p:nvPr/>
        </p:nvPicPr>
        <p:blipFill>
          <a:blip r:embed="rId3"/>
          <a:stretch>
            <a:fillRect/>
          </a:stretch>
        </p:blipFill>
        <p:spPr>
          <a:xfrm>
            <a:off x="754822" y="1077992"/>
            <a:ext cx="10682355" cy="4702015"/>
          </a:xfrm>
          <a:prstGeom prst="rect">
            <a:avLst/>
          </a:prstGeom>
        </p:spPr>
      </p:pic>
    </p:spTree>
    <p:extLst>
      <p:ext uri="{BB962C8B-B14F-4D97-AF65-F5344CB8AC3E}">
        <p14:creationId xmlns:p14="http://schemas.microsoft.com/office/powerpoint/2010/main" val="34319195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28CD9-947E-0318-9BEF-3DD9BC44854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12D6837-5179-8D3F-7A8D-643C7F478068}"/>
              </a:ext>
            </a:extLst>
          </p:cNvPr>
          <p:cNvSpPr txBox="1">
            <a:spLocks/>
          </p:cNvSpPr>
          <p:nvPr/>
        </p:nvSpPr>
        <p:spPr>
          <a:xfrm>
            <a:off x="2193925" y="440875"/>
            <a:ext cx="7904994"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TSPLOAD Subir cargos y pagos </a:t>
            </a:r>
            <a:r>
              <a:rPr lang="es-ES_tradnl" sz="3200" dirty="0"/>
              <a:t> </a:t>
            </a:r>
            <a:endParaRPr lang="es-CL" dirty="0"/>
          </a:p>
        </p:txBody>
      </p:sp>
      <p:pic>
        <p:nvPicPr>
          <p:cNvPr id="8" name="Imagen 7">
            <a:extLst>
              <a:ext uri="{FF2B5EF4-FFF2-40B4-BE49-F238E27FC236}">
                <a16:creationId xmlns:a16="http://schemas.microsoft.com/office/drawing/2014/main" id="{0AFDBF37-9EA1-71DC-B5A4-73C657EE3173}"/>
              </a:ext>
            </a:extLst>
          </p:cNvPr>
          <p:cNvPicPr>
            <a:picLocks noChangeAspect="1"/>
          </p:cNvPicPr>
          <p:nvPr/>
        </p:nvPicPr>
        <p:blipFill>
          <a:blip r:embed="rId3"/>
          <a:stretch>
            <a:fillRect/>
          </a:stretch>
        </p:blipFill>
        <p:spPr>
          <a:xfrm>
            <a:off x="1844183" y="1592199"/>
            <a:ext cx="8503633" cy="3362706"/>
          </a:xfrm>
          <a:prstGeom prst="rect">
            <a:avLst/>
          </a:prstGeom>
        </p:spPr>
      </p:pic>
    </p:spTree>
    <p:extLst>
      <p:ext uri="{BB962C8B-B14F-4D97-AF65-F5344CB8AC3E}">
        <p14:creationId xmlns:p14="http://schemas.microsoft.com/office/powerpoint/2010/main" val="28165195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4B9B5-566A-4C1B-0503-8ECC5A898DD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A43B2B9-D313-6A0C-F9B0-27C0272A89E7}"/>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5" name="Imagen 4">
            <a:extLst>
              <a:ext uri="{FF2B5EF4-FFF2-40B4-BE49-F238E27FC236}">
                <a16:creationId xmlns:a16="http://schemas.microsoft.com/office/drawing/2014/main" id="{2468A977-6994-5033-CD66-443D097D04B2}"/>
              </a:ext>
            </a:extLst>
          </p:cNvPr>
          <p:cNvPicPr>
            <a:picLocks noChangeAspect="1"/>
          </p:cNvPicPr>
          <p:nvPr/>
        </p:nvPicPr>
        <p:blipFill>
          <a:blip r:embed="rId3"/>
          <a:stretch>
            <a:fillRect/>
          </a:stretch>
        </p:blipFill>
        <p:spPr>
          <a:xfrm>
            <a:off x="1775459" y="1080044"/>
            <a:ext cx="8641081" cy="4261973"/>
          </a:xfrm>
          <a:prstGeom prst="rect">
            <a:avLst/>
          </a:prstGeom>
        </p:spPr>
      </p:pic>
      <p:pic>
        <p:nvPicPr>
          <p:cNvPr id="8" name="Imagen 7">
            <a:extLst>
              <a:ext uri="{FF2B5EF4-FFF2-40B4-BE49-F238E27FC236}">
                <a16:creationId xmlns:a16="http://schemas.microsoft.com/office/drawing/2014/main" id="{6C7DE97F-10C8-B7F4-CF79-8A2B13AB95AD}"/>
              </a:ext>
            </a:extLst>
          </p:cNvPr>
          <p:cNvPicPr>
            <a:picLocks noChangeAspect="1"/>
          </p:cNvPicPr>
          <p:nvPr/>
        </p:nvPicPr>
        <p:blipFill>
          <a:blip r:embed="rId4"/>
          <a:stretch>
            <a:fillRect/>
          </a:stretch>
        </p:blipFill>
        <p:spPr>
          <a:xfrm>
            <a:off x="10434828" y="5069129"/>
            <a:ext cx="162000" cy="162000"/>
          </a:xfrm>
          <a:prstGeom prst="rect">
            <a:avLst/>
          </a:prstGeom>
        </p:spPr>
      </p:pic>
      <p:pic>
        <p:nvPicPr>
          <p:cNvPr id="10" name="Imagen 9">
            <a:extLst>
              <a:ext uri="{FF2B5EF4-FFF2-40B4-BE49-F238E27FC236}">
                <a16:creationId xmlns:a16="http://schemas.microsoft.com/office/drawing/2014/main" id="{8E505E4E-3212-B3C3-3F43-5A998EAB5580}"/>
              </a:ext>
            </a:extLst>
          </p:cNvPr>
          <p:cNvPicPr>
            <a:picLocks noChangeAspect="1"/>
          </p:cNvPicPr>
          <p:nvPr/>
        </p:nvPicPr>
        <p:blipFill>
          <a:blip r:embed="rId5"/>
          <a:stretch>
            <a:fillRect/>
          </a:stretch>
        </p:blipFill>
        <p:spPr>
          <a:xfrm>
            <a:off x="1576883" y="2878265"/>
            <a:ext cx="162000" cy="162000"/>
          </a:xfrm>
          <a:prstGeom prst="rect">
            <a:avLst/>
          </a:prstGeom>
        </p:spPr>
      </p:pic>
      <p:pic>
        <p:nvPicPr>
          <p:cNvPr id="12" name="Imagen 11">
            <a:extLst>
              <a:ext uri="{FF2B5EF4-FFF2-40B4-BE49-F238E27FC236}">
                <a16:creationId xmlns:a16="http://schemas.microsoft.com/office/drawing/2014/main" id="{4D190523-94B9-1CAA-5853-5E6FB401D6DA}"/>
              </a:ext>
            </a:extLst>
          </p:cNvPr>
          <p:cNvPicPr>
            <a:picLocks noChangeAspect="1"/>
          </p:cNvPicPr>
          <p:nvPr/>
        </p:nvPicPr>
        <p:blipFill>
          <a:blip r:embed="rId6"/>
          <a:stretch>
            <a:fillRect/>
          </a:stretch>
        </p:blipFill>
        <p:spPr>
          <a:xfrm>
            <a:off x="1872427" y="1948627"/>
            <a:ext cx="162000" cy="162000"/>
          </a:xfrm>
          <a:prstGeom prst="rect">
            <a:avLst/>
          </a:prstGeom>
        </p:spPr>
      </p:pic>
      <p:pic>
        <p:nvPicPr>
          <p:cNvPr id="14" name="Imagen 13">
            <a:extLst>
              <a:ext uri="{FF2B5EF4-FFF2-40B4-BE49-F238E27FC236}">
                <a16:creationId xmlns:a16="http://schemas.microsoft.com/office/drawing/2014/main" id="{3AEECE56-EB41-A0BB-8BAB-737ED161084F}"/>
              </a:ext>
            </a:extLst>
          </p:cNvPr>
          <p:cNvPicPr>
            <a:picLocks noChangeAspect="1"/>
          </p:cNvPicPr>
          <p:nvPr/>
        </p:nvPicPr>
        <p:blipFill>
          <a:blip r:embed="rId7"/>
          <a:stretch>
            <a:fillRect/>
          </a:stretch>
        </p:blipFill>
        <p:spPr>
          <a:xfrm>
            <a:off x="2086435" y="4430347"/>
            <a:ext cx="162000" cy="162000"/>
          </a:xfrm>
          <a:prstGeom prst="rect">
            <a:avLst/>
          </a:prstGeom>
        </p:spPr>
      </p:pic>
      <p:sp>
        <p:nvSpPr>
          <p:cNvPr id="15" name="Rectángulo: esquinas redondeadas 14">
            <a:extLst>
              <a:ext uri="{FF2B5EF4-FFF2-40B4-BE49-F238E27FC236}">
                <a16:creationId xmlns:a16="http://schemas.microsoft.com/office/drawing/2014/main" id="{3F57713A-506D-BF62-B37E-15B1B8F78C26}"/>
              </a:ext>
            </a:extLst>
          </p:cNvPr>
          <p:cNvSpPr/>
          <p:nvPr/>
        </p:nvSpPr>
        <p:spPr>
          <a:xfrm>
            <a:off x="1010405" y="5526424"/>
            <a:ext cx="5909513"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realiza el diligenciamiento de los siguientes parámetros, debe dar clic en </a:t>
            </a:r>
            <a:r>
              <a:rPr lang="es-CO" sz="1200" b="1" dirty="0">
                <a:solidFill>
                  <a:schemeClr val="bg1"/>
                </a:solidFill>
                <a:cs typeface="Arial"/>
              </a:rPr>
              <a:t>Guardar. </a:t>
            </a:r>
            <a:endParaRPr lang="es-ES" sz="1200" dirty="0">
              <a:solidFill>
                <a:schemeClr val="bg1"/>
              </a:solidFill>
              <a:cs typeface="Arial"/>
            </a:endParaRPr>
          </a:p>
        </p:txBody>
      </p:sp>
    </p:spTree>
    <p:extLst>
      <p:ext uri="{BB962C8B-B14F-4D97-AF65-F5344CB8AC3E}">
        <p14:creationId xmlns:p14="http://schemas.microsoft.com/office/powerpoint/2010/main" val="163138340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C369C-335E-63CB-FEA9-EDF84A07A96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57FB6B0-47BC-2580-582B-327EC244BEB9}"/>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4" name="Imagen 3">
            <a:extLst>
              <a:ext uri="{FF2B5EF4-FFF2-40B4-BE49-F238E27FC236}">
                <a16:creationId xmlns:a16="http://schemas.microsoft.com/office/drawing/2014/main" id="{2CC3BB58-F386-B1BE-FD07-1375330E65E2}"/>
              </a:ext>
            </a:extLst>
          </p:cNvPr>
          <p:cNvPicPr>
            <a:picLocks noChangeAspect="1"/>
          </p:cNvPicPr>
          <p:nvPr/>
        </p:nvPicPr>
        <p:blipFill>
          <a:blip r:embed="rId3"/>
          <a:stretch>
            <a:fillRect/>
          </a:stretch>
        </p:blipFill>
        <p:spPr>
          <a:xfrm>
            <a:off x="860192" y="1766189"/>
            <a:ext cx="10471615" cy="1772539"/>
          </a:xfrm>
          <a:prstGeom prst="rect">
            <a:avLst/>
          </a:prstGeom>
        </p:spPr>
      </p:pic>
      <p:sp>
        <p:nvSpPr>
          <p:cNvPr id="6" name="Rectángulo: esquinas redondeadas 5">
            <a:extLst>
              <a:ext uri="{FF2B5EF4-FFF2-40B4-BE49-F238E27FC236}">
                <a16:creationId xmlns:a16="http://schemas.microsoft.com/office/drawing/2014/main" id="{4F83A353-A61E-0269-3088-1A0BBA11F707}"/>
              </a:ext>
            </a:extLst>
          </p:cNvPr>
          <p:cNvSpPr/>
          <p:nvPr/>
        </p:nvSpPr>
        <p:spPr>
          <a:xfrm>
            <a:off x="860192" y="4218832"/>
            <a:ext cx="3181456"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ejecuta de manera correcta. </a:t>
            </a:r>
            <a:endParaRPr lang="es-ES" sz="1200" dirty="0">
              <a:solidFill>
                <a:schemeClr val="bg1"/>
              </a:solidFill>
              <a:cs typeface="Arial"/>
            </a:endParaRPr>
          </a:p>
        </p:txBody>
      </p:sp>
      <p:pic>
        <p:nvPicPr>
          <p:cNvPr id="8" name="Imagen 7">
            <a:extLst>
              <a:ext uri="{FF2B5EF4-FFF2-40B4-BE49-F238E27FC236}">
                <a16:creationId xmlns:a16="http://schemas.microsoft.com/office/drawing/2014/main" id="{6F4B7D93-9A95-6E4E-6566-B8A6150CFBC1}"/>
              </a:ext>
            </a:extLst>
          </p:cNvPr>
          <p:cNvPicPr>
            <a:picLocks noChangeAspect="1"/>
          </p:cNvPicPr>
          <p:nvPr/>
        </p:nvPicPr>
        <p:blipFill>
          <a:blip r:embed="rId4"/>
          <a:stretch>
            <a:fillRect/>
          </a:stretch>
        </p:blipFill>
        <p:spPr>
          <a:xfrm>
            <a:off x="11377527" y="2417306"/>
            <a:ext cx="162000" cy="162000"/>
          </a:xfrm>
          <a:prstGeom prst="rect">
            <a:avLst/>
          </a:prstGeom>
        </p:spPr>
      </p:pic>
    </p:spTree>
    <p:extLst>
      <p:ext uri="{BB962C8B-B14F-4D97-AF65-F5344CB8AC3E}">
        <p14:creationId xmlns:p14="http://schemas.microsoft.com/office/powerpoint/2010/main" val="321688055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5C15E-4278-127D-8954-4678FA79565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E0798D4-26F0-B94B-B38A-FB8C336C2EE7}"/>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5" name="Imagen 4">
            <a:extLst>
              <a:ext uri="{FF2B5EF4-FFF2-40B4-BE49-F238E27FC236}">
                <a16:creationId xmlns:a16="http://schemas.microsoft.com/office/drawing/2014/main" id="{FCEC47FC-C1AE-960A-D683-F3026576EAA9}"/>
              </a:ext>
            </a:extLst>
          </p:cNvPr>
          <p:cNvPicPr>
            <a:picLocks noChangeAspect="1"/>
          </p:cNvPicPr>
          <p:nvPr/>
        </p:nvPicPr>
        <p:blipFill>
          <a:blip r:embed="rId3"/>
          <a:stretch>
            <a:fillRect/>
          </a:stretch>
        </p:blipFill>
        <p:spPr>
          <a:xfrm>
            <a:off x="1284732" y="1423139"/>
            <a:ext cx="9622536" cy="3477177"/>
          </a:xfrm>
          <a:prstGeom prst="rect">
            <a:avLst/>
          </a:prstGeom>
        </p:spPr>
      </p:pic>
      <p:sp>
        <p:nvSpPr>
          <p:cNvPr id="6" name="Rectángulo: esquinas redondeadas 5">
            <a:extLst>
              <a:ext uri="{FF2B5EF4-FFF2-40B4-BE49-F238E27FC236}">
                <a16:creationId xmlns:a16="http://schemas.microsoft.com/office/drawing/2014/main" id="{C2331EBD-241C-D517-655E-88CC4ABC8CE0}"/>
              </a:ext>
            </a:extLst>
          </p:cNvPr>
          <p:cNvSpPr/>
          <p:nvPr/>
        </p:nvSpPr>
        <p:spPr>
          <a:xfrm>
            <a:off x="1284732" y="4599521"/>
            <a:ext cx="5756148"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da clic en la opción </a:t>
            </a:r>
            <a:r>
              <a:rPr lang="es-CO" sz="1200" b="1" dirty="0">
                <a:solidFill>
                  <a:schemeClr val="bg1"/>
                </a:solidFill>
                <a:cs typeface="Arial"/>
              </a:rPr>
              <a:t>relacionado</a:t>
            </a:r>
            <a:r>
              <a:rPr lang="es-CO" sz="1200" dirty="0">
                <a:solidFill>
                  <a:schemeClr val="bg1"/>
                </a:solidFill>
                <a:cs typeface="Arial"/>
              </a:rPr>
              <a:t> y posterior se indica </a:t>
            </a:r>
            <a:r>
              <a:rPr lang="es-CO" sz="1200" b="1" dirty="0">
                <a:solidFill>
                  <a:schemeClr val="bg1"/>
                </a:solidFill>
                <a:cs typeface="Arial"/>
              </a:rPr>
              <a:t>Revisar salida. </a:t>
            </a:r>
            <a:endParaRPr lang="es-ES" sz="1200" b="1" dirty="0">
              <a:solidFill>
                <a:schemeClr val="bg1"/>
              </a:solidFill>
              <a:cs typeface="Arial"/>
            </a:endParaRPr>
          </a:p>
        </p:txBody>
      </p:sp>
      <p:pic>
        <p:nvPicPr>
          <p:cNvPr id="8" name="Imagen 7">
            <a:extLst>
              <a:ext uri="{FF2B5EF4-FFF2-40B4-BE49-F238E27FC236}">
                <a16:creationId xmlns:a16="http://schemas.microsoft.com/office/drawing/2014/main" id="{275BDC9F-ED6F-C875-75F7-68FED1B27695}"/>
              </a:ext>
            </a:extLst>
          </p:cNvPr>
          <p:cNvPicPr>
            <a:picLocks noChangeAspect="1"/>
          </p:cNvPicPr>
          <p:nvPr/>
        </p:nvPicPr>
        <p:blipFill>
          <a:blip r:embed="rId4"/>
          <a:stretch>
            <a:fillRect/>
          </a:stretch>
        </p:blipFill>
        <p:spPr>
          <a:xfrm>
            <a:off x="10982249" y="1759001"/>
            <a:ext cx="162000" cy="162000"/>
          </a:xfrm>
          <a:prstGeom prst="rect">
            <a:avLst/>
          </a:prstGeom>
        </p:spPr>
      </p:pic>
      <p:pic>
        <p:nvPicPr>
          <p:cNvPr id="10" name="Imagen 9">
            <a:extLst>
              <a:ext uri="{FF2B5EF4-FFF2-40B4-BE49-F238E27FC236}">
                <a16:creationId xmlns:a16="http://schemas.microsoft.com/office/drawing/2014/main" id="{796B6AE5-CF7E-A36F-4749-655E32596AD5}"/>
              </a:ext>
            </a:extLst>
          </p:cNvPr>
          <p:cNvPicPr>
            <a:picLocks noChangeAspect="1"/>
          </p:cNvPicPr>
          <p:nvPr/>
        </p:nvPicPr>
        <p:blipFill>
          <a:blip r:embed="rId5"/>
          <a:stretch>
            <a:fillRect/>
          </a:stretch>
        </p:blipFill>
        <p:spPr>
          <a:xfrm>
            <a:off x="8901113" y="2302193"/>
            <a:ext cx="162000" cy="162000"/>
          </a:xfrm>
          <a:prstGeom prst="rect">
            <a:avLst/>
          </a:prstGeom>
        </p:spPr>
      </p:pic>
    </p:spTree>
    <p:extLst>
      <p:ext uri="{BB962C8B-B14F-4D97-AF65-F5344CB8AC3E}">
        <p14:creationId xmlns:p14="http://schemas.microsoft.com/office/powerpoint/2010/main" val="3704989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BA5D5-A4FA-7D6B-4C68-847F7C900C4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B416247-14CA-4654-DC43-EDABF7953EBD}"/>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4" name="Imagen 3">
            <a:extLst>
              <a:ext uri="{FF2B5EF4-FFF2-40B4-BE49-F238E27FC236}">
                <a16:creationId xmlns:a16="http://schemas.microsoft.com/office/drawing/2014/main" id="{13D0008A-52C6-51EF-316E-BE45B7E74C7E}"/>
              </a:ext>
            </a:extLst>
          </p:cNvPr>
          <p:cNvPicPr>
            <a:picLocks noChangeAspect="1"/>
          </p:cNvPicPr>
          <p:nvPr/>
        </p:nvPicPr>
        <p:blipFill>
          <a:blip r:embed="rId3"/>
          <a:stretch>
            <a:fillRect/>
          </a:stretch>
        </p:blipFill>
        <p:spPr>
          <a:xfrm>
            <a:off x="1010405" y="984810"/>
            <a:ext cx="9584498" cy="4446726"/>
          </a:xfrm>
          <a:prstGeom prst="rect">
            <a:avLst/>
          </a:prstGeom>
        </p:spPr>
      </p:pic>
      <p:sp>
        <p:nvSpPr>
          <p:cNvPr id="6" name="Rectángulo: esquinas redondeadas 5">
            <a:extLst>
              <a:ext uri="{FF2B5EF4-FFF2-40B4-BE49-F238E27FC236}">
                <a16:creationId xmlns:a16="http://schemas.microsoft.com/office/drawing/2014/main" id="{74404386-6B99-67FF-96F3-E636F360E33A}"/>
              </a:ext>
            </a:extLst>
          </p:cNvPr>
          <p:cNvSpPr/>
          <p:nvPr/>
        </p:nvSpPr>
        <p:spPr>
          <a:xfrm>
            <a:off x="1010405" y="5520709"/>
            <a:ext cx="4393699"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observa el número de proceso, archivo salida .LIS y .LOG</a:t>
            </a:r>
            <a:endParaRPr lang="es-ES" sz="1200" b="1" dirty="0">
              <a:solidFill>
                <a:schemeClr val="bg1"/>
              </a:solidFill>
              <a:cs typeface="Arial"/>
            </a:endParaRPr>
          </a:p>
        </p:txBody>
      </p:sp>
    </p:spTree>
    <p:extLst>
      <p:ext uri="{BB962C8B-B14F-4D97-AF65-F5344CB8AC3E}">
        <p14:creationId xmlns:p14="http://schemas.microsoft.com/office/powerpoint/2010/main" val="313236926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1889B-AE2F-E52F-6959-611DAA3109A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0310414-418A-C656-68B2-F79DF36DA89D}"/>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7" name="Imagen 6">
            <a:extLst>
              <a:ext uri="{FF2B5EF4-FFF2-40B4-BE49-F238E27FC236}">
                <a16:creationId xmlns:a16="http://schemas.microsoft.com/office/drawing/2014/main" id="{1FA322BE-9E2A-4719-B501-D527EE81B740}"/>
              </a:ext>
            </a:extLst>
          </p:cNvPr>
          <p:cNvPicPr>
            <a:picLocks noChangeAspect="1"/>
          </p:cNvPicPr>
          <p:nvPr/>
        </p:nvPicPr>
        <p:blipFill>
          <a:blip r:embed="rId3"/>
          <a:stretch>
            <a:fillRect/>
          </a:stretch>
        </p:blipFill>
        <p:spPr>
          <a:xfrm>
            <a:off x="998808" y="1015348"/>
            <a:ext cx="10194383" cy="4662712"/>
          </a:xfrm>
          <a:prstGeom prst="rect">
            <a:avLst/>
          </a:prstGeom>
        </p:spPr>
      </p:pic>
      <p:sp>
        <p:nvSpPr>
          <p:cNvPr id="8" name="Rectángulo: esquinas redondeadas 7">
            <a:extLst>
              <a:ext uri="{FF2B5EF4-FFF2-40B4-BE49-F238E27FC236}">
                <a16:creationId xmlns:a16="http://schemas.microsoft.com/office/drawing/2014/main" id="{75F17460-351F-BFCD-2559-CF60CE6D6FE7}"/>
              </a:ext>
            </a:extLst>
          </p:cNvPr>
          <p:cNvSpPr/>
          <p:nvPr/>
        </p:nvSpPr>
        <p:spPr>
          <a:xfrm>
            <a:off x="1010405" y="5678059"/>
            <a:ext cx="2903227" cy="4442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valida salida .LIS</a:t>
            </a:r>
            <a:endParaRPr lang="es-ES" sz="1200" b="1" dirty="0">
              <a:solidFill>
                <a:schemeClr val="bg1"/>
              </a:solidFill>
              <a:cs typeface="Arial"/>
            </a:endParaRPr>
          </a:p>
        </p:txBody>
      </p:sp>
    </p:spTree>
    <p:extLst>
      <p:ext uri="{BB962C8B-B14F-4D97-AF65-F5344CB8AC3E}">
        <p14:creationId xmlns:p14="http://schemas.microsoft.com/office/powerpoint/2010/main" val="2046544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9E2BA-4E9D-3243-D698-955ECC60692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DF27497-DE19-3E9E-2791-40A83AF445E3}"/>
              </a:ext>
            </a:extLst>
          </p:cNvPr>
          <p:cNvSpPr txBox="1">
            <a:spLocks/>
          </p:cNvSpPr>
          <p:nvPr/>
        </p:nvSpPr>
        <p:spPr>
          <a:xfrm>
            <a:off x="1010405" y="395155"/>
            <a:ext cx="7063747"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TSPLOAD Subir cargos y pagos </a:t>
            </a:r>
            <a:endParaRPr lang="es-CL" dirty="0"/>
          </a:p>
        </p:txBody>
      </p:sp>
      <p:pic>
        <p:nvPicPr>
          <p:cNvPr id="4" name="Imagen 3">
            <a:extLst>
              <a:ext uri="{FF2B5EF4-FFF2-40B4-BE49-F238E27FC236}">
                <a16:creationId xmlns:a16="http://schemas.microsoft.com/office/drawing/2014/main" id="{FB525455-235C-7434-37A1-A01D76A31532}"/>
              </a:ext>
            </a:extLst>
          </p:cNvPr>
          <p:cNvPicPr>
            <a:picLocks noChangeAspect="1"/>
          </p:cNvPicPr>
          <p:nvPr/>
        </p:nvPicPr>
        <p:blipFill>
          <a:blip r:embed="rId3"/>
          <a:stretch>
            <a:fillRect/>
          </a:stretch>
        </p:blipFill>
        <p:spPr>
          <a:xfrm>
            <a:off x="1181523" y="1088647"/>
            <a:ext cx="9828954" cy="4333745"/>
          </a:xfrm>
          <a:prstGeom prst="rect">
            <a:avLst/>
          </a:prstGeom>
        </p:spPr>
      </p:pic>
      <p:sp>
        <p:nvSpPr>
          <p:cNvPr id="5" name="Rectángulo: esquinas redondeadas 4">
            <a:extLst>
              <a:ext uri="{FF2B5EF4-FFF2-40B4-BE49-F238E27FC236}">
                <a16:creationId xmlns:a16="http://schemas.microsoft.com/office/drawing/2014/main" id="{7543EBAB-9717-E73D-59E6-E4C0FDC40BE3}"/>
              </a:ext>
            </a:extLst>
          </p:cNvPr>
          <p:cNvSpPr/>
          <p:nvPr/>
        </p:nvSpPr>
        <p:spPr>
          <a:xfrm>
            <a:off x="1181523" y="5547233"/>
            <a:ext cx="2903227" cy="4442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valida salida .LOG</a:t>
            </a:r>
            <a:endParaRPr lang="es-ES" sz="1200" b="1" dirty="0">
              <a:solidFill>
                <a:schemeClr val="bg1"/>
              </a:solidFill>
              <a:cs typeface="Arial"/>
            </a:endParaRPr>
          </a:p>
        </p:txBody>
      </p:sp>
    </p:spTree>
    <p:extLst>
      <p:ext uri="{BB962C8B-B14F-4D97-AF65-F5344CB8AC3E}">
        <p14:creationId xmlns:p14="http://schemas.microsoft.com/office/powerpoint/2010/main" val="45248323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F70A0-6B60-7444-160F-CEA592D977C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44B097E-74A6-BB81-8167-A336A8D9ED2D}"/>
              </a:ext>
            </a:extLst>
          </p:cNvPr>
          <p:cNvSpPr txBox="1">
            <a:spLocks/>
          </p:cNvSpPr>
          <p:nvPr/>
        </p:nvSpPr>
        <p:spPr>
          <a:xfrm>
            <a:off x="1010405" y="395155"/>
            <a:ext cx="99075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TSAAREV Revisión del detalle de la cuenta - Alumnos</a:t>
            </a:r>
            <a:endParaRPr lang="es-CL" dirty="0"/>
          </a:p>
        </p:txBody>
      </p:sp>
      <p:pic>
        <p:nvPicPr>
          <p:cNvPr id="5" name="Imagen 4">
            <a:extLst>
              <a:ext uri="{FF2B5EF4-FFF2-40B4-BE49-F238E27FC236}">
                <a16:creationId xmlns:a16="http://schemas.microsoft.com/office/drawing/2014/main" id="{7EB57D56-46C6-B13C-B7BF-9B9E8BA28E2E}"/>
              </a:ext>
            </a:extLst>
          </p:cNvPr>
          <p:cNvPicPr>
            <a:picLocks noChangeAspect="1"/>
          </p:cNvPicPr>
          <p:nvPr/>
        </p:nvPicPr>
        <p:blipFill>
          <a:blip r:embed="rId3"/>
          <a:stretch>
            <a:fillRect/>
          </a:stretch>
        </p:blipFill>
        <p:spPr>
          <a:xfrm>
            <a:off x="910627" y="1499616"/>
            <a:ext cx="10370745" cy="3374136"/>
          </a:xfrm>
          <a:prstGeom prst="rect">
            <a:avLst/>
          </a:prstGeom>
        </p:spPr>
      </p:pic>
      <p:sp>
        <p:nvSpPr>
          <p:cNvPr id="3" name="Rectángulo: esquinas redondeadas 2">
            <a:extLst>
              <a:ext uri="{FF2B5EF4-FFF2-40B4-BE49-F238E27FC236}">
                <a16:creationId xmlns:a16="http://schemas.microsoft.com/office/drawing/2014/main" id="{E102C138-6042-F3F8-5209-8316AEEFC222}"/>
              </a:ext>
            </a:extLst>
          </p:cNvPr>
          <p:cNvSpPr/>
          <p:nvPr/>
        </p:nvSpPr>
        <p:spPr>
          <a:xfrm>
            <a:off x="910627" y="5255611"/>
            <a:ext cx="8443685" cy="4442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valida en la cuenta del estudiante 1 el registro correcto del concepto de pago y el monto indicado en el proceso. </a:t>
            </a:r>
            <a:endParaRPr lang="es-ES" sz="1200" b="1" dirty="0">
              <a:solidFill>
                <a:schemeClr val="bg1"/>
              </a:solidFill>
              <a:cs typeface="Arial"/>
            </a:endParaRPr>
          </a:p>
        </p:txBody>
      </p:sp>
    </p:spTree>
    <p:extLst>
      <p:ext uri="{BB962C8B-B14F-4D97-AF65-F5344CB8AC3E}">
        <p14:creationId xmlns:p14="http://schemas.microsoft.com/office/powerpoint/2010/main" val="46316821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B0EE6-3957-405D-3232-DDFAB541B96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8A0D6FC-7F57-AEF8-3B14-977F93CC9375}"/>
              </a:ext>
            </a:extLst>
          </p:cNvPr>
          <p:cNvSpPr txBox="1">
            <a:spLocks/>
          </p:cNvSpPr>
          <p:nvPr/>
        </p:nvSpPr>
        <p:spPr>
          <a:xfrm>
            <a:off x="1010405" y="395155"/>
            <a:ext cx="99075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Operación: </a:t>
            </a:r>
            <a:r>
              <a:rPr lang="es-CO" sz="3200" dirty="0"/>
              <a:t>TSAAREV Revisión del detalle de la cuenta - Alumnos</a:t>
            </a:r>
            <a:endParaRPr lang="es-CL" dirty="0"/>
          </a:p>
        </p:txBody>
      </p:sp>
      <p:pic>
        <p:nvPicPr>
          <p:cNvPr id="4" name="Imagen 3">
            <a:extLst>
              <a:ext uri="{FF2B5EF4-FFF2-40B4-BE49-F238E27FC236}">
                <a16:creationId xmlns:a16="http://schemas.microsoft.com/office/drawing/2014/main" id="{F0F45193-E02D-5EC3-60EB-D79DABC27EAB}"/>
              </a:ext>
            </a:extLst>
          </p:cNvPr>
          <p:cNvPicPr>
            <a:picLocks noChangeAspect="1"/>
          </p:cNvPicPr>
          <p:nvPr/>
        </p:nvPicPr>
        <p:blipFill>
          <a:blip r:embed="rId3"/>
          <a:stretch>
            <a:fillRect/>
          </a:stretch>
        </p:blipFill>
        <p:spPr>
          <a:xfrm>
            <a:off x="858012" y="1434520"/>
            <a:ext cx="10475976" cy="3411800"/>
          </a:xfrm>
          <a:prstGeom prst="rect">
            <a:avLst/>
          </a:prstGeom>
        </p:spPr>
      </p:pic>
      <p:sp>
        <p:nvSpPr>
          <p:cNvPr id="7" name="Rectángulo: esquinas redondeadas 6">
            <a:extLst>
              <a:ext uri="{FF2B5EF4-FFF2-40B4-BE49-F238E27FC236}">
                <a16:creationId xmlns:a16="http://schemas.microsoft.com/office/drawing/2014/main" id="{EF3B534A-EA26-32FF-1172-5ADA41B3E38C}"/>
              </a:ext>
            </a:extLst>
          </p:cNvPr>
          <p:cNvSpPr/>
          <p:nvPr/>
        </p:nvSpPr>
        <p:spPr>
          <a:xfrm>
            <a:off x="910627" y="5255611"/>
            <a:ext cx="8443685" cy="4442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CO" sz="1200" dirty="0">
                <a:solidFill>
                  <a:schemeClr val="bg1"/>
                </a:solidFill>
                <a:cs typeface="Arial"/>
              </a:rPr>
              <a:t>Se valida en la cuenta del estudiante 2 el registro correcto del concepto de pago y el monto indicado en el proceso. </a:t>
            </a:r>
            <a:endParaRPr lang="es-ES" sz="1200" b="1" dirty="0">
              <a:solidFill>
                <a:schemeClr val="bg1"/>
              </a:solidFill>
              <a:cs typeface="Arial"/>
            </a:endParaRPr>
          </a:p>
        </p:txBody>
      </p:sp>
    </p:spTree>
    <p:extLst>
      <p:ext uri="{BB962C8B-B14F-4D97-AF65-F5344CB8AC3E}">
        <p14:creationId xmlns:p14="http://schemas.microsoft.com/office/powerpoint/2010/main" val="6056058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BF21-C606-E0B9-A728-4FAFA0EE45C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99D4440D-5F43-2BF7-08F8-DFC0E18BC638}"/>
              </a:ext>
            </a:extLst>
          </p:cNvPr>
          <p:cNvSpPr>
            <a:spLocks noGrp="1"/>
          </p:cNvSpPr>
          <p:nvPr>
            <p:ph type="body" sz="quarter" idx="10"/>
          </p:nvPr>
        </p:nvSpPr>
        <p:spPr>
          <a:xfrm>
            <a:off x="841247" y="2095109"/>
            <a:ext cx="10363202" cy="1333891"/>
          </a:xfrm>
        </p:spPr>
        <p:txBody>
          <a:bodyPr/>
          <a:lstStyle/>
          <a:p>
            <a:pPr algn="l"/>
            <a:r>
              <a:rPr lang="en-US" dirty="0"/>
              <a:t>Proceso masivo de aplicación de transacciones</a:t>
            </a:r>
          </a:p>
        </p:txBody>
      </p:sp>
      <p:sp>
        <p:nvSpPr>
          <p:cNvPr id="3" name="Marcador de texto 2">
            <a:extLst>
              <a:ext uri="{FF2B5EF4-FFF2-40B4-BE49-F238E27FC236}">
                <a16:creationId xmlns:a16="http://schemas.microsoft.com/office/drawing/2014/main" id="{AB923BE0-C137-DD04-95E8-53687C548E6A}"/>
              </a:ext>
            </a:extLst>
          </p:cNvPr>
          <p:cNvSpPr>
            <a:spLocks noGrp="1"/>
          </p:cNvSpPr>
          <p:nvPr>
            <p:ph type="body" sz="quarter" idx="11"/>
          </p:nvPr>
        </p:nvSpPr>
        <p:spPr>
          <a:xfrm>
            <a:off x="841247" y="3721464"/>
            <a:ext cx="2286001" cy="324961"/>
          </a:xfrm>
        </p:spPr>
        <p:txBody>
          <a:bodyPr/>
          <a:lstStyle/>
          <a:p>
            <a:pPr algn="l"/>
            <a:r>
              <a:rPr lang="es-CO" sz="2000" dirty="0"/>
              <a:t>Gestionar los pagos</a:t>
            </a:r>
          </a:p>
        </p:txBody>
      </p:sp>
    </p:spTree>
    <p:extLst>
      <p:ext uri="{BB962C8B-B14F-4D97-AF65-F5344CB8AC3E}">
        <p14:creationId xmlns:p14="http://schemas.microsoft.com/office/powerpoint/2010/main" val="213270369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46C4A-F26A-9790-4E8C-F3B0C4E2C34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77C442C-A2C3-AC32-26C4-30EC689B3D3D}"/>
              </a:ext>
            </a:extLst>
          </p:cNvPr>
          <p:cNvSpPr txBox="1">
            <a:spLocks/>
          </p:cNvSpPr>
          <p:nvPr/>
        </p:nvSpPr>
        <p:spPr>
          <a:xfrm>
            <a:off x="1010406" y="248851"/>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370018A6-04A3-7741-F067-9594077165AD}"/>
              </a:ext>
            </a:extLst>
          </p:cNvPr>
          <p:cNvSpPr/>
          <p:nvPr/>
        </p:nvSpPr>
        <p:spPr>
          <a:xfrm>
            <a:off x="959353" y="3920505"/>
            <a:ext cx="10171187" cy="60159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El proceso TGRAPPL tiene por función realizar la aplicación de pagos en función a las variables configuradas, donde particularmente el campo "Número de ID" aplica para un estudiante, o bien si queda en blanco aplicaría para todos los estudiantes con saldos pendientes de aplicación. </a:t>
            </a:r>
          </a:p>
        </p:txBody>
      </p:sp>
      <p:pic>
        <p:nvPicPr>
          <p:cNvPr id="5" name="Imagen 4">
            <a:extLst>
              <a:ext uri="{FF2B5EF4-FFF2-40B4-BE49-F238E27FC236}">
                <a16:creationId xmlns:a16="http://schemas.microsoft.com/office/drawing/2014/main" id="{383FE8C0-7EC5-0D1E-6456-6873EA93B845}"/>
              </a:ext>
            </a:extLst>
          </p:cNvPr>
          <p:cNvPicPr>
            <a:picLocks noChangeAspect="1"/>
          </p:cNvPicPr>
          <p:nvPr/>
        </p:nvPicPr>
        <p:blipFill>
          <a:blip r:embed="rId3"/>
          <a:stretch>
            <a:fillRect/>
          </a:stretch>
        </p:blipFill>
        <p:spPr>
          <a:xfrm>
            <a:off x="959353" y="1513475"/>
            <a:ext cx="10273291" cy="1424020"/>
          </a:xfrm>
          <a:prstGeom prst="rect">
            <a:avLst/>
          </a:prstGeom>
        </p:spPr>
      </p:pic>
      <p:pic>
        <p:nvPicPr>
          <p:cNvPr id="8" name="Imagen 7">
            <a:extLst>
              <a:ext uri="{FF2B5EF4-FFF2-40B4-BE49-F238E27FC236}">
                <a16:creationId xmlns:a16="http://schemas.microsoft.com/office/drawing/2014/main" id="{162CC918-F0FE-E4F6-E23B-C61958BFCE23}"/>
              </a:ext>
            </a:extLst>
          </p:cNvPr>
          <p:cNvPicPr>
            <a:picLocks noChangeAspect="1"/>
          </p:cNvPicPr>
          <p:nvPr/>
        </p:nvPicPr>
        <p:blipFill>
          <a:blip r:embed="rId4"/>
          <a:stretch>
            <a:fillRect/>
          </a:stretch>
        </p:blipFill>
        <p:spPr>
          <a:xfrm>
            <a:off x="10525049" y="2237982"/>
            <a:ext cx="162000" cy="162000"/>
          </a:xfrm>
          <a:prstGeom prst="rect">
            <a:avLst/>
          </a:prstGeom>
        </p:spPr>
      </p:pic>
      <p:pic>
        <p:nvPicPr>
          <p:cNvPr id="10" name="Imagen 9">
            <a:extLst>
              <a:ext uri="{FF2B5EF4-FFF2-40B4-BE49-F238E27FC236}">
                <a16:creationId xmlns:a16="http://schemas.microsoft.com/office/drawing/2014/main" id="{6DB31346-8996-6FB1-AD90-07F0F3DDEB4E}"/>
              </a:ext>
            </a:extLst>
          </p:cNvPr>
          <p:cNvPicPr>
            <a:picLocks noChangeAspect="1"/>
          </p:cNvPicPr>
          <p:nvPr/>
        </p:nvPicPr>
        <p:blipFill>
          <a:blip r:embed="rId5"/>
          <a:stretch>
            <a:fillRect/>
          </a:stretch>
        </p:blipFill>
        <p:spPr>
          <a:xfrm>
            <a:off x="1137211" y="2190205"/>
            <a:ext cx="162000" cy="162000"/>
          </a:xfrm>
          <a:prstGeom prst="rect">
            <a:avLst/>
          </a:prstGeom>
        </p:spPr>
      </p:pic>
    </p:spTree>
    <p:extLst>
      <p:ext uri="{BB962C8B-B14F-4D97-AF65-F5344CB8AC3E}">
        <p14:creationId xmlns:p14="http://schemas.microsoft.com/office/powerpoint/2010/main" val="129095422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62D31-4827-1289-CA42-3F1C85C18DF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116C7DD-34B1-7FF7-2404-76FE44011508}"/>
              </a:ext>
            </a:extLst>
          </p:cNvPr>
          <p:cNvSpPr txBox="1">
            <a:spLocks/>
          </p:cNvSpPr>
          <p:nvPr/>
        </p:nvSpPr>
        <p:spPr>
          <a:xfrm>
            <a:off x="1010406" y="248851"/>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4" name="Imagen 3">
            <a:extLst>
              <a:ext uri="{FF2B5EF4-FFF2-40B4-BE49-F238E27FC236}">
                <a16:creationId xmlns:a16="http://schemas.microsoft.com/office/drawing/2014/main" id="{8854A32D-EB1B-0BD9-8EBB-2606B72837ED}"/>
              </a:ext>
            </a:extLst>
          </p:cNvPr>
          <p:cNvPicPr>
            <a:picLocks noChangeAspect="1"/>
          </p:cNvPicPr>
          <p:nvPr/>
        </p:nvPicPr>
        <p:blipFill>
          <a:blip r:embed="rId3"/>
          <a:stretch>
            <a:fillRect/>
          </a:stretch>
        </p:blipFill>
        <p:spPr>
          <a:xfrm>
            <a:off x="813000" y="813681"/>
            <a:ext cx="10565999" cy="5230638"/>
          </a:xfrm>
          <a:prstGeom prst="rect">
            <a:avLst/>
          </a:prstGeom>
        </p:spPr>
      </p:pic>
    </p:spTree>
    <p:extLst>
      <p:ext uri="{BB962C8B-B14F-4D97-AF65-F5344CB8AC3E}">
        <p14:creationId xmlns:p14="http://schemas.microsoft.com/office/powerpoint/2010/main" val="260611245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462DD-4BA8-EBA9-3D8F-EA156F26BDE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BF356E8-BD83-3ECD-9170-1F1BB8610250}"/>
              </a:ext>
            </a:extLst>
          </p:cNvPr>
          <p:cNvSpPr txBox="1">
            <a:spLocks/>
          </p:cNvSpPr>
          <p:nvPr/>
        </p:nvSpPr>
        <p:spPr>
          <a:xfrm>
            <a:off x="639039" y="303715"/>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11" name="Imagen 10">
            <a:extLst>
              <a:ext uri="{FF2B5EF4-FFF2-40B4-BE49-F238E27FC236}">
                <a16:creationId xmlns:a16="http://schemas.microsoft.com/office/drawing/2014/main" id="{D1D76798-0685-F3A9-9650-B0E78067B793}"/>
              </a:ext>
            </a:extLst>
          </p:cNvPr>
          <p:cNvPicPr>
            <a:picLocks noChangeAspect="1"/>
          </p:cNvPicPr>
          <p:nvPr/>
        </p:nvPicPr>
        <p:blipFill>
          <a:blip r:embed="rId3"/>
          <a:stretch>
            <a:fillRect/>
          </a:stretch>
        </p:blipFill>
        <p:spPr>
          <a:xfrm>
            <a:off x="639039" y="1975622"/>
            <a:ext cx="10913922" cy="3107436"/>
          </a:xfrm>
          <a:prstGeom prst="rect">
            <a:avLst/>
          </a:prstGeom>
        </p:spPr>
      </p:pic>
      <p:sp>
        <p:nvSpPr>
          <p:cNvPr id="12" name="Rectangle: Rounded Corners 15">
            <a:extLst>
              <a:ext uri="{FF2B5EF4-FFF2-40B4-BE49-F238E27FC236}">
                <a16:creationId xmlns:a16="http://schemas.microsoft.com/office/drawing/2014/main" id="{7876AA86-00C1-BDDA-F16C-D438C1787654}"/>
              </a:ext>
            </a:extLst>
          </p:cNvPr>
          <p:cNvSpPr/>
          <p:nvPr/>
        </p:nvSpPr>
        <p:spPr>
          <a:xfrm>
            <a:off x="639039" y="1247528"/>
            <a:ext cx="2585695" cy="50421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600" dirty="0">
                <a:solidFill>
                  <a:schemeClr val="bg1"/>
                </a:solidFill>
                <a:cs typeface="Arial"/>
              </a:rPr>
              <a:t>Parámetros del proceso:</a:t>
            </a:r>
            <a:endParaRPr lang="en-US" dirty="0">
              <a:solidFill>
                <a:schemeClr val="bg1"/>
              </a:solidFill>
              <a:cs typeface="Arial"/>
            </a:endParaRPr>
          </a:p>
        </p:txBody>
      </p:sp>
    </p:spTree>
    <p:extLst>
      <p:ext uri="{BB962C8B-B14F-4D97-AF65-F5344CB8AC3E}">
        <p14:creationId xmlns:p14="http://schemas.microsoft.com/office/powerpoint/2010/main" val="102260224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2D03-27F6-81C9-2040-087733D5578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7684253-5A2F-8123-ABEB-4EB98DF45A45}"/>
              </a:ext>
            </a:extLst>
          </p:cNvPr>
          <p:cNvSpPr txBox="1">
            <a:spLocks/>
          </p:cNvSpPr>
          <p:nvPr/>
        </p:nvSpPr>
        <p:spPr>
          <a:xfrm>
            <a:off x="654231" y="312859"/>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12" name="Rectangle: Rounded Corners 15">
            <a:extLst>
              <a:ext uri="{FF2B5EF4-FFF2-40B4-BE49-F238E27FC236}">
                <a16:creationId xmlns:a16="http://schemas.microsoft.com/office/drawing/2014/main" id="{43157C2B-027C-03B4-44EF-7B2C43364660}"/>
              </a:ext>
            </a:extLst>
          </p:cNvPr>
          <p:cNvSpPr/>
          <p:nvPr/>
        </p:nvSpPr>
        <p:spPr>
          <a:xfrm>
            <a:off x="654231" y="1384688"/>
            <a:ext cx="2585695" cy="50421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600" dirty="0">
                <a:solidFill>
                  <a:schemeClr val="bg1"/>
                </a:solidFill>
                <a:cs typeface="Arial"/>
              </a:rPr>
              <a:t>Parámetros del proceso:</a:t>
            </a:r>
            <a:endParaRPr lang="en-US" dirty="0">
              <a:solidFill>
                <a:schemeClr val="bg1"/>
              </a:solidFill>
              <a:cs typeface="Arial"/>
            </a:endParaRPr>
          </a:p>
        </p:txBody>
      </p:sp>
      <p:pic>
        <p:nvPicPr>
          <p:cNvPr id="5" name="Imagen 4">
            <a:extLst>
              <a:ext uri="{FF2B5EF4-FFF2-40B4-BE49-F238E27FC236}">
                <a16:creationId xmlns:a16="http://schemas.microsoft.com/office/drawing/2014/main" id="{D1E144E4-9C92-BF08-C159-5036FABD4DCD}"/>
              </a:ext>
            </a:extLst>
          </p:cNvPr>
          <p:cNvPicPr>
            <a:picLocks noChangeAspect="1"/>
          </p:cNvPicPr>
          <p:nvPr/>
        </p:nvPicPr>
        <p:blipFill>
          <a:blip r:embed="rId3"/>
          <a:stretch>
            <a:fillRect/>
          </a:stretch>
        </p:blipFill>
        <p:spPr>
          <a:xfrm>
            <a:off x="654231" y="2040636"/>
            <a:ext cx="10972800" cy="4038600"/>
          </a:xfrm>
          <a:prstGeom prst="rect">
            <a:avLst/>
          </a:prstGeom>
        </p:spPr>
      </p:pic>
    </p:spTree>
    <p:extLst>
      <p:ext uri="{BB962C8B-B14F-4D97-AF65-F5344CB8AC3E}">
        <p14:creationId xmlns:p14="http://schemas.microsoft.com/office/powerpoint/2010/main" val="142945826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486BD-4ACA-91DB-AF1D-F052B724C86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8370827-D89D-FE24-4845-1DC9188FF525}"/>
              </a:ext>
            </a:extLst>
          </p:cNvPr>
          <p:cNvSpPr txBox="1">
            <a:spLocks/>
          </p:cNvSpPr>
          <p:nvPr/>
        </p:nvSpPr>
        <p:spPr>
          <a:xfrm>
            <a:off x="581077" y="436371"/>
            <a:ext cx="734677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12" name="Rectangle: Rounded Corners 15">
            <a:extLst>
              <a:ext uri="{FF2B5EF4-FFF2-40B4-BE49-F238E27FC236}">
                <a16:creationId xmlns:a16="http://schemas.microsoft.com/office/drawing/2014/main" id="{4FF037E2-1E1D-7086-2906-8D477EA66075}"/>
              </a:ext>
            </a:extLst>
          </p:cNvPr>
          <p:cNvSpPr/>
          <p:nvPr/>
        </p:nvSpPr>
        <p:spPr>
          <a:xfrm>
            <a:off x="639039" y="1152624"/>
            <a:ext cx="2585695" cy="504219"/>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p>
            <a:pPr defTabSz="457200">
              <a:defRPr/>
            </a:pPr>
            <a:r>
              <a:rPr lang="es-ES" sz="1600" dirty="0">
                <a:solidFill>
                  <a:schemeClr val="bg1"/>
                </a:solidFill>
                <a:cs typeface="Arial"/>
              </a:rPr>
              <a:t>Parámetros del proceso:</a:t>
            </a:r>
            <a:endParaRPr lang="en-US" dirty="0">
              <a:solidFill>
                <a:schemeClr val="bg1"/>
              </a:solidFill>
              <a:cs typeface="Arial"/>
            </a:endParaRPr>
          </a:p>
        </p:txBody>
      </p:sp>
      <p:pic>
        <p:nvPicPr>
          <p:cNvPr id="7" name="Imagen 6">
            <a:extLst>
              <a:ext uri="{FF2B5EF4-FFF2-40B4-BE49-F238E27FC236}">
                <a16:creationId xmlns:a16="http://schemas.microsoft.com/office/drawing/2014/main" id="{4F0664FF-BE62-E1C7-D770-965ECE159C62}"/>
              </a:ext>
            </a:extLst>
          </p:cNvPr>
          <p:cNvPicPr>
            <a:picLocks noChangeAspect="1"/>
          </p:cNvPicPr>
          <p:nvPr/>
        </p:nvPicPr>
        <p:blipFill>
          <a:blip r:embed="rId3"/>
          <a:stretch>
            <a:fillRect/>
          </a:stretch>
        </p:blipFill>
        <p:spPr>
          <a:xfrm>
            <a:off x="609600" y="2113280"/>
            <a:ext cx="10972800" cy="3454400"/>
          </a:xfrm>
          <a:prstGeom prst="rect">
            <a:avLst/>
          </a:prstGeom>
        </p:spPr>
      </p:pic>
    </p:spTree>
    <p:extLst>
      <p:ext uri="{BB962C8B-B14F-4D97-AF65-F5344CB8AC3E}">
        <p14:creationId xmlns:p14="http://schemas.microsoft.com/office/powerpoint/2010/main" val="40531972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80FBD-6AAD-ECC7-299F-F2D7DA17905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FCC0478-AE5A-3C6D-7E5A-63F875AB4BD1}"/>
              </a:ext>
            </a:extLst>
          </p:cNvPr>
          <p:cNvSpPr txBox="1">
            <a:spLocks/>
          </p:cNvSpPr>
          <p:nvPr/>
        </p:nvSpPr>
        <p:spPr>
          <a:xfrm>
            <a:off x="1010406" y="373995"/>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pic>
        <p:nvPicPr>
          <p:cNvPr id="5" name="Imagen 4">
            <a:extLst>
              <a:ext uri="{FF2B5EF4-FFF2-40B4-BE49-F238E27FC236}">
                <a16:creationId xmlns:a16="http://schemas.microsoft.com/office/drawing/2014/main" id="{0975EED3-8DCF-636E-B10B-73DAC4D9A6EB}"/>
              </a:ext>
            </a:extLst>
          </p:cNvPr>
          <p:cNvPicPr>
            <a:picLocks noChangeAspect="1"/>
          </p:cNvPicPr>
          <p:nvPr/>
        </p:nvPicPr>
        <p:blipFill>
          <a:blip r:embed="rId3"/>
          <a:stretch>
            <a:fillRect/>
          </a:stretch>
        </p:blipFill>
        <p:spPr>
          <a:xfrm>
            <a:off x="2919882" y="1476438"/>
            <a:ext cx="6352236" cy="3905123"/>
          </a:xfrm>
          <a:prstGeom prst="rect">
            <a:avLst/>
          </a:prstGeom>
        </p:spPr>
      </p:pic>
    </p:spTree>
    <p:extLst>
      <p:ext uri="{BB962C8B-B14F-4D97-AF65-F5344CB8AC3E}">
        <p14:creationId xmlns:p14="http://schemas.microsoft.com/office/powerpoint/2010/main" val="561661540"/>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240-C937-26AD-5AD9-85375D471F0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4F8F78A-361F-441F-318C-E8E77459A14F}"/>
              </a:ext>
            </a:extLst>
          </p:cNvPr>
          <p:cNvSpPr txBox="1">
            <a:spLocks/>
          </p:cNvSpPr>
          <p:nvPr/>
        </p:nvSpPr>
        <p:spPr>
          <a:xfrm>
            <a:off x="1010406" y="373995"/>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52987A96-067A-4AF6-F74A-3CC74A919F31}"/>
              </a:ext>
            </a:extLst>
          </p:cNvPr>
          <p:cNvSpPr/>
          <p:nvPr/>
        </p:nvSpPr>
        <p:spPr>
          <a:xfrm>
            <a:off x="1010406" y="5924763"/>
            <a:ext cx="4547601"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 En el campo Impresora digitar la sentencia DATABASE</a:t>
            </a:r>
            <a:endParaRPr lang="en-US" sz="1200" dirty="0">
              <a:solidFill>
                <a:schemeClr val="bg1"/>
              </a:solidFill>
            </a:endParaRPr>
          </a:p>
        </p:txBody>
      </p:sp>
      <p:pic>
        <p:nvPicPr>
          <p:cNvPr id="4" name="Imagen 3">
            <a:extLst>
              <a:ext uri="{FF2B5EF4-FFF2-40B4-BE49-F238E27FC236}">
                <a16:creationId xmlns:a16="http://schemas.microsoft.com/office/drawing/2014/main" id="{945D949F-BC8B-4F62-48F4-66A49A683624}"/>
              </a:ext>
            </a:extLst>
          </p:cNvPr>
          <p:cNvPicPr>
            <a:picLocks noChangeAspect="1"/>
          </p:cNvPicPr>
          <p:nvPr/>
        </p:nvPicPr>
        <p:blipFill>
          <a:blip r:embed="rId3"/>
          <a:stretch>
            <a:fillRect/>
          </a:stretch>
        </p:blipFill>
        <p:spPr>
          <a:xfrm>
            <a:off x="1099212" y="933237"/>
            <a:ext cx="9993575" cy="4900143"/>
          </a:xfrm>
          <a:prstGeom prst="rect">
            <a:avLst/>
          </a:prstGeom>
        </p:spPr>
      </p:pic>
      <p:pic>
        <p:nvPicPr>
          <p:cNvPr id="8" name="Imagen 7">
            <a:extLst>
              <a:ext uri="{FF2B5EF4-FFF2-40B4-BE49-F238E27FC236}">
                <a16:creationId xmlns:a16="http://schemas.microsoft.com/office/drawing/2014/main" id="{7FEC6521-1C71-E44E-A7C0-0630557F5410}"/>
              </a:ext>
            </a:extLst>
          </p:cNvPr>
          <p:cNvPicPr>
            <a:picLocks noChangeAspect="1"/>
          </p:cNvPicPr>
          <p:nvPr/>
        </p:nvPicPr>
        <p:blipFill>
          <a:blip r:embed="rId4"/>
          <a:stretch>
            <a:fillRect/>
          </a:stretch>
        </p:blipFill>
        <p:spPr>
          <a:xfrm>
            <a:off x="1108356" y="1877227"/>
            <a:ext cx="162000" cy="162000"/>
          </a:xfrm>
          <a:prstGeom prst="rect">
            <a:avLst/>
          </a:prstGeom>
        </p:spPr>
      </p:pic>
    </p:spTree>
    <p:extLst>
      <p:ext uri="{BB962C8B-B14F-4D97-AF65-F5344CB8AC3E}">
        <p14:creationId xmlns:p14="http://schemas.microsoft.com/office/powerpoint/2010/main" val="24632699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B0D0F-2F48-0171-8FFD-B30406AB4E6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211A2DA-8A10-F2DE-8DC2-550C4CB691A8}"/>
              </a:ext>
            </a:extLst>
          </p:cNvPr>
          <p:cNvSpPr txBox="1">
            <a:spLocks/>
          </p:cNvSpPr>
          <p:nvPr/>
        </p:nvSpPr>
        <p:spPr>
          <a:xfrm>
            <a:off x="1010406" y="392283"/>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A4E123DF-5B12-4AB1-187E-F09AEF9A7A9D}"/>
              </a:ext>
            </a:extLst>
          </p:cNvPr>
          <p:cNvSpPr/>
          <p:nvPr/>
        </p:nvSpPr>
        <p:spPr>
          <a:xfrm>
            <a:off x="724790" y="5790590"/>
            <a:ext cx="2766066"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2. Definir los parámetros a ejecutar.</a:t>
            </a:r>
            <a:endParaRPr lang="en-US" sz="1200" dirty="0">
              <a:solidFill>
                <a:schemeClr val="bg1"/>
              </a:solidFill>
            </a:endParaRPr>
          </a:p>
        </p:txBody>
      </p:sp>
      <p:pic>
        <p:nvPicPr>
          <p:cNvPr id="11" name="Imagen 10">
            <a:extLst>
              <a:ext uri="{FF2B5EF4-FFF2-40B4-BE49-F238E27FC236}">
                <a16:creationId xmlns:a16="http://schemas.microsoft.com/office/drawing/2014/main" id="{C636862D-78AF-DB53-8E69-97428054B0B8}"/>
              </a:ext>
            </a:extLst>
          </p:cNvPr>
          <p:cNvPicPr>
            <a:picLocks noChangeAspect="1"/>
          </p:cNvPicPr>
          <p:nvPr/>
        </p:nvPicPr>
        <p:blipFill>
          <a:blip r:embed="rId3"/>
          <a:stretch>
            <a:fillRect/>
          </a:stretch>
        </p:blipFill>
        <p:spPr>
          <a:xfrm>
            <a:off x="494081" y="2441448"/>
            <a:ext cx="162000" cy="162000"/>
          </a:xfrm>
          <a:prstGeom prst="rect">
            <a:avLst/>
          </a:prstGeom>
        </p:spPr>
      </p:pic>
      <p:pic>
        <p:nvPicPr>
          <p:cNvPr id="5" name="Imagen 4">
            <a:extLst>
              <a:ext uri="{FF2B5EF4-FFF2-40B4-BE49-F238E27FC236}">
                <a16:creationId xmlns:a16="http://schemas.microsoft.com/office/drawing/2014/main" id="{D6CCF370-5650-C831-3710-F9604C95388F}"/>
              </a:ext>
            </a:extLst>
          </p:cNvPr>
          <p:cNvPicPr>
            <a:picLocks noChangeAspect="1"/>
          </p:cNvPicPr>
          <p:nvPr/>
        </p:nvPicPr>
        <p:blipFill>
          <a:blip r:embed="rId4"/>
          <a:stretch>
            <a:fillRect/>
          </a:stretch>
        </p:blipFill>
        <p:spPr>
          <a:xfrm>
            <a:off x="724790" y="1413737"/>
            <a:ext cx="10742420" cy="4206470"/>
          </a:xfrm>
          <a:prstGeom prst="rect">
            <a:avLst/>
          </a:prstGeom>
        </p:spPr>
      </p:pic>
    </p:spTree>
    <p:extLst>
      <p:ext uri="{BB962C8B-B14F-4D97-AF65-F5344CB8AC3E}">
        <p14:creationId xmlns:p14="http://schemas.microsoft.com/office/powerpoint/2010/main" val="40352591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E5CB4-4754-C6FE-90C7-1EABDC9A219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404A2F9-A28F-5F18-52BB-7C5EB250DF7F}"/>
              </a:ext>
            </a:extLst>
          </p:cNvPr>
          <p:cNvPicPr>
            <a:picLocks noChangeAspect="1"/>
          </p:cNvPicPr>
          <p:nvPr/>
        </p:nvPicPr>
        <p:blipFill>
          <a:blip r:embed="rId3"/>
          <a:stretch>
            <a:fillRect/>
          </a:stretch>
        </p:blipFill>
        <p:spPr>
          <a:xfrm>
            <a:off x="1320089" y="987553"/>
            <a:ext cx="10107004" cy="3771664"/>
          </a:xfrm>
          <a:prstGeom prst="rect">
            <a:avLst/>
          </a:prstGeom>
        </p:spPr>
      </p:pic>
      <p:sp>
        <p:nvSpPr>
          <p:cNvPr id="2" name="Título 3">
            <a:extLst>
              <a:ext uri="{FF2B5EF4-FFF2-40B4-BE49-F238E27FC236}">
                <a16:creationId xmlns:a16="http://schemas.microsoft.com/office/drawing/2014/main" id="{3AE67C88-603E-FA7C-070D-71E3ABEE1880}"/>
              </a:ext>
            </a:extLst>
          </p:cNvPr>
          <p:cNvSpPr txBox="1">
            <a:spLocks/>
          </p:cNvSpPr>
          <p:nvPr/>
        </p:nvSpPr>
        <p:spPr>
          <a:xfrm>
            <a:off x="1164559" y="264648"/>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B2052F13-BCC5-F3C9-2904-555F07D31ECF}"/>
              </a:ext>
            </a:extLst>
          </p:cNvPr>
          <p:cNvSpPr/>
          <p:nvPr/>
        </p:nvSpPr>
        <p:spPr>
          <a:xfrm>
            <a:off x="1320089" y="5693359"/>
            <a:ext cx="4607057"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3. En la sección “Envío” se activa el check del campo </a:t>
            </a:r>
            <a:r>
              <a:rPr lang="es-ES" sz="1200" b="1" dirty="0">
                <a:solidFill>
                  <a:schemeClr val="bg1"/>
                </a:solidFill>
                <a:cs typeface="Arial"/>
              </a:rPr>
              <a:t>Guardar parámetros como</a:t>
            </a:r>
            <a:r>
              <a:rPr lang="es-ES" sz="1200" dirty="0">
                <a:solidFill>
                  <a:schemeClr val="bg1"/>
                </a:solidFill>
                <a:cs typeface="Arial"/>
              </a:rPr>
              <a:t>.</a:t>
            </a:r>
            <a:endParaRPr lang="en-US" sz="1200" dirty="0">
              <a:solidFill>
                <a:schemeClr val="bg1"/>
              </a:solidFill>
            </a:endParaRPr>
          </a:p>
        </p:txBody>
      </p:sp>
      <p:pic>
        <p:nvPicPr>
          <p:cNvPr id="8" name="Imagen 7">
            <a:extLst>
              <a:ext uri="{FF2B5EF4-FFF2-40B4-BE49-F238E27FC236}">
                <a16:creationId xmlns:a16="http://schemas.microsoft.com/office/drawing/2014/main" id="{CE035ACB-E76B-FB87-CAC6-58F830CE3A45}"/>
              </a:ext>
            </a:extLst>
          </p:cNvPr>
          <p:cNvPicPr>
            <a:picLocks noChangeAspect="1"/>
          </p:cNvPicPr>
          <p:nvPr/>
        </p:nvPicPr>
        <p:blipFill>
          <a:blip r:embed="rId4"/>
          <a:stretch>
            <a:fillRect/>
          </a:stretch>
        </p:blipFill>
        <p:spPr>
          <a:xfrm>
            <a:off x="11454525" y="4927120"/>
            <a:ext cx="162000" cy="162000"/>
          </a:xfrm>
          <a:prstGeom prst="rect">
            <a:avLst/>
          </a:prstGeom>
        </p:spPr>
      </p:pic>
      <p:pic>
        <p:nvPicPr>
          <p:cNvPr id="10" name="Imagen 9">
            <a:extLst>
              <a:ext uri="{FF2B5EF4-FFF2-40B4-BE49-F238E27FC236}">
                <a16:creationId xmlns:a16="http://schemas.microsoft.com/office/drawing/2014/main" id="{0B9699ED-3C58-7865-2B08-A4414796194D}"/>
              </a:ext>
            </a:extLst>
          </p:cNvPr>
          <p:cNvPicPr>
            <a:picLocks noChangeAspect="1"/>
          </p:cNvPicPr>
          <p:nvPr/>
        </p:nvPicPr>
        <p:blipFill>
          <a:blip r:embed="rId5"/>
          <a:stretch>
            <a:fillRect/>
          </a:stretch>
        </p:blipFill>
        <p:spPr>
          <a:xfrm>
            <a:off x="1707943" y="4291501"/>
            <a:ext cx="162000" cy="162000"/>
          </a:xfrm>
          <a:prstGeom prst="rect">
            <a:avLst/>
          </a:prstGeom>
        </p:spPr>
      </p:pic>
      <p:sp>
        <p:nvSpPr>
          <p:cNvPr id="12" name="Rectángulo: esquinas redondeadas 11">
            <a:extLst>
              <a:ext uri="{FF2B5EF4-FFF2-40B4-BE49-F238E27FC236}">
                <a16:creationId xmlns:a16="http://schemas.microsoft.com/office/drawing/2014/main" id="{F5DC1FE1-0B3B-0F01-7762-A1B681CDFFCC}"/>
              </a:ext>
            </a:extLst>
          </p:cNvPr>
          <p:cNvSpPr/>
          <p:nvPr/>
        </p:nvSpPr>
        <p:spPr>
          <a:xfrm>
            <a:off x="7009468" y="5693359"/>
            <a:ext cx="4607057"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4. Al finalizar de diligenciar los campos, se presiona el botón </a:t>
            </a:r>
            <a:r>
              <a:rPr lang="es-ES_tradnl" sz="1200" b="1" dirty="0"/>
              <a:t>Guardar</a:t>
            </a:r>
            <a:r>
              <a:rPr lang="es-ES_tradnl" sz="1200" dirty="0"/>
              <a:t> o presionar la tecla </a:t>
            </a:r>
            <a:r>
              <a:rPr lang="es-ES_tradnl" sz="1200" b="1" dirty="0"/>
              <a:t>F10</a:t>
            </a:r>
            <a:r>
              <a:rPr lang="es-ES_tradnl" sz="1200" dirty="0"/>
              <a:t>.</a:t>
            </a:r>
          </a:p>
        </p:txBody>
      </p:sp>
      <p:pic>
        <p:nvPicPr>
          <p:cNvPr id="13" name="Imagen 12">
            <a:extLst>
              <a:ext uri="{FF2B5EF4-FFF2-40B4-BE49-F238E27FC236}">
                <a16:creationId xmlns:a16="http://schemas.microsoft.com/office/drawing/2014/main" id="{03CCCDBC-AF0E-839D-433D-F030D7A7741D}"/>
              </a:ext>
            </a:extLst>
          </p:cNvPr>
          <p:cNvPicPr>
            <a:picLocks noChangeAspect="1"/>
          </p:cNvPicPr>
          <p:nvPr/>
        </p:nvPicPr>
        <p:blipFill>
          <a:blip r:embed="rId6"/>
          <a:stretch>
            <a:fillRect/>
          </a:stretch>
        </p:blipFill>
        <p:spPr>
          <a:xfrm>
            <a:off x="1402385" y="4848175"/>
            <a:ext cx="10024708" cy="402242"/>
          </a:xfrm>
          <a:prstGeom prst="rect">
            <a:avLst/>
          </a:prstGeom>
        </p:spPr>
      </p:pic>
    </p:spTree>
    <p:extLst>
      <p:ext uri="{BB962C8B-B14F-4D97-AF65-F5344CB8AC3E}">
        <p14:creationId xmlns:p14="http://schemas.microsoft.com/office/powerpoint/2010/main" val="18087945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8C8AC-3985-4202-9C81-374BD5D41A2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0A185AB-B22C-4124-D7B4-E9EF9650BA35}"/>
              </a:ext>
            </a:extLst>
          </p:cNvPr>
          <p:cNvSpPr txBox="1">
            <a:spLocks/>
          </p:cNvSpPr>
          <p:nvPr/>
        </p:nvSpPr>
        <p:spPr>
          <a:xfrm>
            <a:off x="699516" y="497918"/>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4C83DE74-7ED6-7FAA-ADB3-BD5782BED7CB}"/>
              </a:ext>
            </a:extLst>
          </p:cNvPr>
          <p:cNvSpPr/>
          <p:nvPr/>
        </p:nvSpPr>
        <p:spPr>
          <a:xfrm>
            <a:off x="699516" y="3429000"/>
            <a:ext cx="10163556"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5. Tras la aplicación del proceso TGRAPPL, se generan las salidas .LOG y .LIS para validación del resultado de la ejecución del proceso.</a:t>
            </a:r>
            <a:endParaRPr lang="en-US" sz="1200" dirty="0">
              <a:solidFill>
                <a:schemeClr val="bg1"/>
              </a:solidFill>
            </a:endParaRPr>
          </a:p>
        </p:txBody>
      </p:sp>
      <p:pic>
        <p:nvPicPr>
          <p:cNvPr id="5" name="Imagen 4">
            <a:extLst>
              <a:ext uri="{FF2B5EF4-FFF2-40B4-BE49-F238E27FC236}">
                <a16:creationId xmlns:a16="http://schemas.microsoft.com/office/drawing/2014/main" id="{E2A877C6-0DA5-01B9-02E5-3BE7BF1949A7}"/>
              </a:ext>
            </a:extLst>
          </p:cNvPr>
          <p:cNvPicPr>
            <a:picLocks noChangeAspect="1"/>
          </p:cNvPicPr>
          <p:nvPr/>
        </p:nvPicPr>
        <p:blipFill>
          <a:blip r:embed="rId3"/>
          <a:stretch>
            <a:fillRect/>
          </a:stretch>
        </p:blipFill>
        <p:spPr>
          <a:xfrm>
            <a:off x="699516" y="1505407"/>
            <a:ext cx="10163556" cy="1772406"/>
          </a:xfrm>
          <a:prstGeom prst="rect">
            <a:avLst/>
          </a:prstGeom>
        </p:spPr>
      </p:pic>
    </p:spTree>
    <p:extLst>
      <p:ext uri="{BB962C8B-B14F-4D97-AF65-F5344CB8AC3E}">
        <p14:creationId xmlns:p14="http://schemas.microsoft.com/office/powerpoint/2010/main" val="38869950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8BF4B-CC5A-EEF7-AAFE-2B285BC5131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8A78F6D-E0BA-EB66-5AE2-807E88A080C3}"/>
              </a:ext>
            </a:extLst>
          </p:cNvPr>
          <p:cNvSpPr txBox="1">
            <a:spLocks/>
          </p:cNvSpPr>
          <p:nvPr/>
        </p:nvSpPr>
        <p:spPr>
          <a:xfrm>
            <a:off x="1027329" y="497918"/>
            <a:ext cx="89382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43547A09-EA6B-C04B-90BF-59A3D01919CE}"/>
              </a:ext>
            </a:extLst>
          </p:cNvPr>
          <p:cNvSpPr/>
          <p:nvPr/>
        </p:nvSpPr>
        <p:spPr>
          <a:xfrm>
            <a:off x="900684" y="5071163"/>
            <a:ext cx="4841747"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6. Para revisar las salidas .LOG y .LIS se debe ingresar a la sección superior del menú, opción "Relacionado“.</a:t>
            </a:r>
          </a:p>
        </p:txBody>
      </p:sp>
      <p:pic>
        <p:nvPicPr>
          <p:cNvPr id="5" name="Imagen 4">
            <a:extLst>
              <a:ext uri="{FF2B5EF4-FFF2-40B4-BE49-F238E27FC236}">
                <a16:creationId xmlns:a16="http://schemas.microsoft.com/office/drawing/2014/main" id="{47BF774B-FE9C-6E50-11AB-D179CD3B3970}"/>
              </a:ext>
            </a:extLst>
          </p:cNvPr>
          <p:cNvPicPr>
            <a:picLocks noChangeAspect="1"/>
          </p:cNvPicPr>
          <p:nvPr/>
        </p:nvPicPr>
        <p:blipFill>
          <a:blip r:embed="rId3"/>
          <a:stretch>
            <a:fillRect/>
          </a:stretch>
        </p:blipFill>
        <p:spPr>
          <a:xfrm>
            <a:off x="1027329" y="1371600"/>
            <a:ext cx="9911943" cy="3326363"/>
          </a:xfrm>
          <a:prstGeom prst="rect">
            <a:avLst/>
          </a:prstGeom>
        </p:spPr>
      </p:pic>
      <p:pic>
        <p:nvPicPr>
          <p:cNvPr id="8" name="Imagen 7">
            <a:extLst>
              <a:ext uri="{FF2B5EF4-FFF2-40B4-BE49-F238E27FC236}">
                <a16:creationId xmlns:a16="http://schemas.microsoft.com/office/drawing/2014/main" id="{B55728CC-36DF-402F-B8C8-7F14F3F2B616}"/>
              </a:ext>
            </a:extLst>
          </p:cNvPr>
          <p:cNvPicPr>
            <a:picLocks noChangeAspect="1"/>
          </p:cNvPicPr>
          <p:nvPr/>
        </p:nvPicPr>
        <p:blipFill>
          <a:blip r:embed="rId4"/>
          <a:stretch>
            <a:fillRect/>
          </a:stretch>
        </p:blipFill>
        <p:spPr>
          <a:xfrm>
            <a:off x="10966709" y="1698689"/>
            <a:ext cx="162000" cy="162000"/>
          </a:xfrm>
          <a:prstGeom prst="rect">
            <a:avLst/>
          </a:prstGeom>
        </p:spPr>
      </p:pic>
      <p:pic>
        <p:nvPicPr>
          <p:cNvPr id="10" name="Imagen 9">
            <a:extLst>
              <a:ext uri="{FF2B5EF4-FFF2-40B4-BE49-F238E27FC236}">
                <a16:creationId xmlns:a16="http://schemas.microsoft.com/office/drawing/2014/main" id="{3A786C69-8857-3C6C-6FD2-C6075236310E}"/>
              </a:ext>
            </a:extLst>
          </p:cNvPr>
          <p:cNvPicPr>
            <a:picLocks noChangeAspect="1"/>
          </p:cNvPicPr>
          <p:nvPr/>
        </p:nvPicPr>
        <p:blipFill>
          <a:blip r:embed="rId5"/>
          <a:stretch>
            <a:fillRect/>
          </a:stretch>
        </p:blipFill>
        <p:spPr>
          <a:xfrm>
            <a:off x="8965121" y="2247329"/>
            <a:ext cx="162000" cy="162000"/>
          </a:xfrm>
          <a:prstGeom prst="rect">
            <a:avLst/>
          </a:prstGeom>
        </p:spPr>
      </p:pic>
      <p:sp>
        <p:nvSpPr>
          <p:cNvPr id="11" name="Rectángulo: esquinas redondeadas 10">
            <a:extLst>
              <a:ext uri="{FF2B5EF4-FFF2-40B4-BE49-F238E27FC236}">
                <a16:creationId xmlns:a16="http://schemas.microsoft.com/office/drawing/2014/main" id="{9239738E-EB8B-A158-572E-FC698F60F5F0}"/>
              </a:ext>
            </a:extLst>
          </p:cNvPr>
          <p:cNvSpPr/>
          <p:nvPr/>
        </p:nvSpPr>
        <p:spPr>
          <a:xfrm>
            <a:off x="6286962" y="5071163"/>
            <a:ext cx="4841747"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7. Posteriormente seleccionar la opción "Revisar Salida [GJIREVO]“.</a:t>
            </a:r>
          </a:p>
        </p:txBody>
      </p:sp>
    </p:spTree>
    <p:extLst>
      <p:ext uri="{BB962C8B-B14F-4D97-AF65-F5344CB8AC3E}">
        <p14:creationId xmlns:p14="http://schemas.microsoft.com/office/powerpoint/2010/main" val="42349114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01BE8-E486-17BF-02DF-8ECDF74137FD}"/>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C900F275-731E-D317-1A8B-D19F01AA3B39}"/>
              </a:ext>
            </a:extLst>
          </p:cNvPr>
          <p:cNvPicPr>
            <a:picLocks noChangeAspect="1"/>
          </p:cNvPicPr>
          <p:nvPr/>
        </p:nvPicPr>
        <p:blipFill>
          <a:blip r:embed="rId3"/>
          <a:stretch>
            <a:fillRect/>
          </a:stretch>
        </p:blipFill>
        <p:spPr>
          <a:xfrm>
            <a:off x="1373886" y="1155038"/>
            <a:ext cx="9627108" cy="4112990"/>
          </a:xfrm>
          <a:prstGeom prst="rect">
            <a:avLst/>
          </a:prstGeom>
        </p:spPr>
      </p:pic>
      <p:sp>
        <p:nvSpPr>
          <p:cNvPr id="2" name="Título 3">
            <a:extLst>
              <a:ext uri="{FF2B5EF4-FFF2-40B4-BE49-F238E27FC236}">
                <a16:creationId xmlns:a16="http://schemas.microsoft.com/office/drawing/2014/main" id="{DDC3980C-18D8-EB06-62D2-B3B6FD194E10}"/>
              </a:ext>
            </a:extLst>
          </p:cNvPr>
          <p:cNvSpPr txBox="1">
            <a:spLocks/>
          </p:cNvSpPr>
          <p:nvPr/>
        </p:nvSpPr>
        <p:spPr>
          <a:xfrm>
            <a:off x="1173633" y="357645"/>
            <a:ext cx="7092543"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6" name="Rectángulo: esquinas redondeadas 5">
            <a:extLst>
              <a:ext uri="{FF2B5EF4-FFF2-40B4-BE49-F238E27FC236}">
                <a16:creationId xmlns:a16="http://schemas.microsoft.com/office/drawing/2014/main" id="{64F5A133-BC6D-F11E-96C0-6C8E0F6FF939}"/>
              </a:ext>
            </a:extLst>
          </p:cNvPr>
          <p:cNvSpPr/>
          <p:nvPr/>
        </p:nvSpPr>
        <p:spPr>
          <a:xfrm>
            <a:off x="8076439" y="2633582"/>
            <a:ext cx="3026969" cy="7954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8. En la nueva ventana, asegurarse que el campo "número" coincida con el número del proceso ejecutado.</a:t>
            </a:r>
          </a:p>
        </p:txBody>
      </p:sp>
      <p:pic>
        <p:nvPicPr>
          <p:cNvPr id="9" name="Imagen 8">
            <a:extLst>
              <a:ext uri="{FF2B5EF4-FFF2-40B4-BE49-F238E27FC236}">
                <a16:creationId xmlns:a16="http://schemas.microsoft.com/office/drawing/2014/main" id="{F2FF6635-EB92-5CA9-B0AD-38952408EF81}"/>
              </a:ext>
            </a:extLst>
          </p:cNvPr>
          <p:cNvPicPr>
            <a:picLocks noChangeAspect="1"/>
          </p:cNvPicPr>
          <p:nvPr/>
        </p:nvPicPr>
        <p:blipFill>
          <a:blip r:embed="rId4"/>
          <a:stretch>
            <a:fillRect/>
          </a:stretch>
        </p:blipFill>
        <p:spPr>
          <a:xfrm>
            <a:off x="7765164" y="4858171"/>
            <a:ext cx="162000" cy="162000"/>
          </a:xfrm>
          <a:prstGeom prst="rect">
            <a:avLst/>
          </a:prstGeom>
        </p:spPr>
      </p:pic>
      <p:pic>
        <p:nvPicPr>
          <p:cNvPr id="13" name="Imagen 12">
            <a:extLst>
              <a:ext uri="{FF2B5EF4-FFF2-40B4-BE49-F238E27FC236}">
                <a16:creationId xmlns:a16="http://schemas.microsoft.com/office/drawing/2014/main" id="{1352596C-1B16-B9FF-4A21-7B12A155064C}"/>
              </a:ext>
            </a:extLst>
          </p:cNvPr>
          <p:cNvPicPr>
            <a:picLocks noChangeAspect="1"/>
          </p:cNvPicPr>
          <p:nvPr/>
        </p:nvPicPr>
        <p:blipFill>
          <a:blip r:embed="rId5"/>
          <a:stretch>
            <a:fillRect/>
          </a:stretch>
        </p:blipFill>
        <p:spPr>
          <a:xfrm>
            <a:off x="4045003" y="3402864"/>
            <a:ext cx="162000" cy="162000"/>
          </a:xfrm>
          <a:prstGeom prst="rect">
            <a:avLst/>
          </a:prstGeom>
        </p:spPr>
      </p:pic>
      <p:pic>
        <p:nvPicPr>
          <p:cNvPr id="15" name="Imagen 14">
            <a:extLst>
              <a:ext uri="{FF2B5EF4-FFF2-40B4-BE49-F238E27FC236}">
                <a16:creationId xmlns:a16="http://schemas.microsoft.com/office/drawing/2014/main" id="{786D2DED-2AC6-3D39-717D-4C78D26E439D}"/>
              </a:ext>
            </a:extLst>
          </p:cNvPr>
          <p:cNvPicPr>
            <a:picLocks noChangeAspect="1"/>
          </p:cNvPicPr>
          <p:nvPr/>
        </p:nvPicPr>
        <p:blipFill>
          <a:blip r:embed="rId6"/>
          <a:stretch>
            <a:fillRect/>
          </a:stretch>
        </p:blipFill>
        <p:spPr>
          <a:xfrm>
            <a:off x="3530498" y="1880293"/>
            <a:ext cx="162000" cy="162000"/>
          </a:xfrm>
          <a:prstGeom prst="rect">
            <a:avLst/>
          </a:prstGeom>
        </p:spPr>
      </p:pic>
      <p:pic>
        <p:nvPicPr>
          <p:cNvPr id="17" name="Imagen 16">
            <a:extLst>
              <a:ext uri="{FF2B5EF4-FFF2-40B4-BE49-F238E27FC236}">
                <a16:creationId xmlns:a16="http://schemas.microsoft.com/office/drawing/2014/main" id="{2325409E-84EC-67DD-4EA3-6A4BC45BF309}"/>
              </a:ext>
            </a:extLst>
          </p:cNvPr>
          <p:cNvPicPr>
            <a:picLocks noChangeAspect="1"/>
          </p:cNvPicPr>
          <p:nvPr/>
        </p:nvPicPr>
        <p:blipFill>
          <a:blip r:embed="rId7"/>
          <a:stretch>
            <a:fillRect/>
          </a:stretch>
        </p:blipFill>
        <p:spPr>
          <a:xfrm>
            <a:off x="7792937" y="1708844"/>
            <a:ext cx="162000" cy="162000"/>
          </a:xfrm>
          <a:prstGeom prst="rect">
            <a:avLst/>
          </a:prstGeom>
        </p:spPr>
      </p:pic>
      <p:sp>
        <p:nvSpPr>
          <p:cNvPr id="18" name="Rectángulo: esquinas redondeadas 17">
            <a:extLst>
              <a:ext uri="{FF2B5EF4-FFF2-40B4-BE49-F238E27FC236}">
                <a16:creationId xmlns:a16="http://schemas.microsoft.com/office/drawing/2014/main" id="{CB4B0D30-AA4D-16DD-40C6-B0CD4E281E8E}"/>
              </a:ext>
            </a:extLst>
          </p:cNvPr>
          <p:cNvSpPr/>
          <p:nvPr/>
        </p:nvSpPr>
        <p:spPr>
          <a:xfrm>
            <a:off x="8076439" y="4476482"/>
            <a:ext cx="2219706" cy="54368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11. Presionar el botón</a:t>
            </a:r>
            <a:r>
              <a:rPr lang="es-ES" sz="1200" b="1" dirty="0">
                <a:solidFill>
                  <a:schemeClr val="bg1"/>
                </a:solidFill>
                <a:cs typeface="Arial"/>
              </a:rPr>
              <a:t> OK</a:t>
            </a:r>
            <a:r>
              <a:rPr lang="es-ES" sz="1200" dirty="0">
                <a:solidFill>
                  <a:schemeClr val="bg1"/>
                </a:solidFill>
                <a:cs typeface="Arial"/>
              </a:rPr>
              <a:t>.</a:t>
            </a:r>
          </a:p>
        </p:txBody>
      </p:sp>
      <p:sp>
        <p:nvSpPr>
          <p:cNvPr id="19" name="Rectángulo: esquinas redondeadas 18">
            <a:extLst>
              <a:ext uri="{FF2B5EF4-FFF2-40B4-BE49-F238E27FC236}">
                <a16:creationId xmlns:a16="http://schemas.microsoft.com/office/drawing/2014/main" id="{4D937202-EDF6-A50C-7C70-0954DEC6BA88}"/>
              </a:ext>
            </a:extLst>
          </p:cNvPr>
          <p:cNvSpPr/>
          <p:nvPr/>
        </p:nvSpPr>
        <p:spPr>
          <a:xfrm>
            <a:off x="737162" y="2607446"/>
            <a:ext cx="2955336" cy="7954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9. Desde el campo "nombre de archivo" presionar el botón de la lista desplegable.</a:t>
            </a:r>
          </a:p>
        </p:txBody>
      </p:sp>
      <p:sp>
        <p:nvSpPr>
          <p:cNvPr id="20" name="Rectángulo: esquinas redondeadas 19">
            <a:extLst>
              <a:ext uri="{FF2B5EF4-FFF2-40B4-BE49-F238E27FC236}">
                <a16:creationId xmlns:a16="http://schemas.microsoft.com/office/drawing/2014/main" id="{A5C4F557-70EB-4565-9126-6A2F6DA7AC06}"/>
              </a:ext>
            </a:extLst>
          </p:cNvPr>
          <p:cNvSpPr/>
          <p:nvPr/>
        </p:nvSpPr>
        <p:spPr>
          <a:xfrm>
            <a:off x="737162" y="3968017"/>
            <a:ext cx="2955336" cy="105215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10. En la ventana Archivos disponibles, se ha de seleccionar aquel archivo que se desee visualizar, los cuales se diferencia por las extensiones .lis o .log.</a:t>
            </a:r>
          </a:p>
        </p:txBody>
      </p:sp>
    </p:spTree>
    <p:extLst>
      <p:ext uri="{BB962C8B-B14F-4D97-AF65-F5344CB8AC3E}">
        <p14:creationId xmlns:p14="http://schemas.microsoft.com/office/powerpoint/2010/main" val="385765106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A4ED1-24D0-6075-CE25-8A9883159B5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AA3885A-0B8E-90FE-4CD4-EA11AB088C4F}"/>
              </a:ext>
            </a:extLst>
          </p:cNvPr>
          <p:cNvSpPr txBox="1">
            <a:spLocks/>
          </p:cNvSpPr>
          <p:nvPr/>
        </p:nvSpPr>
        <p:spPr>
          <a:xfrm>
            <a:off x="1173633" y="357645"/>
            <a:ext cx="7092543"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20" name="Rectángulo: esquinas redondeadas 19">
            <a:extLst>
              <a:ext uri="{FF2B5EF4-FFF2-40B4-BE49-F238E27FC236}">
                <a16:creationId xmlns:a16="http://schemas.microsoft.com/office/drawing/2014/main" id="{62814438-85E8-ADF1-2EB5-A5C83E25AFFA}"/>
              </a:ext>
            </a:extLst>
          </p:cNvPr>
          <p:cNvSpPr/>
          <p:nvPr/>
        </p:nvSpPr>
        <p:spPr>
          <a:xfrm>
            <a:off x="843887" y="5809762"/>
            <a:ext cx="9229798" cy="4357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12. Si el archivo corresponde al .LIS, se han de corroborar la cantidad de registros aplicados como evidencia de su correcta operación.</a:t>
            </a:r>
          </a:p>
        </p:txBody>
      </p:sp>
      <p:pic>
        <p:nvPicPr>
          <p:cNvPr id="4" name="Imagen 3">
            <a:extLst>
              <a:ext uri="{FF2B5EF4-FFF2-40B4-BE49-F238E27FC236}">
                <a16:creationId xmlns:a16="http://schemas.microsoft.com/office/drawing/2014/main" id="{860A33C7-E200-FE37-FCFF-2632046593AF}"/>
              </a:ext>
            </a:extLst>
          </p:cNvPr>
          <p:cNvPicPr>
            <a:picLocks noChangeAspect="1"/>
          </p:cNvPicPr>
          <p:nvPr/>
        </p:nvPicPr>
        <p:blipFill>
          <a:blip r:embed="rId3"/>
          <a:stretch>
            <a:fillRect/>
          </a:stretch>
        </p:blipFill>
        <p:spPr>
          <a:xfrm>
            <a:off x="843887" y="908570"/>
            <a:ext cx="10847832" cy="4850749"/>
          </a:xfrm>
          <a:prstGeom prst="rect">
            <a:avLst/>
          </a:prstGeom>
        </p:spPr>
      </p:pic>
    </p:spTree>
    <p:extLst>
      <p:ext uri="{BB962C8B-B14F-4D97-AF65-F5344CB8AC3E}">
        <p14:creationId xmlns:p14="http://schemas.microsoft.com/office/powerpoint/2010/main" val="263446527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7033E-0AB1-0BE0-3202-2B9E8A0A506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8F77AE6-933F-A946-F601-40C7BE0B08F4}"/>
              </a:ext>
            </a:extLst>
          </p:cNvPr>
          <p:cNvSpPr txBox="1">
            <a:spLocks/>
          </p:cNvSpPr>
          <p:nvPr/>
        </p:nvSpPr>
        <p:spPr>
          <a:xfrm>
            <a:off x="1173633" y="357645"/>
            <a:ext cx="7092543"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ES_tradnl" sz="3200" dirty="0"/>
              <a:t>TGRAPPL - Aplicación de pago</a:t>
            </a:r>
            <a:endParaRPr lang="es-CL" dirty="0"/>
          </a:p>
        </p:txBody>
      </p:sp>
      <p:sp>
        <p:nvSpPr>
          <p:cNvPr id="20" name="Rectángulo: esquinas redondeadas 19">
            <a:extLst>
              <a:ext uri="{FF2B5EF4-FFF2-40B4-BE49-F238E27FC236}">
                <a16:creationId xmlns:a16="http://schemas.microsoft.com/office/drawing/2014/main" id="{6CD7DCD7-BB87-92B9-24FE-08B323200640}"/>
              </a:ext>
            </a:extLst>
          </p:cNvPr>
          <p:cNvSpPr/>
          <p:nvPr/>
        </p:nvSpPr>
        <p:spPr>
          <a:xfrm>
            <a:off x="929846" y="4959540"/>
            <a:ext cx="7336330" cy="4357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13. Si el archivo corresponde al .LOG, se han corroborar que el proceso no haya terminado con errores.</a:t>
            </a:r>
          </a:p>
        </p:txBody>
      </p:sp>
      <p:pic>
        <p:nvPicPr>
          <p:cNvPr id="5" name="Imagen 4">
            <a:extLst>
              <a:ext uri="{FF2B5EF4-FFF2-40B4-BE49-F238E27FC236}">
                <a16:creationId xmlns:a16="http://schemas.microsoft.com/office/drawing/2014/main" id="{EFCC01FA-C4FD-1601-11EF-1FCA1E95DCF1}"/>
              </a:ext>
            </a:extLst>
          </p:cNvPr>
          <p:cNvPicPr>
            <a:picLocks noChangeAspect="1"/>
          </p:cNvPicPr>
          <p:nvPr/>
        </p:nvPicPr>
        <p:blipFill>
          <a:blip r:embed="rId3"/>
          <a:srcRect t="1999"/>
          <a:stretch>
            <a:fillRect/>
          </a:stretch>
        </p:blipFill>
        <p:spPr>
          <a:xfrm>
            <a:off x="929846" y="1208049"/>
            <a:ext cx="10332307" cy="3401568"/>
          </a:xfrm>
          <a:prstGeom prst="rect">
            <a:avLst/>
          </a:prstGeom>
        </p:spPr>
      </p:pic>
    </p:spTree>
    <p:extLst>
      <p:ext uri="{BB962C8B-B14F-4D97-AF65-F5344CB8AC3E}">
        <p14:creationId xmlns:p14="http://schemas.microsoft.com/office/powerpoint/2010/main" val="278997389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32951-E7EC-4BEE-C4DA-F64E18230D6A}"/>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12B9F3B0-5A4D-98C9-E19A-C84B0516C0A1}"/>
              </a:ext>
            </a:extLst>
          </p:cNvPr>
          <p:cNvSpPr>
            <a:spLocks noGrp="1"/>
          </p:cNvSpPr>
          <p:nvPr>
            <p:ph type="body" sz="quarter" idx="10"/>
          </p:nvPr>
        </p:nvSpPr>
        <p:spPr>
          <a:xfrm>
            <a:off x="636590" y="2642307"/>
            <a:ext cx="10918819" cy="2075633"/>
          </a:xfrm>
        </p:spPr>
        <p:txBody>
          <a:bodyPr/>
          <a:lstStyle/>
          <a:p>
            <a:r>
              <a:rPr lang="es-ES" dirty="0"/>
              <a:t>Cierre y finalización individual de sesión de cajero</a:t>
            </a:r>
            <a:endParaRPr lang="en-US" dirty="0"/>
          </a:p>
          <a:p>
            <a:endParaRPr lang="es-CO" dirty="0"/>
          </a:p>
        </p:txBody>
      </p:sp>
      <p:sp>
        <p:nvSpPr>
          <p:cNvPr id="6" name="Text Placeholder 16">
            <a:extLst>
              <a:ext uri="{FF2B5EF4-FFF2-40B4-BE49-F238E27FC236}">
                <a16:creationId xmlns:a16="http://schemas.microsoft.com/office/drawing/2014/main" id="{BC145D43-58FC-654C-3372-C039A05F195E}"/>
              </a:ext>
            </a:extLst>
          </p:cNvPr>
          <p:cNvSpPr txBox="1">
            <a:spLocks/>
          </p:cNvSpPr>
          <p:nvPr/>
        </p:nvSpPr>
        <p:spPr>
          <a:xfrm>
            <a:off x="556901" y="4069389"/>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los pagos</a:t>
            </a:r>
            <a:endParaRPr lang="en-US" sz="2000" dirty="0">
              <a:solidFill>
                <a:schemeClr val="bg1"/>
              </a:solidFill>
            </a:endParaRPr>
          </a:p>
        </p:txBody>
      </p:sp>
    </p:spTree>
    <p:extLst>
      <p:ext uri="{BB962C8B-B14F-4D97-AF65-F5344CB8AC3E}">
        <p14:creationId xmlns:p14="http://schemas.microsoft.com/office/powerpoint/2010/main" val="25942219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E7874-BFEF-1012-7F8D-4FF9BA8ACD3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15CDCD6-7C87-2C19-67F6-4F8EFE0E1158}"/>
              </a:ext>
            </a:extLst>
          </p:cNvPr>
          <p:cNvSpPr txBox="1">
            <a:spLocks/>
          </p:cNvSpPr>
          <p:nvPr/>
        </p:nvSpPr>
        <p:spPr>
          <a:xfrm>
            <a:off x="890261" y="735264"/>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8BEC7149-1F28-2EC6-1ED5-6298B62616E1}"/>
              </a:ext>
            </a:extLst>
          </p:cNvPr>
          <p:cNvSpPr/>
          <p:nvPr/>
        </p:nvSpPr>
        <p:spPr>
          <a:xfrm>
            <a:off x="972434" y="4366629"/>
            <a:ext cx="10247131" cy="61713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 En </a:t>
            </a:r>
            <a:r>
              <a:rPr lang="es-ES" sz="1200" b="1" dirty="0">
                <a:solidFill>
                  <a:schemeClr val="bg1"/>
                </a:solidFill>
                <a:cs typeface="Arial"/>
              </a:rPr>
              <a:t>TGACREV</a:t>
            </a:r>
            <a:r>
              <a:rPr lang="es-ES" sz="1200" dirty="0">
                <a:solidFill>
                  <a:schemeClr val="bg1"/>
                </a:solidFill>
                <a:cs typeface="Arial"/>
              </a:rPr>
              <a:t> se puede realizar el cierre manual de lo que fuera la sesión de cajeros si así corresponde el caso, para ello se requiere del ingreso del nombre de usuario de quien se haya desempeñado bajo el rol de cajero.</a:t>
            </a:r>
          </a:p>
        </p:txBody>
      </p:sp>
      <p:pic>
        <p:nvPicPr>
          <p:cNvPr id="4" name="Imagen 3">
            <a:extLst>
              <a:ext uri="{FF2B5EF4-FFF2-40B4-BE49-F238E27FC236}">
                <a16:creationId xmlns:a16="http://schemas.microsoft.com/office/drawing/2014/main" id="{24F7ACCE-E775-67E9-94CC-35C0257C3040}"/>
              </a:ext>
            </a:extLst>
          </p:cNvPr>
          <p:cNvPicPr>
            <a:picLocks noChangeAspect="1"/>
          </p:cNvPicPr>
          <p:nvPr/>
        </p:nvPicPr>
        <p:blipFill>
          <a:blip r:embed="rId3"/>
          <a:stretch>
            <a:fillRect/>
          </a:stretch>
        </p:blipFill>
        <p:spPr>
          <a:xfrm>
            <a:off x="1009133" y="1836311"/>
            <a:ext cx="10173734" cy="2076056"/>
          </a:xfrm>
          <a:prstGeom prst="rect">
            <a:avLst/>
          </a:prstGeom>
        </p:spPr>
      </p:pic>
      <p:pic>
        <p:nvPicPr>
          <p:cNvPr id="5" name="Imagen 4">
            <a:extLst>
              <a:ext uri="{FF2B5EF4-FFF2-40B4-BE49-F238E27FC236}">
                <a16:creationId xmlns:a16="http://schemas.microsoft.com/office/drawing/2014/main" id="{63A16738-D9EF-E7FD-F331-8B600C2525A2}"/>
              </a:ext>
            </a:extLst>
          </p:cNvPr>
          <p:cNvPicPr>
            <a:picLocks noChangeAspect="1"/>
          </p:cNvPicPr>
          <p:nvPr/>
        </p:nvPicPr>
        <p:blipFill>
          <a:blip r:embed="rId4"/>
          <a:stretch>
            <a:fillRect/>
          </a:stretch>
        </p:blipFill>
        <p:spPr>
          <a:xfrm>
            <a:off x="808797" y="2605318"/>
            <a:ext cx="162000" cy="162000"/>
          </a:xfrm>
          <a:prstGeom prst="rect">
            <a:avLst/>
          </a:prstGeom>
        </p:spPr>
      </p:pic>
    </p:spTree>
    <p:extLst>
      <p:ext uri="{BB962C8B-B14F-4D97-AF65-F5344CB8AC3E}">
        <p14:creationId xmlns:p14="http://schemas.microsoft.com/office/powerpoint/2010/main" val="107707472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FA745-A53A-6A8F-C8E3-34EE17062C6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8DAE01A-75DA-F1EE-0FD9-E34511A029ED}"/>
              </a:ext>
            </a:extLst>
          </p:cNvPr>
          <p:cNvSpPr txBox="1">
            <a:spLocks/>
          </p:cNvSpPr>
          <p:nvPr/>
        </p:nvSpPr>
        <p:spPr>
          <a:xfrm>
            <a:off x="663171" y="194724"/>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51D728DA-20E7-635A-260F-83F6BBC4BFB7}"/>
              </a:ext>
            </a:extLst>
          </p:cNvPr>
          <p:cNvSpPr/>
          <p:nvPr/>
        </p:nvSpPr>
        <p:spPr>
          <a:xfrm>
            <a:off x="638788" y="4551352"/>
            <a:ext cx="10914423" cy="89844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2. Tras seleccionar el usuario de cajero, es necesario ingresar en el campo "</a:t>
            </a:r>
            <a:r>
              <a:rPr lang="es-ES" sz="1200" b="1" dirty="0">
                <a:solidFill>
                  <a:schemeClr val="bg1"/>
                </a:solidFill>
                <a:cs typeface="Arial"/>
              </a:rPr>
              <a:t>Número de sesión</a:t>
            </a:r>
            <a:r>
              <a:rPr lang="es-ES" sz="1200" dirty="0">
                <a:solidFill>
                  <a:schemeClr val="bg1"/>
                </a:solidFill>
                <a:cs typeface="Arial"/>
              </a:rPr>
              <a:t>" el '</a:t>
            </a:r>
            <a:r>
              <a:rPr lang="es-ES" sz="1200" b="1" dirty="0">
                <a:solidFill>
                  <a:schemeClr val="bg1"/>
                </a:solidFill>
                <a:cs typeface="Arial"/>
              </a:rPr>
              <a:t>0</a:t>
            </a:r>
            <a:r>
              <a:rPr lang="es-ES" sz="1200" dirty="0">
                <a:solidFill>
                  <a:schemeClr val="bg1"/>
                </a:solidFill>
                <a:cs typeface="Arial"/>
              </a:rPr>
              <a:t>', con lo cual se presentan todas las transacciones abiertas que se encuentran asociadas a dicha sesión del cajero. </a:t>
            </a:r>
          </a:p>
          <a:p>
            <a:pPr algn="just" defTabSz="457200">
              <a:defRPr/>
            </a:pPr>
            <a:r>
              <a:rPr lang="es-ES" sz="1200" dirty="0">
                <a:solidFill>
                  <a:schemeClr val="bg1"/>
                </a:solidFill>
                <a:cs typeface="Arial"/>
              </a:rPr>
              <a:t>Al cerrar una sesión de cajero, esta adquiere un número correlativo que la identifica a las transacciones involucradas, estas sesiones cerradas son enumeradas correlativamente, por lo cual los cajeros siempre contarán con la sesión '0' activa representando la sesión abierta actual.</a:t>
            </a:r>
          </a:p>
        </p:txBody>
      </p:sp>
      <p:pic>
        <p:nvPicPr>
          <p:cNvPr id="6" name="Imagen 5">
            <a:extLst>
              <a:ext uri="{FF2B5EF4-FFF2-40B4-BE49-F238E27FC236}">
                <a16:creationId xmlns:a16="http://schemas.microsoft.com/office/drawing/2014/main" id="{9C534ED7-9408-A7A2-E3FC-16A9C9BF9940}"/>
              </a:ext>
            </a:extLst>
          </p:cNvPr>
          <p:cNvPicPr>
            <a:picLocks noChangeAspect="1"/>
          </p:cNvPicPr>
          <p:nvPr/>
        </p:nvPicPr>
        <p:blipFill>
          <a:blip r:embed="rId3"/>
          <a:stretch>
            <a:fillRect/>
          </a:stretch>
        </p:blipFill>
        <p:spPr>
          <a:xfrm>
            <a:off x="638787" y="1567558"/>
            <a:ext cx="10914423" cy="2227201"/>
          </a:xfrm>
          <a:prstGeom prst="rect">
            <a:avLst/>
          </a:prstGeom>
        </p:spPr>
      </p:pic>
      <p:pic>
        <p:nvPicPr>
          <p:cNvPr id="8" name="Imagen 7">
            <a:extLst>
              <a:ext uri="{FF2B5EF4-FFF2-40B4-BE49-F238E27FC236}">
                <a16:creationId xmlns:a16="http://schemas.microsoft.com/office/drawing/2014/main" id="{6DA2D1C0-BAF0-406B-AD8C-17433D40F450}"/>
              </a:ext>
            </a:extLst>
          </p:cNvPr>
          <p:cNvPicPr>
            <a:picLocks noChangeAspect="1"/>
          </p:cNvPicPr>
          <p:nvPr/>
        </p:nvPicPr>
        <p:blipFill>
          <a:blip r:embed="rId4"/>
          <a:stretch>
            <a:fillRect/>
          </a:stretch>
        </p:blipFill>
        <p:spPr>
          <a:xfrm>
            <a:off x="638787" y="3905088"/>
            <a:ext cx="10914423" cy="357757"/>
          </a:xfrm>
          <a:prstGeom prst="rect">
            <a:avLst/>
          </a:prstGeom>
        </p:spPr>
      </p:pic>
      <p:pic>
        <p:nvPicPr>
          <p:cNvPr id="10" name="Imagen 9">
            <a:extLst>
              <a:ext uri="{FF2B5EF4-FFF2-40B4-BE49-F238E27FC236}">
                <a16:creationId xmlns:a16="http://schemas.microsoft.com/office/drawing/2014/main" id="{1A3B0599-B200-0724-B55C-7715499893CF}"/>
              </a:ext>
            </a:extLst>
          </p:cNvPr>
          <p:cNvPicPr>
            <a:picLocks noChangeAspect="1"/>
          </p:cNvPicPr>
          <p:nvPr/>
        </p:nvPicPr>
        <p:blipFill>
          <a:blip r:embed="rId5"/>
          <a:stretch>
            <a:fillRect/>
          </a:stretch>
        </p:blipFill>
        <p:spPr>
          <a:xfrm>
            <a:off x="1408480" y="3959791"/>
            <a:ext cx="162000" cy="162000"/>
          </a:xfrm>
          <a:prstGeom prst="rect">
            <a:avLst/>
          </a:prstGeom>
        </p:spPr>
      </p:pic>
      <p:pic>
        <p:nvPicPr>
          <p:cNvPr id="12" name="Imagen 11">
            <a:extLst>
              <a:ext uri="{FF2B5EF4-FFF2-40B4-BE49-F238E27FC236}">
                <a16:creationId xmlns:a16="http://schemas.microsoft.com/office/drawing/2014/main" id="{FDCB22FC-CE03-3317-4D08-CABC1CCBC3E4}"/>
              </a:ext>
            </a:extLst>
          </p:cNvPr>
          <p:cNvPicPr>
            <a:picLocks noChangeAspect="1"/>
          </p:cNvPicPr>
          <p:nvPr/>
        </p:nvPicPr>
        <p:blipFill>
          <a:blip r:embed="rId6"/>
          <a:stretch>
            <a:fillRect/>
          </a:stretch>
        </p:blipFill>
        <p:spPr>
          <a:xfrm>
            <a:off x="8715608" y="2250226"/>
            <a:ext cx="162000" cy="162000"/>
          </a:xfrm>
          <a:prstGeom prst="rect">
            <a:avLst/>
          </a:prstGeom>
        </p:spPr>
      </p:pic>
      <p:pic>
        <p:nvPicPr>
          <p:cNvPr id="14" name="Imagen 13">
            <a:extLst>
              <a:ext uri="{FF2B5EF4-FFF2-40B4-BE49-F238E27FC236}">
                <a16:creationId xmlns:a16="http://schemas.microsoft.com/office/drawing/2014/main" id="{ED96443F-35E9-3F03-DE0C-D31BBD190658}"/>
              </a:ext>
            </a:extLst>
          </p:cNvPr>
          <p:cNvPicPr>
            <a:picLocks noChangeAspect="1"/>
          </p:cNvPicPr>
          <p:nvPr/>
        </p:nvPicPr>
        <p:blipFill>
          <a:blip r:embed="rId7"/>
          <a:stretch>
            <a:fillRect/>
          </a:stretch>
        </p:blipFill>
        <p:spPr>
          <a:xfrm>
            <a:off x="5859719" y="2415617"/>
            <a:ext cx="162000" cy="162000"/>
          </a:xfrm>
          <a:prstGeom prst="rect">
            <a:avLst/>
          </a:prstGeom>
        </p:spPr>
      </p:pic>
      <p:pic>
        <p:nvPicPr>
          <p:cNvPr id="16" name="Imagen 15">
            <a:extLst>
              <a:ext uri="{FF2B5EF4-FFF2-40B4-BE49-F238E27FC236}">
                <a16:creationId xmlns:a16="http://schemas.microsoft.com/office/drawing/2014/main" id="{127D6574-7F2D-B5E4-0611-605A45398557}"/>
              </a:ext>
            </a:extLst>
          </p:cNvPr>
          <p:cNvPicPr>
            <a:picLocks noChangeAspect="1"/>
          </p:cNvPicPr>
          <p:nvPr/>
        </p:nvPicPr>
        <p:blipFill>
          <a:blip r:embed="rId8"/>
          <a:stretch>
            <a:fillRect/>
          </a:stretch>
        </p:blipFill>
        <p:spPr>
          <a:xfrm>
            <a:off x="10745802" y="3971041"/>
            <a:ext cx="162000" cy="162000"/>
          </a:xfrm>
          <a:prstGeom prst="rect">
            <a:avLst/>
          </a:prstGeom>
        </p:spPr>
      </p:pic>
      <p:sp>
        <p:nvSpPr>
          <p:cNvPr id="17" name="Rectángulo: esquinas redondeadas 16">
            <a:extLst>
              <a:ext uri="{FF2B5EF4-FFF2-40B4-BE49-F238E27FC236}">
                <a16:creationId xmlns:a16="http://schemas.microsoft.com/office/drawing/2014/main" id="{D34D0573-CDA6-69FB-883C-6CC928936423}"/>
              </a:ext>
            </a:extLst>
          </p:cNvPr>
          <p:cNvSpPr/>
          <p:nvPr/>
        </p:nvSpPr>
        <p:spPr>
          <a:xfrm>
            <a:off x="663171" y="5575696"/>
            <a:ext cx="3442115" cy="6306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5. Presionar el botón para pasar a la siguiente sección.</a:t>
            </a:r>
          </a:p>
        </p:txBody>
      </p:sp>
      <p:sp>
        <p:nvSpPr>
          <p:cNvPr id="18" name="Rectángulo: esquinas redondeadas 5">
            <a:extLst>
              <a:ext uri="{FF2B5EF4-FFF2-40B4-BE49-F238E27FC236}">
                <a16:creationId xmlns:a16="http://schemas.microsoft.com/office/drawing/2014/main" id="{250881EE-6C19-99D4-5563-B92BC58961B5}"/>
              </a:ext>
            </a:extLst>
          </p:cNvPr>
          <p:cNvSpPr/>
          <p:nvPr/>
        </p:nvSpPr>
        <p:spPr>
          <a:xfrm>
            <a:off x="7769385" y="5575696"/>
            <a:ext cx="3783825" cy="630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3. Al finalizar de diligenciar los campos, se presiona el botón </a:t>
            </a:r>
            <a:r>
              <a:rPr lang="es-ES_tradnl" sz="1200" b="1" dirty="0"/>
              <a:t>Guardar</a:t>
            </a:r>
            <a:r>
              <a:rPr lang="es-ES_tradnl" sz="1200" dirty="0"/>
              <a:t> o presionar la tecla </a:t>
            </a:r>
            <a:r>
              <a:rPr lang="es-ES_tradnl" sz="1200" b="1" dirty="0"/>
              <a:t>F10</a:t>
            </a:r>
            <a:r>
              <a:rPr lang="es-ES_tradnl" sz="1200" dirty="0"/>
              <a:t>.</a:t>
            </a:r>
          </a:p>
        </p:txBody>
      </p:sp>
      <p:sp>
        <p:nvSpPr>
          <p:cNvPr id="19" name="Rectángulo: esquinas redondeadas 5">
            <a:extLst>
              <a:ext uri="{FF2B5EF4-FFF2-40B4-BE49-F238E27FC236}">
                <a16:creationId xmlns:a16="http://schemas.microsoft.com/office/drawing/2014/main" id="{172B218A-6B07-6877-1DAA-F1F78F828036}"/>
              </a:ext>
            </a:extLst>
          </p:cNvPr>
          <p:cNvSpPr/>
          <p:nvPr/>
        </p:nvSpPr>
        <p:spPr>
          <a:xfrm>
            <a:off x="8211312" y="805534"/>
            <a:ext cx="3341898" cy="57233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4. Se genera el siguiente mensaje indicando que los cambios se guardaron exitosamente.</a:t>
            </a:r>
          </a:p>
        </p:txBody>
      </p:sp>
    </p:spTree>
    <p:extLst>
      <p:ext uri="{BB962C8B-B14F-4D97-AF65-F5344CB8AC3E}">
        <p14:creationId xmlns:p14="http://schemas.microsoft.com/office/powerpoint/2010/main" val="21826158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C947E-0F43-D524-938E-CB154F7A562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5EAD0CC-1B55-373C-53FB-CF6DF6650A5B}"/>
              </a:ext>
            </a:extLst>
          </p:cNvPr>
          <p:cNvSpPr txBox="1">
            <a:spLocks/>
          </p:cNvSpPr>
          <p:nvPr/>
        </p:nvSpPr>
        <p:spPr>
          <a:xfrm>
            <a:off x="772901" y="626690"/>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26D1054A-6122-68B4-79F8-45F899CD8D98}"/>
              </a:ext>
            </a:extLst>
          </p:cNvPr>
          <p:cNvSpPr/>
          <p:nvPr/>
        </p:nvSpPr>
        <p:spPr>
          <a:xfrm>
            <a:off x="772901" y="4144061"/>
            <a:ext cx="10532132" cy="63069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6. En la sección de detalle de sesión se puede filtrar la información del cajero por los códigos de detalle tipo Pago / Cargo o por la Categoría del código de detalle.</a:t>
            </a:r>
          </a:p>
        </p:txBody>
      </p:sp>
      <p:pic>
        <p:nvPicPr>
          <p:cNvPr id="5" name="Imagen 4">
            <a:extLst>
              <a:ext uri="{FF2B5EF4-FFF2-40B4-BE49-F238E27FC236}">
                <a16:creationId xmlns:a16="http://schemas.microsoft.com/office/drawing/2014/main" id="{28F43710-E8F8-C0FA-D6E3-64DEB54B940C}"/>
              </a:ext>
            </a:extLst>
          </p:cNvPr>
          <p:cNvPicPr>
            <a:picLocks noChangeAspect="1"/>
          </p:cNvPicPr>
          <p:nvPr/>
        </p:nvPicPr>
        <p:blipFill>
          <a:blip r:embed="rId3"/>
          <a:stretch>
            <a:fillRect/>
          </a:stretch>
        </p:blipFill>
        <p:spPr>
          <a:xfrm>
            <a:off x="841248" y="1712019"/>
            <a:ext cx="10463784" cy="2045961"/>
          </a:xfrm>
          <a:prstGeom prst="rect">
            <a:avLst/>
          </a:prstGeom>
        </p:spPr>
      </p:pic>
      <p:pic>
        <p:nvPicPr>
          <p:cNvPr id="4" name="Imagen 3">
            <a:extLst>
              <a:ext uri="{FF2B5EF4-FFF2-40B4-BE49-F238E27FC236}">
                <a16:creationId xmlns:a16="http://schemas.microsoft.com/office/drawing/2014/main" id="{2BC04840-7B56-F6AF-2D96-3B9AA68A617D}"/>
              </a:ext>
            </a:extLst>
          </p:cNvPr>
          <p:cNvPicPr>
            <a:picLocks noChangeAspect="1"/>
          </p:cNvPicPr>
          <p:nvPr/>
        </p:nvPicPr>
        <p:blipFill>
          <a:blip r:embed="rId4"/>
          <a:stretch>
            <a:fillRect/>
          </a:stretch>
        </p:blipFill>
        <p:spPr>
          <a:xfrm>
            <a:off x="2130858" y="2853175"/>
            <a:ext cx="162000" cy="162000"/>
          </a:xfrm>
          <a:prstGeom prst="rect">
            <a:avLst/>
          </a:prstGeom>
        </p:spPr>
      </p:pic>
    </p:spTree>
    <p:extLst>
      <p:ext uri="{BB962C8B-B14F-4D97-AF65-F5344CB8AC3E}">
        <p14:creationId xmlns:p14="http://schemas.microsoft.com/office/powerpoint/2010/main" val="33306803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C721F-0C17-0155-8908-8C83C2539D5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89D53AD-FC6A-4F68-62F6-2A19B836A387}"/>
              </a:ext>
            </a:extLst>
          </p:cNvPr>
          <p:cNvSpPr txBox="1">
            <a:spLocks/>
          </p:cNvSpPr>
          <p:nvPr/>
        </p:nvSpPr>
        <p:spPr>
          <a:xfrm>
            <a:off x="625140" y="659952"/>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96DE7DC3-0EC4-3D79-CB1E-D5CB797F481D}"/>
              </a:ext>
            </a:extLst>
          </p:cNvPr>
          <p:cNvSpPr/>
          <p:nvPr/>
        </p:nvSpPr>
        <p:spPr>
          <a:xfrm>
            <a:off x="625140" y="5799862"/>
            <a:ext cx="10378151" cy="4713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7. En la sección “resumen de sesión de cajero” se puede visualizar los movimientos realizados por código de detalle realizados por el cajero seleccionado. </a:t>
            </a:r>
          </a:p>
        </p:txBody>
      </p:sp>
      <p:pic>
        <p:nvPicPr>
          <p:cNvPr id="6" name="Imagen 5">
            <a:extLst>
              <a:ext uri="{FF2B5EF4-FFF2-40B4-BE49-F238E27FC236}">
                <a16:creationId xmlns:a16="http://schemas.microsoft.com/office/drawing/2014/main" id="{73232909-0752-0526-D42D-5D0FDE19A47B}"/>
              </a:ext>
            </a:extLst>
          </p:cNvPr>
          <p:cNvPicPr>
            <a:picLocks noChangeAspect="1"/>
          </p:cNvPicPr>
          <p:nvPr/>
        </p:nvPicPr>
        <p:blipFill>
          <a:blip r:embed="rId3"/>
          <a:stretch>
            <a:fillRect/>
          </a:stretch>
        </p:blipFill>
        <p:spPr>
          <a:xfrm>
            <a:off x="625140" y="1563964"/>
            <a:ext cx="10378151" cy="3730071"/>
          </a:xfrm>
          <a:prstGeom prst="rect">
            <a:avLst/>
          </a:prstGeom>
        </p:spPr>
      </p:pic>
      <p:pic>
        <p:nvPicPr>
          <p:cNvPr id="8" name="Imagen 7">
            <a:extLst>
              <a:ext uri="{FF2B5EF4-FFF2-40B4-BE49-F238E27FC236}">
                <a16:creationId xmlns:a16="http://schemas.microsoft.com/office/drawing/2014/main" id="{129A812F-1C7B-85C4-1833-4C2FEF236B17}"/>
              </a:ext>
            </a:extLst>
          </p:cNvPr>
          <p:cNvPicPr>
            <a:picLocks noChangeAspect="1"/>
          </p:cNvPicPr>
          <p:nvPr/>
        </p:nvPicPr>
        <p:blipFill>
          <a:blip r:embed="rId4"/>
          <a:stretch>
            <a:fillRect/>
          </a:stretch>
        </p:blipFill>
        <p:spPr>
          <a:xfrm>
            <a:off x="393497" y="3112313"/>
            <a:ext cx="162000" cy="162000"/>
          </a:xfrm>
          <a:prstGeom prst="rect">
            <a:avLst/>
          </a:prstGeom>
        </p:spPr>
      </p:pic>
      <p:pic>
        <p:nvPicPr>
          <p:cNvPr id="10" name="Imagen 9">
            <a:extLst>
              <a:ext uri="{FF2B5EF4-FFF2-40B4-BE49-F238E27FC236}">
                <a16:creationId xmlns:a16="http://schemas.microsoft.com/office/drawing/2014/main" id="{3095129A-1579-1DB2-5A7A-B2A34FBA27AE}"/>
              </a:ext>
            </a:extLst>
          </p:cNvPr>
          <p:cNvPicPr>
            <a:picLocks noChangeAspect="1"/>
          </p:cNvPicPr>
          <p:nvPr/>
        </p:nvPicPr>
        <p:blipFill>
          <a:blip r:embed="rId5"/>
          <a:stretch>
            <a:fillRect/>
          </a:stretch>
        </p:blipFill>
        <p:spPr>
          <a:xfrm>
            <a:off x="625140" y="5163386"/>
            <a:ext cx="10378151" cy="347542"/>
          </a:xfrm>
          <a:prstGeom prst="rect">
            <a:avLst/>
          </a:prstGeom>
        </p:spPr>
      </p:pic>
    </p:spTree>
    <p:extLst>
      <p:ext uri="{BB962C8B-B14F-4D97-AF65-F5344CB8AC3E}">
        <p14:creationId xmlns:p14="http://schemas.microsoft.com/office/powerpoint/2010/main" val="383830072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E2C02-B083-A4EA-B006-A09ED4B6EB7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CE4B9664-9121-0DA4-3BFE-3389565FCE7F}"/>
              </a:ext>
            </a:extLst>
          </p:cNvPr>
          <p:cNvSpPr txBox="1">
            <a:spLocks/>
          </p:cNvSpPr>
          <p:nvPr/>
        </p:nvSpPr>
        <p:spPr>
          <a:xfrm>
            <a:off x="756956" y="525103"/>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32E41DE3-0573-EF14-83D2-2A906A62FCDA}"/>
              </a:ext>
            </a:extLst>
          </p:cNvPr>
          <p:cNvSpPr/>
          <p:nvPr/>
        </p:nvSpPr>
        <p:spPr>
          <a:xfrm>
            <a:off x="828812" y="5484087"/>
            <a:ext cx="10378151" cy="5692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8. En la segunda ventana de TGACREV, cargadas las transacciones de la sesión '0', se puede ver el detalle de estas considerando tanto el código de detalle como los nombres de las personas a las que corresponden las transacciones.</a:t>
            </a:r>
          </a:p>
        </p:txBody>
      </p:sp>
      <p:pic>
        <p:nvPicPr>
          <p:cNvPr id="4" name="Imagen 3">
            <a:extLst>
              <a:ext uri="{FF2B5EF4-FFF2-40B4-BE49-F238E27FC236}">
                <a16:creationId xmlns:a16="http://schemas.microsoft.com/office/drawing/2014/main" id="{D5CED722-13B3-28EC-78F9-842CF36B9E21}"/>
              </a:ext>
            </a:extLst>
          </p:cNvPr>
          <p:cNvPicPr>
            <a:picLocks noChangeAspect="1"/>
          </p:cNvPicPr>
          <p:nvPr/>
        </p:nvPicPr>
        <p:blipFill>
          <a:blip r:embed="rId3"/>
          <a:stretch>
            <a:fillRect/>
          </a:stretch>
        </p:blipFill>
        <p:spPr>
          <a:xfrm>
            <a:off x="858791" y="1212189"/>
            <a:ext cx="10318191" cy="4085293"/>
          </a:xfrm>
          <a:prstGeom prst="rect">
            <a:avLst/>
          </a:prstGeom>
        </p:spPr>
      </p:pic>
      <p:pic>
        <p:nvPicPr>
          <p:cNvPr id="7" name="Imagen 6">
            <a:extLst>
              <a:ext uri="{FF2B5EF4-FFF2-40B4-BE49-F238E27FC236}">
                <a16:creationId xmlns:a16="http://schemas.microsoft.com/office/drawing/2014/main" id="{070FA127-3F50-7945-078D-AB79407086D1}"/>
              </a:ext>
            </a:extLst>
          </p:cNvPr>
          <p:cNvPicPr>
            <a:picLocks noChangeAspect="1"/>
          </p:cNvPicPr>
          <p:nvPr/>
        </p:nvPicPr>
        <p:blipFill>
          <a:blip r:embed="rId4"/>
          <a:stretch>
            <a:fillRect/>
          </a:stretch>
        </p:blipFill>
        <p:spPr>
          <a:xfrm>
            <a:off x="655672" y="1960169"/>
            <a:ext cx="162000" cy="162000"/>
          </a:xfrm>
          <a:prstGeom prst="rect">
            <a:avLst/>
          </a:prstGeom>
        </p:spPr>
      </p:pic>
    </p:spTree>
    <p:extLst>
      <p:ext uri="{BB962C8B-B14F-4D97-AF65-F5344CB8AC3E}">
        <p14:creationId xmlns:p14="http://schemas.microsoft.com/office/powerpoint/2010/main" val="208592412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CA18A-3870-AE3D-3419-01E28790327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20938FFC-E1AB-4B9E-B118-C302B22B9780}"/>
              </a:ext>
            </a:extLst>
          </p:cNvPr>
          <p:cNvPicPr>
            <a:picLocks noChangeAspect="1"/>
          </p:cNvPicPr>
          <p:nvPr/>
        </p:nvPicPr>
        <p:blipFill>
          <a:blip r:embed="rId3"/>
          <a:stretch>
            <a:fillRect/>
          </a:stretch>
        </p:blipFill>
        <p:spPr>
          <a:xfrm>
            <a:off x="828811" y="840314"/>
            <a:ext cx="9768840" cy="4534978"/>
          </a:xfrm>
          <a:prstGeom prst="rect">
            <a:avLst/>
          </a:prstGeom>
        </p:spPr>
      </p:pic>
      <p:sp>
        <p:nvSpPr>
          <p:cNvPr id="2" name="Título 3">
            <a:extLst>
              <a:ext uri="{FF2B5EF4-FFF2-40B4-BE49-F238E27FC236}">
                <a16:creationId xmlns:a16="http://schemas.microsoft.com/office/drawing/2014/main" id="{7BDDB785-9B38-7F9C-1D5A-6160F51A7D41}"/>
              </a:ext>
            </a:extLst>
          </p:cNvPr>
          <p:cNvSpPr txBox="1">
            <a:spLocks/>
          </p:cNvSpPr>
          <p:nvPr/>
        </p:nvSpPr>
        <p:spPr>
          <a:xfrm>
            <a:off x="671916" y="231038"/>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65D13613-6205-A192-7620-4F10692B6D24}"/>
              </a:ext>
            </a:extLst>
          </p:cNvPr>
          <p:cNvSpPr/>
          <p:nvPr/>
        </p:nvSpPr>
        <p:spPr>
          <a:xfrm>
            <a:off x="828811" y="4965192"/>
            <a:ext cx="5267189" cy="5990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9. Para realizar el cierre de la sesión de cajero, en el menú de opciones, se presiona el botón “Herramientas”.</a:t>
            </a:r>
          </a:p>
        </p:txBody>
      </p:sp>
      <p:sp>
        <p:nvSpPr>
          <p:cNvPr id="5" name="Rectangle: Rounded Corners 9">
            <a:extLst>
              <a:ext uri="{FF2B5EF4-FFF2-40B4-BE49-F238E27FC236}">
                <a16:creationId xmlns:a16="http://schemas.microsoft.com/office/drawing/2014/main" id="{C495D84F-F2EE-0F8C-9185-97225A29E483}"/>
              </a:ext>
            </a:extLst>
          </p:cNvPr>
          <p:cNvSpPr/>
          <p:nvPr/>
        </p:nvSpPr>
        <p:spPr>
          <a:xfrm>
            <a:off x="828811" y="5767445"/>
            <a:ext cx="3395717" cy="500482"/>
          </a:xfrm>
          <a:prstGeom prst="roundRect">
            <a:avLst/>
          </a:prstGeom>
          <a:ln>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just" defTabSz="457200">
              <a:defRPr/>
            </a:pPr>
            <a:r>
              <a:rPr lang="es-ES" sz="1200" dirty="0">
                <a:solidFill>
                  <a:schemeClr val="bg1"/>
                </a:solidFill>
                <a:cs typeface="Arial"/>
              </a:rPr>
              <a:t>10. Se selecciona la opción "Cerrar Sesión".</a:t>
            </a:r>
          </a:p>
        </p:txBody>
      </p:sp>
      <p:pic>
        <p:nvPicPr>
          <p:cNvPr id="8" name="Imagen 7">
            <a:extLst>
              <a:ext uri="{FF2B5EF4-FFF2-40B4-BE49-F238E27FC236}">
                <a16:creationId xmlns:a16="http://schemas.microsoft.com/office/drawing/2014/main" id="{34419B3D-D678-7C80-C88F-92D26616365F}"/>
              </a:ext>
            </a:extLst>
          </p:cNvPr>
          <p:cNvPicPr>
            <a:picLocks noChangeAspect="1"/>
          </p:cNvPicPr>
          <p:nvPr/>
        </p:nvPicPr>
        <p:blipFill>
          <a:blip r:embed="rId4"/>
          <a:stretch>
            <a:fillRect/>
          </a:stretch>
        </p:blipFill>
        <p:spPr>
          <a:xfrm>
            <a:off x="8777899" y="5151991"/>
            <a:ext cx="162000" cy="162000"/>
          </a:xfrm>
          <a:prstGeom prst="rect">
            <a:avLst/>
          </a:prstGeom>
        </p:spPr>
      </p:pic>
      <p:pic>
        <p:nvPicPr>
          <p:cNvPr id="10" name="Imagen 9">
            <a:extLst>
              <a:ext uri="{FF2B5EF4-FFF2-40B4-BE49-F238E27FC236}">
                <a16:creationId xmlns:a16="http://schemas.microsoft.com/office/drawing/2014/main" id="{33A03086-601F-C2E9-FD49-70A18AC476CA}"/>
              </a:ext>
            </a:extLst>
          </p:cNvPr>
          <p:cNvPicPr>
            <a:picLocks noChangeAspect="1"/>
          </p:cNvPicPr>
          <p:nvPr/>
        </p:nvPicPr>
        <p:blipFill>
          <a:blip r:embed="rId5"/>
          <a:stretch>
            <a:fillRect/>
          </a:stretch>
        </p:blipFill>
        <p:spPr>
          <a:xfrm>
            <a:off x="10673547" y="1098691"/>
            <a:ext cx="162000" cy="162000"/>
          </a:xfrm>
          <a:prstGeom prst="rect">
            <a:avLst/>
          </a:prstGeom>
        </p:spPr>
      </p:pic>
    </p:spTree>
    <p:extLst>
      <p:ext uri="{BB962C8B-B14F-4D97-AF65-F5344CB8AC3E}">
        <p14:creationId xmlns:p14="http://schemas.microsoft.com/office/powerpoint/2010/main" val="39150572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701FE-5BC5-4E11-60B2-EA04726EE08F}"/>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93DC10C-E4BB-C68E-21D1-1DE83BC5409F}"/>
              </a:ext>
            </a:extLst>
          </p:cNvPr>
          <p:cNvSpPr txBox="1">
            <a:spLocks/>
          </p:cNvSpPr>
          <p:nvPr/>
        </p:nvSpPr>
        <p:spPr>
          <a:xfrm>
            <a:off x="644484" y="460021"/>
            <a:ext cx="1008263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solidFill>
                  <a:srgbClr val="243846"/>
                </a:solidFill>
              </a:rPr>
              <a:t>TGACREV - Revisión de sesión de cajero</a:t>
            </a:r>
            <a:endParaRPr lang="es-CL" dirty="0"/>
          </a:p>
        </p:txBody>
      </p:sp>
      <p:sp>
        <p:nvSpPr>
          <p:cNvPr id="20" name="Rectángulo: esquinas redondeadas 19">
            <a:extLst>
              <a:ext uri="{FF2B5EF4-FFF2-40B4-BE49-F238E27FC236}">
                <a16:creationId xmlns:a16="http://schemas.microsoft.com/office/drawing/2014/main" id="{39A0CB9A-2A80-A8BC-1CC1-2FDD35C6FF2D}"/>
              </a:ext>
            </a:extLst>
          </p:cNvPr>
          <p:cNvSpPr/>
          <p:nvPr/>
        </p:nvSpPr>
        <p:spPr>
          <a:xfrm>
            <a:off x="772285" y="5056632"/>
            <a:ext cx="10647430" cy="5990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11. Una vez se cierra sesión el sistema genera una ventana con la confirmación del proceso, y genera un número de sesión, el cual cambio de 0 que fue digitado inicialmente al número de secuencia que corresponde por cajero. </a:t>
            </a:r>
          </a:p>
        </p:txBody>
      </p:sp>
      <p:pic>
        <p:nvPicPr>
          <p:cNvPr id="6" name="Imagen 5">
            <a:extLst>
              <a:ext uri="{FF2B5EF4-FFF2-40B4-BE49-F238E27FC236}">
                <a16:creationId xmlns:a16="http://schemas.microsoft.com/office/drawing/2014/main" id="{878E9FA1-D77A-E009-262E-51AFEEBAAA95}"/>
              </a:ext>
            </a:extLst>
          </p:cNvPr>
          <p:cNvPicPr>
            <a:picLocks noChangeAspect="1"/>
          </p:cNvPicPr>
          <p:nvPr/>
        </p:nvPicPr>
        <p:blipFill>
          <a:blip r:embed="rId3"/>
          <a:stretch>
            <a:fillRect/>
          </a:stretch>
        </p:blipFill>
        <p:spPr>
          <a:xfrm>
            <a:off x="772285" y="1307975"/>
            <a:ext cx="10647430" cy="3401185"/>
          </a:xfrm>
          <a:prstGeom prst="rect">
            <a:avLst/>
          </a:prstGeom>
        </p:spPr>
      </p:pic>
      <p:pic>
        <p:nvPicPr>
          <p:cNvPr id="9" name="Imagen 8">
            <a:extLst>
              <a:ext uri="{FF2B5EF4-FFF2-40B4-BE49-F238E27FC236}">
                <a16:creationId xmlns:a16="http://schemas.microsoft.com/office/drawing/2014/main" id="{04CACFFD-0314-AC50-316B-DC6A32955E4C}"/>
              </a:ext>
            </a:extLst>
          </p:cNvPr>
          <p:cNvPicPr>
            <a:picLocks noChangeAspect="1"/>
          </p:cNvPicPr>
          <p:nvPr/>
        </p:nvPicPr>
        <p:blipFill>
          <a:blip r:embed="rId4"/>
          <a:stretch>
            <a:fillRect/>
          </a:stretch>
        </p:blipFill>
        <p:spPr>
          <a:xfrm>
            <a:off x="5887939" y="2032675"/>
            <a:ext cx="162000" cy="162000"/>
          </a:xfrm>
          <a:prstGeom prst="rect">
            <a:avLst/>
          </a:prstGeom>
        </p:spPr>
      </p:pic>
    </p:spTree>
    <p:extLst>
      <p:ext uri="{BB962C8B-B14F-4D97-AF65-F5344CB8AC3E}">
        <p14:creationId xmlns:p14="http://schemas.microsoft.com/office/powerpoint/2010/main" val="389796248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D6E7D-0F1A-13DB-FCD6-521AB89E522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AD1DFA5-3C89-CBA9-FB6A-AE8D99D5A158}"/>
              </a:ext>
            </a:extLst>
          </p:cNvPr>
          <p:cNvSpPr txBox="1">
            <a:spLocks/>
          </p:cNvSpPr>
          <p:nvPr/>
        </p:nvSpPr>
        <p:spPr>
          <a:xfrm>
            <a:off x="644485" y="826599"/>
            <a:ext cx="10273451"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ea typeface="+mj-lt"/>
                <a:cs typeface="+mj-lt"/>
              </a:rPr>
              <a:t>TGACSPV - Supervisión de cajero</a:t>
            </a:r>
            <a:endParaRPr lang="es-CL" dirty="0"/>
          </a:p>
        </p:txBody>
      </p:sp>
      <p:sp>
        <p:nvSpPr>
          <p:cNvPr id="20" name="Rectángulo: esquinas redondeadas 19">
            <a:extLst>
              <a:ext uri="{FF2B5EF4-FFF2-40B4-BE49-F238E27FC236}">
                <a16:creationId xmlns:a16="http://schemas.microsoft.com/office/drawing/2014/main" id="{21E8A6EC-3550-CF0F-8B59-648583103079}"/>
              </a:ext>
            </a:extLst>
          </p:cNvPr>
          <p:cNvSpPr/>
          <p:nvPr/>
        </p:nvSpPr>
        <p:spPr>
          <a:xfrm>
            <a:off x="699526" y="4462272"/>
            <a:ext cx="10529306" cy="5990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1. En la página administrativa TGACSPV, desde el rol de supervisor, se puede visualizar todos los cajeros que estarían bajo su responsabilidad, donde particularmente se detalla la última sesión abierta de cada uno.</a:t>
            </a:r>
          </a:p>
        </p:txBody>
      </p:sp>
      <p:pic>
        <p:nvPicPr>
          <p:cNvPr id="4" name="Imagen 3">
            <a:extLst>
              <a:ext uri="{FF2B5EF4-FFF2-40B4-BE49-F238E27FC236}">
                <a16:creationId xmlns:a16="http://schemas.microsoft.com/office/drawing/2014/main" id="{B305B282-6AC8-0488-4141-9E10ED529F5A}"/>
              </a:ext>
            </a:extLst>
          </p:cNvPr>
          <p:cNvPicPr>
            <a:picLocks noChangeAspect="1"/>
          </p:cNvPicPr>
          <p:nvPr/>
        </p:nvPicPr>
        <p:blipFill>
          <a:blip r:embed="rId3"/>
          <a:stretch>
            <a:fillRect/>
          </a:stretch>
        </p:blipFill>
        <p:spPr>
          <a:xfrm>
            <a:off x="699527" y="1965960"/>
            <a:ext cx="10529306" cy="1496384"/>
          </a:xfrm>
          <a:prstGeom prst="rect">
            <a:avLst/>
          </a:prstGeom>
        </p:spPr>
      </p:pic>
      <p:pic>
        <p:nvPicPr>
          <p:cNvPr id="10" name="Imagen 9">
            <a:extLst>
              <a:ext uri="{FF2B5EF4-FFF2-40B4-BE49-F238E27FC236}">
                <a16:creationId xmlns:a16="http://schemas.microsoft.com/office/drawing/2014/main" id="{D667429D-992B-5995-ACE9-FD4BF9B6EA53}"/>
              </a:ext>
            </a:extLst>
          </p:cNvPr>
          <p:cNvPicPr>
            <a:picLocks noChangeAspect="1"/>
          </p:cNvPicPr>
          <p:nvPr/>
        </p:nvPicPr>
        <p:blipFill>
          <a:blip r:embed="rId4"/>
          <a:stretch>
            <a:fillRect/>
          </a:stretch>
        </p:blipFill>
        <p:spPr>
          <a:xfrm>
            <a:off x="699527" y="3500341"/>
            <a:ext cx="10529306" cy="323052"/>
          </a:xfrm>
          <a:prstGeom prst="rect">
            <a:avLst/>
          </a:prstGeom>
        </p:spPr>
      </p:pic>
      <p:sp>
        <p:nvSpPr>
          <p:cNvPr id="11" name="Rectángulo: esquinas redondeadas 10">
            <a:extLst>
              <a:ext uri="{FF2B5EF4-FFF2-40B4-BE49-F238E27FC236}">
                <a16:creationId xmlns:a16="http://schemas.microsoft.com/office/drawing/2014/main" id="{8DFDD1E6-159F-DAF6-DDDF-72BE1554C174}"/>
              </a:ext>
            </a:extLst>
          </p:cNvPr>
          <p:cNvSpPr/>
          <p:nvPr/>
        </p:nvSpPr>
        <p:spPr>
          <a:xfrm>
            <a:off x="699525" y="5327904"/>
            <a:ext cx="4055355" cy="5990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2. Presionar el botón para pasar a la siguiente sección.</a:t>
            </a:r>
          </a:p>
        </p:txBody>
      </p:sp>
      <p:pic>
        <p:nvPicPr>
          <p:cNvPr id="13" name="Imagen 12">
            <a:extLst>
              <a:ext uri="{FF2B5EF4-FFF2-40B4-BE49-F238E27FC236}">
                <a16:creationId xmlns:a16="http://schemas.microsoft.com/office/drawing/2014/main" id="{EFD7EE40-1E63-3603-7B5A-6CBD80125E64}"/>
              </a:ext>
            </a:extLst>
          </p:cNvPr>
          <p:cNvPicPr>
            <a:picLocks noChangeAspect="1"/>
          </p:cNvPicPr>
          <p:nvPr/>
        </p:nvPicPr>
        <p:blipFill>
          <a:blip r:embed="rId5"/>
          <a:stretch>
            <a:fillRect/>
          </a:stretch>
        </p:blipFill>
        <p:spPr>
          <a:xfrm>
            <a:off x="1344473" y="3576080"/>
            <a:ext cx="162000" cy="162000"/>
          </a:xfrm>
          <a:prstGeom prst="rect">
            <a:avLst/>
          </a:prstGeom>
        </p:spPr>
      </p:pic>
      <p:pic>
        <p:nvPicPr>
          <p:cNvPr id="15" name="Imagen 14">
            <a:extLst>
              <a:ext uri="{FF2B5EF4-FFF2-40B4-BE49-F238E27FC236}">
                <a16:creationId xmlns:a16="http://schemas.microsoft.com/office/drawing/2014/main" id="{7AF64727-8433-5D29-AE62-B2BBB7D82416}"/>
              </a:ext>
            </a:extLst>
          </p:cNvPr>
          <p:cNvPicPr>
            <a:picLocks noChangeAspect="1"/>
          </p:cNvPicPr>
          <p:nvPr/>
        </p:nvPicPr>
        <p:blipFill>
          <a:blip r:embed="rId6"/>
          <a:stretch>
            <a:fillRect/>
          </a:stretch>
        </p:blipFill>
        <p:spPr>
          <a:xfrm>
            <a:off x="482485" y="2688016"/>
            <a:ext cx="162000" cy="162000"/>
          </a:xfrm>
          <a:prstGeom prst="rect">
            <a:avLst/>
          </a:prstGeom>
        </p:spPr>
      </p:pic>
    </p:spTree>
    <p:extLst>
      <p:ext uri="{BB962C8B-B14F-4D97-AF65-F5344CB8AC3E}">
        <p14:creationId xmlns:p14="http://schemas.microsoft.com/office/powerpoint/2010/main" val="76423230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52FAB-98F8-ED3A-2EC7-A3216FE8680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5A48290-9AE9-C063-1B7A-342E73629D3A}"/>
              </a:ext>
            </a:extLst>
          </p:cNvPr>
          <p:cNvSpPr txBox="1">
            <a:spLocks/>
          </p:cNvSpPr>
          <p:nvPr/>
        </p:nvSpPr>
        <p:spPr>
          <a:xfrm>
            <a:off x="831346" y="612264"/>
            <a:ext cx="9995150"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Configuración: </a:t>
            </a:r>
            <a:r>
              <a:rPr lang="es-ES_tradnl" sz="3200" dirty="0">
                <a:ea typeface="+mj-lt"/>
                <a:cs typeface="+mj-lt"/>
              </a:rPr>
              <a:t>TGACSPV - Supervisión de cajero</a:t>
            </a:r>
            <a:endParaRPr lang="es-CL" dirty="0"/>
          </a:p>
        </p:txBody>
      </p:sp>
      <p:sp>
        <p:nvSpPr>
          <p:cNvPr id="20" name="Rectángulo: esquinas redondeadas 19">
            <a:extLst>
              <a:ext uri="{FF2B5EF4-FFF2-40B4-BE49-F238E27FC236}">
                <a16:creationId xmlns:a16="http://schemas.microsoft.com/office/drawing/2014/main" id="{622FBE2C-2581-0E65-5030-8C222A2ABEA6}"/>
              </a:ext>
            </a:extLst>
          </p:cNvPr>
          <p:cNvSpPr/>
          <p:nvPr/>
        </p:nvSpPr>
        <p:spPr>
          <a:xfrm>
            <a:off x="831346" y="4445104"/>
            <a:ext cx="10529306" cy="78452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3. En la segunda ventana de TGACSPV, se visualizan todas las sesiones que se encuentren cerradas o finalizadas por parte de los cajeros que se encuentren bajo el supervisor. En este apartado, el campo "</a:t>
            </a:r>
            <a:r>
              <a:rPr lang="es-ES" sz="1200" b="1" dirty="0">
                <a:solidFill>
                  <a:schemeClr val="bg1"/>
                </a:solidFill>
                <a:cs typeface="Arial"/>
              </a:rPr>
              <a:t>Estatus</a:t>
            </a:r>
            <a:r>
              <a:rPr lang="es-ES" sz="1200" dirty="0">
                <a:solidFill>
                  <a:schemeClr val="bg1"/>
                </a:solidFill>
                <a:cs typeface="Arial"/>
              </a:rPr>
              <a:t>" refleja el estado de Cerrado o Finalizado con las letras 'C' y 'F' respectivamente. Para finalizar una caja cerrada, basta con cambiar el registro a la letra 'F'.</a:t>
            </a:r>
          </a:p>
        </p:txBody>
      </p:sp>
      <p:pic>
        <p:nvPicPr>
          <p:cNvPr id="5" name="Imagen 4">
            <a:extLst>
              <a:ext uri="{FF2B5EF4-FFF2-40B4-BE49-F238E27FC236}">
                <a16:creationId xmlns:a16="http://schemas.microsoft.com/office/drawing/2014/main" id="{5D0F7A7E-D7B3-E342-4323-3B769A7208F1}"/>
              </a:ext>
            </a:extLst>
          </p:cNvPr>
          <p:cNvPicPr>
            <a:picLocks noChangeAspect="1"/>
          </p:cNvPicPr>
          <p:nvPr/>
        </p:nvPicPr>
        <p:blipFill>
          <a:blip r:embed="rId3"/>
          <a:stretch>
            <a:fillRect/>
          </a:stretch>
        </p:blipFill>
        <p:spPr>
          <a:xfrm>
            <a:off x="831346" y="1628368"/>
            <a:ext cx="10529307" cy="1800632"/>
          </a:xfrm>
          <a:prstGeom prst="rect">
            <a:avLst/>
          </a:prstGeom>
        </p:spPr>
      </p:pic>
      <p:pic>
        <p:nvPicPr>
          <p:cNvPr id="7" name="Imagen 6">
            <a:extLst>
              <a:ext uri="{FF2B5EF4-FFF2-40B4-BE49-F238E27FC236}">
                <a16:creationId xmlns:a16="http://schemas.microsoft.com/office/drawing/2014/main" id="{EB15D2CF-B65B-EEC8-0D89-E6C54EDF9CAA}"/>
              </a:ext>
            </a:extLst>
          </p:cNvPr>
          <p:cNvPicPr>
            <a:picLocks noChangeAspect="1"/>
          </p:cNvPicPr>
          <p:nvPr/>
        </p:nvPicPr>
        <p:blipFill>
          <a:blip r:embed="rId4"/>
          <a:stretch>
            <a:fillRect/>
          </a:stretch>
        </p:blipFill>
        <p:spPr>
          <a:xfrm>
            <a:off x="831346" y="3515189"/>
            <a:ext cx="10529306" cy="372331"/>
          </a:xfrm>
          <a:prstGeom prst="rect">
            <a:avLst/>
          </a:prstGeom>
        </p:spPr>
      </p:pic>
      <p:sp>
        <p:nvSpPr>
          <p:cNvPr id="8" name="Rectángulo: esquinas redondeadas 5">
            <a:extLst>
              <a:ext uri="{FF2B5EF4-FFF2-40B4-BE49-F238E27FC236}">
                <a16:creationId xmlns:a16="http://schemas.microsoft.com/office/drawing/2014/main" id="{475943B5-AD60-623B-5C61-274F59BB8D44}"/>
              </a:ext>
            </a:extLst>
          </p:cNvPr>
          <p:cNvSpPr/>
          <p:nvPr/>
        </p:nvSpPr>
        <p:spPr>
          <a:xfrm>
            <a:off x="7355579" y="5476623"/>
            <a:ext cx="4005073" cy="6211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4. Al finalizar de diligenciar los campos, se presiona el botón </a:t>
            </a:r>
            <a:r>
              <a:rPr lang="es-ES_tradnl" sz="1200" b="1" dirty="0"/>
              <a:t>Guardar</a:t>
            </a:r>
            <a:r>
              <a:rPr lang="es-ES_tradnl" sz="1200" dirty="0"/>
              <a:t> o presionar la tecla </a:t>
            </a:r>
            <a:r>
              <a:rPr lang="es-ES_tradnl" sz="1200" b="1" dirty="0"/>
              <a:t>F10</a:t>
            </a:r>
            <a:r>
              <a:rPr lang="es-ES_tradnl" sz="1200" dirty="0"/>
              <a:t>.</a:t>
            </a:r>
          </a:p>
        </p:txBody>
      </p:sp>
      <p:pic>
        <p:nvPicPr>
          <p:cNvPr id="12" name="Imagen 11">
            <a:extLst>
              <a:ext uri="{FF2B5EF4-FFF2-40B4-BE49-F238E27FC236}">
                <a16:creationId xmlns:a16="http://schemas.microsoft.com/office/drawing/2014/main" id="{0AB411B1-DE82-8D04-F19B-72C15CED5173}"/>
              </a:ext>
            </a:extLst>
          </p:cNvPr>
          <p:cNvPicPr>
            <a:picLocks noChangeAspect="1"/>
          </p:cNvPicPr>
          <p:nvPr/>
        </p:nvPicPr>
        <p:blipFill>
          <a:blip r:embed="rId5"/>
          <a:stretch>
            <a:fillRect/>
          </a:stretch>
        </p:blipFill>
        <p:spPr>
          <a:xfrm>
            <a:off x="10561625" y="3608504"/>
            <a:ext cx="162000" cy="162000"/>
          </a:xfrm>
          <a:prstGeom prst="rect">
            <a:avLst/>
          </a:prstGeom>
        </p:spPr>
      </p:pic>
      <p:pic>
        <p:nvPicPr>
          <p:cNvPr id="16" name="Imagen 15">
            <a:extLst>
              <a:ext uri="{FF2B5EF4-FFF2-40B4-BE49-F238E27FC236}">
                <a16:creationId xmlns:a16="http://schemas.microsoft.com/office/drawing/2014/main" id="{399E8FCD-E90C-57F4-B109-C27080DBDF09}"/>
              </a:ext>
            </a:extLst>
          </p:cNvPr>
          <p:cNvPicPr>
            <a:picLocks noChangeAspect="1"/>
          </p:cNvPicPr>
          <p:nvPr/>
        </p:nvPicPr>
        <p:blipFill>
          <a:blip r:embed="rId6"/>
          <a:stretch>
            <a:fillRect/>
          </a:stretch>
        </p:blipFill>
        <p:spPr>
          <a:xfrm>
            <a:off x="3738905" y="2163213"/>
            <a:ext cx="162000" cy="162000"/>
          </a:xfrm>
          <a:prstGeom prst="rect">
            <a:avLst/>
          </a:prstGeom>
        </p:spPr>
      </p:pic>
    </p:spTree>
    <p:extLst>
      <p:ext uri="{BB962C8B-B14F-4D97-AF65-F5344CB8AC3E}">
        <p14:creationId xmlns:p14="http://schemas.microsoft.com/office/powerpoint/2010/main" val="361496341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8CECC-DBA0-7A24-F077-5CAB531A0FE9}"/>
            </a:ext>
          </a:extLst>
        </p:cNvPr>
        <p:cNvGrpSpPr/>
        <p:nvPr/>
      </p:nvGrpSpPr>
      <p:grpSpPr>
        <a:xfrm>
          <a:off x="0" y="0"/>
          <a:ext cx="0" cy="0"/>
          <a:chOff x="0" y="0"/>
          <a:chExt cx="0" cy="0"/>
        </a:xfrm>
      </p:grpSpPr>
      <p:sp>
        <p:nvSpPr>
          <p:cNvPr id="2" name="Marcador de texto 1">
            <a:extLst>
              <a:ext uri="{FF2B5EF4-FFF2-40B4-BE49-F238E27FC236}">
                <a16:creationId xmlns:a16="http://schemas.microsoft.com/office/drawing/2014/main" id="{06C7983B-7714-5BC8-1CE2-537E7EBCD2D0}"/>
              </a:ext>
            </a:extLst>
          </p:cNvPr>
          <p:cNvSpPr>
            <a:spLocks noGrp="1"/>
          </p:cNvSpPr>
          <p:nvPr>
            <p:ph type="body" sz="quarter" idx="10"/>
          </p:nvPr>
        </p:nvSpPr>
        <p:spPr>
          <a:xfrm>
            <a:off x="636590" y="2962501"/>
            <a:ext cx="10918819" cy="932997"/>
          </a:xfrm>
        </p:spPr>
        <p:txBody>
          <a:bodyPr/>
          <a:lstStyle/>
          <a:p>
            <a:r>
              <a:rPr lang="es-CO" dirty="0"/>
              <a:t>Cierre masivo de sesiones de cajeros</a:t>
            </a:r>
          </a:p>
          <a:p>
            <a:endParaRPr lang="en-US" dirty="0"/>
          </a:p>
          <a:p>
            <a:endParaRPr lang="es-CO" dirty="0"/>
          </a:p>
        </p:txBody>
      </p:sp>
      <p:sp>
        <p:nvSpPr>
          <p:cNvPr id="6" name="Text Placeholder 16">
            <a:extLst>
              <a:ext uri="{FF2B5EF4-FFF2-40B4-BE49-F238E27FC236}">
                <a16:creationId xmlns:a16="http://schemas.microsoft.com/office/drawing/2014/main" id="{ED13312B-6E53-5169-7AA6-842AFEA1B346}"/>
              </a:ext>
            </a:extLst>
          </p:cNvPr>
          <p:cNvSpPr txBox="1">
            <a:spLocks/>
          </p:cNvSpPr>
          <p:nvPr/>
        </p:nvSpPr>
        <p:spPr>
          <a:xfrm>
            <a:off x="636590" y="3804213"/>
            <a:ext cx="2725795" cy="38964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solidFill>
                  <a:schemeClr val="bg1"/>
                </a:solidFill>
              </a:rPr>
              <a:t>Gestionar los pagos</a:t>
            </a:r>
            <a:endParaRPr lang="en-US" sz="2000" dirty="0">
              <a:solidFill>
                <a:schemeClr val="bg1"/>
              </a:solidFill>
            </a:endParaRPr>
          </a:p>
        </p:txBody>
      </p:sp>
    </p:spTree>
    <p:extLst>
      <p:ext uri="{BB962C8B-B14F-4D97-AF65-F5344CB8AC3E}">
        <p14:creationId xmlns:p14="http://schemas.microsoft.com/office/powerpoint/2010/main" val="210642661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23BA-DC52-14BB-BBFB-EE928CFC255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8E4C4D0-7C10-6601-A94C-D3B16FC1CA3C}"/>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20" name="Rectángulo: esquinas redondeadas 19">
            <a:extLst>
              <a:ext uri="{FF2B5EF4-FFF2-40B4-BE49-F238E27FC236}">
                <a16:creationId xmlns:a16="http://schemas.microsoft.com/office/drawing/2014/main" id="{079244CD-0D55-8CB5-D98E-AB5FC7E6BD46}"/>
              </a:ext>
            </a:extLst>
          </p:cNvPr>
          <p:cNvSpPr/>
          <p:nvPr/>
        </p:nvSpPr>
        <p:spPr>
          <a:xfrm>
            <a:off x="937259" y="5532119"/>
            <a:ext cx="10317480" cy="65087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defTabSz="457200">
              <a:defRPr/>
            </a:pPr>
            <a:r>
              <a:rPr lang="es-ES" sz="1200" dirty="0">
                <a:solidFill>
                  <a:schemeClr val="bg1"/>
                </a:solidFill>
                <a:cs typeface="Arial"/>
              </a:rPr>
              <a:t>El proceso TGRCLOS permite realizar el cierre masivo de cajeros, teniendo en consideración la opción de cerrar o finalizar las sesiones que se encuentren abiertas a la fecha</a:t>
            </a:r>
            <a:r>
              <a:rPr lang="es-ES" sz="1400" dirty="0">
                <a:solidFill>
                  <a:schemeClr val="bg1"/>
                </a:solidFill>
                <a:cs typeface="Arial"/>
              </a:rPr>
              <a:t>.</a:t>
            </a:r>
          </a:p>
        </p:txBody>
      </p:sp>
      <p:pic>
        <p:nvPicPr>
          <p:cNvPr id="4" name="Imagen 3">
            <a:extLst>
              <a:ext uri="{FF2B5EF4-FFF2-40B4-BE49-F238E27FC236}">
                <a16:creationId xmlns:a16="http://schemas.microsoft.com/office/drawing/2014/main" id="{13F83A52-A55F-BAC5-CAE5-77322A770586}"/>
              </a:ext>
            </a:extLst>
          </p:cNvPr>
          <p:cNvPicPr>
            <a:picLocks noChangeAspect="1"/>
          </p:cNvPicPr>
          <p:nvPr/>
        </p:nvPicPr>
        <p:blipFill>
          <a:blip r:embed="rId3"/>
          <a:stretch>
            <a:fillRect/>
          </a:stretch>
        </p:blipFill>
        <p:spPr>
          <a:xfrm>
            <a:off x="937259" y="1077596"/>
            <a:ext cx="10317480" cy="4190468"/>
          </a:xfrm>
          <a:prstGeom prst="rect">
            <a:avLst/>
          </a:prstGeom>
        </p:spPr>
      </p:pic>
    </p:spTree>
    <p:extLst>
      <p:ext uri="{BB962C8B-B14F-4D97-AF65-F5344CB8AC3E}">
        <p14:creationId xmlns:p14="http://schemas.microsoft.com/office/powerpoint/2010/main" val="199347387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7C067-53A9-3247-07FB-5C8318964F9D}"/>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895ADF4-8441-0B76-79BB-FE86A8CE7B69}"/>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6" name="Rectangle: Rounded Corners 7">
            <a:extLst>
              <a:ext uri="{FF2B5EF4-FFF2-40B4-BE49-F238E27FC236}">
                <a16:creationId xmlns:a16="http://schemas.microsoft.com/office/drawing/2014/main" id="{BE518644-3FE7-2F5A-B767-87A099D9761E}"/>
              </a:ext>
            </a:extLst>
          </p:cNvPr>
          <p:cNvSpPr/>
          <p:nvPr/>
        </p:nvSpPr>
        <p:spPr>
          <a:xfrm>
            <a:off x="1328927" y="1400603"/>
            <a:ext cx="2599532" cy="48350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457200">
              <a:defRPr/>
            </a:pPr>
            <a:r>
              <a:rPr lang="es-ES" sz="1400" b="1" dirty="0"/>
              <a:t>Parámetros del proceso</a:t>
            </a:r>
            <a:r>
              <a:rPr lang="es-ES" sz="1200" dirty="0">
                <a:solidFill>
                  <a:schemeClr val="bg1"/>
                </a:solidFill>
                <a:cs typeface="Arial"/>
              </a:rPr>
              <a:t>:</a:t>
            </a:r>
            <a:endParaRPr lang="en-US" sz="1600" dirty="0">
              <a:solidFill>
                <a:schemeClr val="bg1"/>
              </a:solidFill>
              <a:cs typeface="Arial" panose="020B0604020202020204"/>
            </a:endParaRPr>
          </a:p>
        </p:txBody>
      </p:sp>
      <p:pic>
        <p:nvPicPr>
          <p:cNvPr id="8" name="Imagen 7">
            <a:extLst>
              <a:ext uri="{FF2B5EF4-FFF2-40B4-BE49-F238E27FC236}">
                <a16:creationId xmlns:a16="http://schemas.microsoft.com/office/drawing/2014/main" id="{8C493B8B-66A6-E23A-3636-51EB6FE1B033}"/>
              </a:ext>
            </a:extLst>
          </p:cNvPr>
          <p:cNvPicPr>
            <a:picLocks noChangeAspect="1"/>
          </p:cNvPicPr>
          <p:nvPr/>
        </p:nvPicPr>
        <p:blipFill>
          <a:blip r:embed="rId3"/>
          <a:stretch>
            <a:fillRect/>
          </a:stretch>
        </p:blipFill>
        <p:spPr>
          <a:xfrm>
            <a:off x="1338071" y="1902396"/>
            <a:ext cx="9296400" cy="3848100"/>
          </a:xfrm>
          <a:prstGeom prst="rect">
            <a:avLst/>
          </a:prstGeom>
        </p:spPr>
      </p:pic>
    </p:spTree>
    <p:extLst>
      <p:ext uri="{BB962C8B-B14F-4D97-AF65-F5344CB8AC3E}">
        <p14:creationId xmlns:p14="http://schemas.microsoft.com/office/powerpoint/2010/main" val="345089347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8D29-1928-E2C5-44DF-0DF0E60366F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193C41E-6A47-4354-119D-ABD2B58907A9}"/>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6" name="Rectangle: Rounded Corners 7">
            <a:extLst>
              <a:ext uri="{FF2B5EF4-FFF2-40B4-BE49-F238E27FC236}">
                <a16:creationId xmlns:a16="http://schemas.microsoft.com/office/drawing/2014/main" id="{AD741143-548F-3B96-5820-36C2724935CB}"/>
              </a:ext>
            </a:extLst>
          </p:cNvPr>
          <p:cNvSpPr/>
          <p:nvPr/>
        </p:nvSpPr>
        <p:spPr>
          <a:xfrm>
            <a:off x="1328927" y="1400603"/>
            <a:ext cx="2599532" cy="483505"/>
          </a:xfrm>
          <a:prstGeom prst="roundRect">
            <a:avLst/>
          </a:prstGeom>
          <a:ln/>
        </p:spPr>
        <p:style>
          <a:lnRef idx="3">
            <a:schemeClr val="lt1"/>
          </a:lnRef>
          <a:fillRef idx="1">
            <a:schemeClr val="accent1"/>
          </a:fillRef>
          <a:effectRef idx="1">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457200">
              <a:defRPr/>
            </a:pPr>
            <a:r>
              <a:rPr lang="es-ES" sz="1400" b="1" dirty="0"/>
              <a:t>Parámetros del proceso</a:t>
            </a:r>
            <a:r>
              <a:rPr lang="es-ES" sz="1200" dirty="0">
                <a:solidFill>
                  <a:schemeClr val="bg1"/>
                </a:solidFill>
                <a:cs typeface="Arial"/>
              </a:rPr>
              <a:t>:</a:t>
            </a:r>
            <a:endParaRPr lang="en-US" sz="1600" dirty="0">
              <a:solidFill>
                <a:schemeClr val="bg1"/>
              </a:solidFill>
              <a:cs typeface="Arial" panose="020B0604020202020204"/>
            </a:endParaRPr>
          </a:p>
        </p:txBody>
      </p:sp>
      <p:pic>
        <p:nvPicPr>
          <p:cNvPr id="4" name="Imagen 3">
            <a:extLst>
              <a:ext uri="{FF2B5EF4-FFF2-40B4-BE49-F238E27FC236}">
                <a16:creationId xmlns:a16="http://schemas.microsoft.com/office/drawing/2014/main" id="{7C365810-1BF2-85C8-07C8-349C2008C250}"/>
              </a:ext>
            </a:extLst>
          </p:cNvPr>
          <p:cNvPicPr>
            <a:picLocks noChangeAspect="1"/>
          </p:cNvPicPr>
          <p:nvPr/>
        </p:nvPicPr>
        <p:blipFill>
          <a:blip r:embed="rId3"/>
          <a:stretch>
            <a:fillRect/>
          </a:stretch>
        </p:blipFill>
        <p:spPr>
          <a:xfrm>
            <a:off x="1356359" y="1955165"/>
            <a:ext cx="9296400" cy="2673350"/>
          </a:xfrm>
          <a:prstGeom prst="rect">
            <a:avLst/>
          </a:prstGeom>
        </p:spPr>
      </p:pic>
    </p:spTree>
    <p:extLst>
      <p:ext uri="{BB962C8B-B14F-4D97-AF65-F5344CB8AC3E}">
        <p14:creationId xmlns:p14="http://schemas.microsoft.com/office/powerpoint/2010/main" val="160285983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1EC23-D5B8-899D-E959-7166C97F96F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17842D1-8E81-3331-BA67-A76E265FDF8F}"/>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pic>
        <p:nvPicPr>
          <p:cNvPr id="5" name="Imagen 4">
            <a:extLst>
              <a:ext uri="{FF2B5EF4-FFF2-40B4-BE49-F238E27FC236}">
                <a16:creationId xmlns:a16="http://schemas.microsoft.com/office/drawing/2014/main" id="{219FCAB8-B665-88A5-3AAA-F6967518EC3D}"/>
              </a:ext>
            </a:extLst>
          </p:cNvPr>
          <p:cNvPicPr>
            <a:picLocks noChangeAspect="1"/>
          </p:cNvPicPr>
          <p:nvPr/>
        </p:nvPicPr>
        <p:blipFill>
          <a:blip r:embed="rId3"/>
          <a:stretch>
            <a:fillRect/>
          </a:stretch>
        </p:blipFill>
        <p:spPr>
          <a:xfrm>
            <a:off x="3781552" y="1488820"/>
            <a:ext cx="4628896" cy="3316927"/>
          </a:xfrm>
          <a:prstGeom prst="rect">
            <a:avLst/>
          </a:prstGeom>
        </p:spPr>
      </p:pic>
    </p:spTree>
    <p:extLst>
      <p:ext uri="{BB962C8B-B14F-4D97-AF65-F5344CB8AC3E}">
        <p14:creationId xmlns:p14="http://schemas.microsoft.com/office/powerpoint/2010/main" val="22117203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B7521-709F-FA9F-2620-38853F26EDA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C80CB19-D91F-327D-6E19-124FA4DB1679}"/>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pic>
        <p:nvPicPr>
          <p:cNvPr id="5" name="Imagen 4">
            <a:extLst>
              <a:ext uri="{FF2B5EF4-FFF2-40B4-BE49-F238E27FC236}">
                <a16:creationId xmlns:a16="http://schemas.microsoft.com/office/drawing/2014/main" id="{7B395FD5-1EA9-8CC3-A1DE-44A06EDA158A}"/>
              </a:ext>
            </a:extLst>
          </p:cNvPr>
          <p:cNvPicPr>
            <a:picLocks noChangeAspect="1"/>
          </p:cNvPicPr>
          <p:nvPr/>
        </p:nvPicPr>
        <p:blipFill>
          <a:blip r:embed="rId3"/>
          <a:stretch>
            <a:fillRect/>
          </a:stretch>
        </p:blipFill>
        <p:spPr>
          <a:xfrm>
            <a:off x="3781552" y="1488820"/>
            <a:ext cx="4628896" cy="3316927"/>
          </a:xfrm>
          <a:prstGeom prst="rect">
            <a:avLst/>
          </a:prstGeom>
        </p:spPr>
      </p:pic>
    </p:spTree>
    <p:extLst>
      <p:ext uri="{BB962C8B-B14F-4D97-AF65-F5344CB8AC3E}">
        <p14:creationId xmlns:p14="http://schemas.microsoft.com/office/powerpoint/2010/main" val="285471266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252A6-DD8B-9FCB-4965-D5071C39F79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56ACA5D-9F67-5535-9790-91A61DB22C21}"/>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pic>
        <p:nvPicPr>
          <p:cNvPr id="9" name="Imagen 8">
            <a:extLst>
              <a:ext uri="{FF2B5EF4-FFF2-40B4-BE49-F238E27FC236}">
                <a16:creationId xmlns:a16="http://schemas.microsoft.com/office/drawing/2014/main" id="{9FDF41C9-DAD6-6E8C-A676-4331AA12817E}"/>
              </a:ext>
            </a:extLst>
          </p:cNvPr>
          <p:cNvPicPr>
            <a:picLocks noChangeAspect="1"/>
          </p:cNvPicPr>
          <p:nvPr/>
        </p:nvPicPr>
        <p:blipFill>
          <a:blip r:embed="rId3"/>
          <a:stretch>
            <a:fillRect/>
          </a:stretch>
        </p:blipFill>
        <p:spPr>
          <a:xfrm>
            <a:off x="1042988" y="1078992"/>
            <a:ext cx="10106023" cy="4124692"/>
          </a:xfrm>
          <a:prstGeom prst="rect">
            <a:avLst/>
          </a:prstGeom>
        </p:spPr>
      </p:pic>
      <p:sp>
        <p:nvSpPr>
          <p:cNvPr id="3" name="Rectángulo: esquinas redondeadas 2">
            <a:extLst>
              <a:ext uri="{FF2B5EF4-FFF2-40B4-BE49-F238E27FC236}">
                <a16:creationId xmlns:a16="http://schemas.microsoft.com/office/drawing/2014/main" id="{64D29F7A-263D-C806-2C8E-DB27FFA20FDF}"/>
              </a:ext>
            </a:extLst>
          </p:cNvPr>
          <p:cNvSpPr/>
          <p:nvPr/>
        </p:nvSpPr>
        <p:spPr>
          <a:xfrm>
            <a:off x="1077089" y="5376671"/>
            <a:ext cx="4153279" cy="65087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1. En el campo Impresora digitar la sentencia DATABASE.</a:t>
            </a:r>
          </a:p>
        </p:txBody>
      </p:sp>
      <p:pic>
        <p:nvPicPr>
          <p:cNvPr id="6" name="Imagen 5">
            <a:extLst>
              <a:ext uri="{FF2B5EF4-FFF2-40B4-BE49-F238E27FC236}">
                <a16:creationId xmlns:a16="http://schemas.microsoft.com/office/drawing/2014/main" id="{5BEAD676-AF74-213F-3527-2FE2F6B4144B}"/>
              </a:ext>
            </a:extLst>
          </p:cNvPr>
          <p:cNvPicPr>
            <a:picLocks noChangeAspect="1"/>
          </p:cNvPicPr>
          <p:nvPr/>
        </p:nvPicPr>
        <p:blipFill>
          <a:blip r:embed="rId4"/>
          <a:stretch>
            <a:fillRect/>
          </a:stretch>
        </p:blipFill>
        <p:spPr>
          <a:xfrm>
            <a:off x="3446947" y="2069251"/>
            <a:ext cx="162000" cy="162000"/>
          </a:xfrm>
          <a:prstGeom prst="rect">
            <a:avLst/>
          </a:prstGeom>
        </p:spPr>
      </p:pic>
    </p:spTree>
    <p:extLst>
      <p:ext uri="{BB962C8B-B14F-4D97-AF65-F5344CB8AC3E}">
        <p14:creationId xmlns:p14="http://schemas.microsoft.com/office/powerpoint/2010/main" val="360706310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8104E-1955-842F-4EE0-88A33C29419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4E96BE2-9DD6-A97B-4A3C-0E971E2265E8}"/>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B7D3BAEF-2E85-E495-BE0A-C055552ACD9F}"/>
              </a:ext>
            </a:extLst>
          </p:cNvPr>
          <p:cNvSpPr/>
          <p:nvPr/>
        </p:nvSpPr>
        <p:spPr>
          <a:xfrm>
            <a:off x="1077089" y="5376671"/>
            <a:ext cx="4153279" cy="65087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2. </a:t>
            </a:r>
            <a:r>
              <a:rPr lang="es-ES" sz="1200" dirty="0">
                <a:solidFill>
                  <a:schemeClr val="bg1"/>
                </a:solidFill>
                <a:cs typeface="Arial"/>
              </a:rPr>
              <a:t>Definir los parámetros a ejecutar.</a:t>
            </a:r>
            <a:endParaRPr lang="es-ES_tradnl" sz="1200" dirty="0"/>
          </a:p>
        </p:txBody>
      </p:sp>
      <p:pic>
        <p:nvPicPr>
          <p:cNvPr id="5" name="Imagen 4">
            <a:extLst>
              <a:ext uri="{FF2B5EF4-FFF2-40B4-BE49-F238E27FC236}">
                <a16:creationId xmlns:a16="http://schemas.microsoft.com/office/drawing/2014/main" id="{8466CF42-68DB-ABA1-CDED-E894476A7ADD}"/>
              </a:ext>
            </a:extLst>
          </p:cNvPr>
          <p:cNvPicPr>
            <a:picLocks noChangeAspect="1"/>
          </p:cNvPicPr>
          <p:nvPr/>
        </p:nvPicPr>
        <p:blipFill>
          <a:blip r:embed="rId3"/>
          <a:stretch>
            <a:fillRect/>
          </a:stretch>
        </p:blipFill>
        <p:spPr>
          <a:xfrm>
            <a:off x="1129875" y="1145603"/>
            <a:ext cx="9932249" cy="4024630"/>
          </a:xfrm>
          <a:prstGeom prst="rect">
            <a:avLst/>
          </a:prstGeom>
        </p:spPr>
      </p:pic>
      <p:pic>
        <p:nvPicPr>
          <p:cNvPr id="7" name="Imagen 6">
            <a:extLst>
              <a:ext uri="{FF2B5EF4-FFF2-40B4-BE49-F238E27FC236}">
                <a16:creationId xmlns:a16="http://schemas.microsoft.com/office/drawing/2014/main" id="{AABCEE66-0DE3-2F75-7BCD-BB1991CBECF7}"/>
              </a:ext>
            </a:extLst>
          </p:cNvPr>
          <p:cNvPicPr>
            <a:picLocks noChangeAspect="1"/>
          </p:cNvPicPr>
          <p:nvPr/>
        </p:nvPicPr>
        <p:blipFill>
          <a:blip r:embed="rId4"/>
          <a:stretch>
            <a:fillRect/>
          </a:stretch>
        </p:blipFill>
        <p:spPr>
          <a:xfrm>
            <a:off x="6712001" y="3005062"/>
            <a:ext cx="162000" cy="162000"/>
          </a:xfrm>
          <a:prstGeom prst="rect">
            <a:avLst/>
          </a:prstGeom>
        </p:spPr>
      </p:pic>
    </p:spTree>
    <p:extLst>
      <p:ext uri="{BB962C8B-B14F-4D97-AF65-F5344CB8AC3E}">
        <p14:creationId xmlns:p14="http://schemas.microsoft.com/office/powerpoint/2010/main" val="19064925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C33E0-5F7D-4028-57A9-595017C30FEA}"/>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708B549-247F-D1E9-3EE8-3412F3E922CA}"/>
              </a:ext>
            </a:extLst>
          </p:cNvPr>
          <p:cNvSpPr txBox="1">
            <a:spLocks/>
          </p:cNvSpPr>
          <p:nvPr/>
        </p:nvSpPr>
        <p:spPr>
          <a:xfrm>
            <a:off x="831346" y="438683"/>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8A02198E-03F9-B81C-7416-48C1164E6541}"/>
              </a:ext>
            </a:extLst>
          </p:cNvPr>
          <p:cNvSpPr/>
          <p:nvPr/>
        </p:nvSpPr>
        <p:spPr>
          <a:xfrm>
            <a:off x="831346" y="5820159"/>
            <a:ext cx="4153279"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3. En la sección “Envío” se activa el </a:t>
            </a:r>
            <a:r>
              <a:rPr lang="es-ES" sz="1200" dirty="0" err="1">
                <a:solidFill>
                  <a:schemeClr val="bg1"/>
                </a:solidFill>
                <a:cs typeface="Arial"/>
              </a:rPr>
              <a:t>check</a:t>
            </a:r>
            <a:r>
              <a:rPr lang="es-ES" sz="1200" dirty="0">
                <a:solidFill>
                  <a:schemeClr val="bg1"/>
                </a:solidFill>
                <a:cs typeface="Arial"/>
              </a:rPr>
              <a:t> del campo </a:t>
            </a:r>
            <a:r>
              <a:rPr lang="es-ES" sz="1200" b="1" dirty="0">
                <a:solidFill>
                  <a:schemeClr val="bg1"/>
                </a:solidFill>
                <a:cs typeface="Arial"/>
              </a:rPr>
              <a:t>Guardar parámetros como</a:t>
            </a:r>
            <a:r>
              <a:rPr lang="es-ES" sz="1200" dirty="0">
                <a:solidFill>
                  <a:schemeClr val="bg1"/>
                </a:solidFill>
                <a:cs typeface="Arial"/>
              </a:rPr>
              <a:t>.</a:t>
            </a:r>
            <a:endParaRPr lang="en-US" sz="1200" dirty="0">
              <a:solidFill>
                <a:schemeClr val="bg1"/>
              </a:solidFill>
            </a:endParaRPr>
          </a:p>
        </p:txBody>
      </p:sp>
      <p:pic>
        <p:nvPicPr>
          <p:cNvPr id="6" name="Imagen 5">
            <a:extLst>
              <a:ext uri="{FF2B5EF4-FFF2-40B4-BE49-F238E27FC236}">
                <a16:creationId xmlns:a16="http://schemas.microsoft.com/office/drawing/2014/main" id="{B7551DE4-BC17-F471-6CF4-64974DE95BCE}"/>
              </a:ext>
            </a:extLst>
          </p:cNvPr>
          <p:cNvPicPr>
            <a:picLocks noChangeAspect="1"/>
          </p:cNvPicPr>
          <p:nvPr/>
        </p:nvPicPr>
        <p:blipFill>
          <a:blip r:embed="rId3"/>
          <a:stretch>
            <a:fillRect/>
          </a:stretch>
        </p:blipFill>
        <p:spPr>
          <a:xfrm>
            <a:off x="831346" y="939165"/>
            <a:ext cx="10483883" cy="4216583"/>
          </a:xfrm>
          <a:prstGeom prst="rect">
            <a:avLst/>
          </a:prstGeom>
        </p:spPr>
      </p:pic>
      <p:pic>
        <p:nvPicPr>
          <p:cNvPr id="9" name="Imagen 8">
            <a:extLst>
              <a:ext uri="{FF2B5EF4-FFF2-40B4-BE49-F238E27FC236}">
                <a16:creationId xmlns:a16="http://schemas.microsoft.com/office/drawing/2014/main" id="{176BD9AC-51C2-B46A-EF52-19D206B90264}"/>
              </a:ext>
            </a:extLst>
          </p:cNvPr>
          <p:cNvPicPr>
            <a:picLocks noChangeAspect="1"/>
          </p:cNvPicPr>
          <p:nvPr/>
        </p:nvPicPr>
        <p:blipFill>
          <a:blip r:embed="rId4"/>
          <a:stretch>
            <a:fillRect/>
          </a:stretch>
        </p:blipFill>
        <p:spPr>
          <a:xfrm>
            <a:off x="831346" y="5203105"/>
            <a:ext cx="10483883" cy="348917"/>
          </a:xfrm>
          <a:prstGeom prst="rect">
            <a:avLst/>
          </a:prstGeom>
        </p:spPr>
      </p:pic>
      <p:sp>
        <p:nvSpPr>
          <p:cNvPr id="10" name="Rectángulo: esquinas redondeadas 9">
            <a:extLst>
              <a:ext uri="{FF2B5EF4-FFF2-40B4-BE49-F238E27FC236}">
                <a16:creationId xmlns:a16="http://schemas.microsoft.com/office/drawing/2014/main" id="{793ABD33-C18B-00C6-D6B7-6497CA8FE15E}"/>
              </a:ext>
            </a:extLst>
          </p:cNvPr>
          <p:cNvSpPr/>
          <p:nvPr/>
        </p:nvSpPr>
        <p:spPr>
          <a:xfrm>
            <a:off x="5921506" y="5820159"/>
            <a:ext cx="463067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4. Al finalizar de diligenciar los campos, se presiona el botón </a:t>
            </a:r>
            <a:r>
              <a:rPr lang="es-ES_tradnl" sz="1200" b="1" dirty="0"/>
              <a:t>Guardar</a:t>
            </a:r>
            <a:r>
              <a:rPr lang="es-ES_tradnl" sz="1200" dirty="0"/>
              <a:t> o presionar la tecla </a:t>
            </a:r>
            <a:r>
              <a:rPr lang="es-ES_tradnl" sz="1200" b="1" dirty="0"/>
              <a:t>F10</a:t>
            </a:r>
            <a:r>
              <a:rPr lang="es-ES_tradnl" sz="1200" dirty="0"/>
              <a:t>.</a:t>
            </a:r>
          </a:p>
        </p:txBody>
      </p:sp>
      <p:pic>
        <p:nvPicPr>
          <p:cNvPr id="12" name="Imagen 11">
            <a:extLst>
              <a:ext uri="{FF2B5EF4-FFF2-40B4-BE49-F238E27FC236}">
                <a16:creationId xmlns:a16="http://schemas.microsoft.com/office/drawing/2014/main" id="{1AE247BD-3610-C965-D24A-8B3F3ABC903F}"/>
              </a:ext>
            </a:extLst>
          </p:cNvPr>
          <p:cNvPicPr>
            <a:picLocks noChangeAspect="1"/>
          </p:cNvPicPr>
          <p:nvPr/>
        </p:nvPicPr>
        <p:blipFill>
          <a:blip r:embed="rId5"/>
          <a:stretch>
            <a:fillRect/>
          </a:stretch>
        </p:blipFill>
        <p:spPr>
          <a:xfrm>
            <a:off x="10524744" y="5287419"/>
            <a:ext cx="162000" cy="162000"/>
          </a:xfrm>
          <a:prstGeom prst="rect">
            <a:avLst/>
          </a:prstGeom>
        </p:spPr>
      </p:pic>
      <p:pic>
        <p:nvPicPr>
          <p:cNvPr id="14" name="Imagen 13">
            <a:extLst>
              <a:ext uri="{FF2B5EF4-FFF2-40B4-BE49-F238E27FC236}">
                <a16:creationId xmlns:a16="http://schemas.microsoft.com/office/drawing/2014/main" id="{9679AEE0-C02B-AD15-7CF8-6EDFA65CAC5E}"/>
              </a:ext>
            </a:extLst>
          </p:cNvPr>
          <p:cNvPicPr>
            <a:picLocks noChangeAspect="1"/>
          </p:cNvPicPr>
          <p:nvPr/>
        </p:nvPicPr>
        <p:blipFill>
          <a:blip r:embed="rId6"/>
          <a:stretch>
            <a:fillRect/>
          </a:stretch>
        </p:blipFill>
        <p:spPr>
          <a:xfrm>
            <a:off x="1320091" y="4772968"/>
            <a:ext cx="162000" cy="162000"/>
          </a:xfrm>
          <a:prstGeom prst="rect">
            <a:avLst/>
          </a:prstGeom>
        </p:spPr>
      </p:pic>
    </p:spTree>
    <p:extLst>
      <p:ext uri="{BB962C8B-B14F-4D97-AF65-F5344CB8AC3E}">
        <p14:creationId xmlns:p14="http://schemas.microsoft.com/office/powerpoint/2010/main" val="11335833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23A4A-AA6E-36C0-1EAE-94CAC8322FF1}"/>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3A2C3AE-29A1-DC12-459B-13160A4D36E5}"/>
              </a:ext>
            </a:extLst>
          </p:cNvPr>
          <p:cNvSpPr txBox="1">
            <a:spLocks/>
          </p:cNvSpPr>
          <p:nvPr/>
        </p:nvSpPr>
        <p:spPr>
          <a:xfrm>
            <a:off x="892685" y="557555"/>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F79C3057-6E4D-AE7A-C2B7-2DB031DDFEAA}"/>
              </a:ext>
            </a:extLst>
          </p:cNvPr>
          <p:cNvSpPr/>
          <p:nvPr/>
        </p:nvSpPr>
        <p:spPr>
          <a:xfrm>
            <a:off x="892685" y="4375407"/>
            <a:ext cx="1040663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5. Tras la aplicación del proceso TGRCLOS, se generan las salidas .LOG y .LIS para validación del resultado de la ejecución del proceso.</a:t>
            </a:r>
            <a:endParaRPr lang="en-US" sz="1200" dirty="0">
              <a:solidFill>
                <a:schemeClr val="bg1"/>
              </a:solidFill>
            </a:endParaRPr>
          </a:p>
        </p:txBody>
      </p:sp>
      <p:pic>
        <p:nvPicPr>
          <p:cNvPr id="5" name="Imagen 4">
            <a:extLst>
              <a:ext uri="{FF2B5EF4-FFF2-40B4-BE49-F238E27FC236}">
                <a16:creationId xmlns:a16="http://schemas.microsoft.com/office/drawing/2014/main" id="{BD30C9A7-4077-20DF-846C-02D7879CA608}"/>
              </a:ext>
            </a:extLst>
          </p:cNvPr>
          <p:cNvPicPr>
            <a:picLocks noChangeAspect="1"/>
          </p:cNvPicPr>
          <p:nvPr/>
        </p:nvPicPr>
        <p:blipFill>
          <a:blip r:embed="rId3"/>
          <a:stretch>
            <a:fillRect/>
          </a:stretch>
        </p:blipFill>
        <p:spPr>
          <a:xfrm>
            <a:off x="892685" y="2083409"/>
            <a:ext cx="10406630" cy="1345591"/>
          </a:xfrm>
          <a:prstGeom prst="rect">
            <a:avLst/>
          </a:prstGeom>
        </p:spPr>
      </p:pic>
    </p:spTree>
    <p:extLst>
      <p:ext uri="{BB962C8B-B14F-4D97-AF65-F5344CB8AC3E}">
        <p14:creationId xmlns:p14="http://schemas.microsoft.com/office/powerpoint/2010/main" val="286227888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0BADE-3D87-2EAB-3A34-2DBE9353B7B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2E06F471-9FFC-7F83-51D9-FBBB80FEFAE3}"/>
              </a:ext>
            </a:extLst>
          </p:cNvPr>
          <p:cNvSpPr txBox="1">
            <a:spLocks/>
          </p:cNvSpPr>
          <p:nvPr/>
        </p:nvSpPr>
        <p:spPr>
          <a:xfrm>
            <a:off x="892685" y="557555"/>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3859A90B-7178-2BD5-FE42-0CB01D932386}"/>
              </a:ext>
            </a:extLst>
          </p:cNvPr>
          <p:cNvSpPr/>
          <p:nvPr/>
        </p:nvSpPr>
        <p:spPr>
          <a:xfrm>
            <a:off x="892685" y="5167239"/>
            <a:ext cx="7703881"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6. Para revisar las salidas .LOG y .LIS se debe ingresar a la sección superior del menú, opción "Relacionado“.</a:t>
            </a:r>
          </a:p>
        </p:txBody>
      </p:sp>
      <p:pic>
        <p:nvPicPr>
          <p:cNvPr id="4" name="Imagen 3">
            <a:extLst>
              <a:ext uri="{FF2B5EF4-FFF2-40B4-BE49-F238E27FC236}">
                <a16:creationId xmlns:a16="http://schemas.microsoft.com/office/drawing/2014/main" id="{E29EAF87-D217-DE0B-C21D-D258E5AE6C53}"/>
              </a:ext>
            </a:extLst>
          </p:cNvPr>
          <p:cNvPicPr>
            <a:picLocks noChangeAspect="1"/>
          </p:cNvPicPr>
          <p:nvPr/>
        </p:nvPicPr>
        <p:blipFill>
          <a:blip r:embed="rId3"/>
          <a:stretch>
            <a:fillRect/>
          </a:stretch>
        </p:blipFill>
        <p:spPr>
          <a:xfrm>
            <a:off x="921322" y="1440520"/>
            <a:ext cx="10349355" cy="3505776"/>
          </a:xfrm>
          <a:prstGeom prst="rect">
            <a:avLst/>
          </a:prstGeom>
        </p:spPr>
      </p:pic>
      <p:sp>
        <p:nvSpPr>
          <p:cNvPr id="6" name="Rectángulo: esquinas redondeadas 5">
            <a:extLst>
              <a:ext uri="{FF2B5EF4-FFF2-40B4-BE49-F238E27FC236}">
                <a16:creationId xmlns:a16="http://schemas.microsoft.com/office/drawing/2014/main" id="{09120D72-1E52-7DB9-BB5D-834926AAFA40}"/>
              </a:ext>
            </a:extLst>
          </p:cNvPr>
          <p:cNvSpPr/>
          <p:nvPr/>
        </p:nvSpPr>
        <p:spPr>
          <a:xfrm>
            <a:off x="892685" y="5799963"/>
            <a:ext cx="3962780"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7. Posteriormente la opción "Revisar Salida [GJIREVO]“.</a:t>
            </a:r>
          </a:p>
        </p:txBody>
      </p:sp>
      <p:pic>
        <p:nvPicPr>
          <p:cNvPr id="8" name="Imagen 7">
            <a:extLst>
              <a:ext uri="{FF2B5EF4-FFF2-40B4-BE49-F238E27FC236}">
                <a16:creationId xmlns:a16="http://schemas.microsoft.com/office/drawing/2014/main" id="{14733EE7-A4D9-4F5E-6E12-352E232FA94D}"/>
              </a:ext>
            </a:extLst>
          </p:cNvPr>
          <p:cNvPicPr>
            <a:picLocks noChangeAspect="1"/>
          </p:cNvPicPr>
          <p:nvPr/>
        </p:nvPicPr>
        <p:blipFill>
          <a:blip r:embed="rId4"/>
          <a:stretch>
            <a:fillRect/>
          </a:stretch>
        </p:blipFill>
        <p:spPr>
          <a:xfrm>
            <a:off x="11288965" y="1786433"/>
            <a:ext cx="162000" cy="162000"/>
          </a:xfrm>
          <a:prstGeom prst="rect">
            <a:avLst/>
          </a:prstGeom>
        </p:spPr>
      </p:pic>
      <p:pic>
        <p:nvPicPr>
          <p:cNvPr id="10" name="Imagen 9">
            <a:extLst>
              <a:ext uri="{FF2B5EF4-FFF2-40B4-BE49-F238E27FC236}">
                <a16:creationId xmlns:a16="http://schemas.microsoft.com/office/drawing/2014/main" id="{77F0598C-A45F-601E-FF94-4B49369F6DC5}"/>
              </a:ext>
            </a:extLst>
          </p:cNvPr>
          <p:cNvPicPr>
            <a:picLocks noChangeAspect="1"/>
          </p:cNvPicPr>
          <p:nvPr/>
        </p:nvPicPr>
        <p:blipFill>
          <a:blip r:embed="rId5"/>
          <a:stretch>
            <a:fillRect/>
          </a:stretch>
        </p:blipFill>
        <p:spPr>
          <a:xfrm>
            <a:off x="9266873" y="2366201"/>
            <a:ext cx="162000" cy="162000"/>
          </a:xfrm>
          <a:prstGeom prst="rect">
            <a:avLst/>
          </a:prstGeom>
        </p:spPr>
      </p:pic>
    </p:spTree>
    <p:extLst>
      <p:ext uri="{BB962C8B-B14F-4D97-AF65-F5344CB8AC3E}">
        <p14:creationId xmlns:p14="http://schemas.microsoft.com/office/powerpoint/2010/main" val="221771220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68BCE-8CE9-08F4-A24C-3C5E8D1C86E1}"/>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555D2F04-B702-0D0E-31DE-B6E1BBD66236}"/>
              </a:ext>
            </a:extLst>
          </p:cNvPr>
          <p:cNvPicPr>
            <a:picLocks noChangeAspect="1"/>
          </p:cNvPicPr>
          <p:nvPr/>
        </p:nvPicPr>
        <p:blipFill>
          <a:blip r:embed="rId3"/>
          <a:stretch>
            <a:fillRect/>
          </a:stretch>
        </p:blipFill>
        <p:spPr>
          <a:xfrm>
            <a:off x="996696" y="1305177"/>
            <a:ext cx="10198608" cy="4247646"/>
          </a:xfrm>
          <a:prstGeom prst="rect">
            <a:avLst/>
          </a:prstGeom>
        </p:spPr>
      </p:pic>
      <p:sp>
        <p:nvSpPr>
          <p:cNvPr id="2" name="Título 3">
            <a:extLst>
              <a:ext uri="{FF2B5EF4-FFF2-40B4-BE49-F238E27FC236}">
                <a16:creationId xmlns:a16="http://schemas.microsoft.com/office/drawing/2014/main" id="{BBAAA54B-57B9-019F-9AFE-621B924340D5}"/>
              </a:ext>
            </a:extLst>
          </p:cNvPr>
          <p:cNvSpPr txBox="1">
            <a:spLocks/>
          </p:cNvSpPr>
          <p:nvPr/>
        </p:nvSpPr>
        <p:spPr>
          <a:xfrm>
            <a:off x="892685" y="557555"/>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117DA086-EF90-C08B-A790-D5A5137D9A05}"/>
              </a:ext>
            </a:extLst>
          </p:cNvPr>
          <p:cNvSpPr/>
          <p:nvPr/>
        </p:nvSpPr>
        <p:spPr>
          <a:xfrm>
            <a:off x="700661" y="3059447"/>
            <a:ext cx="2874643" cy="7391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9. Desde el campo "nombre de archivo" presionar el botón de la lista desplegable.</a:t>
            </a:r>
          </a:p>
        </p:txBody>
      </p:sp>
      <p:sp>
        <p:nvSpPr>
          <p:cNvPr id="6" name="Rectángulo: esquinas redondeadas 5">
            <a:extLst>
              <a:ext uri="{FF2B5EF4-FFF2-40B4-BE49-F238E27FC236}">
                <a16:creationId xmlns:a16="http://schemas.microsoft.com/office/drawing/2014/main" id="{73D13808-A87B-66E9-74CB-C9F6B99E8320}"/>
              </a:ext>
            </a:extLst>
          </p:cNvPr>
          <p:cNvSpPr/>
          <p:nvPr/>
        </p:nvSpPr>
        <p:spPr>
          <a:xfrm>
            <a:off x="700661" y="4150068"/>
            <a:ext cx="2874643" cy="119917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10. En la ventana Archivos disponibles se ha de seleccionar aquel archivo que se desee visualizar, los cuales se diferencia por las extensiones .lis o .log.</a:t>
            </a:r>
          </a:p>
        </p:txBody>
      </p:sp>
      <p:sp>
        <p:nvSpPr>
          <p:cNvPr id="9" name="Rectángulo: esquinas redondeadas 8">
            <a:extLst>
              <a:ext uri="{FF2B5EF4-FFF2-40B4-BE49-F238E27FC236}">
                <a16:creationId xmlns:a16="http://schemas.microsoft.com/office/drawing/2014/main" id="{28780C46-5C0D-996B-3371-0CB2459E5F04}"/>
              </a:ext>
            </a:extLst>
          </p:cNvPr>
          <p:cNvSpPr/>
          <p:nvPr/>
        </p:nvSpPr>
        <p:spPr>
          <a:xfrm>
            <a:off x="8327135" y="3059446"/>
            <a:ext cx="3041905" cy="73910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8. En la nueva ventana, asegurarse que el campo "número" coincida con el número del proceso ejecutado.</a:t>
            </a:r>
          </a:p>
        </p:txBody>
      </p:sp>
      <p:sp>
        <p:nvSpPr>
          <p:cNvPr id="11" name="Rectángulo: esquinas redondeadas 10">
            <a:extLst>
              <a:ext uri="{FF2B5EF4-FFF2-40B4-BE49-F238E27FC236}">
                <a16:creationId xmlns:a16="http://schemas.microsoft.com/office/drawing/2014/main" id="{2B0997A0-8079-DCF8-C2EA-CE68D8166B48}"/>
              </a:ext>
            </a:extLst>
          </p:cNvPr>
          <p:cNvSpPr/>
          <p:nvPr/>
        </p:nvSpPr>
        <p:spPr>
          <a:xfrm>
            <a:off x="8327134" y="4314232"/>
            <a:ext cx="3041905" cy="4994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11. Presionar el botón </a:t>
            </a:r>
            <a:r>
              <a:rPr lang="es-ES" sz="1200" b="1" dirty="0">
                <a:solidFill>
                  <a:schemeClr val="bg1"/>
                </a:solidFill>
                <a:cs typeface="Arial"/>
              </a:rPr>
              <a:t>OK</a:t>
            </a:r>
            <a:r>
              <a:rPr lang="es-ES" sz="1200" dirty="0">
                <a:solidFill>
                  <a:schemeClr val="bg1"/>
                </a:solidFill>
                <a:cs typeface="Arial"/>
              </a:rPr>
              <a:t>.</a:t>
            </a:r>
          </a:p>
        </p:txBody>
      </p:sp>
      <p:pic>
        <p:nvPicPr>
          <p:cNvPr id="23" name="Imagen 22">
            <a:extLst>
              <a:ext uri="{FF2B5EF4-FFF2-40B4-BE49-F238E27FC236}">
                <a16:creationId xmlns:a16="http://schemas.microsoft.com/office/drawing/2014/main" id="{DC435C7D-3D09-4AB4-B5FE-F1AA032EF0FC}"/>
              </a:ext>
            </a:extLst>
          </p:cNvPr>
          <p:cNvPicPr>
            <a:picLocks noChangeAspect="1"/>
          </p:cNvPicPr>
          <p:nvPr/>
        </p:nvPicPr>
        <p:blipFill>
          <a:blip r:embed="rId4"/>
          <a:stretch>
            <a:fillRect/>
          </a:stretch>
        </p:blipFill>
        <p:spPr>
          <a:xfrm>
            <a:off x="7982371" y="5059339"/>
            <a:ext cx="162000" cy="162000"/>
          </a:xfrm>
          <a:prstGeom prst="rect">
            <a:avLst/>
          </a:prstGeom>
        </p:spPr>
      </p:pic>
      <p:pic>
        <p:nvPicPr>
          <p:cNvPr id="25" name="Imagen 24">
            <a:extLst>
              <a:ext uri="{FF2B5EF4-FFF2-40B4-BE49-F238E27FC236}">
                <a16:creationId xmlns:a16="http://schemas.microsoft.com/office/drawing/2014/main" id="{05081B4F-D355-4843-66F9-2FDFC7C29F74}"/>
              </a:ext>
            </a:extLst>
          </p:cNvPr>
          <p:cNvPicPr>
            <a:picLocks noChangeAspect="1"/>
          </p:cNvPicPr>
          <p:nvPr/>
        </p:nvPicPr>
        <p:blipFill>
          <a:blip r:embed="rId5"/>
          <a:stretch>
            <a:fillRect/>
          </a:stretch>
        </p:blipFill>
        <p:spPr>
          <a:xfrm>
            <a:off x="4054147" y="3517699"/>
            <a:ext cx="162000" cy="162000"/>
          </a:xfrm>
          <a:prstGeom prst="rect">
            <a:avLst/>
          </a:prstGeom>
        </p:spPr>
      </p:pic>
      <p:pic>
        <p:nvPicPr>
          <p:cNvPr id="27" name="Imagen 26">
            <a:extLst>
              <a:ext uri="{FF2B5EF4-FFF2-40B4-BE49-F238E27FC236}">
                <a16:creationId xmlns:a16="http://schemas.microsoft.com/office/drawing/2014/main" id="{C294A930-81D5-7A88-9D3B-5D1C71BF5AC4}"/>
              </a:ext>
            </a:extLst>
          </p:cNvPr>
          <p:cNvPicPr>
            <a:picLocks noChangeAspect="1"/>
          </p:cNvPicPr>
          <p:nvPr/>
        </p:nvPicPr>
        <p:blipFill>
          <a:blip r:embed="rId6"/>
          <a:stretch>
            <a:fillRect/>
          </a:stretch>
        </p:blipFill>
        <p:spPr>
          <a:xfrm>
            <a:off x="3354401" y="2073880"/>
            <a:ext cx="162000" cy="162000"/>
          </a:xfrm>
          <a:prstGeom prst="rect">
            <a:avLst/>
          </a:prstGeom>
        </p:spPr>
      </p:pic>
      <p:pic>
        <p:nvPicPr>
          <p:cNvPr id="29" name="Imagen 28">
            <a:extLst>
              <a:ext uri="{FF2B5EF4-FFF2-40B4-BE49-F238E27FC236}">
                <a16:creationId xmlns:a16="http://schemas.microsoft.com/office/drawing/2014/main" id="{268CBB14-CCC6-32ED-2A4A-04D5EF0AB900}"/>
              </a:ext>
            </a:extLst>
          </p:cNvPr>
          <p:cNvPicPr>
            <a:picLocks noChangeAspect="1"/>
          </p:cNvPicPr>
          <p:nvPr/>
        </p:nvPicPr>
        <p:blipFill>
          <a:blip r:embed="rId7"/>
          <a:stretch>
            <a:fillRect/>
          </a:stretch>
        </p:blipFill>
        <p:spPr>
          <a:xfrm>
            <a:off x="5735537" y="1887597"/>
            <a:ext cx="162000" cy="162000"/>
          </a:xfrm>
          <a:prstGeom prst="rect">
            <a:avLst/>
          </a:prstGeom>
        </p:spPr>
      </p:pic>
    </p:spTree>
    <p:extLst>
      <p:ext uri="{BB962C8B-B14F-4D97-AF65-F5344CB8AC3E}">
        <p14:creationId xmlns:p14="http://schemas.microsoft.com/office/powerpoint/2010/main" val="209774892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7C300-A654-D276-256F-0E7771B246F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5BC635B-40E4-1E0A-0AE9-448C4A8634A5}"/>
              </a:ext>
            </a:extLst>
          </p:cNvPr>
          <p:cNvSpPr txBox="1">
            <a:spLocks/>
          </p:cNvSpPr>
          <p:nvPr/>
        </p:nvSpPr>
        <p:spPr>
          <a:xfrm>
            <a:off x="892685" y="557555"/>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3" name="Rectángulo: esquinas redondeadas 2">
            <a:extLst>
              <a:ext uri="{FF2B5EF4-FFF2-40B4-BE49-F238E27FC236}">
                <a16:creationId xmlns:a16="http://schemas.microsoft.com/office/drawing/2014/main" id="{430633C9-4F4D-EEA1-5A77-81E5FA6A0AD4}"/>
              </a:ext>
            </a:extLst>
          </p:cNvPr>
          <p:cNvSpPr/>
          <p:nvPr/>
        </p:nvSpPr>
        <p:spPr>
          <a:xfrm>
            <a:off x="1112141" y="5477944"/>
            <a:ext cx="8223883" cy="5608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457200">
              <a:defRPr/>
            </a:pPr>
            <a:r>
              <a:rPr lang="es-ES" sz="1200" dirty="0">
                <a:solidFill>
                  <a:schemeClr val="bg1"/>
                </a:solidFill>
                <a:cs typeface="Arial"/>
              </a:rPr>
              <a:t>12. El archivo .LIS, corrobora el valor aplicado en el proceso de cierre automático de sesión de cajeros.</a:t>
            </a:r>
          </a:p>
        </p:txBody>
      </p:sp>
      <p:pic>
        <p:nvPicPr>
          <p:cNvPr id="5" name="Imagen 4">
            <a:extLst>
              <a:ext uri="{FF2B5EF4-FFF2-40B4-BE49-F238E27FC236}">
                <a16:creationId xmlns:a16="http://schemas.microsoft.com/office/drawing/2014/main" id="{8F5B7F58-BDE7-4733-DAED-F675CC957D05}"/>
              </a:ext>
            </a:extLst>
          </p:cNvPr>
          <p:cNvPicPr>
            <a:picLocks noChangeAspect="1"/>
          </p:cNvPicPr>
          <p:nvPr/>
        </p:nvPicPr>
        <p:blipFill>
          <a:blip r:embed="rId3"/>
          <a:stretch>
            <a:fillRect/>
          </a:stretch>
        </p:blipFill>
        <p:spPr>
          <a:xfrm>
            <a:off x="1112141" y="1316048"/>
            <a:ext cx="9823704" cy="3716523"/>
          </a:xfrm>
          <a:prstGeom prst="rect">
            <a:avLst/>
          </a:prstGeom>
        </p:spPr>
      </p:pic>
      <p:pic>
        <p:nvPicPr>
          <p:cNvPr id="10" name="Imagen 9">
            <a:extLst>
              <a:ext uri="{FF2B5EF4-FFF2-40B4-BE49-F238E27FC236}">
                <a16:creationId xmlns:a16="http://schemas.microsoft.com/office/drawing/2014/main" id="{6C3EA6CC-F2F3-2834-A9AE-4A5D7ABA7F14}"/>
              </a:ext>
            </a:extLst>
          </p:cNvPr>
          <p:cNvPicPr>
            <a:picLocks noChangeAspect="1"/>
          </p:cNvPicPr>
          <p:nvPr/>
        </p:nvPicPr>
        <p:blipFill>
          <a:blip r:embed="rId4"/>
          <a:stretch>
            <a:fillRect/>
          </a:stretch>
        </p:blipFill>
        <p:spPr>
          <a:xfrm>
            <a:off x="901829" y="3236901"/>
            <a:ext cx="162000" cy="162000"/>
          </a:xfrm>
          <a:prstGeom prst="rect">
            <a:avLst/>
          </a:prstGeom>
        </p:spPr>
      </p:pic>
    </p:spTree>
    <p:extLst>
      <p:ext uri="{BB962C8B-B14F-4D97-AF65-F5344CB8AC3E}">
        <p14:creationId xmlns:p14="http://schemas.microsoft.com/office/powerpoint/2010/main" val="32919180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41155-C176-53BF-13D6-52190965BF4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7B435B8-A422-5763-339B-C245DB6609FA}"/>
              </a:ext>
            </a:extLst>
          </p:cNvPr>
          <p:cNvSpPr txBox="1">
            <a:spLocks/>
          </p:cNvSpPr>
          <p:nvPr/>
        </p:nvSpPr>
        <p:spPr>
          <a:xfrm>
            <a:off x="892685" y="557555"/>
            <a:ext cx="10808966" cy="50048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Proceso: </a:t>
            </a:r>
            <a:r>
              <a:rPr lang="es-CO" sz="3200" dirty="0"/>
              <a:t>TGRCLOS - Cierre automático de sesión de cajero</a:t>
            </a:r>
            <a:endParaRPr lang="es-CL" dirty="0"/>
          </a:p>
        </p:txBody>
      </p:sp>
      <p:sp>
        <p:nvSpPr>
          <p:cNvPr id="6" name="Rectángulo: esquinas redondeadas 5">
            <a:extLst>
              <a:ext uri="{FF2B5EF4-FFF2-40B4-BE49-F238E27FC236}">
                <a16:creationId xmlns:a16="http://schemas.microsoft.com/office/drawing/2014/main" id="{7A797DA8-1956-563D-F7E1-8D190BE42436}"/>
              </a:ext>
            </a:extLst>
          </p:cNvPr>
          <p:cNvSpPr/>
          <p:nvPr/>
        </p:nvSpPr>
        <p:spPr>
          <a:xfrm>
            <a:off x="892685" y="5425059"/>
            <a:ext cx="4520563" cy="50048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_tradnl" sz="1200" dirty="0"/>
              <a:t>13. El archivo .LOG confirma ejecución terminada con éxito.</a:t>
            </a:r>
          </a:p>
        </p:txBody>
      </p:sp>
      <p:pic>
        <p:nvPicPr>
          <p:cNvPr id="5" name="Imagen 4">
            <a:extLst>
              <a:ext uri="{FF2B5EF4-FFF2-40B4-BE49-F238E27FC236}">
                <a16:creationId xmlns:a16="http://schemas.microsoft.com/office/drawing/2014/main" id="{E914A824-5BF9-5404-384F-AAA777E20923}"/>
              </a:ext>
            </a:extLst>
          </p:cNvPr>
          <p:cNvPicPr>
            <a:picLocks noChangeAspect="1"/>
          </p:cNvPicPr>
          <p:nvPr/>
        </p:nvPicPr>
        <p:blipFill>
          <a:blip r:embed="rId3"/>
          <a:stretch>
            <a:fillRect/>
          </a:stretch>
        </p:blipFill>
        <p:spPr>
          <a:xfrm>
            <a:off x="828514" y="1585383"/>
            <a:ext cx="10534971" cy="3233506"/>
          </a:xfrm>
          <a:prstGeom prst="rect">
            <a:avLst/>
          </a:prstGeom>
        </p:spPr>
      </p:pic>
      <p:pic>
        <p:nvPicPr>
          <p:cNvPr id="10" name="Imagen 9">
            <a:extLst>
              <a:ext uri="{FF2B5EF4-FFF2-40B4-BE49-F238E27FC236}">
                <a16:creationId xmlns:a16="http://schemas.microsoft.com/office/drawing/2014/main" id="{6F0C7FA2-912B-7685-37C8-20A4BC2EEECC}"/>
              </a:ext>
            </a:extLst>
          </p:cNvPr>
          <p:cNvPicPr>
            <a:picLocks noChangeAspect="1"/>
          </p:cNvPicPr>
          <p:nvPr/>
        </p:nvPicPr>
        <p:blipFill>
          <a:blip r:embed="rId4"/>
          <a:stretch>
            <a:fillRect/>
          </a:stretch>
        </p:blipFill>
        <p:spPr>
          <a:xfrm>
            <a:off x="612307" y="3448699"/>
            <a:ext cx="162000" cy="162000"/>
          </a:xfrm>
          <a:prstGeom prst="rect">
            <a:avLst/>
          </a:prstGeom>
        </p:spPr>
      </p:pic>
    </p:spTree>
    <p:extLst>
      <p:ext uri="{BB962C8B-B14F-4D97-AF65-F5344CB8AC3E}">
        <p14:creationId xmlns:p14="http://schemas.microsoft.com/office/powerpoint/2010/main" val="128081685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475218"/>
            <a:ext cx="2361877" cy="6066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2133866"/>
            <a:ext cx="11118458" cy="3721502"/>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dirty="0">
                <a:latin typeface="Helvetica Neue" panose="02000503000000020004" pitchFamily="2" charset="0"/>
              </a:rPr>
              <a:t>Gestionar los Pagos:</a:t>
            </a:r>
          </a:p>
          <a:p>
            <a:pPr>
              <a:buBlip>
                <a:blip r:embed="rId2"/>
              </a:buBlip>
            </a:pPr>
            <a:r>
              <a:rPr lang="es-CO" sz="2000" dirty="0">
                <a:latin typeface="Helvetica Neue" panose="02000503000000020004" pitchFamily="2" charset="0"/>
              </a:rPr>
              <a:t>Se define la configuración de perfiles de negocio necesario para la configuración del rol de cajero. </a:t>
            </a:r>
          </a:p>
          <a:p>
            <a:pPr>
              <a:buBlip>
                <a:blip r:embed="rId2"/>
              </a:buBlip>
            </a:pPr>
            <a:r>
              <a:rPr lang="es-CO" sz="2000" dirty="0">
                <a:latin typeface="Helvetica Neue" panose="02000503000000020004" pitchFamily="2" charset="0"/>
              </a:rPr>
              <a:t>Se define la configuración de los folios, tipo de documento y perfiles de negocios para la posterior configuración y/o restricción del rol de cajero.</a:t>
            </a:r>
          </a:p>
          <a:p>
            <a:pPr>
              <a:buBlip>
                <a:blip r:embed="rId2"/>
              </a:buBlip>
            </a:pPr>
            <a:r>
              <a:rPr lang="es-CO" sz="2000" dirty="0">
                <a:latin typeface="Helvetica Neue" panose="02000503000000020004" pitchFamily="2" charset="0"/>
              </a:rPr>
              <a:t>Se define las configuraciones por usuario frente al rol de cajero.</a:t>
            </a:r>
          </a:p>
          <a:p>
            <a:pPr>
              <a:buBlip>
                <a:blip r:embed="rId2"/>
              </a:buBlip>
            </a:pPr>
            <a:r>
              <a:rPr lang="es-CO" sz="2000" dirty="0">
                <a:latin typeface="Helvetica Neue" panose="02000503000000020004" pitchFamily="2" charset="0"/>
              </a:rPr>
              <a:t>Se define el proceso del ingreso de un pago en la caja.</a:t>
            </a:r>
          </a:p>
          <a:p>
            <a:pPr>
              <a:buBlip>
                <a:blip r:embed="rId2"/>
              </a:buBlip>
            </a:pPr>
            <a:r>
              <a:rPr lang="es-CO" sz="2000" dirty="0">
                <a:latin typeface="Helvetica Neue" panose="02000503000000020004" pitchFamily="2" charset="0"/>
              </a:rPr>
              <a:t>Se define el proceso de aplicación individual o masiva de transacciones. </a:t>
            </a:r>
          </a:p>
          <a:p>
            <a:pPr>
              <a:buBlip>
                <a:blip r:embed="rId2"/>
              </a:buBlip>
            </a:pPr>
            <a:r>
              <a:rPr lang="es-CO" sz="2000" dirty="0">
                <a:latin typeface="Helvetica Neue" panose="02000503000000020004" pitchFamily="2" charset="0"/>
              </a:rPr>
              <a:t>Se define el proceso individual o masivo del cierre de cajas.</a:t>
            </a:r>
            <a:endParaRPr lang="es-419" sz="2000" dirty="0">
              <a:latin typeface="Helvetica Neue" panose="02000503000000020004" pitchFamily="2" charset="0"/>
            </a:endParaRPr>
          </a:p>
        </p:txBody>
      </p:sp>
    </p:spTree>
    <p:extLst>
      <p:ext uri="{BB962C8B-B14F-4D97-AF65-F5344CB8AC3E}">
        <p14:creationId xmlns:p14="http://schemas.microsoft.com/office/powerpoint/2010/main" val="290081278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a:t>faver.herreramejia@</a:t>
            </a:r>
            <a:r>
              <a:rPr lang="es-CO" dirty="0"/>
              <a:t>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10888</TotalTime>
  <Words>4921</Words>
  <Application>Microsoft Office PowerPoint</Application>
  <PresentationFormat>Widescreen</PresentationFormat>
  <Paragraphs>425</Paragraphs>
  <Slides>119</Slides>
  <Notes>83</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119</vt:i4>
      </vt:variant>
    </vt:vector>
  </HeadingPairs>
  <TitlesOfParts>
    <vt:vector size="128" baseType="lpstr">
      <vt:lpstr>Aptos</vt:lpstr>
      <vt:lpstr>Aptos Display</vt:lpstr>
      <vt:lpstr>Arial</vt:lpstr>
      <vt:lpstr>Courier New</vt:lpstr>
      <vt:lpstr>Helvetica Neue</vt:lpstr>
      <vt:lpstr>Wingdings</vt:lpstr>
      <vt:lpstr>Ellucian Main Layouts</vt:lpstr>
      <vt:lpstr>2_Ellucian Main Layouts</vt:lpstr>
      <vt:lpstr>2_Ellucian Blank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368</cp:revision>
  <dcterms:created xsi:type="dcterms:W3CDTF">2024-12-23T17:11:20Z</dcterms:created>
  <dcterms:modified xsi:type="dcterms:W3CDTF">2026-06-19T15:23:09Z</dcterms:modified>
</cp:coreProperties>
</file>