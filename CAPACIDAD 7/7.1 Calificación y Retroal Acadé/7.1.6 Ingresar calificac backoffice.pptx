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8" r:id="rId2"/>
  </p:sldMasterIdLst>
  <p:notesMasterIdLst>
    <p:notesMasterId r:id="rId30"/>
  </p:notesMasterIdLst>
  <p:sldIdLst>
    <p:sldId id="1559" r:id="rId3"/>
    <p:sldId id="423" r:id="rId4"/>
    <p:sldId id="1174" r:id="rId5"/>
    <p:sldId id="523" r:id="rId6"/>
    <p:sldId id="1250" r:id="rId7"/>
    <p:sldId id="1251" r:id="rId8"/>
    <p:sldId id="1259" r:id="rId9"/>
    <p:sldId id="1292" r:id="rId10"/>
    <p:sldId id="1119" r:id="rId11"/>
    <p:sldId id="1226" r:id="rId12"/>
    <p:sldId id="1560" r:id="rId13"/>
    <p:sldId id="1501" r:id="rId14"/>
    <p:sldId id="1429" r:id="rId15"/>
    <p:sldId id="1453" r:id="rId16"/>
    <p:sldId id="1455" r:id="rId17"/>
    <p:sldId id="1488" r:id="rId18"/>
    <p:sldId id="1489" r:id="rId19"/>
    <p:sldId id="1490" r:id="rId20"/>
    <p:sldId id="1491" r:id="rId21"/>
    <p:sldId id="1494" r:id="rId22"/>
    <p:sldId id="1496" r:id="rId23"/>
    <p:sldId id="1497" r:id="rId24"/>
    <p:sldId id="1498" r:id="rId25"/>
    <p:sldId id="1499" r:id="rId26"/>
    <p:sldId id="1500" r:id="rId27"/>
    <p:sldId id="1221" r:id="rId28"/>
    <p:sldId id="32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modSld">
      <pc:chgData name="Sergio Molina" userId="20636364146_tp_box_2" providerId="OAuth2" clId="{44CDD4FA-DF07-4B69-BC01-0B2B69272B43}" dt="2026-07-15T17:20:38.548" v="31" actId="207"/>
      <pc:docMkLst>
        <pc:docMk/>
      </pc:docMkLst>
      <pc:sldChg chg="modSp mod">
        <pc:chgData name="Sergio Molina" userId="20636364146_tp_box_2" providerId="OAuth2" clId="{44CDD4FA-DF07-4B69-BC01-0B2B69272B43}" dt="2026-07-15T17:19:26.977" v="20" actId="207"/>
        <pc:sldMkLst>
          <pc:docMk/>
          <pc:sldMk cId="293615744" sldId="1226"/>
        </pc:sldMkLst>
        <pc:spChg chg="mod">
          <ac:chgData name="Sergio Molina" userId="20636364146_tp_box_2" providerId="OAuth2" clId="{44CDD4FA-DF07-4B69-BC01-0B2B69272B43}" dt="2026-07-15T17:19:26.977" v="20" actId="207"/>
          <ac:spMkLst>
            <pc:docMk/>
            <pc:sldMk cId="293615744" sldId="1226"/>
            <ac:spMk id="27" creationId="{87E0191E-9F1E-43DA-40AB-92947698EBCC}"/>
          </ac:spMkLst>
        </pc:spChg>
        <pc:spChg chg="mod">
          <ac:chgData name="Sergio Molina" userId="20636364146_tp_box_2" providerId="OAuth2" clId="{44CDD4FA-DF07-4B69-BC01-0B2B69272B43}" dt="2026-07-15T17:19:26.977" v="20" actId="207"/>
          <ac:spMkLst>
            <pc:docMk/>
            <pc:sldMk cId="293615744" sldId="1226"/>
            <ac:spMk id="29" creationId="{420BC66B-A613-13F7-7A52-E0781367A61A}"/>
          </ac:spMkLst>
        </pc:spChg>
        <pc:spChg chg="mod">
          <ac:chgData name="Sergio Molina" userId="20636364146_tp_box_2" providerId="OAuth2" clId="{44CDD4FA-DF07-4B69-BC01-0B2B69272B43}" dt="2026-07-15T17:19:26.977" v="20" actId="207"/>
          <ac:spMkLst>
            <pc:docMk/>
            <pc:sldMk cId="293615744" sldId="1226"/>
            <ac:spMk id="31" creationId="{6F8D1DBD-81DA-6EB3-3332-272DD0C32B19}"/>
          </ac:spMkLst>
        </pc:spChg>
        <pc:spChg chg="mod">
          <ac:chgData name="Sergio Molina" userId="20636364146_tp_box_2" providerId="OAuth2" clId="{44CDD4FA-DF07-4B69-BC01-0B2B69272B43}" dt="2026-07-15T17:19:26.977" v="20" actId="207"/>
          <ac:spMkLst>
            <pc:docMk/>
            <pc:sldMk cId="293615744" sldId="1226"/>
            <ac:spMk id="33" creationId="{BE62FF2D-FE7A-8F83-D038-4D6E2BD11C65}"/>
          </ac:spMkLst>
        </pc:spChg>
      </pc:sldChg>
      <pc:sldChg chg="modSp mod">
        <pc:chgData name="Sergio Molina" userId="20636364146_tp_box_2" providerId="OAuth2" clId="{44CDD4FA-DF07-4B69-BC01-0B2B69272B43}" dt="2026-07-15T17:19:10.442" v="19" actId="20577"/>
        <pc:sldMkLst>
          <pc:docMk/>
          <pc:sldMk cId="1491982222" sldId="1250"/>
        </pc:sldMkLst>
        <pc:spChg chg="mod">
          <ac:chgData name="Sergio Molina" userId="20636364146_tp_box_2" providerId="OAuth2" clId="{44CDD4FA-DF07-4B69-BC01-0B2B69272B43}" dt="2026-07-15T17:19:10.442" v="19" actId="20577"/>
          <ac:spMkLst>
            <pc:docMk/>
            <pc:sldMk cId="1491982222" sldId="1250"/>
            <ac:spMk id="4" creationId="{ADE6F1F6-6376-A432-54A8-2DC50D4AC5F2}"/>
          </ac:spMkLst>
        </pc:spChg>
      </pc:sldChg>
      <pc:sldChg chg="modSp mod">
        <pc:chgData name="Sergio Molina" userId="20636364146_tp_box_2" providerId="OAuth2" clId="{44CDD4FA-DF07-4B69-BC01-0B2B69272B43}" dt="2026-07-15T17:19:46.784" v="22" actId="207"/>
        <pc:sldMkLst>
          <pc:docMk/>
          <pc:sldMk cId="1677307132" sldId="1429"/>
        </pc:sldMkLst>
        <pc:spChg chg="mod">
          <ac:chgData name="Sergio Molina" userId="20636364146_tp_box_2" providerId="OAuth2" clId="{44CDD4FA-DF07-4B69-BC01-0B2B69272B43}" dt="2026-07-15T17:19:46.784" v="22" actId="207"/>
          <ac:spMkLst>
            <pc:docMk/>
            <pc:sldMk cId="1677307132" sldId="1429"/>
            <ac:spMk id="6" creationId="{3C2ECC01-59B8-861F-7327-99A7E847FB94}"/>
          </ac:spMkLst>
        </pc:spChg>
        <pc:spChg chg="mod">
          <ac:chgData name="Sergio Molina" userId="20636364146_tp_box_2" providerId="OAuth2" clId="{44CDD4FA-DF07-4B69-BC01-0B2B69272B43}" dt="2026-07-15T17:19:46.784" v="22" actId="207"/>
          <ac:spMkLst>
            <pc:docMk/>
            <pc:sldMk cId="1677307132" sldId="1429"/>
            <ac:spMk id="15" creationId="{1B4A9A05-5F4E-23AD-FEB4-F22FCEA6DF26}"/>
          </ac:spMkLst>
        </pc:spChg>
      </pc:sldChg>
      <pc:sldChg chg="modSp mod">
        <pc:chgData name="Sergio Molina" userId="20636364146_tp_box_2" providerId="OAuth2" clId="{44CDD4FA-DF07-4B69-BC01-0B2B69272B43}" dt="2026-07-15T17:19:54.287" v="23" actId="207"/>
        <pc:sldMkLst>
          <pc:docMk/>
          <pc:sldMk cId="1921441560" sldId="1455"/>
        </pc:sldMkLst>
        <pc:spChg chg="mod">
          <ac:chgData name="Sergio Molina" userId="20636364146_tp_box_2" providerId="OAuth2" clId="{44CDD4FA-DF07-4B69-BC01-0B2B69272B43}" dt="2026-07-15T17:19:54.287" v="23" actId="207"/>
          <ac:spMkLst>
            <pc:docMk/>
            <pc:sldMk cId="1921441560" sldId="1455"/>
            <ac:spMk id="14" creationId="{74DE2BBC-D5F1-A015-ADFE-7AFF2B4FC0A6}"/>
          </ac:spMkLst>
        </pc:spChg>
        <pc:spChg chg="mod">
          <ac:chgData name="Sergio Molina" userId="20636364146_tp_box_2" providerId="OAuth2" clId="{44CDD4FA-DF07-4B69-BC01-0B2B69272B43}" dt="2026-07-15T17:19:54.287" v="23" actId="207"/>
          <ac:spMkLst>
            <pc:docMk/>
            <pc:sldMk cId="1921441560" sldId="1455"/>
            <ac:spMk id="16" creationId="{9EC7E634-69DF-A252-DE48-633225E2845F}"/>
          </ac:spMkLst>
        </pc:spChg>
      </pc:sldChg>
      <pc:sldChg chg="modSp mod">
        <pc:chgData name="Sergio Molina" userId="20636364146_tp_box_2" providerId="OAuth2" clId="{44CDD4FA-DF07-4B69-BC01-0B2B69272B43}" dt="2026-07-15T17:19:58.815" v="24" actId="207"/>
        <pc:sldMkLst>
          <pc:docMk/>
          <pc:sldMk cId="2115136828" sldId="1488"/>
        </pc:sldMkLst>
        <pc:spChg chg="mod">
          <ac:chgData name="Sergio Molina" userId="20636364146_tp_box_2" providerId="OAuth2" clId="{44CDD4FA-DF07-4B69-BC01-0B2B69272B43}" dt="2026-07-15T17:19:58.815" v="24" actId="207"/>
          <ac:spMkLst>
            <pc:docMk/>
            <pc:sldMk cId="2115136828" sldId="1488"/>
            <ac:spMk id="14" creationId="{74DE2BBC-D5F1-A015-ADFE-7AFF2B4FC0A6}"/>
          </ac:spMkLst>
        </pc:spChg>
        <pc:spChg chg="mod">
          <ac:chgData name="Sergio Molina" userId="20636364146_tp_box_2" providerId="OAuth2" clId="{44CDD4FA-DF07-4B69-BC01-0B2B69272B43}" dt="2026-07-15T17:19:58.815" v="24" actId="207"/>
          <ac:spMkLst>
            <pc:docMk/>
            <pc:sldMk cId="2115136828" sldId="1488"/>
            <ac:spMk id="16" creationId="{9EC7E634-69DF-A252-DE48-633225E2845F}"/>
          </ac:spMkLst>
        </pc:spChg>
      </pc:sldChg>
      <pc:sldChg chg="modSp mod">
        <pc:chgData name="Sergio Molina" userId="20636364146_tp_box_2" providerId="OAuth2" clId="{44CDD4FA-DF07-4B69-BC01-0B2B69272B43}" dt="2026-07-15T17:20:11.053" v="25" actId="207"/>
        <pc:sldMkLst>
          <pc:docMk/>
          <pc:sldMk cId="286065685" sldId="1489"/>
        </pc:sldMkLst>
        <pc:spChg chg="mod">
          <ac:chgData name="Sergio Molina" userId="20636364146_tp_box_2" providerId="OAuth2" clId="{44CDD4FA-DF07-4B69-BC01-0B2B69272B43}" dt="2026-07-15T17:20:11.053" v="25" actId="207"/>
          <ac:spMkLst>
            <pc:docMk/>
            <pc:sldMk cId="286065685" sldId="1489"/>
            <ac:spMk id="4" creationId="{9F0DB1B1-CA7C-754D-4880-430ACA0FCDF2}"/>
          </ac:spMkLst>
        </pc:spChg>
        <pc:spChg chg="mod">
          <ac:chgData name="Sergio Molina" userId="20636364146_tp_box_2" providerId="OAuth2" clId="{44CDD4FA-DF07-4B69-BC01-0B2B69272B43}" dt="2026-07-15T17:20:11.053" v="25" actId="207"/>
          <ac:spMkLst>
            <pc:docMk/>
            <pc:sldMk cId="286065685" sldId="1489"/>
            <ac:spMk id="14" creationId="{74DE2BBC-D5F1-A015-ADFE-7AFF2B4FC0A6}"/>
          </ac:spMkLst>
        </pc:spChg>
        <pc:spChg chg="mod">
          <ac:chgData name="Sergio Molina" userId="20636364146_tp_box_2" providerId="OAuth2" clId="{44CDD4FA-DF07-4B69-BC01-0B2B69272B43}" dt="2026-07-15T17:20:11.053" v="25" actId="207"/>
          <ac:spMkLst>
            <pc:docMk/>
            <pc:sldMk cId="286065685" sldId="1489"/>
            <ac:spMk id="16" creationId="{9EC7E634-69DF-A252-DE48-633225E2845F}"/>
          </ac:spMkLst>
        </pc:spChg>
      </pc:sldChg>
      <pc:sldChg chg="modSp mod">
        <pc:chgData name="Sergio Molina" userId="20636364146_tp_box_2" providerId="OAuth2" clId="{44CDD4FA-DF07-4B69-BC01-0B2B69272B43}" dt="2026-07-15T17:20:17.622" v="26" actId="207"/>
        <pc:sldMkLst>
          <pc:docMk/>
          <pc:sldMk cId="932779209" sldId="1491"/>
        </pc:sldMkLst>
        <pc:spChg chg="mod">
          <ac:chgData name="Sergio Molina" userId="20636364146_tp_box_2" providerId="OAuth2" clId="{44CDD4FA-DF07-4B69-BC01-0B2B69272B43}" dt="2026-07-15T17:20:17.622" v="26" actId="207"/>
          <ac:spMkLst>
            <pc:docMk/>
            <pc:sldMk cId="932779209" sldId="1491"/>
            <ac:spMk id="14" creationId="{74DE2BBC-D5F1-A015-ADFE-7AFF2B4FC0A6}"/>
          </ac:spMkLst>
        </pc:spChg>
        <pc:spChg chg="mod">
          <ac:chgData name="Sergio Molina" userId="20636364146_tp_box_2" providerId="OAuth2" clId="{44CDD4FA-DF07-4B69-BC01-0B2B69272B43}" dt="2026-07-15T17:20:17.622" v="26" actId="207"/>
          <ac:spMkLst>
            <pc:docMk/>
            <pc:sldMk cId="932779209" sldId="1491"/>
            <ac:spMk id="16" creationId="{9EC7E634-69DF-A252-DE48-633225E2845F}"/>
          </ac:spMkLst>
        </pc:spChg>
      </pc:sldChg>
      <pc:sldChg chg="modSp mod">
        <pc:chgData name="Sergio Molina" userId="20636364146_tp_box_2" providerId="OAuth2" clId="{44CDD4FA-DF07-4B69-BC01-0B2B69272B43}" dt="2026-07-15T17:20:23.713" v="27" actId="207"/>
        <pc:sldMkLst>
          <pc:docMk/>
          <pc:sldMk cId="1149599872" sldId="1496"/>
        </pc:sldMkLst>
        <pc:spChg chg="mod">
          <ac:chgData name="Sergio Molina" userId="20636364146_tp_box_2" providerId="OAuth2" clId="{44CDD4FA-DF07-4B69-BC01-0B2B69272B43}" dt="2026-07-15T17:20:23.713" v="27" actId="207"/>
          <ac:spMkLst>
            <pc:docMk/>
            <pc:sldMk cId="1149599872" sldId="1496"/>
            <ac:spMk id="16" creationId="{84DE2BBE-D033-81C7-0679-92F88C22E0AA}"/>
          </ac:spMkLst>
        </pc:spChg>
      </pc:sldChg>
      <pc:sldChg chg="modSp mod">
        <pc:chgData name="Sergio Molina" userId="20636364146_tp_box_2" providerId="OAuth2" clId="{44CDD4FA-DF07-4B69-BC01-0B2B69272B43}" dt="2026-07-15T17:20:27.516" v="28" actId="207"/>
        <pc:sldMkLst>
          <pc:docMk/>
          <pc:sldMk cId="3394527718" sldId="1497"/>
        </pc:sldMkLst>
        <pc:spChg chg="mod">
          <ac:chgData name="Sergio Molina" userId="20636364146_tp_box_2" providerId="OAuth2" clId="{44CDD4FA-DF07-4B69-BC01-0B2B69272B43}" dt="2026-07-15T17:20:27.516" v="28" actId="207"/>
          <ac:spMkLst>
            <pc:docMk/>
            <pc:sldMk cId="3394527718" sldId="1497"/>
            <ac:spMk id="8" creationId="{9B8DF612-33C1-4475-99AB-F9739D23E7AE}"/>
          </ac:spMkLst>
        </pc:spChg>
        <pc:spChg chg="mod">
          <ac:chgData name="Sergio Molina" userId="20636364146_tp_box_2" providerId="OAuth2" clId="{44CDD4FA-DF07-4B69-BC01-0B2B69272B43}" dt="2026-07-15T17:20:27.516" v="28" actId="207"/>
          <ac:spMkLst>
            <pc:docMk/>
            <pc:sldMk cId="3394527718" sldId="1497"/>
            <ac:spMk id="16" creationId="{84DE2BBE-D033-81C7-0679-92F88C22E0AA}"/>
          </ac:spMkLst>
        </pc:spChg>
      </pc:sldChg>
      <pc:sldChg chg="modSp mod">
        <pc:chgData name="Sergio Molina" userId="20636364146_tp_box_2" providerId="OAuth2" clId="{44CDD4FA-DF07-4B69-BC01-0B2B69272B43}" dt="2026-07-15T17:20:31.700" v="29" actId="207"/>
        <pc:sldMkLst>
          <pc:docMk/>
          <pc:sldMk cId="557562554" sldId="1498"/>
        </pc:sldMkLst>
        <pc:spChg chg="mod">
          <ac:chgData name="Sergio Molina" userId="20636364146_tp_box_2" providerId="OAuth2" clId="{44CDD4FA-DF07-4B69-BC01-0B2B69272B43}" dt="2026-07-15T17:20:31.700" v="29" actId="207"/>
          <ac:spMkLst>
            <pc:docMk/>
            <pc:sldMk cId="557562554" sldId="1498"/>
            <ac:spMk id="12" creationId="{2F9531CA-AFAF-724D-DE87-103AEB97096C}"/>
          </ac:spMkLst>
        </pc:spChg>
        <pc:spChg chg="mod">
          <ac:chgData name="Sergio Molina" userId="20636364146_tp_box_2" providerId="OAuth2" clId="{44CDD4FA-DF07-4B69-BC01-0B2B69272B43}" dt="2026-07-15T17:20:31.700" v="29" actId="207"/>
          <ac:spMkLst>
            <pc:docMk/>
            <pc:sldMk cId="557562554" sldId="1498"/>
            <ac:spMk id="16" creationId="{84DE2BBE-D033-81C7-0679-92F88C22E0AA}"/>
          </ac:spMkLst>
        </pc:spChg>
      </pc:sldChg>
      <pc:sldChg chg="modSp mod">
        <pc:chgData name="Sergio Molina" userId="20636364146_tp_box_2" providerId="OAuth2" clId="{44CDD4FA-DF07-4B69-BC01-0B2B69272B43}" dt="2026-07-15T17:20:35.155" v="30" actId="207"/>
        <pc:sldMkLst>
          <pc:docMk/>
          <pc:sldMk cId="2785491225" sldId="1499"/>
        </pc:sldMkLst>
        <pc:spChg chg="mod">
          <ac:chgData name="Sergio Molina" userId="20636364146_tp_box_2" providerId="OAuth2" clId="{44CDD4FA-DF07-4B69-BC01-0B2B69272B43}" dt="2026-07-15T17:20:35.155" v="30" actId="207"/>
          <ac:spMkLst>
            <pc:docMk/>
            <pc:sldMk cId="2785491225" sldId="1499"/>
            <ac:spMk id="16" creationId="{84DE2BBE-D033-81C7-0679-92F88C22E0AA}"/>
          </ac:spMkLst>
        </pc:spChg>
      </pc:sldChg>
      <pc:sldChg chg="modSp mod">
        <pc:chgData name="Sergio Molina" userId="20636364146_tp_box_2" providerId="OAuth2" clId="{44CDD4FA-DF07-4B69-BC01-0B2B69272B43}" dt="2026-07-15T17:20:38.548" v="31" actId="207"/>
        <pc:sldMkLst>
          <pc:docMk/>
          <pc:sldMk cId="577491407" sldId="1500"/>
        </pc:sldMkLst>
        <pc:spChg chg="mod">
          <ac:chgData name="Sergio Molina" userId="20636364146_tp_box_2" providerId="OAuth2" clId="{44CDD4FA-DF07-4B69-BC01-0B2B69272B43}" dt="2026-07-15T17:20:38.548" v="31" actId="207"/>
          <ac:spMkLst>
            <pc:docMk/>
            <pc:sldMk cId="577491407" sldId="1500"/>
            <ac:spMk id="16" creationId="{84DE2BBE-D033-81C7-0679-92F88C22E0AA}"/>
          </ac:spMkLst>
        </pc:spChg>
      </pc:sldChg>
      <pc:sldChg chg="modSp mod">
        <pc:chgData name="Sergio Molina" userId="20636364146_tp_box_2" providerId="OAuth2" clId="{44CDD4FA-DF07-4B69-BC01-0B2B69272B43}" dt="2026-07-15T17:19:37.189" v="21" actId="207"/>
        <pc:sldMkLst>
          <pc:docMk/>
          <pc:sldMk cId="1866857271" sldId="1501"/>
        </pc:sldMkLst>
        <pc:spChg chg="mod">
          <ac:chgData name="Sergio Molina" userId="20636364146_tp_box_2" providerId="OAuth2" clId="{44CDD4FA-DF07-4B69-BC01-0B2B69272B43}" dt="2026-07-15T17:19:37.189" v="21" actId="207"/>
          <ac:spMkLst>
            <pc:docMk/>
            <pc:sldMk cId="1866857271" sldId="1501"/>
            <ac:spMk id="6" creationId="{3C2ECC01-59B8-861F-7327-99A7E847FB94}"/>
          </ac:spMkLst>
        </pc:spChg>
        <pc:spChg chg="mod">
          <ac:chgData name="Sergio Molina" userId="20636364146_tp_box_2" providerId="OAuth2" clId="{44CDD4FA-DF07-4B69-BC01-0B2B69272B43}" dt="2026-07-15T17:19:37.189" v="21" actId="207"/>
          <ac:spMkLst>
            <pc:docMk/>
            <pc:sldMk cId="1866857271" sldId="1501"/>
            <ac:spMk id="9" creationId="{FA97A25A-2F57-C4FD-30F2-9768EA11FFDF}"/>
          </ac:spMkLst>
        </pc:spChg>
        <pc:spChg chg="mod">
          <ac:chgData name="Sergio Molina" userId="20636364146_tp_box_2" providerId="OAuth2" clId="{44CDD4FA-DF07-4B69-BC01-0B2B69272B43}" dt="2026-07-15T17:19:37.189" v="21" actId="207"/>
          <ac:spMkLst>
            <pc:docMk/>
            <pc:sldMk cId="1866857271" sldId="1501"/>
            <ac:spMk id="12" creationId="{8477C030-BD76-2C65-DAAA-1C79347D85C5}"/>
          </ac:spMkLst>
        </pc:spChg>
        <pc:spChg chg="mod">
          <ac:chgData name="Sergio Molina" userId="20636364146_tp_box_2" providerId="OAuth2" clId="{44CDD4FA-DF07-4B69-BC01-0B2B69272B43}" dt="2026-07-15T17:19:37.189" v="21" actId="207"/>
          <ac:spMkLst>
            <pc:docMk/>
            <pc:sldMk cId="1866857271" sldId="1501"/>
            <ac:spMk id="15" creationId="{1B4A9A05-5F4E-23AD-FEB4-F22FCEA6DF26}"/>
          </ac:spMkLst>
        </pc:spChg>
        <pc:spChg chg="mod">
          <ac:chgData name="Sergio Molina" userId="20636364146_tp_box_2" providerId="OAuth2" clId="{44CDD4FA-DF07-4B69-BC01-0B2B69272B43}" dt="2026-07-15T17:19:37.189" v="21" actId="207"/>
          <ac:spMkLst>
            <pc:docMk/>
            <pc:sldMk cId="1866857271" sldId="1501"/>
            <ac:spMk id="19" creationId="{355C2F22-3ED5-A13D-BDE8-49BC8511E7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15/7/2026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10</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12087438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9470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962740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4132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39595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08765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401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51272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5628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679093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406596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756028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429783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341342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616011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4270666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9625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63087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53725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07482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94531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88992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055588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684935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31069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5162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747959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782489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33870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851018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81827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017442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306783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035387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926257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ángulo 2">
            <a:extLst>
              <a:ext uri="{FF2B5EF4-FFF2-40B4-BE49-F238E27FC236}">
                <a16:creationId xmlns:a16="http://schemas.microsoft.com/office/drawing/2014/main" id="{B87848C8-5306-CCBF-F8E9-C7873EA77EE5}"/>
              </a:ext>
            </a:extLst>
          </p:cNvPr>
          <p:cNvSpPr/>
          <p:nvPr/>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222736487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250362097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404677648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3098323350"/>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261255696"/>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ES"/>
              <a:t>Haga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
              <a:t>Haga clic para modificar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73588C90-60E1-6317-EF40-FF0A56CE73D7}"/>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71590FF3-339C-6078-15B1-C2EBA5C1AC82}"/>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75318D14-275B-E965-64E0-99B9B63BDE7A}"/>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CFDBA861-030D-1727-4BF4-E956F1065E8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9DEF58C1-D260-8835-018B-6B05DF01BB3F}"/>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302124307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ES"/>
              <a:t>Haga clic para modificar los estilos de texto del patrón</a:t>
            </a:r>
          </a:p>
          <a:p>
            <a:pPr marL="457189" lvl="1" indent="-457189" algn="l" defTabSz="609585" rtl="0" eaLnBrk="1" latinLnBrk="0" hangingPunct="1">
              <a:spcBef>
                <a:spcPts val="1600"/>
              </a:spcBef>
              <a:buFontTx/>
              <a:buNone/>
            </a:pPr>
            <a:r>
              <a:rPr lang="es-ES"/>
              <a:t>Segundo nivel</a:t>
            </a:r>
          </a:p>
          <a:p>
            <a:pPr marL="457189" lvl="2" indent="-457189" algn="l" defTabSz="609585" rtl="0" eaLnBrk="1" latinLnBrk="0" hangingPunct="1">
              <a:spcBef>
                <a:spcPts val="1600"/>
              </a:spcBef>
              <a:buFontTx/>
              <a:buNone/>
            </a:pPr>
            <a:r>
              <a:rPr lang="es-ES"/>
              <a:t>Tercer nivel</a:t>
            </a:r>
          </a:p>
          <a:p>
            <a:pPr marL="457189" lvl="3" indent="-457189" algn="l" defTabSz="609585" rtl="0" eaLnBrk="1" latinLnBrk="0" hangingPunct="1">
              <a:spcBef>
                <a:spcPts val="1600"/>
              </a:spcBef>
              <a:buFontTx/>
              <a:buNone/>
            </a:pPr>
            <a:r>
              <a:rPr lang="es-ES"/>
              <a:t>Cuarto nivel</a:t>
            </a:r>
          </a:p>
          <a:p>
            <a:pPr marL="457189" lvl="4" indent="-457189" algn="l" defTabSz="609585" rtl="0" eaLnBrk="1" latinLnBrk="0" hangingPunct="1">
              <a:spcBef>
                <a:spcPts val="1600"/>
              </a:spcBef>
              <a:buFontTx/>
              <a:buNone/>
            </a:pPr>
            <a:r>
              <a:rPr lang="es-ES"/>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ES"/>
              <a:t>Haga clic para modificar el estilo de título del patrón</a:t>
            </a:r>
            <a:endParaRPr lang="en-US" dirty="0"/>
          </a:p>
        </p:txBody>
      </p:sp>
    </p:spTree>
    <p:extLst>
      <p:ext uri="{BB962C8B-B14F-4D97-AF65-F5344CB8AC3E}">
        <p14:creationId xmlns:p14="http://schemas.microsoft.com/office/powerpoint/2010/main" val="2922445846"/>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ES"/>
              <a:t>Haga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543141396"/>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68684101"/>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888192083"/>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1757825"/>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1045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232408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698885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238826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33808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815561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869133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855475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061781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590763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491946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86508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588874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743081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038721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156486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57841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801489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30510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2.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8346427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12" r:id="rId46"/>
    <p:sldLayoutId id="2147483713" r:id="rId47"/>
    <p:sldLayoutId id="2147483714" r:id="rId48"/>
    <p:sldLayoutId id="2147483717" r:id="rId4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072128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35.xml"/><Relationship Id="rId5" Type="http://schemas.openxmlformats.org/officeDocument/2006/relationships/image" Target="../media/image38.sv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444935" y="1750898"/>
            <a:ext cx="5651066" cy="2385974"/>
          </a:xfrm>
        </p:spPr>
        <p:txBody>
          <a:bodyPr/>
          <a:lstStyle/>
          <a:p>
            <a:pPr>
              <a:spcBef>
                <a:spcPts val="0"/>
              </a:spcBef>
              <a:spcAft>
                <a:spcPts val="600"/>
              </a:spcAft>
            </a:pPr>
            <a:br>
              <a:rPr lang="es-419" sz="4200" dirty="0">
                <a:solidFill>
                  <a:schemeClr val="bg1"/>
                </a:solidFill>
                <a:latin typeface="+mn-lt"/>
                <a:ea typeface="+mn-ea"/>
                <a:cs typeface="+mn-cs"/>
              </a:rPr>
            </a:br>
            <a:r>
              <a:rPr lang="es-419" dirty="0">
                <a:solidFill>
                  <a:schemeClr val="bg1"/>
                </a:solidFill>
              </a:rPr>
              <a:t>Ingresar calificaciones por </a:t>
            </a:r>
            <a:r>
              <a:rPr lang="es-419" dirty="0" err="1">
                <a:solidFill>
                  <a:schemeClr val="bg1"/>
                </a:solidFill>
              </a:rPr>
              <a:t>backoffice</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Ingresar calificaciones por </a:t>
            </a:r>
            <a:r>
              <a:rPr lang="es-419" dirty="0" err="1"/>
              <a:t>backoffice</a:t>
            </a:r>
            <a:endParaRPr lang="es-419"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2" name="Tabla 1">
            <a:extLst>
              <a:ext uri="{FF2B5EF4-FFF2-40B4-BE49-F238E27FC236}">
                <a16:creationId xmlns:a16="http://schemas.microsoft.com/office/drawing/2014/main" id="{50A96836-9A4D-6BF0-B9D3-6C4DC50DD1B4}"/>
              </a:ext>
            </a:extLst>
          </p:cNvPr>
          <p:cNvGraphicFramePr>
            <a:graphicFrameLocks noGrp="1"/>
          </p:cNvGraphicFramePr>
          <p:nvPr>
            <p:extLst>
              <p:ext uri="{D42A27DB-BD31-4B8C-83A1-F6EECF244321}">
                <p14:modId xmlns:p14="http://schemas.microsoft.com/office/powerpoint/2010/main" val="787371883"/>
              </p:ext>
            </p:extLst>
          </p:nvPr>
        </p:nvGraphicFramePr>
        <p:xfrm>
          <a:off x="1143000" y="1414386"/>
          <a:ext cx="8916155" cy="3385402"/>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358499478"/>
                    </a:ext>
                  </a:extLst>
                </a:gridCol>
                <a:gridCol w="8103140">
                  <a:extLst>
                    <a:ext uri="{9D8B030D-6E8A-4147-A177-3AD203B41FA5}">
                      <a16:colId xmlns:a16="http://schemas.microsoft.com/office/drawing/2014/main" val="2144207271"/>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88328"/>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97843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Registrar calificaciones por </a:t>
                      </a:r>
                      <a:r>
                        <a:rPr lang="es-419" sz="2400" b="1" kern="1200" noProof="0" dirty="0" err="1">
                          <a:solidFill>
                            <a:schemeClr val="bg1"/>
                          </a:solidFill>
                          <a:latin typeface="+mn-lt"/>
                          <a:ea typeface="+mn-ea"/>
                          <a:cs typeface="+mn-cs"/>
                        </a:rPr>
                        <a:t>backoffice</a:t>
                      </a:r>
                      <a:endParaRPr lang="es-419"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17204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Modificar calificaciones en Historia académica</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5609312"/>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endParaRPr lang="es-419"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011336"/>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419" sz="1200" dirty="0"/>
              <a:t>Ingresar calificaciones por </a:t>
            </a:r>
            <a:r>
              <a:rPr lang="es-419" sz="1200" dirty="0" err="1"/>
              <a:t>backoffice</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Ingresar calificaciones por </a:t>
            </a:r>
            <a:r>
              <a:rPr lang="es-419" sz="1200" dirty="0" err="1"/>
              <a:t>backoffice</a:t>
            </a:r>
            <a:endParaRPr lang="es-419"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a:xfrm>
            <a:off x="1104901" y="1905002"/>
            <a:ext cx="9974904" cy="4267198"/>
          </a:xfrm>
        </p:spPr>
        <p:txBody>
          <a:bodyPr/>
          <a:lstStyle/>
          <a:p>
            <a:pPr lvl="2" algn="just"/>
            <a:r>
              <a:rPr lang="es-CO" dirty="0"/>
              <a:t>Las calificaciones pueden ser ingresadas en el sistema por Registro Académico.</a:t>
            </a:r>
          </a:p>
          <a:p>
            <a:pPr lvl="2" algn="just"/>
            <a:r>
              <a:rPr lang="es-CO" dirty="0"/>
              <a:t>Los docentes deben entregar a Registro Académico las calificaciones para realizar el registro de las mismas.</a:t>
            </a:r>
          </a:p>
          <a:p>
            <a:pPr lvl="2" algn="just"/>
            <a:r>
              <a:rPr lang="es-CO" dirty="0"/>
              <a:t>Se pueden ingresar las calificaciones parciales y/o finales de cada alumno para un NRC</a:t>
            </a:r>
            <a:r>
              <a:rPr lang="es-419" sz="1600" dirty="0"/>
              <a:t>.</a:t>
            </a:r>
          </a:p>
          <a:p>
            <a:pPr lvl="2" algn="just"/>
            <a:r>
              <a:rPr lang="es-419" dirty="0"/>
              <a:t>Para ingresar calificaciones por backoffice, deben haberse creado los Códigos de calificaciones en la página SHAGRDE (ver Instructivo 7.1.3. Configurar escalas de calificación).</a:t>
            </a:r>
          </a:p>
          <a:p>
            <a:pPr lvl="2" algn="just"/>
            <a:r>
              <a:rPr lang="es-419" dirty="0"/>
              <a:t>Toda vez que las calificaciones estén en Historia Académica, éstas pueden ser modificadas.</a:t>
            </a:r>
          </a:p>
          <a:p>
            <a:pPr marL="519112" lvl="3" indent="0" algn="just">
              <a:buNone/>
            </a:pPr>
            <a:endParaRPr lang="es-419" dirty="0"/>
          </a:p>
          <a:p>
            <a:pPr marL="0" indent="0">
              <a:buNone/>
            </a:pPr>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419" sz="3200" b="0" dirty="0">
                <a:solidFill>
                  <a:schemeClr val="accent1"/>
                </a:solidFill>
              </a:rPr>
              <a:t>Ingresar calificaciones por </a:t>
            </a:r>
            <a:r>
              <a:rPr lang="es-419" sz="3200" b="0" dirty="0" err="1">
                <a:solidFill>
                  <a:schemeClr val="accent1"/>
                </a:solidFill>
              </a:rPr>
              <a:t>backoffice</a:t>
            </a:r>
            <a:br>
              <a:rPr lang="es-ES_tradnl" sz="3467" b="0" dirty="0">
                <a:solidFill>
                  <a:schemeClr val="accent1"/>
                </a:solidFill>
              </a:rPr>
            </a:br>
            <a:endParaRPr lang="es-419" b="0"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p:txBody>
          <a:bodyPr/>
          <a:lstStyle/>
          <a:p>
            <a:r>
              <a:rPr lang="es-419" sz="1200" dirty="0"/>
              <a:t>Ingresar calificaciones por </a:t>
            </a:r>
            <a:r>
              <a:rPr lang="es-419" sz="1200" dirty="0" err="1"/>
              <a:t>backoffice</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419" sz="3200" b="0" dirty="0">
                <a:solidFill>
                  <a:schemeClr val="accent1"/>
                </a:solidFill>
              </a:rPr>
              <a:t>Ingresar calificaciones por </a:t>
            </a:r>
            <a:r>
              <a:rPr lang="es-419" sz="3200" b="0" dirty="0" err="1">
                <a:solidFill>
                  <a:schemeClr val="accent1"/>
                </a:solidFill>
              </a:rPr>
              <a:t>backoffice</a:t>
            </a:r>
            <a:br>
              <a:rPr lang="es-CO" b="0" dirty="0">
                <a:solidFill>
                  <a:schemeClr val="accent1"/>
                </a:solidFill>
              </a:rPr>
            </a:br>
            <a:endParaRPr lang="es-ES_tradnl" b="0" dirty="0">
              <a:solidFill>
                <a:schemeClr val="accent1"/>
              </a:solidFill>
            </a:endParaRPr>
          </a:p>
        </p:txBody>
      </p:sp>
      <p:pic>
        <p:nvPicPr>
          <p:cNvPr id="1026" name="Picture 2">
            <a:extLst>
              <a:ext uri="{FF2B5EF4-FFF2-40B4-BE49-F238E27FC236}">
                <a16:creationId xmlns:a16="http://schemas.microsoft.com/office/drawing/2014/main" id="{51738E80-E647-CFBE-A28A-9C290F7D3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48" y="1291589"/>
            <a:ext cx="10058400" cy="4274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A8B5C6A-74D6-0564-6174-FA71F86F4809}"/>
              </a:ext>
            </a:extLst>
          </p:cNvPr>
          <p:cNvSpPr>
            <a:spLocks noGrp="1"/>
          </p:cNvSpPr>
          <p:nvPr>
            <p:ph type="body" orient="vert" sz="quarter" idx="17"/>
          </p:nvPr>
        </p:nvSpPr>
        <p:spPr/>
        <p:txBody>
          <a:bodyPr/>
          <a:lstStyle/>
          <a:p>
            <a:r>
              <a:rPr lang="es-419" sz="1200" dirty="0"/>
              <a:t>Ingresar calificaciones por </a:t>
            </a:r>
            <a:r>
              <a:rPr lang="es-419" sz="1200" dirty="0" err="1"/>
              <a:t>backoffice</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4" name="Imagen 3">
            <a:extLst>
              <a:ext uri="{FF2B5EF4-FFF2-40B4-BE49-F238E27FC236}">
                <a16:creationId xmlns:a16="http://schemas.microsoft.com/office/drawing/2014/main" id="{A9911ADF-7F50-5F22-402E-FF2B61D30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575" y="1251857"/>
            <a:ext cx="5486398" cy="5486398"/>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Ingresar calificaciones por </a:t>
            </a:r>
            <a:r>
              <a:rPr lang="es-419" sz="1200" dirty="0" err="1"/>
              <a:t>backoffice</a:t>
            </a:r>
            <a:endParaRPr lang="es-419" dirty="0"/>
          </a:p>
        </p:txBody>
      </p:sp>
      <p:sp>
        <p:nvSpPr>
          <p:cNvPr id="13" name="Title 12"/>
          <p:cNvSpPr>
            <a:spLocks noGrp="1"/>
          </p:cNvSpPr>
          <p:nvPr>
            <p:ph type="title"/>
          </p:nvPr>
        </p:nvSpPr>
        <p:spPr>
          <a:xfrm>
            <a:off x="1007623" y="378036"/>
            <a:ext cx="10477497" cy="898555"/>
          </a:xfrm>
        </p:spPr>
        <p:txBody>
          <a:bodyPr/>
          <a:lstStyle/>
          <a:p>
            <a:r>
              <a:rPr lang="es-ES_tradnl" dirty="0" err="1">
                <a:solidFill>
                  <a:schemeClr val="accent1"/>
                </a:solidFill>
              </a:rPr>
              <a:t>Overview</a:t>
            </a:r>
            <a:r>
              <a:rPr lang="es-ES_tradnl" dirty="0">
                <a:solidFill>
                  <a:schemeClr val="accent1"/>
                </a:solidFill>
              </a:rPr>
              <a:t>: </a:t>
            </a:r>
            <a:r>
              <a:rPr lang="es-419" sz="3200" b="0" dirty="0">
                <a:solidFill>
                  <a:schemeClr val="accent1"/>
                </a:solidFill>
              </a:rPr>
              <a:t>Ingresar calificaciones por </a:t>
            </a:r>
            <a:r>
              <a:rPr lang="es-419" sz="3200" b="0" dirty="0" err="1">
                <a:solidFill>
                  <a:schemeClr val="accent1"/>
                </a:solidFill>
              </a:rPr>
              <a:t>backoffice</a:t>
            </a:r>
            <a:br>
              <a:rPr lang="es-419" b="0" dirty="0">
                <a:solidFill>
                  <a:schemeClr val="accent1"/>
                </a:solidFill>
              </a:rPr>
            </a:br>
            <a:endParaRPr lang="es-ES_tradnl" b="0" dirty="0">
              <a:solidFill>
                <a:schemeClr val="accent1"/>
              </a:solidFill>
            </a:endParaRPr>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498157300"/>
              </p:ext>
            </p:extLst>
          </p:nvPr>
        </p:nvGraphicFramePr>
        <p:xfrm>
          <a:off x="1007623" y="1435782"/>
          <a:ext cx="10620983" cy="3102595"/>
        </p:xfrm>
        <a:graphic>
          <a:graphicData uri="http://schemas.openxmlformats.org/drawingml/2006/table">
            <a:tbl>
              <a:tblPr firstRow="1" bandRow="1">
                <a:tableStyleId>{5C22544A-7EE6-4342-B048-85BDC9FD1C3A}</a:tableStyleId>
              </a:tblPr>
              <a:tblGrid>
                <a:gridCol w="1784215">
                  <a:extLst>
                    <a:ext uri="{9D8B030D-6E8A-4147-A177-3AD203B41FA5}">
                      <a16:colId xmlns:a16="http://schemas.microsoft.com/office/drawing/2014/main" val="34381708"/>
                    </a:ext>
                  </a:extLst>
                </a:gridCol>
                <a:gridCol w="8836768">
                  <a:extLst>
                    <a:ext uri="{9D8B030D-6E8A-4147-A177-3AD203B41FA5}">
                      <a16:colId xmlns:a16="http://schemas.microsoft.com/office/drawing/2014/main" val="1628494477"/>
                    </a:ext>
                  </a:extLst>
                </a:gridCol>
              </a:tblGrid>
              <a:tr h="54000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540000">
                <a:tc>
                  <a:txBody>
                    <a:bodyPr/>
                    <a:lstStyle/>
                    <a:p>
                      <a:pPr>
                        <a:spcAft>
                          <a:spcPts val="0"/>
                        </a:spcAft>
                      </a:pPr>
                      <a:r>
                        <a:rPr lang="es-ES" sz="1400" b="1" dirty="0">
                          <a:effectLst/>
                        </a:rPr>
                        <a:t>Número de Referencia de Curso (NRC)</a:t>
                      </a:r>
                      <a:endPar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_tradnl" sz="1300" dirty="0">
                          <a:solidFill>
                            <a:schemeClr val="tx1"/>
                          </a:solidFill>
                        </a:rPr>
                        <a:t>Es un </a:t>
                      </a:r>
                      <a:r>
                        <a:rPr lang="es-CO" sz="1300" dirty="0"/>
                        <a:t>valor numérico único, en un periodo, que identifica la oferta de un curso en un horario específico y con uno o varios docentes que lo dictan</a:t>
                      </a:r>
                      <a:r>
                        <a:rPr lang="es-419"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596524">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a:t>
                      </a:r>
                    </a:p>
                  </a:txBody>
                  <a:tcPr marL="36830" marR="36830" marT="36830" marB="36830" anchor="ctr"/>
                </a:tc>
                <a:tc>
                  <a:txBody>
                    <a:bodyPr/>
                    <a:lstStyle/>
                    <a:p>
                      <a:pPr algn="just">
                        <a:spcAft>
                          <a:spcPts val="0"/>
                        </a:spcAft>
                      </a:pPr>
                      <a:r>
                        <a:rPr lang="es-CO" sz="1300" dirty="0"/>
                        <a:t>Valoración cuantitativa de las competencias alcanzadas por el estudiante asignado a la actividad desarrolladas</a:t>
                      </a:r>
                      <a:r>
                        <a:rPr lang="es-CO" sz="1300" dirty="0">
                          <a:solidFill>
                            <a:schemeClr val="tx1"/>
                          </a:solidFill>
                        </a:rPr>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80877216"/>
                  </a:ext>
                </a:extLst>
              </a:tr>
              <a:tr h="626166">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Parcial</a:t>
                      </a:r>
                    </a:p>
                  </a:txBody>
                  <a:tcPr marL="36830" marR="36830" marT="36830" marB="36830" anchor="ctr"/>
                </a:tc>
                <a:tc>
                  <a:txBody>
                    <a:bodyPr/>
                    <a:lstStyle/>
                    <a:p>
                      <a:pPr algn="just">
                        <a:spcAft>
                          <a:spcPts val="0"/>
                        </a:spcAft>
                      </a:pPr>
                      <a:r>
                        <a:rPr lang="es-CO" sz="1400" dirty="0"/>
                        <a:t>Calificaciones obtenidas a lo largo del periodo académico por un estudiante en una asignatura</a:t>
                      </a:r>
                      <a:r>
                        <a:rPr lang="es-CO"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324545965"/>
                  </a:ext>
                </a:extLst>
              </a:tr>
              <a:tr h="626165">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Final</a:t>
                      </a:r>
                    </a:p>
                  </a:txBody>
                  <a:tcPr marL="36830" marR="36830" marT="36830" marB="36830" anchor="ctr"/>
                </a:tc>
                <a:tc>
                  <a:txBody>
                    <a:bodyPr/>
                    <a:lstStyle/>
                    <a:p>
                      <a:pPr algn="just">
                        <a:spcAft>
                          <a:spcPts val="0"/>
                        </a:spcAft>
                      </a:pPr>
                      <a:r>
                        <a:rPr lang="es-CO" sz="1300" dirty="0"/>
                        <a:t>Calificación final que obtiene un estudiante en una asignatura, que determina si ha aprobado o reprobado. Comúnmente es un promedio ponderado de las calificaciones parciales obtenidas a lo largo del periodo académico.</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545342843"/>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Ingresar calificaciones por </a:t>
            </a:r>
            <a:r>
              <a:rPr lang="es-419" dirty="0" err="1"/>
              <a:t>backoffice</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31C1CB0-9D12-0414-8B50-A4AB8E5C6EE4}"/>
              </a:ext>
            </a:extLst>
          </p:cNvPr>
          <p:cNvPicPr>
            <a:picLocks noChangeAspect="1"/>
          </p:cNvPicPr>
          <p:nvPr/>
        </p:nvPicPr>
        <p:blipFill>
          <a:blip r:embed="rId3"/>
          <a:stretch>
            <a:fillRect/>
          </a:stretch>
        </p:blipFill>
        <p:spPr>
          <a:xfrm>
            <a:off x="609601" y="732776"/>
            <a:ext cx="11307684" cy="5517961"/>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13" name="Title 12"/>
          <p:cNvSpPr>
            <a:spLocks noGrp="1"/>
          </p:cNvSpPr>
          <p:nvPr>
            <p:ph type="title"/>
          </p:nvPr>
        </p:nvSpPr>
        <p:spPr>
          <a:xfrm>
            <a:off x="774972" y="254103"/>
            <a:ext cx="11307684" cy="898555"/>
          </a:xfrm>
        </p:spPr>
        <p:txBody>
          <a:bodyPr/>
          <a:lstStyle/>
          <a:p>
            <a:r>
              <a:rPr lang="es-419" dirty="0">
                <a:solidFill>
                  <a:schemeClr val="accent1"/>
                </a:solidFill>
              </a:rPr>
              <a:t>Códigos de comentarios para Historia Académica</a:t>
            </a:r>
            <a:endParaRPr lang="es-ES_tradnl" dirty="0">
              <a:solidFill>
                <a:schemeClr val="accent1"/>
              </a:solidFill>
            </a:endParaRPr>
          </a:p>
        </p:txBody>
      </p:sp>
      <p:sp>
        <p:nvSpPr>
          <p:cNvPr id="25" name="Rectángulo redondeado 5">
            <a:extLst>
              <a:ext uri="{FF2B5EF4-FFF2-40B4-BE49-F238E27FC236}">
                <a16:creationId xmlns:a16="http://schemas.microsoft.com/office/drawing/2014/main" id="{3F55883B-0A3A-4291-3D7C-C55102C71079}"/>
              </a:ext>
            </a:extLst>
          </p:cNvPr>
          <p:cNvSpPr/>
          <p:nvPr/>
        </p:nvSpPr>
        <p:spPr>
          <a:xfrm>
            <a:off x="1507533" y="4368663"/>
            <a:ext cx="9891224" cy="137003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ES_tradnl" sz="1200" dirty="0"/>
              <a:t>Los códigos de comentarios de calificación predefinidos ya están en la página STVGCMT. Si desea crear un nuevo código siga los pasos que a continuación se indican:</a:t>
            </a:r>
          </a:p>
          <a:p>
            <a:endParaRPr lang="es-ES_tradnl" sz="1200" dirty="0"/>
          </a:p>
          <a:p>
            <a:pPr marL="228600" indent="-228600">
              <a:buFont typeface="+mj-lt"/>
              <a:buAutoNum type="arabicPeriod"/>
            </a:pPr>
            <a:r>
              <a:rPr lang="es-ES_tradnl" sz="1200" dirty="0"/>
              <a:t>Para ingresar un nuevo código debe hacer clic en </a:t>
            </a:r>
            <a:r>
              <a:rPr lang="es-ES_tradnl" sz="1200" b="1" dirty="0"/>
              <a:t>Insertar</a:t>
            </a:r>
          </a:p>
          <a:p>
            <a:pPr marL="228600" indent="-228600">
              <a:buFont typeface="+mj-lt"/>
              <a:buAutoNum type="arabicPeriod"/>
            </a:pPr>
            <a:r>
              <a:rPr lang="es-ES_tradnl" sz="1200" dirty="0"/>
              <a:t>Ingrese el </a:t>
            </a:r>
            <a:r>
              <a:rPr lang="es-ES_tradnl" sz="1200" b="1" dirty="0"/>
              <a:t>código</a:t>
            </a:r>
            <a:r>
              <a:rPr lang="es-ES_tradnl" sz="1200" dirty="0"/>
              <a:t> para el modo de calificación </a:t>
            </a:r>
          </a:p>
          <a:p>
            <a:pPr marL="228600" indent="-228600">
              <a:buFont typeface="+mj-lt"/>
              <a:buAutoNum type="arabicPeriod"/>
            </a:pPr>
            <a:r>
              <a:rPr lang="es-ES_tradnl" sz="1200" dirty="0"/>
              <a:t>Incorpore la </a:t>
            </a:r>
            <a:r>
              <a:rPr lang="es-ES_tradnl" sz="1200" b="1" dirty="0"/>
              <a:t>Descripción</a:t>
            </a:r>
            <a:r>
              <a:rPr lang="es-ES_tradnl" sz="1200" dirty="0"/>
              <a:t> del código correspondiente</a:t>
            </a:r>
          </a:p>
          <a:p>
            <a:pPr marL="228600" indent="-228600">
              <a:buFont typeface="+mj-lt"/>
              <a:buAutoNum type="arabicPeriod"/>
            </a:pPr>
            <a:r>
              <a:rPr lang="es-ES_tradnl" sz="1200" b="1" dirty="0"/>
              <a:t>Guarde</a:t>
            </a:r>
            <a:r>
              <a:rPr lang="es-ES_tradnl" sz="1200" dirty="0"/>
              <a:t> la información</a:t>
            </a:r>
          </a:p>
        </p:txBody>
      </p:sp>
      <p:sp>
        <p:nvSpPr>
          <p:cNvPr id="26" name="Rectángulo 25">
            <a:extLst>
              <a:ext uri="{FF2B5EF4-FFF2-40B4-BE49-F238E27FC236}">
                <a16:creationId xmlns:a16="http://schemas.microsoft.com/office/drawing/2014/main" id="{0B6982BC-5BD2-DBEF-EBEB-DE601112B07B}"/>
              </a:ext>
            </a:extLst>
          </p:cNvPr>
          <p:cNvSpPr/>
          <p:nvPr/>
        </p:nvSpPr>
        <p:spPr>
          <a:xfrm>
            <a:off x="11282228" y="1192577"/>
            <a:ext cx="146304" cy="15282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7" name="CuadroTexto 26">
            <a:extLst>
              <a:ext uri="{FF2B5EF4-FFF2-40B4-BE49-F238E27FC236}">
                <a16:creationId xmlns:a16="http://schemas.microsoft.com/office/drawing/2014/main" id="{87E0191E-9F1E-43DA-40AB-92947698EBCC}"/>
              </a:ext>
            </a:extLst>
          </p:cNvPr>
          <p:cNvSpPr txBox="1"/>
          <p:nvPr/>
        </p:nvSpPr>
        <p:spPr>
          <a:xfrm>
            <a:off x="10707833" y="1175780"/>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28" name="Flecha: hacia la izquierda 27">
            <a:extLst>
              <a:ext uri="{FF2B5EF4-FFF2-40B4-BE49-F238E27FC236}">
                <a16:creationId xmlns:a16="http://schemas.microsoft.com/office/drawing/2014/main" id="{518EA196-3559-227E-5579-A833DE1C06F8}"/>
              </a:ext>
            </a:extLst>
          </p:cNvPr>
          <p:cNvSpPr/>
          <p:nvPr/>
        </p:nvSpPr>
        <p:spPr>
          <a:xfrm rot="10800000">
            <a:off x="11043705" y="126137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uadroTexto 28">
            <a:extLst>
              <a:ext uri="{FF2B5EF4-FFF2-40B4-BE49-F238E27FC236}">
                <a16:creationId xmlns:a16="http://schemas.microsoft.com/office/drawing/2014/main" id="{420BC66B-A613-13F7-7A52-E0781367A61A}"/>
              </a:ext>
            </a:extLst>
          </p:cNvPr>
          <p:cNvSpPr txBox="1"/>
          <p:nvPr/>
        </p:nvSpPr>
        <p:spPr>
          <a:xfrm>
            <a:off x="1068564" y="1414201"/>
            <a:ext cx="301753"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30" name="Flecha: hacia la izquierda 29">
            <a:extLst>
              <a:ext uri="{FF2B5EF4-FFF2-40B4-BE49-F238E27FC236}">
                <a16:creationId xmlns:a16="http://schemas.microsoft.com/office/drawing/2014/main" id="{CBFEB1F2-8870-4452-E2E4-F3304AF659DE}"/>
              </a:ext>
            </a:extLst>
          </p:cNvPr>
          <p:cNvSpPr/>
          <p:nvPr/>
        </p:nvSpPr>
        <p:spPr>
          <a:xfrm>
            <a:off x="880654" y="149906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uadroTexto 30">
            <a:extLst>
              <a:ext uri="{FF2B5EF4-FFF2-40B4-BE49-F238E27FC236}">
                <a16:creationId xmlns:a16="http://schemas.microsoft.com/office/drawing/2014/main" id="{6F8D1DBD-81DA-6EB3-3332-272DD0C32B19}"/>
              </a:ext>
            </a:extLst>
          </p:cNvPr>
          <p:cNvSpPr txBox="1"/>
          <p:nvPr/>
        </p:nvSpPr>
        <p:spPr>
          <a:xfrm>
            <a:off x="3624846" y="1437061"/>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32" name="Flecha: hacia la izquierda 31">
            <a:extLst>
              <a:ext uri="{FF2B5EF4-FFF2-40B4-BE49-F238E27FC236}">
                <a16:creationId xmlns:a16="http://schemas.microsoft.com/office/drawing/2014/main" id="{8AAC85A7-EE36-90FA-09D7-4879A6BF2E38}"/>
              </a:ext>
            </a:extLst>
          </p:cNvPr>
          <p:cNvSpPr/>
          <p:nvPr/>
        </p:nvSpPr>
        <p:spPr>
          <a:xfrm>
            <a:off x="3421499" y="150724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uadroTexto 32">
            <a:extLst>
              <a:ext uri="{FF2B5EF4-FFF2-40B4-BE49-F238E27FC236}">
                <a16:creationId xmlns:a16="http://schemas.microsoft.com/office/drawing/2014/main" id="{BE62FF2D-FE7A-8F83-D038-4D6E2BD11C65}"/>
              </a:ext>
            </a:extLst>
          </p:cNvPr>
          <p:cNvSpPr txBox="1"/>
          <p:nvPr/>
        </p:nvSpPr>
        <p:spPr>
          <a:xfrm>
            <a:off x="11009586" y="6035293"/>
            <a:ext cx="301753" cy="215444"/>
          </a:xfrm>
          <a:prstGeom prst="rect">
            <a:avLst/>
          </a:prstGeom>
          <a:solidFill>
            <a:schemeClr val="accent3"/>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34" name="Flecha: hacia la izquierda 33">
            <a:extLst>
              <a:ext uri="{FF2B5EF4-FFF2-40B4-BE49-F238E27FC236}">
                <a16:creationId xmlns:a16="http://schemas.microsoft.com/office/drawing/2014/main" id="{3DD1A9F1-3BD8-E0B9-17EC-BB6A5EFE79F4}"/>
              </a:ext>
            </a:extLst>
          </p:cNvPr>
          <p:cNvSpPr/>
          <p:nvPr/>
        </p:nvSpPr>
        <p:spPr>
          <a:xfrm rot="10800000">
            <a:off x="11348303" y="612093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61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5E097-C0C2-F6C1-3222-E4E77CC017C6}"/>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D2B6A6F7-9F34-94AB-A44B-372F70DEF34F}"/>
              </a:ext>
            </a:extLst>
          </p:cNvPr>
          <p:cNvSpPr>
            <a:spLocks noGrp="1"/>
          </p:cNvSpPr>
          <p:nvPr>
            <p:ph type="body" orient="vert" sz="quarter" idx="10"/>
          </p:nvPr>
        </p:nvSpPr>
        <p:spPr/>
        <p:txBody>
          <a:bodyPr/>
          <a:lstStyle/>
          <a:p>
            <a:r>
              <a:rPr lang="es-419" dirty="0"/>
              <a:t>Ingresar calificaciones por </a:t>
            </a:r>
            <a:r>
              <a:rPr lang="es-419" dirty="0" err="1"/>
              <a:t>backoffice</a:t>
            </a:r>
            <a:endParaRPr lang="es-ES_tradnl" dirty="0"/>
          </a:p>
        </p:txBody>
      </p:sp>
      <p:sp>
        <p:nvSpPr>
          <p:cNvPr id="2" name="Title 1">
            <a:extLst>
              <a:ext uri="{FF2B5EF4-FFF2-40B4-BE49-F238E27FC236}">
                <a16:creationId xmlns:a16="http://schemas.microsoft.com/office/drawing/2014/main" id="{40AD5E5D-1F7E-EA4F-EACD-8BEFFB893EAD}"/>
              </a:ext>
            </a:extLst>
          </p:cNvPr>
          <p:cNvSpPr>
            <a:spLocks noGrp="1"/>
          </p:cNvSpPr>
          <p:nvPr>
            <p:ph type="title"/>
          </p:nvPr>
        </p:nvSpPr>
        <p:spPr/>
        <p:txBody>
          <a:bodyPr/>
          <a:lstStyle/>
          <a:p>
            <a:r>
              <a:rPr lang="es-CO" dirty="0"/>
              <a:t>Razones de cambio de calificaciones </a:t>
            </a:r>
            <a:endParaRPr lang="es-ES_tradnl" dirty="0"/>
          </a:p>
        </p:txBody>
      </p:sp>
      <p:sp>
        <p:nvSpPr>
          <p:cNvPr id="3" name="Marcador de texto 2">
            <a:extLst>
              <a:ext uri="{FF2B5EF4-FFF2-40B4-BE49-F238E27FC236}">
                <a16:creationId xmlns:a16="http://schemas.microsoft.com/office/drawing/2014/main" id="{DAB89B50-CAE1-B9FB-309B-90BCA6AA1158}"/>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64694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CFE6535-C531-C79E-AA4C-4D17C83EEB24}"/>
              </a:ext>
            </a:extLst>
          </p:cNvPr>
          <p:cNvPicPr>
            <a:picLocks noChangeAspect="1"/>
          </p:cNvPicPr>
          <p:nvPr/>
        </p:nvPicPr>
        <p:blipFill>
          <a:blip r:embed="rId3"/>
          <a:stretch>
            <a:fillRect/>
          </a:stretch>
        </p:blipFill>
        <p:spPr>
          <a:xfrm>
            <a:off x="609601" y="738001"/>
            <a:ext cx="11296850" cy="5562888"/>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CO" dirty="0">
                <a:solidFill>
                  <a:schemeClr val="accent1"/>
                </a:solidFill>
              </a:rPr>
              <a:t>Razones de cambio de calificaciones (</a:t>
            </a:r>
            <a:r>
              <a:rPr lang="es-419" b="1" dirty="0">
                <a:solidFill>
                  <a:schemeClr val="accent1"/>
                </a:solidFill>
                <a:effectLst/>
              </a:rPr>
              <a:t>STVGCHG</a:t>
            </a:r>
            <a:r>
              <a:rPr lang="es-CO" dirty="0">
                <a:solidFill>
                  <a:schemeClr val="accent1"/>
                </a:solidFill>
              </a:rPr>
              <a:t>)</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383133" y="4323522"/>
            <a:ext cx="9891224" cy="1474163"/>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ES_tradnl" sz="1200" dirty="0"/>
              <a:t>Los códigos de razón de cambio de calificaciones predefinidos ya están en la página </a:t>
            </a:r>
            <a:r>
              <a:rPr lang="es-419" sz="1200" b="1" dirty="0">
                <a:effectLst/>
              </a:rPr>
              <a:t>STVGCHG</a:t>
            </a:r>
            <a:r>
              <a:rPr lang="es-ES_tradnl" sz="1200" dirty="0"/>
              <a:t>. Si desea crear un nuevo código siga los pasos que a continuación se indican:</a:t>
            </a:r>
          </a:p>
          <a:p>
            <a:pPr marL="228600" indent="-228600">
              <a:buFont typeface="+mj-lt"/>
              <a:buAutoNum type="arabicPeriod"/>
            </a:pPr>
            <a:r>
              <a:rPr lang="es-ES_tradnl" sz="1200" dirty="0"/>
              <a:t>Para ingresar un nuevo código debe hacer clic en </a:t>
            </a:r>
            <a:r>
              <a:rPr lang="es-ES_tradnl" sz="1200" b="1" dirty="0"/>
              <a:t>Insertar</a:t>
            </a:r>
          </a:p>
          <a:p>
            <a:pPr marL="228600" indent="-228600">
              <a:buFont typeface="+mj-lt"/>
              <a:buAutoNum type="arabicPeriod"/>
            </a:pPr>
            <a:r>
              <a:rPr lang="es-ES_tradnl" sz="1200" dirty="0"/>
              <a:t>Ingrese el </a:t>
            </a:r>
            <a:r>
              <a:rPr lang="es-ES_tradnl" sz="1200" b="1" dirty="0"/>
              <a:t>código</a:t>
            </a:r>
            <a:r>
              <a:rPr lang="es-ES_tradnl" sz="1200" dirty="0"/>
              <a:t> para la razón de cambio </a:t>
            </a:r>
          </a:p>
          <a:p>
            <a:pPr marL="228600" indent="-228600">
              <a:buFont typeface="+mj-lt"/>
              <a:buAutoNum type="arabicPeriod"/>
            </a:pPr>
            <a:r>
              <a:rPr lang="es-ES_tradnl" sz="1200" dirty="0"/>
              <a:t>Incorpore la </a:t>
            </a:r>
            <a:r>
              <a:rPr lang="es-ES_tradnl" sz="1200" b="1" dirty="0"/>
              <a:t>Descripción</a:t>
            </a:r>
            <a:r>
              <a:rPr lang="es-ES_tradnl" sz="1200" dirty="0"/>
              <a:t> del código correspondiente</a:t>
            </a:r>
          </a:p>
          <a:p>
            <a:pPr marL="228600" indent="-228600">
              <a:buFont typeface="+mj-lt"/>
              <a:buAutoNum type="arabicPeriod"/>
            </a:pPr>
            <a:r>
              <a:rPr lang="es-CO" sz="1200" dirty="0"/>
              <a:t>Ingrese el código y descripción del </a:t>
            </a:r>
            <a:r>
              <a:rPr lang="es-CO" sz="1200" b="1" dirty="0"/>
              <a:t>atributo</a:t>
            </a:r>
            <a:r>
              <a:rPr lang="es-CO" sz="1200" dirty="0"/>
              <a:t> de razón de cambio requerido para el procesamiento de libro de calificación electrónico.</a:t>
            </a:r>
            <a:endParaRPr lang="es-ES_tradnl" sz="1200" dirty="0"/>
          </a:p>
          <a:p>
            <a:pPr marL="228600" indent="-228600">
              <a:buFont typeface="+mj-lt"/>
              <a:buAutoNum type="arabicPeriod"/>
            </a:pPr>
            <a:r>
              <a:rPr lang="es-ES_tradnl" sz="1200" b="1" dirty="0"/>
              <a:t>Guarde</a:t>
            </a:r>
            <a:r>
              <a:rPr lang="es-ES_tradnl" sz="12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11274357" y="1170441"/>
            <a:ext cx="178343" cy="16027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10720807" y="1181462"/>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7" name="Flecha: hacia la izquierda 6">
            <a:extLst>
              <a:ext uri="{FF2B5EF4-FFF2-40B4-BE49-F238E27FC236}">
                <a16:creationId xmlns:a16="http://schemas.microsoft.com/office/drawing/2014/main" id="{5ABD11A9-125D-16D9-080F-D1F437F5A37F}"/>
              </a:ext>
            </a:extLst>
          </p:cNvPr>
          <p:cNvSpPr/>
          <p:nvPr/>
        </p:nvSpPr>
        <p:spPr>
          <a:xfrm rot="10800000">
            <a:off x="11094990" y="1247540"/>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A97A25A-2F57-C4FD-30F2-9768EA11FFDF}"/>
              </a:ext>
            </a:extLst>
          </p:cNvPr>
          <p:cNvSpPr txBox="1"/>
          <p:nvPr/>
        </p:nvSpPr>
        <p:spPr>
          <a:xfrm>
            <a:off x="543737" y="1788897"/>
            <a:ext cx="301753"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1" name="Flecha: hacia la izquierda 10">
            <a:extLst>
              <a:ext uri="{FF2B5EF4-FFF2-40B4-BE49-F238E27FC236}">
                <a16:creationId xmlns:a16="http://schemas.microsoft.com/office/drawing/2014/main" id="{1C83BE4A-0709-68E9-EA0E-F473B8C61069}"/>
              </a:ext>
            </a:extLst>
          </p:cNvPr>
          <p:cNvSpPr/>
          <p:nvPr/>
        </p:nvSpPr>
        <p:spPr>
          <a:xfrm rot="5400000">
            <a:off x="597867" y="168347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8477C030-BD76-2C65-DAAA-1C79347D85C5}"/>
              </a:ext>
            </a:extLst>
          </p:cNvPr>
          <p:cNvSpPr txBox="1"/>
          <p:nvPr/>
        </p:nvSpPr>
        <p:spPr>
          <a:xfrm>
            <a:off x="1865736" y="1492785"/>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4" name="Flecha: hacia la izquierda 13">
            <a:extLst>
              <a:ext uri="{FF2B5EF4-FFF2-40B4-BE49-F238E27FC236}">
                <a16:creationId xmlns:a16="http://schemas.microsoft.com/office/drawing/2014/main" id="{BD032F2C-2A07-BD64-A917-1463F5AE887F}"/>
              </a:ext>
            </a:extLst>
          </p:cNvPr>
          <p:cNvSpPr/>
          <p:nvPr/>
        </p:nvSpPr>
        <p:spPr>
          <a:xfrm>
            <a:off x="1653568" y="157764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B4A9A05-5F4E-23AD-FEB4-F22FCEA6DF26}"/>
              </a:ext>
            </a:extLst>
          </p:cNvPr>
          <p:cNvSpPr txBox="1"/>
          <p:nvPr/>
        </p:nvSpPr>
        <p:spPr>
          <a:xfrm>
            <a:off x="10972604" y="6050640"/>
            <a:ext cx="301753" cy="215444"/>
          </a:xfrm>
          <a:prstGeom prst="rect">
            <a:avLst/>
          </a:prstGeom>
          <a:solidFill>
            <a:schemeClr val="accent3"/>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6" name="Flecha: hacia la izquierda 15">
            <a:extLst>
              <a:ext uri="{FF2B5EF4-FFF2-40B4-BE49-F238E27FC236}">
                <a16:creationId xmlns:a16="http://schemas.microsoft.com/office/drawing/2014/main" id="{AAFDC955-A20A-5F5D-B7C7-86E5B2D9A37F}"/>
              </a:ext>
            </a:extLst>
          </p:cNvPr>
          <p:cNvSpPr/>
          <p:nvPr/>
        </p:nvSpPr>
        <p:spPr>
          <a:xfrm rot="10800000">
            <a:off x="11318464" y="611999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uadroTexto 18">
            <a:extLst>
              <a:ext uri="{FF2B5EF4-FFF2-40B4-BE49-F238E27FC236}">
                <a16:creationId xmlns:a16="http://schemas.microsoft.com/office/drawing/2014/main" id="{355C2F22-3ED5-A13D-BDE8-49BC8511E759}"/>
              </a:ext>
            </a:extLst>
          </p:cNvPr>
          <p:cNvSpPr txBox="1"/>
          <p:nvPr/>
        </p:nvSpPr>
        <p:spPr>
          <a:xfrm>
            <a:off x="2362248" y="1490887"/>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20" name="Flecha: hacia la izquierda 19">
            <a:extLst>
              <a:ext uri="{FF2B5EF4-FFF2-40B4-BE49-F238E27FC236}">
                <a16:creationId xmlns:a16="http://schemas.microsoft.com/office/drawing/2014/main" id="{60C99E60-C8E5-E67A-1E78-F38025A6DE5D}"/>
              </a:ext>
            </a:extLst>
          </p:cNvPr>
          <p:cNvSpPr/>
          <p:nvPr/>
        </p:nvSpPr>
        <p:spPr>
          <a:xfrm rot="10800000">
            <a:off x="2697535" y="157414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857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BF27C60-1161-5211-C0C3-CE2727D29B2D}"/>
              </a:ext>
            </a:extLst>
          </p:cNvPr>
          <p:cNvPicPr>
            <a:picLocks noChangeAspect="1"/>
          </p:cNvPicPr>
          <p:nvPr/>
        </p:nvPicPr>
        <p:blipFill>
          <a:blip r:embed="rId3"/>
          <a:stretch>
            <a:fillRect/>
          </a:stretch>
        </p:blipFill>
        <p:spPr>
          <a:xfrm>
            <a:off x="533400" y="773718"/>
            <a:ext cx="11267173" cy="5548274"/>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CO" dirty="0">
                <a:solidFill>
                  <a:schemeClr val="accent1"/>
                </a:solidFill>
              </a:rPr>
              <a:t>Razones de cambio de calificaciones (</a:t>
            </a:r>
            <a:r>
              <a:rPr lang="es-419" b="1" dirty="0">
                <a:solidFill>
                  <a:schemeClr val="accent1"/>
                </a:solidFill>
                <a:effectLst/>
              </a:rPr>
              <a:t>STVGCHG</a:t>
            </a:r>
            <a:r>
              <a:rPr lang="es-CO" dirty="0">
                <a:solidFill>
                  <a:schemeClr val="accent1"/>
                </a:solidFill>
              </a:rPr>
              <a:t>)</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383133" y="3776870"/>
            <a:ext cx="9891224" cy="221176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6"/>
            </a:pPr>
            <a:r>
              <a:rPr lang="es-CO" sz="1100" dirty="0"/>
              <a:t>Active las casillas que se indican a continuación, según corresponda:</a:t>
            </a:r>
            <a:endParaRPr lang="es-ES_tradnl" sz="1100" b="1" dirty="0"/>
          </a:p>
          <a:p>
            <a:pPr marL="800100" lvl="1" indent="-342900" algn="just">
              <a:buFont typeface="Arial" panose="020B0604020202020204" pitchFamily="34" charset="0"/>
              <a:buChar char="•"/>
            </a:pPr>
            <a:r>
              <a:rPr lang="es-CO" sz="1100" b="1" dirty="0"/>
              <a:t>Permitir duplicados</a:t>
            </a:r>
            <a:r>
              <a:rPr lang="es-CO" sz="1100" dirty="0"/>
              <a:t>: Active la casilla si el código de razón de cambio puede usarse más de una vez para calificar a un alumno en un NRC.</a:t>
            </a:r>
          </a:p>
          <a:p>
            <a:pPr marL="800100" lvl="1" indent="-342900" algn="just">
              <a:buFont typeface="Arial" panose="020B0604020202020204" pitchFamily="34" charset="0"/>
              <a:buChar char="•"/>
            </a:pPr>
            <a:r>
              <a:rPr lang="es-ES_tradnl" sz="1100" b="1" dirty="0"/>
              <a:t>Definitivo</a:t>
            </a:r>
            <a:r>
              <a:rPr lang="es-ES_tradnl" sz="1100" dirty="0"/>
              <a:t>: </a:t>
            </a:r>
            <a:r>
              <a:rPr lang="es-CO" sz="1100" dirty="0"/>
              <a:t>Active la casilla si el código correspondiente no debe sobrescribirse por un cálculo automático</a:t>
            </a:r>
            <a:r>
              <a:rPr lang="es-ES_tradnl" sz="1100" dirty="0"/>
              <a:t>.</a:t>
            </a:r>
          </a:p>
          <a:p>
            <a:pPr marL="800100" lvl="1" indent="-342900" algn="just">
              <a:buFont typeface="Arial" panose="020B0604020202020204" pitchFamily="34" charset="0"/>
              <a:buChar char="•"/>
            </a:pPr>
            <a:r>
              <a:rPr lang="es-CO" sz="1100" b="1" dirty="0"/>
              <a:t>Calculado</a:t>
            </a:r>
            <a:r>
              <a:rPr lang="es-CO" sz="1100" dirty="0"/>
              <a:t>: Active la casilla si el código se usará para registrar el resultado de un cálculo automático de calificaciones. Una razón con este indicador seleccionado no se puede seleccionar por los usuarios</a:t>
            </a:r>
            <a:r>
              <a:rPr lang="es-ES_tradnl" sz="1100" dirty="0"/>
              <a:t>.</a:t>
            </a:r>
            <a:r>
              <a:rPr lang="es-CO" sz="1100" dirty="0"/>
              <a:t> </a:t>
            </a:r>
          </a:p>
          <a:p>
            <a:pPr marL="800100" lvl="1" indent="-342900" algn="just">
              <a:buFont typeface="Arial" panose="020B0604020202020204" pitchFamily="34" charset="0"/>
              <a:buChar char="•"/>
            </a:pPr>
            <a:r>
              <a:rPr lang="es-CO" sz="1100" b="1" dirty="0"/>
              <a:t>Autoservicio</a:t>
            </a:r>
            <a:r>
              <a:rPr lang="es-CO" sz="1100" dirty="0"/>
              <a:t>: active la casilla si el código de razón de cambio puede ser utilizado por el profesor en la carga de calificaciones de curso por el autoservicio.</a:t>
            </a:r>
          </a:p>
          <a:p>
            <a:pPr marL="800100" lvl="1" indent="-342900" algn="just">
              <a:buFont typeface="Arial" panose="020B0604020202020204" pitchFamily="34" charset="0"/>
              <a:buChar char="•"/>
            </a:pPr>
            <a:r>
              <a:rPr lang="es-CO" sz="1100" b="1" dirty="0"/>
              <a:t>Historia Académica</a:t>
            </a:r>
            <a:r>
              <a:rPr lang="es-CO" sz="1100" dirty="0"/>
              <a:t>: active la casilla si el código de razón de cambio se va a usar para registrar un cambio de calificación en la Historia Académica.</a:t>
            </a:r>
          </a:p>
          <a:p>
            <a:pPr marL="800100" lvl="1" indent="-342900" algn="just">
              <a:buFont typeface="Arial" panose="020B0604020202020204" pitchFamily="34" charset="0"/>
              <a:buChar char="•"/>
            </a:pPr>
            <a:r>
              <a:rPr lang="es-CO" sz="1100" b="1" dirty="0"/>
              <a:t>Reestimación</a:t>
            </a:r>
            <a:r>
              <a:rPr lang="es-CO" sz="1100" dirty="0"/>
              <a:t>: No aplica.</a:t>
            </a:r>
          </a:p>
          <a:p>
            <a:pPr marL="800100" lvl="1" indent="-342900" algn="just">
              <a:buFont typeface="Arial" panose="020B0604020202020204" pitchFamily="34" charset="0"/>
              <a:buChar char="•"/>
            </a:pPr>
            <a:r>
              <a:rPr lang="es-CO" sz="1100" b="1" dirty="0"/>
              <a:t>Indicador de exención</a:t>
            </a:r>
            <a:r>
              <a:rPr lang="es-CO" sz="1100" dirty="0"/>
              <a:t>: No aplica.</a:t>
            </a:r>
          </a:p>
          <a:p>
            <a:pPr marL="357188" indent="-342900" algn="just">
              <a:buFont typeface="+mj-lt"/>
              <a:buAutoNum type="arabicPeriod" startAt="7"/>
            </a:pPr>
            <a:r>
              <a:rPr lang="es-CO" sz="1100" b="1" dirty="0"/>
              <a:t>Guarde</a:t>
            </a:r>
            <a:r>
              <a:rPr lang="es-CO" sz="11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4269179" y="1369854"/>
            <a:ext cx="5865421" cy="76374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3735673" y="1555342"/>
            <a:ext cx="301753" cy="215444"/>
          </a:xfrm>
          <a:prstGeom prst="rect">
            <a:avLst/>
          </a:prstGeom>
          <a:solidFill>
            <a:schemeClr val="accent3"/>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7" name="Flecha: hacia la izquierda 6">
            <a:extLst>
              <a:ext uri="{FF2B5EF4-FFF2-40B4-BE49-F238E27FC236}">
                <a16:creationId xmlns:a16="http://schemas.microsoft.com/office/drawing/2014/main" id="{5ABD11A9-125D-16D9-080F-D1F437F5A37F}"/>
              </a:ext>
            </a:extLst>
          </p:cNvPr>
          <p:cNvSpPr/>
          <p:nvPr/>
        </p:nvSpPr>
        <p:spPr>
          <a:xfrm rot="10800000">
            <a:off x="4067120" y="164020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B4A9A05-5F4E-23AD-FEB4-F22FCEA6DF26}"/>
              </a:ext>
            </a:extLst>
          </p:cNvPr>
          <p:cNvSpPr txBox="1"/>
          <p:nvPr/>
        </p:nvSpPr>
        <p:spPr>
          <a:xfrm>
            <a:off x="10811532" y="6047593"/>
            <a:ext cx="301753" cy="215444"/>
          </a:xfrm>
          <a:prstGeom prst="rect">
            <a:avLst/>
          </a:prstGeom>
          <a:solidFill>
            <a:schemeClr val="accent3"/>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16" name="Flecha: hacia la izquierda 15">
            <a:extLst>
              <a:ext uri="{FF2B5EF4-FFF2-40B4-BE49-F238E27FC236}">
                <a16:creationId xmlns:a16="http://schemas.microsoft.com/office/drawing/2014/main" id="{AAFDC955-A20A-5F5D-B7C7-86E5B2D9A37F}"/>
              </a:ext>
            </a:extLst>
          </p:cNvPr>
          <p:cNvSpPr/>
          <p:nvPr/>
        </p:nvSpPr>
        <p:spPr>
          <a:xfrm rot="10800000">
            <a:off x="11217539" y="613245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730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Ingresar calificaciones por </a:t>
            </a:r>
            <a:r>
              <a:rPr lang="es-419" dirty="0" err="1"/>
              <a:t>backoffice</a:t>
            </a:r>
            <a:endParaRPr lang="es-419" dirty="0"/>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dirty="0"/>
              <a:t>Registrar calificaciones por </a:t>
            </a:r>
            <a:r>
              <a:rPr lang="es-ES_tradnl" dirty="0" err="1"/>
              <a:t>Backoffice</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ES_tradnl" dirty="0"/>
              <a:t>Para cada NRC y sus alumnos inscritos</a:t>
            </a:r>
          </a:p>
        </p:txBody>
      </p:sp>
    </p:spTree>
    <p:extLst>
      <p:ext uri="{BB962C8B-B14F-4D97-AF65-F5344CB8AC3E}">
        <p14:creationId xmlns:p14="http://schemas.microsoft.com/office/powerpoint/2010/main" val="1209848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1BFBAD0-F519-8319-FA45-3A8D77554742}"/>
              </a:ext>
            </a:extLst>
          </p:cNvPr>
          <p:cNvPicPr>
            <a:picLocks noChangeAspect="1"/>
          </p:cNvPicPr>
          <p:nvPr/>
        </p:nvPicPr>
        <p:blipFill>
          <a:blip r:embed="rId2"/>
          <a:stretch>
            <a:fillRect/>
          </a:stretch>
        </p:blipFill>
        <p:spPr>
          <a:xfrm>
            <a:off x="684086" y="1135077"/>
            <a:ext cx="11166339" cy="4457201"/>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por </a:t>
            </a:r>
            <a:r>
              <a:rPr lang="es-419" dirty="0" err="1">
                <a:solidFill>
                  <a:schemeClr val="accent1"/>
                </a:solidFill>
              </a:rPr>
              <a:t>backoffice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895600" y="3415291"/>
            <a:ext cx="5810655" cy="99134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la página </a:t>
            </a:r>
            <a:r>
              <a:rPr lang="es-ES_tradnl" sz="1100" b="1" dirty="0"/>
              <a:t>SFASLST</a:t>
            </a:r>
            <a:r>
              <a:rPr lang="es-ES_tradnl" sz="1100" dirty="0"/>
              <a:t>:</a:t>
            </a:r>
          </a:p>
          <a:p>
            <a:pPr marL="228600" indent="-228600">
              <a:buFont typeface="+mj-lt"/>
              <a:buAutoNum type="arabicPeriod"/>
            </a:pPr>
            <a:r>
              <a:rPr lang="es-ES_tradnl" sz="1100" dirty="0"/>
              <a:t>Ingrese el </a:t>
            </a:r>
            <a:r>
              <a:rPr lang="es-ES_tradnl" sz="1100" b="1" dirty="0"/>
              <a:t>período</a:t>
            </a:r>
            <a:r>
              <a:rPr lang="es-ES_tradnl" sz="1100" dirty="0"/>
              <a:t> y </a:t>
            </a:r>
            <a:r>
              <a:rPr lang="es-ES_tradnl" sz="1100" b="1" dirty="0"/>
              <a:t>NRC</a:t>
            </a:r>
            <a:r>
              <a:rPr lang="es-ES_tradnl" sz="1100" dirty="0"/>
              <a:t> para el cual desea ingresar las calificaciones.</a:t>
            </a:r>
          </a:p>
          <a:p>
            <a:pPr marL="228600" indent="-228600">
              <a:buFont typeface="+mj-lt"/>
              <a:buAutoNum type="arabicPeriod"/>
            </a:pPr>
            <a:r>
              <a:rPr lang="es-ES_tradnl" sz="1100" dirty="0"/>
              <a:t>Presione el botón </a:t>
            </a:r>
            <a:r>
              <a:rPr lang="es-ES_tradnl" sz="1100" b="1" dirty="0"/>
              <a:t>Ir</a:t>
            </a:r>
            <a:r>
              <a:rPr lang="es-ES_tradnl" sz="1100" dirty="0"/>
              <a:t>.</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502414" y="1561072"/>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847535" y="164257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0983182" y="1584355"/>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rot="10800000">
            <a:off x="11344465" y="167196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1030415" y="1549580"/>
            <a:ext cx="7142035"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921441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9D9E86D-6B97-BF68-FECE-63BA959BD5A9}"/>
              </a:ext>
            </a:extLst>
          </p:cNvPr>
          <p:cNvPicPr>
            <a:picLocks noChangeAspect="1"/>
          </p:cNvPicPr>
          <p:nvPr/>
        </p:nvPicPr>
        <p:blipFill>
          <a:blip r:embed="rId2"/>
          <a:stretch>
            <a:fillRect/>
          </a:stretch>
        </p:blipFill>
        <p:spPr>
          <a:xfrm>
            <a:off x="724189" y="1150922"/>
            <a:ext cx="10743622" cy="369908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p:txBody>
          <a:bodyPr/>
          <a:lstStyle/>
          <a:p>
            <a:r>
              <a:rPr lang="es-419" dirty="0">
                <a:solidFill>
                  <a:schemeClr val="accent1"/>
                </a:solidFill>
              </a:rPr>
              <a:t>Registro de Calificaciones por </a:t>
            </a:r>
            <a:r>
              <a:rPr lang="es-419" dirty="0" err="1">
                <a:solidFill>
                  <a:schemeClr val="accent1"/>
                </a:solidFill>
              </a:rPr>
              <a:t>backoffice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895600" y="4234430"/>
            <a:ext cx="6773694" cy="136728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ES_tradnl" sz="1100" dirty="0"/>
              <a:t>Registre las </a:t>
            </a:r>
            <a:r>
              <a:rPr lang="es-ES_tradnl" sz="1100" b="1" dirty="0"/>
              <a:t>calificaciones parciales</a:t>
            </a:r>
            <a:r>
              <a:rPr lang="es-ES_tradnl" sz="1100" dirty="0"/>
              <a:t>, en el campo destinado a tal fin, para cada uno delos estudiantes inscritos en el NRC. Recuerde que estas calificaciones no van a Historia Académica.</a:t>
            </a:r>
          </a:p>
          <a:p>
            <a:pPr marL="228600" indent="-228600">
              <a:buFont typeface="+mj-lt"/>
              <a:buAutoNum type="arabicPeriod" startAt="3"/>
            </a:pPr>
            <a:r>
              <a:rPr lang="es-ES_tradnl" sz="1100" dirty="0"/>
              <a:t>Registre las calificaciones finales, en el campo destinado a tal fin, para cada uno delos estudiantes inscritos en el NRC. Estas son las calificaciones que irán a Historia Académica.</a:t>
            </a:r>
          </a:p>
          <a:p>
            <a:endParaRPr lang="es-ES_tradnl" sz="1100" dirty="0"/>
          </a:p>
          <a:p>
            <a:r>
              <a:rPr lang="es-ES_tradnl" sz="1100" b="1" dirty="0"/>
              <a:t>Nota</a:t>
            </a:r>
            <a:r>
              <a:rPr lang="es-ES_tradnl" sz="1100" dirty="0"/>
              <a:t>: Aquellas calificaciones que tienen la casilla “Pasada” marcada, ya están en la historia académica delos estudiantes a quienes corresponde.</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3087191" y="1941755"/>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3417205" y="202661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5289695" y="1941755"/>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a:off x="5028803" y="204947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4272190" y="1860692"/>
            <a:ext cx="642025" cy="31883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7" name="Rectángulo 6">
            <a:extLst>
              <a:ext uri="{FF2B5EF4-FFF2-40B4-BE49-F238E27FC236}">
                <a16:creationId xmlns:a16="http://schemas.microsoft.com/office/drawing/2014/main" id="{941EE0DC-9840-7B4B-A217-E0E9A68459AD}"/>
              </a:ext>
            </a:extLst>
          </p:cNvPr>
          <p:cNvSpPr/>
          <p:nvPr/>
        </p:nvSpPr>
        <p:spPr>
          <a:xfrm>
            <a:off x="3596837" y="1860692"/>
            <a:ext cx="642025" cy="31883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Tree>
    <p:extLst>
      <p:ext uri="{BB962C8B-B14F-4D97-AF65-F5344CB8AC3E}">
        <p14:creationId xmlns:p14="http://schemas.microsoft.com/office/powerpoint/2010/main" val="2115136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0D256505-DEC7-521E-1C5E-B87642E91E2A}"/>
              </a:ext>
            </a:extLst>
          </p:cNvPr>
          <p:cNvPicPr>
            <a:picLocks noChangeAspect="1"/>
          </p:cNvPicPr>
          <p:nvPr/>
        </p:nvPicPr>
        <p:blipFill>
          <a:blip r:embed="rId2"/>
          <a:stretch>
            <a:fillRect/>
          </a:stretch>
        </p:blipFill>
        <p:spPr>
          <a:xfrm>
            <a:off x="928534" y="1135077"/>
            <a:ext cx="10507559" cy="5166125"/>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928534" y="642045"/>
            <a:ext cx="10477497" cy="898555"/>
          </a:xfrm>
        </p:spPr>
        <p:txBody>
          <a:bodyPr/>
          <a:lstStyle/>
          <a:p>
            <a:r>
              <a:rPr lang="es-419" dirty="0">
                <a:solidFill>
                  <a:schemeClr val="accent1"/>
                </a:solidFill>
              </a:rPr>
              <a:t>Registro de Calificaciones por </a:t>
            </a:r>
            <a:r>
              <a:rPr lang="es-419" dirty="0" err="1">
                <a:solidFill>
                  <a:schemeClr val="accent1"/>
                </a:solidFill>
              </a:rPr>
              <a:t>backoffice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587557" y="3912673"/>
            <a:ext cx="6828817" cy="105029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5"/>
            </a:pPr>
            <a:r>
              <a:rPr lang="es-ES_tradnl" sz="1100" dirty="0"/>
              <a:t>Si aplica, ingrese el comentario que corresponda a la calificación que está incorporando. La descripción se desplegará automáticamente.</a:t>
            </a:r>
          </a:p>
          <a:p>
            <a:pPr marL="228600" indent="-228600">
              <a:buFont typeface="+mj-lt"/>
              <a:buAutoNum type="arabicPeriod" startAt="5"/>
            </a:pPr>
            <a:r>
              <a:rPr lang="es-ES_tradnl" sz="1100" dirty="0"/>
              <a:t>Si lo desea, adicionalmente puede ingresar una descripción más larga para el comentario en un máximo de 200 caracteres.</a:t>
            </a:r>
          </a:p>
          <a:p>
            <a:pPr marL="228600" indent="-228600">
              <a:buFont typeface="+mj-lt"/>
              <a:buAutoNum type="arabicPeriod" startAt="5"/>
            </a:pPr>
            <a:r>
              <a:rPr lang="es-ES_tradnl" sz="1100" dirty="0"/>
              <a:t>Guarde la información.</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7449449" y="1791121"/>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7768382" y="187598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1535014" y="1826091"/>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a:off x="11341536" y="191095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8001000" y="1804402"/>
            <a:ext cx="713615" cy="31014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7" name="Rectángulo 6">
            <a:extLst>
              <a:ext uri="{FF2B5EF4-FFF2-40B4-BE49-F238E27FC236}">
                <a16:creationId xmlns:a16="http://schemas.microsoft.com/office/drawing/2014/main" id="{941EE0DC-9840-7B4B-A217-E0E9A68459AD}"/>
              </a:ext>
            </a:extLst>
          </p:cNvPr>
          <p:cNvSpPr/>
          <p:nvPr/>
        </p:nvSpPr>
        <p:spPr>
          <a:xfrm>
            <a:off x="10234149" y="1791122"/>
            <a:ext cx="1029317" cy="331102"/>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dirty="0"/>
          </a:p>
        </p:txBody>
      </p:sp>
      <p:sp>
        <p:nvSpPr>
          <p:cNvPr id="4" name="CuadroTexto 3">
            <a:extLst>
              <a:ext uri="{FF2B5EF4-FFF2-40B4-BE49-F238E27FC236}">
                <a16:creationId xmlns:a16="http://schemas.microsoft.com/office/drawing/2014/main" id="{9F0DB1B1-CA7C-754D-4880-430ACA0FCDF2}"/>
              </a:ext>
            </a:extLst>
          </p:cNvPr>
          <p:cNvSpPr txBox="1"/>
          <p:nvPr/>
        </p:nvSpPr>
        <p:spPr>
          <a:xfrm>
            <a:off x="10523071" y="6064477"/>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6" name="Flecha: hacia la izquierda 5">
            <a:extLst>
              <a:ext uri="{FF2B5EF4-FFF2-40B4-BE49-F238E27FC236}">
                <a16:creationId xmlns:a16="http://schemas.microsoft.com/office/drawing/2014/main" id="{5AA59C4D-D7FE-528B-38EE-4FE3FFCADC95}"/>
              </a:ext>
            </a:extLst>
          </p:cNvPr>
          <p:cNvSpPr/>
          <p:nvPr/>
        </p:nvSpPr>
        <p:spPr>
          <a:xfrm rot="10800000">
            <a:off x="10896485" y="61493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065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Ingresar calificaciones por </a:t>
            </a:r>
            <a:r>
              <a:rPr lang="es-419" dirty="0" err="1"/>
              <a:t>backoffice</a:t>
            </a:r>
            <a:endParaRPr lang="es-419" dirty="0"/>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dirty="0"/>
              <a:t>Modificar calificaciones </a:t>
            </a:r>
            <a:r>
              <a:rPr lang="es-419" sz="3200" b="1" kern="1200" noProof="0" dirty="0">
                <a:solidFill>
                  <a:schemeClr val="bg1"/>
                </a:solidFill>
                <a:latin typeface="+mn-lt"/>
                <a:ea typeface="+mn-ea"/>
                <a:cs typeface="+mn-cs"/>
              </a:rPr>
              <a:t>en Historia académica</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endParaRPr lang="es-ES_tradnl" dirty="0"/>
          </a:p>
        </p:txBody>
      </p:sp>
    </p:spTree>
    <p:extLst>
      <p:ext uri="{BB962C8B-B14F-4D97-AF65-F5344CB8AC3E}">
        <p14:creationId xmlns:p14="http://schemas.microsoft.com/office/powerpoint/2010/main" val="1987121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C6906DF-8779-C2CB-990E-7BFA1A83E1CB}"/>
              </a:ext>
            </a:extLst>
          </p:cNvPr>
          <p:cNvPicPr>
            <a:picLocks noChangeAspect="1"/>
          </p:cNvPicPr>
          <p:nvPr/>
        </p:nvPicPr>
        <p:blipFill>
          <a:blip r:embed="rId2"/>
          <a:stretch>
            <a:fillRect/>
          </a:stretch>
        </p:blipFill>
        <p:spPr>
          <a:xfrm>
            <a:off x="1003576" y="915896"/>
            <a:ext cx="10261522" cy="3617603"/>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1003576" y="466618"/>
            <a:ext cx="10477497" cy="898555"/>
          </a:xfrm>
        </p:spPr>
        <p:txBody>
          <a:bodyPr/>
          <a:lstStyle/>
          <a:p>
            <a:r>
              <a:rPr lang="es-419" dirty="0">
                <a:solidFill>
                  <a:schemeClr val="accent1"/>
                </a:solidFill>
              </a:rPr>
              <a:t>Modificar calificaciones en Historia académica</a:t>
            </a: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298136" y="3346315"/>
            <a:ext cx="7649183" cy="107402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la página </a:t>
            </a:r>
            <a:r>
              <a:rPr lang="es-ES_tradnl" sz="1100" b="1" dirty="0"/>
              <a:t>SHATCKN</a:t>
            </a:r>
            <a:r>
              <a:rPr lang="es-ES_tradnl" sz="1100" dirty="0"/>
              <a:t>:</a:t>
            </a:r>
          </a:p>
          <a:p>
            <a:pPr marL="228600" indent="-228600">
              <a:buFont typeface="+mj-lt"/>
              <a:buAutoNum type="arabicPeriod"/>
            </a:pPr>
            <a:r>
              <a:rPr lang="es-ES_tradnl" sz="1100" dirty="0"/>
              <a:t>Ingrese el </a:t>
            </a:r>
            <a:r>
              <a:rPr lang="es-ES_tradnl" sz="1100" b="1" dirty="0"/>
              <a:t>ID </a:t>
            </a:r>
            <a:r>
              <a:rPr lang="es-ES_tradnl" sz="1100" dirty="0"/>
              <a:t>del estudiante y el </a:t>
            </a:r>
            <a:r>
              <a:rPr lang="es-ES_tradnl" sz="1100" b="1" dirty="0"/>
              <a:t>Período</a:t>
            </a:r>
            <a:r>
              <a:rPr lang="es-ES_tradnl" sz="1100" dirty="0"/>
              <a:t> para el cual desea modificar las calificaciones.</a:t>
            </a:r>
          </a:p>
          <a:p>
            <a:pPr marL="228600" indent="-228600">
              <a:buFont typeface="+mj-lt"/>
              <a:buAutoNum type="arabicPeriod"/>
            </a:pPr>
            <a:r>
              <a:rPr lang="es-ES_tradnl" sz="1100" dirty="0"/>
              <a:t>Presione el botón </a:t>
            </a:r>
            <a:r>
              <a:rPr lang="es-ES_tradnl" sz="1100" b="1" dirty="0"/>
              <a:t>Ir</a:t>
            </a:r>
            <a:r>
              <a:rPr lang="es-ES_tradnl" sz="1100" dirty="0"/>
              <a:t>.</a:t>
            </a:r>
          </a:p>
          <a:p>
            <a:endParaRPr lang="es-ES_tradnl" sz="1100" dirty="0"/>
          </a:p>
          <a:p>
            <a:r>
              <a:rPr lang="es-ES_tradnl" sz="1100" dirty="0"/>
              <a:t>El campo Indicar Nivel de validación siempre muestra Horario.</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1003576" y="1365174"/>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1322837" y="145081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0415891" y="1293203"/>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rot="10800000">
            <a:off x="10761012" y="137753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1474356" y="1293203"/>
            <a:ext cx="1647560" cy="34320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932779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8FA5906-1E4D-F69A-F556-9BB25A9AE119}"/>
              </a:ext>
            </a:extLst>
          </p:cNvPr>
          <p:cNvPicPr>
            <a:picLocks noChangeAspect="1"/>
          </p:cNvPicPr>
          <p:nvPr/>
        </p:nvPicPr>
        <p:blipFill>
          <a:blip r:embed="rId2"/>
          <a:stretch>
            <a:fillRect/>
          </a:stretch>
        </p:blipFill>
        <p:spPr>
          <a:xfrm>
            <a:off x="1104897" y="911460"/>
            <a:ext cx="10544178" cy="5142830"/>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1104898" y="466619"/>
            <a:ext cx="10477497" cy="898555"/>
          </a:xfrm>
        </p:spPr>
        <p:txBody>
          <a:bodyPr/>
          <a:lstStyle/>
          <a:p>
            <a:r>
              <a:rPr lang="es-419" dirty="0">
                <a:solidFill>
                  <a:schemeClr val="accent1"/>
                </a:solidFill>
              </a:rPr>
              <a:t>Modificar calificaciones en Historia académica</a:t>
            </a: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016034" y="3707858"/>
            <a:ext cx="7649183" cy="107402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el bloque detalle de curso se visualizan las características del NRC. </a:t>
            </a:r>
          </a:p>
          <a:p>
            <a:r>
              <a:rPr lang="es-ES_tradnl" sz="1100" dirty="0"/>
              <a:t>Si el NRC fue calificado por componentes, al presionar el botón puede ver las calificaciones de los componentes que generaron la calificación del NRC.</a:t>
            </a:r>
          </a:p>
        </p:txBody>
      </p:sp>
      <p:sp>
        <p:nvSpPr>
          <p:cNvPr id="18" name="Rectángulo 17">
            <a:extLst>
              <a:ext uri="{FF2B5EF4-FFF2-40B4-BE49-F238E27FC236}">
                <a16:creationId xmlns:a16="http://schemas.microsoft.com/office/drawing/2014/main" id="{CC8DDC09-1AD2-5CB9-4F03-7553A22A3563}"/>
              </a:ext>
            </a:extLst>
          </p:cNvPr>
          <p:cNvSpPr/>
          <p:nvPr/>
        </p:nvSpPr>
        <p:spPr>
          <a:xfrm>
            <a:off x="1104897" y="1474716"/>
            <a:ext cx="10477497" cy="89855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339840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833CA5F-9B8F-EC7C-E7F5-F919BF0BCDA4}"/>
              </a:ext>
            </a:extLst>
          </p:cNvPr>
          <p:cNvPicPr>
            <a:picLocks noChangeAspect="1"/>
          </p:cNvPicPr>
          <p:nvPr/>
        </p:nvPicPr>
        <p:blipFill>
          <a:blip r:embed="rId2"/>
          <a:stretch>
            <a:fillRect/>
          </a:stretch>
        </p:blipFill>
        <p:spPr>
          <a:xfrm>
            <a:off x="1104897" y="911460"/>
            <a:ext cx="10544178" cy="5142830"/>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1104898" y="466619"/>
            <a:ext cx="10477497" cy="898555"/>
          </a:xfrm>
        </p:spPr>
        <p:txBody>
          <a:bodyPr/>
          <a:lstStyle/>
          <a:p>
            <a:r>
              <a:rPr lang="es-419" dirty="0">
                <a:solidFill>
                  <a:schemeClr val="accent1"/>
                </a:solidFill>
              </a:rPr>
              <a:t>Modificar calificaciones en Historia académica</a:t>
            </a:r>
          </a:p>
        </p:txBody>
      </p:sp>
      <p:sp>
        <p:nvSpPr>
          <p:cNvPr id="10" name="Rectángulo: esquinas redondeadas 9">
            <a:extLst>
              <a:ext uri="{FF2B5EF4-FFF2-40B4-BE49-F238E27FC236}">
                <a16:creationId xmlns:a16="http://schemas.microsoft.com/office/drawing/2014/main" id="{FA0BCA4E-6591-F378-9B38-A83D4DA08F9D}"/>
              </a:ext>
            </a:extLst>
          </p:cNvPr>
          <p:cNvSpPr/>
          <p:nvPr/>
        </p:nvSpPr>
        <p:spPr>
          <a:xfrm>
            <a:off x="2181404" y="4688425"/>
            <a:ext cx="7649183" cy="107402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el bloque Calificaciones del a página SHATCKN, se visualiza la(s) calificación(es) de la asignatura. Aquella que tenga el mayor número de secuencia será la calificación actual.</a:t>
            </a:r>
          </a:p>
          <a:p>
            <a:pPr marL="228600" indent="-228600">
              <a:buFont typeface="+mj-lt"/>
              <a:buAutoNum type="arabicPeriod" startAt="3"/>
            </a:pPr>
            <a:r>
              <a:rPr lang="es-ES_tradnl" sz="1100" dirty="0"/>
              <a:t>Presione la opción </a:t>
            </a:r>
            <a:r>
              <a:rPr lang="es-ES_tradnl" sz="1100" b="1" dirty="0"/>
              <a:t>Insertar</a:t>
            </a:r>
            <a:r>
              <a:rPr lang="es-ES_tradnl" sz="1100" dirty="0"/>
              <a:t>.</a:t>
            </a:r>
          </a:p>
          <a:p>
            <a:endParaRPr lang="es-ES_tradnl" sz="1100" dirty="0"/>
          </a:p>
        </p:txBody>
      </p:sp>
      <p:sp>
        <p:nvSpPr>
          <p:cNvPr id="15" name="Rectángulo 14">
            <a:extLst>
              <a:ext uri="{FF2B5EF4-FFF2-40B4-BE49-F238E27FC236}">
                <a16:creationId xmlns:a16="http://schemas.microsoft.com/office/drawing/2014/main" id="{85600794-A8DC-FD96-0549-ED3C5F062477}"/>
              </a:ext>
            </a:extLst>
          </p:cNvPr>
          <p:cNvSpPr/>
          <p:nvPr/>
        </p:nvSpPr>
        <p:spPr>
          <a:xfrm>
            <a:off x="1104896" y="2307570"/>
            <a:ext cx="10548840" cy="710922"/>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84DE2BBE-D033-81C7-0679-92F88C22E0AA}"/>
              </a:ext>
            </a:extLst>
          </p:cNvPr>
          <p:cNvSpPr txBox="1"/>
          <p:nvPr/>
        </p:nvSpPr>
        <p:spPr>
          <a:xfrm>
            <a:off x="10523046" y="2392431"/>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7" name="Flecha: hacia la izquierda 16">
            <a:extLst>
              <a:ext uri="{FF2B5EF4-FFF2-40B4-BE49-F238E27FC236}">
                <a16:creationId xmlns:a16="http://schemas.microsoft.com/office/drawing/2014/main" id="{AD8E445B-3009-BAA7-194C-37CE4C1BCEEA}"/>
              </a:ext>
            </a:extLst>
          </p:cNvPr>
          <p:cNvSpPr/>
          <p:nvPr/>
        </p:nvSpPr>
        <p:spPr>
          <a:xfrm rot="10800000">
            <a:off x="10921570" y="250015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9599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A897B55C-5DA8-2875-4F27-DF6A582C5112}"/>
              </a:ext>
            </a:extLst>
          </p:cNvPr>
          <p:cNvPicPr>
            <a:picLocks noChangeAspect="1"/>
          </p:cNvPicPr>
          <p:nvPr/>
        </p:nvPicPr>
        <p:blipFill>
          <a:blip r:embed="rId2"/>
          <a:stretch>
            <a:fillRect/>
          </a:stretch>
        </p:blipFill>
        <p:spPr>
          <a:xfrm>
            <a:off x="542925" y="949618"/>
            <a:ext cx="11238397" cy="5446255"/>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542925" y="462356"/>
            <a:ext cx="10477497" cy="898555"/>
          </a:xfrm>
        </p:spPr>
        <p:txBody>
          <a:bodyPr/>
          <a:lstStyle/>
          <a:p>
            <a:r>
              <a:rPr lang="es-419" dirty="0">
                <a:solidFill>
                  <a:schemeClr val="accent1"/>
                </a:solidFill>
              </a:rPr>
              <a:t>Modificar calificaciones en Historia académica</a:t>
            </a:r>
          </a:p>
        </p:txBody>
      </p:sp>
      <p:sp>
        <p:nvSpPr>
          <p:cNvPr id="10" name="Rectángulo: esquinas redondeadas 9">
            <a:extLst>
              <a:ext uri="{FF2B5EF4-FFF2-40B4-BE49-F238E27FC236}">
                <a16:creationId xmlns:a16="http://schemas.microsoft.com/office/drawing/2014/main" id="{FA0BCA4E-6591-F378-9B38-A83D4DA08F9D}"/>
              </a:ext>
            </a:extLst>
          </p:cNvPr>
          <p:cNvSpPr/>
          <p:nvPr/>
        </p:nvSpPr>
        <p:spPr>
          <a:xfrm>
            <a:off x="2395249" y="4339839"/>
            <a:ext cx="6962596" cy="7613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4"/>
            </a:pPr>
            <a:r>
              <a:rPr lang="es-ES_tradnl" sz="1100" dirty="0"/>
              <a:t>Ingrese el código correspondiente a la nueva calificación para el estudiante y asignatura.</a:t>
            </a:r>
          </a:p>
          <a:p>
            <a:pPr marL="228600" indent="-228600">
              <a:buFont typeface="+mj-lt"/>
              <a:buAutoNum type="arabicPeriod" startAt="4"/>
            </a:pPr>
            <a:r>
              <a:rPr lang="es-ES_tradnl" sz="1100" dirty="0"/>
              <a:t>Ingrese el resto de las características del curso: Modo de calificar, Horas crédito y Horas intentadas.</a:t>
            </a:r>
          </a:p>
        </p:txBody>
      </p:sp>
      <p:sp>
        <p:nvSpPr>
          <p:cNvPr id="16" name="CuadroTexto 15">
            <a:extLst>
              <a:ext uri="{FF2B5EF4-FFF2-40B4-BE49-F238E27FC236}">
                <a16:creationId xmlns:a16="http://schemas.microsoft.com/office/drawing/2014/main" id="{84DE2BBE-D033-81C7-0679-92F88C22E0AA}"/>
              </a:ext>
            </a:extLst>
          </p:cNvPr>
          <p:cNvSpPr txBox="1"/>
          <p:nvPr/>
        </p:nvSpPr>
        <p:spPr>
          <a:xfrm>
            <a:off x="818133" y="2971160"/>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7" name="Flecha: hacia la izquierda 16">
            <a:extLst>
              <a:ext uri="{FF2B5EF4-FFF2-40B4-BE49-F238E27FC236}">
                <a16:creationId xmlns:a16="http://schemas.microsoft.com/office/drawing/2014/main" id="{AD8E445B-3009-BAA7-194C-37CE4C1BCEEA}"/>
              </a:ext>
            </a:extLst>
          </p:cNvPr>
          <p:cNvSpPr/>
          <p:nvPr/>
        </p:nvSpPr>
        <p:spPr>
          <a:xfrm rot="10800000">
            <a:off x="1175554" y="307888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9153BCE8-F620-9326-88C0-53ED9E365285}"/>
              </a:ext>
            </a:extLst>
          </p:cNvPr>
          <p:cNvSpPr/>
          <p:nvPr/>
        </p:nvSpPr>
        <p:spPr>
          <a:xfrm>
            <a:off x="1880758" y="2992680"/>
            <a:ext cx="2796017" cy="16680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9AB1061D-72FB-BF0A-1E9C-FAB802437F44}"/>
              </a:ext>
            </a:extLst>
          </p:cNvPr>
          <p:cNvSpPr/>
          <p:nvPr/>
        </p:nvSpPr>
        <p:spPr>
          <a:xfrm>
            <a:off x="1364786" y="2995480"/>
            <a:ext cx="470004" cy="16680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9B8DF612-33C1-4475-99AB-F9739D23E7AE}"/>
              </a:ext>
            </a:extLst>
          </p:cNvPr>
          <p:cNvSpPr txBox="1"/>
          <p:nvPr/>
        </p:nvSpPr>
        <p:spPr>
          <a:xfrm>
            <a:off x="4954472" y="2992680"/>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9" name="Flecha: hacia la izquierda 8">
            <a:extLst>
              <a:ext uri="{FF2B5EF4-FFF2-40B4-BE49-F238E27FC236}">
                <a16:creationId xmlns:a16="http://schemas.microsoft.com/office/drawing/2014/main" id="{3CB150CD-1A60-1EF5-6CF5-B55C3546DEF5}"/>
              </a:ext>
            </a:extLst>
          </p:cNvPr>
          <p:cNvSpPr/>
          <p:nvPr/>
        </p:nvSpPr>
        <p:spPr>
          <a:xfrm>
            <a:off x="4763283" y="305602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4527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F7A6925-29AE-1AFD-63B9-FFB954F8A614}"/>
              </a:ext>
            </a:extLst>
          </p:cNvPr>
          <p:cNvPicPr>
            <a:picLocks noChangeAspect="1"/>
          </p:cNvPicPr>
          <p:nvPr/>
        </p:nvPicPr>
        <p:blipFill>
          <a:blip r:embed="rId2"/>
          <a:stretch>
            <a:fillRect/>
          </a:stretch>
        </p:blipFill>
        <p:spPr>
          <a:xfrm>
            <a:off x="609601" y="915896"/>
            <a:ext cx="11075468" cy="539885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609601" y="466618"/>
            <a:ext cx="10477497" cy="898555"/>
          </a:xfrm>
        </p:spPr>
        <p:txBody>
          <a:bodyPr/>
          <a:lstStyle/>
          <a:p>
            <a:r>
              <a:rPr lang="es-419" dirty="0">
                <a:solidFill>
                  <a:schemeClr val="accent1"/>
                </a:solidFill>
              </a:rPr>
              <a:t>Modificar calificaciones en Historia académica</a:t>
            </a:r>
          </a:p>
        </p:txBody>
      </p:sp>
      <p:sp>
        <p:nvSpPr>
          <p:cNvPr id="10" name="Rectángulo: esquinas redondeadas 9">
            <a:extLst>
              <a:ext uri="{FF2B5EF4-FFF2-40B4-BE49-F238E27FC236}">
                <a16:creationId xmlns:a16="http://schemas.microsoft.com/office/drawing/2014/main" id="{FA0BCA4E-6591-F378-9B38-A83D4DA08F9D}"/>
              </a:ext>
            </a:extLst>
          </p:cNvPr>
          <p:cNvSpPr/>
          <p:nvPr/>
        </p:nvSpPr>
        <p:spPr>
          <a:xfrm>
            <a:off x="2395249" y="4339839"/>
            <a:ext cx="6962596" cy="7613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ES_tradnl" sz="1100" dirty="0"/>
              <a:t>Ingrese el código de razón de cambio que justifica la modificación de la calificación del curso.</a:t>
            </a:r>
          </a:p>
          <a:p>
            <a:pPr marL="228600" indent="-228600">
              <a:buFont typeface="+mj-lt"/>
              <a:buAutoNum type="arabicPeriod" startAt="6"/>
            </a:pPr>
            <a:r>
              <a:rPr lang="es-ES_tradnl" sz="1100" dirty="0"/>
              <a:t>Digite o seleccione el código de comentario de calificación que aplique a la corrección de la nota. Si lo digitó, presione la tecla tabulador de su teclado.</a:t>
            </a:r>
          </a:p>
        </p:txBody>
      </p:sp>
      <p:sp>
        <p:nvSpPr>
          <p:cNvPr id="16" name="CuadroTexto 15">
            <a:extLst>
              <a:ext uri="{FF2B5EF4-FFF2-40B4-BE49-F238E27FC236}">
                <a16:creationId xmlns:a16="http://schemas.microsoft.com/office/drawing/2014/main" id="{84DE2BBE-D033-81C7-0679-92F88C22E0AA}"/>
              </a:ext>
            </a:extLst>
          </p:cNvPr>
          <p:cNvSpPr txBox="1"/>
          <p:nvPr/>
        </p:nvSpPr>
        <p:spPr>
          <a:xfrm>
            <a:off x="8323326" y="2910877"/>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7" name="Flecha: hacia la izquierda 16">
            <a:extLst>
              <a:ext uri="{FF2B5EF4-FFF2-40B4-BE49-F238E27FC236}">
                <a16:creationId xmlns:a16="http://schemas.microsoft.com/office/drawing/2014/main" id="{AD8E445B-3009-BAA7-194C-37CE4C1BCEEA}"/>
              </a:ext>
            </a:extLst>
          </p:cNvPr>
          <p:cNvSpPr/>
          <p:nvPr/>
        </p:nvSpPr>
        <p:spPr>
          <a:xfrm rot="10800000">
            <a:off x="8716901" y="296794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9153BCE8-F620-9326-88C0-53ED9E365285}"/>
              </a:ext>
            </a:extLst>
          </p:cNvPr>
          <p:cNvSpPr/>
          <p:nvPr/>
        </p:nvSpPr>
        <p:spPr>
          <a:xfrm>
            <a:off x="4660401" y="2951177"/>
            <a:ext cx="817124" cy="16680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9AB1061D-72FB-BF0A-1E9C-FAB802437F44}"/>
              </a:ext>
            </a:extLst>
          </p:cNvPr>
          <p:cNvSpPr/>
          <p:nvPr/>
        </p:nvSpPr>
        <p:spPr>
          <a:xfrm>
            <a:off x="8903783" y="2918355"/>
            <a:ext cx="773617" cy="14103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2F9531CA-AFAF-724D-DE87-103AEB97096C}"/>
              </a:ext>
            </a:extLst>
          </p:cNvPr>
          <p:cNvSpPr txBox="1"/>
          <p:nvPr/>
        </p:nvSpPr>
        <p:spPr>
          <a:xfrm>
            <a:off x="4100317" y="2928805"/>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3" name="Flecha: hacia la izquierda 12">
            <a:extLst>
              <a:ext uri="{FF2B5EF4-FFF2-40B4-BE49-F238E27FC236}">
                <a16:creationId xmlns:a16="http://schemas.microsoft.com/office/drawing/2014/main" id="{5D091A2E-F797-9A41-3453-1312D59FAEF5}"/>
              </a:ext>
            </a:extLst>
          </p:cNvPr>
          <p:cNvSpPr/>
          <p:nvPr/>
        </p:nvSpPr>
        <p:spPr>
          <a:xfrm rot="10800000">
            <a:off x="4470729" y="301366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7562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2CA259D-7FFE-125B-7655-9893D65DCFD4}"/>
              </a:ext>
            </a:extLst>
          </p:cNvPr>
          <p:cNvPicPr>
            <a:picLocks noChangeAspect="1"/>
          </p:cNvPicPr>
          <p:nvPr/>
        </p:nvPicPr>
        <p:blipFill>
          <a:blip r:embed="rId2"/>
          <a:stretch>
            <a:fillRect/>
          </a:stretch>
        </p:blipFill>
        <p:spPr>
          <a:xfrm>
            <a:off x="1104898" y="992525"/>
            <a:ext cx="10648952" cy="519094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1104898" y="466619"/>
            <a:ext cx="10477497" cy="898555"/>
          </a:xfrm>
        </p:spPr>
        <p:txBody>
          <a:bodyPr/>
          <a:lstStyle/>
          <a:p>
            <a:r>
              <a:rPr lang="es-419" dirty="0">
                <a:solidFill>
                  <a:schemeClr val="accent1"/>
                </a:solidFill>
              </a:rPr>
              <a:t>Modificar calificaciones en Historia académica</a:t>
            </a:r>
          </a:p>
        </p:txBody>
      </p:sp>
      <p:sp>
        <p:nvSpPr>
          <p:cNvPr id="10" name="Rectángulo: esquinas redondeadas 9">
            <a:extLst>
              <a:ext uri="{FF2B5EF4-FFF2-40B4-BE49-F238E27FC236}">
                <a16:creationId xmlns:a16="http://schemas.microsoft.com/office/drawing/2014/main" id="{FA0BCA4E-6591-F378-9B38-A83D4DA08F9D}"/>
              </a:ext>
            </a:extLst>
          </p:cNvPr>
          <p:cNvSpPr/>
          <p:nvPr/>
        </p:nvSpPr>
        <p:spPr>
          <a:xfrm>
            <a:off x="2395249" y="4339839"/>
            <a:ext cx="6962596" cy="7613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8"/>
            </a:pPr>
            <a:r>
              <a:rPr lang="es-ES_tradnl" sz="1100" dirty="0"/>
              <a:t>Si lo desea, puede agregar un comentario de texto libre al registro de cambio de calificación en no más de 200 caracteres.</a:t>
            </a:r>
          </a:p>
        </p:txBody>
      </p:sp>
      <p:sp>
        <p:nvSpPr>
          <p:cNvPr id="16" name="CuadroTexto 15">
            <a:extLst>
              <a:ext uri="{FF2B5EF4-FFF2-40B4-BE49-F238E27FC236}">
                <a16:creationId xmlns:a16="http://schemas.microsoft.com/office/drawing/2014/main" id="{84DE2BBE-D033-81C7-0679-92F88C22E0AA}"/>
              </a:ext>
            </a:extLst>
          </p:cNvPr>
          <p:cNvSpPr txBox="1"/>
          <p:nvPr/>
        </p:nvSpPr>
        <p:spPr>
          <a:xfrm>
            <a:off x="10237478" y="2904734"/>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17" name="Flecha: hacia la izquierda 16">
            <a:extLst>
              <a:ext uri="{FF2B5EF4-FFF2-40B4-BE49-F238E27FC236}">
                <a16:creationId xmlns:a16="http://schemas.microsoft.com/office/drawing/2014/main" id="{AD8E445B-3009-BAA7-194C-37CE4C1BCEEA}"/>
              </a:ext>
            </a:extLst>
          </p:cNvPr>
          <p:cNvSpPr/>
          <p:nvPr/>
        </p:nvSpPr>
        <p:spPr>
          <a:xfrm rot="10800000">
            <a:off x="10568311" y="298959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9153BCE8-F620-9326-88C0-53ED9E365285}"/>
              </a:ext>
            </a:extLst>
          </p:cNvPr>
          <p:cNvSpPr/>
          <p:nvPr/>
        </p:nvSpPr>
        <p:spPr>
          <a:xfrm>
            <a:off x="10772775" y="2942668"/>
            <a:ext cx="981075" cy="93859"/>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785491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48F16A00-BCF8-CDA9-0B9A-BFC7955E44A8}"/>
              </a:ext>
            </a:extLst>
          </p:cNvPr>
          <p:cNvPicPr>
            <a:picLocks noChangeAspect="1"/>
          </p:cNvPicPr>
          <p:nvPr/>
        </p:nvPicPr>
        <p:blipFill>
          <a:blip r:embed="rId2"/>
          <a:stretch>
            <a:fillRect/>
          </a:stretch>
        </p:blipFill>
        <p:spPr>
          <a:xfrm>
            <a:off x="1104895" y="1011283"/>
            <a:ext cx="10053627" cy="4882741"/>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Ingresar calificaciones por </a:t>
            </a:r>
            <a:r>
              <a:rPr lang="es-419" dirty="0" err="1"/>
              <a:t>backoffice</a:t>
            </a:r>
            <a:endParaRPr lang="es-419" dirty="0"/>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1104898" y="466619"/>
            <a:ext cx="10477497" cy="898555"/>
          </a:xfrm>
        </p:spPr>
        <p:txBody>
          <a:bodyPr/>
          <a:lstStyle/>
          <a:p>
            <a:r>
              <a:rPr lang="es-419" dirty="0">
                <a:solidFill>
                  <a:schemeClr val="accent1"/>
                </a:solidFill>
              </a:rPr>
              <a:t>Modificar calificaciones en Historia académica</a:t>
            </a:r>
          </a:p>
        </p:txBody>
      </p:sp>
      <p:sp>
        <p:nvSpPr>
          <p:cNvPr id="10" name="Rectángulo: esquinas redondeadas 9">
            <a:extLst>
              <a:ext uri="{FF2B5EF4-FFF2-40B4-BE49-F238E27FC236}">
                <a16:creationId xmlns:a16="http://schemas.microsoft.com/office/drawing/2014/main" id="{FA0BCA4E-6591-F378-9B38-A83D4DA08F9D}"/>
              </a:ext>
            </a:extLst>
          </p:cNvPr>
          <p:cNvSpPr/>
          <p:nvPr/>
        </p:nvSpPr>
        <p:spPr>
          <a:xfrm>
            <a:off x="2395249" y="4339839"/>
            <a:ext cx="6962596" cy="7613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9"/>
            </a:pPr>
            <a:r>
              <a:rPr lang="es-ES_tradnl" sz="1100" dirty="0"/>
              <a:t>Guarde la información.</a:t>
            </a:r>
          </a:p>
          <a:p>
            <a:pPr marL="228600" indent="-228600">
              <a:buFont typeface="+mj-lt"/>
              <a:buAutoNum type="arabicPeriod" startAt="9"/>
            </a:pPr>
            <a:endParaRPr lang="es-ES_tradnl" sz="1100" dirty="0"/>
          </a:p>
          <a:p>
            <a:r>
              <a:rPr lang="es-ES_tradnl" sz="1100" dirty="0"/>
              <a:t>La nueva calificación del curso se ha guardado en historia académica. Esta es la calificación que se tomará en lo sucesivo para el estudiante en ese NRC (CAPP, promedio, etc.).</a:t>
            </a:r>
          </a:p>
        </p:txBody>
      </p:sp>
      <p:sp>
        <p:nvSpPr>
          <p:cNvPr id="16" name="CuadroTexto 15">
            <a:extLst>
              <a:ext uri="{FF2B5EF4-FFF2-40B4-BE49-F238E27FC236}">
                <a16:creationId xmlns:a16="http://schemas.microsoft.com/office/drawing/2014/main" id="{84DE2BBE-D033-81C7-0679-92F88C22E0AA}"/>
              </a:ext>
            </a:extLst>
          </p:cNvPr>
          <p:cNvSpPr txBox="1"/>
          <p:nvPr/>
        </p:nvSpPr>
        <p:spPr>
          <a:xfrm>
            <a:off x="10170031" y="5716135"/>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17" name="Flecha: hacia la izquierda 16">
            <a:extLst>
              <a:ext uri="{FF2B5EF4-FFF2-40B4-BE49-F238E27FC236}">
                <a16:creationId xmlns:a16="http://schemas.microsoft.com/office/drawing/2014/main" id="{AD8E445B-3009-BAA7-194C-37CE4C1BCEEA}"/>
              </a:ext>
            </a:extLst>
          </p:cNvPr>
          <p:cNvSpPr/>
          <p:nvPr/>
        </p:nvSpPr>
        <p:spPr>
          <a:xfrm rot="10800000">
            <a:off x="10553454" y="580099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9153BCE8-F620-9326-88C0-53ED9E365285}"/>
              </a:ext>
            </a:extLst>
          </p:cNvPr>
          <p:cNvSpPr/>
          <p:nvPr/>
        </p:nvSpPr>
        <p:spPr>
          <a:xfrm>
            <a:off x="10792750" y="5707138"/>
            <a:ext cx="381230" cy="18771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9AB1061D-72FB-BF0A-1E9C-FAB802437F44}"/>
              </a:ext>
            </a:extLst>
          </p:cNvPr>
          <p:cNvSpPr/>
          <p:nvPr/>
        </p:nvSpPr>
        <p:spPr>
          <a:xfrm>
            <a:off x="1104896" y="2821083"/>
            <a:ext cx="9982210" cy="20786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77491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Ingresar calificaciones por </a:t>
            </a:r>
            <a:r>
              <a:rPr lang="es-419" dirty="0" err="1"/>
              <a:t>backoffice</a:t>
            </a:r>
            <a:endParaRPr lang="es-419" dirty="0"/>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Mediante este procedimiento se explica el registro de calificaciones (parciales y/o finales) directamente en el sistema, sin que el docente las cargue desde su portal.</a:t>
            </a:r>
          </a:p>
          <a:p>
            <a:pPr marL="342900" lvl="1" indent="-342900" algn="just">
              <a:spcBef>
                <a:spcPts val="1000"/>
              </a:spcBef>
              <a:buClr>
                <a:srgbClr val="0CB4B4"/>
              </a:buClr>
              <a:buFont typeface="Wingdings" panose="05000000000000000000" pitchFamily="2" charset="2"/>
              <a:buChar char="q"/>
            </a:pPr>
            <a:r>
              <a:rPr lang="es-419" sz="1800" dirty="0"/>
              <a:t>La carga de calificaciones parciales y/o finales se realiza a través de la página SFASLST por parte de Registro Académico.</a:t>
            </a:r>
          </a:p>
          <a:p>
            <a:pPr marL="342900" lvl="1" indent="-342900" algn="just">
              <a:spcBef>
                <a:spcPts val="1000"/>
              </a:spcBef>
              <a:buClr>
                <a:srgbClr val="0CB4B4"/>
              </a:buClr>
              <a:buFont typeface="Wingdings" panose="05000000000000000000" pitchFamily="2" charset="2"/>
              <a:buChar char="q"/>
            </a:pPr>
            <a:r>
              <a:rPr lang="es-419" sz="1800" dirty="0"/>
              <a:t>Si la calificación está “pasada” a Historia Académica, se modifica la calificación final por medio de la página SHATCKN.</a:t>
            </a:r>
          </a:p>
          <a:p>
            <a:pPr marL="0" lvl="1" algn="just">
              <a:spcBef>
                <a:spcPts val="1000"/>
              </a:spcBef>
              <a:buClr>
                <a:srgbClr val="0CB4B4"/>
              </a:buClr>
            </a:pPr>
            <a:endParaRPr lang="es-419" sz="1800" dirty="0"/>
          </a:p>
        </p:txBody>
      </p:sp>
    </p:spTree>
    <p:extLst>
      <p:ext uri="{BB962C8B-B14F-4D97-AF65-F5344CB8AC3E}">
        <p14:creationId xmlns:p14="http://schemas.microsoft.com/office/powerpoint/2010/main" val="3051775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07 4.3.6.1. Ejecutar procesos de cierre de periodo académico</Template>
  <TotalTime>4205</TotalTime>
  <Words>1291</Words>
  <Application>Microsoft Office PowerPoint</Application>
  <PresentationFormat>Widescreen</PresentationFormat>
  <Paragraphs>167</Paragraphs>
  <Slides>27</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Aptos</vt:lpstr>
      <vt:lpstr>Aptos Display</vt:lpstr>
      <vt:lpstr>Arial</vt:lpstr>
      <vt:lpstr>Courier New</vt:lpstr>
      <vt:lpstr>Helvetica Neue</vt:lpstr>
      <vt:lpstr>Wingdings</vt:lpstr>
      <vt:lpstr>Ellucian Main Layouts</vt:lpstr>
      <vt:lpstr>Ellucian Blank Layouts</vt:lpstr>
      <vt:lpstr> Ingresar calificaciones por backoffice </vt:lpstr>
      <vt:lpstr>PowerPoint Presentation</vt:lpstr>
      <vt:lpstr>Overview</vt:lpstr>
      <vt:lpstr>Overview: Mapa de capacidades</vt:lpstr>
      <vt:lpstr>Overview: Ingresar calificaciones por backoffice </vt:lpstr>
      <vt:lpstr>Overview: Ingresar calificaciones por backoffice </vt:lpstr>
      <vt:lpstr>Overview: Región donde aplica</vt:lpstr>
      <vt:lpstr>Overview: Ingresar calificaciones por backoffice </vt:lpstr>
      <vt:lpstr>Configuraciones</vt:lpstr>
      <vt:lpstr>Códigos de comentarios para Historia Académica</vt:lpstr>
      <vt:lpstr>Razones de cambio de calificaciones </vt:lpstr>
      <vt:lpstr> Razones de cambio de calificaciones (STVGCHG)</vt:lpstr>
      <vt:lpstr> Razones de cambio de calificaciones (STVGCHG)</vt:lpstr>
      <vt:lpstr>Registrar calificaciones por Backoffice</vt:lpstr>
      <vt:lpstr>Registro de Calificaciones por backoffice</vt:lpstr>
      <vt:lpstr>Registro de Calificaciones por backoffice</vt:lpstr>
      <vt:lpstr>Registro de Calificaciones por backoffice</vt:lpstr>
      <vt:lpstr>Modificar calificaciones en Historia académica</vt:lpstr>
      <vt:lpstr>Modificar calificaciones en Historia académica</vt:lpstr>
      <vt:lpstr>Modificar calificaciones en Historia académica</vt:lpstr>
      <vt:lpstr>Modificar calificaciones en Historia académica</vt:lpstr>
      <vt:lpstr>Modificar calificaciones en Historia académica</vt:lpstr>
      <vt:lpstr>Modificar calificaciones en Historia académica</vt:lpstr>
      <vt:lpstr>Modificar calificaciones en Historia académica</vt:lpstr>
      <vt:lpstr>Modificar calificaciones en Historia académica</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59</cp:revision>
  <dcterms:created xsi:type="dcterms:W3CDTF">2024-10-02T00:21:55Z</dcterms:created>
  <dcterms:modified xsi:type="dcterms:W3CDTF">2026-07-15T17:20:44Z</dcterms:modified>
</cp:coreProperties>
</file>