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8" r:id="rId2"/>
  </p:sldMasterIdLst>
  <p:notesMasterIdLst>
    <p:notesMasterId r:id="rId48"/>
  </p:notesMasterIdLst>
  <p:sldIdLst>
    <p:sldId id="1559" r:id="rId3"/>
    <p:sldId id="423" r:id="rId4"/>
    <p:sldId id="476" r:id="rId5"/>
    <p:sldId id="523" r:id="rId6"/>
    <p:sldId id="350" r:id="rId7"/>
    <p:sldId id="421" r:id="rId8"/>
    <p:sldId id="352" r:id="rId9"/>
    <p:sldId id="587" r:id="rId10"/>
    <p:sldId id="513" r:id="rId11"/>
    <p:sldId id="565" r:id="rId12"/>
    <p:sldId id="566" r:id="rId13"/>
    <p:sldId id="588" r:id="rId14"/>
    <p:sldId id="1561" r:id="rId15"/>
    <p:sldId id="514" r:id="rId16"/>
    <p:sldId id="568" r:id="rId17"/>
    <p:sldId id="569" r:id="rId18"/>
    <p:sldId id="570" r:id="rId19"/>
    <p:sldId id="571" r:id="rId20"/>
    <p:sldId id="1562" r:id="rId21"/>
    <p:sldId id="575" r:id="rId22"/>
    <p:sldId id="576" r:id="rId23"/>
    <p:sldId id="577" r:id="rId24"/>
    <p:sldId id="578" r:id="rId25"/>
    <p:sldId id="579" r:id="rId26"/>
    <p:sldId id="580" r:id="rId27"/>
    <p:sldId id="581" r:id="rId28"/>
    <p:sldId id="582" r:id="rId29"/>
    <p:sldId id="583" r:id="rId30"/>
    <p:sldId id="590" r:id="rId31"/>
    <p:sldId id="604" r:id="rId32"/>
    <p:sldId id="605" r:id="rId33"/>
    <p:sldId id="606" r:id="rId34"/>
    <p:sldId id="608" r:id="rId35"/>
    <p:sldId id="601" r:id="rId36"/>
    <p:sldId id="591" r:id="rId37"/>
    <p:sldId id="594" r:id="rId38"/>
    <p:sldId id="596" r:id="rId39"/>
    <p:sldId id="598" r:id="rId40"/>
    <p:sldId id="600" r:id="rId41"/>
    <p:sldId id="595" r:id="rId42"/>
    <p:sldId id="593" r:id="rId43"/>
    <p:sldId id="597" r:id="rId44"/>
    <p:sldId id="599" r:id="rId45"/>
    <p:sldId id="1563" r:id="rId46"/>
    <p:sldId id="156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EEA"/>
    <a:srgbClr val="365A7B"/>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p:cViewPr varScale="1">
        <p:scale>
          <a:sx n="111" d="100"/>
          <a:sy n="111" d="100"/>
        </p:scale>
        <p:origin x="918" y="96"/>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8/10/relationships/authors" Target="author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21-07-2026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83698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4989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8826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363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6610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3165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8562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82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471860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3978093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324086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128561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674646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350943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8923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99548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65582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19915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860338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301782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93804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3161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41087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667576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052120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1809574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89968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606842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19080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272327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38894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32747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146771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603254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
        <p:nvSpPr>
          <p:cNvPr id="3" name="Rectángulo 2">
            <a:extLst>
              <a:ext uri="{FF2B5EF4-FFF2-40B4-BE49-F238E27FC236}">
                <a16:creationId xmlns:a16="http://schemas.microsoft.com/office/drawing/2014/main" id="{4A67EA07-9C9A-AE05-3A8B-A1A2F3551C55}"/>
              </a:ext>
            </a:extLst>
          </p:cNvPr>
          <p:cNvSpPr/>
          <p:nvPr userDrawn="1"/>
        </p:nvSpPr>
        <p:spPr>
          <a:xfrm>
            <a:off x="9223899" y="6471821"/>
            <a:ext cx="2370338"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261055BB-696B-85F7-2A24-979903187C0F}"/>
              </a:ext>
            </a:extLst>
          </p:cNvPr>
          <p:cNvSpPr txBox="1"/>
          <p:nvPr userDrawn="1"/>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404552693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0108D94F-7DC8-BD7A-9C09-66C23528B0F6}"/>
              </a:ext>
            </a:extLst>
          </p:cNvPr>
          <p:cNvSpPr/>
          <p:nvPr userDrawn="1"/>
        </p:nvSpPr>
        <p:spPr>
          <a:xfrm>
            <a:off x="9170633" y="6498454"/>
            <a:ext cx="2411764" cy="223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TextBox 1">
            <a:extLst>
              <a:ext uri="{FF2B5EF4-FFF2-40B4-BE49-F238E27FC236}">
                <a16:creationId xmlns:a16="http://schemas.microsoft.com/office/drawing/2014/main" id="{4E5F05F8-646C-083A-BA68-2FBCC3DC9CAB}"/>
              </a:ext>
            </a:extLst>
          </p:cNvPr>
          <p:cNvSpPr txBox="1"/>
          <p:nvPr userDrawn="1"/>
        </p:nvSpPr>
        <p:spPr>
          <a:xfrm>
            <a:off x="9047041" y="6561292"/>
            <a:ext cx="2658947" cy="123111"/>
          </a:xfrm>
          <a:prstGeom prst="rect">
            <a:avLst/>
          </a:prstGeom>
          <a:noFill/>
        </p:spPr>
        <p:txBody>
          <a:bodyPr wrap="square" lIns="0" tIns="0" rIns="0" bIns="0" rtlCol="0">
            <a:spAutoFit/>
          </a:bodyPr>
          <a:lstStyle/>
          <a:p>
            <a:pPr algn="r"/>
            <a:r>
              <a:rPr lang="en-US" sz="800" dirty="0">
                <a:solidFill>
                  <a:schemeClr val="tx1"/>
                </a:solidFill>
              </a:rPr>
              <a:t>©2026 Ellucian. Confidential and Proprietary</a:t>
            </a:r>
          </a:p>
        </p:txBody>
      </p:sp>
    </p:spTree>
    <p:extLst>
      <p:ext uri="{BB962C8B-B14F-4D97-AF65-F5344CB8AC3E}">
        <p14:creationId xmlns:p14="http://schemas.microsoft.com/office/powerpoint/2010/main" val="79034631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Blank Slide Dark">
    <p:bg>
      <p:bgPr>
        <a:solidFill>
          <a:schemeClr val="tx2"/>
        </a:solidFill>
        <a:effectLst/>
      </p:bgPr>
    </p:bg>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4BF00F1-D933-8AA0-E7A4-0F5CD1B344D1}"/>
              </a:ext>
            </a:extLst>
          </p:cNvPr>
          <p:cNvSpPr>
            <a:spLocks noGrp="1"/>
          </p:cNvSpPr>
          <p:nvPr>
            <p:ph type="body" orient="vert" sz="quarter" idx="10" hasCustomPrompt="1"/>
          </p:nvPr>
        </p:nvSpPr>
        <p:spPr>
          <a:xfrm>
            <a:off x="0" y="685800"/>
            <a:ext cx="609600" cy="5486400"/>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SECTION TITLE</a:t>
            </a:r>
          </a:p>
        </p:txBody>
      </p:sp>
      <p:sp>
        <p:nvSpPr>
          <p:cNvPr id="5" name="Slide Number Placeholder 5">
            <a:extLst>
              <a:ext uri="{FF2B5EF4-FFF2-40B4-BE49-F238E27FC236}">
                <a16:creationId xmlns:a16="http://schemas.microsoft.com/office/drawing/2014/main" id="{74B49D1D-E006-95E3-C9AD-E07A51FD99C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09446505"/>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78446866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191715281"/>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00748059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41593833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1759740087"/>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66473331"/>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26065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423181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28792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794514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611863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127820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594444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573615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605468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0196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008422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0702808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478078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464102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512407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375727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518177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359198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6732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theme" Target="../theme/theme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052598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9" r:id="rId37"/>
    <p:sldLayoutId id="2147483750" r:id="rId38"/>
    <p:sldLayoutId id="2147483751" r:id="rId39"/>
    <p:sldLayoutId id="2147483752" r:id="rId40"/>
    <p:sldLayoutId id="2147483753" r:id="rId41"/>
    <p:sldLayoutId id="2147483754" r:id="rId42"/>
    <p:sldLayoutId id="2147483755" r:id="rId4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63241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3814320"/>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Julio, 2026</a:t>
            </a:r>
          </a:p>
        </p:txBody>
      </p:sp>
      <p:sp>
        <p:nvSpPr>
          <p:cNvPr id="2" name="Title 1"/>
          <p:cNvSpPr>
            <a:spLocks noGrp="1"/>
          </p:cNvSpPr>
          <p:nvPr>
            <p:ph type="title" idx="4294967295"/>
          </p:nvPr>
        </p:nvSpPr>
        <p:spPr>
          <a:xfrm>
            <a:off x="444935" y="1750898"/>
            <a:ext cx="5651066" cy="2330574"/>
          </a:xfrm>
        </p:spPr>
        <p:txBody>
          <a:bodyPr/>
          <a:lstStyle/>
          <a:p>
            <a:pPr>
              <a:spcBef>
                <a:spcPts val="0"/>
              </a:spcBef>
              <a:spcAft>
                <a:spcPts val="600"/>
              </a:spcAft>
            </a:pPr>
            <a:br>
              <a:rPr lang="es-419" sz="4200" dirty="0">
                <a:solidFill>
                  <a:schemeClr val="bg1"/>
                </a:solidFill>
                <a:latin typeface="+mn-lt"/>
                <a:ea typeface="+mn-ea"/>
                <a:cs typeface="+mn-cs"/>
              </a:rPr>
            </a:br>
            <a:r>
              <a:rPr lang="es-CO" sz="4200" dirty="0">
                <a:solidFill>
                  <a:schemeClr val="bg1"/>
                </a:solidFill>
                <a:latin typeface="+mn-lt"/>
                <a:ea typeface="+mn-ea"/>
                <a:cs typeface="+mn-cs"/>
              </a:rPr>
              <a:t>Gestionar eventos y ceremonias de grado</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4976736"/>
            <a:ext cx="3032274" cy="194925"/>
          </a:xfrm>
        </p:spPr>
        <p:txBody>
          <a:bodyPr/>
          <a:lstStyle/>
          <a:p>
            <a:r>
              <a:rPr lang="es-CL" dirty="0"/>
              <a:t>Universidad Señor de SIPAN</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Definir y diseñar los eventos </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842545977"/>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MX" sz="2800" b="1" noProof="0" dirty="0">
                          <a:solidFill>
                            <a:schemeClr val="bg1"/>
                          </a:solidFill>
                        </a:rPr>
                        <a:t>Gestión de eventos</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s-419" sz="2800" b="1" noProof="0"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err="1">
                          <a:solidFill>
                            <a:schemeClr val="bg1"/>
                          </a:solidFill>
                        </a:rPr>
                        <a:t>Resumen</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2894086"/>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80806" y="3293647"/>
            <a:ext cx="2488818" cy="6777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MX" sz="2400" dirty="0"/>
              <a:t>Comprende la creación y mantenimiento de las actividades que sucederán dentro de la Institución y que no forman parte de la Programación Académica regular. Por ejemplo: </a:t>
            </a:r>
          </a:p>
          <a:p>
            <a:pPr lvl="1" algn="just">
              <a:buClr>
                <a:srgbClr val="0CB4B4"/>
              </a:buClr>
            </a:pPr>
            <a:r>
              <a:rPr lang="es-MX" sz="2400" dirty="0"/>
              <a:t>Charlas. </a:t>
            </a:r>
          </a:p>
          <a:p>
            <a:pPr lvl="1" algn="just">
              <a:buClr>
                <a:srgbClr val="0CB4B4"/>
              </a:buClr>
            </a:pPr>
            <a:r>
              <a:rPr lang="es-MX" sz="2400" dirty="0"/>
              <a:t>Capacitaciones. </a:t>
            </a:r>
          </a:p>
          <a:p>
            <a:pPr lvl="1" algn="just">
              <a:buClr>
                <a:srgbClr val="0CB4B4"/>
              </a:buClr>
            </a:pPr>
            <a:r>
              <a:rPr lang="es-MX" sz="2400" dirty="0"/>
              <a:t>Actividades Deportivas.</a:t>
            </a:r>
          </a:p>
          <a:p>
            <a:pPr lvl="1" algn="just">
              <a:buClr>
                <a:srgbClr val="0CB4B4"/>
              </a:buClr>
            </a:pPr>
            <a:r>
              <a:rPr lang="es-MX" sz="2400" dirty="0"/>
              <a:t>Exposiciones.</a:t>
            </a:r>
          </a:p>
          <a:p>
            <a:pPr marL="285750" indent="-285750" algn="just">
              <a:buClr>
                <a:srgbClr val="0CB4B4"/>
              </a:buClr>
              <a:buFont typeface="Wingdings" panose="05000000000000000000" pitchFamily="2" charset="2"/>
              <a:buChar char="q"/>
            </a:pPr>
            <a:r>
              <a:rPr lang="es-CO" sz="2400" dirty="0"/>
              <a:t>Se indicará la creación del evento, el registro y la administración luego de terminado (toma de asistencia, datos de presupuesto, etc.)</a:t>
            </a:r>
            <a:endParaRPr lang="es-MX" sz="2400" dirty="0"/>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accent1"/>
                </a:solidFill>
              </a:rPr>
              <a:t>Overview: </a:t>
            </a:r>
            <a:r>
              <a:rPr lang="es-ES_tradnl" b="0" dirty="0">
                <a:solidFill>
                  <a:schemeClr val="accent1"/>
                </a:solidFill>
              </a:rPr>
              <a:t>Proceso </a:t>
            </a:r>
            <a:r>
              <a:rPr lang="es-419" b="0" dirty="0">
                <a:solidFill>
                  <a:schemeClr val="accent1"/>
                </a:solidFill>
              </a:rPr>
              <a:t>Gestionar Procesos Complementarios</a:t>
            </a:r>
            <a:endParaRPr lang="es-CL" b="0" dirty="0">
              <a:solidFill>
                <a:schemeClr val="accent1"/>
              </a:solidFill>
            </a:endParaRPr>
          </a:p>
        </p:txBody>
      </p:sp>
    </p:spTree>
    <p:extLst>
      <p:ext uri="{BB962C8B-B14F-4D97-AF65-F5344CB8AC3E}">
        <p14:creationId xmlns:p14="http://schemas.microsoft.com/office/powerpoint/2010/main" val="16787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Proceso </a:t>
            </a:r>
            <a:r>
              <a:rPr lang="es-MX" b="0" dirty="0">
                <a:solidFill>
                  <a:schemeClr val="accent1"/>
                </a:solidFill>
              </a:rPr>
              <a:t>definir y diseñar los eventos </a:t>
            </a:r>
            <a:endParaRPr lang="es-CL" b="0" dirty="0">
              <a:solidFill>
                <a:schemeClr val="accent1"/>
              </a:solidFill>
            </a:endParaRPr>
          </a:p>
        </p:txBody>
      </p:sp>
      <p:pic>
        <p:nvPicPr>
          <p:cNvPr id="1026" name="Picture 2">
            <a:extLst>
              <a:ext uri="{FF2B5EF4-FFF2-40B4-BE49-F238E27FC236}">
                <a16:creationId xmlns:a16="http://schemas.microsoft.com/office/drawing/2014/main" id="{EAF42B73-E5AA-C1A5-E589-E1232CC64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352" y="1784259"/>
            <a:ext cx="10894004" cy="3289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7</a:t>
            </a:fld>
            <a:endParaRPr lang="en-US"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Gestionar Procesos Complementarios</a:t>
            </a:r>
            <a:endParaRPr lang="es-CL" dirty="0"/>
          </a:p>
        </p:txBody>
      </p:sp>
      <p:pic>
        <p:nvPicPr>
          <p:cNvPr id="2" name="Picture 9" descr="A purple map of south america&#10;&#10;AI-generated content may be incorrect.">
            <a:extLst>
              <a:ext uri="{FF2B5EF4-FFF2-40B4-BE49-F238E27FC236}">
                <a16:creationId xmlns:a16="http://schemas.microsoft.com/office/drawing/2014/main" id="{B2823AF0-8811-E74D-614F-D7BF55D0B0E9}"/>
              </a:ext>
            </a:extLst>
          </p:cNvPr>
          <p:cNvPicPr>
            <a:picLocks noChangeAspect="1"/>
          </p:cNvPicPr>
          <p:nvPr/>
        </p:nvPicPr>
        <p:blipFill>
          <a:blip r:embed="rId2"/>
          <a:stretch>
            <a:fillRect/>
          </a:stretch>
        </p:blipFill>
        <p:spPr>
          <a:xfrm>
            <a:off x="1720334" y="1319270"/>
            <a:ext cx="5219641" cy="5219641"/>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7E74-58D5-1BCB-0D76-038E1909D98B}"/>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BF90A142-5893-17E9-74A5-0F218FDF46CC}"/>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214CAA7D-A15F-DC93-14EB-7D3A50DF10A9}"/>
              </a:ext>
            </a:extLst>
          </p:cNvPr>
          <p:cNvSpPr>
            <a:spLocks noGrp="1"/>
          </p:cNvSpPr>
          <p:nvPr>
            <p:ph type="title"/>
          </p:nvPr>
        </p:nvSpPr>
        <p:spPr/>
        <p:txBody>
          <a:bodyPr/>
          <a:lstStyle/>
          <a:p>
            <a:r>
              <a:rPr lang="en-US" dirty="0"/>
              <a:t>CONFIGURACIONES</a:t>
            </a:r>
            <a:endParaRPr lang="en-US" sz="3200" b="1" dirty="0">
              <a:solidFill>
                <a:schemeClr val="bg1"/>
              </a:solidFill>
            </a:endParaRPr>
          </a:p>
        </p:txBody>
      </p:sp>
      <p:sp>
        <p:nvSpPr>
          <p:cNvPr id="17" name="Text Placeholder 16">
            <a:extLst>
              <a:ext uri="{FF2B5EF4-FFF2-40B4-BE49-F238E27FC236}">
                <a16:creationId xmlns:a16="http://schemas.microsoft.com/office/drawing/2014/main" id="{7E5EEE4F-9F75-6967-38EA-1EA756E408FB}"/>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6C0004BD-1EE6-CA26-D0A5-F3396AE5E062}"/>
              </a:ext>
            </a:extLst>
          </p:cNvPr>
          <p:cNvSpPr>
            <a:spLocks noGrp="1"/>
          </p:cNvSpPr>
          <p:nvPr>
            <p:ph type="sldNum" sz="quarter" idx="4"/>
          </p:nvPr>
        </p:nvSpPr>
        <p:spPr/>
        <p:txBody>
          <a:bodyPr/>
          <a:lstStyle/>
          <a:p>
            <a:fld id="{4A16F8ED-7337-F64C-865A-41A1F48E54DF}" type="slidenum">
              <a:rPr lang="en-US" smtClean="0"/>
              <a:pPr/>
              <a:t>8</a:t>
            </a:fld>
            <a:endParaRPr lang="en-US" dirty="0"/>
          </a:p>
        </p:txBody>
      </p:sp>
    </p:spTree>
    <p:extLst>
      <p:ext uri="{BB962C8B-B14F-4D97-AF65-F5344CB8AC3E}">
        <p14:creationId xmlns:p14="http://schemas.microsoft.com/office/powerpoint/2010/main" val="289142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58F0E9B-EE7A-C99D-3E7D-A0F8BEA92529}"/>
              </a:ext>
            </a:extLst>
          </p:cNvPr>
          <p:cNvPicPr>
            <a:picLocks noChangeAspect="1"/>
          </p:cNvPicPr>
          <p:nvPr/>
        </p:nvPicPr>
        <p:blipFill>
          <a:blip r:embed="rId2"/>
          <a:stretch>
            <a:fillRect/>
          </a:stretch>
        </p:blipFill>
        <p:spPr>
          <a:xfrm>
            <a:off x="810246" y="1171260"/>
            <a:ext cx="10852667" cy="515118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dirty="0">
                <a:solidFill>
                  <a:schemeClr val="accent1"/>
                </a:solidFill>
              </a:rPr>
              <a:t>Configuración: </a:t>
            </a:r>
            <a:r>
              <a:rPr lang="es-419" sz="3000" b="0" dirty="0">
                <a:solidFill>
                  <a:schemeClr val="accent1"/>
                </a:solidFill>
              </a:rPr>
              <a:t>STVETYP Validación de código de tipo de evento/función</a:t>
            </a:r>
            <a:endParaRPr lang="es-CL" b="0" dirty="0">
              <a:solidFill>
                <a:schemeClr val="accent1"/>
              </a:solidFill>
            </a:endParaRPr>
          </a:p>
        </p:txBody>
      </p:sp>
      <p:sp>
        <p:nvSpPr>
          <p:cNvPr id="21" name="Rectángulo 20">
            <a:extLst>
              <a:ext uri="{FF2B5EF4-FFF2-40B4-BE49-F238E27FC236}">
                <a16:creationId xmlns:a16="http://schemas.microsoft.com/office/drawing/2014/main" id="{14802DD9-7388-52C7-C2F5-67A5A33D32F5}"/>
              </a:ext>
            </a:extLst>
          </p:cNvPr>
          <p:cNvSpPr/>
          <p:nvPr/>
        </p:nvSpPr>
        <p:spPr>
          <a:xfrm>
            <a:off x="10886656" y="1658028"/>
            <a:ext cx="250166" cy="23852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711C5B95-0895-1AE6-F0AC-FFB2F845379E}"/>
              </a:ext>
            </a:extLst>
          </p:cNvPr>
          <p:cNvSpPr/>
          <p:nvPr/>
        </p:nvSpPr>
        <p:spPr>
          <a:xfrm>
            <a:off x="9164594" y="1658028"/>
            <a:ext cx="1621739"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inserta un registro</a:t>
            </a:r>
          </a:p>
        </p:txBody>
      </p:sp>
      <p:sp>
        <p:nvSpPr>
          <p:cNvPr id="8" name="Rectángulo redondeado 8">
            <a:extLst>
              <a:ext uri="{FF2B5EF4-FFF2-40B4-BE49-F238E27FC236}">
                <a16:creationId xmlns:a16="http://schemas.microsoft.com/office/drawing/2014/main" id="{5122A535-8FC4-917D-A68F-E70F2D72205F}"/>
              </a:ext>
            </a:extLst>
          </p:cNvPr>
          <p:cNvSpPr/>
          <p:nvPr/>
        </p:nvSpPr>
        <p:spPr>
          <a:xfrm>
            <a:off x="8638503" y="1638406"/>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4748345" y="2232004"/>
            <a:ext cx="2365741" cy="277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ingresa el código y descripción</a:t>
            </a:r>
          </a:p>
        </p:txBody>
      </p:sp>
      <p:sp>
        <p:nvSpPr>
          <p:cNvPr id="15" name="Rectángulo 14">
            <a:extLst>
              <a:ext uri="{FF2B5EF4-FFF2-40B4-BE49-F238E27FC236}">
                <a16:creationId xmlns:a16="http://schemas.microsoft.com/office/drawing/2014/main" id="{56DC41C5-1845-7C8A-0D2B-B626CFD806CE}"/>
              </a:ext>
            </a:extLst>
          </p:cNvPr>
          <p:cNvSpPr/>
          <p:nvPr/>
        </p:nvSpPr>
        <p:spPr>
          <a:xfrm>
            <a:off x="810246" y="2148432"/>
            <a:ext cx="3336890" cy="42269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B71FC285-FD75-61B3-3246-3725987B1D12}"/>
              </a:ext>
            </a:extLst>
          </p:cNvPr>
          <p:cNvSpPr/>
          <p:nvPr/>
        </p:nvSpPr>
        <p:spPr>
          <a:xfrm>
            <a:off x="4187279" y="2251568"/>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7" name="Rectángulo redondeado 5">
            <a:extLst>
              <a:ext uri="{FF2B5EF4-FFF2-40B4-BE49-F238E27FC236}">
                <a16:creationId xmlns:a16="http://schemas.microsoft.com/office/drawing/2014/main" id="{B4C72A68-BC7E-1445-0564-271CDF9BE576}"/>
              </a:ext>
            </a:extLst>
          </p:cNvPr>
          <p:cNvSpPr/>
          <p:nvPr/>
        </p:nvSpPr>
        <p:spPr>
          <a:xfrm>
            <a:off x="10265610" y="5556266"/>
            <a:ext cx="1742423"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18" name="Rectángulo redondeado 8">
            <a:extLst>
              <a:ext uri="{FF2B5EF4-FFF2-40B4-BE49-F238E27FC236}">
                <a16:creationId xmlns:a16="http://schemas.microsoft.com/office/drawing/2014/main" id="{847D41FA-0D24-B131-491D-2B8987CA1265}"/>
              </a:ext>
            </a:extLst>
          </p:cNvPr>
          <p:cNvSpPr/>
          <p:nvPr/>
        </p:nvSpPr>
        <p:spPr>
          <a:xfrm>
            <a:off x="10956610" y="5200277"/>
            <a:ext cx="360421" cy="277771"/>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9" name="Rectángulo 18">
            <a:extLst>
              <a:ext uri="{FF2B5EF4-FFF2-40B4-BE49-F238E27FC236}">
                <a16:creationId xmlns:a16="http://schemas.microsoft.com/office/drawing/2014/main" id="{A87AF703-0D49-390D-1F79-A1B4EB4ECB3D}"/>
              </a:ext>
            </a:extLst>
          </p:cNvPr>
          <p:cNvSpPr/>
          <p:nvPr/>
        </p:nvSpPr>
        <p:spPr>
          <a:xfrm>
            <a:off x="11136822" y="6011897"/>
            <a:ext cx="550128" cy="29990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822984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09E680B-874A-FAEE-A694-6155855A5F27}"/>
              </a:ext>
            </a:extLst>
          </p:cNvPr>
          <p:cNvPicPr>
            <a:picLocks noChangeAspect="1"/>
          </p:cNvPicPr>
          <p:nvPr/>
        </p:nvPicPr>
        <p:blipFill>
          <a:blip r:embed="rId2"/>
          <a:stretch>
            <a:fillRect/>
          </a:stretch>
        </p:blipFill>
        <p:spPr>
          <a:xfrm>
            <a:off x="810247" y="954157"/>
            <a:ext cx="11012062" cy="521593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dirty="0">
                <a:solidFill>
                  <a:schemeClr val="accent1"/>
                </a:solidFill>
              </a:rPr>
              <a:t>Configuración: </a:t>
            </a:r>
            <a:r>
              <a:rPr lang="es-419" sz="3000" b="0" dirty="0">
                <a:solidFill>
                  <a:schemeClr val="accent1"/>
                </a:solidFill>
              </a:rPr>
              <a:t>GTVFUNC Validación de código de función</a:t>
            </a:r>
            <a:endParaRPr lang="es-CL" b="0" dirty="0">
              <a:solidFill>
                <a:schemeClr val="accent1"/>
              </a:solidFill>
            </a:endParaRPr>
          </a:p>
        </p:txBody>
      </p:sp>
      <p:sp>
        <p:nvSpPr>
          <p:cNvPr id="21" name="Rectángulo 20">
            <a:extLst>
              <a:ext uri="{FF2B5EF4-FFF2-40B4-BE49-F238E27FC236}">
                <a16:creationId xmlns:a16="http://schemas.microsoft.com/office/drawing/2014/main" id="{14802DD9-7388-52C7-C2F5-67A5A33D32F5}"/>
              </a:ext>
            </a:extLst>
          </p:cNvPr>
          <p:cNvSpPr/>
          <p:nvPr/>
        </p:nvSpPr>
        <p:spPr>
          <a:xfrm>
            <a:off x="10998679" y="1568057"/>
            <a:ext cx="232913" cy="17448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711C5B95-0895-1AE6-F0AC-FFB2F845379E}"/>
              </a:ext>
            </a:extLst>
          </p:cNvPr>
          <p:cNvSpPr/>
          <p:nvPr/>
        </p:nvSpPr>
        <p:spPr>
          <a:xfrm>
            <a:off x="9094342" y="1568057"/>
            <a:ext cx="1621739"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inserta un registro</a:t>
            </a:r>
          </a:p>
        </p:txBody>
      </p:sp>
      <p:sp>
        <p:nvSpPr>
          <p:cNvPr id="8" name="Rectángulo redondeado 8">
            <a:extLst>
              <a:ext uri="{FF2B5EF4-FFF2-40B4-BE49-F238E27FC236}">
                <a16:creationId xmlns:a16="http://schemas.microsoft.com/office/drawing/2014/main" id="{5122A535-8FC4-917D-A68F-E70F2D72205F}"/>
              </a:ext>
            </a:extLst>
          </p:cNvPr>
          <p:cNvSpPr/>
          <p:nvPr/>
        </p:nvSpPr>
        <p:spPr>
          <a:xfrm>
            <a:off x="8592622" y="1528814"/>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5673863" y="1971515"/>
            <a:ext cx="2507755" cy="481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ingresa el código y descripción, y se asocia con un tipo de evento</a:t>
            </a:r>
          </a:p>
        </p:txBody>
      </p:sp>
      <p:sp>
        <p:nvSpPr>
          <p:cNvPr id="15" name="Rectángulo 14">
            <a:extLst>
              <a:ext uri="{FF2B5EF4-FFF2-40B4-BE49-F238E27FC236}">
                <a16:creationId xmlns:a16="http://schemas.microsoft.com/office/drawing/2014/main" id="{56DC41C5-1845-7C8A-0D2B-B626CFD806CE}"/>
              </a:ext>
            </a:extLst>
          </p:cNvPr>
          <p:cNvSpPr/>
          <p:nvPr/>
        </p:nvSpPr>
        <p:spPr>
          <a:xfrm>
            <a:off x="810247" y="1928677"/>
            <a:ext cx="4320302" cy="42269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B71FC285-FD75-61B3-3246-3725987B1D12}"/>
              </a:ext>
            </a:extLst>
          </p:cNvPr>
          <p:cNvSpPr/>
          <p:nvPr/>
        </p:nvSpPr>
        <p:spPr>
          <a:xfrm>
            <a:off x="5181328" y="2073600"/>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7" name="Rectángulo redondeado 5">
            <a:extLst>
              <a:ext uri="{FF2B5EF4-FFF2-40B4-BE49-F238E27FC236}">
                <a16:creationId xmlns:a16="http://schemas.microsoft.com/office/drawing/2014/main" id="{B4C72A68-BC7E-1445-0564-271CDF9BE576}"/>
              </a:ext>
            </a:extLst>
          </p:cNvPr>
          <p:cNvSpPr/>
          <p:nvPr/>
        </p:nvSpPr>
        <p:spPr>
          <a:xfrm>
            <a:off x="9429435" y="5872181"/>
            <a:ext cx="1742423"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18" name="Rectángulo redondeado 8">
            <a:extLst>
              <a:ext uri="{FF2B5EF4-FFF2-40B4-BE49-F238E27FC236}">
                <a16:creationId xmlns:a16="http://schemas.microsoft.com/office/drawing/2014/main" id="{847D41FA-0D24-B131-491D-2B8987CA1265}"/>
              </a:ext>
            </a:extLst>
          </p:cNvPr>
          <p:cNvSpPr/>
          <p:nvPr/>
        </p:nvSpPr>
        <p:spPr>
          <a:xfrm>
            <a:off x="9940225" y="5420213"/>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9" name="Rectángulo 18">
            <a:extLst>
              <a:ext uri="{FF2B5EF4-FFF2-40B4-BE49-F238E27FC236}">
                <a16:creationId xmlns:a16="http://schemas.microsoft.com/office/drawing/2014/main" id="{A87AF703-0D49-390D-1F79-A1B4EB4ECB3D}"/>
              </a:ext>
            </a:extLst>
          </p:cNvPr>
          <p:cNvSpPr/>
          <p:nvPr/>
        </p:nvSpPr>
        <p:spPr>
          <a:xfrm>
            <a:off x="11272181" y="5781383"/>
            <a:ext cx="550128" cy="29990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953702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EBDB434-558F-D572-1D49-9214E92BA9FE}"/>
              </a:ext>
            </a:extLst>
          </p:cNvPr>
          <p:cNvPicPr>
            <a:picLocks noChangeAspect="1"/>
          </p:cNvPicPr>
          <p:nvPr/>
        </p:nvPicPr>
        <p:blipFill>
          <a:blip r:embed="rId2"/>
          <a:stretch>
            <a:fillRect/>
          </a:stretch>
        </p:blipFill>
        <p:spPr>
          <a:xfrm>
            <a:off x="698740" y="1125908"/>
            <a:ext cx="10955547" cy="519217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dirty="0">
                <a:solidFill>
                  <a:schemeClr val="accent1"/>
                </a:solidFill>
              </a:rPr>
              <a:t>Configuración: </a:t>
            </a:r>
            <a:r>
              <a:rPr lang="es-419" sz="3000" b="0" dirty="0">
                <a:solidFill>
                  <a:schemeClr val="accent1"/>
                </a:solidFill>
              </a:rPr>
              <a:t>GTVFSTA Validación de código de status de función</a:t>
            </a:r>
            <a:endParaRPr lang="es-CL" b="0" dirty="0">
              <a:solidFill>
                <a:schemeClr val="accent1"/>
              </a:solidFill>
            </a:endParaRPr>
          </a:p>
        </p:txBody>
      </p:sp>
      <p:sp>
        <p:nvSpPr>
          <p:cNvPr id="21" name="Rectángulo 20">
            <a:extLst>
              <a:ext uri="{FF2B5EF4-FFF2-40B4-BE49-F238E27FC236}">
                <a16:creationId xmlns:a16="http://schemas.microsoft.com/office/drawing/2014/main" id="{14802DD9-7388-52C7-C2F5-67A5A33D32F5}"/>
              </a:ext>
            </a:extLst>
          </p:cNvPr>
          <p:cNvSpPr/>
          <p:nvPr/>
        </p:nvSpPr>
        <p:spPr>
          <a:xfrm>
            <a:off x="10758252" y="1718957"/>
            <a:ext cx="318100" cy="26189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5">
            <a:extLst>
              <a:ext uri="{FF2B5EF4-FFF2-40B4-BE49-F238E27FC236}">
                <a16:creationId xmlns:a16="http://schemas.microsoft.com/office/drawing/2014/main" id="{711C5B95-0895-1AE6-F0AC-FFB2F845379E}"/>
              </a:ext>
            </a:extLst>
          </p:cNvPr>
          <p:cNvSpPr/>
          <p:nvPr/>
        </p:nvSpPr>
        <p:spPr>
          <a:xfrm>
            <a:off x="8640135" y="1701105"/>
            <a:ext cx="1621739"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inserta un registro</a:t>
            </a:r>
          </a:p>
        </p:txBody>
      </p:sp>
      <p:sp>
        <p:nvSpPr>
          <p:cNvPr id="8" name="Rectángulo redondeado 8">
            <a:extLst>
              <a:ext uri="{FF2B5EF4-FFF2-40B4-BE49-F238E27FC236}">
                <a16:creationId xmlns:a16="http://schemas.microsoft.com/office/drawing/2014/main" id="{5122A535-8FC4-917D-A68F-E70F2D72205F}"/>
              </a:ext>
            </a:extLst>
          </p:cNvPr>
          <p:cNvSpPr/>
          <p:nvPr/>
        </p:nvSpPr>
        <p:spPr>
          <a:xfrm>
            <a:off x="10351013" y="1718956"/>
            <a:ext cx="318100" cy="26189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1682517" y="2606566"/>
            <a:ext cx="2153224" cy="277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ingresa el código de status</a:t>
            </a:r>
          </a:p>
        </p:txBody>
      </p:sp>
      <p:sp>
        <p:nvSpPr>
          <p:cNvPr id="15" name="Rectángulo 14">
            <a:extLst>
              <a:ext uri="{FF2B5EF4-FFF2-40B4-BE49-F238E27FC236}">
                <a16:creationId xmlns:a16="http://schemas.microsoft.com/office/drawing/2014/main" id="{56DC41C5-1845-7C8A-0D2B-B626CFD806CE}"/>
              </a:ext>
            </a:extLst>
          </p:cNvPr>
          <p:cNvSpPr/>
          <p:nvPr/>
        </p:nvSpPr>
        <p:spPr>
          <a:xfrm>
            <a:off x="622570" y="1957486"/>
            <a:ext cx="4320302" cy="42269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redondeado 8">
            <a:extLst>
              <a:ext uri="{FF2B5EF4-FFF2-40B4-BE49-F238E27FC236}">
                <a16:creationId xmlns:a16="http://schemas.microsoft.com/office/drawing/2014/main" id="{B71FC285-FD75-61B3-3246-3725987B1D12}"/>
              </a:ext>
            </a:extLst>
          </p:cNvPr>
          <p:cNvSpPr/>
          <p:nvPr/>
        </p:nvSpPr>
        <p:spPr>
          <a:xfrm>
            <a:off x="1232957" y="2606566"/>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7" name="Rectángulo redondeado 5">
            <a:extLst>
              <a:ext uri="{FF2B5EF4-FFF2-40B4-BE49-F238E27FC236}">
                <a16:creationId xmlns:a16="http://schemas.microsoft.com/office/drawing/2014/main" id="{B4C72A68-BC7E-1445-0564-271CDF9BE576}"/>
              </a:ext>
            </a:extLst>
          </p:cNvPr>
          <p:cNvSpPr/>
          <p:nvPr/>
        </p:nvSpPr>
        <p:spPr>
          <a:xfrm>
            <a:off x="9145453" y="6002967"/>
            <a:ext cx="1742423" cy="2385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18" name="Rectángulo redondeado 8">
            <a:extLst>
              <a:ext uri="{FF2B5EF4-FFF2-40B4-BE49-F238E27FC236}">
                <a16:creationId xmlns:a16="http://schemas.microsoft.com/office/drawing/2014/main" id="{847D41FA-0D24-B131-491D-2B8987CA1265}"/>
              </a:ext>
            </a:extLst>
          </p:cNvPr>
          <p:cNvSpPr/>
          <p:nvPr/>
        </p:nvSpPr>
        <p:spPr>
          <a:xfrm>
            <a:off x="9751537" y="5593206"/>
            <a:ext cx="360421" cy="277771"/>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9" name="Rectángulo 18">
            <a:extLst>
              <a:ext uri="{FF2B5EF4-FFF2-40B4-BE49-F238E27FC236}">
                <a16:creationId xmlns:a16="http://schemas.microsoft.com/office/drawing/2014/main" id="{A87AF703-0D49-390D-1F79-A1B4EB4ECB3D}"/>
              </a:ext>
            </a:extLst>
          </p:cNvPr>
          <p:cNvSpPr/>
          <p:nvPr/>
        </p:nvSpPr>
        <p:spPr>
          <a:xfrm>
            <a:off x="11104159" y="5972280"/>
            <a:ext cx="626298" cy="29990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CCA7D687-91B9-7B75-CE5A-07D09841C97A}"/>
              </a:ext>
            </a:extLst>
          </p:cNvPr>
          <p:cNvSpPr/>
          <p:nvPr/>
        </p:nvSpPr>
        <p:spPr>
          <a:xfrm>
            <a:off x="9931748" y="2409787"/>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1" name="Rectángulo redondeado 5">
            <a:extLst>
              <a:ext uri="{FF2B5EF4-FFF2-40B4-BE49-F238E27FC236}">
                <a16:creationId xmlns:a16="http://schemas.microsoft.com/office/drawing/2014/main" id="{BFF6B700-B675-A18C-BAF4-0EE833F54698}"/>
              </a:ext>
            </a:extLst>
          </p:cNvPr>
          <p:cNvSpPr/>
          <p:nvPr/>
        </p:nvSpPr>
        <p:spPr>
          <a:xfrm>
            <a:off x="8953239" y="2772910"/>
            <a:ext cx="2513643" cy="277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indica si es un status activo o no</a:t>
            </a:r>
          </a:p>
        </p:txBody>
      </p:sp>
      <p:sp>
        <p:nvSpPr>
          <p:cNvPr id="12" name="Rectángulo 11">
            <a:extLst>
              <a:ext uri="{FF2B5EF4-FFF2-40B4-BE49-F238E27FC236}">
                <a16:creationId xmlns:a16="http://schemas.microsoft.com/office/drawing/2014/main" id="{B77C0DDF-EC84-5E6F-B19D-791B05FDAACF}"/>
              </a:ext>
            </a:extLst>
          </p:cNvPr>
          <p:cNvSpPr/>
          <p:nvPr/>
        </p:nvSpPr>
        <p:spPr>
          <a:xfrm>
            <a:off x="10510464" y="2099436"/>
            <a:ext cx="579241" cy="42269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795236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5BCD-07F8-495D-1754-3D7E7ADBEBDF}"/>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C337EC9-4078-5140-6A94-8E397F1D1AC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AD04D052-7C0E-E56E-36C0-F35EA3A121DD}"/>
              </a:ext>
            </a:extLst>
          </p:cNvPr>
          <p:cNvSpPr>
            <a:spLocks noGrp="1"/>
          </p:cNvSpPr>
          <p:nvPr>
            <p:ph type="title"/>
          </p:nvPr>
        </p:nvSpPr>
        <p:spPr/>
        <p:txBody>
          <a:bodyPr/>
          <a:lstStyle/>
          <a:p>
            <a:r>
              <a:rPr lang="en-US" dirty="0"/>
              <a:t>GESTION DE EVENTOS</a:t>
            </a:r>
            <a:endParaRPr lang="en-US" sz="3200" b="1" dirty="0">
              <a:solidFill>
                <a:schemeClr val="bg1"/>
              </a:solidFill>
            </a:endParaRPr>
          </a:p>
        </p:txBody>
      </p:sp>
      <p:sp>
        <p:nvSpPr>
          <p:cNvPr id="17" name="Text Placeholder 16">
            <a:extLst>
              <a:ext uri="{FF2B5EF4-FFF2-40B4-BE49-F238E27FC236}">
                <a16:creationId xmlns:a16="http://schemas.microsoft.com/office/drawing/2014/main" id="{E52D017E-4536-C04C-20D8-AEFAC5A6247D}"/>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2C0D26AC-0433-0D5A-6FA6-FD38BCD7DAE3}"/>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Tree>
    <p:extLst>
      <p:ext uri="{BB962C8B-B14F-4D97-AF65-F5344CB8AC3E}">
        <p14:creationId xmlns:p14="http://schemas.microsoft.com/office/powerpoint/2010/main" val="208762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5BCD-07F8-495D-1754-3D7E7ADBEBDF}"/>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C337EC9-4078-5140-6A94-8E397F1D1AC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AD04D052-7C0E-E56E-36C0-F35EA3A121DD}"/>
              </a:ext>
            </a:extLst>
          </p:cNvPr>
          <p:cNvSpPr>
            <a:spLocks noGrp="1"/>
          </p:cNvSpPr>
          <p:nvPr>
            <p:ph type="title"/>
          </p:nvPr>
        </p:nvSpPr>
        <p:spPr/>
        <p:txBody>
          <a:bodyPr/>
          <a:lstStyle/>
          <a:p>
            <a:r>
              <a:rPr lang="en-US" dirty="0" err="1"/>
              <a:t>Crear</a:t>
            </a:r>
            <a:r>
              <a:rPr lang="en-US" dirty="0"/>
              <a:t> </a:t>
            </a:r>
            <a:r>
              <a:rPr lang="en-US" dirty="0" err="1"/>
              <a:t>eventos</a:t>
            </a:r>
            <a:endParaRPr lang="en-US" sz="3200" b="1" dirty="0">
              <a:solidFill>
                <a:schemeClr val="bg1"/>
              </a:solidFill>
            </a:endParaRPr>
          </a:p>
        </p:txBody>
      </p:sp>
      <p:sp>
        <p:nvSpPr>
          <p:cNvPr id="17" name="Text Placeholder 16">
            <a:extLst>
              <a:ext uri="{FF2B5EF4-FFF2-40B4-BE49-F238E27FC236}">
                <a16:creationId xmlns:a16="http://schemas.microsoft.com/office/drawing/2014/main" id="{E52D017E-4536-C04C-20D8-AEFAC5A6247D}"/>
              </a:ext>
            </a:extLst>
          </p:cNvPr>
          <p:cNvSpPr>
            <a:spLocks noGrp="1"/>
          </p:cNvSpPr>
          <p:nvPr>
            <p:ph type="body" sz="quarter" idx="18"/>
          </p:nvPr>
        </p:nvSpPr>
        <p:spPr/>
        <p:txBody>
          <a:bodyPr/>
          <a:lstStyle/>
          <a:p>
            <a:r>
              <a:rPr lang="en-US" dirty="0"/>
              <a:t>En SLAEVNT</a:t>
            </a:r>
          </a:p>
          <a:p>
            <a:endParaRPr lang="en-US" dirty="0"/>
          </a:p>
        </p:txBody>
      </p:sp>
      <p:sp>
        <p:nvSpPr>
          <p:cNvPr id="18" name="Slide Number Placeholder 17">
            <a:extLst>
              <a:ext uri="{FF2B5EF4-FFF2-40B4-BE49-F238E27FC236}">
                <a16:creationId xmlns:a16="http://schemas.microsoft.com/office/drawing/2014/main" id="{2C0D26AC-0433-0D5A-6FA6-FD38BCD7DAE3}"/>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Tree>
    <p:extLst>
      <p:ext uri="{BB962C8B-B14F-4D97-AF65-F5344CB8AC3E}">
        <p14:creationId xmlns:p14="http://schemas.microsoft.com/office/powerpoint/2010/main" val="734940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6817C65-3191-B5EA-D297-0F09565FA507}"/>
              </a:ext>
            </a:extLst>
          </p:cNvPr>
          <p:cNvPicPr>
            <a:picLocks noChangeAspect="1"/>
          </p:cNvPicPr>
          <p:nvPr/>
        </p:nvPicPr>
        <p:blipFill>
          <a:blip r:embed="rId2"/>
          <a:stretch>
            <a:fillRect/>
          </a:stretch>
        </p:blipFill>
        <p:spPr>
          <a:xfrm>
            <a:off x="806823" y="1073674"/>
            <a:ext cx="10912415" cy="514596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un evento</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669491" y="1487605"/>
            <a:ext cx="2506481" cy="6902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SLAEVNT, presionar el botón + . La palabra “AGREG” aparecerá automáticamente.</a:t>
            </a:r>
          </a:p>
        </p:txBody>
      </p:sp>
      <p:sp>
        <p:nvSpPr>
          <p:cNvPr id="18" name="Rectángulo 17">
            <a:extLst>
              <a:ext uri="{FF2B5EF4-FFF2-40B4-BE49-F238E27FC236}">
                <a16:creationId xmlns:a16="http://schemas.microsoft.com/office/drawing/2014/main" id="{03914803-B173-A98B-6F54-4C702974B904}"/>
              </a:ext>
            </a:extLst>
          </p:cNvPr>
          <p:cNvSpPr/>
          <p:nvPr/>
        </p:nvSpPr>
        <p:spPr>
          <a:xfrm>
            <a:off x="11293329" y="1705394"/>
            <a:ext cx="524520" cy="25470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3186740" y="1656626"/>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7" name="Rectángulo 6">
            <a:extLst>
              <a:ext uri="{FF2B5EF4-FFF2-40B4-BE49-F238E27FC236}">
                <a16:creationId xmlns:a16="http://schemas.microsoft.com/office/drawing/2014/main" id="{2C70BF2C-6B67-528E-1588-674A57C77CD0}"/>
              </a:ext>
            </a:extLst>
          </p:cNvPr>
          <p:cNvSpPr/>
          <p:nvPr/>
        </p:nvSpPr>
        <p:spPr>
          <a:xfrm>
            <a:off x="2825531" y="1656626"/>
            <a:ext cx="285529" cy="2547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8">
            <a:extLst>
              <a:ext uri="{FF2B5EF4-FFF2-40B4-BE49-F238E27FC236}">
                <a16:creationId xmlns:a16="http://schemas.microsoft.com/office/drawing/2014/main" id="{C6ED6C5B-8186-C011-7C1E-FD02C13D0F5B}"/>
              </a:ext>
            </a:extLst>
          </p:cNvPr>
          <p:cNvSpPr/>
          <p:nvPr/>
        </p:nvSpPr>
        <p:spPr>
          <a:xfrm>
            <a:off x="9682084" y="1753503"/>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5">
            <a:extLst>
              <a:ext uri="{FF2B5EF4-FFF2-40B4-BE49-F238E27FC236}">
                <a16:creationId xmlns:a16="http://schemas.microsoft.com/office/drawing/2014/main" id="{C701DD3C-82BB-5A63-F2BB-E05636EBD5E2}"/>
              </a:ext>
            </a:extLst>
          </p:cNvPr>
          <p:cNvSpPr/>
          <p:nvPr/>
        </p:nvSpPr>
        <p:spPr>
          <a:xfrm>
            <a:off x="10159683" y="1705394"/>
            <a:ext cx="1035035" cy="3182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Tree>
    <p:extLst>
      <p:ext uri="{BB962C8B-B14F-4D97-AF65-F5344CB8AC3E}">
        <p14:creationId xmlns:p14="http://schemas.microsoft.com/office/powerpoint/2010/main" val="2166228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EEC64A2-FE87-DFAC-55EB-4F595EFA5537}"/>
              </a:ext>
            </a:extLst>
          </p:cNvPr>
          <p:cNvPicPr>
            <a:picLocks noChangeAspect="1"/>
          </p:cNvPicPr>
          <p:nvPr/>
        </p:nvPicPr>
        <p:blipFill>
          <a:blip r:embed="rId2"/>
          <a:stretch>
            <a:fillRect/>
          </a:stretch>
        </p:blipFill>
        <p:spPr>
          <a:xfrm>
            <a:off x="724619" y="1121434"/>
            <a:ext cx="10928490" cy="521846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un evento</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791361" y="2029674"/>
            <a:ext cx="2506481" cy="6902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los campos obligatorios: “</a:t>
            </a:r>
            <a:r>
              <a:rPr lang="es-ES_tradnl" sz="1100" b="1" dirty="0"/>
              <a:t>Encabezado del título</a:t>
            </a:r>
            <a:r>
              <a:rPr lang="es-ES_tradnl" sz="1100" dirty="0"/>
              <a:t>”, “</a:t>
            </a:r>
            <a:r>
              <a:rPr lang="es-ES_tradnl" sz="1100" b="1" dirty="0"/>
              <a:t>Tipo de Sistema</a:t>
            </a:r>
            <a:r>
              <a:rPr lang="es-ES_tradnl" sz="1100" dirty="0"/>
              <a:t>” y “</a:t>
            </a:r>
            <a:r>
              <a:rPr lang="es-ES_tradnl" sz="1100" b="1" dirty="0"/>
              <a:t>Tipo de Evento</a:t>
            </a:r>
            <a:r>
              <a:rPr lang="es-ES_tradnl" sz="1100" dirty="0"/>
              <a:t>”</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3280912" y="2279213"/>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7" name="Rectángulo 6">
            <a:extLst>
              <a:ext uri="{FF2B5EF4-FFF2-40B4-BE49-F238E27FC236}">
                <a16:creationId xmlns:a16="http://schemas.microsoft.com/office/drawing/2014/main" id="{2C70BF2C-6B67-528E-1588-674A57C77CD0}"/>
              </a:ext>
            </a:extLst>
          </p:cNvPr>
          <p:cNvSpPr/>
          <p:nvPr/>
        </p:nvSpPr>
        <p:spPr>
          <a:xfrm>
            <a:off x="727156" y="2247463"/>
            <a:ext cx="2438738" cy="3182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5">
            <a:extLst>
              <a:ext uri="{FF2B5EF4-FFF2-40B4-BE49-F238E27FC236}">
                <a16:creationId xmlns:a16="http://schemas.microsoft.com/office/drawing/2014/main" id="{C701DD3C-82BB-5A63-F2BB-E05636EBD5E2}"/>
              </a:ext>
            </a:extLst>
          </p:cNvPr>
          <p:cNvSpPr/>
          <p:nvPr/>
        </p:nvSpPr>
        <p:spPr>
          <a:xfrm>
            <a:off x="10255468" y="2056611"/>
            <a:ext cx="1035035" cy="3182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4" name="Rectángulo 13">
            <a:extLst>
              <a:ext uri="{FF2B5EF4-FFF2-40B4-BE49-F238E27FC236}">
                <a16:creationId xmlns:a16="http://schemas.microsoft.com/office/drawing/2014/main" id="{7EE3C712-96C5-7D73-D53D-46BE02ABA6A9}"/>
              </a:ext>
            </a:extLst>
          </p:cNvPr>
          <p:cNvSpPr/>
          <p:nvPr/>
        </p:nvSpPr>
        <p:spPr>
          <a:xfrm>
            <a:off x="834596" y="2960900"/>
            <a:ext cx="1813713" cy="2547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redondeado 5">
            <a:extLst>
              <a:ext uri="{FF2B5EF4-FFF2-40B4-BE49-F238E27FC236}">
                <a16:creationId xmlns:a16="http://schemas.microsoft.com/office/drawing/2014/main" id="{FE8140AD-E7F9-F113-CEE7-C0AB135C224A}"/>
              </a:ext>
            </a:extLst>
          </p:cNvPr>
          <p:cNvSpPr/>
          <p:nvPr/>
        </p:nvSpPr>
        <p:spPr>
          <a:xfrm>
            <a:off x="3982478" y="3375193"/>
            <a:ext cx="3124960" cy="6357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ingrese: “</a:t>
            </a:r>
            <a:r>
              <a:rPr lang="es-ES_tradnl" sz="1100" b="1" dirty="0"/>
              <a:t>Descripción</a:t>
            </a:r>
            <a:r>
              <a:rPr lang="es-ES_tradnl" sz="1100" dirty="0"/>
              <a:t>”, “</a:t>
            </a:r>
            <a:r>
              <a:rPr lang="es-ES_tradnl" sz="1100" b="1" dirty="0"/>
              <a:t>ID de agencia o comercial</a:t>
            </a:r>
            <a:r>
              <a:rPr lang="es-ES_tradnl" sz="1100" dirty="0"/>
              <a:t>”, “</a:t>
            </a:r>
            <a:r>
              <a:rPr lang="es-ES_tradnl" sz="1100" b="1" dirty="0"/>
              <a:t>ID de contacto</a:t>
            </a:r>
            <a:r>
              <a:rPr lang="es-ES_tradnl" sz="1100" dirty="0"/>
              <a:t>”…</a:t>
            </a:r>
          </a:p>
        </p:txBody>
      </p:sp>
      <p:sp>
        <p:nvSpPr>
          <p:cNvPr id="9" name="Rectángulo redondeado 8">
            <a:extLst>
              <a:ext uri="{FF2B5EF4-FFF2-40B4-BE49-F238E27FC236}">
                <a16:creationId xmlns:a16="http://schemas.microsoft.com/office/drawing/2014/main" id="{6D708B6C-8CA0-670D-9BD6-2B30CBD7CE85}"/>
              </a:ext>
            </a:extLst>
          </p:cNvPr>
          <p:cNvSpPr/>
          <p:nvPr/>
        </p:nvSpPr>
        <p:spPr>
          <a:xfrm>
            <a:off x="3566441" y="3438341"/>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3891911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0476F9C2-8827-BDE5-5712-7E90163DC699}"/>
              </a:ext>
            </a:extLst>
          </p:cNvPr>
          <p:cNvPicPr>
            <a:picLocks noChangeAspect="1"/>
          </p:cNvPicPr>
          <p:nvPr/>
        </p:nvPicPr>
        <p:blipFill>
          <a:blip r:embed="rId2"/>
          <a:stretch>
            <a:fillRect/>
          </a:stretch>
        </p:blipFill>
        <p:spPr>
          <a:xfrm>
            <a:off x="810247" y="954157"/>
            <a:ext cx="10826787" cy="511986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un evento</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7283063" y="4012759"/>
            <a:ext cx="3124960" cy="5790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Como campos opcionales también </a:t>
            </a:r>
            <a:r>
              <a:rPr lang="es-ES_tradnl" sz="1100" dirty="0" err="1"/>
              <a:t>sons</a:t>
            </a:r>
            <a:r>
              <a:rPr lang="es-ES_tradnl" sz="1100" dirty="0"/>
              <a:t> “</a:t>
            </a:r>
            <a:r>
              <a:rPr lang="es-ES_tradnl" sz="1100" b="1" dirty="0"/>
              <a:t>Campus</a:t>
            </a:r>
            <a:r>
              <a:rPr lang="es-ES_tradnl" sz="1100" dirty="0"/>
              <a:t>”, “</a:t>
            </a:r>
            <a:r>
              <a:rPr lang="es-ES_tradnl" sz="1100" b="1" dirty="0"/>
              <a:t>Sitio</a:t>
            </a:r>
            <a:r>
              <a:rPr lang="es-ES_tradnl" sz="1100" dirty="0"/>
              <a:t>”, “</a:t>
            </a:r>
            <a:r>
              <a:rPr lang="es-ES_tradnl" sz="1100" b="1" dirty="0"/>
              <a:t>Distrito o división</a:t>
            </a:r>
            <a:r>
              <a:rPr lang="es-ES_tradnl" sz="1100" dirty="0"/>
              <a:t>”, “</a:t>
            </a:r>
            <a:r>
              <a:rPr lang="es-ES_tradnl" sz="1100" b="1" dirty="0"/>
              <a:t>Escuela</a:t>
            </a:r>
            <a:r>
              <a:rPr lang="es-ES_tradnl" sz="1100" dirty="0"/>
              <a:t>”, “</a:t>
            </a:r>
            <a:r>
              <a:rPr lang="es-ES_tradnl" sz="1100" b="1" dirty="0"/>
              <a:t>Departamento</a:t>
            </a:r>
            <a:r>
              <a:rPr lang="es-ES_tradnl" sz="1100" dirty="0"/>
              <a:t>”.</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6940787" y="4000269"/>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7" name="Rectángulo 6">
            <a:extLst>
              <a:ext uri="{FF2B5EF4-FFF2-40B4-BE49-F238E27FC236}">
                <a16:creationId xmlns:a16="http://schemas.microsoft.com/office/drawing/2014/main" id="{2C70BF2C-6B67-528E-1588-674A57C77CD0}"/>
              </a:ext>
            </a:extLst>
          </p:cNvPr>
          <p:cNvSpPr/>
          <p:nvPr/>
        </p:nvSpPr>
        <p:spPr>
          <a:xfrm>
            <a:off x="4536100" y="2974275"/>
            <a:ext cx="2298389" cy="75910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7EE3C712-96C5-7D73-D53D-46BE02ABA6A9}"/>
              </a:ext>
            </a:extLst>
          </p:cNvPr>
          <p:cNvSpPr/>
          <p:nvPr/>
        </p:nvSpPr>
        <p:spPr>
          <a:xfrm>
            <a:off x="8220975" y="2135707"/>
            <a:ext cx="2626320" cy="57901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57920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564A079-F442-6B11-73F6-8729C4487F4A}"/>
              </a:ext>
            </a:extLst>
          </p:cNvPr>
          <p:cNvPicPr>
            <a:picLocks noChangeAspect="1"/>
          </p:cNvPicPr>
          <p:nvPr/>
        </p:nvPicPr>
        <p:blipFill>
          <a:blip r:embed="rId2"/>
          <a:stretch>
            <a:fillRect/>
          </a:stretch>
        </p:blipFill>
        <p:spPr>
          <a:xfrm>
            <a:off x="810247" y="954157"/>
            <a:ext cx="10826787" cy="511986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un evento</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7790329" y="4000269"/>
            <a:ext cx="3416777" cy="92679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propiedades “</a:t>
            </a:r>
            <a:r>
              <a:rPr lang="es-ES_tradnl" sz="1100" b="1" dirty="0"/>
              <a:t>Mostrar en web</a:t>
            </a:r>
            <a:r>
              <a:rPr lang="es-ES_tradnl" sz="1100" dirty="0"/>
              <a:t>”, “</a:t>
            </a:r>
            <a:r>
              <a:rPr lang="es-ES_tradnl" sz="1100" b="1" dirty="0"/>
              <a:t>Restringido</a:t>
            </a:r>
            <a:r>
              <a:rPr lang="es-ES_tradnl" sz="1100" dirty="0"/>
              <a:t>” y “</a:t>
            </a:r>
            <a:r>
              <a:rPr lang="es-ES_tradnl" sz="1100" b="1" dirty="0"/>
              <a:t>Restringir la inscripción a una función única</a:t>
            </a:r>
            <a:r>
              <a:rPr lang="es-ES_tradnl" sz="1100" dirty="0"/>
              <a:t>” harán que el comportamiento de la inscripción al evento sea particular.</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8560014" y="3695566"/>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4" name="Rectángulo 13">
            <a:extLst>
              <a:ext uri="{FF2B5EF4-FFF2-40B4-BE49-F238E27FC236}">
                <a16:creationId xmlns:a16="http://schemas.microsoft.com/office/drawing/2014/main" id="{7EE3C712-96C5-7D73-D53D-46BE02ABA6A9}"/>
              </a:ext>
            </a:extLst>
          </p:cNvPr>
          <p:cNvSpPr/>
          <p:nvPr/>
        </p:nvSpPr>
        <p:spPr>
          <a:xfrm>
            <a:off x="8661957" y="2805003"/>
            <a:ext cx="2420173" cy="64260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986016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1FD26117-CD2D-3809-9FDB-03CE2FB9B90D}"/>
              </a:ext>
            </a:extLst>
          </p:cNvPr>
          <p:cNvPicPr>
            <a:picLocks noChangeAspect="1"/>
          </p:cNvPicPr>
          <p:nvPr/>
        </p:nvPicPr>
        <p:blipFill>
          <a:blip r:embed="rId2"/>
          <a:stretch>
            <a:fillRect/>
          </a:stretch>
        </p:blipFill>
        <p:spPr>
          <a:xfrm>
            <a:off x="810247" y="954157"/>
            <a:ext cx="10826787" cy="511986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un evento</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2035491" y="1561684"/>
            <a:ext cx="3321689" cy="3368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guardar, se generará el código secuencial  de evento.</a:t>
            </a:r>
          </a:p>
        </p:txBody>
      </p:sp>
      <p:sp>
        <p:nvSpPr>
          <p:cNvPr id="22" name="Rectángulo redondeado 8">
            <a:extLst>
              <a:ext uri="{FF2B5EF4-FFF2-40B4-BE49-F238E27FC236}">
                <a16:creationId xmlns:a16="http://schemas.microsoft.com/office/drawing/2014/main" id="{5FDCEC75-DAA9-CDC9-0DFB-E9F452B182EF}"/>
              </a:ext>
            </a:extLst>
          </p:cNvPr>
          <p:cNvSpPr/>
          <p:nvPr/>
        </p:nvSpPr>
        <p:spPr>
          <a:xfrm>
            <a:off x="11314186" y="5494642"/>
            <a:ext cx="285529" cy="254704"/>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4" name="Rectángulo 13">
            <a:extLst>
              <a:ext uri="{FF2B5EF4-FFF2-40B4-BE49-F238E27FC236}">
                <a16:creationId xmlns:a16="http://schemas.microsoft.com/office/drawing/2014/main" id="{7EE3C712-96C5-7D73-D53D-46BE02ABA6A9}"/>
              </a:ext>
            </a:extLst>
          </p:cNvPr>
          <p:cNvSpPr/>
          <p:nvPr/>
        </p:nvSpPr>
        <p:spPr>
          <a:xfrm>
            <a:off x="810247" y="1596561"/>
            <a:ext cx="1024598" cy="19656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1">
            <a:extLst>
              <a:ext uri="{FF2B5EF4-FFF2-40B4-BE49-F238E27FC236}">
                <a16:creationId xmlns:a16="http://schemas.microsoft.com/office/drawing/2014/main" id="{6B2A15C3-55B6-0673-D62A-6C17DC5092CF}"/>
              </a:ext>
            </a:extLst>
          </p:cNvPr>
          <p:cNvSpPr/>
          <p:nvPr/>
        </p:nvSpPr>
        <p:spPr>
          <a:xfrm>
            <a:off x="11169255" y="5819381"/>
            <a:ext cx="467779" cy="18460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0210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5BCD-07F8-495D-1754-3D7E7ADBEBDF}"/>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C337EC9-4078-5140-6A94-8E397F1D1AC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AD04D052-7C0E-E56E-36C0-F35EA3A121DD}"/>
              </a:ext>
            </a:extLst>
          </p:cNvPr>
          <p:cNvSpPr>
            <a:spLocks noGrp="1"/>
          </p:cNvSpPr>
          <p:nvPr>
            <p:ph type="title"/>
          </p:nvPr>
        </p:nvSpPr>
        <p:spPr/>
        <p:txBody>
          <a:bodyPr/>
          <a:lstStyle/>
          <a:p>
            <a:r>
              <a:rPr lang="en-US" dirty="0" err="1"/>
              <a:t>Funciones</a:t>
            </a:r>
            <a:endParaRPr lang="en-US" sz="3200" b="1" dirty="0">
              <a:solidFill>
                <a:schemeClr val="bg1"/>
              </a:solidFill>
            </a:endParaRPr>
          </a:p>
        </p:txBody>
      </p:sp>
      <p:sp>
        <p:nvSpPr>
          <p:cNvPr id="17" name="Text Placeholder 16">
            <a:extLst>
              <a:ext uri="{FF2B5EF4-FFF2-40B4-BE49-F238E27FC236}">
                <a16:creationId xmlns:a16="http://schemas.microsoft.com/office/drawing/2014/main" id="{E52D017E-4536-C04C-20D8-AEFAC5A6247D}"/>
              </a:ext>
            </a:extLst>
          </p:cNvPr>
          <p:cNvSpPr>
            <a:spLocks noGrp="1"/>
          </p:cNvSpPr>
          <p:nvPr>
            <p:ph type="body" sz="quarter" idx="18"/>
          </p:nvPr>
        </p:nvSpPr>
        <p:spPr/>
        <p:txBody>
          <a:bodyPr/>
          <a:lstStyle/>
          <a:p>
            <a:r>
              <a:rPr lang="en-US" dirty="0"/>
              <a:t>En SLAEVNT</a:t>
            </a:r>
          </a:p>
          <a:p>
            <a:endParaRPr lang="en-US" dirty="0"/>
          </a:p>
        </p:txBody>
      </p:sp>
      <p:sp>
        <p:nvSpPr>
          <p:cNvPr id="18" name="Slide Number Placeholder 17">
            <a:extLst>
              <a:ext uri="{FF2B5EF4-FFF2-40B4-BE49-F238E27FC236}">
                <a16:creationId xmlns:a16="http://schemas.microsoft.com/office/drawing/2014/main" id="{2C0D26AC-0433-0D5A-6FA6-FD38BCD7DAE3}"/>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Tree>
    <p:extLst>
      <p:ext uri="{BB962C8B-B14F-4D97-AF65-F5344CB8AC3E}">
        <p14:creationId xmlns:p14="http://schemas.microsoft.com/office/powerpoint/2010/main" val="228989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5F40C1D-F1B2-9B9B-5E05-EE4A55152E37}"/>
              </a:ext>
            </a:extLst>
          </p:cNvPr>
          <p:cNvPicPr>
            <a:picLocks noChangeAspect="1"/>
          </p:cNvPicPr>
          <p:nvPr/>
        </p:nvPicPr>
        <p:blipFill>
          <a:blip r:embed="rId2"/>
          <a:stretch>
            <a:fillRect/>
          </a:stretch>
        </p:blipFill>
        <p:spPr>
          <a:xfrm>
            <a:off x="810246" y="1166273"/>
            <a:ext cx="10895799" cy="51365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910917" y="1506072"/>
            <a:ext cx="2913530" cy="123712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Una vez que el evento está creado, en la pestaña “</a:t>
            </a:r>
            <a:r>
              <a:rPr lang="es-ES_tradnl" sz="1100" b="1" dirty="0"/>
              <a:t>Información de función</a:t>
            </a:r>
            <a:r>
              <a:rPr lang="es-ES_tradnl" sz="1100" dirty="0"/>
              <a:t>” se asocian las funciones al evento.</a:t>
            </a:r>
          </a:p>
          <a:p>
            <a:pPr algn="ctr"/>
            <a:r>
              <a:rPr lang="es-ES_tradnl" sz="1100" dirty="0"/>
              <a:t>Cada función tendrá propiedades particulares, como el capacidad, la fecha y hora, entre otros.</a:t>
            </a:r>
          </a:p>
        </p:txBody>
      </p:sp>
      <p:sp>
        <p:nvSpPr>
          <p:cNvPr id="14" name="Rectángulo 13">
            <a:extLst>
              <a:ext uri="{FF2B5EF4-FFF2-40B4-BE49-F238E27FC236}">
                <a16:creationId xmlns:a16="http://schemas.microsoft.com/office/drawing/2014/main" id="{7EE3C712-96C5-7D73-D53D-46BE02ABA6A9}"/>
              </a:ext>
            </a:extLst>
          </p:cNvPr>
          <p:cNvSpPr/>
          <p:nvPr/>
        </p:nvSpPr>
        <p:spPr>
          <a:xfrm>
            <a:off x="810245" y="2480857"/>
            <a:ext cx="1536139" cy="1760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10">
            <a:extLst>
              <a:ext uri="{FF2B5EF4-FFF2-40B4-BE49-F238E27FC236}">
                <a16:creationId xmlns:a16="http://schemas.microsoft.com/office/drawing/2014/main" id="{FC96544A-8486-3A76-9406-0BDD1D35024E}"/>
              </a:ext>
            </a:extLst>
          </p:cNvPr>
          <p:cNvSpPr/>
          <p:nvPr/>
        </p:nvSpPr>
        <p:spPr>
          <a:xfrm>
            <a:off x="3799479" y="3159174"/>
            <a:ext cx="3243984" cy="697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b="1" dirty="0" err="1"/>
              <a:t>Obs</a:t>
            </a:r>
            <a:r>
              <a:rPr lang="es-ES_tradnl" sz="1100" dirty="0"/>
              <a:t>: debe haber al menos una función para cada evento. Caso contrario, los estudiantes no se podrán inscribir a ellos.</a:t>
            </a:r>
          </a:p>
        </p:txBody>
      </p:sp>
    </p:spTree>
    <p:extLst>
      <p:ext uri="{BB962C8B-B14F-4D97-AF65-F5344CB8AC3E}">
        <p14:creationId xmlns:p14="http://schemas.microsoft.com/office/powerpoint/2010/main" val="1404341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B10CD90-3923-58E4-DB13-C1068065F45C}"/>
              </a:ext>
            </a:extLst>
          </p:cNvPr>
          <p:cNvPicPr>
            <a:picLocks noChangeAspect="1"/>
          </p:cNvPicPr>
          <p:nvPr/>
        </p:nvPicPr>
        <p:blipFill>
          <a:blip r:embed="rId2"/>
          <a:stretch>
            <a:fillRect/>
          </a:stretch>
        </p:blipFill>
        <p:spPr>
          <a:xfrm>
            <a:off x="810246" y="1166273"/>
            <a:ext cx="10895799" cy="51365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6319947" y="1984020"/>
            <a:ext cx="2913530" cy="9771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agrega el código de función. Automáticamente se completarán los campos “</a:t>
            </a:r>
            <a:r>
              <a:rPr lang="es-ES_tradnl" sz="1100" b="1" dirty="0"/>
              <a:t>Tipo</a:t>
            </a:r>
            <a:r>
              <a:rPr lang="es-ES_tradnl" sz="1100" dirty="0"/>
              <a:t>”, “</a:t>
            </a:r>
            <a:r>
              <a:rPr lang="es-ES_tradnl" sz="1100" b="1" dirty="0"/>
              <a:t>Descripción de tipo</a:t>
            </a:r>
            <a:r>
              <a:rPr lang="es-ES_tradnl" sz="1100" dirty="0"/>
              <a:t>”, “</a:t>
            </a:r>
            <a:r>
              <a:rPr lang="es-ES_tradnl" sz="1100" b="1" dirty="0"/>
              <a:t>Status</a:t>
            </a:r>
            <a:r>
              <a:rPr lang="es-ES_tradnl" sz="1100" dirty="0"/>
              <a:t>” y “</a:t>
            </a:r>
            <a:r>
              <a:rPr lang="es-ES_tradnl" sz="1100" b="1" dirty="0"/>
              <a:t>Descripción de Status</a:t>
            </a:r>
            <a:r>
              <a:rPr lang="es-ES_tradnl" sz="1100" dirty="0"/>
              <a:t>”.</a:t>
            </a:r>
          </a:p>
        </p:txBody>
      </p:sp>
      <p:sp>
        <p:nvSpPr>
          <p:cNvPr id="14" name="Rectángulo 13">
            <a:extLst>
              <a:ext uri="{FF2B5EF4-FFF2-40B4-BE49-F238E27FC236}">
                <a16:creationId xmlns:a16="http://schemas.microsoft.com/office/drawing/2014/main" id="{7EE3C712-96C5-7D73-D53D-46BE02ABA6A9}"/>
              </a:ext>
            </a:extLst>
          </p:cNvPr>
          <p:cNvSpPr/>
          <p:nvPr/>
        </p:nvSpPr>
        <p:spPr>
          <a:xfrm>
            <a:off x="798305" y="2288058"/>
            <a:ext cx="5297695" cy="36907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3585544" y="2694107"/>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Tree>
    <p:extLst>
      <p:ext uri="{BB962C8B-B14F-4D97-AF65-F5344CB8AC3E}">
        <p14:creationId xmlns:p14="http://schemas.microsoft.com/office/powerpoint/2010/main" val="62017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26638C6-C5E5-3ADC-5431-2557ED91858C}"/>
              </a:ext>
            </a:extLst>
          </p:cNvPr>
          <p:cNvPicPr>
            <a:picLocks noChangeAspect="1"/>
          </p:cNvPicPr>
          <p:nvPr/>
        </p:nvPicPr>
        <p:blipFill>
          <a:blip r:embed="rId2"/>
          <a:stretch>
            <a:fillRect/>
          </a:stretch>
        </p:blipFill>
        <p:spPr>
          <a:xfrm>
            <a:off x="810246" y="1166273"/>
            <a:ext cx="10895799" cy="51365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4629340" y="2857365"/>
            <a:ext cx="2019364" cy="9771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También se autocompletará el “</a:t>
            </a:r>
            <a:r>
              <a:rPr lang="es-ES_tradnl" sz="1100" b="1" dirty="0"/>
              <a:t>Status</a:t>
            </a:r>
            <a:r>
              <a:rPr lang="es-ES_tradnl" sz="1100" dirty="0"/>
              <a:t>” de la función. Si es requerido puede cambiarse.</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4629340" y="2270767"/>
            <a:ext cx="1748118" cy="37448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4256376" y="2410588"/>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010615" y="2408458"/>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378082" y="2295642"/>
            <a:ext cx="959224" cy="37448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272451" y="2790960"/>
            <a:ext cx="2019364" cy="11035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El “</a:t>
            </a:r>
            <a:r>
              <a:rPr lang="es-ES_tradnl" sz="1100" b="1" dirty="0"/>
              <a:t>número permitido</a:t>
            </a:r>
            <a:r>
              <a:rPr lang="es-ES_tradnl" sz="1100" dirty="0"/>
              <a:t>” de invitados por persona, será automáticamente 5. Se debe cambiar la cantidad según se requiera.</a:t>
            </a:r>
          </a:p>
        </p:txBody>
      </p:sp>
    </p:spTree>
    <p:extLst>
      <p:ext uri="{BB962C8B-B14F-4D97-AF65-F5344CB8AC3E}">
        <p14:creationId xmlns:p14="http://schemas.microsoft.com/office/powerpoint/2010/main" val="2388475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7D45B7B-74EA-FD92-EC1D-2F48B690A65B}"/>
              </a:ext>
            </a:extLst>
          </p:cNvPr>
          <p:cNvPicPr>
            <a:picLocks noChangeAspect="1"/>
          </p:cNvPicPr>
          <p:nvPr/>
        </p:nvPicPr>
        <p:blipFill>
          <a:blip r:embed="rId2"/>
          <a:stretch>
            <a:fillRect/>
          </a:stretch>
        </p:blipFill>
        <p:spPr>
          <a:xfrm>
            <a:off x="810246" y="1166273"/>
            <a:ext cx="10895799" cy="51365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7255094" y="3035834"/>
            <a:ext cx="2019364" cy="7863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funciones tendrán una fecha en que estarán visibles en autoservicio.</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8281357" y="2308187"/>
            <a:ext cx="1420125" cy="4701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7788281" y="2746525"/>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10019158" y="2766163"/>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9801805" y="2296414"/>
            <a:ext cx="696542" cy="4671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9475103" y="3071251"/>
            <a:ext cx="1906651" cy="615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a:t>
            </a:r>
            <a:r>
              <a:rPr lang="es-ES_tradnl" sz="1100" b="1" dirty="0"/>
              <a:t>capacidad</a:t>
            </a:r>
            <a:r>
              <a:rPr lang="es-ES_tradnl" sz="1100" dirty="0"/>
              <a:t>” del evento debe ser definida.</a:t>
            </a:r>
          </a:p>
        </p:txBody>
      </p:sp>
      <p:sp>
        <p:nvSpPr>
          <p:cNvPr id="18" name="Rectángulo redondeado 8">
            <a:extLst>
              <a:ext uri="{FF2B5EF4-FFF2-40B4-BE49-F238E27FC236}">
                <a16:creationId xmlns:a16="http://schemas.microsoft.com/office/drawing/2014/main" id="{E524AF8B-BCE8-3E6A-FB90-1FFB66783AB3}"/>
              </a:ext>
            </a:extLst>
          </p:cNvPr>
          <p:cNvSpPr/>
          <p:nvPr/>
        </p:nvSpPr>
        <p:spPr>
          <a:xfrm>
            <a:off x="1124743" y="5569780"/>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9" name="Rectángulo redondeado 5">
            <a:extLst>
              <a:ext uri="{FF2B5EF4-FFF2-40B4-BE49-F238E27FC236}">
                <a16:creationId xmlns:a16="http://schemas.microsoft.com/office/drawing/2014/main" id="{BB39762D-1690-B490-D00E-A8FB67F406A2}"/>
              </a:ext>
            </a:extLst>
          </p:cNvPr>
          <p:cNvSpPr/>
          <p:nvPr/>
        </p:nvSpPr>
        <p:spPr>
          <a:xfrm>
            <a:off x="1701076" y="5261865"/>
            <a:ext cx="1906651" cy="6158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Haga “</a:t>
            </a:r>
            <a:r>
              <a:rPr lang="es-ES_tradnl" sz="1100" b="1" dirty="0"/>
              <a:t>bloque siguiente</a:t>
            </a:r>
            <a:r>
              <a:rPr lang="es-ES_tradnl" sz="1100" dirty="0"/>
              <a:t>” para ingresar información de Fecha Hora y Lugar.</a:t>
            </a:r>
          </a:p>
        </p:txBody>
      </p:sp>
      <p:sp>
        <p:nvSpPr>
          <p:cNvPr id="20" name="Rectángulo 19">
            <a:extLst>
              <a:ext uri="{FF2B5EF4-FFF2-40B4-BE49-F238E27FC236}">
                <a16:creationId xmlns:a16="http://schemas.microsoft.com/office/drawing/2014/main" id="{619EDADE-04C1-613F-C19F-977D50326DE5}"/>
              </a:ext>
            </a:extLst>
          </p:cNvPr>
          <p:cNvSpPr/>
          <p:nvPr/>
        </p:nvSpPr>
        <p:spPr>
          <a:xfrm flipH="1">
            <a:off x="1029719" y="5968886"/>
            <a:ext cx="451884" cy="33389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4220886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2FC452AB-BDF6-6098-DB07-B5AB7D4D4426}"/>
              </a:ext>
            </a:extLst>
          </p:cNvPr>
          <p:cNvPicPr>
            <a:picLocks noChangeAspect="1"/>
          </p:cNvPicPr>
          <p:nvPr/>
        </p:nvPicPr>
        <p:blipFill>
          <a:blip r:embed="rId2"/>
          <a:stretch>
            <a:fillRect/>
          </a:stretch>
        </p:blipFill>
        <p:spPr>
          <a:xfrm>
            <a:off x="810246" y="1181819"/>
            <a:ext cx="10835375" cy="513760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13" name="Rectángulo redondeado 5">
            <a:extLst>
              <a:ext uri="{FF2B5EF4-FFF2-40B4-BE49-F238E27FC236}">
                <a16:creationId xmlns:a16="http://schemas.microsoft.com/office/drawing/2014/main" id="{4AA4734A-A567-8FD2-B99A-12752F15509D}"/>
              </a:ext>
            </a:extLst>
          </p:cNvPr>
          <p:cNvSpPr/>
          <p:nvPr/>
        </p:nvSpPr>
        <p:spPr>
          <a:xfrm>
            <a:off x="3427710" y="4168958"/>
            <a:ext cx="2019364" cy="5138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los días que se imparte la función.</a:t>
            </a:r>
          </a:p>
        </p:txBody>
      </p:sp>
      <p:sp>
        <p:nvSpPr>
          <p:cNvPr id="14" name="Rectángulo 13">
            <a:extLst>
              <a:ext uri="{FF2B5EF4-FFF2-40B4-BE49-F238E27FC236}">
                <a16:creationId xmlns:a16="http://schemas.microsoft.com/office/drawing/2014/main" id="{7EE3C712-96C5-7D73-D53D-46BE02ABA6A9}"/>
              </a:ext>
            </a:extLst>
          </p:cNvPr>
          <p:cNvSpPr/>
          <p:nvPr/>
        </p:nvSpPr>
        <p:spPr>
          <a:xfrm flipH="1">
            <a:off x="2090254" y="3154365"/>
            <a:ext cx="4345051"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8">
            <a:extLst>
              <a:ext uri="{FF2B5EF4-FFF2-40B4-BE49-F238E27FC236}">
                <a16:creationId xmlns:a16="http://schemas.microsoft.com/office/drawing/2014/main" id="{DA05CF35-60F7-09CC-D174-F4F95EBEF877}"/>
              </a:ext>
            </a:extLst>
          </p:cNvPr>
          <p:cNvSpPr/>
          <p:nvPr/>
        </p:nvSpPr>
        <p:spPr>
          <a:xfrm>
            <a:off x="4008206" y="3739519"/>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035870" y="3756484"/>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6526784" y="3172065"/>
            <a:ext cx="1280009"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6672374" y="4070928"/>
            <a:ext cx="988828" cy="8011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la hora de inicio y fin.</a:t>
            </a:r>
          </a:p>
        </p:txBody>
      </p:sp>
      <p:sp>
        <p:nvSpPr>
          <p:cNvPr id="18" name="Rectángulo redondeado 8">
            <a:extLst>
              <a:ext uri="{FF2B5EF4-FFF2-40B4-BE49-F238E27FC236}">
                <a16:creationId xmlns:a16="http://schemas.microsoft.com/office/drawing/2014/main" id="{E524AF8B-BCE8-3E6A-FB90-1FFB66783AB3}"/>
              </a:ext>
            </a:extLst>
          </p:cNvPr>
          <p:cNvSpPr/>
          <p:nvPr/>
        </p:nvSpPr>
        <p:spPr>
          <a:xfrm>
            <a:off x="1248335" y="3731295"/>
            <a:ext cx="261836" cy="24389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9" name="Rectángulo redondeado 5">
            <a:extLst>
              <a:ext uri="{FF2B5EF4-FFF2-40B4-BE49-F238E27FC236}">
                <a16:creationId xmlns:a16="http://schemas.microsoft.com/office/drawing/2014/main" id="{BB39762D-1690-B490-D00E-A8FB67F406A2}"/>
              </a:ext>
            </a:extLst>
          </p:cNvPr>
          <p:cNvSpPr/>
          <p:nvPr/>
        </p:nvSpPr>
        <p:spPr>
          <a:xfrm>
            <a:off x="872742" y="4039157"/>
            <a:ext cx="1097932" cy="80119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Ingrese la fecha de inicio y fin de la función.</a:t>
            </a:r>
          </a:p>
        </p:txBody>
      </p:sp>
      <p:sp>
        <p:nvSpPr>
          <p:cNvPr id="20" name="Rectángulo 19">
            <a:extLst>
              <a:ext uri="{FF2B5EF4-FFF2-40B4-BE49-F238E27FC236}">
                <a16:creationId xmlns:a16="http://schemas.microsoft.com/office/drawing/2014/main" id="{619EDADE-04C1-613F-C19F-977D50326DE5}"/>
              </a:ext>
            </a:extLst>
          </p:cNvPr>
          <p:cNvSpPr/>
          <p:nvPr/>
        </p:nvSpPr>
        <p:spPr>
          <a:xfrm flipH="1">
            <a:off x="781704" y="3154365"/>
            <a:ext cx="1280009" cy="5138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8">
            <a:extLst>
              <a:ext uri="{FF2B5EF4-FFF2-40B4-BE49-F238E27FC236}">
                <a16:creationId xmlns:a16="http://schemas.microsoft.com/office/drawing/2014/main" id="{FCA59EF6-4ACD-CFFC-D461-99D7E61BF06C}"/>
              </a:ext>
            </a:extLst>
          </p:cNvPr>
          <p:cNvSpPr/>
          <p:nvPr/>
        </p:nvSpPr>
        <p:spPr>
          <a:xfrm>
            <a:off x="11072739" y="5257031"/>
            <a:ext cx="393301" cy="286837"/>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10</a:t>
            </a:r>
          </a:p>
        </p:txBody>
      </p:sp>
      <p:sp>
        <p:nvSpPr>
          <p:cNvPr id="9" name="Rectángulo 8">
            <a:extLst>
              <a:ext uri="{FF2B5EF4-FFF2-40B4-BE49-F238E27FC236}">
                <a16:creationId xmlns:a16="http://schemas.microsoft.com/office/drawing/2014/main" id="{D54555CB-712D-3732-F8C6-A9408E39549E}"/>
              </a:ext>
            </a:extLst>
          </p:cNvPr>
          <p:cNvSpPr/>
          <p:nvPr/>
        </p:nvSpPr>
        <p:spPr>
          <a:xfrm flipH="1">
            <a:off x="11083748" y="6028780"/>
            <a:ext cx="596011" cy="2868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5">
            <a:extLst>
              <a:ext uri="{FF2B5EF4-FFF2-40B4-BE49-F238E27FC236}">
                <a16:creationId xmlns:a16="http://schemas.microsoft.com/office/drawing/2014/main" id="{0CCEAB91-225A-9EA8-DAFF-311F0FBF7C32}"/>
              </a:ext>
            </a:extLst>
          </p:cNvPr>
          <p:cNvSpPr/>
          <p:nvPr/>
        </p:nvSpPr>
        <p:spPr>
          <a:xfrm>
            <a:off x="10890817" y="5628112"/>
            <a:ext cx="788942" cy="28683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Guardar</a:t>
            </a:r>
          </a:p>
        </p:txBody>
      </p:sp>
    </p:spTree>
    <p:extLst>
      <p:ext uri="{BB962C8B-B14F-4D97-AF65-F5344CB8AC3E}">
        <p14:creationId xmlns:p14="http://schemas.microsoft.com/office/powerpoint/2010/main" val="2059223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D84F8F3-966C-661E-F644-8767B6CD6962}"/>
              </a:ext>
            </a:extLst>
          </p:cNvPr>
          <p:cNvPicPr>
            <a:picLocks noChangeAspect="1"/>
          </p:cNvPicPr>
          <p:nvPr/>
        </p:nvPicPr>
        <p:blipFill>
          <a:blip r:embed="rId2"/>
          <a:stretch>
            <a:fillRect/>
          </a:stretch>
        </p:blipFill>
        <p:spPr>
          <a:xfrm>
            <a:off x="810246" y="1181819"/>
            <a:ext cx="10835375" cy="513760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240773" y="3721693"/>
            <a:ext cx="399371" cy="34338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783032" y="3118480"/>
            <a:ext cx="2853338" cy="5360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783033" y="3741162"/>
            <a:ext cx="2286000" cy="12348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Los campos “Edificio” y “Salón” estarán disponibles para definir el espacio físico a usar. </a:t>
            </a:r>
            <a:r>
              <a:rPr lang="es-ES_tradnl" sz="1100" b="1" dirty="0"/>
              <a:t>Se recomienda </a:t>
            </a:r>
            <a:r>
              <a:rPr lang="es-ES_tradnl" sz="1100" dirty="0"/>
              <a:t>verificar disponibilidad en la página administrativa </a:t>
            </a:r>
            <a:r>
              <a:rPr lang="es-ES_tradnl" sz="1100" b="1" dirty="0"/>
              <a:t>SLIAEVN</a:t>
            </a:r>
            <a:r>
              <a:rPr lang="es-ES_tradnl" sz="1100" dirty="0"/>
              <a:t>.</a:t>
            </a:r>
          </a:p>
        </p:txBody>
      </p:sp>
    </p:spTree>
    <p:extLst>
      <p:ext uri="{BB962C8B-B14F-4D97-AF65-F5344CB8AC3E}">
        <p14:creationId xmlns:p14="http://schemas.microsoft.com/office/powerpoint/2010/main" val="271329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D00CD8F3-19A2-98A6-7C14-B5C9F84D865D}"/>
              </a:ext>
            </a:extLst>
          </p:cNvPr>
          <p:cNvPicPr>
            <a:picLocks noChangeAspect="1"/>
          </p:cNvPicPr>
          <p:nvPr/>
        </p:nvPicPr>
        <p:blipFill>
          <a:blip r:embed="rId2"/>
          <a:stretch>
            <a:fillRect/>
          </a:stretch>
        </p:blipFill>
        <p:spPr>
          <a:xfrm>
            <a:off x="741872" y="1164566"/>
            <a:ext cx="10887882" cy="514513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1648047" y="4358600"/>
            <a:ext cx="293043" cy="266563"/>
          </a:xfrm>
          <a:prstGeom prst="roundRect">
            <a:avLst/>
          </a:prstGeom>
          <a:solidFill>
            <a:srgbClr val="365A7B"/>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810247" y="1819737"/>
            <a:ext cx="7919082" cy="22312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2022622" y="4388900"/>
            <a:ext cx="2977117"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a:t>
            </a:r>
            <a:r>
              <a:rPr lang="es-ES_tradnl" sz="1100" b="1" dirty="0"/>
              <a:t>SLIAEVN</a:t>
            </a:r>
            <a:r>
              <a:rPr lang="es-ES_tradnl" sz="1100" dirty="0"/>
              <a:t> se ingresa el criterio de búsqueda para verificar salones.</a:t>
            </a:r>
          </a:p>
        </p:txBody>
      </p:sp>
      <p:sp>
        <p:nvSpPr>
          <p:cNvPr id="10" name="Rectángulo redondeado 8">
            <a:extLst>
              <a:ext uri="{FF2B5EF4-FFF2-40B4-BE49-F238E27FC236}">
                <a16:creationId xmlns:a16="http://schemas.microsoft.com/office/drawing/2014/main" id="{F74654C3-2634-DDC4-4F8F-3FC932A7069D}"/>
              </a:ext>
            </a:extLst>
          </p:cNvPr>
          <p:cNvSpPr/>
          <p:nvPr/>
        </p:nvSpPr>
        <p:spPr>
          <a:xfrm>
            <a:off x="10665121" y="1641719"/>
            <a:ext cx="304802" cy="29142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7">
            <a:extLst>
              <a:ext uri="{FF2B5EF4-FFF2-40B4-BE49-F238E27FC236}">
                <a16:creationId xmlns:a16="http://schemas.microsoft.com/office/drawing/2014/main" id="{B08BDDF4-41D3-E5A9-DA34-7A7F5AF36AE7}"/>
              </a:ext>
            </a:extLst>
          </p:cNvPr>
          <p:cNvSpPr/>
          <p:nvPr/>
        </p:nvSpPr>
        <p:spPr>
          <a:xfrm>
            <a:off x="10263276" y="2046148"/>
            <a:ext cx="1186852" cy="25483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2" name="Rectángulo 11">
            <a:extLst>
              <a:ext uri="{FF2B5EF4-FFF2-40B4-BE49-F238E27FC236}">
                <a16:creationId xmlns:a16="http://schemas.microsoft.com/office/drawing/2014/main" id="{9B84CC39-B0DA-54D7-11CA-BA911C84838E}"/>
              </a:ext>
            </a:extLst>
          </p:cNvPr>
          <p:cNvSpPr/>
          <p:nvPr/>
        </p:nvSpPr>
        <p:spPr>
          <a:xfrm flipH="1">
            <a:off x="11188459" y="1676318"/>
            <a:ext cx="403195" cy="2868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1438443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90FC91A-4609-59EC-642E-A1E13E5F4C6B}"/>
              </a:ext>
            </a:extLst>
          </p:cNvPr>
          <p:cNvPicPr>
            <a:picLocks noChangeAspect="1"/>
          </p:cNvPicPr>
          <p:nvPr/>
        </p:nvPicPr>
        <p:blipFill>
          <a:blip r:embed="rId2"/>
          <a:stretch>
            <a:fillRect/>
          </a:stretch>
        </p:blipFill>
        <p:spPr>
          <a:xfrm>
            <a:off x="810247" y="1354346"/>
            <a:ext cx="10468976" cy="496675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5171532" y="4409077"/>
            <a:ext cx="293043" cy="26656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03952" y="2416934"/>
            <a:ext cx="10132829" cy="18663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3976017" y="4875735"/>
            <a:ext cx="2977117" cy="8529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listarán los espacios físicos que apliquen al criterio disponible.</a:t>
            </a:r>
          </a:p>
          <a:p>
            <a:pPr algn="ctr"/>
            <a:r>
              <a:rPr lang="es-ES_tradnl" sz="1100" dirty="0"/>
              <a:t>Al conocerlos, el usuario regresa a SLAEVNT…</a:t>
            </a:r>
          </a:p>
        </p:txBody>
      </p:sp>
    </p:spTree>
    <p:extLst>
      <p:ext uri="{BB962C8B-B14F-4D97-AF65-F5344CB8AC3E}">
        <p14:creationId xmlns:p14="http://schemas.microsoft.com/office/powerpoint/2010/main" val="2059278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45E1269-3C6B-DFD4-46E7-B7A1ED30586F}"/>
              </a:ext>
            </a:extLst>
          </p:cNvPr>
          <p:cNvPicPr>
            <a:picLocks noChangeAspect="1"/>
          </p:cNvPicPr>
          <p:nvPr/>
        </p:nvPicPr>
        <p:blipFill>
          <a:blip r:embed="rId2"/>
          <a:stretch>
            <a:fillRect/>
          </a:stretch>
        </p:blipFill>
        <p:spPr>
          <a:xfrm>
            <a:off x="810246" y="1181819"/>
            <a:ext cx="10835375" cy="513760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sz="3200" dirty="0">
                <a:solidFill>
                  <a:schemeClr val="accent1"/>
                </a:solidFill>
              </a:rPr>
              <a:t>Definir y diseñar los eventos: </a:t>
            </a:r>
            <a:r>
              <a:rPr lang="es-MX" sz="3200" b="0" dirty="0">
                <a:solidFill>
                  <a:schemeClr val="accent1"/>
                </a:solidFill>
              </a:rPr>
              <a:t>Crear funciones</a:t>
            </a:r>
            <a:endParaRPr lang="es-CL" b="0" dirty="0">
              <a:solidFill>
                <a:schemeClr val="accent1"/>
              </a:solidFill>
            </a:endParaRPr>
          </a:p>
        </p:txBody>
      </p:sp>
      <p:sp>
        <p:nvSpPr>
          <p:cNvPr id="2" name="Rectángulo redondeado 8">
            <a:extLst>
              <a:ext uri="{FF2B5EF4-FFF2-40B4-BE49-F238E27FC236}">
                <a16:creationId xmlns:a16="http://schemas.microsoft.com/office/drawing/2014/main" id="{BC2E7A28-512C-0CBE-9572-FAA48CF97919}"/>
              </a:ext>
            </a:extLst>
          </p:cNvPr>
          <p:cNvSpPr/>
          <p:nvPr/>
        </p:nvSpPr>
        <p:spPr>
          <a:xfrm>
            <a:off x="7400190" y="3696111"/>
            <a:ext cx="293043" cy="26656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6" name="Rectángulo 5">
            <a:extLst>
              <a:ext uri="{FF2B5EF4-FFF2-40B4-BE49-F238E27FC236}">
                <a16:creationId xmlns:a16="http://schemas.microsoft.com/office/drawing/2014/main" id="{EF206D28-7D1A-4308-7F2D-44B14CFB3A45}"/>
              </a:ext>
            </a:extLst>
          </p:cNvPr>
          <p:cNvSpPr/>
          <p:nvPr/>
        </p:nvSpPr>
        <p:spPr>
          <a:xfrm flipH="1">
            <a:off x="7693233" y="3099653"/>
            <a:ext cx="707292" cy="5473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2F47650C-1C3E-A2F5-28C7-4CB1A8FFCBD3}"/>
              </a:ext>
            </a:extLst>
          </p:cNvPr>
          <p:cNvSpPr/>
          <p:nvPr/>
        </p:nvSpPr>
        <p:spPr>
          <a:xfrm>
            <a:off x="7799208" y="3769076"/>
            <a:ext cx="2770958"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 Y usa los campos “Edificio” y “Salón” para indicar el espacio físico.</a:t>
            </a:r>
          </a:p>
        </p:txBody>
      </p:sp>
      <p:sp>
        <p:nvSpPr>
          <p:cNvPr id="10" name="Rectángulo redondeado 8">
            <a:extLst>
              <a:ext uri="{FF2B5EF4-FFF2-40B4-BE49-F238E27FC236}">
                <a16:creationId xmlns:a16="http://schemas.microsoft.com/office/drawing/2014/main" id="{F74654C3-2634-DDC4-4F8F-3FC932A7069D}"/>
              </a:ext>
            </a:extLst>
          </p:cNvPr>
          <p:cNvSpPr/>
          <p:nvPr/>
        </p:nvSpPr>
        <p:spPr>
          <a:xfrm>
            <a:off x="11242132" y="5676181"/>
            <a:ext cx="304802" cy="291423"/>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1" name="Rectángulo redondeado 7">
            <a:extLst>
              <a:ext uri="{FF2B5EF4-FFF2-40B4-BE49-F238E27FC236}">
                <a16:creationId xmlns:a16="http://schemas.microsoft.com/office/drawing/2014/main" id="{B08BDDF4-41D3-E5A9-DA34-7A7F5AF36AE7}"/>
              </a:ext>
            </a:extLst>
          </p:cNvPr>
          <p:cNvSpPr/>
          <p:nvPr/>
        </p:nvSpPr>
        <p:spPr>
          <a:xfrm>
            <a:off x="10191429" y="5157096"/>
            <a:ext cx="1579860" cy="29142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Guardar los cambios</a:t>
            </a:r>
          </a:p>
        </p:txBody>
      </p:sp>
      <p:sp>
        <p:nvSpPr>
          <p:cNvPr id="12" name="Rectángulo 11">
            <a:extLst>
              <a:ext uri="{FF2B5EF4-FFF2-40B4-BE49-F238E27FC236}">
                <a16:creationId xmlns:a16="http://schemas.microsoft.com/office/drawing/2014/main" id="{9B84CC39-B0DA-54D7-11CA-BA911C84838E}"/>
              </a:ext>
            </a:extLst>
          </p:cNvPr>
          <p:cNvSpPr/>
          <p:nvPr/>
        </p:nvSpPr>
        <p:spPr>
          <a:xfrm flipH="1">
            <a:off x="9932636" y="3099653"/>
            <a:ext cx="707293" cy="5473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112342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228E-6193-3657-30F1-67939ACAA195}"/>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297B701B-9510-2B35-C6AA-C55D06260B2A}"/>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EE8895CF-F792-03BE-D28E-84F8FDBE1B43}"/>
              </a:ext>
            </a:extLst>
          </p:cNvPr>
          <p:cNvSpPr>
            <a:spLocks noGrp="1"/>
          </p:cNvSpPr>
          <p:nvPr>
            <p:ph type="title"/>
          </p:nvPr>
        </p:nvSpPr>
        <p:spPr/>
        <p:txBody>
          <a:bodyPr/>
          <a:lstStyle/>
          <a:p>
            <a:r>
              <a:rPr lang="en-US" dirty="0" err="1"/>
              <a:t>Inscribir</a:t>
            </a:r>
            <a:r>
              <a:rPr lang="en-US" dirty="0"/>
              <a:t> </a:t>
            </a:r>
            <a:r>
              <a:rPr lang="en-US" dirty="0" err="1"/>
              <a:t>Evento</a:t>
            </a:r>
            <a:endParaRPr lang="en-US" sz="3200" b="1" dirty="0">
              <a:solidFill>
                <a:schemeClr val="bg1"/>
              </a:solidFill>
            </a:endParaRPr>
          </a:p>
        </p:txBody>
      </p:sp>
      <p:sp>
        <p:nvSpPr>
          <p:cNvPr id="17" name="Text Placeholder 16">
            <a:extLst>
              <a:ext uri="{FF2B5EF4-FFF2-40B4-BE49-F238E27FC236}">
                <a16:creationId xmlns:a16="http://schemas.microsoft.com/office/drawing/2014/main" id="{E81BBE5C-CA2E-6E00-B27D-CCA6FDABAEBE}"/>
              </a:ext>
            </a:extLst>
          </p:cNvPr>
          <p:cNvSpPr>
            <a:spLocks noGrp="1"/>
          </p:cNvSpPr>
          <p:nvPr>
            <p:ph type="body" sz="quarter" idx="18"/>
          </p:nvPr>
        </p:nvSpPr>
        <p:spPr/>
        <p:txBody>
          <a:bodyPr/>
          <a:lstStyle/>
          <a:p>
            <a:r>
              <a:rPr lang="en-US" dirty="0"/>
              <a:t>Por </a:t>
            </a:r>
            <a:r>
              <a:rPr lang="en-US" dirty="0" err="1"/>
              <a:t>Autoservicio</a:t>
            </a:r>
            <a:endParaRPr lang="en-US" dirty="0"/>
          </a:p>
        </p:txBody>
      </p:sp>
      <p:sp>
        <p:nvSpPr>
          <p:cNvPr id="18" name="Slide Number Placeholder 17">
            <a:extLst>
              <a:ext uri="{FF2B5EF4-FFF2-40B4-BE49-F238E27FC236}">
                <a16:creationId xmlns:a16="http://schemas.microsoft.com/office/drawing/2014/main" id="{5ABDCB9D-52FF-5B99-1DD8-2677DA951CB0}"/>
              </a:ext>
            </a:extLst>
          </p:cNvPr>
          <p:cNvSpPr>
            <a:spLocks noGrp="1"/>
          </p:cNvSpPr>
          <p:nvPr>
            <p:ph type="sldNum" sz="quarter" idx="4"/>
          </p:nvPr>
        </p:nvSpPr>
        <p:spPr/>
        <p:txBody>
          <a:bodyPr/>
          <a:lstStyle/>
          <a:p>
            <a:fld id="{4A16F8ED-7337-F64C-865A-41A1F48E54DF}" type="slidenum">
              <a:rPr lang="en-US" smtClean="0"/>
              <a:pPr/>
              <a:t>29</a:t>
            </a:fld>
            <a:endParaRPr lang="en-US" dirty="0"/>
          </a:p>
        </p:txBody>
      </p:sp>
    </p:spTree>
    <p:extLst>
      <p:ext uri="{BB962C8B-B14F-4D97-AF65-F5344CB8AC3E}">
        <p14:creationId xmlns:p14="http://schemas.microsoft.com/office/powerpoint/2010/main" val="2768649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79B6C-90E7-413B-5D33-B32A48182331}"/>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D7748BC1-55AC-F3ED-1A3C-F4D843FFFC40}"/>
              </a:ext>
            </a:extLst>
          </p:cNvPr>
          <p:cNvPicPr>
            <a:picLocks noChangeAspect="1"/>
          </p:cNvPicPr>
          <p:nvPr/>
        </p:nvPicPr>
        <p:blipFill>
          <a:blip r:embed="rId2"/>
          <a:stretch>
            <a:fillRect/>
          </a:stretch>
        </p:blipFill>
        <p:spPr>
          <a:xfrm>
            <a:off x="690113" y="1122533"/>
            <a:ext cx="10946922" cy="5204930"/>
          </a:xfrm>
          <a:prstGeom prst="rect">
            <a:avLst/>
          </a:prstGeom>
        </p:spPr>
      </p:pic>
      <p:sp>
        <p:nvSpPr>
          <p:cNvPr id="3" name="Marcador de texto vertical 2">
            <a:extLst>
              <a:ext uri="{FF2B5EF4-FFF2-40B4-BE49-F238E27FC236}">
                <a16:creationId xmlns:a16="http://schemas.microsoft.com/office/drawing/2014/main" id="{0C38B7E8-A4CB-6076-FC15-D762407C48EC}"/>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C28486B-3C5D-8120-A4FB-CE940587F35C}"/>
              </a:ext>
            </a:extLst>
          </p:cNvPr>
          <p:cNvSpPr>
            <a:spLocks noGrp="1"/>
          </p:cNvSpPr>
          <p:nvPr>
            <p:ph type="sldNum" sz="quarter" idx="4"/>
          </p:nvPr>
        </p:nvSpPr>
        <p:spPr/>
        <p:txBody>
          <a:bodyPr/>
          <a:lstStyle/>
          <a:p>
            <a:fld id="{4A16F8ED-7337-F64C-865A-41A1F48E54DF}" type="slidenum">
              <a:rPr lang="en-US" smtClean="0"/>
              <a:pPr/>
              <a:t>30</a:t>
            </a:fld>
            <a:endParaRPr lang="en-US" dirty="0"/>
          </a:p>
        </p:txBody>
      </p:sp>
      <p:sp>
        <p:nvSpPr>
          <p:cNvPr id="4" name="Título 3">
            <a:extLst>
              <a:ext uri="{FF2B5EF4-FFF2-40B4-BE49-F238E27FC236}">
                <a16:creationId xmlns:a16="http://schemas.microsoft.com/office/drawing/2014/main" id="{3E2AA7A9-D2E1-9E06-0B78-A3E1B2EE8831}"/>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por autoservicio</a:t>
            </a:r>
            <a:endParaRPr lang="es-CL" b="0" dirty="0">
              <a:solidFill>
                <a:schemeClr val="accent1"/>
              </a:solidFill>
            </a:endParaRPr>
          </a:p>
        </p:txBody>
      </p:sp>
      <p:sp>
        <p:nvSpPr>
          <p:cNvPr id="6" name="Rectángulo 5">
            <a:extLst>
              <a:ext uri="{FF2B5EF4-FFF2-40B4-BE49-F238E27FC236}">
                <a16:creationId xmlns:a16="http://schemas.microsoft.com/office/drawing/2014/main" id="{52252C24-57C4-AC7B-1326-247EF3FBCBDE}"/>
              </a:ext>
            </a:extLst>
          </p:cNvPr>
          <p:cNvSpPr/>
          <p:nvPr/>
        </p:nvSpPr>
        <p:spPr>
          <a:xfrm flipH="1">
            <a:off x="1570303" y="2050373"/>
            <a:ext cx="2906805" cy="9470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5">
            <a:extLst>
              <a:ext uri="{FF2B5EF4-FFF2-40B4-BE49-F238E27FC236}">
                <a16:creationId xmlns:a16="http://schemas.microsoft.com/office/drawing/2014/main" id="{F5C33027-A987-F0E0-1728-4E19D4DF5324}"/>
              </a:ext>
            </a:extLst>
          </p:cNvPr>
          <p:cNvSpPr/>
          <p:nvPr/>
        </p:nvSpPr>
        <p:spPr>
          <a:xfrm>
            <a:off x="4653298" y="2890297"/>
            <a:ext cx="2585779" cy="53870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Al ingresar a autoservicio aparecerán los eventos disponibles.</a:t>
            </a:r>
          </a:p>
        </p:txBody>
      </p:sp>
      <p:sp>
        <p:nvSpPr>
          <p:cNvPr id="12" name="Rectángulo redondeado 8">
            <a:extLst>
              <a:ext uri="{FF2B5EF4-FFF2-40B4-BE49-F238E27FC236}">
                <a16:creationId xmlns:a16="http://schemas.microsoft.com/office/drawing/2014/main" id="{DF85C8C0-62CA-8339-56C0-91DC0F8D8FDE}"/>
              </a:ext>
            </a:extLst>
          </p:cNvPr>
          <p:cNvSpPr/>
          <p:nvPr/>
        </p:nvSpPr>
        <p:spPr>
          <a:xfrm>
            <a:off x="4858955" y="2411007"/>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878273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F37F-7769-A75E-E397-73C3EC2E00BC}"/>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1EEE05D3-2DDA-C7CE-F878-4E8FC05886E8}"/>
              </a:ext>
            </a:extLst>
          </p:cNvPr>
          <p:cNvPicPr>
            <a:picLocks noChangeAspect="1"/>
          </p:cNvPicPr>
          <p:nvPr/>
        </p:nvPicPr>
        <p:blipFill>
          <a:blip r:embed="rId2"/>
          <a:stretch>
            <a:fillRect/>
          </a:stretch>
        </p:blipFill>
        <p:spPr>
          <a:xfrm>
            <a:off x="730977" y="954157"/>
            <a:ext cx="10546624" cy="4962469"/>
          </a:xfrm>
          <a:prstGeom prst="rect">
            <a:avLst/>
          </a:prstGeom>
        </p:spPr>
      </p:pic>
      <p:sp>
        <p:nvSpPr>
          <p:cNvPr id="3" name="Marcador de texto vertical 2">
            <a:extLst>
              <a:ext uri="{FF2B5EF4-FFF2-40B4-BE49-F238E27FC236}">
                <a16:creationId xmlns:a16="http://schemas.microsoft.com/office/drawing/2014/main" id="{41A1E578-B813-626E-E705-BE27ABFE525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1F30D95-8FC0-31B7-5E4A-352C8E6E29CE}"/>
              </a:ext>
            </a:extLst>
          </p:cNvPr>
          <p:cNvSpPr>
            <a:spLocks noGrp="1"/>
          </p:cNvSpPr>
          <p:nvPr>
            <p:ph type="sldNum" sz="quarter" idx="4"/>
          </p:nvPr>
        </p:nvSpPr>
        <p:spPr/>
        <p:txBody>
          <a:bodyPr/>
          <a:lstStyle/>
          <a:p>
            <a:fld id="{4A16F8ED-7337-F64C-865A-41A1F48E54DF}" type="slidenum">
              <a:rPr lang="en-US" smtClean="0"/>
              <a:pPr/>
              <a:t>31</a:t>
            </a:fld>
            <a:endParaRPr lang="en-US" dirty="0"/>
          </a:p>
        </p:txBody>
      </p:sp>
      <p:sp>
        <p:nvSpPr>
          <p:cNvPr id="4" name="Título 3">
            <a:extLst>
              <a:ext uri="{FF2B5EF4-FFF2-40B4-BE49-F238E27FC236}">
                <a16:creationId xmlns:a16="http://schemas.microsoft.com/office/drawing/2014/main" id="{6149B758-D7C0-D804-B7A5-3339C00825A4}"/>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por autoservicio</a:t>
            </a:r>
            <a:endParaRPr lang="es-CL" b="0" dirty="0">
              <a:solidFill>
                <a:schemeClr val="accent1"/>
              </a:solidFill>
            </a:endParaRPr>
          </a:p>
        </p:txBody>
      </p:sp>
      <p:sp>
        <p:nvSpPr>
          <p:cNvPr id="6" name="Rectángulo 5">
            <a:extLst>
              <a:ext uri="{FF2B5EF4-FFF2-40B4-BE49-F238E27FC236}">
                <a16:creationId xmlns:a16="http://schemas.microsoft.com/office/drawing/2014/main" id="{13D48858-4193-491F-0D2D-7E62DD92A186}"/>
              </a:ext>
            </a:extLst>
          </p:cNvPr>
          <p:cNvSpPr/>
          <p:nvPr/>
        </p:nvSpPr>
        <p:spPr>
          <a:xfrm flipH="1">
            <a:off x="1627754" y="2286477"/>
            <a:ext cx="1248356" cy="32162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7">
            <a:extLst>
              <a:ext uri="{FF2B5EF4-FFF2-40B4-BE49-F238E27FC236}">
                <a16:creationId xmlns:a16="http://schemas.microsoft.com/office/drawing/2014/main" id="{144D5B6F-5240-E58B-5428-0188BFABDA63}"/>
              </a:ext>
            </a:extLst>
          </p:cNvPr>
          <p:cNvSpPr/>
          <p:nvPr/>
        </p:nvSpPr>
        <p:spPr>
          <a:xfrm>
            <a:off x="1250797" y="4464920"/>
            <a:ext cx="3250626" cy="5530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Aparecerán las funciones del evento. Presionar el botón “Inscribir” en la función deseada.</a:t>
            </a:r>
          </a:p>
        </p:txBody>
      </p:sp>
      <p:sp>
        <p:nvSpPr>
          <p:cNvPr id="9" name="Rectángulo redondeado 11">
            <a:extLst>
              <a:ext uri="{FF2B5EF4-FFF2-40B4-BE49-F238E27FC236}">
                <a16:creationId xmlns:a16="http://schemas.microsoft.com/office/drawing/2014/main" id="{CD182A50-E4C9-CB03-FABB-72D2538744A8}"/>
              </a:ext>
            </a:extLst>
          </p:cNvPr>
          <p:cNvSpPr/>
          <p:nvPr/>
        </p:nvSpPr>
        <p:spPr>
          <a:xfrm>
            <a:off x="3663149" y="2071060"/>
            <a:ext cx="2455762"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Seleccionar el evento deseado haciendo clic en el título del mismo.</a:t>
            </a:r>
          </a:p>
        </p:txBody>
      </p:sp>
      <p:sp>
        <p:nvSpPr>
          <p:cNvPr id="10" name="Rectángulo redondeado 5">
            <a:extLst>
              <a:ext uri="{FF2B5EF4-FFF2-40B4-BE49-F238E27FC236}">
                <a16:creationId xmlns:a16="http://schemas.microsoft.com/office/drawing/2014/main" id="{CDC3CAD3-5314-9801-D6D8-75F3244868F2}"/>
              </a:ext>
            </a:extLst>
          </p:cNvPr>
          <p:cNvSpPr/>
          <p:nvPr/>
        </p:nvSpPr>
        <p:spPr>
          <a:xfrm>
            <a:off x="9153479" y="2897634"/>
            <a:ext cx="1928651" cy="7893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Aparecerá si tiene eventos inscritos previamente en el área “Mis eventos”</a:t>
            </a:r>
          </a:p>
        </p:txBody>
      </p:sp>
      <p:sp>
        <p:nvSpPr>
          <p:cNvPr id="13" name="Rectángulo 12">
            <a:extLst>
              <a:ext uri="{FF2B5EF4-FFF2-40B4-BE49-F238E27FC236}">
                <a16:creationId xmlns:a16="http://schemas.microsoft.com/office/drawing/2014/main" id="{42F4C9CB-D2B7-E7EA-C215-12EE158636BC}"/>
              </a:ext>
            </a:extLst>
          </p:cNvPr>
          <p:cNvSpPr/>
          <p:nvPr/>
        </p:nvSpPr>
        <p:spPr>
          <a:xfrm>
            <a:off x="8748737" y="1789435"/>
            <a:ext cx="2587894" cy="98582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8">
            <a:extLst>
              <a:ext uri="{FF2B5EF4-FFF2-40B4-BE49-F238E27FC236}">
                <a16:creationId xmlns:a16="http://schemas.microsoft.com/office/drawing/2014/main" id="{B98F2F2F-DFE7-C9C5-CC54-C81F786A66C1}"/>
              </a:ext>
            </a:extLst>
          </p:cNvPr>
          <p:cNvSpPr/>
          <p:nvPr/>
        </p:nvSpPr>
        <p:spPr>
          <a:xfrm>
            <a:off x="2458624" y="4099701"/>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6" name="Rectángulo redondeado 8">
            <a:extLst>
              <a:ext uri="{FF2B5EF4-FFF2-40B4-BE49-F238E27FC236}">
                <a16:creationId xmlns:a16="http://schemas.microsoft.com/office/drawing/2014/main" id="{96B38D74-A7DB-18D0-EC0F-CF6C7FFF58B1}"/>
              </a:ext>
            </a:extLst>
          </p:cNvPr>
          <p:cNvSpPr/>
          <p:nvPr/>
        </p:nvSpPr>
        <p:spPr>
          <a:xfrm>
            <a:off x="3301773" y="2271274"/>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7" name="Rectángulo 16">
            <a:extLst>
              <a:ext uri="{FF2B5EF4-FFF2-40B4-BE49-F238E27FC236}">
                <a16:creationId xmlns:a16="http://schemas.microsoft.com/office/drawing/2014/main" id="{74077C24-B30B-E1C1-B563-9E1599F80DBD}"/>
              </a:ext>
            </a:extLst>
          </p:cNvPr>
          <p:cNvSpPr/>
          <p:nvPr/>
        </p:nvSpPr>
        <p:spPr>
          <a:xfrm>
            <a:off x="994065" y="2714305"/>
            <a:ext cx="4293705" cy="122611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0E55CEF8-2B54-1DDD-8BD5-5AA2CC6BB2F6}"/>
              </a:ext>
            </a:extLst>
          </p:cNvPr>
          <p:cNvSpPr/>
          <p:nvPr/>
        </p:nvSpPr>
        <p:spPr>
          <a:xfrm flipH="1">
            <a:off x="1965642" y="3535115"/>
            <a:ext cx="736299" cy="303640"/>
          </a:xfrm>
          <a:prstGeom prst="rect">
            <a:avLst/>
          </a:prstGeom>
          <a:noFill/>
          <a:ln w="28575">
            <a:solidFill>
              <a:schemeClr val="accent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45902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2A27-0B8D-751C-2FD9-B4A6F4AB04EE}"/>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70465BF-E28E-9BFD-52FE-C186A48F6507}"/>
              </a:ext>
            </a:extLst>
          </p:cNvPr>
          <p:cNvPicPr>
            <a:picLocks noChangeAspect="1"/>
          </p:cNvPicPr>
          <p:nvPr/>
        </p:nvPicPr>
        <p:blipFill>
          <a:blip r:embed="rId2"/>
          <a:stretch>
            <a:fillRect/>
          </a:stretch>
        </p:blipFill>
        <p:spPr>
          <a:xfrm>
            <a:off x="810247" y="1245084"/>
            <a:ext cx="10697392" cy="5077203"/>
          </a:xfrm>
          <a:prstGeom prst="rect">
            <a:avLst/>
          </a:prstGeom>
        </p:spPr>
      </p:pic>
      <p:sp>
        <p:nvSpPr>
          <p:cNvPr id="3" name="Marcador de texto vertical 2">
            <a:extLst>
              <a:ext uri="{FF2B5EF4-FFF2-40B4-BE49-F238E27FC236}">
                <a16:creationId xmlns:a16="http://schemas.microsoft.com/office/drawing/2014/main" id="{923C5806-4FB6-EC91-A91B-80B3BEEB5015}"/>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E5D442BE-0687-B5F8-8F59-6086F156FE7D}"/>
              </a:ext>
            </a:extLst>
          </p:cNvPr>
          <p:cNvSpPr>
            <a:spLocks noGrp="1"/>
          </p:cNvSpPr>
          <p:nvPr>
            <p:ph type="sldNum" sz="quarter" idx="4"/>
          </p:nvPr>
        </p:nvSpPr>
        <p:spPr/>
        <p:txBody>
          <a:bodyPr/>
          <a:lstStyle/>
          <a:p>
            <a:fld id="{4A16F8ED-7337-F64C-865A-41A1F48E54DF}" type="slidenum">
              <a:rPr lang="en-US" smtClean="0"/>
              <a:pPr/>
              <a:t>32</a:t>
            </a:fld>
            <a:endParaRPr lang="en-US" dirty="0"/>
          </a:p>
        </p:txBody>
      </p:sp>
      <p:sp>
        <p:nvSpPr>
          <p:cNvPr id="4" name="Título 3">
            <a:extLst>
              <a:ext uri="{FF2B5EF4-FFF2-40B4-BE49-F238E27FC236}">
                <a16:creationId xmlns:a16="http://schemas.microsoft.com/office/drawing/2014/main" id="{F0D7119D-5B98-052D-F3E5-56F97AD175FC}"/>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por autoservicio</a:t>
            </a:r>
            <a:endParaRPr lang="es-CL" b="0" dirty="0">
              <a:solidFill>
                <a:schemeClr val="accent1"/>
              </a:solidFill>
            </a:endParaRPr>
          </a:p>
        </p:txBody>
      </p:sp>
      <p:sp>
        <p:nvSpPr>
          <p:cNvPr id="6" name="Rectángulo 5">
            <a:extLst>
              <a:ext uri="{FF2B5EF4-FFF2-40B4-BE49-F238E27FC236}">
                <a16:creationId xmlns:a16="http://schemas.microsoft.com/office/drawing/2014/main" id="{08575387-34C7-31BD-3F16-9AAEEF730B72}"/>
              </a:ext>
            </a:extLst>
          </p:cNvPr>
          <p:cNvSpPr/>
          <p:nvPr/>
        </p:nvSpPr>
        <p:spPr>
          <a:xfrm flipH="1">
            <a:off x="3980338" y="2832482"/>
            <a:ext cx="2469759" cy="43890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7">
            <a:extLst>
              <a:ext uri="{FF2B5EF4-FFF2-40B4-BE49-F238E27FC236}">
                <a16:creationId xmlns:a16="http://schemas.microsoft.com/office/drawing/2014/main" id="{F0C230F8-3DE7-7D27-2038-4591AA2EDF30}"/>
              </a:ext>
            </a:extLst>
          </p:cNvPr>
          <p:cNvSpPr/>
          <p:nvPr/>
        </p:nvSpPr>
        <p:spPr>
          <a:xfrm>
            <a:off x="7172325" y="2451055"/>
            <a:ext cx="2908720" cy="6607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Si la función lo permite, se debe indicar la cantidad de invitados de la persona que se está inscribiendo.</a:t>
            </a:r>
          </a:p>
        </p:txBody>
      </p:sp>
      <p:sp>
        <p:nvSpPr>
          <p:cNvPr id="9" name="Rectángulo 8">
            <a:extLst>
              <a:ext uri="{FF2B5EF4-FFF2-40B4-BE49-F238E27FC236}">
                <a16:creationId xmlns:a16="http://schemas.microsoft.com/office/drawing/2014/main" id="{31137CCF-2DEA-6CF5-4282-F4AFE73CA84A}"/>
              </a:ext>
            </a:extLst>
          </p:cNvPr>
          <p:cNvSpPr/>
          <p:nvPr/>
        </p:nvSpPr>
        <p:spPr>
          <a:xfrm flipH="1">
            <a:off x="3980338" y="3251485"/>
            <a:ext cx="4249262" cy="7788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9">
            <a:extLst>
              <a:ext uri="{FF2B5EF4-FFF2-40B4-BE49-F238E27FC236}">
                <a16:creationId xmlns:a16="http://schemas.microsoft.com/office/drawing/2014/main" id="{2C2EF243-99A4-4CE2-9D0F-32631CFB9947}"/>
              </a:ext>
            </a:extLst>
          </p:cNvPr>
          <p:cNvSpPr/>
          <p:nvPr/>
        </p:nvSpPr>
        <p:spPr>
          <a:xfrm>
            <a:off x="8890259" y="3418291"/>
            <a:ext cx="1190786" cy="695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ingresar comentarios.</a:t>
            </a:r>
          </a:p>
        </p:txBody>
      </p:sp>
      <p:sp>
        <p:nvSpPr>
          <p:cNvPr id="12" name="Rectángulo redondeado 8">
            <a:extLst>
              <a:ext uri="{FF2B5EF4-FFF2-40B4-BE49-F238E27FC236}">
                <a16:creationId xmlns:a16="http://schemas.microsoft.com/office/drawing/2014/main" id="{F34AC58C-0DE5-BE15-60C6-E00723A940BC}"/>
              </a:ext>
            </a:extLst>
          </p:cNvPr>
          <p:cNvSpPr/>
          <p:nvPr/>
        </p:nvSpPr>
        <p:spPr>
          <a:xfrm>
            <a:off x="6728362" y="2668563"/>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3" name="Rectángulo redondeado 8">
            <a:extLst>
              <a:ext uri="{FF2B5EF4-FFF2-40B4-BE49-F238E27FC236}">
                <a16:creationId xmlns:a16="http://schemas.microsoft.com/office/drawing/2014/main" id="{A8AD738C-DE93-D670-82E4-D93E9ACE372B}"/>
              </a:ext>
            </a:extLst>
          </p:cNvPr>
          <p:cNvSpPr/>
          <p:nvPr/>
        </p:nvSpPr>
        <p:spPr>
          <a:xfrm>
            <a:off x="8505026" y="3653310"/>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Tree>
    <p:extLst>
      <p:ext uri="{BB962C8B-B14F-4D97-AF65-F5344CB8AC3E}">
        <p14:creationId xmlns:p14="http://schemas.microsoft.com/office/powerpoint/2010/main" val="15989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F40D0-C3C3-BA49-F31C-691186DFB3F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82097FF-C348-941B-E737-F72C5C1193DA}"/>
              </a:ext>
            </a:extLst>
          </p:cNvPr>
          <p:cNvPicPr>
            <a:picLocks noChangeAspect="1"/>
          </p:cNvPicPr>
          <p:nvPr/>
        </p:nvPicPr>
        <p:blipFill>
          <a:blip r:embed="rId2"/>
          <a:stretch>
            <a:fillRect/>
          </a:stretch>
        </p:blipFill>
        <p:spPr>
          <a:xfrm>
            <a:off x="733244" y="1147312"/>
            <a:ext cx="10913453" cy="5168931"/>
          </a:xfrm>
          <a:prstGeom prst="rect">
            <a:avLst/>
          </a:prstGeom>
        </p:spPr>
      </p:pic>
      <p:sp>
        <p:nvSpPr>
          <p:cNvPr id="3" name="Marcador de texto vertical 2">
            <a:extLst>
              <a:ext uri="{FF2B5EF4-FFF2-40B4-BE49-F238E27FC236}">
                <a16:creationId xmlns:a16="http://schemas.microsoft.com/office/drawing/2014/main" id="{5D57A354-69FE-7EFB-5DA8-444CF34E9C4E}"/>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2D24D8F7-FC91-8B78-1FB5-38BC3200FE4F}"/>
              </a:ext>
            </a:extLst>
          </p:cNvPr>
          <p:cNvSpPr>
            <a:spLocks noGrp="1"/>
          </p:cNvSpPr>
          <p:nvPr>
            <p:ph type="sldNum" sz="quarter" idx="4"/>
          </p:nvPr>
        </p:nvSpPr>
        <p:spPr/>
        <p:txBody>
          <a:bodyPr/>
          <a:lstStyle/>
          <a:p>
            <a:fld id="{4A16F8ED-7337-F64C-865A-41A1F48E54DF}" type="slidenum">
              <a:rPr lang="en-US" smtClean="0"/>
              <a:pPr/>
              <a:t>33</a:t>
            </a:fld>
            <a:endParaRPr lang="en-US" dirty="0"/>
          </a:p>
        </p:txBody>
      </p:sp>
      <p:sp>
        <p:nvSpPr>
          <p:cNvPr id="4" name="Título 3">
            <a:extLst>
              <a:ext uri="{FF2B5EF4-FFF2-40B4-BE49-F238E27FC236}">
                <a16:creationId xmlns:a16="http://schemas.microsoft.com/office/drawing/2014/main" id="{0B856805-1F78-C19C-D6DD-CC14B78CAA40}"/>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por autoservicio</a:t>
            </a:r>
            <a:endParaRPr lang="es-CL" b="0" dirty="0">
              <a:solidFill>
                <a:schemeClr val="accent1"/>
              </a:solidFill>
            </a:endParaRPr>
          </a:p>
        </p:txBody>
      </p:sp>
      <p:sp>
        <p:nvSpPr>
          <p:cNvPr id="9" name="Rectángulo redondeado 9">
            <a:extLst>
              <a:ext uri="{FF2B5EF4-FFF2-40B4-BE49-F238E27FC236}">
                <a16:creationId xmlns:a16="http://schemas.microsoft.com/office/drawing/2014/main" id="{C1877136-3B4D-ABBF-9927-EEAEB73B4BA5}"/>
              </a:ext>
            </a:extLst>
          </p:cNvPr>
          <p:cNvSpPr/>
          <p:nvPr/>
        </p:nvSpPr>
        <p:spPr>
          <a:xfrm>
            <a:off x="4359134" y="4659263"/>
            <a:ext cx="2935693" cy="69577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Opcionalmente, se puede presionar el botón “Agregar al calendario” y se descargará un archivo ICS para importarlo.</a:t>
            </a:r>
          </a:p>
        </p:txBody>
      </p:sp>
      <p:sp>
        <p:nvSpPr>
          <p:cNvPr id="10" name="Rectángulo 9">
            <a:extLst>
              <a:ext uri="{FF2B5EF4-FFF2-40B4-BE49-F238E27FC236}">
                <a16:creationId xmlns:a16="http://schemas.microsoft.com/office/drawing/2014/main" id="{D281DF4F-C872-6DF6-28B6-87A7D192AB46}"/>
              </a:ext>
            </a:extLst>
          </p:cNvPr>
          <p:cNvSpPr/>
          <p:nvPr/>
        </p:nvSpPr>
        <p:spPr>
          <a:xfrm>
            <a:off x="9066943" y="3643912"/>
            <a:ext cx="1387071" cy="36897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9AB0749F-D21D-FED4-3861-752F0E2A4776}"/>
              </a:ext>
            </a:extLst>
          </p:cNvPr>
          <p:cNvSpPr/>
          <p:nvPr/>
        </p:nvSpPr>
        <p:spPr>
          <a:xfrm>
            <a:off x="1867634" y="4087673"/>
            <a:ext cx="1293984" cy="29776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14" name="Conector recto de flecha 13">
            <a:extLst>
              <a:ext uri="{FF2B5EF4-FFF2-40B4-BE49-F238E27FC236}">
                <a16:creationId xmlns:a16="http://schemas.microsoft.com/office/drawing/2014/main" id="{E06106F5-14EE-47B3-2378-1E0A6BBE2AF2}"/>
              </a:ext>
            </a:extLst>
          </p:cNvPr>
          <p:cNvCxnSpPr>
            <a:cxnSpLocks/>
          </p:cNvCxnSpPr>
          <p:nvPr/>
        </p:nvCxnSpPr>
        <p:spPr>
          <a:xfrm flipV="1">
            <a:off x="7294827" y="3932556"/>
            <a:ext cx="1796078" cy="1074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ECF11FEE-F274-2AE5-B693-E5EF51F5479B}"/>
              </a:ext>
            </a:extLst>
          </p:cNvPr>
          <p:cNvCxnSpPr>
            <a:cxnSpLocks/>
          </p:cNvCxnSpPr>
          <p:nvPr/>
        </p:nvCxnSpPr>
        <p:spPr>
          <a:xfrm flipH="1" flipV="1">
            <a:off x="3161618" y="4247374"/>
            <a:ext cx="1134390" cy="669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763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AF634-5CF4-8F8C-B84B-A9AF857017A4}"/>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AC68164-84FB-C9AB-D73F-E75529541B11}"/>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560487A6-80E6-CA17-D91E-916DFD353442}"/>
              </a:ext>
            </a:extLst>
          </p:cNvPr>
          <p:cNvSpPr>
            <a:spLocks noGrp="1"/>
          </p:cNvSpPr>
          <p:nvPr>
            <p:ph type="title"/>
          </p:nvPr>
        </p:nvSpPr>
        <p:spPr/>
        <p:txBody>
          <a:bodyPr/>
          <a:lstStyle/>
          <a:p>
            <a:r>
              <a:rPr lang="en-US" dirty="0" err="1"/>
              <a:t>Inscribir</a:t>
            </a:r>
            <a:r>
              <a:rPr lang="en-US" dirty="0"/>
              <a:t> </a:t>
            </a:r>
            <a:r>
              <a:rPr lang="en-US" dirty="0" err="1"/>
              <a:t>Evento</a:t>
            </a:r>
            <a:endParaRPr lang="en-US" sz="3200" b="1" dirty="0">
              <a:solidFill>
                <a:schemeClr val="bg1"/>
              </a:solidFill>
            </a:endParaRPr>
          </a:p>
        </p:txBody>
      </p:sp>
      <p:sp>
        <p:nvSpPr>
          <p:cNvPr id="17" name="Text Placeholder 16">
            <a:extLst>
              <a:ext uri="{FF2B5EF4-FFF2-40B4-BE49-F238E27FC236}">
                <a16:creationId xmlns:a16="http://schemas.microsoft.com/office/drawing/2014/main" id="{6E6CA667-7ED4-B9BE-3038-DE2089203572}"/>
              </a:ext>
            </a:extLst>
          </p:cNvPr>
          <p:cNvSpPr>
            <a:spLocks noGrp="1"/>
          </p:cNvSpPr>
          <p:nvPr>
            <p:ph type="body" sz="quarter" idx="18"/>
          </p:nvPr>
        </p:nvSpPr>
        <p:spPr/>
        <p:txBody>
          <a:bodyPr/>
          <a:lstStyle/>
          <a:p>
            <a:r>
              <a:rPr lang="en-US" dirty="0"/>
              <a:t>Por Backoffice</a:t>
            </a:r>
          </a:p>
        </p:txBody>
      </p:sp>
      <p:sp>
        <p:nvSpPr>
          <p:cNvPr id="18" name="Slide Number Placeholder 17">
            <a:extLst>
              <a:ext uri="{FF2B5EF4-FFF2-40B4-BE49-F238E27FC236}">
                <a16:creationId xmlns:a16="http://schemas.microsoft.com/office/drawing/2014/main" id="{4C7C9A3B-2D79-83B3-E9AC-EAA17A48D92F}"/>
              </a:ext>
            </a:extLst>
          </p:cNvPr>
          <p:cNvSpPr>
            <a:spLocks noGrp="1"/>
          </p:cNvSpPr>
          <p:nvPr>
            <p:ph type="sldNum" sz="quarter" idx="4"/>
          </p:nvPr>
        </p:nvSpPr>
        <p:spPr/>
        <p:txBody>
          <a:bodyPr/>
          <a:lstStyle/>
          <a:p>
            <a:fld id="{4A16F8ED-7337-F64C-865A-41A1F48E54DF}" type="slidenum">
              <a:rPr lang="en-US" smtClean="0"/>
              <a:pPr/>
              <a:t>34</a:t>
            </a:fld>
            <a:endParaRPr lang="en-US" dirty="0"/>
          </a:p>
        </p:txBody>
      </p:sp>
    </p:spTree>
    <p:extLst>
      <p:ext uri="{BB962C8B-B14F-4D97-AF65-F5344CB8AC3E}">
        <p14:creationId xmlns:p14="http://schemas.microsoft.com/office/powerpoint/2010/main" val="607909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B473-CA4B-ADB2-CB26-8397B07EB46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96300B7D-F7F4-CE56-2C2C-BFFF2896D40E}"/>
              </a:ext>
            </a:extLst>
          </p:cNvPr>
          <p:cNvPicPr>
            <a:picLocks noChangeAspect="1"/>
          </p:cNvPicPr>
          <p:nvPr/>
        </p:nvPicPr>
        <p:blipFill>
          <a:blip r:embed="rId2"/>
          <a:stretch>
            <a:fillRect/>
          </a:stretch>
        </p:blipFill>
        <p:spPr>
          <a:xfrm>
            <a:off x="810247" y="1155940"/>
            <a:ext cx="10908062" cy="5152609"/>
          </a:xfrm>
          <a:prstGeom prst="rect">
            <a:avLst/>
          </a:prstGeom>
        </p:spPr>
      </p:pic>
      <p:sp>
        <p:nvSpPr>
          <p:cNvPr id="3" name="Marcador de texto vertical 2">
            <a:extLst>
              <a:ext uri="{FF2B5EF4-FFF2-40B4-BE49-F238E27FC236}">
                <a16:creationId xmlns:a16="http://schemas.microsoft.com/office/drawing/2014/main" id="{C785A0FF-3B94-74EE-A5DA-F7CB7E563D00}"/>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77F8412-F392-2390-CBE4-92CC03F28EDE}"/>
              </a:ext>
            </a:extLst>
          </p:cNvPr>
          <p:cNvSpPr>
            <a:spLocks noGrp="1"/>
          </p:cNvSpPr>
          <p:nvPr>
            <p:ph type="sldNum" sz="quarter" idx="4"/>
          </p:nvPr>
        </p:nvSpPr>
        <p:spPr/>
        <p:txBody>
          <a:bodyPr/>
          <a:lstStyle/>
          <a:p>
            <a:fld id="{4A16F8ED-7337-F64C-865A-41A1F48E54DF}" type="slidenum">
              <a:rPr lang="en-US" smtClean="0"/>
              <a:pPr/>
              <a:t>35</a:t>
            </a:fld>
            <a:endParaRPr lang="en-US" dirty="0"/>
          </a:p>
        </p:txBody>
      </p:sp>
      <p:sp>
        <p:nvSpPr>
          <p:cNvPr id="4" name="Título 3">
            <a:extLst>
              <a:ext uri="{FF2B5EF4-FFF2-40B4-BE49-F238E27FC236}">
                <a16:creationId xmlns:a16="http://schemas.microsoft.com/office/drawing/2014/main" id="{DC8EDCCD-8ED9-C3E6-35B8-9D679BD5046C}"/>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GEAATID</a:t>
            </a:r>
            <a:endParaRPr lang="es-CL" b="0" dirty="0">
              <a:solidFill>
                <a:schemeClr val="accent1"/>
              </a:solidFill>
            </a:endParaRPr>
          </a:p>
        </p:txBody>
      </p:sp>
      <p:sp>
        <p:nvSpPr>
          <p:cNvPr id="14" name="Rectángulo redondeado 11">
            <a:extLst>
              <a:ext uri="{FF2B5EF4-FFF2-40B4-BE49-F238E27FC236}">
                <a16:creationId xmlns:a16="http://schemas.microsoft.com/office/drawing/2014/main" id="{4B80F89A-CC84-9FCB-6CBE-32FB6CAC39C5}"/>
              </a:ext>
            </a:extLst>
          </p:cNvPr>
          <p:cNvSpPr/>
          <p:nvPr/>
        </p:nvSpPr>
        <p:spPr>
          <a:xfrm>
            <a:off x="3132502" y="1996718"/>
            <a:ext cx="2116583" cy="41743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GEAATID se selecciona el </a:t>
            </a:r>
            <a:r>
              <a:rPr lang="es-ES_tradnl" sz="1100" b="1" dirty="0"/>
              <a:t>ID</a:t>
            </a:r>
            <a:r>
              <a:rPr lang="es-ES_tradnl" sz="1100" dirty="0"/>
              <a:t> de la persona</a:t>
            </a:r>
          </a:p>
        </p:txBody>
      </p:sp>
      <p:sp>
        <p:nvSpPr>
          <p:cNvPr id="15" name="Rectángulo redondeado 9">
            <a:extLst>
              <a:ext uri="{FF2B5EF4-FFF2-40B4-BE49-F238E27FC236}">
                <a16:creationId xmlns:a16="http://schemas.microsoft.com/office/drawing/2014/main" id="{24F6C0C8-3CA3-BE9A-0E9B-780948738CFE}"/>
              </a:ext>
            </a:extLst>
          </p:cNvPr>
          <p:cNvSpPr/>
          <p:nvPr/>
        </p:nvSpPr>
        <p:spPr>
          <a:xfrm>
            <a:off x="5946188" y="2710499"/>
            <a:ext cx="2407272" cy="10217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el campo “Evento” seleccionar el código del evento que corresponde. Si se desconoce, se puede hacer una búsqueda presionando el botón “…”. </a:t>
            </a:r>
          </a:p>
        </p:txBody>
      </p:sp>
      <p:sp>
        <p:nvSpPr>
          <p:cNvPr id="16" name="Rectángulo redondeado 17">
            <a:extLst>
              <a:ext uri="{FF2B5EF4-FFF2-40B4-BE49-F238E27FC236}">
                <a16:creationId xmlns:a16="http://schemas.microsoft.com/office/drawing/2014/main" id="{0B43A0A2-8AF0-63DF-871F-601E0DA5E598}"/>
              </a:ext>
            </a:extLst>
          </p:cNvPr>
          <p:cNvSpPr/>
          <p:nvPr/>
        </p:nvSpPr>
        <p:spPr>
          <a:xfrm>
            <a:off x="9863605" y="1862584"/>
            <a:ext cx="1175668" cy="26826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7" name="Rectángulo redondeado 8">
            <a:extLst>
              <a:ext uri="{FF2B5EF4-FFF2-40B4-BE49-F238E27FC236}">
                <a16:creationId xmlns:a16="http://schemas.microsoft.com/office/drawing/2014/main" id="{62ECEFC7-E440-B313-F1F2-6EA1DD63828D}"/>
              </a:ext>
            </a:extLst>
          </p:cNvPr>
          <p:cNvSpPr/>
          <p:nvPr/>
        </p:nvSpPr>
        <p:spPr>
          <a:xfrm>
            <a:off x="4597322" y="1694561"/>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8" name="Rectángulo redondeado 8">
            <a:extLst>
              <a:ext uri="{FF2B5EF4-FFF2-40B4-BE49-F238E27FC236}">
                <a16:creationId xmlns:a16="http://schemas.microsoft.com/office/drawing/2014/main" id="{87DBCC27-9A64-A489-EBE4-98855B3C594A}"/>
              </a:ext>
            </a:extLst>
          </p:cNvPr>
          <p:cNvSpPr/>
          <p:nvPr/>
        </p:nvSpPr>
        <p:spPr>
          <a:xfrm>
            <a:off x="6864876" y="2431522"/>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9" name="Rectángulo redondeado 8">
            <a:extLst>
              <a:ext uri="{FF2B5EF4-FFF2-40B4-BE49-F238E27FC236}">
                <a16:creationId xmlns:a16="http://schemas.microsoft.com/office/drawing/2014/main" id="{5D2E24AE-56E7-3174-90F5-4E7529B56EFA}"/>
              </a:ext>
            </a:extLst>
          </p:cNvPr>
          <p:cNvSpPr/>
          <p:nvPr/>
        </p:nvSpPr>
        <p:spPr>
          <a:xfrm>
            <a:off x="10208122" y="1581693"/>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102994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6CEF-ED2A-63A0-7EAA-E7E00F4FE45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11193EF-A6AA-7E39-3B14-424044015503}"/>
              </a:ext>
            </a:extLst>
          </p:cNvPr>
          <p:cNvPicPr>
            <a:picLocks noChangeAspect="1"/>
          </p:cNvPicPr>
          <p:nvPr/>
        </p:nvPicPr>
        <p:blipFill>
          <a:blip r:embed="rId2"/>
          <a:stretch>
            <a:fillRect/>
          </a:stretch>
        </p:blipFill>
        <p:spPr>
          <a:xfrm>
            <a:off x="810247" y="1134485"/>
            <a:ext cx="11020730" cy="5221864"/>
          </a:xfrm>
          <a:prstGeom prst="rect">
            <a:avLst/>
          </a:prstGeom>
        </p:spPr>
      </p:pic>
      <p:sp>
        <p:nvSpPr>
          <p:cNvPr id="3" name="Marcador de texto vertical 2">
            <a:extLst>
              <a:ext uri="{FF2B5EF4-FFF2-40B4-BE49-F238E27FC236}">
                <a16:creationId xmlns:a16="http://schemas.microsoft.com/office/drawing/2014/main" id="{D61B8E94-E20D-5AEC-277B-FEDF8DEDF004}"/>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67236900-E114-2075-25B7-AF9C19DDD7CA}"/>
              </a:ext>
            </a:extLst>
          </p:cNvPr>
          <p:cNvSpPr>
            <a:spLocks noGrp="1"/>
          </p:cNvSpPr>
          <p:nvPr>
            <p:ph type="sldNum" sz="quarter" idx="4"/>
          </p:nvPr>
        </p:nvSpPr>
        <p:spPr/>
        <p:txBody>
          <a:bodyPr/>
          <a:lstStyle/>
          <a:p>
            <a:fld id="{4A16F8ED-7337-F64C-865A-41A1F48E54DF}" type="slidenum">
              <a:rPr lang="en-US" smtClean="0"/>
              <a:pPr/>
              <a:t>36</a:t>
            </a:fld>
            <a:endParaRPr lang="en-US" dirty="0"/>
          </a:p>
        </p:txBody>
      </p:sp>
      <p:sp>
        <p:nvSpPr>
          <p:cNvPr id="4" name="Título 3">
            <a:extLst>
              <a:ext uri="{FF2B5EF4-FFF2-40B4-BE49-F238E27FC236}">
                <a16:creationId xmlns:a16="http://schemas.microsoft.com/office/drawing/2014/main" id="{92499253-82D8-7FA0-D66D-BA31D03315D6}"/>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GEAATID</a:t>
            </a:r>
            <a:endParaRPr lang="es-CL" b="0" dirty="0">
              <a:solidFill>
                <a:schemeClr val="accent1"/>
              </a:solidFill>
            </a:endParaRPr>
          </a:p>
        </p:txBody>
      </p:sp>
      <p:sp>
        <p:nvSpPr>
          <p:cNvPr id="8" name="Rectángulo redondeado 8">
            <a:extLst>
              <a:ext uri="{FF2B5EF4-FFF2-40B4-BE49-F238E27FC236}">
                <a16:creationId xmlns:a16="http://schemas.microsoft.com/office/drawing/2014/main" id="{C792BB2A-6B55-435D-8B14-E7B0E939081D}"/>
              </a:ext>
            </a:extLst>
          </p:cNvPr>
          <p:cNvSpPr/>
          <p:nvPr/>
        </p:nvSpPr>
        <p:spPr>
          <a:xfrm>
            <a:off x="1677581" y="2375829"/>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1" name="Rectángulo 10">
            <a:extLst>
              <a:ext uri="{FF2B5EF4-FFF2-40B4-BE49-F238E27FC236}">
                <a16:creationId xmlns:a16="http://schemas.microsoft.com/office/drawing/2014/main" id="{D4B39843-FD5A-014B-987B-302548B525D4}"/>
              </a:ext>
            </a:extLst>
          </p:cNvPr>
          <p:cNvSpPr/>
          <p:nvPr/>
        </p:nvSpPr>
        <p:spPr>
          <a:xfrm>
            <a:off x="659715" y="2146694"/>
            <a:ext cx="888364" cy="50490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11">
            <a:extLst>
              <a:ext uri="{FF2B5EF4-FFF2-40B4-BE49-F238E27FC236}">
                <a16:creationId xmlns:a16="http://schemas.microsoft.com/office/drawing/2014/main" id="{3AF58A7A-2B21-A2CB-96FA-9876FBB15095}"/>
              </a:ext>
            </a:extLst>
          </p:cNvPr>
          <p:cNvSpPr/>
          <p:nvPr/>
        </p:nvSpPr>
        <p:spPr>
          <a:xfrm>
            <a:off x="2050400" y="2146694"/>
            <a:ext cx="2205294" cy="9617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Seleccionar la función del evento a la que se desea inscribir. Si se desconoce, se puede hacer una búsqueda presionando el botón “…”. </a:t>
            </a:r>
          </a:p>
        </p:txBody>
      </p:sp>
    </p:spTree>
    <p:extLst>
      <p:ext uri="{BB962C8B-B14F-4D97-AF65-F5344CB8AC3E}">
        <p14:creationId xmlns:p14="http://schemas.microsoft.com/office/powerpoint/2010/main" val="4244639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F982-F553-1A63-8DCC-B09880A6702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08A5665-6C4D-817D-5030-316B3F5D6359}"/>
              </a:ext>
            </a:extLst>
          </p:cNvPr>
          <p:cNvPicPr>
            <a:picLocks noChangeAspect="1"/>
          </p:cNvPicPr>
          <p:nvPr/>
        </p:nvPicPr>
        <p:blipFill>
          <a:blip r:embed="rId2"/>
          <a:stretch>
            <a:fillRect/>
          </a:stretch>
        </p:blipFill>
        <p:spPr>
          <a:xfrm>
            <a:off x="699386" y="1255463"/>
            <a:ext cx="10670229" cy="5070171"/>
          </a:xfrm>
          <a:prstGeom prst="rect">
            <a:avLst/>
          </a:prstGeom>
        </p:spPr>
      </p:pic>
      <p:sp>
        <p:nvSpPr>
          <p:cNvPr id="3" name="Marcador de texto vertical 2">
            <a:extLst>
              <a:ext uri="{FF2B5EF4-FFF2-40B4-BE49-F238E27FC236}">
                <a16:creationId xmlns:a16="http://schemas.microsoft.com/office/drawing/2014/main" id="{6FD5003B-CF68-0C07-4C7C-4D062E9F1D6D}"/>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D4D56634-B380-4D76-B18C-4F1216DB1C00}"/>
              </a:ext>
            </a:extLst>
          </p:cNvPr>
          <p:cNvSpPr>
            <a:spLocks noGrp="1"/>
          </p:cNvSpPr>
          <p:nvPr>
            <p:ph type="sldNum" sz="quarter" idx="4"/>
          </p:nvPr>
        </p:nvSpPr>
        <p:spPr/>
        <p:txBody>
          <a:bodyPr/>
          <a:lstStyle/>
          <a:p>
            <a:fld id="{4A16F8ED-7337-F64C-865A-41A1F48E54DF}" type="slidenum">
              <a:rPr lang="en-US" smtClean="0"/>
              <a:pPr/>
              <a:t>37</a:t>
            </a:fld>
            <a:endParaRPr lang="en-US" dirty="0"/>
          </a:p>
        </p:txBody>
      </p:sp>
      <p:sp>
        <p:nvSpPr>
          <p:cNvPr id="4" name="Título 3">
            <a:extLst>
              <a:ext uri="{FF2B5EF4-FFF2-40B4-BE49-F238E27FC236}">
                <a16:creationId xmlns:a16="http://schemas.microsoft.com/office/drawing/2014/main" id="{D2C33BBC-69C9-6E47-88F3-304E6A9A0C94}"/>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GEAATID</a:t>
            </a:r>
            <a:endParaRPr lang="es-CL" b="0" dirty="0">
              <a:solidFill>
                <a:schemeClr val="accent1"/>
              </a:solidFill>
            </a:endParaRPr>
          </a:p>
        </p:txBody>
      </p:sp>
      <p:sp>
        <p:nvSpPr>
          <p:cNvPr id="12" name="Rectángulo 11">
            <a:extLst>
              <a:ext uri="{FF2B5EF4-FFF2-40B4-BE49-F238E27FC236}">
                <a16:creationId xmlns:a16="http://schemas.microsoft.com/office/drawing/2014/main" id="{AC9F35E4-8B5D-5CA2-4ED6-EAD7E4E52760}"/>
              </a:ext>
            </a:extLst>
          </p:cNvPr>
          <p:cNvSpPr/>
          <p:nvPr/>
        </p:nvSpPr>
        <p:spPr>
          <a:xfrm>
            <a:off x="2170157" y="2258211"/>
            <a:ext cx="874968" cy="4332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1">
            <a:extLst>
              <a:ext uri="{FF2B5EF4-FFF2-40B4-BE49-F238E27FC236}">
                <a16:creationId xmlns:a16="http://schemas.microsoft.com/office/drawing/2014/main" id="{AB385BA6-E3C4-A2FD-D5A5-B063DDCD27A3}"/>
              </a:ext>
            </a:extLst>
          </p:cNvPr>
          <p:cNvSpPr/>
          <p:nvPr/>
        </p:nvSpPr>
        <p:spPr>
          <a:xfrm>
            <a:off x="3390969" y="2253136"/>
            <a:ext cx="2116583" cy="5604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el número de invitados, en caso de haber.</a:t>
            </a:r>
          </a:p>
        </p:txBody>
      </p:sp>
      <p:sp>
        <p:nvSpPr>
          <p:cNvPr id="14" name="Rectángulo 13">
            <a:extLst>
              <a:ext uri="{FF2B5EF4-FFF2-40B4-BE49-F238E27FC236}">
                <a16:creationId xmlns:a16="http://schemas.microsoft.com/office/drawing/2014/main" id="{3EC48039-12D5-DC5D-43A5-CE933AC7ADEC}"/>
              </a:ext>
            </a:extLst>
          </p:cNvPr>
          <p:cNvSpPr/>
          <p:nvPr/>
        </p:nvSpPr>
        <p:spPr>
          <a:xfrm>
            <a:off x="10795769" y="5973682"/>
            <a:ext cx="627834"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9">
            <a:extLst>
              <a:ext uri="{FF2B5EF4-FFF2-40B4-BE49-F238E27FC236}">
                <a16:creationId xmlns:a16="http://schemas.microsoft.com/office/drawing/2014/main" id="{B31E472D-3B19-6E0A-7AF6-6D27897D7E62}"/>
              </a:ext>
            </a:extLst>
          </p:cNvPr>
          <p:cNvSpPr/>
          <p:nvPr/>
        </p:nvSpPr>
        <p:spPr>
          <a:xfrm>
            <a:off x="9869790" y="5243897"/>
            <a:ext cx="1499825" cy="2943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Grabar los cambios</a:t>
            </a:r>
          </a:p>
        </p:txBody>
      </p:sp>
      <p:sp>
        <p:nvSpPr>
          <p:cNvPr id="16" name="Rectángulo 15">
            <a:extLst>
              <a:ext uri="{FF2B5EF4-FFF2-40B4-BE49-F238E27FC236}">
                <a16:creationId xmlns:a16="http://schemas.microsoft.com/office/drawing/2014/main" id="{AED911A6-673E-3866-1A8F-7DF5F63BD832}"/>
              </a:ext>
            </a:extLst>
          </p:cNvPr>
          <p:cNvSpPr/>
          <p:nvPr/>
        </p:nvSpPr>
        <p:spPr>
          <a:xfrm>
            <a:off x="924367" y="5960244"/>
            <a:ext cx="302103"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6">
            <a:extLst>
              <a:ext uri="{FF2B5EF4-FFF2-40B4-BE49-F238E27FC236}">
                <a16:creationId xmlns:a16="http://schemas.microsoft.com/office/drawing/2014/main" id="{A6B6974B-7351-1B9B-CF59-05B4951D385B}"/>
              </a:ext>
            </a:extLst>
          </p:cNvPr>
          <p:cNvSpPr/>
          <p:nvPr/>
        </p:nvSpPr>
        <p:spPr>
          <a:xfrm>
            <a:off x="1526250" y="5225729"/>
            <a:ext cx="2279104" cy="7078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bloque siguiente para ingresar información de los invitados.</a:t>
            </a:r>
          </a:p>
        </p:txBody>
      </p:sp>
      <p:sp>
        <p:nvSpPr>
          <p:cNvPr id="18" name="Rectángulo redondeado 8">
            <a:extLst>
              <a:ext uri="{FF2B5EF4-FFF2-40B4-BE49-F238E27FC236}">
                <a16:creationId xmlns:a16="http://schemas.microsoft.com/office/drawing/2014/main" id="{DACFD2E7-A070-F4FC-B388-F38E0567FF57}"/>
              </a:ext>
            </a:extLst>
          </p:cNvPr>
          <p:cNvSpPr/>
          <p:nvPr/>
        </p:nvSpPr>
        <p:spPr>
          <a:xfrm>
            <a:off x="2665802" y="2746932"/>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19" name="Rectángulo redondeado 8">
            <a:extLst>
              <a:ext uri="{FF2B5EF4-FFF2-40B4-BE49-F238E27FC236}">
                <a16:creationId xmlns:a16="http://schemas.microsoft.com/office/drawing/2014/main" id="{1D30927D-4030-E890-6C3C-520A60BEB58C}"/>
              </a:ext>
            </a:extLst>
          </p:cNvPr>
          <p:cNvSpPr/>
          <p:nvPr/>
        </p:nvSpPr>
        <p:spPr>
          <a:xfrm>
            <a:off x="1075418" y="5533418"/>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20" name="Rectángulo redondeado 8">
            <a:extLst>
              <a:ext uri="{FF2B5EF4-FFF2-40B4-BE49-F238E27FC236}">
                <a16:creationId xmlns:a16="http://schemas.microsoft.com/office/drawing/2014/main" id="{C8D7B552-DA13-99BD-01DC-C7B55D289D21}"/>
              </a:ext>
            </a:extLst>
          </p:cNvPr>
          <p:cNvSpPr/>
          <p:nvPr/>
        </p:nvSpPr>
        <p:spPr>
          <a:xfrm>
            <a:off x="10960471" y="5649555"/>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Tree>
    <p:extLst>
      <p:ext uri="{BB962C8B-B14F-4D97-AF65-F5344CB8AC3E}">
        <p14:creationId xmlns:p14="http://schemas.microsoft.com/office/powerpoint/2010/main" val="366556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56F0-BECA-8828-83EF-437EE016979E}"/>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053A42C-40FB-6A24-89C3-AFA4E103F133}"/>
              </a:ext>
            </a:extLst>
          </p:cNvPr>
          <p:cNvPicPr>
            <a:picLocks noChangeAspect="1"/>
          </p:cNvPicPr>
          <p:nvPr/>
        </p:nvPicPr>
        <p:blipFill>
          <a:blip r:embed="rId2"/>
          <a:stretch>
            <a:fillRect/>
          </a:stretch>
        </p:blipFill>
        <p:spPr>
          <a:xfrm>
            <a:off x="699386" y="1255463"/>
            <a:ext cx="10670229" cy="5070171"/>
          </a:xfrm>
          <a:prstGeom prst="rect">
            <a:avLst/>
          </a:prstGeom>
        </p:spPr>
      </p:pic>
      <p:sp>
        <p:nvSpPr>
          <p:cNvPr id="3" name="Marcador de texto vertical 2">
            <a:extLst>
              <a:ext uri="{FF2B5EF4-FFF2-40B4-BE49-F238E27FC236}">
                <a16:creationId xmlns:a16="http://schemas.microsoft.com/office/drawing/2014/main" id="{B1C6EDAB-457B-4CA4-886C-16DF4403517D}"/>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07385CC5-F7B9-A0BC-5C25-19DD0F98F5B5}"/>
              </a:ext>
            </a:extLst>
          </p:cNvPr>
          <p:cNvSpPr>
            <a:spLocks noGrp="1"/>
          </p:cNvSpPr>
          <p:nvPr>
            <p:ph type="sldNum" sz="quarter" idx="4"/>
          </p:nvPr>
        </p:nvSpPr>
        <p:spPr/>
        <p:txBody>
          <a:bodyPr/>
          <a:lstStyle/>
          <a:p>
            <a:fld id="{4A16F8ED-7337-F64C-865A-41A1F48E54DF}" type="slidenum">
              <a:rPr lang="en-US" smtClean="0"/>
              <a:pPr/>
              <a:t>38</a:t>
            </a:fld>
            <a:endParaRPr lang="en-US" dirty="0"/>
          </a:p>
        </p:txBody>
      </p:sp>
      <p:sp>
        <p:nvSpPr>
          <p:cNvPr id="4" name="Título 3">
            <a:extLst>
              <a:ext uri="{FF2B5EF4-FFF2-40B4-BE49-F238E27FC236}">
                <a16:creationId xmlns:a16="http://schemas.microsoft.com/office/drawing/2014/main" id="{441884FE-12DB-ADD8-36D7-7842CC3172F9}"/>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Inscribir GEAATID</a:t>
            </a:r>
            <a:endParaRPr lang="es-CL" b="0" dirty="0">
              <a:solidFill>
                <a:schemeClr val="accent1"/>
              </a:solidFill>
            </a:endParaRPr>
          </a:p>
        </p:txBody>
      </p:sp>
      <p:sp>
        <p:nvSpPr>
          <p:cNvPr id="12" name="Rectángulo 11">
            <a:extLst>
              <a:ext uri="{FF2B5EF4-FFF2-40B4-BE49-F238E27FC236}">
                <a16:creationId xmlns:a16="http://schemas.microsoft.com/office/drawing/2014/main" id="{686BDD86-A82C-3919-7B98-6C80B466F225}"/>
              </a:ext>
            </a:extLst>
          </p:cNvPr>
          <p:cNvSpPr/>
          <p:nvPr/>
        </p:nvSpPr>
        <p:spPr>
          <a:xfrm>
            <a:off x="2174466" y="2216989"/>
            <a:ext cx="844779" cy="4772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1">
            <a:extLst>
              <a:ext uri="{FF2B5EF4-FFF2-40B4-BE49-F238E27FC236}">
                <a16:creationId xmlns:a16="http://schemas.microsoft.com/office/drawing/2014/main" id="{0861068A-B049-FA7C-26EF-0451E2AA9C38}"/>
              </a:ext>
            </a:extLst>
          </p:cNvPr>
          <p:cNvSpPr/>
          <p:nvPr/>
        </p:nvSpPr>
        <p:spPr>
          <a:xfrm>
            <a:off x="3192883" y="3515315"/>
            <a:ext cx="2402015" cy="6253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Ingresar el ID de invitado, y opcionalmente la relación con la persona que lo invita.</a:t>
            </a:r>
          </a:p>
        </p:txBody>
      </p:sp>
      <p:sp>
        <p:nvSpPr>
          <p:cNvPr id="21" name="Rectángulo redondeado 8">
            <a:extLst>
              <a:ext uri="{FF2B5EF4-FFF2-40B4-BE49-F238E27FC236}">
                <a16:creationId xmlns:a16="http://schemas.microsoft.com/office/drawing/2014/main" id="{170DF873-0B0C-E0C5-1F13-5097B5D92116}"/>
              </a:ext>
            </a:extLst>
          </p:cNvPr>
          <p:cNvSpPr/>
          <p:nvPr/>
        </p:nvSpPr>
        <p:spPr>
          <a:xfrm>
            <a:off x="2552263" y="3203263"/>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2" name="Rectángulo redondeado 8">
            <a:extLst>
              <a:ext uri="{FF2B5EF4-FFF2-40B4-BE49-F238E27FC236}">
                <a16:creationId xmlns:a16="http://schemas.microsoft.com/office/drawing/2014/main" id="{76BE599E-2B02-993D-E0CB-9C1F4C818560}"/>
              </a:ext>
            </a:extLst>
          </p:cNvPr>
          <p:cNvSpPr/>
          <p:nvPr/>
        </p:nvSpPr>
        <p:spPr>
          <a:xfrm>
            <a:off x="10985287" y="5632407"/>
            <a:ext cx="243317" cy="225735"/>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
        <p:nvSpPr>
          <p:cNvPr id="7" name="Rectángulo redondeado 9">
            <a:extLst>
              <a:ext uri="{FF2B5EF4-FFF2-40B4-BE49-F238E27FC236}">
                <a16:creationId xmlns:a16="http://schemas.microsoft.com/office/drawing/2014/main" id="{79371090-5E7E-AA89-F1ED-C2A216CCB5A3}"/>
              </a:ext>
            </a:extLst>
          </p:cNvPr>
          <p:cNvSpPr/>
          <p:nvPr/>
        </p:nvSpPr>
        <p:spPr>
          <a:xfrm>
            <a:off x="9891638" y="5323752"/>
            <a:ext cx="1499825" cy="2926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Grabar los cambios</a:t>
            </a:r>
          </a:p>
        </p:txBody>
      </p:sp>
      <p:sp>
        <p:nvSpPr>
          <p:cNvPr id="8" name="Rectángulo redondeado 13">
            <a:extLst>
              <a:ext uri="{FF2B5EF4-FFF2-40B4-BE49-F238E27FC236}">
                <a16:creationId xmlns:a16="http://schemas.microsoft.com/office/drawing/2014/main" id="{8BAC429A-DDF8-FD01-E0CE-7E4C8431614A}"/>
              </a:ext>
            </a:extLst>
          </p:cNvPr>
          <p:cNvSpPr/>
          <p:nvPr/>
        </p:nvSpPr>
        <p:spPr>
          <a:xfrm>
            <a:off x="1579310" y="4508039"/>
            <a:ext cx="4516690" cy="73475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b="1" dirty="0"/>
              <a:t>Observación</a:t>
            </a:r>
          </a:p>
          <a:p>
            <a:pPr algn="ctr"/>
            <a:r>
              <a:rPr lang="es-ES_tradnl" sz="1100" dirty="0"/>
              <a:t>Para ingresar el invitado debe tener un ID en Banner para que se pueda registrar</a:t>
            </a:r>
          </a:p>
        </p:txBody>
      </p:sp>
      <p:sp>
        <p:nvSpPr>
          <p:cNvPr id="22" name="Rectángulo 21">
            <a:extLst>
              <a:ext uri="{FF2B5EF4-FFF2-40B4-BE49-F238E27FC236}">
                <a16:creationId xmlns:a16="http://schemas.microsoft.com/office/drawing/2014/main" id="{F7923A85-9C1F-D9E2-622F-7F378BC68F9C}"/>
              </a:ext>
            </a:extLst>
          </p:cNvPr>
          <p:cNvSpPr/>
          <p:nvPr/>
        </p:nvSpPr>
        <p:spPr>
          <a:xfrm>
            <a:off x="10793029" y="5991034"/>
            <a:ext cx="627834" cy="2926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A0A5CCDE-0B0D-136F-D4E1-5D09C4F30FAC}"/>
              </a:ext>
            </a:extLst>
          </p:cNvPr>
          <p:cNvSpPr/>
          <p:nvPr/>
        </p:nvSpPr>
        <p:spPr>
          <a:xfrm>
            <a:off x="1353366" y="3206060"/>
            <a:ext cx="1111928"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4188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2"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3714E-310B-C792-47F4-281F17309CB7}"/>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EEE6F859-25D0-FAFB-0CF1-D4BBA31A799E}"/>
              </a:ext>
            </a:extLst>
          </p:cNvPr>
          <p:cNvSpPr>
            <a:spLocks noGrp="1"/>
          </p:cNvSpPr>
          <p:nvPr>
            <p:ph type="body" orient="vert" sz="quarter" idx="10"/>
          </p:nvPr>
        </p:nvSpPr>
        <p:spPr/>
        <p:txBody>
          <a:bodyPr/>
          <a:lstStyle/>
          <a:p>
            <a:r>
              <a:rPr lang="es-MX" sz="1200" dirty="0"/>
              <a:t>Definir y diseñar los eventos </a:t>
            </a:r>
            <a:endParaRPr lang="es-419" sz="1200" dirty="0"/>
          </a:p>
        </p:txBody>
      </p:sp>
      <p:sp>
        <p:nvSpPr>
          <p:cNvPr id="16" name="Title 15">
            <a:extLst>
              <a:ext uri="{FF2B5EF4-FFF2-40B4-BE49-F238E27FC236}">
                <a16:creationId xmlns:a16="http://schemas.microsoft.com/office/drawing/2014/main" id="{F3182067-A598-B868-8FDC-C2F94D82A6B1}"/>
              </a:ext>
            </a:extLst>
          </p:cNvPr>
          <p:cNvSpPr>
            <a:spLocks noGrp="1"/>
          </p:cNvSpPr>
          <p:nvPr>
            <p:ph type="title"/>
          </p:nvPr>
        </p:nvSpPr>
        <p:spPr/>
        <p:txBody>
          <a:bodyPr/>
          <a:lstStyle/>
          <a:p>
            <a:r>
              <a:rPr lang="en-US" dirty="0"/>
              <a:t>Registrar Asistencia</a:t>
            </a:r>
            <a:endParaRPr lang="en-US" sz="3200" b="1" dirty="0">
              <a:solidFill>
                <a:schemeClr val="bg1"/>
              </a:solidFill>
            </a:endParaRPr>
          </a:p>
        </p:txBody>
      </p:sp>
      <p:sp>
        <p:nvSpPr>
          <p:cNvPr id="17" name="Text Placeholder 16">
            <a:extLst>
              <a:ext uri="{FF2B5EF4-FFF2-40B4-BE49-F238E27FC236}">
                <a16:creationId xmlns:a16="http://schemas.microsoft.com/office/drawing/2014/main" id="{71222B85-93FF-BD75-7C2E-7C7FD5D45B79}"/>
              </a:ext>
            </a:extLst>
          </p:cNvPr>
          <p:cNvSpPr>
            <a:spLocks noGrp="1"/>
          </p:cNvSpPr>
          <p:nvPr>
            <p:ph type="body" sz="quarter" idx="18"/>
          </p:nvPr>
        </p:nvSpPr>
        <p:spPr/>
        <p:txBody>
          <a:bodyPr/>
          <a:lstStyle/>
          <a:p>
            <a:r>
              <a:rPr lang="en-US" dirty="0"/>
              <a:t>Por Backoffice</a:t>
            </a:r>
          </a:p>
        </p:txBody>
      </p:sp>
      <p:sp>
        <p:nvSpPr>
          <p:cNvPr id="18" name="Slide Number Placeholder 17">
            <a:extLst>
              <a:ext uri="{FF2B5EF4-FFF2-40B4-BE49-F238E27FC236}">
                <a16:creationId xmlns:a16="http://schemas.microsoft.com/office/drawing/2014/main" id="{BE12ADD9-01E5-C07D-A634-A4C8E36C94A5}"/>
              </a:ext>
            </a:extLst>
          </p:cNvPr>
          <p:cNvSpPr>
            <a:spLocks noGrp="1"/>
          </p:cNvSpPr>
          <p:nvPr>
            <p:ph type="sldNum" sz="quarter" idx="4"/>
          </p:nvPr>
        </p:nvSpPr>
        <p:spPr/>
        <p:txBody>
          <a:bodyPr/>
          <a:lstStyle/>
          <a:p>
            <a:fld id="{4A16F8ED-7337-F64C-865A-41A1F48E54DF}" type="slidenum">
              <a:rPr lang="en-US" smtClean="0"/>
              <a:pPr/>
              <a:t>39</a:t>
            </a:fld>
            <a:endParaRPr lang="en-US" dirty="0"/>
          </a:p>
        </p:txBody>
      </p:sp>
    </p:spTree>
    <p:extLst>
      <p:ext uri="{BB962C8B-B14F-4D97-AF65-F5344CB8AC3E}">
        <p14:creationId xmlns:p14="http://schemas.microsoft.com/office/powerpoint/2010/main" val="1958827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2354D-57DB-CC6E-74BD-1F6C12603ED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0B29607-4216-67EC-AD22-81AAD277E2BC}"/>
              </a:ext>
            </a:extLst>
          </p:cNvPr>
          <p:cNvPicPr>
            <a:picLocks noChangeAspect="1"/>
          </p:cNvPicPr>
          <p:nvPr/>
        </p:nvPicPr>
        <p:blipFill>
          <a:blip r:embed="rId2"/>
          <a:stretch>
            <a:fillRect/>
          </a:stretch>
        </p:blipFill>
        <p:spPr>
          <a:xfrm>
            <a:off x="707366" y="1114111"/>
            <a:ext cx="10972800" cy="5208499"/>
          </a:xfrm>
          <a:prstGeom prst="rect">
            <a:avLst/>
          </a:prstGeom>
        </p:spPr>
      </p:pic>
      <p:sp>
        <p:nvSpPr>
          <p:cNvPr id="3" name="Marcador de texto vertical 2">
            <a:extLst>
              <a:ext uri="{FF2B5EF4-FFF2-40B4-BE49-F238E27FC236}">
                <a16:creationId xmlns:a16="http://schemas.microsoft.com/office/drawing/2014/main" id="{8C94DD68-20C9-D20E-D7B2-F6DBD463DA1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77009443-25FF-694A-16BC-7870A7594496}"/>
              </a:ext>
            </a:extLst>
          </p:cNvPr>
          <p:cNvSpPr>
            <a:spLocks noGrp="1"/>
          </p:cNvSpPr>
          <p:nvPr>
            <p:ph type="sldNum" sz="quarter" idx="4"/>
          </p:nvPr>
        </p:nvSpPr>
        <p:spPr/>
        <p:txBody>
          <a:bodyPr/>
          <a:lstStyle/>
          <a:p>
            <a:fld id="{4A16F8ED-7337-F64C-865A-41A1F48E54DF}" type="slidenum">
              <a:rPr lang="en-US" smtClean="0"/>
              <a:pPr/>
              <a:t>40</a:t>
            </a:fld>
            <a:endParaRPr lang="en-US" dirty="0"/>
          </a:p>
        </p:txBody>
      </p:sp>
      <p:sp>
        <p:nvSpPr>
          <p:cNvPr id="4" name="Título 3">
            <a:extLst>
              <a:ext uri="{FF2B5EF4-FFF2-40B4-BE49-F238E27FC236}">
                <a16:creationId xmlns:a16="http://schemas.microsoft.com/office/drawing/2014/main" id="{8DD709A9-A8EC-B388-E2B5-240674B7950F}"/>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Registrar asistencia GEAATRK</a:t>
            </a:r>
            <a:endParaRPr lang="es-CL" b="0" dirty="0">
              <a:solidFill>
                <a:schemeClr val="accent1"/>
              </a:solidFill>
            </a:endParaRPr>
          </a:p>
        </p:txBody>
      </p:sp>
      <p:sp>
        <p:nvSpPr>
          <p:cNvPr id="8" name="Rectángulo redondeado 11">
            <a:extLst>
              <a:ext uri="{FF2B5EF4-FFF2-40B4-BE49-F238E27FC236}">
                <a16:creationId xmlns:a16="http://schemas.microsoft.com/office/drawing/2014/main" id="{7399BA14-E123-02C5-CDEE-F447A7A8D410}"/>
              </a:ext>
            </a:extLst>
          </p:cNvPr>
          <p:cNvSpPr/>
          <p:nvPr/>
        </p:nvSpPr>
        <p:spPr>
          <a:xfrm>
            <a:off x="1376526" y="2403861"/>
            <a:ext cx="2926363" cy="73724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En GEAATRK seleccionar el evento al que se desea ingresar asistencia. Si es necesario, presionar el botón “…”</a:t>
            </a:r>
          </a:p>
        </p:txBody>
      </p:sp>
      <p:sp>
        <p:nvSpPr>
          <p:cNvPr id="9" name="Rectángulo redondeado 9">
            <a:extLst>
              <a:ext uri="{FF2B5EF4-FFF2-40B4-BE49-F238E27FC236}">
                <a16:creationId xmlns:a16="http://schemas.microsoft.com/office/drawing/2014/main" id="{CCF64676-A2BB-1C55-5590-0560EE601CE0}"/>
              </a:ext>
            </a:extLst>
          </p:cNvPr>
          <p:cNvSpPr/>
          <p:nvPr/>
        </p:nvSpPr>
        <p:spPr>
          <a:xfrm>
            <a:off x="10075091" y="1725771"/>
            <a:ext cx="1064485" cy="2799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Presionar “Ir”</a:t>
            </a:r>
          </a:p>
        </p:txBody>
      </p:sp>
      <p:sp>
        <p:nvSpPr>
          <p:cNvPr id="10" name="Rectángulo 9">
            <a:extLst>
              <a:ext uri="{FF2B5EF4-FFF2-40B4-BE49-F238E27FC236}">
                <a16:creationId xmlns:a16="http://schemas.microsoft.com/office/drawing/2014/main" id="{30BC2735-50C3-2ADC-4217-31048D448473}"/>
              </a:ext>
            </a:extLst>
          </p:cNvPr>
          <p:cNvSpPr/>
          <p:nvPr/>
        </p:nvSpPr>
        <p:spPr>
          <a:xfrm>
            <a:off x="11188459" y="1742716"/>
            <a:ext cx="491707"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7D8217A0-8EE7-2857-3D5E-529749A67023}"/>
              </a:ext>
            </a:extLst>
          </p:cNvPr>
          <p:cNvSpPr/>
          <p:nvPr/>
        </p:nvSpPr>
        <p:spPr>
          <a:xfrm>
            <a:off x="1117898" y="1725771"/>
            <a:ext cx="2599918" cy="2229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4947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1AB59-BBFF-8D79-0561-5F3CF9228A4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C5C6D45-C75D-2E4A-3980-0CC86CFBE37F}"/>
              </a:ext>
            </a:extLst>
          </p:cNvPr>
          <p:cNvPicPr>
            <a:picLocks noChangeAspect="1"/>
          </p:cNvPicPr>
          <p:nvPr/>
        </p:nvPicPr>
        <p:blipFill>
          <a:blip r:embed="rId2"/>
          <a:stretch>
            <a:fillRect/>
          </a:stretch>
        </p:blipFill>
        <p:spPr>
          <a:xfrm>
            <a:off x="751974" y="1129142"/>
            <a:ext cx="10954071" cy="5185764"/>
          </a:xfrm>
          <a:prstGeom prst="rect">
            <a:avLst/>
          </a:prstGeom>
        </p:spPr>
      </p:pic>
      <p:sp>
        <p:nvSpPr>
          <p:cNvPr id="3" name="Marcador de texto vertical 2">
            <a:extLst>
              <a:ext uri="{FF2B5EF4-FFF2-40B4-BE49-F238E27FC236}">
                <a16:creationId xmlns:a16="http://schemas.microsoft.com/office/drawing/2014/main" id="{C8A3530D-A82C-A5A7-241E-99A163818DE5}"/>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A16F2995-CAE3-5727-27AB-9A360EDADCCB}"/>
              </a:ext>
            </a:extLst>
          </p:cNvPr>
          <p:cNvSpPr>
            <a:spLocks noGrp="1"/>
          </p:cNvSpPr>
          <p:nvPr>
            <p:ph type="sldNum" sz="quarter" idx="4"/>
          </p:nvPr>
        </p:nvSpPr>
        <p:spPr/>
        <p:txBody>
          <a:bodyPr/>
          <a:lstStyle/>
          <a:p>
            <a:fld id="{4A16F8ED-7337-F64C-865A-41A1F48E54DF}" type="slidenum">
              <a:rPr lang="en-US" smtClean="0"/>
              <a:pPr/>
              <a:t>41</a:t>
            </a:fld>
            <a:endParaRPr lang="en-US" dirty="0"/>
          </a:p>
        </p:txBody>
      </p:sp>
      <p:sp>
        <p:nvSpPr>
          <p:cNvPr id="4" name="Título 3">
            <a:extLst>
              <a:ext uri="{FF2B5EF4-FFF2-40B4-BE49-F238E27FC236}">
                <a16:creationId xmlns:a16="http://schemas.microsoft.com/office/drawing/2014/main" id="{328ECFFC-4FC2-4422-1F3A-F15F9A9B5FDD}"/>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Registrar asistencia GEAATRK</a:t>
            </a:r>
            <a:endParaRPr lang="es-CL" b="0" dirty="0">
              <a:solidFill>
                <a:schemeClr val="accent1"/>
              </a:solidFill>
            </a:endParaRPr>
          </a:p>
        </p:txBody>
      </p:sp>
      <p:sp>
        <p:nvSpPr>
          <p:cNvPr id="8" name="Rectángulo 7">
            <a:extLst>
              <a:ext uri="{FF2B5EF4-FFF2-40B4-BE49-F238E27FC236}">
                <a16:creationId xmlns:a16="http://schemas.microsoft.com/office/drawing/2014/main" id="{B32E5088-BA56-FF8C-150D-69DA73230B3E}"/>
              </a:ext>
            </a:extLst>
          </p:cNvPr>
          <p:cNvSpPr/>
          <p:nvPr/>
        </p:nvSpPr>
        <p:spPr>
          <a:xfrm>
            <a:off x="705534" y="3140002"/>
            <a:ext cx="10481308" cy="74568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70BB74FA-EE55-EA30-B031-6A5482559210}"/>
              </a:ext>
            </a:extLst>
          </p:cNvPr>
          <p:cNvSpPr/>
          <p:nvPr/>
        </p:nvSpPr>
        <p:spPr>
          <a:xfrm>
            <a:off x="1246381" y="4319383"/>
            <a:ext cx="2057873" cy="4742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personas inscritas aparecerán en la lista.</a:t>
            </a:r>
          </a:p>
        </p:txBody>
      </p:sp>
      <p:sp>
        <p:nvSpPr>
          <p:cNvPr id="10" name="Rectángulo redondeado 13">
            <a:extLst>
              <a:ext uri="{FF2B5EF4-FFF2-40B4-BE49-F238E27FC236}">
                <a16:creationId xmlns:a16="http://schemas.microsoft.com/office/drawing/2014/main" id="{DCC6D093-04C2-BD40-4EB5-584DFBB15F99}"/>
              </a:ext>
            </a:extLst>
          </p:cNvPr>
          <p:cNvSpPr/>
          <p:nvPr/>
        </p:nvSpPr>
        <p:spPr>
          <a:xfrm>
            <a:off x="1651107" y="3971339"/>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esquinas redondeadas 10">
            <a:extLst>
              <a:ext uri="{FF2B5EF4-FFF2-40B4-BE49-F238E27FC236}">
                <a16:creationId xmlns:a16="http://schemas.microsoft.com/office/drawing/2014/main" id="{F1152A9F-AF1C-57E0-6DCD-83ED7DAFD7FA}"/>
              </a:ext>
            </a:extLst>
          </p:cNvPr>
          <p:cNvSpPr/>
          <p:nvPr/>
        </p:nvSpPr>
        <p:spPr>
          <a:xfrm>
            <a:off x="8606590" y="4272135"/>
            <a:ext cx="2833436" cy="9106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sz="1100" dirty="0"/>
              <a:t>Si se han inscrito invitados desde la web personas que no existen en Banner, éstos no aparecerán en esta lista.</a:t>
            </a:r>
            <a:endParaRPr lang="en-US" sz="1100" dirty="0"/>
          </a:p>
        </p:txBody>
      </p:sp>
    </p:spTree>
    <p:extLst>
      <p:ext uri="{BB962C8B-B14F-4D97-AF65-F5344CB8AC3E}">
        <p14:creationId xmlns:p14="http://schemas.microsoft.com/office/powerpoint/2010/main" val="354518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E13A-FA60-83DF-2712-63F872B06C60}"/>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F6556D43-02E2-E5C9-965C-31154CF7E3CB}"/>
              </a:ext>
            </a:extLst>
          </p:cNvPr>
          <p:cNvPicPr>
            <a:picLocks noChangeAspect="1"/>
          </p:cNvPicPr>
          <p:nvPr/>
        </p:nvPicPr>
        <p:blipFill>
          <a:blip r:embed="rId2"/>
          <a:stretch>
            <a:fillRect/>
          </a:stretch>
        </p:blipFill>
        <p:spPr>
          <a:xfrm>
            <a:off x="751974" y="1129142"/>
            <a:ext cx="10954071" cy="5185764"/>
          </a:xfrm>
          <a:prstGeom prst="rect">
            <a:avLst/>
          </a:prstGeom>
        </p:spPr>
      </p:pic>
      <p:sp>
        <p:nvSpPr>
          <p:cNvPr id="3" name="Marcador de texto vertical 2">
            <a:extLst>
              <a:ext uri="{FF2B5EF4-FFF2-40B4-BE49-F238E27FC236}">
                <a16:creationId xmlns:a16="http://schemas.microsoft.com/office/drawing/2014/main" id="{BCA19A48-7DA2-2ED6-7E39-9A667A62BB1A}"/>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B384C8E7-DF98-A4DB-345D-4EAD037A3244}"/>
              </a:ext>
            </a:extLst>
          </p:cNvPr>
          <p:cNvSpPr>
            <a:spLocks noGrp="1"/>
          </p:cNvSpPr>
          <p:nvPr>
            <p:ph type="sldNum" sz="quarter" idx="4"/>
          </p:nvPr>
        </p:nvSpPr>
        <p:spPr/>
        <p:txBody>
          <a:bodyPr/>
          <a:lstStyle/>
          <a:p>
            <a:fld id="{4A16F8ED-7337-F64C-865A-41A1F48E54DF}" type="slidenum">
              <a:rPr lang="en-US" smtClean="0"/>
              <a:pPr/>
              <a:t>42</a:t>
            </a:fld>
            <a:endParaRPr lang="en-US" dirty="0"/>
          </a:p>
        </p:txBody>
      </p:sp>
      <p:sp>
        <p:nvSpPr>
          <p:cNvPr id="4" name="Título 3">
            <a:extLst>
              <a:ext uri="{FF2B5EF4-FFF2-40B4-BE49-F238E27FC236}">
                <a16:creationId xmlns:a16="http://schemas.microsoft.com/office/drawing/2014/main" id="{C349AFB2-CC24-0F4B-A325-C4E2BC938D71}"/>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Registrar asistencia GEAATRK</a:t>
            </a:r>
            <a:endParaRPr lang="es-CL" b="0" dirty="0">
              <a:solidFill>
                <a:schemeClr val="accent1"/>
              </a:solidFill>
            </a:endParaRPr>
          </a:p>
        </p:txBody>
      </p:sp>
      <p:sp>
        <p:nvSpPr>
          <p:cNvPr id="2" name="Rectángulo 1">
            <a:extLst>
              <a:ext uri="{FF2B5EF4-FFF2-40B4-BE49-F238E27FC236}">
                <a16:creationId xmlns:a16="http://schemas.microsoft.com/office/drawing/2014/main" id="{24D61F18-5D44-40A0-2421-0FDC10F3A00A}"/>
              </a:ext>
            </a:extLst>
          </p:cNvPr>
          <p:cNvSpPr/>
          <p:nvPr/>
        </p:nvSpPr>
        <p:spPr>
          <a:xfrm>
            <a:off x="735799" y="3056964"/>
            <a:ext cx="670307" cy="61789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7" name="Rectángulo redondeado 11">
            <a:extLst>
              <a:ext uri="{FF2B5EF4-FFF2-40B4-BE49-F238E27FC236}">
                <a16:creationId xmlns:a16="http://schemas.microsoft.com/office/drawing/2014/main" id="{CCB115E1-7E8E-87E3-ECB9-9AF4BEBD866F}"/>
              </a:ext>
            </a:extLst>
          </p:cNvPr>
          <p:cNvSpPr/>
          <p:nvPr/>
        </p:nvSpPr>
        <p:spPr>
          <a:xfrm>
            <a:off x="959717" y="4209580"/>
            <a:ext cx="2364643" cy="5235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seleccionan las personas que asistieron.</a:t>
            </a:r>
          </a:p>
        </p:txBody>
      </p:sp>
      <p:sp>
        <p:nvSpPr>
          <p:cNvPr id="8" name="Rectángulo 7">
            <a:extLst>
              <a:ext uri="{FF2B5EF4-FFF2-40B4-BE49-F238E27FC236}">
                <a16:creationId xmlns:a16="http://schemas.microsoft.com/office/drawing/2014/main" id="{9839103D-0CC3-20AD-0F7D-E95A7C2CBBF6}"/>
              </a:ext>
            </a:extLst>
          </p:cNvPr>
          <p:cNvSpPr/>
          <p:nvPr/>
        </p:nvSpPr>
        <p:spPr>
          <a:xfrm>
            <a:off x="1548479" y="2959199"/>
            <a:ext cx="1108457" cy="22822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D91815B4-8219-08C6-A6FD-137AF791DD01}"/>
              </a:ext>
            </a:extLst>
          </p:cNvPr>
          <p:cNvSpPr/>
          <p:nvPr/>
        </p:nvSpPr>
        <p:spPr>
          <a:xfrm>
            <a:off x="4007224" y="2128109"/>
            <a:ext cx="2969916" cy="612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presiona el botón Marcar como “Asistió” para que se registre la asistencia</a:t>
            </a:r>
          </a:p>
        </p:txBody>
      </p:sp>
      <p:sp>
        <p:nvSpPr>
          <p:cNvPr id="10" name="Rectángulo redondeado 13">
            <a:extLst>
              <a:ext uri="{FF2B5EF4-FFF2-40B4-BE49-F238E27FC236}">
                <a16:creationId xmlns:a16="http://schemas.microsoft.com/office/drawing/2014/main" id="{F17AD4AB-BD13-9BFC-AF4F-AB1B7DF4BCFF}"/>
              </a:ext>
            </a:extLst>
          </p:cNvPr>
          <p:cNvSpPr/>
          <p:nvPr/>
        </p:nvSpPr>
        <p:spPr>
          <a:xfrm>
            <a:off x="1070952" y="3883558"/>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1" name="Rectángulo redondeado 13">
            <a:extLst>
              <a:ext uri="{FF2B5EF4-FFF2-40B4-BE49-F238E27FC236}">
                <a16:creationId xmlns:a16="http://schemas.microsoft.com/office/drawing/2014/main" id="{507253CC-A79E-5636-D81F-9133EB87ACFA}"/>
              </a:ext>
            </a:extLst>
          </p:cNvPr>
          <p:cNvSpPr/>
          <p:nvPr/>
        </p:nvSpPr>
        <p:spPr>
          <a:xfrm>
            <a:off x="3574573" y="2324956"/>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2" name="Rectángulo 11">
            <a:extLst>
              <a:ext uri="{FF2B5EF4-FFF2-40B4-BE49-F238E27FC236}">
                <a16:creationId xmlns:a16="http://schemas.microsoft.com/office/drawing/2014/main" id="{A47410D3-555B-6B1C-882D-F6DE0EA365D3}"/>
              </a:ext>
            </a:extLst>
          </p:cNvPr>
          <p:cNvSpPr/>
          <p:nvPr/>
        </p:nvSpPr>
        <p:spPr>
          <a:xfrm>
            <a:off x="3209365" y="3612776"/>
            <a:ext cx="331694" cy="134471"/>
          </a:xfrm>
          <a:prstGeom prst="rect">
            <a:avLst/>
          </a:prstGeom>
          <a:solidFill>
            <a:srgbClr val="CCD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4388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9874B-E0A6-49A6-FBFE-536B9B9C6869}"/>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52CF9BF4-9A99-5376-E783-CF497CFD2335}"/>
              </a:ext>
            </a:extLst>
          </p:cNvPr>
          <p:cNvPicPr>
            <a:picLocks noChangeAspect="1"/>
          </p:cNvPicPr>
          <p:nvPr/>
        </p:nvPicPr>
        <p:blipFill>
          <a:blip r:embed="rId2"/>
          <a:stretch>
            <a:fillRect/>
          </a:stretch>
        </p:blipFill>
        <p:spPr>
          <a:xfrm>
            <a:off x="810247" y="1249390"/>
            <a:ext cx="10705692" cy="5061991"/>
          </a:xfrm>
          <a:prstGeom prst="rect">
            <a:avLst/>
          </a:prstGeom>
        </p:spPr>
      </p:pic>
      <p:sp>
        <p:nvSpPr>
          <p:cNvPr id="3" name="Marcador de texto vertical 2">
            <a:extLst>
              <a:ext uri="{FF2B5EF4-FFF2-40B4-BE49-F238E27FC236}">
                <a16:creationId xmlns:a16="http://schemas.microsoft.com/office/drawing/2014/main" id="{2F67CF6C-A5BD-62A4-DB6A-7552339BE303}"/>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55EF1822-9BB1-97E8-D7CA-97D3AC9ED59C}"/>
              </a:ext>
            </a:extLst>
          </p:cNvPr>
          <p:cNvSpPr>
            <a:spLocks noGrp="1"/>
          </p:cNvSpPr>
          <p:nvPr>
            <p:ph type="sldNum" sz="quarter" idx="4"/>
          </p:nvPr>
        </p:nvSpPr>
        <p:spPr/>
        <p:txBody>
          <a:bodyPr/>
          <a:lstStyle/>
          <a:p>
            <a:fld id="{4A16F8ED-7337-F64C-865A-41A1F48E54DF}" type="slidenum">
              <a:rPr lang="en-US" smtClean="0"/>
              <a:pPr/>
              <a:t>43</a:t>
            </a:fld>
            <a:endParaRPr lang="en-US" dirty="0"/>
          </a:p>
        </p:txBody>
      </p:sp>
      <p:sp>
        <p:nvSpPr>
          <p:cNvPr id="4" name="Título 3">
            <a:extLst>
              <a:ext uri="{FF2B5EF4-FFF2-40B4-BE49-F238E27FC236}">
                <a16:creationId xmlns:a16="http://schemas.microsoft.com/office/drawing/2014/main" id="{3C8630E5-F8A7-CEB3-4D10-0F73B0A50CB5}"/>
              </a:ext>
            </a:extLst>
          </p:cNvPr>
          <p:cNvSpPr>
            <a:spLocks noGrp="1"/>
          </p:cNvSpPr>
          <p:nvPr>
            <p:ph type="title"/>
          </p:nvPr>
        </p:nvSpPr>
        <p:spPr>
          <a:xfrm>
            <a:off x="810247" y="327992"/>
            <a:ext cx="10271883" cy="626165"/>
          </a:xfrm>
        </p:spPr>
        <p:txBody>
          <a:bodyPr/>
          <a:lstStyle/>
          <a:p>
            <a:r>
              <a:rPr lang="es-ES_tradnl" dirty="0">
                <a:solidFill>
                  <a:schemeClr val="accent1"/>
                </a:solidFill>
              </a:rPr>
              <a:t>Gestionar el evento: </a:t>
            </a:r>
            <a:r>
              <a:rPr lang="es-ES_tradnl" b="0" dirty="0">
                <a:solidFill>
                  <a:schemeClr val="accent1"/>
                </a:solidFill>
              </a:rPr>
              <a:t>Registrar asistencia GEAATRK</a:t>
            </a:r>
            <a:endParaRPr lang="es-CL" b="0" dirty="0">
              <a:solidFill>
                <a:schemeClr val="accent1"/>
              </a:solidFill>
            </a:endParaRPr>
          </a:p>
        </p:txBody>
      </p:sp>
      <p:sp>
        <p:nvSpPr>
          <p:cNvPr id="2" name="Rectángulo redondeado 13">
            <a:extLst>
              <a:ext uri="{FF2B5EF4-FFF2-40B4-BE49-F238E27FC236}">
                <a16:creationId xmlns:a16="http://schemas.microsoft.com/office/drawing/2014/main" id="{EFCEC6E6-2CD3-91BC-79EA-6E537F2C63C9}"/>
              </a:ext>
            </a:extLst>
          </p:cNvPr>
          <p:cNvSpPr/>
          <p:nvPr/>
        </p:nvSpPr>
        <p:spPr>
          <a:xfrm>
            <a:off x="11043117" y="5662159"/>
            <a:ext cx="255789" cy="2186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7" name="Rectángulo 6">
            <a:extLst>
              <a:ext uri="{FF2B5EF4-FFF2-40B4-BE49-F238E27FC236}">
                <a16:creationId xmlns:a16="http://schemas.microsoft.com/office/drawing/2014/main" id="{DF9617EF-74FB-DA9E-43D5-2F7274068615}"/>
              </a:ext>
            </a:extLst>
          </p:cNvPr>
          <p:cNvSpPr/>
          <p:nvPr/>
        </p:nvSpPr>
        <p:spPr>
          <a:xfrm>
            <a:off x="1923746" y="3496555"/>
            <a:ext cx="638300" cy="1610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8" name="Rectángulo 7">
            <a:extLst>
              <a:ext uri="{FF2B5EF4-FFF2-40B4-BE49-F238E27FC236}">
                <a16:creationId xmlns:a16="http://schemas.microsoft.com/office/drawing/2014/main" id="{FB36AE54-853A-E247-4532-6669519F7358}"/>
              </a:ext>
            </a:extLst>
          </p:cNvPr>
          <p:cNvSpPr/>
          <p:nvPr/>
        </p:nvSpPr>
        <p:spPr>
          <a:xfrm>
            <a:off x="1587315" y="2860592"/>
            <a:ext cx="897093" cy="26809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9" name="Rectángulo redondeado 11">
            <a:extLst>
              <a:ext uri="{FF2B5EF4-FFF2-40B4-BE49-F238E27FC236}">
                <a16:creationId xmlns:a16="http://schemas.microsoft.com/office/drawing/2014/main" id="{EC7B112E-6E9F-2ADA-ADBD-412CB84EF3C5}"/>
              </a:ext>
            </a:extLst>
          </p:cNvPr>
          <p:cNvSpPr/>
          <p:nvPr/>
        </p:nvSpPr>
        <p:spPr>
          <a:xfrm>
            <a:off x="1345495" y="4463768"/>
            <a:ext cx="2433102" cy="6679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El sistema actualiza el campo “Estatus” cuando se registra la asistencia.</a:t>
            </a:r>
          </a:p>
        </p:txBody>
      </p:sp>
      <p:cxnSp>
        <p:nvCxnSpPr>
          <p:cNvPr id="10" name="Conector recto de flecha 9">
            <a:extLst>
              <a:ext uri="{FF2B5EF4-FFF2-40B4-BE49-F238E27FC236}">
                <a16:creationId xmlns:a16="http://schemas.microsoft.com/office/drawing/2014/main" id="{7B6760FD-0644-9739-8A80-30F99E1A22D7}"/>
              </a:ext>
            </a:extLst>
          </p:cNvPr>
          <p:cNvCxnSpPr>
            <a:cxnSpLocks/>
          </p:cNvCxnSpPr>
          <p:nvPr/>
        </p:nvCxnSpPr>
        <p:spPr>
          <a:xfrm flipH="1" flipV="1">
            <a:off x="2294626" y="3657600"/>
            <a:ext cx="69012" cy="806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ángulo redondeado 11">
            <a:extLst>
              <a:ext uri="{FF2B5EF4-FFF2-40B4-BE49-F238E27FC236}">
                <a16:creationId xmlns:a16="http://schemas.microsoft.com/office/drawing/2014/main" id="{2069D125-04EF-0566-BA9B-4F9222891CD6}"/>
              </a:ext>
            </a:extLst>
          </p:cNvPr>
          <p:cNvSpPr/>
          <p:nvPr/>
        </p:nvSpPr>
        <p:spPr>
          <a:xfrm>
            <a:off x="4262117" y="1879276"/>
            <a:ext cx="3368141" cy="12494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Para facilitar el registro de asistencia masiva del evento, Ud. puede activar el botón “Seleccionar todo” y el sistema marcará a todos los inscritos en el evento. Ud. Puede desmarcar a los que no hayan asistido y luego presionar el botón “Marcar como Asistió”.</a:t>
            </a:r>
          </a:p>
        </p:txBody>
      </p:sp>
      <p:sp>
        <p:nvSpPr>
          <p:cNvPr id="14" name="Rectángulo redondeado 9">
            <a:extLst>
              <a:ext uri="{FF2B5EF4-FFF2-40B4-BE49-F238E27FC236}">
                <a16:creationId xmlns:a16="http://schemas.microsoft.com/office/drawing/2014/main" id="{EE874439-16A9-F03F-C79E-AC96BB112846}"/>
              </a:ext>
            </a:extLst>
          </p:cNvPr>
          <p:cNvSpPr/>
          <p:nvPr/>
        </p:nvSpPr>
        <p:spPr>
          <a:xfrm>
            <a:off x="9058029" y="5714841"/>
            <a:ext cx="1821362" cy="35190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Se guardan los cambios.</a:t>
            </a:r>
          </a:p>
        </p:txBody>
      </p:sp>
      <p:sp>
        <p:nvSpPr>
          <p:cNvPr id="15" name="Rectángulo 14">
            <a:extLst>
              <a:ext uri="{FF2B5EF4-FFF2-40B4-BE49-F238E27FC236}">
                <a16:creationId xmlns:a16="http://schemas.microsoft.com/office/drawing/2014/main" id="{B3604272-48E8-C67D-4818-8203B30D8772}"/>
              </a:ext>
            </a:extLst>
          </p:cNvPr>
          <p:cNvSpPr/>
          <p:nvPr/>
        </p:nvSpPr>
        <p:spPr>
          <a:xfrm>
            <a:off x="10955547" y="5986733"/>
            <a:ext cx="693322" cy="2909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827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0E2B3-6FC0-46F3-563F-EE4F90626267}"/>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B0DAB7D-52ED-C41C-654D-2C44D308E391}"/>
              </a:ext>
            </a:extLst>
          </p:cNvPr>
          <p:cNvSpPr>
            <a:spLocks noGrp="1"/>
          </p:cNvSpPr>
          <p:nvPr>
            <p:ph type="body" orient="vert" sz="quarter" idx="17"/>
          </p:nvPr>
        </p:nvSpPr>
        <p:spPr/>
        <p:txBody>
          <a:bodyPr/>
          <a:lstStyle/>
          <a:p>
            <a:r>
              <a:rPr lang="es-MX" sz="1200" dirty="0"/>
              <a:t>Definir y diseñar los eventos </a:t>
            </a:r>
            <a:endParaRPr lang="es-419" sz="1200" dirty="0"/>
          </a:p>
        </p:txBody>
      </p:sp>
      <p:sp>
        <p:nvSpPr>
          <p:cNvPr id="5" name="Slide Number Placeholder 17">
            <a:extLst>
              <a:ext uri="{FF2B5EF4-FFF2-40B4-BE49-F238E27FC236}">
                <a16:creationId xmlns:a16="http://schemas.microsoft.com/office/drawing/2014/main" id="{CB5EF698-F7FC-9AC5-08E4-943884F42BA6}"/>
              </a:ext>
            </a:extLst>
          </p:cNvPr>
          <p:cNvSpPr>
            <a:spLocks noGrp="1"/>
          </p:cNvSpPr>
          <p:nvPr>
            <p:ph type="sldNum" sz="quarter" idx="4"/>
          </p:nvPr>
        </p:nvSpPr>
        <p:spPr/>
        <p:txBody>
          <a:bodyPr/>
          <a:lstStyle/>
          <a:p>
            <a:fld id="{4A16F8ED-7337-F64C-865A-41A1F48E54DF}" type="slidenum">
              <a:rPr lang="en-US" smtClean="0"/>
              <a:pPr/>
              <a:t>44</a:t>
            </a:fld>
            <a:endParaRPr lang="en-US" dirty="0"/>
          </a:p>
        </p:txBody>
      </p:sp>
      <p:sp>
        <p:nvSpPr>
          <p:cNvPr id="4" name="Título 3">
            <a:extLst>
              <a:ext uri="{FF2B5EF4-FFF2-40B4-BE49-F238E27FC236}">
                <a16:creationId xmlns:a16="http://schemas.microsoft.com/office/drawing/2014/main" id="{04F20424-4EB4-DB5D-C98B-97B0FDED1398}"/>
              </a:ext>
            </a:extLst>
          </p:cNvPr>
          <p:cNvSpPr>
            <a:spLocks noGrp="1"/>
          </p:cNvSpPr>
          <p:nvPr>
            <p:ph type="title"/>
          </p:nvPr>
        </p:nvSpPr>
        <p:spPr>
          <a:xfrm>
            <a:off x="810247" y="327992"/>
            <a:ext cx="10271883" cy="626165"/>
          </a:xfrm>
        </p:spPr>
        <p:txBody>
          <a:bodyPr/>
          <a:lstStyle/>
          <a:p>
            <a:r>
              <a:rPr lang="es-ES_tradnl" dirty="0">
                <a:solidFill>
                  <a:schemeClr val="accent1"/>
                </a:solidFill>
              </a:rPr>
              <a:t>RESUMEN</a:t>
            </a:r>
            <a:endParaRPr lang="es-CL" b="0" dirty="0">
              <a:solidFill>
                <a:schemeClr val="accent1"/>
              </a:solidFill>
            </a:endParaRPr>
          </a:p>
        </p:txBody>
      </p:sp>
      <p:sp>
        <p:nvSpPr>
          <p:cNvPr id="6" name="Text Placeholder 4">
            <a:extLst>
              <a:ext uri="{FF2B5EF4-FFF2-40B4-BE49-F238E27FC236}">
                <a16:creationId xmlns:a16="http://schemas.microsoft.com/office/drawing/2014/main" id="{220717B6-D375-E837-7BFE-24A60F4BD5BD}"/>
              </a:ext>
            </a:extLst>
          </p:cNvPr>
          <p:cNvSpPr>
            <a:spLocks noGrp="1"/>
          </p:cNvSpPr>
          <p:nvPr>
            <p:ph type="body" sz="quarter" idx="18"/>
          </p:nvPr>
        </p:nvSpPr>
        <p:spPr>
          <a:xfrm>
            <a:off x="1093418" y="1596389"/>
            <a:ext cx="9720118" cy="4022580"/>
          </a:xfrm>
        </p:spPr>
        <p:txBody>
          <a:bodyPr/>
          <a:lstStyle/>
          <a:p>
            <a:pPr marL="0" indent="0">
              <a:buNone/>
            </a:pPr>
            <a:r>
              <a:rPr lang="es-419" sz="1600" dirty="0"/>
              <a:t>Definir y diseñar eventos:</a:t>
            </a:r>
          </a:p>
          <a:p>
            <a:pPr algn="just">
              <a:buClr>
                <a:schemeClr val="tx1"/>
              </a:buClr>
              <a:buFont typeface="Wingdings" panose="05000000000000000000" pitchFamily="2" charset="2"/>
              <a:buChar char="v"/>
            </a:pPr>
            <a:r>
              <a:rPr lang="es-MX" sz="1600" dirty="0"/>
              <a:t>La institución puede generar eventos de distinto tipo, para que los estudiantes se inscriban a ellos.</a:t>
            </a:r>
            <a:r>
              <a:rPr lang="es-419" sz="1600" dirty="0"/>
              <a:t> </a:t>
            </a:r>
          </a:p>
          <a:p>
            <a:pPr algn="just">
              <a:buClr>
                <a:schemeClr val="tx1"/>
              </a:buClr>
              <a:buFont typeface="Wingdings" panose="05000000000000000000" pitchFamily="2" charset="2"/>
              <a:buChar char="v"/>
            </a:pPr>
            <a:r>
              <a:rPr lang="es-MX" sz="1600" dirty="0"/>
              <a:t>Un evento estará compuesto de al menos 1 función.</a:t>
            </a:r>
          </a:p>
          <a:p>
            <a:pPr algn="just">
              <a:buClr>
                <a:schemeClr val="tx1"/>
              </a:buClr>
              <a:buFont typeface="Wingdings" panose="05000000000000000000" pitchFamily="2" charset="2"/>
              <a:buChar char="v"/>
            </a:pPr>
            <a:r>
              <a:rPr lang="es-MX" sz="1600" dirty="0"/>
              <a:t>Una función es un segmento del evento. Por ejemplo, si el evento es una reunión de exalumnos, la primera función puede ser un desayuno de bienvenida, la segunda función un discurso por parte del mejor egresado de la promoción, y la última función puede ser una sesión colaborativa de intercambio de ideas.</a:t>
            </a:r>
          </a:p>
          <a:p>
            <a:pPr algn="just">
              <a:buClr>
                <a:schemeClr val="tx1"/>
              </a:buClr>
              <a:buFont typeface="Wingdings" panose="05000000000000000000" pitchFamily="2" charset="2"/>
              <a:buChar char="v"/>
            </a:pPr>
            <a:r>
              <a:rPr lang="es-ES_tradnl" sz="1600" dirty="0"/>
              <a:t>Las personas que quieran inscribirse pueden hacerlo a todas las funciones o sólo a las que le interesen.</a:t>
            </a:r>
          </a:p>
          <a:p>
            <a:pPr algn="just">
              <a:buClr>
                <a:schemeClr val="tx1"/>
              </a:buClr>
              <a:buFont typeface="Wingdings" panose="05000000000000000000" pitchFamily="2" charset="2"/>
              <a:buChar char="v"/>
            </a:pPr>
            <a:r>
              <a:rPr lang="es-ES_tradnl" sz="1600" dirty="0"/>
              <a:t>Las funciones tienen un cupo, una fecha de publicación en la web, información de invitados, fechas y horas en que se realizará.</a:t>
            </a:r>
          </a:p>
          <a:p>
            <a:pPr algn="just">
              <a:buClr>
                <a:schemeClr val="tx1"/>
              </a:buClr>
              <a:buFont typeface="Wingdings" panose="05000000000000000000" pitchFamily="2" charset="2"/>
              <a:buChar char="v"/>
            </a:pPr>
            <a:r>
              <a:rPr lang="es-ES_tradnl" sz="1600" dirty="0"/>
              <a:t>Los eventos creados, estarán disponibles para una inscripción en </a:t>
            </a:r>
            <a:r>
              <a:rPr lang="es-ES_tradnl" sz="1600" dirty="0" err="1"/>
              <a:t>Backoffice</a:t>
            </a:r>
            <a:r>
              <a:rPr lang="es-ES_tradnl" sz="1600" dirty="0"/>
              <a:t> y en Autoservicio.</a:t>
            </a:r>
          </a:p>
          <a:p>
            <a:pPr marL="342900" indent="-342900" algn="just">
              <a:buClr>
                <a:srgbClr val="0CB4B4"/>
              </a:buClr>
              <a:buFont typeface="Wingdings" panose="05000000000000000000" pitchFamily="2" charset="2"/>
              <a:buChar char="q"/>
            </a:pPr>
            <a:endParaRPr lang="es-ES_tradnl" sz="1600" dirty="0"/>
          </a:p>
          <a:p>
            <a:pPr marL="342900" indent="-342900" algn="just">
              <a:buClr>
                <a:srgbClr val="0CB4B4"/>
              </a:buClr>
              <a:buFont typeface="Wingdings" panose="05000000000000000000" pitchFamily="2" charset="2"/>
              <a:buChar char="q"/>
            </a:pPr>
            <a:endParaRPr lang="es-MX" sz="2000" dirty="0"/>
          </a:p>
          <a:p>
            <a:pPr algn="just">
              <a:buClr>
                <a:srgbClr val="0CB4B4"/>
              </a:buClr>
            </a:pPr>
            <a:endParaRPr lang="es-419" sz="2000" dirty="0"/>
          </a:p>
        </p:txBody>
      </p:sp>
    </p:spTree>
    <p:extLst>
      <p:ext uri="{BB962C8B-B14F-4D97-AF65-F5344CB8AC3E}">
        <p14:creationId xmlns:p14="http://schemas.microsoft.com/office/powerpoint/2010/main" val="1120499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Nidia Beltran</a:t>
            </a:r>
          </a:p>
          <a:p>
            <a:r>
              <a:rPr lang="en-US"/>
              <a:t>Nidia.beltran@</a:t>
            </a:r>
            <a:r>
              <a:rPr lang="en-US" dirty="0"/>
              <a:t>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049953043"/>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8861</TotalTime>
  <Words>1678</Words>
  <Application>Microsoft Office PowerPoint</Application>
  <PresentationFormat>Panorámica</PresentationFormat>
  <Paragraphs>277</Paragraphs>
  <Slides>45</Slides>
  <Notes>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45</vt:i4>
      </vt:variant>
    </vt:vector>
  </HeadingPairs>
  <TitlesOfParts>
    <vt:vector size="54" baseType="lpstr">
      <vt:lpstr>Aptos</vt:lpstr>
      <vt:lpstr>Aptos Display</vt:lpstr>
      <vt:lpstr>Arial</vt:lpstr>
      <vt:lpstr>Calibri</vt:lpstr>
      <vt:lpstr>Courier New</vt:lpstr>
      <vt:lpstr>Helvetica Neue</vt:lpstr>
      <vt:lpstr>Wingdings</vt:lpstr>
      <vt:lpstr>Ellucian Main Layouts</vt:lpstr>
      <vt:lpstr>Ellucian Blank Layouts</vt:lpstr>
      <vt:lpstr> Gestionar eventos y ceremonias de grado </vt:lpstr>
      <vt:lpstr>Presentación de PowerPoint</vt:lpstr>
      <vt:lpstr>Overview</vt:lpstr>
      <vt:lpstr>Overview: Mapa de capacidades</vt:lpstr>
      <vt:lpstr>Overview: Proceso Gestionar Procesos Complementarios</vt:lpstr>
      <vt:lpstr>Presentación de PowerPoint</vt:lpstr>
      <vt:lpstr>Presentación de PowerPoint</vt:lpstr>
      <vt:lpstr>CONFIGURACIONES</vt:lpstr>
      <vt:lpstr>Configuración: STVETYP Validación de código de tipo de evento/función</vt:lpstr>
      <vt:lpstr>Configuración: GTVFUNC Validación de código de función</vt:lpstr>
      <vt:lpstr>Configuración: GTVFSTA Validación de código de status de función</vt:lpstr>
      <vt:lpstr>GESTION DE EVENTOS</vt:lpstr>
      <vt:lpstr>Crear eventos</vt:lpstr>
      <vt:lpstr>Definir y diseñar los eventos: Crear un evento</vt:lpstr>
      <vt:lpstr>Definir y diseñar los eventos: Crear un evento</vt:lpstr>
      <vt:lpstr>Definir y diseñar los eventos: Crear un evento</vt:lpstr>
      <vt:lpstr>Definir y diseñar los eventos: Crear un evento</vt:lpstr>
      <vt:lpstr>Definir y diseñar los eventos: Crear un evento</vt:lpstr>
      <vt:lpstr>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Definir y diseñar los eventos: Crear funciones</vt:lpstr>
      <vt:lpstr>Inscribir Evento</vt:lpstr>
      <vt:lpstr>Gestionar el evento: Inscribir por autoservicio</vt:lpstr>
      <vt:lpstr>Gestionar el evento: Inscribir por autoservicio</vt:lpstr>
      <vt:lpstr>Gestionar el evento: Inscribir por autoservicio</vt:lpstr>
      <vt:lpstr>Gestionar el evento: Inscribir por autoservicio</vt:lpstr>
      <vt:lpstr>Inscribir Evento</vt:lpstr>
      <vt:lpstr>Gestionar el evento: Inscribir GEAATID</vt:lpstr>
      <vt:lpstr>Gestionar el evento: Inscribir GEAATID</vt:lpstr>
      <vt:lpstr>Gestionar el evento: Inscribir GEAATID</vt:lpstr>
      <vt:lpstr>Gestionar el evento: Inscribir GEAATID</vt:lpstr>
      <vt:lpstr>Registrar Asistencia</vt:lpstr>
      <vt:lpstr>Gestionar el evento: Registrar asistencia GEAATRK</vt:lpstr>
      <vt:lpstr>Gestionar el evento: Registrar asistencia GEAATRK</vt:lpstr>
      <vt:lpstr>Gestionar el evento: Registrar asistencia GEAATRK</vt:lpstr>
      <vt:lpstr>Gestionar el evento: Registrar asistencia GEAATRK</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274</cp:revision>
  <dcterms:created xsi:type="dcterms:W3CDTF">2023-07-17T20:07:38Z</dcterms:created>
  <dcterms:modified xsi:type="dcterms:W3CDTF">2026-07-21T16:17:16Z</dcterms:modified>
</cp:coreProperties>
</file>