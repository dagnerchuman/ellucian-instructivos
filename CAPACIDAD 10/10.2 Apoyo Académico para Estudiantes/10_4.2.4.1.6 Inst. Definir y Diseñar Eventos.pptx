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1" r:id="rId1"/>
    <p:sldMasterId id="2147483758" r:id="rId2"/>
  </p:sldMasterIdLst>
  <p:notesMasterIdLst>
    <p:notesMasterId r:id="rId58"/>
  </p:notesMasterIdLst>
  <p:sldIdLst>
    <p:sldId id="1559" r:id="rId3"/>
    <p:sldId id="423" r:id="rId4"/>
    <p:sldId id="476" r:id="rId5"/>
    <p:sldId id="1561" r:id="rId6"/>
    <p:sldId id="349" r:id="rId7"/>
    <p:sldId id="350" r:id="rId8"/>
    <p:sldId id="421" r:id="rId9"/>
    <p:sldId id="352" r:id="rId10"/>
    <p:sldId id="587" r:id="rId11"/>
    <p:sldId id="513" r:id="rId12"/>
    <p:sldId id="565" r:id="rId13"/>
    <p:sldId id="566" r:id="rId14"/>
    <p:sldId id="1748" r:id="rId15"/>
    <p:sldId id="1749" r:id="rId16"/>
    <p:sldId id="1750" r:id="rId17"/>
    <p:sldId id="588" r:id="rId18"/>
    <p:sldId id="1739" r:id="rId19"/>
    <p:sldId id="514" r:id="rId20"/>
    <p:sldId id="568" r:id="rId21"/>
    <p:sldId id="569" r:id="rId22"/>
    <p:sldId id="570" r:id="rId23"/>
    <p:sldId id="571" r:id="rId24"/>
    <p:sldId id="1740" r:id="rId25"/>
    <p:sldId id="575" r:id="rId26"/>
    <p:sldId id="576" r:id="rId27"/>
    <p:sldId id="577" r:id="rId28"/>
    <p:sldId id="578" r:id="rId29"/>
    <p:sldId id="579" r:id="rId30"/>
    <p:sldId id="580" r:id="rId31"/>
    <p:sldId id="581" r:id="rId32"/>
    <p:sldId id="582" r:id="rId33"/>
    <p:sldId id="583" r:id="rId34"/>
    <p:sldId id="1741" r:id="rId35"/>
    <p:sldId id="1742" r:id="rId36"/>
    <p:sldId id="1743" r:id="rId37"/>
    <p:sldId id="1744" r:id="rId38"/>
    <p:sldId id="1745" r:id="rId39"/>
    <p:sldId id="590" r:id="rId40"/>
    <p:sldId id="604" r:id="rId41"/>
    <p:sldId id="605" r:id="rId42"/>
    <p:sldId id="606" r:id="rId43"/>
    <p:sldId id="608" r:id="rId44"/>
    <p:sldId id="601" r:id="rId45"/>
    <p:sldId id="591" r:id="rId46"/>
    <p:sldId id="594" r:id="rId47"/>
    <p:sldId id="596" r:id="rId48"/>
    <p:sldId id="598" r:id="rId49"/>
    <p:sldId id="600" r:id="rId50"/>
    <p:sldId id="595" r:id="rId51"/>
    <p:sldId id="593" r:id="rId52"/>
    <p:sldId id="597" r:id="rId53"/>
    <p:sldId id="599" r:id="rId54"/>
    <p:sldId id="1746" r:id="rId55"/>
    <p:sldId id="1747" r:id="rId56"/>
    <p:sldId id="1560" r:id="rId5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4B06FD8-FBF7-48A6-EC94-7EAC12BBF7D7}" name="Mardones, Francisco" initials="MF" userId="S::Francisco.Mardones@ellucian.com::216dec8c-35d0-45c5-a341-2c26a655750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DEEA"/>
    <a:srgbClr val="365A7B"/>
    <a:srgbClr val="8A00B0"/>
    <a:srgbClr val="0CA8B4"/>
    <a:srgbClr val="33CCCC"/>
    <a:srgbClr val="0CB4B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352" autoAdjust="0"/>
    <p:restoredTop sz="94660"/>
  </p:normalViewPr>
  <p:slideViewPr>
    <p:cSldViewPr snapToGrid="0">
      <p:cViewPr varScale="1">
        <p:scale>
          <a:sx n="111" d="100"/>
          <a:sy n="111" d="100"/>
        </p:scale>
        <p:origin x="918" y="96"/>
      </p:cViewPr>
      <p:guideLst/>
    </p:cSldViewPr>
  </p:slideViewPr>
  <p:notesTextViewPr>
    <p:cViewPr>
      <p:scale>
        <a:sx n="1" d="1"/>
        <a:sy n="1" d="1"/>
      </p:scale>
      <p:origin x="0" y="0"/>
    </p:cViewPr>
  </p:notesTextViewPr>
  <p:sorterViewPr>
    <p:cViewPr>
      <p:scale>
        <a:sx n="100" d="100"/>
        <a:sy n="100" d="100"/>
      </p:scale>
      <p:origin x="0" y="-1445"/>
    </p:cViewPr>
  </p:sorterViewPr>
  <p:notesViewPr>
    <p:cSldViewPr snapToGrid="0">
      <p:cViewPr varScale="1">
        <p:scale>
          <a:sx n="48" d="100"/>
          <a:sy n="48" d="100"/>
        </p:scale>
        <p:origin x="2684" y="4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microsoft.com/office/2018/10/relationships/authors" Target="author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notesMaster" Target="notesMasters/notesMaster1.xml"/><Relationship Id="rId5" Type="http://schemas.openxmlformats.org/officeDocument/2006/relationships/slide" Target="slides/slide3.xml"/><Relationship Id="rId61" Type="http://schemas.openxmlformats.org/officeDocument/2006/relationships/theme" Target="theme/theme1.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dirty="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422212-D69D-41E4-A547-75F507D8A64A}" type="datetimeFigureOut">
              <a:rPr lang="es-CL" smtClean="0"/>
              <a:t>23-07-2026</a:t>
            </a:fld>
            <a:endParaRPr lang="es-CL" dirty="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dirty="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dirty="0"/>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582945-6648-41CA-B880-4B10E0E03327}" type="slidenum">
              <a:rPr lang="es-CL" smtClean="0"/>
              <a:t>‹Nº›</a:t>
            </a:fld>
            <a:endParaRPr lang="es-CL" dirty="0"/>
          </a:p>
        </p:txBody>
      </p:sp>
    </p:spTree>
    <p:extLst>
      <p:ext uri="{BB962C8B-B14F-4D97-AF65-F5344CB8AC3E}">
        <p14:creationId xmlns:p14="http://schemas.microsoft.com/office/powerpoint/2010/main" val="12590852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a:lstStyle/>
          <a:p>
            <a:endParaRPr lang="es-ES_tradnl" dirty="0"/>
          </a:p>
        </p:txBody>
      </p:sp>
      <p:sp>
        <p:nvSpPr>
          <p:cNvPr id="4" name="Marcador de posición de número de diapositiva 3"/>
          <p:cNvSpPr>
            <a:spLocks noGrp="1"/>
          </p:cNvSpPr>
          <p:nvPr>
            <p:ph type="sldNum" sz="quarter" idx="10"/>
          </p:nvPr>
        </p:nvSpPr>
        <p:spPr/>
        <p:txBody>
          <a:bodyPr/>
          <a:lstStyle/>
          <a:p>
            <a:fld id="{CF541D2A-E99A-2F4F-B8C9-28142709F87F}" type="slidenum">
              <a:rPr lang="en-US" smtClean="0"/>
              <a:pPr/>
              <a:t>1</a:t>
            </a:fld>
            <a:endParaRPr lang="en-US"/>
          </a:p>
        </p:txBody>
      </p:sp>
    </p:spTree>
    <p:extLst>
      <p:ext uri="{BB962C8B-B14F-4D97-AF65-F5344CB8AC3E}">
        <p14:creationId xmlns:p14="http://schemas.microsoft.com/office/powerpoint/2010/main" val="424485238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pic>
        <p:nvPicPr>
          <p:cNvPr id="2" name="Graphic 1">
            <a:extLst>
              <a:ext uri="{FF2B5EF4-FFF2-40B4-BE49-F238E27FC236}">
                <a16:creationId xmlns:a16="http://schemas.microsoft.com/office/drawing/2014/main" id="{5A8556FD-943F-2CA8-3B15-1C7401E71D1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Box 4">
            <a:extLst>
              <a:ext uri="{FF2B5EF4-FFF2-40B4-BE49-F238E27FC236}">
                <a16:creationId xmlns:a16="http://schemas.microsoft.com/office/drawing/2014/main" id="{C6B12A91-8583-2E4C-B1C8-7E1F64EF24C9}"/>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2836987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urple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bg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2" name="TextBox 1">
            <a:extLst>
              <a:ext uri="{FF2B5EF4-FFF2-40B4-BE49-F238E27FC236}">
                <a16:creationId xmlns:a16="http://schemas.microsoft.com/office/drawing/2014/main" id="{8F1688B8-4AFA-00EF-A18F-CE0BE044452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2498925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reen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tx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tx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 name="TextBox 3">
            <a:extLst>
              <a:ext uri="{FF2B5EF4-FFF2-40B4-BE49-F238E27FC236}">
                <a16:creationId xmlns:a16="http://schemas.microsoft.com/office/drawing/2014/main" id="{D2E118B2-5580-3101-C2BB-4FB39252D744}"/>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8882606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0A86818C-B6FC-21B3-0821-EE3D8DAE5AE3}"/>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2BC038CA-3E14-5783-3761-76D8A4C63EC0}"/>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0" name="Graphic 9">
            <a:extLst>
              <a:ext uri="{FF2B5EF4-FFF2-40B4-BE49-F238E27FC236}">
                <a16:creationId xmlns:a16="http://schemas.microsoft.com/office/drawing/2014/main" id="{A9D3FE11-F167-1622-761B-F4BFADB0B0E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EBAA974E-55D6-2A02-03A4-AAB7F36BF1B1}"/>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69C30255-143C-EB1C-95B6-9319F7AB9F7D}"/>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sp>
        <p:nvSpPr>
          <p:cNvPr id="7" name="TextBox 6">
            <a:extLst>
              <a:ext uri="{FF2B5EF4-FFF2-40B4-BE49-F238E27FC236}">
                <a16:creationId xmlns:a16="http://schemas.microsoft.com/office/drawing/2014/main" id="{67E32664-E882-9D71-52FE-71612364F8C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936331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Warm Gray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A2941D41-B5B7-CCE1-1B2C-89AAD5DACBE0}"/>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tx1"/>
                </a:solidFill>
              </a:defRPr>
            </a:lvl1pPr>
          </a:lstStyle>
          <a:p>
            <a:pPr lvl="0"/>
            <a:r>
              <a:rPr lang="en-US" dirty="0"/>
              <a:t>Headline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6600B585-62A4-8333-3077-9DD14A781807}"/>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1" name="Graphic 10">
            <a:extLst>
              <a:ext uri="{FF2B5EF4-FFF2-40B4-BE49-F238E27FC236}">
                <a16:creationId xmlns:a16="http://schemas.microsoft.com/office/drawing/2014/main" id="{21C3DEEA-3CCE-EBD2-6CE3-835C44C810E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74440542-6D19-B6BD-7831-2A113C1E6A79}"/>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30B08173-A7BE-6F86-6CDE-43EC9BEEB3CB}"/>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8" name="TextBox 7">
            <a:extLst>
              <a:ext uri="{FF2B5EF4-FFF2-40B4-BE49-F238E27FC236}">
                <a16:creationId xmlns:a16="http://schemas.microsoft.com/office/drawing/2014/main" id="{AC9D9DE1-FE9F-14AE-4A3F-F4173038006F}"/>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4661062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2C Cov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7">
            <a:extLst>
              <a:ext uri="{FF2B5EF4-FFF2-40B4-BE49-F238E27FC236}">
                <a16:creationId xmlns:a16="http://schemas.microsoft.com/office/drawing/2014/main" id="{52C18FF9-32C7-751D-36F8-EF5124DF2BE2}"/>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23" name="Text Placeholder 17">
            <a:extLst>
              <a:ext uri="{FF2B5EF4-FFF2-40B4-BE49-F238E27FC236}">
                <a16:creationId xmlns:a16="http://schemas.microsoft.com/office/drawing/2014/main" id="{D8DE661F-53B2-6E8E-9238-FE6484215B1A}"/>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26" name="Graphic 25">
            <a:extLst>
              <a:ext uri="{FF2B5EF4-FFF2-40B4-BE49-F238E27FC236}">
                <a16:creationId xmlns:a16="http://schemas.microsoft.com/office/drawing/2014/main" id="{2590016B-4462-F023-25AF-B00C9285325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7C710057-3FB3-19E3-5D75-F018F116AE47}"/>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6" name="Text Placeholder 17">
            <a:extLst>
              <a:ext uri="{FF2B5EF4-FFF2-40B4-BE49-F238E27FC236}">
                <a16:creationId xmlns:a16="http://schemas.microsoft.com/office/drawing/2014/main" id="{C41EE674-4BC9-86D6-67E5-FF509240DDED}"/>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AE8FAC4F-619C-5E6B-F2B0-D001F5A51111}"/>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0316569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2C Cover Imag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FBB43B24-12DD-1DD6-963C-7ADA857CCDC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A39E11EF-D17E-E6F4-B66D-C68ABBCCF813}"/>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64D279B7-3D21-DC76-5BCE-6A2D109B8EDB}"/>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3" name="Picture Placeholder 12">
            <a:extLst>
              <a:ext uri="{FF2B5EF4-FFF2-40B4-BE49-F238E27FC236}">
                <a16:creationId xmlns:a16="http://schemas.microsoft.com/office/drawing/2014/main" id="{04B738B6-E606-753D-F43C-ADBDF91B7E2D}"/>
              </a:ext>
            </a:extLst>
          </p:cNvPr>
          <p:cNvSpPr>
            <a:spLocks noGrp="1"/>
          </p:cNvSpPr>
          <p:nvPr>
            <p:ph type="pic" sz="quarter" idx="16" hasCustomPrompt="1"/>
          </p:nvPr>
        </p:nvSpPr>
        <p:spPr>
          <a:xfrm>
            <a:off x="6689725" y="355598"/>
            <a:ext cx="5502275" cy="6146801"/>
          </a:xfrm>
          <a:custGeom>
            <a:avLst/>
            <a:gdLst>
              <a:gd name="connsiteX0" fmla="*/ 0 w 5502275"/>
              <a:gd name="connsiteY0" fmla="*/ 0 h 6135556"/>
              <a:gd name="connsiteX1" fmla="*/ 5502275 w 5502275"/>
              <a:gd name="connsiteY1" fmla="*/ 0 h 6135556"/>
              <a:gd name="connsiteX2" fmla="*/ 5502275 w 5502275"/>
              <a:gd name="connsiteY2" fmla="*/ 218283 h 6135556"/>
              <a:gd name="connsiteX3" fmla="*/ 5502275 w 5502275"/>
              <a:gd name="connsiteY3" fmla="*/ 1268413 h 6135556"/>
              <a:gd name="connsiteX4" fmla="*/ 5502275 w 5502275"/>
              <a:gd name="connsiteY4" fmla="*/ 1731805 h 6135556"/>
              <a:gd name="connsiteX5" fmla="*/ 2676409 w 5502275"/>
              <a:gd name="connsiteY5" fmla="*/ 1731805 h 6135556"/>
              <a:gd name="connsiteX6" fmla="*/ 2676409 w 5502275"/>
              <a:gd name="connsiteY6" fmla="*/ 2311877 h 6135556"/>
              <a:gd name="connsiteX7" fmla="*/ 4972425 w 5502275"/>
              <a:gd name="connsiteY7" fmla="*/ 2311877 h 6135556"/>
              <a:gd name="connsiteX8" fmla="*/ 4972425 w 5502275"/>
              <a:gd name="connsiteY8" fmla="*/ 3825399 h 6135556"/>
              <a:gd name="connsiteX9" fmla="*/ 2676409 w 5502275"/>
              <a:gd name="connsiteY9" fmla="*/ 3825399 h 6135556"/>
              <a:gd name="connsiteX10" fmla="*/ 2676409 w 5502275"/>
              <a:gd name="connsiteY10" fmla="*/ 4414997 h 6135556"/>
              <a:gd name="connsiteX11" fmla="*/ 5502275 w 5502275"/>
              <a:gd name="connsiteY11" fmla="*/ 4414997 h 6135556"/>
              <a:gd name="connsiteX12" fmla="*/ 5502275 w 5502275"/>
              <a:gd name="connsiteY12" fmla="*/ 4867143 h 6135556"/>
              <a:gd name="connsiteX13" fmla="*/ 5502275 w 5502275"/>
              <a:gd name="connsiteY13" fmla="*/ 5928519 h 6135556"/>
              <a:gd name="connsiteX14" fmla="*/ 5502275 w 5502275"/>
              <a:gd name="connsiteY14" fmla="*/ 6135556 h 6135556"/>
              <a:gd name="connsiteX15" fmla="*/ 0 w 5502275"/>
              <a:gd name="connsiteY15" fmla="*/ 6135556 h 6135556"/>
              <a:gd name="connsiteX16" fmla="*/ 0 w 5502275"/>
              <a:gd name="connsiteY16" fmla="*/ 4867143 h 6135556"/>
              <a:gd name="connsiteX17" fmla="*/ 501 w 5502275"/>
              <a:gd name="connsiteY17" fmla="*/ 4867143 h 6135556"/>
              <a:gd name="connsiteX18" fmla="*/ 501 w 5502275"/>
              <a:gd name="connsiteY18" fmla="*/ 1268413 h 6135556"/>
              <a:gd name="connsiteX19" fmla="*/ 0 w 5502275"/>
              <a:gd name="connsiteY19" fmla="*/ 1268413 h 6135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502275" h="6135556">
                <a:moveTo>
                  <a:pt x="0" y="0"/>
                </a:moveTo>
                <a:lnTo>
                  <a:pt x="5502275" y="0"/>
                </a:lnTo>
                <a:lnTo>
                  <a:pt x="5502275" y="218283"/>
                </a:lnTo>
                <a:lnTo>
                  <a:pt x="5502275" y="1268413"/>
                </a:lnTo>
                <a:lnTo>
                  <a:pt x="5502275" y="1731805"/>
                </a:lnTo>
                <a:lnTo>
                  <a:pt x="2676409" y="1731805"/>
                </a:lnTo>
                <a:lnTo>
                  <a:pt x="2676409" y="2311877"/>
                </a:lnTo>
                <a:lnTo>
                  <a:pt x="4972425" y="2311877"/>
                </a:lnTo>
                <a:lnTo>
                  <a:pt x="4972425" y="3825399"/>
                </a:lnTo>
                <a:lnTo>
                  <a:pt x="2676409" y="3825399"/>
                </a:lnTo>
                <a:lnTo>
                  <a:pt x="2676409" y="4414997"/>
                </a:lnTo>
                <a:lnTo>
                  <a:pt x="5502275" y="4414997"/>
                </a:lnTo>
                <a:lnTo>
                  <a:pt x="5502275" y="4867143"/>
                </a:lnTo>
                <a:lnTo>
                  <a:pt x="5502275" y="5928519"/>
                </a:lnTo>
                <a:lnTo>
                  <a:pt x="5502275" y="6135556"/>
                </a:lnTo>
                <a:lnTo>
                  <a:pt x="0" y="6135556"/>
                </a:lnTo>
                <a:lnTo>
                  <a:pt x="0" y="4867143"/>
                </a:lnTo>
                <a:lnTo>
                  <a:pt x="501" y="4867143"/>
                </a:lnTo>
                <a:lnTo>
                  <a:pt x="501" y="1268413"/>
                </a:lnTo>
                <a:lnTo>
                  <a:pt x="0" y="1268413"/>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10" name="Text Placeholder 17">
            <a:extLst>
              <a:ext uri="{FF2B5EF4-FFF2-40B4-BE49-F238E27FC236}">
                <a16:creationId xmlns:a16="http://schemas.microsoft.com/office/drawing/2014/main" id="{1E88AEE2-3A55-B667-5D40-BB6299F48205}"/>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11" name="Text Placeholder 17">
            <a:extLst>
              <a:ext uri="{FF2B5EF4-FFF2-40B4-BE49-F238E27FC236}">
                <a16:creationId xmlns:a16="http://schemas.microsoft.com/office/drawing/2014/main" id="{D376FEF2-D482-FF48-0E21-E85BCDCAE008}"/>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E35B847D-2BA6-4533-FDD7-9CCF9A96A36C}"/>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7856219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9558297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eadline">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Tree>
    <p:extLst>
      <p:ext uri="{BB962C8B-B14F-4D97-AF65-F5344CB8AC3E}">
        <p14:creationId xmlns:p14="http://schemas.microsoft.com/office/powerpoint/2010/main" val="24718604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Headline-Copy">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6" name="Text Placeholder 5">
            <a:extLst>
              <a:ext uri="{FF2B5EF4-FFF2-40B4-BE49-F238E27FC236}">
                <a16:creationId xmlns:a16="http://schemas.microsoft.com/office/drawing/2014/main" id="{9D09DD77-3C7C-EEB6-765D-0ED3FE5F28B3}"/>
              </a:ext>
            </a:extLst>
          </p:cNvPr>
          <p:cNvSpPr>
            <a:spLocks noGrp="1"/>
          </p:cNvSpPr>
          <p:nvPr>
            <p:ph type="body" sz="quarter" idx="11"/>
          </p:nvPr>
        </p:nvSpPr>
        <p:spPr>
          <a:xfrm>
            <a:off x="522287" y="1056958"/>
            <a:ext cx="11122188" cy="5100637"/>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Tree>
    <p:extLst>
      <p:ext uri="{BB962C8B-B14F-4D97-AF65-F5344CB8AC3E}">
        <p14:creationId xmlns:p14="http://schemas.microsoft.com/office/powerpoint/2010/main" val="39780939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01">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8599914" cy="278794"/>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229208"/>
            <a:ext cx="8599914" cy="597151"/>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012872"/>
            <a:ext cx="8599572"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Tree>
    <p:extLst>
      <p:ext uri="{BB962C8B-B14F-4D97-AF65-F5344CB8AC3E}">
        <p14:creationId xmlns:p14="http://schemas.microsoft.com/office/powerpoint/2010/main" val="13240867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02">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529440"/>
            <a:ext cx="4757015"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4" name="Text Placeholder 17">
            <a:extLst>
              <a:ext uri="{FF2B5EF4-FFF2-40B4-BE49-F238E27FC236}">
                <a16:creationId xmlns:a16="http://schemas.microsoft.com/office/drawing/2014/main" id="{D20FA87A-09E8-BDB2-1C69-54F54B22BE31}"/>
              </a:ext>
            </a:extLst>
          </p:cNvPr>
          <p:cNvSpPr>
            <a:spLocks noGrp="1"/>
          </p:cNvSpPr>
          <p:nvPr>
            <p:ph type="body" sz="quarter" idx="15" hasCustomPrompt="1"/>
          </p:nvPr>
        </p:nvSpPr>
        <p:spPr>
          <a:xfrm>
            <a:off x="630383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6" name="Text Placeholder 8">
            <a:extLst>
              <a:ext uri="{FF2B5EF4-FFF2-40B4-BE49-F238E27FC236}">
                <a16:creationId xmlns:a16="http://schemas.microsoft.com/office/drawing/2014/main" id="{349B6786-5FA4-2087-2C3C-22F8A8E171CC}"/>
              </a:ext>
            </a:extLst>
          </p:cNvPr>
          <p:cNvSpPr>
            <a:spLocks noGrp="1"/>
          </p:cNvSpPr>
          <p:nvPr>
            <p:ph type="body" sz="quarter" idx="16" hasCustomPrompt="1"/>
          </p:nvPr>
        </p:nvSpPr>
        <p:spPr>
          <a:xfrm>
            <a:off x="630383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7" name="Text Placeholder 12">
            <a:extLst>
              <a:ext uri="{FF2B5EF4-FFF2-40B4-BE49-F238E27FC236}">
                <a16:creationId xmlns:a16="http://schemas.microsoft.com/office/drawing/2014/main" id="{86BD890A-D326-FD3F-EDA2-9599F756B623}"/>
              </a:ext>
            </a:extLst>
          </p:cNvPr>
          <p:cNvSpPr>
            <a:spLocks noGrp="1"/>
          </p:cNvSpPr>
          <p:nvPr>
            <p:ph type="body" sz="quarter" idx="17"/>
          </p:nvPr>
        </p:nvSpPr>
        <p:spPr>
          <a:xfrm>
            <a:off x="6303555" y="3529440"/>
            <a:ext cx="4757015"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Tree>
    <p:extLst>
      <p:ext uri="{BB962C8B-B14F-4D97-AF65-F5344CB8AC3E}">
        <p14:creationId xmlns:p14="http://schemas.microsoft.com/office/powerpoint/2010/main" val="41285615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03">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3216914"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16" name="Text Placeholder 17">
            <a:extLst>
              <a:ext uri="{FF2B5EF4-FFF2-40B4-BE49-F238E27FC236}">
                <a16:creationId xmlns:a16="http://schemas.microsoft.com/office/drawing/2014/main" id="{5A431E8C-C0AC-DBC9-2391-1C619D591E69}"/>
              </a:ext>
            </a:extLst>
          </p:cNvPr>
          <p:cNvSpPr>
            <a:spLocks noGrp="1"/>
          </p:cNvSpPr>
          <p:nvPr>
            <p:ph type="body" sz="quarter" idx="15" hasCustomPrompt="1"/>
          </p:nvPr>
        </p:nvSpPr>
        <p:spPr>
          <a:xfrm>
            <a:off x="439375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7" name="Text Placeholder 8">
            <a:extLst>
              <a:ext uri="{FF2B5EF4-FFF2-40B4-BE49-F238E27FC236}">
                <a16:creationId xmlns:a16="http://schemas.microsoft.com/office/drawing/2014/main" id="{7C89246B-18AE-5DA8-795F-679BD7C0617D}"/>
              </a:ext>
            </a:extLst>
          </p:cNvPr>
          <p:cNvSpPr>
            <a:spLocks noGrp="1"/>
          </p:cNvSpPr>
          <p:nvPr>
            <p:ph type="body" sz="quarter" idx="16" hasCustomPrompt="1"/>
          </p:nvPr>
        </p:nvSpPr>
        <p:spPr>
          <a:xfrm>
            <a:off x="439375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8" name="Text Placeholder 12">
            <a:extLst>
              <a:ext uri="{FF2B5EF4-FFF2-40B4-BE49-F238E27FC236}">
                <a16:creationId xmlns:a16="http://schemas.microsoft.com/office/drawing/2014/main" id="{4F617632-1F8F-2092-32FC-7367A36B4B50}"/>
              </a:ext>
            </a:extLst>
          </p:cNvPr>
          <p:cNvSpPr>
            <a:spLocks noGrp="1"/>
          </p:cNvSpPr>
          <p:nvPr>
            <p:ph type="body" sz="quarter" idx="17"/>
          </p:nvPr>
        </p:nvSpPr>
        <p:spPr>
          <a:xfrm>
            <a:off x="4393475" y="3740277"/>
            <a:ext cx="3216914"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19" name="Text Placeholder 17">
            <a:extLst>
              <a:ext uri="{FF2B5EF4-FFF2-40B4-BE49-F238E27FC236}">
                <a16:creationId xmlns:a16="http://schemas.microsoft.com/office/drawing/2014/main" id="{03C76AD3-B446-33B3-D6A6-D34A7B1A9CA9}"/>
              </a:ext>
            </a:extLst>
          </p:cNvPr>
          <p:cNvSpPr>
            <a:spLocks noGrp="1"/>
          </p:cNvSpPr>
          <p:nvPr>
            <p:ph type="body" sz="quarter" idx="18" hasCustomPrompt="1"/>
          </p:nvPr>
        </p:nvSpPr>
        <p:spPr>
          <a:xfrm>
            <a:off x="826471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20" name="Text Placeholder 8">
            <a:extLst>
              <a:ext uri="{FF2B5EF4-FFF2-40B4-BE49-F238E27FC236}">
                <a16:creationId xmlns:a16="http://schemas.microsoft.com/office/drawing/2014/main" id="{EA4DB68B-5ABD-7BD4-0D0C-E218D955694D}"/>
              </a:ext>
            </a:extLst>
          </p:cNvPr>
          <p:cNvSpPr>
            <a:spLocks noGrp="1"/>
          </p:cNvSpPr>
          <p:nvPr>
            <p:ph type="body" sz="quarter" idx="19" hasCustomPrompt="1"/>
          </p:nvPr>
        </p:nvSpPr>
        <p:spPr>
          <a:xfrm>
            <a:off x="826471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21" name="Text Placeholder 12">
            <a:extLst>
              <a:ext uri="{FF2B5EF4-FFF2-40B4-BE49-F238E27FC236}">
                <a16:creationId xmlns:a16="http://schemas.microsoft.com/office/drawing/2014/main" id="{9E284295-AA76-A820-A4B4-F649763A5346}"/>
              </a:ext>
            </a:extLst>
          </p:cNvPr>
          <p:cNvSpPr>
            <a:spLocks noGrp="1"/>
          </p:cNvSpPr>
          <p:nvPr>
            <p:ph type="body" sz="quarter" idx="20"/>
          </p:nvPr>
        </p:nvSpPr>
        <p:spPr>
          <a:xfrm>
            <a:off x="8264435" y="3740277"/>
            <a:ext cx="3216914"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Tree>
    <p:extLst>
      <p:ext uri="{BB962C8B-B14F-4D97-AF65-F5344CB8AC3E}">
        <p14:creationId xmlns:p14="http://schemas.microsoft.com/office/powerpoint/2010/main" val="167464665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04">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86"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86"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2478986" cy="1294137"/>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4" name="Text Placeholder 17">
            <a:extLst>
              <a:ext uri="{FF2B5EF4-FFF2-40B4-BE49-F238E27FC236}">
                <a16:creationId xmlns:a16="http://schemas.microsoft.com/office/drawing/2014/main" id="{A7841F65-A264-9942-011F-C0257234F038}"/>
              </a:ext>
            </a:extLst>
          </p:cNvPr>
          <p:cNvSpPr>
            <a:spLocks noGrp="1"/>
          </p:cNvSpPr>
          <p:nvPr>
            <p:ph type="body" sz="quarter" idx="15" hasCustomPrompt="1"/>
          </p:nvPr>
        </p:nvSpPr>
        <p:spPr>
          <a:xfrm>
            <a:off x="3370044"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6" name="Text Placeholder 8">
            <a:extLst>
              <a:ext uri="{FF2B5EF4-FFF2-40B4-BE49-F238E27FC236}">
                <a16:creationId xmlns:a16="http://schemas.microsoft.com/office/drawing/2014/main" id="{C15516F4-558F-C634-22F7-1F2C190C2A1A}"/>
              </a:ext>
            </a:extLst>
          </p:cNvPr>
          <p:cNvSpPr>
            <a:spLocks noGrp="1"/>
          </p:cNvSpPr>
          <p:nvPr>
            <p:ph type="body" sz="quarter" idx="16" hasCustomPrompt="1"/>
          </p:nvPr>
        </p:nvSpPr>
        <p:spPr>
          <a:xfrm>
            <a:off x="3370044"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7" name="Text Placeholder 12">
            <a:extLst>
              <a:ext uri="{FF2B5EF4-FFF2-40B4-BE49-F238E27FC236}">
                <a16:creationId xmlns:a16="http://schemas.microsoft.com/office/drawing/2014/main" id="{D46D04B0-DA90-F948-8623-D10B3ED438A3}"/>
              </a:ext>
            </a:extLst>
          </p:cNvPr>
          <p:cNvSpPr>
            <a:spLocks noGrp="1"/>
          </p:cNvSpPr>
          <p:nvPr>
            <p:ph type="body" sz="quarter" idx="17"/>
          </p:nvPr>
        </p:nvSpPr>
        <p:spPr>
          <a:xfrm>
            <a:off x="3369773" y="3740277"/>
            <a:ext cx="2478986" cy="1294137"/>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8" name="Text Placeholder 17">
            <a:extLst>
              <a:ext uri="{FF2B5EF4-FFF2-40B4-BE49-F238E27FC236}">
                <a16:creationId xmlns:a16="http://schemas.microsoft.com/office/drawing/2014/main" id="{C45E5508-18D4-B8A0-9554-18C8CC7BA633}"/>
              </a:ext>
            </a:extLst>
          </p:cNvPr>
          <p:cNvSpPr>
            <a:spLocks noGrp="1"/>
          </p:cNvSpPr>
          <p:nvPr>
            <p:ph type="body" sz="quarter" idx="18" hasCustomPrompt="1"/>
          </p:nvPr>
        </p:nvSpPr>
        <p:spPr>
          <a:xfrm>
            <a:off x="6217771"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0" name="Text Placeholder 8">
            <a:extLst>
              <a:ext uri="{FF2B5EF4-FFF2-40B4-BE49-F238E27FC236}">
                <a16:creationId xmlns:a16="http://schemas.microsoft.com/office/drawing/2014/main" id="{9B9FC0B2-A2E1-EE23-DD92-95D99FB7FCBC}"/>
              </a:ext>
            </a:extLst>
          </p:cNvPr>
          <p:cNvSpPr>
            <a:spLocks noGrp="1"/>
          </p:cNvSpPr>
          <p:nvPr>
            <p:ph type="body" sz="quarter" idx="19" hasCustomPrompt="1"/>
          </p:nvPr>
        </p:nvSpPr>
        <p:spPr>
          <a:xfrm>
            <a:off x="6217771"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1" name="Text Placeholder 12">
            <a:extLst>
              <a:ext uri="{FF2B5EF4-FFF2-40B4-BE49-F238E27FC236}">
                <a16:creationId xmlns:a16="http://schemas.microsoft.com/office/drawing/2014/main" id="{9AD3BD22-757B-EEDC-2BED-851D01FAD009}"/>
              </a:ext>
            </a:extLst>
          </p:cNvPr>
          <p:cNvSpPr>
            <a:spLocks noGrp="1"/>
          </p:cNvSpPr>
          <p:nvPr>
            <p:ph type="body" sz="quarter" idx="20"/>
          </p:nvPr>
        </p:nvSpPr>
        <p:spPr>
          <a:xfrm>
            <a:off x="6217500" y="3740277"/>
            <a:ext cx="2478986" cy="1294137"/>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12" name="Text Placeholder 17">
            <a:extLst>
              <a:ext uri="{FF2B5EF4-FFF2-40B4-BE49-F238E27FC236}">
                <a16:creationId xmlns:a16="http://schemas.microsoft.com/office/drawing/2014/main" id="{5E75D8B7-36BA-C036-3008-ED7181EA29CE}"/>
              </a:ext>
            </a:extLst>
          </p:cNvPr>
          <p:cNvSpPr>
            <a:spLocks noGrp="1"/>
          </p:cNvSpPr>
          <p:nvPr>
            <p:ph type="body" sz="quarter" idx="21" hasCustomPrompt="1"/>
          </p:nvPr>
        </p:nvSpPr>
        <p:spPr>
          <a:xfrm>
            <a:off x="9065399"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4" name="Text Placeholder 8">
            <a:extLst>
              <a:ext uri="{FF2B5EF4-FFF2-40B4-BE49-F238E27FC236}">
                <a16:creationId xmlns:a16="http://schemas.microsoft.com/office/drawing/2014/main" id="{BD2C72CE-2AC1-03E8-EC6E-6628A5C8EE8B}"/>
              </a:ext>
            </a:extLst>
          </p:cNvPr>
          <p:cNvSpPr>
            <a:spLocks noGrp="1"/>
          </p:cNvSpPr>
          <p:nvPr>
            <p:ph type="body" sz="quarter" idx="22" hasCustomPrompt="1"/>
          </p:nvPr>
        </p:nvSpPr>
        <p:spPr>
          <a:xfrm>
            <a:off x="9065399"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5" name="Text Placeholder 12">
            <a:extLst>
              <a:ext uri="{FF2B5EF4-FFF2-40B4-BE49-F238E27FC236}">
                <a16:creationId xmlns:a16="http://schemas.microsoft.com/office/drawing/2014/main" id="{C86AC0A8-2096-FDDC-FEAB-27E8D3456BF7}"/>
              </a:ext>
            </a:extLst>
          </p:cNvPr>
          <p:cNvSpPr>
            <a:spLocks noGrp="1"/>
          </p:cNvSpPr>
          <p:nvPr>
            <p:ph type="body" sz="quarter" idx="23"/>
          </p:nvPr>
        </p:nvSpPr>
        <p:spPr>
          <a:xfrm>
            <a:off x="9065128" y="3740277"/>
            <a:ext cx="2478986" cy="1294137"/>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Tree>
    <p:extLst>
      <p:ext uri="{BB962C8B-B14F-4D97-AF65-F5344CB8AC3E}">
        <p14:creationId xmlns:p14="http://schemas.microsoft.com/office/powerpoint/2010/main" val="33509431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1CE7E595-5C3F-0BAF-330D-65E2AD801F66}"/>
              </a:ext>
            </a:extLst>
          </p:cNvPr>
          <p:cNvSpPr>
            <a:spLocks noGrp="1"/>
          </p:cNvSpPr>
          <p:nvPr>
            <p:ph type="body" sz="quarter" idx="18" hasCustomPrompt="1"/>
          </p:nvPr>
        </p:nvSpPr>
        <p:spPr>
          <a:xfrm>
            <a:off x="4571323" y="1133918"/>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9" name="Text Placeholder 7">
            <a:extLst>
              <a:ext uri="{FF2B5EF4-FFF2-40B4-BE49-F238E27FC236}">
                <a16:creationId xmlns:a16="http://schemas.microsoft.com/office/drawing/2014/main" id="{00B49552-BA81-9DEE-DBCE-F9356D66374D}"/>
              </a:ext>
            </a:extLst>
          </p:cNvPr>
          <p:cNvSpPr>
            <a:spLocks noGrp="1"/>
          </p:cNvSpPr>
          <p:nvPr>
            <p:ph type="body" sz="quarter" idx="19" hasCustomPrompt="1"/>
          </p:nvPr>
        </p:nvSpPr>
        <p:spPr>
          <a:xfrm>
            <a:off x="4571323" y="1793136"/>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0" name="Text Placeholder 7">
            <a:extLst>
              <a:ext uri="{FF2B5EF4-FFF2-40B4-BE49-F238E27FC236}">
                <a16:creationId xmlns:a16="http://schemas.microsoft.com/office/drawing/2014/main" id="{03CD231C-30AC-3339-A90C-FF099FDCE126}"/>
              </a:ext>
            </a:extLst>
          </p:cNvPr>
          <p:cNvSpPr>
            <a:spLocks noGrp="1"/>
          </p:cNvSpPr>
          <p:nvPr>
            <p:ph type="body" sz="quarter" idx="20" hasCustomPrompt="1"/>
          </p:nvPr>
        </p:nvSpPr>
        <p:spPr>
          <a:xfrm>
            <a:off x="4571323" y="2452355"/>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1" name="Text Placeholder 7">
            <a:extLst>
              <a:ext uri="{FF2B5EF4-FFF2-40B4-BE49-F238E27FC236}">
                <a16:creationId xmlns:a16="http://schemas.microsoft.com/office/drawing/2014/main" id="{8982B152-EDC0-3186-CD84-DAB96BF42494}"/>
              </a:ext>
            </a:extLst>
          </p:cNvPr>
          <p:cNvSpPr>
            <a:spLocks noGrp="1"/>
          </p:cNvSpPr>
          <p:nvPr>
            <p:ph type="body" sz="quarter" idx="21" hasCustomPrompt="1"/>
          </p:nvPr>
        </p:nvSpPr>
        <p:spPr>
          <a:xfrm>
            <a:off x="4571323" y="3111573"/>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8" name="Text Placeholder 7">
            <a:extLst>
              <a:ext uri="{FF2B5EF4-FFF2-40B4-BE49-F238E27FC236}">
                <a16:creationId xmlns:a16="http://schemas.microsoft.com/office/drawing/2014/main" id="{356610AF-C4CC-A0BF-AEC5-6E3BDD36D990}"/>
              </a:ext>
            </a:extLst>
          </p:cNvPr>
          <p:cNvSpPr>
            <a:spLocks noGrp="1"/>
          </p:cNvSpPr>
          <p:nvPr>
            <p:ph type="body" sz="quarter" idx="22" hasCustomPrompt="1"/>
          </p:nvPr>
        </p:nvSpPr>
        <p:spPr>
          <a:xfrm>
            <a:off x="4571323" y="3770791"/>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9" name="Text Placeholder 7">
            <a:extLst>
              <a:ext uri="{FF2B5EF4-FFF2-40B4-BE49-F238E27FC236}">
                <a16:creationId xmlns:a16="http://schemas.microsoft.com/office/drawing/2014/main" id="{71249665-4BF1-BC80-9E3E-27C6AC131E05}"/>
              </a:ext>
            </a:extLst>
          </p:cNvPr>
          <p:cNvSpPr>
            <a:spLocks noGrp="1"/>
          </p:cNvSpPr>
          <p:nvPr>
            <p:ph type="body" sz="quarter" idx="23" hasCustomPrompt="1"/>
          </p:nvPr>
        </p:nvSpPr>
        <p:spPr>
          <a:xfrm>
            <a:off x="4571323" y="4430010"/>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20" name="Text Placeholder 7">
            <a:extLst>
              <a:ext uri="{FF2B5EF4-FFF2-40B4-BE49-F238E27FC236}">
                <a16:creationId xmlns:a16="http://schemas.microsoft.com/office/drawing/2014/main" id="{5AF120EB-8D6E-49DB-0DA5-20F61C819518}"/>
              </a:ext>
            </a:extLst>
          </p:cNvPr>
          <p:cNvSpPr>
            <a:spLocks noGrp="1"/>
          </p:cNvSpPr>
          <p:nvPr>
            <p:ph type="body" sz="quarter" idx="24" hasCustomPrompt="1"/>
          </p:nvPr>
        </p:nvSpPr>
        <p:spPr>
          <a:xfrm>
            <a:off x="4571323" y="5089229"/>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pic>
        <p:nvPicPr>
          <p:cNvPr id="21" name="Graphic 20">
            <a:extLst>
              <a:ext uri="{FF2B5EF4-FFF2-40B4-BE49-F238E27FC236}">
                <a16:creationId xmlns:a16="http://schemas.microsoft.com/office/drawing/2014/main" id="{B6EDFCBE-296B-864F-13E7-245D40ED0C39}"/>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647542" y="1793136"/>
            <a:ext cx="789191" cy="789191"/>
          </a:xfrm>
          <a:prstGeom prst="rect">
            <a:avLst/>
          </a:prstGeom>
        </p:spPr>
      </p:pic>
      <p:pic>
        <p:nvPicPr>
          <p:cNvPr id="22" name="Graphic 21">
            <a:extLst>
              <a:ext uri="{FF2B5EF4-FFF2-40B4-BE49-F238E27FC236}">
                <a16:creationId xmlns:a16="http://schemas.microsoft.com/office/drawing/2014/main" id="{D5A0CFA2-F296-A8B7-CB70-C9D00D9E3C9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 Placeholder 17">
            <a:extLst>
              <a:ext uri="{FF2B5EF4-FFF2-40B4-BE49-F238E27FC236}">
                <a16:creationId xmlns:a16="http://schemas.microsoft.com/office/drawing/2014/main" id="{7CD097DB-9618-CDB1-1F1F-B033BC4801EA}"/>
              </a:ext>
            </a:extLst>
          </p:cNvPr>
          <p:cNvSpPr>
            <a:spLocks noGrp="1"/>
          </p:cNvSpPr>
          <p:nvPr>
            <p:ph type="body" sz="quarter" idx="10" hasCustomPrompt="1"/>
          </p:nvPr>
        </p:nvSpPr>
        <p:spPr>
          <a:xfrm>
            <a:off x="352660" y="2735750"/>
            <a:ext cx="3358665" cy="944810"/>
          </a:xfrm>
        </p:spPr>
        <p:txBody>
          <a:bodyPr wrap="square">
            <a:spAutoFit/>
          </a:bodyPr>
          <a:lstStyle>
            <a:lvl1pPr marL="0" indent="0" algn="ctr">
              <a:lnSpc>
                <a:spcPct val="90000"/>
              </a:lnSpc>
              <a:spcBef>
                <a:spcPts val="0"/>
              </a:spcBef>
              <a:buNone/>
              <a:defRPr sz="3400" b="1">
                <a:solidFill>
                  <a:schemeClr val="bg1"/>
                </a:solidFill>
              </a:defRPr>
            </a:lvl1pPr>
          </a:lstStyle>
          <a:p>
            <a:pPr lvl="0"/>
            <a:r>
              <a:rPr lang="en-US" dirty="0"/>
              <a:t>Agenda or Table of Contents</a:t>
            </a:r>
          </a:p>
        </p:txBody>
      </p:sp>
    </p:spTree>
    <p:extLst>
      <p:ext uri="{BB962C8B-B14F-4D97-AF65-F5344CB8AC3E}">
        <p14:creationId xmlns:p14="http://schemas.microsoft.com/office/powerpoint/2010/main" val="24892332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Breaker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10" name="TextBox 9">
            <a:extLst>
              <a:ext uri="{FF2B5EF4-FFF2-40B4-BE49-F238E27FC236}">
                <a16:creationId xmlns:a16="http://schemas.microsoft.com/office/drawing/2014/main" id="{490D0730-EC65-31BF-A4FA-992A99E0E4CF}"/>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8995481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Breaker Dark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BE3200C5-B5A9-AC44-9200-784DFC63364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A2BD6F6F-F10E-C53F-032B-188519D8D1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Box 1">
            <a:extLst>
              <a:ext uri="{FF2B5EF4-FFF2-40B4-BE49-F238E27FC236}">
                <a16:creationId xmlns:a16="http://schemas.microsoft.com/office/drawing/2014/main" id="{8460C111-1CB1-186F-BF66-55001B5779E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406558296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Break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tx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642BD9AE-C83A-9EF9-F573-61A0E81EA594}"/>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81991559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PUR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563089" y="3740277"/>
            <a:ext cx="523271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2" name="Graphic 1">
            <a:extLst>
              <a:ext uri="{FF2B5EF4-FFF2-40B4-BE49-F238E27FC236}">
                <a16:creationId xmlns:a16="http://schemas.microsoft.com/office/drawing/2014/main" id="{017A8F2F-9330-25BE-0D2E-902E66CDE27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88603384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Gray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12" name="Graphic 11">
            <a:extLst>
              <a:ext uri="{FF2B5EF4-FFF2-40B4-BE49-F238E27FC236}">
                <a16:creationId xmlns:a16="http://schemas.microsoft.com/office/drawing/2014/main" id="{989C4F93-BF72-9EDD-88A7-D0623456593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63017823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Green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12" name="Graphic 11">
            <a:extLst>
              <a:ext uri="{FF2B5EF4-FFF2-40B4-BE49-F238E27FC236}">
                <a16:creationId xmlns:a16="http://schemas.microsoft.com/office/drawing/2014/main" id="{AB1728AA-35B4-4BD9-8922-5A10B50EFB7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09380481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PUR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2" name="Graphic 1">
            <a:extLst>
              <a:ext uri="{FF2B5EF4-FFF2-40B4-BE49-F238E27FC236}">
                <a16:creationId xmlns:a16="http://schemas.microsoft.com/office/drawing/2014/main" id="{01D50BC8-C95D-425B-652A-2D581ADCD81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1316192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Gray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9" name="Graphic 8">
            <a:extLst>
              <a:ext uri="{FF2B5EF4-FFF2-40B4-BE49-F238E27FC236}">
                <a16:creationId xmlns:a16="http://schemas.microsoft.com/office/drawing/2014/main" id="{E5FB72CE-435D-5F45-16B1-4A77B79AF3C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24108719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Green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9" name="Graphic 8">
            <a:extLst>
              <a:ext uri="{FF2B5EF4-FFF2-40B4-BE49-F238E27FC236}">
                <a16:creationId xmlns:a16="http://schemas.microsoft.com/office/drawing/2014/main" id="{65A4C054-B1C8-E492-ADA1-D665C51553F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16675765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Image-Right">
    <p:spTree>
      <p:nvGrpSpPr>
        <p:cNvPr id="1" name=""/>
        <p:cNvGrpSpPr/>
        <p:nvPr/>
      </p:nvGrpSpPr>
      <p:grpSpPr>
        <a:xfrm>
          <a:off x="0" y="0"/>
          <a:ext cx="0" cy="0"/>
          <a:chOff x="0" y="0"/>
          <a:chExt cx="0" cy="0"/>
        </a:xfrm>
      </p:grpSpPr>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38630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38630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386035" y="4139291"/>
            <a:ext cx="5008456"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6096000" y="0"/>
            <a:ext cx="6096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160521206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Image-Lef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6096000" cy="6858000"/>
          </a:xfrm>
        </p:spPr>
        <p:txBody>
          <a:bodyPr anchor="ctr" anchorCtr="0">
            <a:noAutofit/>
          </a:bodyPr>
          <a:lstStyle>
            <a:lvl1pPr marL="0" indent="0" algn="ctr">
              <a:buNone/>
              <a:defRPr/>
            </a:lvl1pPr>
          </a:lstStyle>
          <a:p>
            <a:r>
              <a:rPr lang="en-US" dirty="0"/>
              <a:t>[Click to insert image]</a:t>
            </a:r>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666491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66518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66518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664915" y="4139291"/>
            <a:ext cx="5008456"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Tree>
    <p:extLst>
      <p:ext uri="{BB962C8B-B14F-4D97-AF65-F5344CB8AC3E}">
        <p14:creationId xmlns:p14="http://schemas.microsoft.com/office/powerpoint/2010/main" val="318095743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Full Page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12192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368996836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EFrame Image Purple">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5AACD76F-5A98-DE42-2012-2E4698A70B32}"/>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Picture Placeholder 43">
            <a:extLst>
              <a:ext uri="{FF2B5EF4-FFF2-40B4-BE49-F238E27FC236}">
                <a16:creationId xmlns:a16="http://schemas.microsoft.com/office/drawing/2014/main" id="{C5980322-EF45-73EA-F45B-05C3C55E7CE2}"/>
              </a:ext>
            </a:extLst>
          </p:cNvPr>
          <p:cNvSpPr>
            <a:spLocks noGrp="1"/>
          </p:cNvSpPr>
          <p:nvPr>
            <p:ph type="pic" sz="quarter" idx="13" hasCustomPrompt="1"/>
          </p:nvPr>
        </p:nvSpPr>
        <p:spPr>
          <a:xfrm>
            <a:off x="5337810" y="573881"/>
            <a:ext cx="6854190" cy="5710237"/>
          </a:xfrm>
          <a:custGeom>
            <a:avLst/>
            <a:gdLst>
              <a:gd name="connsiteX0" fmla="*/ 0 w 6854190"/>
              <a:gd name="connsiteY0" fmla="*/ 0 h 5710237"/>
              <a:gd name="connsiteX1" fmla="*/ 3816350 w 6854190"/>
              <a:gd name="connsiteY1" fmla="*/ 0 h 5710237"/>
              <a:gd name="connsiteX2" fmla="*/ 3816350 w 6854190"/>
              <a:gd name="connsiteY2" fmla="*/ 1 h 5710237"/>
              <a:gd name="connsiteX3" fmla="*/ 6854190 w 6854190"/>
              <a:gd name="connsiteY3" fmla="*/ 1 h 5710237"/>
              <a:gd name="connsiteX4" fmla="*/ 6854190 w 6854190"/>
              <a:gd name="connsiteY4" fmla="*/ 1513523 h 5710237"/>
              <a:gd name="connsiteX5" fmla="*/ 3816350 w 6854190"/>
              <a:gd name="connsiteY5" fmla="*/ 1513523 h 5710237"/>
              <a:gd name="connsiteX6" fmla="*/ 3816350 w 6854190"/>
              <a:gd name="connsiteY6" fmla="*/ 2093595 h 5710237"/>
              <a:gd name="connsiteX7" fmla="*/ 6284595 w 6854190"/>
              <a:gd name="connsiteY7" fmla="*/ 2093595 h 5710237"/>
              <a:gd name="connsiteX8" fmla="*/ 6284595 w 6854190"/>
              <a:gd name="connsiteY8" fmla="*/ 3607117 h 5710237"/>
              <a:gd name="connsiteX9" fmla="*/ 3816350 w 6854190"/>
              <a:gd name="connsiteY9" fmla="*/ 3607117 h 5710237"/>
              <a:gd name="connsiteX10" fmla="*/ 3816350 w 6854190"/>
              <a:gd name="connsiteY10" fmla="*/ 4196715 h 5710237"/>
              <a:gd name="connsiteX11" fmla="*/ 6854190 w 6854190"/>
              <a:gd name="connsiteY11" fmla="*/ 4196715 h 5710237"/>
              <a:gd name="connsiteX12" fmla="*/ 6854190 w 6854190"/>
              <a:gd name="connsiteY12" fmla="*/ 5710237 h 5710237"/>
              <a:gd name="connsiteX13" fmla="*/ 3816350 w 6854190"/>
              <a:gd name="connsiteY13" fmla="*/ 5710237 h 5710237"/>
              <a:gd name="connsiteX14" fmla="*/ 3037840 w 6854190"/>
              <a:gd name="connsiteY14" fmla="*/ 5710237 h 5710237"/>
              <a:gd name="connsiteX15" fmla="*/ 0 w 6854190"/>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4190" h="5710237">
                <a:moveTo>
                  <a:pt x="0" y="0"/>
                </a:moveTo>
                <a:lnTo>
                  <a:pt x="3816350" y="0"/>
                </a:lnTo>
                <a:lnTo>
                  <a:pt x="3816350" y="1"/>
                </a:lnTo>
                <a:lnTo>
                  <a:pt x="6854190" y="1"/>
                </a:lnTo>
                <a:lnTo>
                  <a:pt x="6854190" y="1513523"/>
                </a:lnTo>
                <a:lnTo>
                  <a:pt x="3816350" y="1513523"/>
                </a:lnTo>
                <a:lnTo>
                  <a:pt x="3816350" y="2093595"/>
                </a:lnTo>
                <a:lnTo>
                  <a:pt x="6284595" y="2093595"/>
                </a:lnTo>
                <a:lnTo>
                  <a:pt x="6284595" y="3607117"/>
                </a:lnTo>
                <a:lnTo>
                  <a:pt x="3816350" y="3607117"/>
                </a:lnTo>
                <a:lnTo>
                  <a:pt x="3816350" y="4196715"/>
                </a:lnTo>
                <a:lnTo>
                  <a:pt x="6854190" y="4196715"/>
                </a:lnTo>
                <a:lnTo>
                  <a:pt x="6854190" y="5710237"/>
                </a:lnTo>
                <a:lnTo>
                  <a:pt x="3816350" y="5710237"/>
                </a:lnTo>
                <a:lnTo>
                  <a:pt x="3037840"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7" name="Text Placeholder 17">
            <a:extLst>
              <a:ext uri="{FF2B5EF4-FFF2-40B4-BE49-F238E27FC236}">
                <a16:creationId xmlns:a16="http://schemas.microsoft.com/office/drawing/2014/main" id="{72A36242-E96D-BCC5-8B9A-F727F91C17DD}"/>
              </a:ext>
            </a:extLst>
          </p:cNvPr>
          <p:cNvSpPr>
            <a:spLocks noGrp="1"/>
          </p:cNvSpPr>
          <p:nvPr>
            <p:ph type="body" sz="quarter" idx="10" hasCustomPrompt="1"/>
          </p:nvPr>
        </p:nvSpPr>
        <p:spPr>
          <a:xfrm>
            <a:off x="386035" y="1112251"/>
            <a:ext cx="4317994" cy="944810"/>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endParaRPr lang="en-US" dirty="0"/>
          </a:p>
        </p:txBody>
      </p:sp>
      <p:sp>
        <p:nvSpPr>
          <p:cNvPr id="48" name="Text Placeholder 17">
            <a:extLst>
              <a:ext uri="{FF2B5EF4-FFF2-40B4-BE49-F238E27FC236}">
                <a16:creationId xmlns:a16="http://schemas.microsoft.com/office/drawing/2014/main" id="{E033C30C-F4BF-DEFA-8C82-E924E66CF321}"/>
              </a:ext>
            </a:extLst>
          </p:cNvPr>
          <p:cNvSpPr>
            <a:spLocks noGrp="1"/>
          </p:cNvSpPr>
          <p:nvPr>
            <p:ph type="body" sz="quarter" idx="12" hasCustomPrompt="1"/>
          </p:nvPr>
        </p:nvSpPr>
        <p:spPr>
          <a:xfrm>
            <a:off x="386305" y="2467715"/>
            <a:ext cx="4317775" cy="555793"/>
          </a:xfrm>
        </p:spPr>
        <p:txBody>
          <a:bodyPr wrap="square">
            <a:spAutoFit/>
          </a:bodyPr>
          <a:lstStyle>
            <a:lvl1pPr marL="0" indent="0">
              <a:lnSpc>
                <a:spcPct val="90000"/>
              </a:lnSpc>
              <a:spcBef>
                <a:spcPts val="0"/>
              </a:spcBef>
              <a:buNone/>
              <a:defRPr sz="2000" b="1">
                <a:solidFill>
                  <a:schemeClr val="bg1"/>
                </a:solidFill>
              </a:defRPr>
            </a:lvl1pPr>
          </a:lstStyle>
          <a:p>
            <a:pPr lvl="0"/>
            <a:r>
              <a:rPr lang="en-US" dirty="0"/>
              <a:t>Subhead culpa qui official arum </a:t>
            </a:r>
            <a:r>
              <a:rPr lang="en-US" dirty="0" err="1"/>
              <a:t>quidem</a:t>
            </a:r>
            <a:r>
              <a:rPr lang="en-US" dirty="0"/>
              <a:t> rerum facilis</a:t>
            </a:r>
          </a:p>
        </p:txBody>
      </p:sp>
      <p:sp>
        <p:nvSpPr>
          <p:cNvPr id="49" name="Text Placeholder 8">
            <a:extLst>
              <a:ext uri="{FF2B5EF4-FFF2-40B4-BE49-F238E27FC236}">
                <a16:creationId xmlns:a16="http://schemas.microsoft.com/office/drawing/2014/main" id="{A0F481E4-FC0E-C80A-C2EC-B76F27D262A7}"/>
              </a:ext>
            </a:extLst>
          </p:cNvPr>
          <p:cNvSpPr>
            <a:spLocks noGrp="1"/>
          </p:cNvSpPr>
          <p:nvPr>
            <p:ph type="body" sz="quarter" idx="14" hasCustomPrompt="1"/>
          </p:nvPr>
        </p:nvSpPr>
        <p:spPr>
          <a:xfrm>
            <a:off x="386305" y="3130525"/>
            <a:ext cx="4317775" cy="901850"/>
          </a:xfrm>
        </p:spPr>
        <p:txBody>
          <a:bodyPr wrap="square">
            <a:spAutoFit/>
          </a:bodyPr>
          <a:lstStyle>
            <a:lvl1pPr marL="0" indent="0">
              <a:buNone/>
              <a:defRPr sz="1800">
                <a:solidFill>
                  <a:schemeClr val="bg1"/>
                </a:solidFill>
              </a:defRPr>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a:t>
            </a:r>
          </a:p>
        </p:txBody>
      </p:sp>
      <p:sp>
        <p:nvSpPr>
          <p:cNvPr id="50" name="Text Placeholder 12">
            <a:extLst>
              <a:ext uri="{FF2B5EF4-FFF2-40B4-BE49-F238E27FC236}">
                <a16:creationId xmlns:a16="http://schemas.microsoft.com/office/drawing/2014/main" id="{F28319CA-55ED-F435-6422-E7CAE3A4E5C8}"/>
              </a:ext>
            </a:extLst>
          </p:cNvPr>
          <p:cNvSpPr>
            <a:spLocks noGrp="1"/>
          </p:cNvSpPr>
          <p:nvPr>
            <p:ph type="body" sz="quarter" idx="15"/>
          </p:nvPr>
        </p:nvSpPr>
        <p:spPr>
          <a:xfrm>
            <a:off x="386035" y="4155118"/>
            <a:ext cx="4317603" cy="1684948"/>
          </a:xfrm>
        </p:spPr>
        <p:txBody>
          <a:bodyPr wrap="square">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2" name="Graphic 1">
            <a:extLst>
              <a:ext uri="{FF2B5EF4-FFF2-40B4-BE49-F238E27FC236}">
                <a16:creationId xmlns:a16="http://schemas.microsoft.com/office/drawing/2014/main" id="{E2FA6E33-C1DD-C1DE-7C6F-82957792F31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8D073452-E314-EB2D-1FC4-135DC2D7775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4" name="TextBox 3">
            <a:extLst>
              <a:ext uri="{FF2B5EF4-FFF2-40B4-BE49-F238E27FC236}">
                <a16:creationId xmlns:a16="http://schemas.microsoft.com/office/drawing/2014/main" id="{A28DAA59-27D2-784E-D2A1-F51D07814DEC}"/>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46068429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Purp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bg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bg1"/>
                </a:solidFill>
              </a:defRPr>
            </a:lvl1pPr>
          </a:lstStyle>
          <a:p>
            <a:pPr lvl="0"/>
            <a:r>
              <a:rPr lang="en-US" dirty="0"/>
              <a:t>First &amp; Last Name</a:t>
            </a:r>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 Placeholder 17">
            <a:extLst>
              <a:ext uri="{FF2B5EF4-FFF2-40B4-BE49-F238E27FC236}">
                <a16:creationId xmlns:a16="http://schemas.microsoft.com/office/drawing/2014/main" id="{D05DB1F1-ACC3-B191-E3E7-7348B83D3D7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bg1"/>
                </a:solidFill>
              </a:defRPr>
            </a:lvl1pPr>
          </a:lstStyle>
          <a:p>
            <a:pPr lvl="0"/>
            <a:r>
              <a:rPr lang="en-US" dirty="0"/>
              <a:t>Title and Company or Institution</a:t>
            </a:r>
          </a:p>
        </p:txBody>
      </p:sp>
      <p:pic>
        <p:nvPicPr>
          <p:cNvPr id="4" name="Graphic 3">
            <a:extLst>
              <a:ext uri="{FF2B5EF4-FFF2-40B4-BE49-F238E27FC236}">
                <a16:creationId xmlns:a16="http://schemas.microsoft.com/office/drawing/2014/main" id="{3F44E2C7-6484-3A24-48A0-1EC4CE2E334F}"/>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8" name="TextBox 7">
            <a:extLst>
              <a:ext uri="{FF2B5EF4-FFF2-40B4-BE49-F238E27FC236}">
                <a16:creationId xmlns:a16="http://schemas.microsoft.com/office/drawing/2014/main" id="{56538370-0C99-95AF-B7F2-D3F6183791A0}"/>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9190803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Quote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 Placeholder 17">
            <a:extLst>
              <a:ext uri="{FF2B5EF4-FFF2-40B4-BE49-F238E27FC236}">
                <a16:creationId xmlns:a16="http://schemas.microsoft.com/office/drawing/2014/main" id="{97C25E61-6B43-DBD5-C2CE-87847F39AAE2}"/>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tx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4" name="Text Placeholder 17">
            <a:extLst>
              <a:ext uri="{FF2B5EF4-FFF2-40B4-BE49-F238E27FC236}">
                <a16:creationId xmlns:a16="http://schemas.microsoft.com/office/drawing/2014/main" id="{FCEE0479-D5F9-CE3F-36E7-238BA0F4577F}"/>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tx1"/>
                </a:solidFill>
              </a:defRPr>
            </a:lvl1pPr>
          </a:lstStyle>
          <a:p>
            <a:pPr lvl="0"/>
            <a:r>
              <a:rPr lang="en-US" dirty="0"/>
              <a:t>First &amp; Last Name</a:t>
            </a:r>
          </a:p>
        </p:txBody>
      </p:sp>
      <p:sp>
        <p:nvSpPr>
          <p:cNvPr id="8" name="Text Placeholder 17">
            <a:extLst>
              <a:ext uri="{FF2B5EF4-FFF2-40B4-BE49-F238E27FC236}">
                <a16:creationId xmlns:a16="http://schemas.microsoft.com/office/drawing/2014/main" id="{A76AF4FC-9A53-DBD9-C4E3-8F3D9D7DB7D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tx1"/>
                </a:solidFill>
              </a:defRPr>
            </a:lvl1pPr>
          </a:lstStyle>
          <a:p>
            <a:pPr lvl="0"/>
            <a:r>
              <a:rPr lang="en-US" dirty="0"/>
              <a:t>Title and Company or Institution</a:t>
            </a:r>
          </a:p>
        </p:txBody>
      </p:sp>
      <p:pic>
        <p:nvPicPr>
          <p:cNvPr id="11" name="Graphic 10">
            <a:extLst>
              <a:ext uri="{FF2B5EF4-FFF2-40B4-BE49-F238E27FC236}">
                <a16:creationId xmlns:a16="http://schemas.microsoft.com/office/drawing/2014/main" id="{FF551E89-4ED8-FCF0-7E9B-2446F24111FB}"/>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6" name="TextBox 5">
            <a:extLst>
              <a:ext uri="{FF2B5EF4-FFF2-40B4-BE49-F238E27FC236}">
                <a16:creationId xmlns:a16="http://schemas.microsoft.com/office/drawing/2014/main" id="{759FA4B8-B22A-02CB-D4E5-CDAF1F338C84}"/>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62723278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Purple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CC5AC45-371A-D1F2-3506-59FB4F407F5D}"/>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solidFill>
                  <a:schemeClr val="bg1"/>
                </a:solidFill>
              </a:defRPr>
            </a:lvl1pPr>
          </a:lstStyle>
          <a:p>
            <a:pPr lvl="0"/>
            <a:r>
              <a:rPr lang="en-US" dirty="0"/>
              <a:t>Fourth level statement</a:t>
            </a:r>
          </a:p>
        </p:txBody>
      </p:sp>
      <p:pic>
        <p:nvPicPr>
          <p:cNvPr id="2" name="Graphic 1">
            <a:extLst>
              <a:ext uri="{FF2B5EF4-FFF2-40B4-BE49-F238E27FC236}">
                <a16:creationId xmlns:a16="http://schemas.microsoft.com/office/drawing/2014/main" id="{320A3CFF-FF3A-806C-4272-4BD562E4527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83CB4FD4-52E5-7743-832E-878711B6912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6" name="TextBox 5">
            <a:extLst>
              <a:ext uri="{FF2B5EF4-FFF2-40B4-BE49-F238E27FC236}">
                <a16:creationId xmlns:a16="http://schemas.microsoft.com/office/drawing/2014/main" id="{8955BA75-BCED-43A8-374C-ED5B5EB749B9}"/>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68388948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Green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lvl1pPr>
          </a:lstStyle>
          <a:p>
            <a:pPr lvl="0"/>
            <a:r>
              <a:rPr lang="en-US" dirty="0"/>
              <a:t>Fourth level statement</a:t>
            </a:r>
          </a:p>
        </p:txBody>
      </p:sp>
      <p:sp>
        <p:nvSpPr>
          <p:cNvPr id="2" name="Rectangle 1">
            <a:extLst>
              <a:ext uri="{FF2B5EF4-FFF2-40B4-BE49-F238E27FC236}">
                <a16:creationId xmlns:a16="http://schemas.microsoft.com/office/drawing/2014/main" id="{ABC92165-EA63-BA70-B09C-3AE3A0E3B988}"/>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B8487BB2-49A0-1AD0-6AEA-A6BA00965FB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D645B4-C9BC-C447-40CC-BED53F5C40F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4" name="TextBox 3">
            <a:extLst>
              <a:ext uri="{FF2B5EF4-FFF2-40B4-BE49-F238E27FC236}">
                <a16:creationId xmlns:a16="http://schemas.microsoft.com/office/drawing/2014/main" id="{06D9A09A-FC77-0C42-3399-4228AB66473E}"/>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73274788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035BE7A-2092-E334-9925-A2CD0ED61EC1}"/>
              </a:ext>
            </a:extLst>
          </p:cNvPr>
          <p:cNvSpPr txBox="1"/>
          <p:nvPr/>
        </p:nvSpPr>
        <p:spPr>
          <a:xfrm>
            <a:off x="836428" y="2435962"/>
            <a:ext cx="10441173" cy="1769715"/>
          </a:xfrm>
          <a:prstGeom prst="rect">
            <a:avLst/>
          </a:prstGeom>
          <a:noFill/>
        </p:spPr>
        <p:txBody>
          <a:bodyPr wrap="square" lIns="0" tIns="0" rIns="0" bIns="0" rtlCol="0">
            <a:spAutoFit/>
          </a:bodyPr>
          <a:lstStyle/>
          <a:p>
            <a:pPr algn="ctr"/>
            <a:r>
              <a:rPr lang="en-US" sz="11500" b="1" dirty="0">
                <a:solidFill>
                  <a:schemeClr val="bg1"/>
                </a:solidFill>
              </a:rPr>
              <a:t>Thank You</a:t>
            </a:r>
          </a:p>
        </p:txBody>
      </p:sp>
      <p:sp>
        <p:nvSpPr>
          <p:cNvPr id="9" name="Text Placeholder 17">
            <a:extLst>
              <a:ext uri="{FF2B5EF4-FFF2-40B4-BE49-F238E27FC236}">
                <a16:creationId xmlns:a16="http://schemas.microsoft.com/office/drawing/2014/main" id="{C141F636-6F6B-39E0-D74A-E2DC465DEF1A}"/>
              </a:ext>
            </a:extLst>
          </p:cNvPr>
          <p:cNvSpPr>
            <a:spLocks noGrp="1"/>
          </p:cNvSpPr>
          <p:nvPr>
            <p:ph type="body" sz="quarter" idx="11" hasCustomPrompt="1"/>
          </p:nvPr>
        </p:nvSpPr>
        <p:spPr>
          <a:xfrm>
            <a:off x="2556897" y="4302308"/>
            <a:ext cx="7078206" cy="389915"/>
          </a:xfrm>
        </p:spPr>
        <p:txBody>
          <a:bodyPr>
            <a:spAutoFit/>
          </a:bodyPr>
          <a:lstStyle>
            <a:lvl1pPr marL="0" indent="0" algn="ctr">
              <a:spcBef>
                <a:spcPts val="0"/>
              </a:spcBef>
              <a:buNone/>
              <a:defRPr sz="2400" b="1">
                <a:solidFill>
                  <a:schemeClr val="bg1"/>
                </a:solidFill>
              </a:defRPr>
            </a:lvl1pPr>
          </a:lstStyle>
          <a:p>
            <a:pPr lvl="0"/>
            <a:r>
              <a:rPr lang="en-US" dirty="0"/>
              <a:t>Presenter Name</a:t>
            </a:r>
          </a:p>
        </p:txBody>
      </p:sp>
      <p:sp>
        <p:nvSpPr>
          <p:cNvPr id="11" name="Text Placeholder 17">
            <a:extLst>
              <a:ext uri="{FF2B5EF4-FFF2-40B4-BE49-F238E27FC236}">
                <a16:creationId xmlns:a16="http://schemas.microsoft.com/office/drawing/2014/main" id="{15F716EA-D293-96D7-C5A7-61FE08272CBD}"/>
              </a:ext>
            </a:extLst>
          </p:cNvPr>
          <p:cNvSpPr>
            <a:spLocks noGrp="1"/>
          </p:cNvSpPr>
          <p:nvPr>
            <p:ph type="body" sz="quarter" idx="12" hasCustomPrompt="1"/>
          </p:nvPr>
        </p:nvSpPr>
        <p:spPr>
          <a:xfrm>
            <a:off x="2556897" y="4735941"/>
            <a:ext cx="7078206" cy="324961"/>
          </a:xfrm>
        </p:spPr>
        <p:txBody>
          <a:bodyPr>
            <a:spAutoFit/>
          </a:bodyPr>
          <a:lstStyle>
            <a:lvl1pPr marL="0" indent="0" algn="ctr">
              <a:spcBef>
                <a:spcPts val="0"/>
              </a:spcBef>
              <a:buNone/>
              <a:defRPr sz="2000" b="0">
                <a:solidFill>
                  <a:schemeClr val="bg1"/>
                </a:solidFill>
              </a:defRPr>
            </a:lvl1pPr>
          </a:lstStyle>
          <a:p>
            <a:pPr lvl="0"/>
            <a:r>
              <a:rPr lang="en-US" dirty="0" err="1"/>
              <a:t>PresenterEmail@Ellucian.com</a:t>
            </a:r>
            <a:endParaRPr lang="en-US" dirty="0"/>
          </a:p>
        </p:txBody>
      </p:sp>
      <p:pic>
        <p:nvPicPr>
          <p:cNvPr id="2" name="Graphic 1">
            <a:extLst>
              <a:ext uri="{FF2B5EF4-FFF2-40B4-BE49-F238E27FC236}">
                <a16:creationId xmlns:a16="http://schemas.microsoft.com/office/drawing/2014/main" id="{7C871F66-B895-DB0B-1D73-90E74A3951C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53435677-394B-4E5D-4CD3-2D77A2110358}"/>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11467710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Questio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 name="TextBox 4">
            <a:extLst>
              <a:ext uri="{FF2B5EF4-FFF2-40B4-BE49-F238E27FC236}">
                <a16:creationId xmlns:a16="http://schemas.microsoft.com/office/drawing/2014/main" id="{58229B27-8CB8-A4DF-B214-C621F3644437}"/>
              </a:ext>
            </a:extLst>
          </p:cNvPr>
          <p:cNvSpPr txBox="1"/>
          <p:nvPr/>
        </p:nvSpPr>
        <p:spPr>
          <a:xfrm>
            <a:off x="836428" y="2544142"/>
            <a:ext cx="10441173" cy="1769715"/>
          </a:xfrm>
          <a:prstGeom prst="rect">
            <a:avLst/>
          </a:prstGeom>
          <a:noFill/>
        </p:spPr>
        <p:txBody>
          <a:bodyPr wrap="square" lIns="0" tIns="0" rIns="0" bIns="0" rtlCol="0">
            <a:spAutoFit/>
          </a:bodyPr>
          <a:lstStyle/>
          <a:p>
            <a:pPr algn="ctr"/>
            <a:r>
              <a:rPr lang="en-US" sz="11500" b="1" dirty="0">
                <a:solidFill>
                  <a:schemeClr val="accent1"/>
                </a:solidFill>
              </a:rPr>
              <a:t>Questions?</a:t>
            </a:r>
          </a:p>
        </p:txBody>
      </p:sp>
      <p:pic>
        <p:nvPicPr>
          <p:cNvPr id="2" name="Graphic 1">
            <a:extLst>
              <a:ext uri="{FF2B5EF4-FFF2-40B4-BE49-F238E27FC236}">
                <a16:creationId xmlns:a16="http://schemas.microsoft.com/office/drawing/2014/main" id="{C0225686-2493-61CB-BED8-8CD6B90C882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6" name="TextBox 5">
            <a:extLst>
              <a:ext uri="{FF2B5EF4-FFF2-40B4-BE49-F238E27FC236}">
                <a16:creationId xmlns:a16="http://schemas.microsoft.com/office/drawing/2014/main" id="{3757E6F9-39D1-A7B6-72FA-6CB25BEA039E}"/>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416032548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Section Divider">
    <p:bg>
      <p:bgPr>
        <a:solidFill>
          <a:schemeClr val="accent1"/>
        </a:solidFill>
        <a:effectLst/>
      </p:bgPr>
    </p:bg>
    <p:spTree>
      <p:nvGrpSpPr>
        <p:cNvPr id="1" name=""/>
        <p:cNvGrpSpPr/>
        <p:nvPr/>
      </p:nvGrpSpPr>
      <p:grpSpPr>
        <a:xfrm>
          <a:off x="0" y="0"/>
          <a:ext cx="0" cy="0"/>
          <a:chOff x="0" y="0"/>
          <a:chExt cx="0" cy="0"/>
        </a:xfrm>
      </p:grpSpPr>
      <p:sp>
        <p:nvSpPr>
          <p:cNvPr id="2" name="Vertical Text Placeholder 2">
            <a:extLst>
              <a:ext uri="{FF2B5EF4-FFF2-40B4-BE49-F238E27FC236}">
                <a16:creationId xmlns:a16="http://schemas.microsoft.com/office/drawing/2014/main" id="{B4E21473-327B-3C3B-2526-FD5AB3A4428E}"/>
              </a:ext>
            </a:extLst>
          </p:cNvPr>
          <p:cNvSpPr>
            <a:spLocks noGrp="1"/>
          </p:cNvSpPr>
          <p:nvPr>
            <p:ph type="body" orient="vert" sz="quarter" idx="10" hasCustomPrompt="1"/>
          </p:nvPr>
        </p:nvSpPr>
        <p:spPr>
          <a:xfrm>
            <a:off x="0" y="685800"/>
            <a:ext cx="609600" cy="5486399"/>
          </a:xfrm>
        </p:spPr>
        <p:txBody>
          <a:bodyPr vert="vert270" anchor="ctr" anchorCtr="0">
            <a:noAutofit/>
          </a:bodyPr>
          <a:lstStyle>
            <a:lvl1pPr marL="0" indent="0" algn="ctr">
              <a:buNone/>
              <a:defRPr sz="1200" spc="300">
                <a:solidFill>
                  <a:schemeClr val="bg1"/>
                </a:solidFill>
              </a:defRPr>
            </a:lvl1pPr>
            <a:lvl2pPr marL="457200" indent="0" algn="ctr">
              <a:buNone/>
              <a:defRPr sz="1200" spc="300">
                <a:solidFill>
                  <a:schemeClr val="bg1"/>
                </a:solidFill>
              </a:defRPr>
            </a:lvl2pPr>
            <a:lvl3pPr marL="914400" indent="0" algn="ctr">
              <a:buNone/>
              <a:defRPr sz="1100" spc="300">
                <a:solidFill>
                  <a:schemeClr val="bg1"/>
                </a:solidFill>
              </a:defRPr>
            </a:lvl3pPr>
            <a:lvl4pPr marL="1371600" indent="0" algn="ctr">
              <a:buNone/>
              <a:defRPr sz="1050" spc="300">
                <a:solidFill>
                  <a:schemeClr val="bg1"/>
                </a:solidFill>
              </a:defRPr>
            </a:lvl4pPr>
            <a:lvl5pPr marL="1828800" indent="0" algn="ctr">
              <a:buNone/>
              <a:defRPr sz="1050" spc="300">
                <a:solidFill>
                  <a:schemeClr val="bg1"/>
                </a:solidFill>
              </a:defRPr>
            </a:lvl5pPr>
          </a:lstStyle>
          <a:p>
            <a:pPr lvl="0"/>
            <a:r>
              <a:rPr lang="en-US" dirty="0"/>
              <a:t>CLICK TO EDIT MASTER TEXT STYLES</a:t>
            </a:r>
          </a:p>
        </p:txBody>
      </p:sp>
      <p:sp>
        <p:nvSpPr>
          <p:cNvPr id="6" name="Title 1">
            <a:extLst>
              <a:ext uri="{FF2B5EF4-FFF2-40B4-BE49-F238E27FC236}">
                <a16:creationId xmlns:a16="http://schemas.microsoft.com/office/drawing/2014/main" id="{30773A33-C933-040C-38F4-7E444DEDA5A7}"/>
              </a:ext>
            </a:extLst>
          </p:cNvPr>
          <p:cNvSpPr>
            <a:spLocks noGrp="1"/>
          </p:cNvSpPr>
          <p:nvPr>
            <p:ph type="title" hasCustomPrompt="1"/>
          </p:nvPr>
        </p:nvSpPr>
        <p:spPr>
          <a:xfrm>
            <a:off x="1104900" y="1800808"/>
            <a:ext cx="7092820" cy="1628192"/>
          </a:xfrm>
        </p:spPr>
        <p:txBody>
          <a:bodyPr lIns="0" bIns="0" anchor="b" anchorCtr="0">
            <a:noAutofit/>
          </a:bodyPr>
          <a:lstStyle>
            <a:lvl1pPr>
              <a:defRPr sz="3200" b="1">
                <a:solidFill>
                  <a:schemeClr val="bg1"/>
                </a:solidFill>
              </a:defRPr>
            </a:lvl1pPr>
          </a:lstStyle>
          <a:p>
            <a:r>
              <a:rPr lang="en-US" dirty="0"/>
              <a:t>Section Title (Max Two Lines)</a:t>
            </a:r>
          </a:p>
        </p:txBody>
      </p:sp>
      <p:sp>
        <p:nvSpPr>
          <p:cNvPr id="7" name="Text Placeholder 5">
            <a:extLst>
              <a:ext uri="{FF2B5EF4-FFF2-40B4-BE49-F238E27FC236}">
                <a16:creationId xmlns:a16="http://schemas.microsoft.com/office/drawing/2014/main" id="{03C54B7B-813E-7B62-27B5-633489321878}"/>
              </a:ext>
            </a:extLst>
          </p:cNvPr>
          <p:cNvSpPr>
            <a:spLocks noGrp="1"/>
          </p:cNvSpPr>
          <p:nvPr>
            <p:ph type="body" sz="quarter" idx="18" hasCustomPrompt="1"/>
          </p:nvPr>
        </p:nvSpPr>
        <p:spPr>
          <a:xfrm>
            <a:off x="1104900" y="3652538"/>
            <a:ext cx="7092820" cy="774441"/>
          </a:xfrm>
        </p:spPr>
        <p:txBody>
          <a:bodyPr lIns="0" t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r>
              <a:rPr lang="en-US" dirty="0"/>
              <a:t>Subhead (not required, max two lines)</a:t>
            </a:r>
          </a:p>
          <a:p>
            <a:pPr lvl="0"/>
            <a:endParaRPr lang="en-US" dirty="0"/>
          </a:p>
        </p:txBody>
      </p:sp>
      <p:sp>
        <p:nvSpPr>
          <p:cNvPr id="13" name="Slide Number Placeholder 5">
            <a:extLst>
              <a:ext uri="{FF2B5EF4-FFF2-40B4-BE49-F238E27FC236}">
                <a16:creationId xmlns:a16="http://schemas.microsoft.com/office/drawing/2014/main" id="{C9736184-ED63-6779-B7C5-534556DC2145}"/>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solidFill>
              </a:defRPr>
            </a:lvl1pPr>
          </a:lstStyle>
          <a:p>
            <a:fld id="{BAD56BAB-9B7B-4C09-8A45-659D39241E09}" type="slidenum">
              <a:rPr lang="es-CL" smtClean="0"/>
              <a:t>‹Nº›</a:t>
            </a:fld>
            <a:endParaRPr lang="es-CL" dirty="0"/>
          </a:p>
        </p:txBody>
      </p:sp>
    </p:spTree>
    <p:extLst>
      <p:ext uri="{BB962C8B-B14F-4D97-AF65-F5344CB8AC3E}">
        <p14:creationId xmlns:p14="http://schemas.microsoft.com/office/powerpoint/2010/main" val="4045526932"/>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1-Up ">
    <p:bg>
      <p:bgPr>
        <a:solidFill>
          <a:schemeClr val="bg1">
            <a:alpha val="20231"/>
          </a:schemeClr>
        </a:solidFill>
        <a:effectLst/>
      </p:bgPr>
    </p:bg>
    <p:spTree>
      <p:nvGrpSpPr>
        <p:cNvPr id="1" name=""/>
        <p:cNvGrpSpPr/>
        <p:nvPr/>
      </p:nvGrpSpPr>
      <p:grpSpPr>
        <a:xfrm>
          <a:off x="0" y="0"/>
          <a:ext cx="0" cy="0"/>
          <a:chOff x="0" y="0"/>
          <a:chExt cx="0" cy="0"/>
        </a:xfrm>
      </p:grpSpPr>
      <p:sp>
        <p:nvSpPr>
          <p:cNvPr id="3" name="Text Placeholder 5">
            <a:extLst>
              <a:ext uri="{FF2B5EF4-FFF2-40B4-BE49-F238E27FC236}">
                <a16:creationId xmlns:a16="http://schemas.microsoft.com/office/drawing/2014/main" id="{2D92EE01-92FE-27B7-8491-8AE3AAC0FEF1}"/>
              </a:ext>
            </a:extLst>
          </p:cNvPr>
          <p:cNvSpPr>
            <a:spLocks noGrp="1"/>
          </p:cNvSpPr>
          <p:nvPr>
            <p:ph type="body" sz="quarter" idx="18"/>
          </p:nvPr>
        </p:nvSpPr>
        <p:spPr>
          <a:xfrm>
            <a:off x="1104900" y="1905002"/>
            <a:ext cx="10477499" cy="4267198"/>
          </a:xfrm>
        </p:spPr>
        <p:txBody>
          <a:bodyPr>
            <a:noAutofit/>
          </a:bodyPr>
          <a:lstStyle>
            <a:lvl1pPr marL="174625" indent="-174625">
              <a:lnSpc>
                <a:spcPct val="100000"/>
              </a:lnSpc>
              <a:buClr>
                <a:schemeClr val="accent2"/>
              </a:buClr>
              <a:buFont typeface="Arial" panose="020B0604020202020204" pitchFamily="34" charset="0"/>
              <a:buChar char="•"/>
              <a:tabLst/>
              <a:defRPr sz="1600">
                <a:solidFill>
                  <a:schemeClr val="tx1"/>
                </a:solidFill>
              </a:defRPr>
            </a:lvl1pPr>
            <a:lvl2pPr marL="342900" indent="-168275">
              <a:lnSpc>
                <a:spcPct val="100000"/>
              </a:lnSpc>
              <a:buClr>
                <a:schemeClr val="accent2"/>
              </a:buClr>
              <a:buFont typeface="Arial" panose="020B0604020202020204" pitchFamily="34" charset="0"/>
              <a:buChar char="•"/>
              <a:tabLst/>
              <a:defRPr sz="1600">
                <a:solidFill>
                  <a:schemeClr val="tx1"/>
                </a:solidFill>
              </a:defRPr>
            </a:lvl2pPr>
            <a:lvl3pPr marL="519113" indent="-176213">
              <a:lnSpc>
                <a:spcPct val="100000"/>
              </a:lnSpc>
              <a:buClr>
                <a:schemeClr val="accent2"/>
              </a:buClr>
              <a:buFont typeface="Arial" panose="020B0604020202020204" pitchFamily="34" charset="0"/>
              <a:buChar char="•"/>
              <a:tabLst/>
              <a:defRPr sz="1600">
                <a:solidFill>
                  <a:schemeClr val="tx1"/>
                </a:solidFill>
              </a:defRPr>
            </a:lvl3pPr>
            <a:lvl4pPr marL="685800" indent="-166688">
              <a:lnSpc>
                <a:spcPct val="100000"/>
              </a:lnSpc>
              <a:buClr>
                <a:schemeClr val="accent2"/>
              </a:buClr>
              <a:buFont typeface="Arial" panose="020B0604020202020204" pitchFamily="34" charset="0"/>
              <a:buChar char="•"/>
              <a:tabLst/>
              <a:defRPr sz="1600">
                <a:solidFill>
                  <a:schemeClr val="tx1"/>
                </a:solidFill>
              </a:defRPr>
            </a:lvl4pPr>
            <a:lvl5pPr marL="862013" indent="-176213">
              <a:lnSpc>
                <a:spcPct val="100000"/>
              </a:lnSpc>
              <a:buClr>
                <a:schemeClr val="accent2"/>
              </a:buClr>
              <a:buFont typeface="Arial" panose="020B0604020202020204" pitchFamily="34" charset="0"/>
              <a:buChar char="•"/>
              <a:tabLst/>
              <a:defRPr sz="1600">
                <a:solidFill>
                  <a:schemeClr val="tx1"/>
                </a:solidFil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Vertical Text Placeholder 13">
            <a:extLst>
              <a:ext uri="{FF2B5EF4-FFF2-40B4-BE49-F238E27FC236}">
                <a16:creationId xmlns:a16="http://schemas.microsoft.com/office/drawing/2014/main" id="{E932BD03-3866-775C-FCE1-9468113E4954}"/>
              </a:ext>
            </a:extLst>
          </p:cNvPr>
          <p:cNvSpPr>
            <a:spLocks noGrp="1"/>
          </p:cNvSpPr>
          <p:nvPr>
            <p:ph type="body" orient="vert" sz="quarter" idx="17" hasCustomPrompt="1"/>
          </p:nvPr>
        </p:nvSpPr>
        <p:spPr>
          <a:xfrm rot="10800000">
            <a:off x="0" y="685800"/>
            <a:ext cx="609600" cy="5486399"/>
          </a:xfrm>
        </p:spPr>
        <p:txBody>
          <a:bodyPr vert="eaVert" anchor="ctr">
            <a:noAutofit/>
          </a:bodyPr>
          <a:lstStyle>
            <a:lvl1pPr marL="0" indent="0" algn="ctr">
              <a:buNone/>
              <a:defRPr sz="1200" spc="300">
                <a:solidFill>
                  <a:schemeClr val="bg1">
                    <a:lumMod val="50000"/>
                  </a:schemeClr>
                </a:solidFill>
              </a:defRPr>
            </a:lvl1pPr>
          </a:lstStyle>
          <a:p>
            <a:pPr lvl="0"/>
            <a:r>
              <a:rPr lang="en-US" dirty="0"/>
              <a:t>SECTION TITLE</a:t>
            </a:r>
          </a:p>
        </p:txBody>
      </p:sp>
      <p:sp>
        <p:nvSpPr>
          <p:cNvPr id="8" name="Slide Number Placeholder 5">
            <a:extLst>
              <a:ext uri="{FF2B5EF4-FFF2-40B4-BE49-F238E27FC236}">
                <a16:creationId xmlns:a16="http://schemas.microsoft.com/office/drawing/2014/main" id="{D3877212-0337-0A89-2140-1837D97F8061}"/>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lumMod val="65000"/>
                  </a:schemeClr>
                </a:solidFill>
              </a:defRPr>
            </a:lvl1pPr>
          </a:lstStyle>
          <a:p>
            <a:fld id="{BAD56BAB-9B7B-4C09-8A45-659D39241E09}" type="slidenum">
              <a:rPr lang="es-CL" smtClean="0"/>
              <a:t>‹Nº›</a:t>
            </a:fld>
            <a:endParaRPr lang="es-CL" dirty="0"/>
          </a:p>
        </p:txBody>
      </p:sp>
      <p:sp>
        <p:nvSpPr>
          <p:cNvPr id="9" name="Title 2">
            <a:extLst>
              <a:ext uri="{FF2B5EF4-FFF2-40B4-BE49-F238E27FC236}">
                <a16:creationId xmlns:a16="http://schemas.microsoft.com/office/drawing/2014/main" id="{50D7E829-0820-3DB9-FA55-7C961469D717}"/>
              </a:ext>
            </a:extLst>
          </p:cNvPr>
          <p:cNvSpPr>
            <a:spLocks noGrp="1"/>
          </p:cNvSpPr>
          <p:nvPr>
            <p:ph type="title"/>
          </p:nvPr>
        </p:nvSpPr>
        <p:spPr>
          <a:xfrm>
            <a:off x="1104900" y="685800"/>
            <a:ext cx="10477497" cy="898555"/>
          </a:xfrm>
        </p:spPr>
        <p:txBody>
          <a:bodyPr anchor="t" anchorCtr="0">
            <a:noAutofit/>
          </a:bodyPr>
          <a:lstStyle>
            <a:lvl1pPr>
              <a:defRPr sz="3200" b="1">
                <a:solidFill>
                  <a:schemeClr val="tx1"/>
                </a:solidFill>
              </a:defRPr>
            </a:lvl1pPr>
          </a:lstStyle>
          <a:p>
            <a:r>
              <a:rPr lang="es-MX"/>
              <a:t>Haz clic para modificar el estilo de título del patrón</a:t>
            </a:r>
            <a:endParaRPr lang="en-US" dirty="0"/>
          </a:p>
        </p:txBody>
      </p:sp>
    </p:spTree>
    <p:extLst>
      <p:ext uri="{BB962C8B-B14F-4D97-AF65-F5344CB8AC3E}">
        <p14:creationId xmlns:p14="http://schemas.microsoft.com/office/powerpoint/2010/main" val="790346318"/>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Blank Slide Dark">
    <p:bg>
      <p:bgPr>
        <a:solidFill>
          <a:schemeClr val="tx2"/>
        </a:solidFill>
        <a:effectLst/>
      </p:bgPr>
    </p:bg>
    <p:spTree>
      <p:nvGrpSpPr>
        <p:cNvPr id="1" name=""/>
        <p:cNvGrpSpPr/>
        <p:nvPr/>
      </p:nvGrpSpPr>
      <p:grpSpPr>
        <a:xfrm>
          <a:off x="0" y="0"/>
          <a:ext cx="0" cy="0"/>
          <a:chOff x="0" y="0"/>
          <a:chExt cx="0" cy="0"/>
        </a:xfrm>
      </p:grpSpPr>
      <p:sp>
        <p:nvSpPr>
          <p:cNvPr id="3" name="Vertical Text Placeholder 2">
            <a:extLst>
              <a:ext uri="{FF2B5EF4-FFF2-40B4-BE49-F238E27FC236}">
                <a16:creationId xmlns:a16="http://schemas.microsoft.com/office/drawing/2014/main" id="{84BF00F1-D933-8AA0-E7A4-0F5CD1B344D1}"/>
              </a:ext>
            </a:extLst>
          </p:cNvPr>
          <p:cNvSpPr>
            <a:spLocks noGrp="1"/>
          </p:cNvSpPr>
          <p:nvPr>
            <p:ph type="body" orient="vert" sz="quarter" idx="10" hasCustomPrompt="1"/>
          </p:nvPr>
        </p:nvSpPr>
        <p:spPr>
          <a:xfrm>
            <a:off x="0" y="685800"/>
            <a:ext cx="609600" cy="5486400"/>
          </a:xfrm>
        </p:spPr>
        <p:txBody>
          <a:bodyPr vert="vert270" anchor="ctr" anchorCtr="0">
            <a:noAutofit/>
          </a:bodyPr>
          <a:lstStyle>
            <a:lvl1pPr marL="0" indent="0" algn="ctr">
              <a:buNone/>
              <a:defRPr sz="1200" spc="300">
                <a:solidFill>
                  <a:schemeClr val="bg1"/>
                </a:solidFill>
              </a:defRPr>
            </a:lvl1pPr>
            <a:lvl2pPr marL="457200" indent="0" algn="ctr">
              <a:buNone/>
              <a:defRPr sz="1200" spc="300">
                <a:solidFill>
                  <a:schemeClr val="bg1"/>
                </a:solidFill>
              </a:defRPr>
            </a:lvl2pPr>
            <a:lvl3pPr marL="914400" indent="0" algn="ctr">
              <a:buNone/>
              <a:defRPr sz="1100" spc="300">
                <a:solidFill>
                  <a:schemeClr val="bg1"/>
                </a:solidFill>
              </a:defRPr>
            </a:lvl3pPr>
            <a:lvl4pPr marL="1371600" indent="0" algn="ctr">
              <a:buNone/>
              <a:defRPr sz="1050" spc="300">
                <a:solidFill>
                  <a:schemeClr val="bg1"/>
                </a:solidFill>
              </a:defRPr>
            </a:lvl4pPr>
            <a:lvl5pPr marL="1828800" indent="0" algn="ctr">
              <a:buNone/>
              <a:defRPr sz="1050" spc="300">
                <a:solidFill>
                  <a:schemeClr val="bg1"/>
                </a:solidFill>
              </a:defRPr>
            </a:lvl5pPr>
          </a:lstStyle>
          <a:p>
            <a:pPr lvl="0"/>
            <a:r>
              <a:rPr lang="en-US" dirty="0"/>
              <a:t>SECTION TITLE</a:t>
            </a:r>
          </a:p>
        </p:txBody>
      </p:sp>
      <p:sp>
        <p:nvSpPr>
          <p:cNvPr id="5" name="Slide Number Placeholder 5">
            <a:extLst>
              <a:ext uri="{FF2B5EF4-FFF2-40B4-BE49-F238E27FC236}">
                <a16:creationId xmlns:a16="http://schemas.microsoft.com/office/drawing/2014/main" id="{74B49D1D-E006-95E3-C9AD-E07A51FD99CE}"/>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solidFill>
              </a:defRPr>
            </a:lvl1pPr>
          </a:lstStyle>
          <a:p>
            <a:fld id="{BAD56BAB-9B7B-4C09-8A45-659D39241E09}" type="slidenum">
              <a:rPr lang="es-CL" smtClean="0"/>
              <a:t>‹Nº›</a:t>
            </a:fld>
            <a:endParaRPr lang="es-CL" dirty="0"/>
          </a:p>
        </p:txBody>
      </p:sp>
    </p:spTree>
    <p:extLst>
      <p:ext uri="{BB962C8B-B14F-4D97-AF65-F5344CB8AC3E}">
        <p14:creationId xmlns:p14="http://schemas.microsoft.com/office/powerpoint/2010/main" val="209446505"/>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Title Only Slide">
    <p:bg>
      <p:bgPr>
        <a:solidFill>
          <a:schemeClr val="bg1">
            <a:alpha val="20231"/>
          </a:schemeClr>
        </a:solidFill>
        <a:effectLst/>
      </p:bgPr>
    </p:bg>
    <p:spTree>
      <p:nvGrpSpPr>
        <p:cNvPr id="1" name=""/>
        <p:cNvGrpSpPr/>
        <p:nvPr/>
      </p:nvGrpSpPr>
      <p:grpSpPr>
        <a:xfrm>
          <a:off x="0" y="0"/>
          <a:ext cx="0" cy="0"/>
          <a:chOff x="0" y="0"/>
          <a:chExt cx="0" cy="0"/>
        </a:xfrm>
      </p:grpSpPr>
      <p:sp>
        <p:nvSpPr>
          <p:cNvPr id="7" name="Vertical Text Placeholder 13">
            <a:extLst>
              <a:ext uri="{FF2B5EF4-FFF2-40B4-BE49-F238E27FC236}">
                <a16:creationId xmlns:a16="http://schemas.microsoft.com/office/drawing/2014/main" id="{615AF287-335F-BB55-C118-E2B304809BF5}"/>
              </a:ext>
            </a:extLst>
          </p:cNvPr>
          <p:cNvSpPr>
            <a:spLocks noGrp="1"/>
          </p:cNvSpPr>
          <p:nvPr>
            <p:ph type="body" orient="vert" sz="quarter" idx="17" hasCustomPrompt="1"/>
          </p:nvPr>
        </p:nvSpPr>
        <p:spPr>
          <a:xfrm rot="10800000">
            <a:off x="0" y="685800"/>
            <a:ext cx="609600" cy="5486399"/>
          </a:xfrm>
        </p:spPr>
        <p:txBody>
          <a:bodyPr vert="eaVert" anchor="ctr">
            <a:noAutofit/>
          </a:bodyPr>
          <a:lstStyle>
            <a:lvl1pPr marL="0" indent="0" algn="ctr">
              <a:buNone/>
              <a:defRPr sz="1200" spc="300">
                <a:solidFill>
                  <a:schemeClr val="bg1">
                    <a:lumMod val="50000"/>
                  </a:schemeClr>
                </a:solidFill>
              </a:defRPr>
            </a:lvl1pPr>
          </a:lstStyle>
          <a:p>
            <a:pPr lvl="0"/>
            <a:r>
              <a:rPr lang="en-US" dirty="0"/>
              <a:t>SECTION TITLE</a:t>
            </a:r>
          </a:p>
        </p:txBody>
      </p:sp>
      <p:sp>
        <p:nvSpPr>
          <p:cNvPr id="10" name="Slide Number Placeholder 5">
            <a:extLst>
              <a:ext uri="{FF2B5EF4-FFF2-40B4-BE49-F238E27FC236}">
                <a16:creationId xmlns:a16="http://schemas.microsoft.com/office/drawing/2014/main" id="{602A5F3B-3ABB-9E8C-64CA-3C1440FE24FE}"/>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lumMod val="65000"/>
                  </a:schemeClr>
                </a:solidFill>
              </a:defRPr>
            </a:lvl1pPr>
          </a:lstStyle>
          <a:p>
            <a:fld id="{BAD56BAB-9B7B-4C09-8A45-659D39241E09}" type="slidenum">
              <a:rPr lang="es-CL" smtClean="0"/>
              <a:t>‹Nº›</a:t>
            </a:fld>
            <a:endParaRPr lang="es-CL" dirty="0"/>
          </a:p>
        </p:txBody>
      </p:sp>
      <p:sp>
        <p:nvSpPr>
          <p:cNvPr id="2" name="Title 2">
            <a:extLst>
              <a:ext uri="{FF2B5EF4-FFF2-40B4-BE49-F238E27FC236}">
                <a16:creationId xmlns:a16="http://schemas.microsoft.com/office/drawing/2014/main" id="{6075AE4F-120B-4A06-3546-84A4BC13FBF4}"/>
              </a:ext>
            </a:extLst>
          </p:cNvPr>
          <p:cNvSpPr>
            <a:spLocks noGrp="1"/>
          </p:cNvSpPr>
          <p:nvPr>
            <p:ph type="title"/>
          </p:nvPr>
        </p:nvSpPr>
        <p:spPr>
          <a:xfrm>
            <a:off x="1104900" y="685800"/>
            <a:ext cx="10477497" cy="898555"/>
          </a:xfrm>
        </p:spPr>
        <p:txBody>
          <a:bodyPr anchor="t" anchorCtr="0">
            <a:noAutofit/>
          </a:bodyPr>
          <a:lstStyle>
            <a:lvl1pPr>
              <a:defRPr sz="3200" b="1">
                <a:solidFill>
                  <a:schemeClr val="tx1"/>
                </a:solidFill>
              </a:defRPr>
            </a:lvl1pPr>
          </a:lstStyle>
          <a:p>
            <a:r>
              <a:rPr lang="es-MX"/>
              <a:t>Haz clic para modificar el estilo de título del patrón</a:t>
            </a:r>
            <a:endParaRPr lang="en-US" dirty="0"/>
          </a:p>
        </p:txBody>
      </p:sp>
    </p:spTree>
    <p:extLst>
      <p:ext uri="{BB962C8B-B14F-4D97-AF65-F5344CB8AC3E}">
        <p14:creationId xmlns:p14="http://schemas.microsoft.com/office/powerpoint/2010/main" val="1784468661"/>
      </p:ext>
    </p:extLst>
  </p:cSld>
  <p:clrMapOvr>
    <a:masterClrMapping/>
  </p:clrMapOvr>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cSld name="Title slide 2">
    <p:spTree>
      <p:nvGrpSpPr>
        <p:cNvPr id="1" name=""/>
        <p:cNvGrpSpPr/>
        <p:nvPr/>
      </p:nvGrpSpPr>
      <p:grpSpPr>
        <a:xfrm>
          <a:off x="0" y="0"/>
          <a:ext cx="0" cy="0"/>
          <a:chOff x="0" y="0"/>
          <a:chExt cx="0" cy="0"/>
        </a:xfrm>
      </p:grpSpPr>
      <p:pic>
        <p:nvPicPr>
          <p:cNvPr id="11" name="Picture 3">
            <a:extLst>
              <a:ext uri="{FF2B5EF4-FFF2-40B4-BE49-F238E27FC236}">
                <a16:creationId xmlns:a16="http://schemas.microsoft.com/office/drawing/2014/main" id="{0D606AED-DD8D-9B4B-A5A1-B57A5083C0EE}"/>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5488163" y="258373"/>
            <a:ext cx="6711912" cy="6858000"/>
          </a:xfrm>
          <a:prstGeom prst="rect">
            <a:avLst/>
          </a:prstGeom>
        </p:spPr>
      </p:pic>
      <p:sp>
        <p:nvSpPr>
          <p:cNvPr id="4" name="Trapezoid 3"/>
          <p:cNvSpPr/>
          <p:nvPr/>
        </p:nvSpPr>
        <p:spPr>
          <a:xfrm>
            <a:off x="0" y="1"/>
            <a:ext cx="9144000" cy="6874172"/>
          </a:xfrm>
          <a:custGeom>
            <a:avLst/>
            <a:gdLst>
              <a:gd name="connsiteX0" fmla="*/ 0 w 6858000"/>
              <a:gd name="connsiteY0" fmla="*/ 5148072 h 5148072"/>
              <a:gd name="connsiteX1" fmla="*/ 0 w 6858000"/>
              <a:gd name="connsiteY1" fmla="*/ 0 h 5148072"/>
              <a:gd name="connsiteX2" fmla="*/ 6858000 w 6858000"/>
              <a:gd name="connsiteY2" fmla="*/ 0 h 5148072"/>
              <a:gd name="connsiteX3" fmla="*/ 6858000 w 6858000"/>
              <a:gd name="connsiteY3" fmla="*/ 5148072 h 5148072"/>
              <a:gd name="connsiteX4" fmla="*/ 0 w 6858000"/>
              <a:gd name="connsiteY4" fmla="*/ 5148072 h 5148072"/>
              <a:gd name="connsiteX0" fmla="*/ 0 w 6858000"/>
              <a:gd name="connsiteY0" fmla="*/ 5148072 h 5155629"/>
              <a:gd name="connsiteX1" fmla="*/ 0 w 6858000"/>
              <a:gd name="connsiteY1" fmla="*/ 0 h 5155629"/>
              <a:gd name="connsiteX2" fmla="*/ 6858000 w 6858000"/>
              <a:gd name="connsiteY2" fmla="*/ 0 h 5155629"/>
              <a:gd name="connsiteX3" fmla="*/ 4840275 w 6858000"/>
              <a:gd name="connsiteY3" fmla="*/ 5155629 h 5155629"/>
              <a:gd name="connsiteX4" fmla="*/ 0 w 6858000"/>
              <a:gd name="connsiteY4" fmla="*/ 5148072 h 5155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8000" h="5155629">
                <a:moveTo>
                  <a:pt x="0" y="5148072"/>
                </a:moveTo>
                <a:lnTo>
                  <a:pt x="0" y="0"/>
                </a:lnTo>
                <a:lnTo>
                  <a:pt x="6858000" y="0"/>
                </a:lnTo>
                <a:lnTo>
                  <a:pt x="4840275" y="5155629"/>
                </a:lnTo>
                <a:lnTo>
                  <a:pt x="0" y="5148072"/>
                </a:lnTo>
                <a:close/>
              </a:path>
            </a:pathLst>
          </a:custGeom>
          <a:solidFill>
            <a:schemeClr val="bg1"/>
          </a:solidFill>
          <a:ln>
            <a:noFill/>
          </a:ln>
          <a:effectLst/>
        </p:spPr>
        <p:style>
          <a:lnRef idx="2">
            <a:schemeClr val="accent1"/>
          </a:lnRef>
          <a:fillRef idx="0">
            <a:schemeClr val="accent1"/>
          </a:fillRef>
          <a:effectRef idx="1">
            <a:schemeClr val="accent1"/>
          </a:effectRef>
          <a:fontRef idx="minor">
            <a:schemeClr val="tx1"/>
          </a:fontRef>
        </p:style>
        <p:txBody>
          <a:bodyPr rtlCol="0" anchor="ctr"/>
          <a:lstStyle/>
          <a:p>
            <a:pPr lvl="0" algn="ctr"/>
            <a:endParaRPr lang="en-US" sz="2400">
              <a:solidFill>
                <a:schemeClr val="tx1"/>
              </a:solidFill>
            </a:endParaRPr>
          </a:p>
        </p:txBody>
      </p:sp>
      <p:sp>
        <p:nvSpPr>
          <p:cNvPr id="2" name="Title 1"/>
          <p:cNvSpPr>
            <a:spLocks noGrp="1"/>
          </p:cNvSpPr>
          <p:nvPr>
            <p:ph type="title"/>
          </p:nvPr>
        </p:nvSpPr>
        <p:spPr>
          <a:xfrm>
            <a:off x="461309" y="2589804"/>
            <a:ext cx="6650691" cy="2151529"/>
          </a:xfrm>
        </p:spPr>
        <p:txBody>
          <a:bodyPr>
            <a:noAutofit/>
          </a:bodyPr>
          <a:lstStyle>
            <a:lvl1pPr>
              <a:lnSpc>
                <a:spcPct val="90000"/>
              </a:lnSpc>
              <a:defRPr sz="6400">
                <a:solidFill>
                  <a:schemeClr val="accent4"/>
                </a:solidFill>
              </a:defRPr>
            </a:lvl1pPr>
          </a:lstStyle>
          <a:p>
            <a:r>
              <a:rPr lang="es-MX"/>
              <a:t>Haz clic para modificar el estilo de título del patrón</a:t>
            </a:r>
            <a:endParaRPr lang="en-US" dirty="0"/>
          </a:p>
        </p:txBody>
      </p:sp>
      <p:pic>
        <p:nvPicPr>
          <p:cNvPr id="5" name="Picture 4" descr="ellucian_purple.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61310" y="1631578"/>
            <a:ext cx="2327711" cy="479092"/>
          </a:xfrm>
          <a:prstGeom prst="rect">
            <a:avLst/>
          </a:prstGeom>
        </p:spPr>
      </p:pic>
      <p:sp>
        <p:nvSpPr>
          <p:cNvPr id="10" name="Text Placeholder 12"/>
          <p:cNvSpPr>
            <a:spLocks noGrp="1"/>
          </p:cNvSpPr>
          <p:nvPr>
            <p:ph type="body" sz="quarter" idx="11" hasCustomPrompt="1"/>
          </p:nvPr>
        </p:nvSpPr>
        <p:spPr>
          <a:xfrm>
            <a:off x="457200" y="5543554"/>
            <a:ext cx="6396392" cy="675417"/>
          </a:xfrm>
        </p:spPr>
        <p:txBody>
          <a:bodyPr anchor="t" anchorCtr="0">
            <a:noAutofit/>
          </a:bodyPr>
          <a:lstStyle>
            <a:lvl1pPr>
              <a:buNone/>
              <a:defRPr sz="2267" b="0" spc="0" baseline="0">
                <a:solidFill>
                  <a:schemeClr val="accent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Presenter’s title</a:t>
            </a:r>
            <a:br>
              <a:rPr lang="en-US" dirty="0"/>
            </a:br>
            <a:r>
              <a:rPr lang="en-US" dirty="0" err="1"/>
              <a:t>Ellucian</a:t>
            </a:r>
            <a:endParaRPr lang="en-US" dirty="0"/>
          </a:p>
        </p:txBody>
      </p:sp>
      <p:sp>
        <p:nvSpPr>
          <p:cNvPr id="3" name="Right Triangle 2"/>
          <p:cNvSpPr/>
          <p:nvPr/>
        </p:nvSpPr>
        <p:spPr>
          <a:xfrm flipH="1" flipV="1">
            <a:off x="6604000" y="-3"/>
            <a:ext cx="5588000" cy="5608320"/>
          </a:xfrm>
          <a:prstGeom prst="rtTriangle">
            <a:avLst/>
          </a:prstGeom>
          <a:solidFill>
            <a:srgbClr val="45A1AA">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2400"/>
          </a:p>
        </p:txBody>
      </p:sp>
      <p:sp>
        <p:nvSpPr>
          <p:cNvPr id="13" name="Text Placeholder 12"/>
          <p:cNvSpPr>
            <a:spLocks noGrp="1"/>
          </p:cNvSpPr>
          <p:nvPr>
            <p:ph type="body" sz="quarter" idx="12" hasCustomPrompt="1"/>
          </p:nvPr>
        </p:nvSpPr>
        <p:spPr>
          <a:xfrm>
            <a:off x="457200" y="4719592"/>
            <a:ext cx="6656832" cy="835251"/>
          </a:xfrm>
        </p:spPr>
        <p:txBody>
          <a:bodyPr anchor="b">
            <a:noAutofit/>
          </a:bodyPr>
          <a:lstStyle>
            <a:lvl1pPr>
              <a:buNone/>
              <a:defRPr sz="2267" b="1" cap="all" spc="0" baseline="0">
                <a:solidFill>
                  <a:schemeClr val="accent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p:txBody>
      </p:sp>
    </p:spTree>
    <p:extLst>
      <p:ext uri="{BB962C8B-B14F-4D97-AF65-F5344CB8AC3E}">
        <p14:creationId xmlns:p14="http://schemas.microsoft.com/office/powerpoint/2010/main" val="3191715281"/>
      </p:ext>
    </p:extLst>
  </p:cSld>
  <p:clrMapOvr>
    <a:masterClrMapping/>
  </p:clrMapOvr>
  <p:transition spd="slow">
    <p:wipe dir="r"/>
  </p:transition>
  <p:extLst>
    <p:ext uri="{DCECCB84-F9BA-43D5-87BE-67443E8EF086}">
      <p15:sldGuideLst xmlns:p15="http://schemas.microsoft.com/office/powerpoint/2012/main">
        <p15:guide id="1" orient="horz" pos="2747">
          <p15:clr>
            <a:srgbClr val="FBAE40"/>
          </p15:clr>
        </p15:guide>
        <p15:guide id="2" pos="3047">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cSld name="1_Agenda">
    <p:spTree>
      <p:nvGrpSpPr>
        <p:cNvPr id="1" name=""/>
        <p:cNvGrpSpPr/>
        <p:nvPr/>
      </p:nvGrpSpPr>
      <p:grpSpPr>
        <a:xfrm>
          <a:off x="0" y="0"/>
          <a:ext cx="0" cy="0"/>
          <a:chOff x="0" y="0"/>
          <a:chExt cx="0" cy="0"/>
        </a:xfrm>
      </p:grpSpPr>
      <p:sp>
        <p:nvSpPr>
          <p:cNvPr id="6" name="Title Placeholder 1"/>
          <p:cNvSpPr>
            <a:spLocks noGrp="1"/>
          </p:cNvSpPr>
          <p:nvPr>
            <p:ph type="title" hasCustomPrompt="1"/>
          </p:nvPr>
        </p:nvSpPr>
        <p:spPr>
          <a:xfrm>
            <a:off x="475488" y="487681"/>
            <a:ext cx="11267392" cy="582679"/>
          </a:xfrm>
          <a:prstGeom prst="rect">
            <a:avLst/>
          </a:prstGeom>
        </p:spPr>
        <p:txBody>
          <a:bodyPr vert="horz" lIns="0" tIns="0" rIns="0" bIns="0" rtlCol="0" anchor="t">
            <a:normAutofit/>
          </a:bodyPr>
          <a:lstStyle>
            <a:lvl1pPr>
              <a:defRPr/>
            </a:lvl1pPr>
          </a:lstStyle>
          <a:p>
            <a:r>
              <a:rPr lang="en-US" dirty="0"/>
              <a:t>Agenda</a:t>
            </a:r>
          </a:p>
        </p:txBody>
      </p:sp>
    </p:spTree>
    <p:extLst>
      <p:ext uri="{BB962C8B-B14F-4D97-AF65-F5344CB8AC3E}">
        <p14:creationId xmlns:p14="http://schemas.microsoft.com/office/powerpoint/2010/main" val="3007480596"/>
      </p:ext>
    </p:extLst>
  </p:cSld>
  <p:clrMapOvr>
    <a:masterClrMapping/>
  </p:clrMapOvr>
  <p:transition spd="slow">
    <p:wipe dir="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cSld name="Divider slide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72848" y="991929"/>
            <a:ext cx="11266501" cy="1691096"/>
          </a:xfrm>
        </p:spPr>
        <p:txBody>
          <a:bodyPr tIns="0" bIns="0" anchor="b">
            <a:noAutofit/>
          </a:bodyPr>
          <a:lstStyle>
            <a:lvl1pPr algn="l">
              <a:lnSpc>
                <a:spcPct val="100000"/>
              </a:lnSpc>
              <a:defRPr sz="5333" b="0">
                <a:solidFill>
                  <a:schemeClr val="bg1"/>
                </a:solidFill>
              </a:defRPr>
            </a:lvl1pPr>
          </a:lstStyle>
          <a:p>
            <a:r>
              <a:rPr lang="es-MX"/>
              <a:t>Haz clic para modificar el estilo de título del patrón</a:t>
            </a:r>
            <a:endParaRPr lang="en-US" dirty="0"/>
          </a:p>
        </p:txBody>
      </p:sp>
      <p:sp>
        <p:nvSpPr>
          <p:cNvPr id="18" name="Text Placeholder 12"/>
          <p:cNvSpPr>
            <a:spLocks noGrp="1"/>
          </p:cNvSpPr>
          <p:nvPr>
            <p:ph type="body" sz="quarter" idx="10" hasCustomPrompt="1"/>
          </p:nvPr>
        </p:nvSpPr>
        <p:spPr>
          <a:xfrm>
            <a:off x="472849" y="1316874"/>
            <a:ext cx="5298956" cy="351367"/>
          </a:xfrm>
        </p:spPr>
        <p:txBody>
          <a:bodyPr>
            <a:normAutofit/>
          </a:bodyPr>
          <a:lstStyle>
            <a:lvl1pPr>
              <a:buNone/>
              <a:defRPr sz="2133" spc="133" baseline="0">
                <a:solidFill>
                  <a:schemeClr val="bg1">
                    <a:lumMod val="75000"/>
                  </a:schemeClr>
                </a:solidFill>
              </a:defRPr>
            </a:lvl1pPr>
            <a:lvl2pPr marL="609585" indent="0">
              <a:buNone/>
              <a:defRPr/>
            </a:lvl2pPr>
            <a:lvl3pPr marL="1219170" indent="0">
              <a:buNone/>
              <a:defRPr/>
            </a:lvl3pPr>
            <a:lvl4pPr marL="1828754" indent="0">
              <a:buNone/>
              <a:defRPr/>
            </a:lvl4pPr>
            <a:lvl5pPr marL="2438339" indent="0">
              <a:buNone/>
              <a:defRPr/>
            </a:lvl5pPr>
          </a:lstStyle>
          <a:p>
            <a:r>
              <a:rPr lang="en-US" dirty="0"/>
              <a:t>SECTION # [optional]</a:t>
            </a:r>
          </a:p>
        </p:txBody>
      </p:sp>
      <p:sp>
        <p:nvSpPr>
          <p:cNvPr id="3" name="Subtitle 2"/>
          <p:cNvSpPr>
            <a:spLocks noGrp="1"/>
          </p:cNvSpPr>
          <p:nvPr>
            <p:ph type="subTitle" idx="1"/>
          </p:nvPr>
        </p:nvSpPr>
        <p:spPr>
          <a:xfrm>
            <a:off x="472848" y="3112608"/>
            <a:ext cx="7108205" cy="2462723"/>
          </a:xfrm>
        </p:spPr>
        <p:txBody>
          <a:bodyPr>
            <a:normAutofit/>
          </a:bodyPr>
          <a:lstStyle>
            <a:lvl1pPr marL="0" marR="0" indent="0" algn="l" defTabSz="609585" rtl="0" eaLnBrk="1" fontAlgn="auto" latinLnBrk="0" hangingPunct="1">
              <a:lnSpc>
                <a:spcPct val="100000"/>
              </a:lnSpc>
              <a:spcBef>
                <a:spcPct val="20000"/>
              </a:spcBef>
              <a:spcAft>
                <a:spcPts val="0"/>
              </a:spcAft>
              <a:buClrTx/>
              <a:buSzTx/>
              <a:buFont typeface="Arial"/>
              <a:buNone/>
              <a:tabLst/>
              <a:defRPr sz="2933" b="0">
                <a:solidFill>
                  <a:schemeClr val="bg1">
                    <a:lumMod val="8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s-MX"/>
              <a:t>Haz clic para editar el estilo de subtítulo del patrón</a:t>
            </a:r>
            <a:endParaRPr lang="en-US" dirty="0"/>
          </a:p>
        </p:txBody>
      </p:sp>
      <p:sp>
        <p:nvSpPr>
          <p:cNvPr id="20" name="Footer Placeholder 4"/>
          <p:cNvSpPr txBox="1">
            <a:spLocks/>
          </p:cNvSpPr>
          <p:nvPr/>
        </p:nvSpPr>
        <p:spPr>
          <a:xfrm>
            <a:off x="6875242" y="6591893"/>
            <a:ext cx="4426065" cy="143565"/>
          </a:xfrm>
          <a:prstGeom prst="rect">
            <a:avLst/>
          </a:prstGeom>
        </p:spPr>
        <p:txBody>
          <a:bodyPr vert="horz" wrap="square" lIns="0" tIns="0" rIns="0" bIns="0" rtlCol="0" anchor="b">
            <a:spAutoFit/>
          </a:bodyPr>
          <a:lstStyle>
            <a:lvl1pPr marL="0" algn="l" defTabSz="914400" rtl="0" eaLnBrk="1" latinLnBrk="0" hangingPunct="1">
              <a:defRPr kumimoji="0" lang="en-US" sz="900" b="0" i="0" u="none" strike="noStrike" kern="1200" cap="none" spc="0" normalizeH="0" baseline="0" noProof="0" smtClean="0">
                <a:ln>
                  <a:noFill/>
                </a:ln>
                <a:solidFill>
                  <a:schemeClr val="accent5"/>
                </a:solidFill>
                <a:effectLst/>
                <a:uLnTx/>
                <a:uFillTx/>
                <a:latin typeface="Arial" pitchFamily="34" charset="0"/>
                <a:ea typeface="+mn-ea"/>
                <a:cs typeface="Arial" pitchFamily="34" charset="0"/>
              </a:defRPr>
            </a:lvl1pPr>
          </a:lstStyle>
          <a:p>
            <a:pPr marL="0" marR="0" lvl="0" indent="0" algn="r" defTabSz="1219170" rtl="0" eaLnBrk="1" fontAlgn="auto" latinLnBrk="0" hangingPunct="1">
              <a:lnSpc>
                <a:spcPct val="100000"/>
              </a:lnSpc>
              <a:spcBef>
                <a:spcPts val="0"/>
              </a:spcBef>
              <a:spcAft>
                <a:spcPts val="0"/>
              </a:spcAft>
              <a:buClrTx/>
              <a:buSzTx/>
              <a:buFontTx/>
              <a:buNone/>
              <a:tabLst/>
              <a:defRPr/>
            </a:pPr>
            <a:r>
              <a:rPr kumimoji="0" lang="en-US" sz="933" b="0" i="0" u="none" strike="noStrike" kern="1200" cap="none" spc="0" normalizeH="0" baseline="0" noProof="0" dirty="0">
                <a:ln>
                  <a:noFill/>
                </a:ln>
                <a:solidFill>
                  <a:srgbClr val="FFFFFF"/>
                </a:solidFill>
                <a:effectLst/>
                <a:uLnTx/>
                <a:uFillTx/>
                <a:latin typeface="Arial" pitchFamily="34" charset="0"/>
                <a:ea typeface="+mn-ea"/>
                <a:cs typeface="Arial" pitchFamily="34" charset="0"/>
              </a:rPr>
              <a:t>© 2018 Ellucian</a:t>
            </a:r>
            <a:endParaRPr kumimoji="0" lang="en-US" sz="933" b="1" i="0" u="none" strike="noStrike" kern="1200" cap="none" spc="0" normalizeH="0" baseline="0" noProof="0" dirty="0">
              <a:ln>
                <a:noFill/>
              </a:ln>
              <a:solidFill>
                <a:srgbClr val="FFFFFF"/>
              </a:solidFill>
              <a:effectLst/>
              <a:uLnTx/>
              <a:uFillTx/>
              <a:latin typeface="Arial" pitchFamily="34" charset="0"/>
              <a:ea typeface="+mn-ea"/>
              <a:cs typeface="Arial" pitchFamily="34" charset="0"/>
            </a:endParaRPr>
          </a:p>
        </p:txBody>
      </p:sp>
      <p:pic>
        <p:nvPicPr>
          <p:cNvPr id="21" name="Picture 20" descr="ellucian_white.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57077" y="6564051"/>
            <a:ext cx="983800" cy="201444"/>
          </a:xfrm>
          <a:prstGeom prst="rect">
            <a:avLst/>
          </a:prstGeom>
        </p:spPr>
      </p:pic>
      <p:sp>
        <p:nvSpPr>
          <p:cNvPr id="9" name="Slide Number Placeholder 3"/>
          <p:cNvSpPr txBox="1">
            <a:spLocks/>
          </p:cNvSpPr>
          <p:nvPr/>
        </p:nvSpPr>
        <p:spPr>
          <a:xfrm>
            <a:off x="11203208" y="6468813"/>
            <a:ext cx="537689" cy="274720"/>
          </a:xfrm>
          <a:prstGeom prst="rect">
            <a:avLst/>
          </a:prstGeom>
        </p:spPr>
        <p:txBody>
          <a:bodyPr vert="horz" lIns="0" tIns="0" rIns="0" bIns="0" rtlCol="0" anchor="b"/>
          <a:lstStyle>
            <a:defPPr>
              <a:defRPr lang="en-US"/>
            </a:defPPr>
            <a:lvl1pPr marL="0" algn="r" defTabSz="457200" rtl="0" eaLnBrk="1" latinLnBrk="0" hangingPunct="1">
              <a:defRPr sz="1100" b="0" kern="1200">
                <a:solidFill>
                  <a:srgbClr val="FFFFFF"/>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0A085A0-3A3D-6540-B0AC-0588E66301FB}" type="slidenum">
              <a:rPr lang="en-US" sz="1467" smtClean="0"/>
              <a:pPr/>
              <a:t>‹Nº›</a:t>
            </a:fld>
            <a:endParaRPr lang="en-US" sz="1467"/>
          </a:p>
        </p:txBody>
      </p:sp>
    </p:spTree>
    <p:extLst>
      <p:ext uri="{BB962C8B-B14F-4D97-AF65-F5344CB8AC3E}">
        <p14:creationId xmlns:p14="http://schemas.microsoft.com/office/powerpoint/2010/main" val="415938330"/>
      </p:ext>
    </p:extLst>
  </p:cSld>
  <p:clrMapOvr>
    <a:masterClrMapping/>
  </p:clrMapOvr>
  <p:transition spd="slow">
    <p:wipe dir="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cSld name="Single column layout">
    <p:spTree>
      <p:nvGrpSpPr>
        <p:cNvPr id="1" name=""/>
        <p:cNvGrpSpPr/>
        <p:nvPr/>
      </p:nvGrpSpPr>
      <p:grpSpPr>
        <a:xfrm>
          <a:off x="0" y="0"/>
          <a:ext cx="0" cy="0"/>
          <a:chOff x="0" y="0"/>
          <a:chExt cx="0" cy="0"/>
        </a:xfrm>
      </p:grpSpPr>
      <p:sp>
        <p:nvSpPr>
          <p:cNvPr id="3" name="Content Placeholder 2"/>
          <p:cNvSpPr>
            <a:spLocks noGrp="1"/>
          </p:cNvSpPr>
          <p:nvPr>
            <p:ph idx="1"/>
          </p:nvPr>
        </p:nvSpPr>
        <p:spPr>
          <a:xfrm>
            <a:off x="475488" y="1600200"/>
            <a:ext cx="11267392" cy="4343400"/>
          </a:xfrm>
        </p:spPr>
        <p:txBody>
          <a:bodyPr>
            <a:noAutofit/>
          </a:bodyPr>
          <a:lstStyle>
            <a:lvl1pPr marL="0" indent="0" algn="l" defTabSz="609585" rtl="0" eaLnBrk="1" latinLnBrk="0" hangingPunct="1">
              <a:spcBef>
                <a:spcPts val="1200"/>
              </a:spcBef>
              <a:buFontTx/>
              <a:buNone/>
              <a:defRPr lang="en-US" sz="2133" b="1" kern="1200" dirty="0" smtClean="0">
                <a:solidFill>
                  <a:srgbClr val="45A1AA"/>
                </a:solidFill>
                <a:latin typeface="Arial"/>
                <a:ea typeface="+mn-ea"/>
                <a:cs typeface="Arial"/>
              </a:defRPr>
            </a:lvl1pPr>
            <a:lvl2pPr marL="380990" indent="-380990" algn="l" defTabSz="609585" rtl="0" eaLnBrk="1" latinLnBrk="0" hangingPunct="1">
              <a:lnSpc>
                <a:spcPct val="95000"/>
              </a:lnSpc>
              <a:spcBef>
                <a:spcPts val="1200"/>
              </a:spcBef>
              <a:buClr>
                <a:schemeClr val="tx1"/>
              </a:buClr>
              <a:buFont typeface="Arial" pitchFamily="34" charset="0"/>
              <a:buChar char="•"/>
              <a:defRPr lang="en-US" sz="2133" b="0" kern="1200" dirty="0" smtClean="0">
                <a:solidFill>
                  <a:schemeClr val="tx1"/>
                </a:solidFill>
                <a:latin typeface="Arial"/>
                <a:ea typeface="+mn-ea"/>
                <a:cs typeface="Arial"/>
              </a:defRPr>
            </a:lvl2pPr>
            <a:lvl3pPr marL="683667" indent="-380990" algn="l" defTabSz="609585" rtl="0" eaLnBrk="1" latinLnBrk="0" hangingPunct="1">
              <a:spcBef>
                <a:spcPts val="1200"/>
              </a:spcBef>
              <a:buClr>
                <a:srgbClr val="642673"/>
              </a:buClr>
              <a:buFont typeface="Arial"/>
              <a:buChar char="•"/>
              <a:defRPr lang="en-US" sz="1867" kern="1200" dirty="0" smtClean="0">
                <a:solidFill>
                  <a:srgbClr val="414042"/>
                </a:solidFill>
                <a:latin typeface="Arial"/>
                <a:ea typeface="+mn-ea"/>
                <a:cs typeface="Arial"/>
              </a:defRPr>
            </a:lvl3pPr>
            <a:lvl4pPr marL="916493" indent="-380990" algn="l" defTabSz="609585" rtl="0" eaLnBrk="1" latinLnBrk="0" hangingPunct="1">
              <a:spcBef>
                <a:spcPts val="1200"/>
              </a:spcBef>
              <a:buClr>
                <a:srgbClr val="45A1AA"/>
              </a:buClr>
              <a:buFont typeface="Arial" panose="020B0604020202020204" pitchFamily="34" charset="0"/>
              <a:buChar char="•"/>
              <a:defRPr lang="en-US" sz="1600" kern="1200" dirty="0" smtClean="0">
                <a:solidFill>
                  <a:srgbClr val="414042"/>
                </a:solidFill>
                <a:latin typeface="Arial"/>
                <a:ea typeface="+mn-ea"/>
                <a:cs typeface="Arial"/>
              </a:defRPr>
            </a:lvl4pPr>
            <a:lvl5pPr marL="916493" indent="-380990" algn="l" defTabSz="609585" rtl="0" eaLnBrk="1" latinLnBrk="0" hangingPunct="1">
              <a:spcBef>
                <a:spcPts val="1200"/>
              </a:spcBef>
              <a:buClr>
                <a:srgbClr val="414042"/>
              </a:buClr>
              <a:buFont typeface="Arial" panose="020B0604020202020204" pitchFamily="34" charset="0"/>
              <a:buChar char="̶"/>
              <a:defRPr lang="en-US" sz="1600" kern="1200" dirty="0">
                <a:solidFill>
                  <a:srgbClr val="414042"/>
                </a:solidFill>
                <a:latin typeface="Arial"/>
                <a:ea typeface="+mn-ea"/>
                <a:cs typeface="Arial"/>
              </a:defRPr>
            </a:lvl5pPr>
          </a:lstStyle>
          <a:p>
            <a:pPr marL="457189" lvl="0" indent="-457189" algn="l" defTabSz="609585" rtl="0" eaLnBrk="1" latinLnBrk="0" hangingPunct="1">
              <a:spcBef>
                <a:spcPts val="1600"/>
              </a:spcBef>
              <a:buFontTx/>
              <a:buNone/>
            </a:pPr>
            <a:r>
              <a:rPr lang="es-MX"/>
              <a:t>Haga clic para modificar los estilos de texto del patrón</a:t>
            </a:r>
          </a:p>
          <a:p>
            <a:pPr marL="457189" lvl="1" indent="-457189" algn="l" defTabSz="609585" rtl="0" eaLnBrk="1" latinLnBrk="0" hangingPunct="1">
              <a:spcBef>
                <a:spcPts val="1600"/>
              </a:spcBef>
              <a:buFontTx/>
              <a:buNone/>
            </a:pPr>
            <a:r>
              <a:rPr lang="es-MX"/>
              <a:t>Segundo nivel</a:t>
            </a:r>
          </a:p>
          <a:p>
            <a:pPr marL="457189" lvl="2" indent="-457189" algn="l" defTabSz="609585" rtl="0" eaLnBrk="1" latinLnBrk="0" hangingPunct="1">
              <a:spcBef>
                <a:spcPts val="1600"/>
              </a:spcBef>
              <a:buFontTx/>
              <a:buNone/>
            </a:pPr>
            <a:r>
              <a:rPr lang="es-MX"/>
              <a:t>Tercer nivel</a:t>
            </a:r>
          </a:p>
          <a:p>
            <a:pPr marL="457189" lvl="3" indent="-457189" algn="l" defTabSz="609585" rtl="0" eaLnBrk="1" latinLnBrk="0" hangingPunct="1">
              <a:spcBef>
                <a:spcPts val="1600"/>
              </a:spcBef>
              <a:buFontTx/>
              <a:buNone/>
            </a:pPr>
            <a:r>
              <a:rPr lang="es-MX"/>
              <a:t>Cuarto nivel</a:t>
            </a:r>
          </a:p>
          <a:p>
            <a:pPr marL="457189" lvl="4" indent="-457189" algn="l" defTabSz="609585" rtl="0" eaLnBrk="1" latinLnBrk="0" hangingPunct="1">
              <a:spcBef>
                <a:spcPts val="1600"/>
              </a:spcBef>
              <a:buFontTx/>
              <a:buNone/>
            </a:pPr>
            <a:r>
              <a:rPr lang="es-MX"/>
              <a:t>Quinto nivel</a:t>
            </a:r>
            <a:endParaRPr lang="en-US" dirty="0"/>
          </a:p>
        </p:txBody>
      </p:sp>
      <p:sp>
        <p:nvSpPr>
          <p:cNvPr id="5" name="Title Placeholder 1"/>
          <p:cNvSpPr>
            <a:spLocks noGrp="1"/>
          </p:cNvSpPr>
          <p:nvPr>
            <p:ph type="title"/>
          </p:nvPr>
        </p:nvSpPr>
        <p:spPr>
          <a:xfrm>
            <a:off x="475488" y="487681"/>
            <a:ext cx="11267392" cy="582679"/>
          </a:xfrm>
          <a:prstGeom prst="rect">
            <a:avLst/>
          </a:prstGeom>
        </p:spPr>
        <p:txBody>
          <a:bodyPr vert="horz" lIns="0" tIns="0" rIns="0" bIns="0" rtlCol="0" anchor="t">
            <a:noAutofit/>
          </a:bodyPr>
          <a:lstStyle/>
          <a:p>
            <a:r>
              <a:rPr lang="es-MX"/>
              <a:t>Haz clic para modificar el estilo de título del patrón</a:t>
            </a:r>
            <a:endParaRPr lang="en-US" dirty="0"/>
          </a:p>
        </p:txBody>
      </p:sp>
    </p:spTree>
    <p:extLst>
      <p:ext uri="{BB962C8B-B14F-4D97-AF65-F5344CB8AC3E}">
        <p14:creationId xmlns:p14="http://schemas.microsoft.com/office/powerpoint/2010/main" val="1759740087"/>
      </p:ext>
    </p:extLst>
  </p:cSld>
  <p:clrMapOvr>
    <a:masterClrMapping/>
  </p:clrMapOvr>
  <p:transition spd="slow">
    <p:wipe dir="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cSld name="Thank you slide">
    <p:spTree>
      <p:nvGrpSpPr>
        <p:cNvPr id="1" name=""/>
        <p:cNvGrpSpPr/>
        <p:nvPr/>
      </p:nvGrpSpPr>
      <p:grpSpPr>
        <a:xfrm>
          <a:off x="0" y="0"/>
          <a:ext cx="0" cy="0"/>
          <a:chOff x="0" y="0"/>
          <a:chExt cx="0" cy="0"/>
        </a:xfrm>
      </p:grpSpPr>
      <p:pic>
        <p:nvPicPr>
          <p:cNvPr id="6" name="Picture 5" descr="iStock-646457628.jpg"/>
          <p:cNvPicPr>
            <a:picLocks noChangeAspect="1"/>
          </p:cNvPicPr>
          <p:nvPr/>
        </p:nvPicPr>
        <p:blipFill rotWithShape="1">
          <a:blip r:embed="rId2" cstate="print">
            <a:extLst>
              <a:ext uri="{BEBA8EAE-BF5A-486C-A8C5-ECC9F3942E4B}">
                <a14:imgProps xmlns:a14="http://schemas.microsoft.com/office/drawing/2010/main">
                  <a14:imgLayer r:embed="rId3">
                    <a14:imgEffect>
                      <a14:brightnessContrast contrast="-46000"/>
                    </a14:imgEffect>
                  </a14:imgLayer>
                </a14:imgProps>
              </a:ext>
              <a:ext uri="{28A0092B-C50C-407E-A947-70E740481C1C}">
                <a14:useLocalDpi xmlns:a14="http://schemas.microsoft.com/office/drawing/2010/main"/>
              </a:ext>
            </a:extLst>
          </a:blip>
          <a:srcRect/>
          <a:stretch/>
        </p:blipFill>
        <p:spPr>
          <a:xfrm>
            <a:off x="0" y="0"/>
            <a:ext cx="12192000" cy="6861779"/>
          </a:xfrm>
          <a:prstGeom prst="rect">
            <a:avLst/>
          </a:prstGeom>
        </p:spPr>
      </p:pic>
      <p:sp>
        <p:nvSpPr>
          <p:cNvPr id="9" name="Rectangle 8"/>
          <p:cNvSpPr/>
          <p:nvPr/>
        </p:nvSpPr>
        <p:spPr>
          <a:xfrm>
            <a:off x="0" y="3779"/>
            <a:ext cx="12192000" cy="6858000"/>
          </a:xfrm>
          <a:prstGeom prst="rect">
            <a:avLst/>
          </a:prstGeom>
          <a:solidFill>
            <a:schemeClr val="accent4">
              <a:alpha val="67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14" name="Right Triangle 21"/>
          <p:cNvSpPr/>
          <p:nvPr/>
        </p:nvSpPr>
        <p:spPr>
          <a:xfrm flipH="1">
            <a:off x="7632095" y="-7814"/>
            <a:ext cx="4559904" cy="6865815"/>
          </a:xfrm>
          <a:custGeom>
            <a:avLst/>
            <a:gdLst>
              <a:gd name="connsiteX0" fmla="*/ 0 w 3419928"/>
              <a:gd name="connsiteY0" fmla="*/ 5143500 h 5143500"/>
              <a:gd name="connsiteX1" fmla="*/ 0 w 3419928"/>
              <a:gd name="connsiteY1" fmla="*/ 0 h 5143500"/>
              <a:gd name="connsiteX2" fmla="*/ 3419928 w 3419928"/>
              <a:gd name="connsiteY2" fmla="*/ 5143500 h 5143500"/>
              <a:gd name="connsiteX3" fmla="*/ 0 w 3419928"/>
              <a:gd name="connsiteY3" fmla="*/ 5143500 h 5143500"/>
              <a:gd name="connsiteX0" fmla="*/ 0 w 3419928"/>
              <a:gd name="connsiteY0" fmla="*/ 5143500 h 5143500"/>
              <a:gd name="connsiteX1" fmla="*/ 0 w 3419928"/>
              <a:gd name="connsiteY1" fmla="*/ 0 h 5143500"/>
              <a:gd name="connsiteX2" fmla="*/ 992980 w 3419928"/>
              <a:gd name="connsiteY2" fmla="*/ 1485900 h 5143500"/>
              <a:gd name="connsiteX3" fmla="*/ 3419928 w 3419928"/>
              <a:gd name="connsiteY3" fmla="*/ 5143500 h 5143500"/>
              <a:gd name="connsiteX4" fmla="*/ 0 w 3419928"/>
              <a:gd name="connsiteY4" fmla="*/ 5143500 h 5143500"/>
              <a:gd name="connsiteX0" fmla="*/ 0 w 3419928"/>
              <a:gd name="connsiteY0" fmla="*/ 5157788 h 5157788"/>
              <a:gd name="connsiteX1" fmla="*/ 0 w 3419928"/>
              <a:gd name="connsiteY1" fmla="*/ 14288 h 5157788"/>
              <a:gd name="connsiteX2" fmla="*/ 1257299 w 3419928"/>
              <a:gd name="connsiteY2" fmla="*/ 0 h 5157788"/>
              <a:gd name="connsiteX3" fmla="*/ 3419928 w 3419928"/>
              <a:gd name="connsiteY3" fmla="*/ 5157788 h 5157788"/>
              <a:gd name="connsiteX4" fmla="*/ 0 w 3419928"/>
              <a:gd name="connsiteY4" fmla="*/ 5157788 h 5157788"/>
              <a:gd name="connsiteX0" fmla="*/ 0 w 3419928"/>
              <a:gd name="connsiteY0" fmla="*/ 5145147 h 5145147"/>
              <a:gd name="connsiteX1" fmla="*/ 0 w 3419928"/>
              <a:gd name="connsiteY1" fmla="*/ 1647 h 5145147"/>
              <a:gd name="connsiteX2" fmla="*/ 1263619 w 3419928"/>
              <a:gd name="connsiteY2" fmla="*/ 0 h 5145147"/>
              <a:gd name="connsiteX3" fmla="*/ 3419928 w 3419928"/>
              <a:gd name="connsiteY3" fmla="*/ 5145147 h 5145147"/>
              <a:gd name="connsiteX4" fmla="*/ 0 w 3419928"/>
              <a:gd name="connsiteY4" fmla="*/ 5145147 h 5145147"/>
              <a:gd name="connsiteX0" fmla="*/ 0 w 3419928"/>
              <a:gd name="connsiteY0" fmla="*/ 5143500 h 5143500"/>
              <a:gd name="connsiteX1" fmla="*/ 0 w 3419928"/>
              <a:gd name="connsiteY1" fmla="*/ 0 h 5143500"/>
              <a:gd name="connsiteX2" fmla="*/ 1200412 w 3419928"/>
              <a:gd name="connsiteY2" fmla="*/ 103699 h 5143500"/>
              <a:gd name="connsiteX3" fmla="*/ 3419928 w 3419928"/>
              <a:gd name="connsiteY3" fmla="*/ 5143500 h 5143500"/>
              <a:gd name="connsiteX4" fmla="*/ 0 w 3419928"/>
              <a:gd name="connsiteY4" fmla="*/ 5143500 h 5143500"/>
              <a:gd name="connsiteX0" fmla="*/ 0 w 3419928"/>
              <a:gd name="connsiteY0" fmla="*/ 5151467 h 5151467"/>
              <a:gd name="connsiteX1" fmla="*/ 0 w 3419928"/>
              <a:gd name="connsiteY1" fmla="*/ 7967 h 5151467"/>
              <a:gd name="connsiteX2" fmla="*/ 1261512 w 3419928"/>
              <a:gd name="connsiteY2" fmla="*/ 0 h 5151467"/>
              <a:gd name="connsiteX3" fmla="*/ 3419928 w 3419928"/>
              <a:gd name="connsiteY3" fmla="*/ 5151467 h 5151467"/>
              <a:gd name="connsiteX4" fmla="*/ 0 w 3419928"/>
              <a:gd name="connsiteY4" fmla="*/ 5151467 h 5151467"/>
              <a:gd name="connsiteX0" fmla="*/ 0 w 3419928"/>
              <a:gd name="connsiteY0" fmla="*/ 5149361 h 5149361"/>
              <a:gd name="connsiteX1" fmla="*/ 0 w 3419928"/>
              <a:gd name="connsiteY1" fmla="*/ 5861 h 5149361"/>
              <a:gd name="connsiteX2" fmla="*/ 1261512 w 3419928"/>
              <a:gd name="connsiteY2" fmla="*/ 0 h 5149361"/>
              <a:gd name="connsiteX3" fmla="*/ 3419928 w 3419928"/>
              <a:gd name="connsiteY3" fmla="*/ 5149361 h 5149361"/>
              <a:gd name="connsiteX4" fmla="*/ 0 w 3419928"/>
              <a:gd name="connsiteY4" fmla="*/ 5149361 h 51493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19928" h="5149361">
                <a:moveTo>
                  <a:pt x="0" y="5149361"/>
                </a:moveTo>
                <a:lnTo>
                  <a:pt x="0" y="5861"/>
                </a:lnTo>
                <a:lnTo>
                  <a:pt x="1261512" y="0"/>
                </a:lnTo>
                <a:lnTo>
                  <a:pt x="3419928" y="5149361"/>
                </a:lnTo>
                <a:lnTo>
                  <a:pt x="0" y="5149361"/>
                </a:lnTo>
                <a:close/>
              </a:path>
            </a:pathLst>
          </a:custGeom>
          <a:solidFill>
            <a:schemeClr val="accent2">
              <a:alpha val="63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2400"/>
          </a:p>
        </p:txBody>
      </p:sp>
      <p:sp>
        <p:nvSpPr>
          <p:cNvPr id="15" name="Right Triangle 14"/>
          <p:cNvSpPr/>
          <p:nvPr/>
        </p:nvSpPr>
        <p:spPr>
          <a:xfrm flipH="1" flipV="1">
            <a:off x="8273143" y="-8162"/>
            <a:ext cx="3918856" cy="3905907"/>
          </a:xfrm>
          <a:prstGeom prst="rtTriangle">
            <a:avLst/>
          </a:prstGeom>
          <a:solidFill>
            <a:schemeClr val="accent4">
              <a:alpha val="76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2400"/>
          </a:p>
        </p:txBody>
      </p:sp>
      <p:sp>
        <p:nvSpPr>
          <p:cNvPr id="2" name="Title 1"/>
          <p:cNvSpPr>
            <a:spLocks noGrp="1"/>
          </p:cNvSpPr>
          <p:nvPr>
            <p:ph type="title"/>
          </p:nvPr>
        </p:nvSpPr>
        <p:spPr>
          <a:xfrm>
            <a:off x="461310" y="3625511"/>
            <a:ext cx="5695167" cy="1161143"/>
          </a:xfrm>
        </p:spPr>
        <p:txBody>
          <a:bodyPr>
            <a:normAutofit/>
          </a:bodyPr>
          <a:lstStyle>
            <a:lvl1pPr>
              <a:defRPr sz="5333">
                <a:solidFill>
                  <a:schemeClr val="bg1"/>
                </a:solidFill>
              </a:defRPr>
            </a:lvl1pPr>
          </a:lstStyle>
          <a:p>
            <a:r>
              <a:rPr lang="es-MX"/>
              <a:t>Haz clic para modificar el estilo de título del patrón</a:t>
            </a:r>
            <a:endParaRPr lang="en-US" dirty="0"/>
          </a:p>
        </p:txBody>
      </p:sp>
      <p:pic>
        <p:nvPicPr>
          <p:cNvPr id="13" name="Picture 12" descr="ellucian_white.png"/>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61310" y="866875"/>
            <a:ext cx="2164695" cy="443247"/>
          </a:xfrm>
          <a:prstGeom prst="rect">
            <a:avLst/>
          </a:prstGeom>
        </p:spPr>
      </p:pic>
      <p:sp>
        <p:nvSpPr>
          <p:cNvPr id="12" name="Text Placeholder 12"/>
          <p:cNvSpPr>
            <a:spLocks noGrp="1"/>
          </p:cNvSpPr>
          <p:nvPr>
            <p:ph type="body" sz="quarter" idx="11" hasCustomPrompt="1"/>
          </p:nvPr>
        </p:nvSpPr>
        <p:spPr>
          <a:xfrm>
            <a:off x="463297" y="4911366"/>
            <a:ext cx="7640512" cy="1589695"/>
          </a:xfrm>
        </p:spPr>
        <p:txBody>
          <a:bodyPr anchor="t" anchorCtr="0">
            <a:normAutofit/>
          </a:bodyPr>
          <a:lstStyle>
            <a:lvl1pPr>
              <a:spcBef>
                <a:spcPts val="0"/>
              </a:spcBef>
              <a:buNone/>
              <a:defRPr sz="2267" b="0" spc="0" baseline="0">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Title title title, </a:t>
            </a:r>
            <a:r>
              <a:rPr lang="en-US" dirty="0" err="1"/>
              <a:t>Ellucian</a:t>
            </a:r>
            <a:br>
              <a:rPr lang="en-US" dirty="0"/>
            </a:br>
            <a:r>
              <a:rPr lang="en-US" dirty="0" err="1"/>
              <a:t>firstname.lastname@ellucian.com</a:t>
            </a:r>
            <a:endParaRPr lang="en-US" dirty="0"/>
          </a:p>
        </p:txBody>
      </p:sp>
      <p:sp>
        <p:nvSpPr>
          <p:cNvPr id="10" name="Text Placeholder 12"/>
          <p:cNvSpPr>
            <a:spLocks noGrp="1"/>
          </p:cNvSpPr>
          <p:nvPr>
            <p:ph type="body" sz="quarter" idx="12" hasCustomPrompt="1"/>
          </p:nvPr>
        </p:nvSpPr>
        <p:spPr>
          <a:xfrm>
            <a:off x="457200" y="4053544"/>
            <a:ext cx="6656832" cy="835251"/>
          </a:xfrm>
        </p:spPr>
        <p:txBody>
          <a:bodyPr anchor="b">
            <a:noAutofit/>
          </a:bodyPr>
          <a:lstStyle>
            <a:lvl1pPr>
              <a:buNone/>
              <a:defRPr sz="2267" b="1" cap="all" spc="0" baseline="0">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p:txBody>
      </p:sp>
    </p:spTree>
    <p:extLst>
      <p:ext uri="{BB962C8B-B14F-4D97-AF65-F5344CB8AC3E}">
        <p14:creationId xmlns:p14="http://schemas.microsoft.com/office/powerpoint/2010/main" val="266473331"/>
      </p:ext>
    </p:extLst>
  </p:cSld>
  <p:clrMapOvr>
    <a:masterClrMapping/>
  </p:clrMapOvr>
  <p:transition spd="slow">
    <p:wipe dir="r"/>
  </p:transition>
  <p:extLst>
    <p:ext uri="{DCECCB84-F9BA-43D5-87BE-67443E8EF086}">
      <p15:sldGuideLst xmlns:p15="http://schemas.microsoft.com/office/powerpoint/2012/main">
        <p15:guide id="1" orient="horz" pos="1620">
          <p15:clr>
            <a:srgbClr val="FBAE40"/>
          </p15:clr>
        </p15:guide>
        <p15:guide id="2" orient="horz" pos="2453">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282260655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Blank Footer Black">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81C625F-C66F-1373-141C-E36C160D0D3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A8E6E8FD-F743-B760-4565-52A5B0B667B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8DF76087-D7C9-C1C3-5E17-263AB892AD6D}"/>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94231810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B Purple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EE1FD067-74D8-0E64-F510-C09BEC15D05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10" name="TextBox 9">
            <a:extLst>
              <a:ext uri="{FF2B5EF4-FFF2-40B4-BE49-F238E27FC236}">
                <a16:creationId xmlns:a16="http://schemas.microsoft.com/office/drawing/2014/main" id="{116E64D5-8E4A-3059-BC15-EB884BE08EC3}"/>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0DFD1F0B-69D7-F3A9-055F-2A986648AD27}"/>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73287922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B Purple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DB79317-11D6-0AF3-4B54-BDA534C904B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C7209B0-4D3E-B28A-692D-AB3B431BDB03}"/>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Box 1">
            <a:extLst>
              <a:ext uri="{FF2B5EF4-FFF2-40B4-BE49-F238E27FC236}">
                <a16:creationId xmlns:a16="http://schemas.microsoft.com/office/drawing/2014/main" id="{65158A56-C172-10B2-D489-16D7DACEC5FE}"/>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417945140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B Gray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0ABA3577-65BA-7CC4-5395-E38F2A7AC77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E135DE03-26E8-0184-A39C-5A462BDC2DC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5" name="TextBox 4">
            <a:extLst>
              <a:ext uri="{FF2B5EF4-FFF2-40B4-BE49-F238E27FC236}">
                <a16:creationId xmlns:a16="http://schemas.microsoft.com/office/drawing/2014/main" id="{19F91899-8397-C452-E914-5DA32F2E64BE}"/>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26118636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B Gray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695EB3C-8530-E0C8-4217-5508CF63DB5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59450D81-7260-A5B0-C045-065E98F3D872}"/>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C8E4D3A3-6199-EF4C-2D38-F8DA60A48FEE}"/>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71278209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B Green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40CB40AC-8E27-B4CE-FE98-617281F6189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08A44510-D9B6-3D27-0025-27FFAAD9F8AE}"/>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B9DBE2C0-3213-6D2D-4479-AD9B8089A641}"/>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85944443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B Green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1839101-BBAA-D670-10CD-40BF5E0392E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CCF7E87-236E-67B1-F9B1-5ACC27A1C0B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8B6E2BFF-AA3C-F635-EDE7-1D4D95732292}"/>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45736155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B Purple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788CB9F-7B69-6D25-41A0-F5D4BFE324C9}"/>
              </a:ext>
            </a:extLst>
          </p:cNvPr>
          <p:cNvSpPr/>
          <p:nvPr userDrawn="1"/>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2E0AAAEA-1F16-516A-417D-DC9DF964E80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66FD55EF-B73C-D814-E528-7EF5EBB86F1C}"/>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4077C5A4-055F-072E-16C5-84527D1FFDB1}"/>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26054682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B Purple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A5C8E9-F647-20C1-E64B-5FADBF7E8499}"/>
              </a:ext>
            </a:extLst>
          </p:cNvPr>
          <p:cNvSpPr/>
          <p:nvPr userDrawn="1"/>
        </p:nvSpPr>
        <p:spPr>
          <a:xfrm>
            <a:off x="8128016"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66E5DE2-889D-3DE4-3572-3DCEEA210F8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7C932288-F84C-D66E-3E63-ED023CEAD97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12AA4C6E-89CC-BA61-A575-3A36232457CA}"/>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4019605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B Gray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userDrawn="1"/>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9D04E6AC-3638-47BF-6BFD-E68AF8093AD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AC033454-6E80-8B9B-BBCB-6434F5D21BAD}"/>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6F42D7DB-F5BA-604F-2A99-DBAB5A8DE7ED}"/>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60084222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B Gray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8128016"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145C3B88-0182-B843-BB3B-F145067D5C9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CC84ADAE-B350-C159-D672-6F29FE4CC4FD}"/>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83FB9DF3-A55E-DBF2-C049-8624E2CA3238}"/>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10702808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B Green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userDrawn="1"/>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3668F462-6E9A-C654-C321-DFBF69C7A66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2F75F911-FCDF-6D37-1A4E-6CFB26AAEB35}"/>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6F4A93C5-2125-4620-62DB-C8E3A6CA982A}"/>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424780782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B Green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8128016"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E396D46-CDE6-66B6-0A7B-6DEC14B972B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462404-BF65-8481-4332-5DF7AD5ED1C9}"/>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CC6232A2-9E4F-3C88-D771-7120FAD75090}"/>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44641028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Blan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221DA2E6-F483-60DE-DF61-B60C10DBDE89}"/>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65124073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Blank Dar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A593DCF4-AC60-B9D8-A985-C1CFC1A5AD75}"/>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83757278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Blank Dark Gree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EFFC058F-486D-43DF-4B5C-09387CA4F8E1}"/>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951817759"/>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Blank Warm Gra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9FF5FB22-C2EA-99F6-EF38-AD4BBB0C345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603AEA50-DA2C-915C-545F-713FCDF35A3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9D0EA6DE-76EE-C5B8-0477-8D50A19F0758}"/>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43591985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11167320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image" Target="../media/image1.sv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51.xml"/><Relationship Id="rId13" Type="http://schemas.openxmlformats.org/officeDocument/2006/relationships/slideLayout" Target="../slideLayouts/slideLayout56.xml"/><Relationship Id="rId18" Type="http://schemas.openxmlformats.org/officeDocument/2006/relationships/slideLayout" Target="../slideLayouts/slideLayout61.xml"/><Relationship Id="rId3" Type="http://schemas.openxmlformats.org/officeDocument/2006/relationships/slideLayout" Target="../slideLayouts/slideLayout46.xml"/><Relationship Id="rId7" Type="http://schemas.openxmlformats.org/officeDocument/2006/relationships/slideLayout" Target="../slideLayouts/slideLayout50.xml"/><Relationship Id="rId12" Type="http://schemas.openxmlformats.org/officeDocument/2006/relationships/slideLayout" Target="../slideLayouts/slideLayout55.xml"/><Relationship Id="rId17" Type="http://schemas.openxmlformats.org/officeDocument/2006/relationships/slideLayout" Target="../slideLayouts/slideLayout60.xml"/><Relationship Id="rId2" Type="http://schemas.openxmlformats.org/officeDocument/2006/relationships/slideLayout" Target="../slideLayouts/slideLayout45.xml"/><Relationship Id="rId16" Type="http://schemas.openxmlformats.org/officeDocument/2006/relationships/slideLayout" Target="../slideLayouts/slideLayout59.xml"/><Relationship Id="rId20" Type="http://schemas.openxmlformats.org/officeDocument/2006/relationships/theme" Target="../theme/theme2.xml"/><Relationship Id="rId1" Type="http://schemas.openxmlformats.org/officeDocument/2006/relationships/slideLayout" Target="../slideLayouts/slideLayout44.xml"/><Relationship Id="rId6" Type="http://schemas.openxmlformats.org/officeDocument/2006/relationships/slideLayout" Target="../slideLayouts/slideLayout49.xml"/><Relationship Id="rId11" Type="http://schemas.openxmlformats.org/officeDocument/2006/relationships/slideLayout" Target="../slideLayouts/slideLayout54.xml"/><Relationship Id="rId5" Type="http://schemas.openxmlformats.org/officeDocument/2006/relationships/slideLayout" Target="../slideLayouts/slideLayout48.xml"/><Relationship Id="rId15" Type="http://schemas.openxmlformats.org/officeDocument/2006/relationships/slideLayout" Target="../slideLayouts/slideLayout58.xml"/><Relationship Id="rId10" Type="http://schemas.openxmlformats.org/officeDocument/2006/relationships/slideLayout" Target="../slideLayouts/slideLayout53.xml"/><Relationship Id="rId19" Type="http://schemas.openxmlformats.org/officeDocument/2006/relationships/slideLayout" Target="../slideLayouts/slideLayout62.xml"/><Relationship Id="rId4" Type="http://schemas.openxmlformats.org/officeDocument/2006/relationships/slideLayout" Target="../slideLayouts/slideLayout47.xml"/><Relationship Id="rId9" Type="http://schemas.openxmlformats.org/officeDocument/2006/relationships/slideLayout" Target="../slideLayouts/slideLayout52.xml"/><Relationship Id="rId14" Type="http://schemas.openxmlformats.org/officeDocument/2006/relationships/slideLayout" Target="../slideLayouts/slideLayout5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E723A-1CD3-C976-D546-D7B1E1A72778}"/>
              </a:ext>
            </a:extLst>
          </p:cNvPr>
          <p:cNvSpPr>
            <a:spLocks noGrp="1"/>
          </p:cNvSpPr>
          <p:nvPr>
            <p:ph type="title"/>
          </p:nvPr>
        </p:nvSpPr>
        <p:spPr>
          <a:xfrm>
            <a:off x="838200" y="365125"/>
            <a:ext cx="10515600" cy="613309"/>
          </a:xfrm>
          <a:prstGeom prst="rect">
            <a:avLst/>
          </a:prstGeom>
        </p:spPr>
        <p:txBody>
          <a:bodyPr vert="horz" lIns="0" tIns="0" rIns="0" bIns="0" rtlCol="0" anchor="t" anchorCtr="0">
            <a:spAutoFit/>
          </a:bodyPr>
          <a:lstStyle/>
          <a:p>
            <a:r>
              <a:rPr lang="es-MX"/>
              <a:t>Haz clic para modificar el estilo de título del patrón</a:t>
            </a:r>
            <a:endParaRPr lang="en-US" dirty="0"/>
          </a:p>
        </p:txBody>
      </p:sp>
      <p:sp>
        <p:nvSpPr>
          <p:cNvPr id="3" name="Text Placeholder 2">
            <a:extLst>
              <a:ext uri="{FF2B5EF4-FFF2-40B4-BE49-F238E27FC236}">
                <a16:creationId xmlns:a16="http://schemas.microsoft.com/office/drawing/2014/main" id="{CF5A2E2D-CDA6-D65D-5A28-67459EB16D90}"/>
              </a:ext>
            </a:extLst>
          </p:cNvPr>
          <p:cNvSpPr>
            <a:spLocks noGrp="1"/>
          </p:cNvSpPr>
          <p:nvPr>
            <p:ph type="body" idx="1"/>
          </p:nvPr>
        </p:nvSpPr>
        <p:spPr>
          <a:xfrm>
            <a:off x="838200" y="1825625"/>
            <a:ext cx="10515600" cy="1684948"/>
          </a:xfrm>
          <a:prstGeom prst="rect">
            <a:avLst/>
          </a:prstGeom>
        </p:spPr>
        <p:txBody>
          <a:bodyPr vert="horz" lIns="0" tIns="0" rIns="0" bIns="0" rtlCol="0">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6" name="Graphic 5">
            <a:extLst>
              <a:ext uri="{FF2B5EF4-FFF2-40B4-BE49-F238E27FC236}">
                <a16:creationId xmlns:a16="http://schemas.microsoft.com/office/drawing/2014/main" id="{98C54377-C373-3751-A275-A17B11FE1BB6}"/>
              </a:ext>
            </a:extLst>
          </p:cNvPr>
          <p:cNvPicPr>
            <a:picLocks noChangeAspect="1"/>
          </p:cNvPicPr>
          <p:nvPr/>
        </p:nvPicPr>
        <p:blipFill>
          <a:blip>
            <a:extLst>
              <a:ext uri="{96DAC541-7B7A-43D3-8B79-37D633B846F1}">
                <asvg:svgBlip xmlns:asvg="http://schemas.microsoft.com/office/drawing/2016/SVG/main" r:embed="rId45"/>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E00D8F4A-848B-F513-FE1A-5A86C8B8CF84}"/>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EDA225B6-A2B9-C109-E112-6ACDED1B4458}"/>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070525980"/>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 id="2147483726" r:id="rId15"/>
    <p:sldLayoutId id="2147483727" r:id="rId16"/>
    <p:sldLayoutId id="2147483728" r:id="rId17"/>
    <p:sldLayoutId id="2147483729" r:id="rId18"/>
    <p:sldLayoutId id="2147483730" r:id="rId19"/>
    <p:sldLayoutId id="2147483731" r:id="rId20"/>
    <p:sldLayoutId id="2147483732" r:id="rId21"/>
    <p:sldLayoutId id="2147483733" r:id="rId22"/>
    <p:sldLayoutId id="2147483734" r:id="rId23"/>
    <p:sldLayoutId id="2147483735" r:id="rId24"/>
    <p:sldLayoutId id="2147483736" r:id="rId25"/>
    <p:sldLayoutId id="2147483737" r:id="rId26"/>
    <p:sldLayoutId id="2147483738" r:id="rId27"/>
    <p:sldLayoutId id="2147483739" r:id="rId28"/>
    <p:sldLayoutId id="2147483740" r:id="rId29"/>
    <p:sldLayoutId id="2147483741" r:id="rId30"/>
    <p:sldLayoutId id="2147483742" r:id="rId31"/>
    <p:sldLayoutId id="2147483743" r:id="rId32"/>
    <p:sldLayoutId id="2147483744" r:id="rId33"/>
    <p:sldLayoutId id="2147483745" r:id="rId34"/>
    <p:sldLayoutId id="2147483746" r:id="rId35"/>
    <p:sldLayoutId id="2147483747" r:id="rId36"/>
    <p:sldLayoutId id="2147483749" r:id="rId37"/>
    <p:sldLayoutId id="2147483750" r:id="rId38"/>
    <p:sldLayoutId id="2147483751" r:id="rId39"/>
    <p:sldLayoutId id="2147483752" r:id="rId40"/>
    <p:sldLayoutId id="2147483753" r:id="rId41"/>
    <p:sldLayoutId id="2147483754" r:id="rId42"/>
    <p:sldLayoutId id="2147483755" r:id="rId43"/>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92632415"/>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70" r:id="rId12"/>
    <p:sldLayoutId id="2147483771" r:id="rId13"/>
    <p:sldLayoutId id="2147483772" r:id="rId14"/>
    <p:sldLayoutId id="2147483773" r:id="rId15"/>
    <p:sldLayoutId id="2147483774" r:id="rId16"/>
    <p:sldLayoutId id="2147483775" r:id="rId17"/>
    <p:sldLayoutId id="2147483776" r:id="rId18"/>
    <p:sldLayoutId id="2147483777" r:id="rId19"/>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6.xml"/></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6.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6.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6.xml"/></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6.xml"/></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6.xml"/></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6.xml"/></Relationships>
</file>

<file path=ppt/slides/_rels/slide1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6.xml"/></Relationships>
</file>

<file path=ppt/slides/_rels/slide2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6.xml"/></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6.xml"/></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6.xml"/></Relationships>
</file>

<file path=ppt/slides/_rels/slide2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6.xml"/></Relationships>
</file>

<file path=ppt/slides/_rels/slide2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6.xml"/></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6.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6.xml"/></Relationships>
</file>

<file path=ppt/slides/_rels/slide2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6.xml"/></Relationships>
</file>

<file path=ppt/slides/_rels/slide3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6.xml"/></Relationships>
</file>

<file path=ppt/slides/_rels/slide3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6.xml"/></Relationships>
</file>

<file path=ppt/slides/_rels/slide3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6.xml"/></Relationships>
</file>

<file path=ppt/slides/_rels/slide3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6.xml"/></Relationships>
</file>

<file path=ppt/slides/_rels/slide3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6.xml"/></Relationships>
</file>

<file path=ppt/slides/_rels/slide3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6.xml"/></Relationships>
</file>

<file path=ppt/slides/_rels/slide4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6.xml"/></Relationships>
</file>

<file path=ppt/slides/_rels/slide4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6.xml"/></Relationships>
</file>

<file path=ppt/slides/_rels/slide4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3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36.xml"/></Relationships>
</file>

<file path=ppt/slides/_rels/slide4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6.xml"/></Relationships>
</file>

<file path=ppt/slides/_rels/slide4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36.xml"/></Relationships>
</file>

<file path=ppt/slides/_rels/slide4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3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36.xml"/></Relationships>
</file>

<file path=ppt/slides/_rels/slide5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36.xml"/></Relationships>
</file>

<file path=ppt/slides/_rels/slide5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36.xml"/></Relationships>
</file>

<file path=ppt/slides/_rels/slide5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3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55.xml.rels><?xml version="1.0" encoding="UTF-8" standalone="yes"?>
<Relationships xmlns="http://schemas.openxmlformats.org/package/2006/relationships"><Relationship Id="rId3" Type="http://schemas.openxmlformats.org/officeDocument/2006/relationships/image" Target="../media/image45.svg"/><Relationship Id="rId2" Type="http://schemas.openxmlformats.org/officeDocument/2006/relationships/image" Target="../media/image44.svg"/><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texto 3">
            <a:extLst>
              <a:ext uri="{FF2B5EF4-FFF2-40B4-BE49-F238E27FC236}">
                <a16:creationId xmlns:a16="http://schemas.microsoft.com/office/drawing/2014/main" id="{54DC2834-C0BC-1E9E-35AB-295707DC0D27}"/>
              </a:ext>
            </a:extLst>
          </p:cNvPr>
          <p:cNvSpPr>
            <a:spLocks noGrp="1"/>
          </p:cNvSpPr>
          <p:nvPr>
            <p:ph type="body" sz="quarter" idx="11"/>
          </p:nvPr>
        </p:nvSpPr>
        <p:spPr>
          <a:xfrm>
            <a:off x="556902" y="4143944"/>
            <a:ext cx="5427132" cy="740459"/>
          </a:xfrm>
        </p:spPr>
        <p:txBody>
          <a:bodyPr/>
          <a:lstStyle/>
          <a:p>
            <a:r>
              <a:rPr lang="es-ES" dirty="0"/>
              <a:t>Instructivo</a:t>
            </a:r>
            <a:endParaRPr lang="es-419" dirty="0"/>
          </a:p>
          <a:p>
            <a:endParaRPr lang="es-419" dirty="0"/>
          </a:p>
        </p:txBody>
      </p:sp>
      <p:sp>
        <p:nvSpPr>
          <p:cNvPr id="6" name="Marcador de texto 5">
            <a:extLst>
              <a:ext uri="{FF2B5EF4-FFF2-40B4-BE49-F238E27FC236}">
                <a16:creationId xmlns:a16="http://schemas.microsoft.com/office/drawing/2014/main" id="{26DA71FA-37DD-30F0-5182-663EBEE7A9EF}"/>
              </a:ext>
            </a:extLst>
          </p:cNvPr>
          <p:cNvSpPr>
            <a:spLocks noGrp="1"/>
          </p:cNvSpPr>
          <p:nvPr>
            <p:ph type="body" sz="quarter" idx="13"/>
          </p:nvPr>
        </p:nvSpPr>
        <p:spPr/>
        <p:txBody>
          <a:bodyPr/>
          <a:lstStyle/>
          <a:p>
            <a:r>
              <a:rPr lang="es-CL" dirty="0"/>
              <a:t>Julio, 2026</a:t>
            </a:r>
          </a:p>
        </p:txBody>
      </p:sp>
      <p:sp>
        <p:nvSpPr>
          <p:cNvPr id="2" name="Title 1"/>
          <p:cNvSpPr>
            <a:spLocks noGrp="1"/>
          </p:cNvSpPr>
          <p:nvPr>
            <p:ph type="title" idx="4294967295"/>
          </p:nvPr>
        </p:nvSpPr>
        <p:spPr>
          <a:xfrm>
            <a:off x="444935" y="1750898"/>
            <a:ext cx="5651066" cy="1748877"/>
          </a:xfrm>
        </p:spPr>
        <p:txBody>
          <a:bodyPr/>
          <a:lstStyle/>
          <a:p>
            <a:pPr>
              <a:spcBef>
                <a:spcPts val="0"/>
              </a:spcBef>
              <a:spcAft>
                <a:spcPts val="600"/>
              </a:spcAft>
            </a:pPr>
            <a:br>
              <a:rPr lang="es-419" sz="4200" dirty="0">
                <a:solidFill>
                  <a:schemeClr val="bg1"/>
                </a:solidFill>
                <a:latin typeface="+mn-lt"/>
                <a:ea typeface="+mn-ea"/>
                <a:cs typeface="+mn-cs"/>
              </a:rPr>
            </a:br>
            <a:r>
              <a:rPr lang="es-CO" sz="4200" dirty="0">
                <a:solidFill>
                  <a:schemeClr val="bg1"/>
                </a:solidFill>
                <a:latin typeface="+mn-lt"/>
                <a:ea typeface="+mn-ea"/>
                <a:cs typeface="+mn-cs"/>
              </a:rPr>
              <a:t>Gestión de Eventos</a:t>
            </a:r>
            <a:br>
              <a:rPr lang="es-419" sz="4200" dirty="0">
                <a:solidFill>
                  <a:schemeClr val="bg1"/>
                </a:solidFill>
                <a:latin typeface="+mn-lt"/>
                <a:ea typeface="+mn-ea"/>
                <a:cs typeface="+mn-cs"/>
              </a:rPr>
            </a:br>
            <a:endParaRPr lang="es-ES_tradnl" sz="4200" dirty="0">
              <a:solidFill>
                <a:schemeClr val="bg1"/>
              </a:solidFill>
              <a:latin typeface="+mn-lt"/>
              <a:ea typeface="+mn-ea"/>
              <a:cs typeface="+mn-cs"/>
            </a:endParaRPr>
          </a:p>
        </p:txBody>
      </p:sp>
      <p:pic>
        <p:nvPicPr>
          <p:cNvPr id="8" name="Marcador de posición de imagen 8" descr="Un par de personas sentadas en una mesa&#10;&#10;El contenido generado por IA puede ser incorrecto.">
            <a:extLst>
              <a:ext uri="{FF2B5EF4-FFF2-40B4-BE49-F238E27FC236}">
                <a16:creationId xmlns:a16="http://schemas.microsoft.com/office/drawing/2014/main" id="{4F7B45E6-A22E-4AC7-1472-85D0784AA905}"/>
              </a:ext>
            </a:extLst>
          </p:cNvPr>
          <p:cNvPicPr>
            <a:picLocks noGrp="1" noChangeAspect="1"/>
          </p:cNvPicPr>
          <p:nvPr>
            <p:ph type="pic" sz="quarter" idx="14"/>
          </p:nvPr>
        </p:nvPicPr>
        <p:blipFill>
          <a:blip r:embed="rId3">
            <a:extLst>
              <a:ext uri="{28A0092B-C50C-407E-A947-70E740481C1C}">
                <a14:useLocalDpi xmlns:a14="http://schemas.microsoft.com/office/drawing/2010/main" val="0"/>
              </a:ext>
            </a:extLst>
          </a:blip>
          <a:srcRect l="17869" r="17869"/>
          <a:stretch>
            <a:fillRect/>
          </a:stretch>
        </p:blipFill>
        <p:spPr>
          <a:xfrm>
            <a:off x="6689725" y="574675"/>
            <a:ext cx="5502275" cy="5710238"/>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pic>
      <p:sp>
        <p:nvSpPr>
          <p:cNvPr id="10" name="Marcador de texto 9">
            <a:extLst>
              <a:ext uri="{FF2B5EF4-FFF2-40B4-BE49-F238E27FC236}">
                <a16:creationId xmlns:a16="http://schemas.microsoft.com/office/drawing/2014/main" id="{64F96709-410B-0915-4195-6E4BDF25CC08}"/>
              </a:ext>
            </a:extLst>
          </p:cNvPr>
          <p:cNvSpPr>
            <a:spLocks noGrp="1"/>
          </p:cNvSpPr>
          <p:nvPr>
            <p:ph type="body" sz="quarter" idx="12"/>
          </p:nvPr>
        </p:nvSpPr>
        <p:spPr>
          <a:xfrm>
            <a:off x="556902" y="5031814"/>
            <a:ext cx="3032274" cy="194925"/>
          </a:xfrm>
        </p:spPr>
        <p:txBody>
          <a:bodyPr/>
          <a:lstStyle/>
          <a:p>
            <a:r>
              <a:rPr lang="es-CL" dirty="0"/>
              <a:t>Universidad Señor de SIPAN</a:t>
            </a:r>
          </a:p>
        </p:txBody>
      </p:sp>
    </p:spTree>
    <p:extLst>
      <p:ext uri="{BB962C8B-B14F-4D97-AF65-F5344CB8AC3E}">
        <p14:creationId xmlns:p14="http://schemas.microsoft.com/office/powerpoint/2010/main" val="32165438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MX" sz="1200" dirty="0"/>
              <a:t>Definir y diseñar los eventos </a:t>
            </a:r>
            <a:endParaRPr lang="en-US" dirty="0"/>
          </a:p>
        </p:txBody>
      </p:sp>
      <p:sp>
        <p:nvSpPr>
          <p:cNvPr id="18" name="Slide Number Placeholder 17">
            <a:extLst>
              <a:ext uri="{FF2B5EF4-FFF2-40B4-BE49-F238E27FC236}">
                <a16:creationId xmlns:a16="http://schemas.microsoft.com/office/drawing/2014/main" id="{585CE95F-9E93-A1EC-A586-CDA89C427210}"/>
              </a:ext>
            </a:extLst>
          </p:cNvPr>
          <p:cNvSpPr>
            <a:spLocks noGrp="1"/>
          </p:cNvSpPr>
          <p:nvPr>
            <p:ph type="sldNum" sz="quarter" idx="4"/>
          </p:nvPr>
        </p:nvSpPr>
        <p:spPr/>
        <p:txBody>
          <a:bodyPr/>
          <a:lstStyle/>
          <a:p>
            <a:fld id="{4A16F8ED-7337-F64C-865A-41A1F48E54DF}" type="slidenum">
              <a:rPr lang="en-US" smtClean="0"/>
              <a:pPr/>
              <a:t>2</a:t>
            </a:fld>
            <a:endParaRPr lang="en-US" dirty="0"/>
          </a:p>
        </p:txBody>
      </p:sp>
      <p:graphicFrame>
        <p:nvGraphicFramePr>
          <p:cNvPr id="4" name="Table 2">
            <a:extLst>
              <a:ext uri="{FF2B5EF4-FFF2-40B4-BE49-F238E27FC236}">
                <a16:creationId xmlns:a16="http://schemas.microsoft.com/office/drawing/2014/main" id="{86028BF8-A141-2E97-2FAA-0A37BCE60D2D}"/>
              </a:ext>
            </a:extLst>
          </p:cNvPr>
          <p:cNvGraphicFramePr>
            <a:graphicFrameLocks noGrp="1"/>
          </p:cNvGraphicFramePr>
          <p:nvPr>
            <p:extLst>
              <p:ext uri="{D42A27DB-BD31-4B8C-83A1-F6EECF244321}">
                <p14:modId xmlns:p14="http://schemas.microsoft.com/office/powerpoint/2010/main" val="1842545977"/>
              </p:ext>
            </p:extLst>
          </p:nvPr>
        </p:nvGraphicFramePr>
        <p:xfrm>
          <a:off x="786088" y="1651015"/>
          <a:ext cx="9058128" cy="3256796"/>
        </p:xfrm>
        <a:graphic>
          <a:graphicData uri="http://schemas.openxmlformats.org/drawingml/2006/table">
            <a:tbl>
              <a:tblPr>
                <a:tableStyleId>{5C22544A-7EE6-4342-B048-85BDC9FD1C3A}</a:tableStyleId>
              </a:tblPr>
              <a:tblGrid>
                <a:gridCol w="930128">
                  <a:extLst>
                    <a:ext uri="{9D8B030D-6E8A-4147-A177-3AD203B41FA5}">
                      <a16:colId xmlns:a16="http://schemas.microsoft.com/office/drawing/2014/main" val="1835725686"/>
                    </a:ext>
                  </a:extLst>
                </a:gridCol>
                <a:gridCol w="8128000">
                  <a:extLst>
                    <a:ext uri="{9D8B030D-6E8A-4147-A177-3AD203B41FA5}">
                      <a16:colId xmlns:a16="http://schemas.microsoft.com/office/drawing/2014/main" val="52046442"/>
                    </a:ext>
                  </a:extLst>
                </a:gridCol>
              </a:tblGrid>
              <a:tr h="814199">
                <a:tc>
                  <a:txBody>
                    <a:bodyPr/>
                    <a:lstStyle/>
                    <a:p>
                      <a:r>
                        <a:rPr lang="en-US" sz="2800" b="1" dirty="0">
                          <a:solidFill>
                            <a:schemeClr val="bg1"/>
                          </a:solidFill>
                        </a:rPr>
                        <a:t>01</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800" b="1" dirty="0">
                          <a:solidFill>
                            <a:schemeClr val="bg1"/>
                          </a:solidFill>
                        </a:rPr>
                        <a:t>Overview</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1948859"/>
                  </a:ext>
                </a:extLst>
              </a:tr>
              <a:tr h="814199">
                <a:tc>
                  <a:txBody>
                    <a:bodyPr/>
                    <a:lstStyle/>
                    <a:p>
                      <a:r>
                        <a:rPr lang="en-US" sz="2800" b="1" dirty="0">
                          <a:solidFill>
                            <a:schemeClr val="bg1"/>
                          </a:solidFill>
                        </a:rPr>
                        <a:t>02</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800" b="1" dirty="0">
                          <a:solidFill>
                            <a:schemeClr val="bg1"/>
                          </a:solidFill>
                        </a:rPr>
                        <a:t>Configuraciones</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24980871"/>
                  </a:ext>
                </a:extLst>
              </a:tr>
              <a:tr h="814199">
                <a:tc>
                  <a:txBody>
                    <a:bodyPr/>
                    <a:lstStyle/>
                    <a:p>
                      <a:r>
                        <a:rPr lang="es-419" sz="2800" b="1" noProof="0" dirty="0">
                          <a:solidFill>
                            <a:schemeClr val="bg1"/>
                          </a:solidFill>
                        </a:rPr>
                        <a:t>03</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s-MX" sz="2800" b="1" noProof="0" dirty="0">
                          <a:solidFill>
                            <a:schemeClr val="bg1"/>
                          </a:solidFill>
                        </a:rPr>
                        <a:t>Gestión de eventos</a:t>
                      </a:r>
                      <a:endParaRPr lang="es-419" sz="2800" b="1" noProof="0" dirty="0">
                        <a:solidFill>
                          <a:schemeClr val="bg1"/>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19936347"/>
                  </a:ext>
                </a:extLst>
              </a:tr>
              <a:tr h="814199">
                <a:tc>
                  <a:txBody>
                    <a:bodyPr/>
                    <a:lstStyle/>
                    <a:p>
                      <a:r>
                        <a:rPr lang="es-419" sz="2800" b="1" noProof="0" dirty="0">
                          <a:solidFill>
                            <a:schemeClr val="bg1"/>
                          </a:solidFill>
                        </a:rPr>
                        <a:t>04</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800" b="1" dirty="0" err="1">
                          <a:solidFill>
                            <a:schemeClr val="bg1"/>
                          </a:solidFill>
                        </a:rPr>
                        <a:t>Resumen</a:t>
                      </a:r>
                      <a:endParaRPr lang="es-419" sz="2800" b="1" noProof="0" dirty="0">
                        <a:solidFill>
                          <a:schemeClr val="bg1"/>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2894086"/>
                  </a:ext>
                </a:extLst>
              </a:tr>
            </a:tbl>
          </a:graphicData>
        </a:graphic>
      </p:graphicFrame>
    </p:spTree>
    <p:extLst>
      <p:ext uri="{BB962C8B-B14F-4D97-AF65-F5344CB8AC3E}">
        <p14:creationId xmlns:p14="http://schemas.microsoft.com/office/powerpoint/2010/main" val="42515711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MX" sz="1200" dirty="0"/>
              <a:t>Definir y diseñar los eventos </a:t>
            </a:r>
            <a:endParaRPr lang="es-419" sz="1200" dirty="0"/>
          </a:p>
        </p:txBody>
      </p:sp>
      <p:sp>
        <p:nvSpPr>
          <p:cNvPr id="16" name="Title 15">
            <a:extLst>
              <a:ext uri="{FF2B5EF4-FFF2-40B4-BE49-F238E27FC236}">
                <a16:creationId xmlns:a16="http://schemas.microsoft.com/office/drawing/2014/main" id="{E36F486A-1A18-4A72-1755-E54B412B189B}"/>
              </a:ext>
            </a:extLst>
          </p:cNvPr>
          <p:cNvSpPr>
            <a:spLocks noGrp="1"/>
          </p:cNvSpPr>
          <p:nvPr>
            <p:ph type="title"/>
          </p:nvPr>
        </p:nvSpPr>
        <p:spPr/>
        <p:txBody>
          <a:bodyPr/>
          <a:lstStyle/>
          <a:p>
            <a:r>
              <a:rPr lang="en-US" sz="3200" b="1" dirty="0">
                <a:solidFill>
                  <a:schemeClr val="bg1"/>
                </a:solidFill>
              </a:rPr>
              <a:t>Overview</a:t>
            </a:r>
          </a:p>
        </p:txBody>
      </p:sp>
      <p:sp>
        <p:nvSpPr>
          <p:cNvPr id="17" name="Text Placeholder 16">
            <a:extLst>
              <a:ext uri="{FF2B5EF4-FFF2-40B4-BE49-F238E27FC236}">
                <a16:creationId xmlns:a16="http://schemas.microsoft.com/office/drawing/2014/main" id="{4B4C8632-4464-5AEC-A279-4414A5A8BC79}"/>
              </a:ext>
            </a:extLst>
          </p:cNvPr>
          <p:cNvSpPr>
            <a:spLocks noGrp="1"/>
          </p:cNvSpPr>
          <p:nvPr>
            <p:ph type="body" sz="quarter" idx="18"/>
          </p:nvPr>
        </p:nvSpPr>
        <p:spPr/>
        <p:txBody>
          <a:bodyPr/>
          <a:lstStyle/>
          <a:p>
            <a:endParaRPr lang="en-US" dirty="0"/>
          </a:p>
        </p:txBody>
      </p:sp>
      <p:sp>
        <p:nvSpPr>
          <p:cNvPr id="18" name="Slide Number Placeholder 17">
            <a:extLst>
              <a:ext uri="{FF2B5EF4-FFF2-40B4-BE49-F238E27FC236}">
                <a16:creationId xmlns:a16="http://schemas.microsoft.com/office/drawing/2014/main" id="{585CE95F-9E93-A1EC-A586-CDA89C427210}"/>
              </a:ext>
            </a:extLst>
          </p:cNvPr>
          <p:cNvSpPr>
            <a:spLocks noGrp="1"/>
          </p:cNvSpPr>
          <p:nvPr>
            <p:ph type="sldNum" sz="quarter" idx="4"/>
          </p:nvPr>
        </p:nvSpPr>
        <p:spPr/>
        <p:txBody>
          <a:bodyPr/>
          <a:lstStyle/>
          <a:p>
            <a:fld id="{4A16F8ED-7337-F64C-865A-41A1F48E54DF}" type="slidenum">
              <a:rPr lang="en-US" smtClean="0"/>
              <a:pPr/>
              <a:t>3</a:t>
            </a:fld>
            <a:endParaRPr lang="en-US" dirty="0"/>
          </a:p>
        </p:txBody>
      </p:sp>
    </p:spTree>
    <p:extLst>
      <p:ext uri="{BB962C8B-B14F-4D97-AF65-F5344CB8AC3E}">
        <p14:creationId xmlns:p14="http://schemas.microsoft.com/office/powerpoint/2010/main" val="26505762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E1505E3-5A51-3A2E-57EA-74DF6A59B9BE}"/>
              </a:ext>
            </a:extLst>
          </p:cNvPr>
          <p:cNvSpPr>
            <a:spLocks noGrp="1"/>
          </p:cNvSpPr>
          <p:nvPr>
            <p:ph type="title"/>
          </p:nvPr>
        </p:nvSpPr>
        <p:spPr>
          <a:xfrm>
            <a:off x="1463337" y="508268"/>
            <a:ext cx="9418021" cy="898555"/>
          </a:xfrm>
        </p:spPr>
        <p:txBody>
          <a:bodyPr vert="horz" lIns="0" tIns="0" rIns="0" bIns="0" rtlCol="0" anchor="t" anchorCtr="0">
            <a:noAutofit/>
          </a:bodyPr>
          <a:lstStyle/>
          <a:p>
            <a:r>
              <a:rPr lang="es-ES_tradnl" dirty="0"/>
              <a:t>Overview: Mapa de capacidades</a:t>
            </a:r>
            <a:endParaRPr lang="en-US" dirty="0"/>
          </a:p>
        </p:txBody>
      </p:sp>
      <p:pic>
        <p:nvPicPr>
          <p:cNvPr id="5" name="Picture 2">
            <a:extLst>
              <a:ext uri="{FF2B5EF4-FFF2-40B4-BE49-F238E27FC236}">
                <a16:creationId xmlns:a16="http://schemas.microsoft.com/office/drawing/2014/main" id="{1CD86584-3813-004E-3696-5BB232753EB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950" t="3607" r="2974"/>
          <a:stretch>
            <a:fillRect/>
          </a:stretch>
        </p:blipFill>
        <p:spPr bwMode="auto">
          <a:xfrm>
            <a:off x="609601" y="1289303"/>
            <a:ext cx="11225781" cy="4578507"/>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2E791E00-6A81-316C-AA90-C0CA3861559B}"/>
              </a:ext>
            </a:extLst>
          </p:cNvPr>
          <p:cNvSpPr/>
          <p:nvPr/>
        </p:nvSpPr>
        <p:spPr>
          <a:xfrm>
            <a:off x="5295480" y="4210259"/>
            <a:ext cx="2652765" cy="694679"/>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37822930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9D552BA8-E40D-BE5E-B33E-255C974B1B45}"/>
              </a:ext>
            </a:extLst>
          </p:cNvPr>
          <p:cNvSpPr>
            <a:spLocks noGrp="1"/>
          </p:cNvSpPr>
          <p:nvPr>
            <p:ph type="body" sz="quarter" idx="18"/>
          </p:nvPr>
        </p:nvSpPr>
        <p:spPr>
          <a:xfrm>
            <a:off x="1104900" y="2130723"/>
            <a:ext cx="9698935" cy="2944451"/>
          </a:xfrm>
        </p:spPr>
        <p:txBody>
          <a:bodyPr anchor="ctr"/>
          <a:lstStyle/>
          <a:p>
            <a:pPr lvl="0">
              <a:buClr>
                <a:schemeClr val="tx1"/>
              </a:buClr>
              <a:buFont typeface="Wingdings" panose="05000000000000000000" pitchFamily="2" charset="2"/>
              <a:buChar char="v"/>
            </a:pPr>
            <a:r>
              <a:rPr lang="es-MX" sz="2400" b="1" dirty="0">
                <a:solidFill>
                  <a:srgbClr val="7030A0"/>
                </a:solidFill>
              </a:rPr>
              <a:t>Gestión de Eventos</a:t>
            </a:r>
          </a:p>
          <a:p>
            <a:pPr lvl="0">
              <a:buClr>
                <a:schemeClr val="tx1"/>
              </a:buClr>
              <a:buFont typeface="Wingdings" panose="05000000000000000000" pitchFamily="2" charset="2"/>
              <a:buChar char="v"/>
            </a:pPr>
            <a:r>
              <a:rPr lang="es-MX" sz="2400" dirty="0">
                <a:solidFill>
                  <a:srgbClr val="7030A0"/>
                </a:solidFill>
              </a:rPr>
              <a:t>Encuesta General</a:t>
            </a:r>
          </a:p>
          <a:p>
            <a:pPr lvl="0">
              <a:buClr>
                <a:schemeClr val="tx1"/>
              </a:buClr>
              <a:buFont typeface="Wingdings" panose="05000000000000000000" pitchFamily="2" charset="2"/>
              <a:buChar char="v"/>
            </a:pPr>
            <a:r>
              <a:rPr lang="es-MX" sz="2400" dirty="0">
                <a:solidFill>
                  <a:srgbClr val="7030A0"/>
                </a:solidFill>
              </a:rPr>
              <a:t>Gestión de la comunicación</a:t>
            </a:r>
          </a:p>
          <a:p>
            <a:pPr lvl="0">
              <a:buClr>
                <a:schemeClr val="tx1"/>
              </a:buClr>
              <a:buFont typeface="Wingdings" panose="05000000000000000000" pitchFamily="2" charset="2"/>
              <a:buChar char="v"/>
            </a:pPr>
            <a:r>
              <a:rPr lang="es-MX" sz="2400" dirty="0">
                <a:solidFill>
                  <a:srgbClr val="7030A0"/>
                </a:solidFill>
              </a:rPr>
              <a:t>Gestionar Autoservicios</a:t>
            </a:r>
          </a:p>
        </p:txBody>
      </p:sp>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MX" sz="1200" dirty="0"/>
              <a:t>Definir y diseñar los eventos </a:t>
            </a:r>
            <a:endParaRPr lang="es-419" sz="1200"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5</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p:txBody>
          <a:bodyPr/>
          <a:lstStyle/>
          <a:p>
            <a:r>
              <a:rPr lang="es-ES_tradnl" sz="3200" dirty="0">
                <a:solidFill>
                  <a:schemeClr val="tx2"/>
                </a:solidFill>
              </a:rPr>
              <a:t>Overview: </a:t>
            </a:r>
            <a:r>
              <a:rPr lang="es-ES_tradnl" dirty="0">
                <a:solidFill>
                  <a:schemeClr val="tx2"/>
                </a:solidFill>
              </a:rPr>
              <a:t>Capacidad Operativa Apoyo Académico para Estudiantes</a:t>
            </a:r>
            <a:endParaRPr lang="es-CL" dirty="0">
              <a:solidFill>
                <a:schemeClr val="tx2"/>
              </a:solidFill>
            </a:endParaRPr>
          </a:p>
        </p:txBody>
      </p:sp>
    </p:spTree>
    <p:extLst>
      <p:ext uri="{BB962C8B-B14F-4D97-AF65-F5344CB8AC3E}">
        <p14:creationId xmlns:p14="http://schemas.microsoft.com/office/powerpoint/2010/main" val="15048787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21D2E5BD-8D92-BBEB-6DE7-7F46E2C205E5}"/>
              </a:ext>
            </a:extLst>
          </p:cNvPr>
          <p:cNvSpPr>
            <a:spLocks noGrp="1"/>
          </p:cNvSpPr>
          <p:nvPr>
            <p:ph type="body" sz="quarter" idx="18"/>
          </p:nvPr>
        </p:nvSpPr>
        <p:spPr>
          <a:xfrm>
            <a:off x="1027871" y="1789044"/>
            <a:ext cx="10136257" cy="4472608"/>
          </a:xfrm>
        </p:spPr>
        <p:txBody>
          <a:bodyPr vert="horz" lIns="91440" tIns="45720" rIns="91440" bIns="45720" rtlCol="0" anchor="t">
            <a:noAutofit/>
          </a:bodyPr>
          <a:lstStyle/>
          <a:p>
            <a:pPr algn="just">
              <a:buClr>
                <a:schemeClr val="tx1"/>
              </a:buClr>
              <a:buFont typeface="Wingdings" panose="05000000000000000000" pitchFamily="2" charset="2"/>
              <a:buChar char="v"/>
            </a:pPr>
            <a:r>
              <a:rPr lang="es-MX" sz="2400" dirty="0">
                <a:solidFill>
                  <a:srgbClr val="7030A0"/>
                </a:solidFill>
              </a:rPr>
              <a:t>Comprende la creación y mantenimiento de las actividades que sucederán dentro de la Institución y que no forman parte de la Programación Académica regular. Por ejemplo: </a:t>
            </a:r>
          </a:p>
          <a:p>
            <a:pPr lvl="1" algn="just">
              <a:buClr>
                <a:schemeClr val="tx1"/>
              </a:buClr>
              <a:buFont typeface="Wingdings" panose="05000000000000000000" pitchFamily="2" charset="2"/>
              <a:buChar char="ü"/>
            </a:pPr>
            <a:r>
              <a:rPr lang="es-MX" sz="2400" dirty="0">
                <a:solidFill>
                  <a:srgbClr val="7030A0"/>
                </a:solidFill>
              </a:rPr>
              <a:t>Charlas. </a:t>
            </a:r>
          </a:p>
          <a:p>
            <a:pPr lvl="1" algn="just">
              <a:buClr>
                <a:schemeClr val="tx1"/>
              </a:buClr>
              <a:buFont typeface="Wingdings" panose="05000000000000000000" pitchFamily="2" charset="2"/>
              <a:buChar char="ü"/>
            </a:pPr>
            <a:r>
              <a:rPr lang="es-MX" sz="2400" dirty="0">
                <a:solidFill>
                  <a:srgbClr val="7030A0"/>
                </a:solidFill>
              </a:rPr>
              <a:t>Capacitaciones. </a:t>
            </a:r>
          </a:p>
          <a:p>
            <a:pPr lvl="1" algn="just">
              <a:buClr>
                <a:schemeClr val="tx1"/>
              </a:buClr>
              <a:buFont typeface="Wingdings" panose="05000000000000000000" pitchFamily="2" charset="2"/>
              <a:buChar char="ü"/>
            </a:pPr>
            <a:r>
              <a:rPr lang="es-MX" sz="2400" dirty="0">
                <a:solidFill>
                  <a:srgbClr val="7030A0"/>
                </a:solidFill>
              </a:rPr>
              <a:t>Actividades Deportivas.</a:t>
            </a:r>
          </a:p>
          <a:p>
            <a:pPr lvl="1" algn="just">
              <a:buClr>
                <a:schemeClr val="tx1"/>
              </a:buClr>
              <a:buFont typeface="Wingdings" panose="05000000000000000000" pitchFamily="2" charset="2"/>
              <a:buChar char="ü"/>
            </a:pPr>
            <a:r>
              <a:rPr lang="es-MX" sz="2400" dirty="0">
                <a:solidFill>
                  <a:srgbClr val="7030A0"/>
                </a:solidFill>
              </a:rPr>
              <a:t>Exposiciones.</a:t>
            </a:r>
          </a:p>
          <a:p>
            <a:pPr algn="just">
              <a:buClr>
                <a:schemeClr val="tx1"/>
              </a:buClr>
              <a:buFont typeface="Wingdings" panose="05000000000000000000" pitchFamily="2" charset="2"/>
              <a:buChar char="v"/>
            </a:pPr>
            <a:r>
              <a:rPr lang="es-CO" sz="2400" dirty="0">
                <a:solidFill>
                  <a:srgbClr val="7030A0"/>
                </a:solidFill>
              </a:rPr>
              <a:t>Se indicará la creación del evento, el registro y la administración luego de terminado (toma de asistencia, datos de presupuesto, etc.)</a:t>
            </a:r>
            <a:endParaRPr lang="es-MX" sz="2400" dirty="0">
              <a:solidFill>
                <a:srgbClr val="7030A0"/>
              </a:solidFill>
            </a:endParaRPr>
          </a:p>
        </p:txBody>
      </p:sp>
      <p:sp>
        <p:nvSpPr>
          <p:cNvPr id="3" name="Marcador de texto vertical 2">
            <a:extLst>
              <a:ext uri="{FF2B5EF4-FFF2-40B4-BE49-F238E27FC236}">
                <a16:creationId xmlns:a16="http://schemas.microsoft.com/office/drawing/2014/main" id="{22BE24A3-7467-74A8-A973-F32D51EBA4D3}"/>
              </a:ext>
            </a:extLst>
          </p:cNvPr>
          <p:cNvSpPr>
            <a:spLocks noGrp="1"/>
          </p:cNvSpPr>
          <p:nvPr>
            <p:ph type="body" orient="vert" sz="quarter" idx="17"/>
          </p:nvPr>
        </p:nvSpPr>
        <p:spPr/>
        <p:txBody>
          <a:bodyPr/>
          <a:lstStyle/>
          <a:p>
            <a:r>
              <a:rPr lang="es-MX" sz="1200" dirty="0"/>
              <a:t>Definir y diseñar los eventos </a:t>
            </a:r>
            <a:endParaRPr lang="es-419" sz="1200" dirty="0"/>
          </a:p>
        </p:txBody>
      </p:sp>
      <p:sp>
        <p:nvSpPr>
          <p:cNvPr id="4" name="Título 3">
            <a:extLst>
              <a:ext uri="{FF2B5EF4-FFF2-40B4-BE49-F238E27FC236}">
                <a16:creationId xmlns:a16="http://schemas.microsoft.com/office/drawing/2014/main" id="{296A5721-C06B-CE2D-66A9-59404F187719}"/>
              </a:ext>
            </a:extLst>
          </p:cNvPr>
          <p:cNvSpPr>
            <a:spLocks noGrp="1"/>
          </p:cNvSpPr>
          <p:nvPr>
            <p:ph type="title"/>
          </p:nvPr>
        </p:nvSpPr>
        <p:spPr/>
        <p:txBody>
          <a:bodyPr/>
          <a:lstStyle/>
          <a:p>
            <a:r>
              <a:rPr lang="es-ES_tradnl" sz="3200" dirty="0" err="1">
                <a:solidFill>
                  <a:schemeClr val="tx2"/>
                </a:solidFill>
              </a:rPr>
              <a:t>Overview</a:t>
            </a:r>
            <a:r>
              <a:rPr lang="es-ES_tradnl" sz="3200" dirty="0">
                <a:solidFill>
                  <a:schemeClr val="tx2"/>
                </a:solidFill>
              </a:rPr>
              <a:t>: </a:t>
            </a:r>
            <a:r>
              <a:rPr lang="es-ES_tradnl" dirty="0">
                <a:solidFill>
                  <a:schemeClr val="tx2"/>
                </a:solidFill>
              </a:rPr>
              <a:t>Gestión de Eventos</a:t>
            </a:r>
            <a:br>
              <a:rPr lang="es-ES_tradnl" dirty="0">
                <a:solidFill>
                  <a:schemeClr val="tx2"/>
                </a:solidFill>
              </a:rPr>
            </a:br>
            <a:endParaRPr lang="es-CL" dirty="0"/>
          </a:p>
        </p:txBody>
      </p:sp>
    </p:spTree>
    <p:extLst>
      <p:ext uri="{BB962C8B-B14F-4D97-AF65-F5344CB8AC3E}">
        <p14:creationId xmlns:p14="http://schemas.microsoft.com/office/powerpoint/2010/main" val="1678756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22BE24A3-7467-74A8-A973-F32D51EBA4D3}"/>
              </a:ext>
            </a:extLst>
          </p:cNvPr>
          <p:cNvSpPr>
            <a:spLocks noGrp="1"/>
          </p:cNvSpPr>
          <p:nvPr>
            <p:ph type="body" orient="vert" sz="quarter" idx="17"/>
          </p:nvPr>
        </p:nvSpPr>
        <p:spPr/>
        <p:txBody>
          <a:bodyPr/>
          <a:lstStyle/>
          <a:p>
            <a:r>
              <a:rPr lang="es-MX" sz="1200" dirty="0"/>
              <a:t>Definir y diseñar los eventos </a:t>
            </a:r>
            <a:endParaRPr lang="es-419" sz="1200" dirty="0"/>
          </a:p>
        </p:txBody>
      </p:sp>
      <p:sp>
        <p:nvSpPr>
          <p:cNvPr id="6" name="Título 3">
            <a:extLst>
              <a:ext uri="{FF2B5EF4-FFF2-40B4-BE49-F238E27FC236}">
                <a16:creationId xmlns:a16="http://schemas.microsoft.com/office/drawing/2014/main" id="{CCA54959-6279-D1AE-349E-8840E0B3CBEC}"/>
              </a:ext>
            </a:extLst>
          </p:cNvPr>
          <p:cNvSpPr txBox="1">
            <a:spLocks/>
          </p:cNvSpPr>
          <p:nvPr/>
        </p:nvSpPr>
        <p:spPr>
          <a:xfrm>
            <a:off x="1108859" y="663039"/>
            <a:ext cx="10477497" cy="898555"/>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s-ES_tradnl" dirty="0">
                <a:solidFill>
                  <a:schemeClr val="tx2"/>
                </a:solidFill>
              </a:rPr>
              <a:t>Overview: </a:t>
            </a:r>
            <a:r>
              <a:rPr lang="es-ES_tradnl" dirty="0"/>
              <a:t>Proceso </a:t>
            </a:r>
            <a:r>
              <a:rPr lang="es-MX" dirty="0"/>
              <a:t>definir y diseñar los eventos </a:t>
            </a:r>
            <a:endParaRPr lang="es-CL" dirty="0"/>
          </a:p>
        </p:txBody>
      </p:sp>
      <p:pic>
        <p:nvPicPr>
          <p:cNvPr id="2" name="Picture 15" descr="A diagram of a message&#10;&#10;AI-generated content may be incorrect.">
            <a:extLst>
              <a:ext uri="{FF2B5EF4-FFF2-40B4-BE49-F238E27FC236}">
                <a16:creationId xmlns:a16="http://schemas.microsoft.com/office/drawing/2014/main" id="{20EE51F3-55FE-F97A-D85B-72D186C9AAE6}"/>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7759" t="9532" r="1758" b="9138"/>
          <a:stretch>
            <a:fillRect/>
          </a:stretch>
        </p:blipFill>
        <p:spPr bwMode="auto">
          <a:xfrm>
            <a:off x="1032188" y="2467155"/>
            <a:ext cx="10298328" cy="1690112"/>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6755469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MX" sz="1200" dirty="0"/>
              <a:t>Definir y diseñar los eventos </a:t>
            </a:r>
            <a:endParaRPr lang="es-419" sz="1200"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8</a:t>
            </a:fld>
            <a:endParaRPr lang="en-US" dirty="0"/>
          </a:p>
        </p:txBody>
      </p:sp>
      <p:pic>
        <p:nvPicPr>
          <p:cNvPr id="8" name="Imagen 7" descr="Imagen que contiene texto, mapa&#10;&#10;Descripción generada automáticamente">
            <a:extLst>
              <a:ext uri="{FF2B5EF4-FFF2-40B4-BE49-F238E27FC236}">
                <a16:creationId xmlns:a16="http://schemas.microsoft.com/office/drawing/2014/main" id="{171DEDFE-F050-E179-A066-C9F72BC68D9D}"/>
              </a:ext>
            </a:extLst>
          </p:cNvPr>
          <p:cNvPicPr>
            <a:picLocks noChangeAspect="1"/>
          </p:cNvPicPr>
          <p:nvPr/>
        </p:nvPicPr>
        <p:blipFill rotWithShape="1">
          <a:blip r:embed="rId2"/>
          <a:srcRect l="14657" t="34650" b="2103"/>
          <a:stretch/>
        </p:blipFill>
        <p:spPr>
          <a:xfrm>
            <a:off x="2783839" y="1373500"/>
            <a:ext cx="4750021" cy="5049719"/>
          </a:xfrm>
          <a:prstGeom prst="rect">
            <a:avLst/>
          </a:prstGeom>
        </p:spPr>
      </p:pic>
      <p:sp>
        <p:nvSpPr>
          <p:cNvPr id="9" name="CuadroTexto 8">
            <a:extLst>
              <a:ext uri="{FF2B5EF4-FFF2-40B4-BE49-F238E27FC236}">
                <a16:creationId xmlns:a16="http://schemas.microsoft.com/office/drawing/2014/main" id="{CDA0D89D-33DC-4151-D805-A43C6E21B822}"/>
              </a:ext>
            </a:extLst>
          </p:cNvPr>
          <p:cNvSpPr txBox="1"/>
          <p:nvPr/>
        </p:nvSpPr>
        <p:spPr>
          <a:xfrm>
            <a:off x="6939975" y="2743200"/>
            <a:ext cx="2111475" cy="584775"/>
          </a:xfrm>
          <a:prstGeom prst="rect">
            <a:avLst/>
          </a:prstGeom>
          <a:noFill/>
        </p:spPr>
        <p:txBody>
          <a:bodyPr wrap="none" rtlCol="0">
            <a:spAutoFit/>
          </a:bodyPr>
          <a:lstStyle/>
          <a:p>
            <a:r>
              <a:rPr lang="es-ES_tradnl" sz="3200" b="1" dirty="0"/>
              <a:t>Todo LAC</a:t>
            </a:r>
          </a:p>
        </p:txBody>
      </p:sp>
      <p:sp>
        <p:nvSpPr>
          <p:cNvPr id="7" name="Título 3">
            <a:extLst>
              <a:ext uri="{FF2B5EF4-FFF2-40B4-BE49-F238E27FC236}">
                <a16:creationId xmlns:a16="http://schemas.microsoft.com/office/drawing/2014/main" id="{41A78240-C607-71D5-FFEE-AC493BD21BE1}"/>
              </a:ext>
            </a:extLst>
          </p:cNvPr>
          <p:cNvSpPr txBox="1">
            <a:spLocks/>
          </p:cNvSpPr>
          <p:nvPr/>
        </p:nvSpPr>
        <p:spPr>
          <a:xfrm>
            <a:off x="1104900" y="276729"/>
            <a:ext cx="10477497" cy="898555"/>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s-ES_tradnl" dirty="0">
                <a:solidFill>
                  <a:schemeClr val="tx2"/>
                </a:solidFill>
              </a:rPr>
              <a:t>Overview: </a:t>
            </a:r>
            <a:r>
              <a:rPr lang="es-ES_tradnl" dirty="0"/>
              <a:t>Gestionar Procesos Complementarios</a:t>
            </a:r>
            <a:endParaRPr lang="es-CL" dirty="0"/>
          </a:p>
        </p:txBody>
      </p:sp>
    </p:spTree>
    <p:extLst>
      <p:ext uri="{BB962C8B-B14F-4D97-AF65-F5344CB8AC3E}">
        <p14:creationId xmlns:p14="http://schemas.microsoft.com/office/powerpoint/2010/main" val="14480981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17E74-58D5-1BCB-0D76-038E1909D98B}"/>
            </a:ext>
          </a:extLst>
        </p:cNvPr>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BF90A142-5893-17E9-74A5-0F218FDF46CC}"/>
              </a:ext>
            </a:extLst>
          </p:cNvPr>
          <p:cNvSpPr>
            <a:spLocks noGrp="1"/>
          </p:cNvSpPr>
          <p:nvPr>
            <p:ph type="body" orient="vert" sz="quarter" idx="10"/>
          </p:nvPr>
        </p:nvSpPr>
        <p:spPr/>
        <p:txBody>
          <a:bodyPr/>
          <a:lstStyle/>
          <a:p>
            <a:r>
              <a:rPr lang="es-MX" sz="1200" dirty="0"/>
              <a:t>Definir y diseñar los eventos </a:t>
            </a:r>
            <a:endParaRPr lang="es-419" sz="1200" dirty="0"/>
          </a:p>
        </p:txBody>
      </p:sp>
      <p:sp>
        <p:nvSpPr>
          <p:cNvPr id="16" name="Title 15">
            <a:extLst>
              <a:ext uri="{FF2B5EF4-FFF2-40B4-BE49-F238E27FC236}">
                <a16:creationId xmlns:a16="http://schemas.microsoft.com/office/drawing/2014/main" id="{214CAA7D-A15F-DC93-14EB-7D3A50DF10A9}"/>
              </a:ext>
            </a:extLst>
          </p:cNvPr>
          <p:cNvSpPr>
            <a:spLocks noGrp="1"/>
          </p:cNvSpPr>
          <p:nvPr>
            <p:ph type="title"/>
          </p:nvPr>
        </p:nvSpPr>
        <p:spPr/>
        <p:txBody>
          <a:bodyPr/>
          <a:lstStyle/>
          <a:p>
            <a:r>
              <a:rPr lang="en-US" dirty="0"/>
              <a:t>CONFIGURACIONES</a:t>
            </a:r>
            <a:endParaRPr lang="en-US" sz="3200" b="1" dirty="0">
              <a:solidFill>
                <a:schemeClr val="bg1"/>
              </a:solidFill>
            </a:endParaRPr>
          </a:p>
        </p:txBody>
      </p:sp>
      <p:sp>
        <p:nvSpPr>
          <p:cNvPr id="18" name="Slide Number Placeholder 17">
            <a:extLst>
              <a:ext uri="{FF2B5EF4-FFF2-40B4-BE49-F238E27FC236}">
                <a16:creationId xmlns:a16="http://schemas.microsoft.com/office/drawing/2014/main" id="{6C0004BD-1EE6-CA26-D0A5-F3396AE5E062}"/>
              </a:ext>
            </a:extLst>
          </p:cNvPr>
          <p:cNvSpPr>
            <a:spLocks noGrp="1"/>
          </p:cNvSpPr>
          <p:nvPr>
            <p:ph type="sldNum" sz="quarter" idx="4"/>
          </p:nvPr>
        </p:nvSpPr>
        <p:spPr/>
        <p:txBody>
          <a:bodyPr/>
          <a:lstStyle/>
          <a:p>
            <a:fld id="{4A16F8ED-7337-F64C-865A-41A1F48E54DF}" type="slidenum">
              <a:rPr lang="en-US" smtClean="0"/>
              <a:pPr/>
              <a:t>9</a:t>
            </a:fld>
            <a:endParaRPr lang="en-US" dirty="0"/>
          </a:p>
        </p:txBody>
      </p:sp>
    </p:spTree>
    <p:extLst>
      <p:ext uri="{BB962C8B-B14F-4D97-AF65-F5344CB8AC3E}">
        <p14:creationId xmlns:p14="http://schemas.microsoft.com/office/powerpoint/2010/main" val="28914283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758F0E9B-EE7A-C99D-3E7D-A0F8BEA92529}"/>
              </a:ext>
            </a:extLst>
          </p:cNvPr>
          <p:cNvPicPr>
            <a:picLocks noChangeAspect="1"/>
          </p:cNvPicPr>
          <p:nvPr/>
        </p:nvPicPr>
        <p:blipFill>
          <a:blip r:embed="rId2"/>
          <a:srcRect t="4727"/>
          <a:stretch>
            <a:fillRect/>
          </a:stretch>
        </p:blipFill>
        <p:spPr>
          <a:xfrm>
            <a:off x="810246" y="1414732"/>
            <a:ext cx="10852667" cy="4907716"/>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MX" sz="1200" dirty="0"/>
              <a:t>Definir y diseñar los eventos </a:t>
            </a:r>
            <a:endParaRPr lang="es-419" sz="1200"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10</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sz="3200" b="0" dirty="0"/>
              <a:t>Configuración: </a:t>
            </a:r>
            <a:r>
              <a:rPr lang="es-419" sz="3000" b="1" dirty="0"/>
              <a:t>STVETYP Validación de código de tipo de evento/función</a:t>
            </a:r>
            <a:endParaRPr lang="es-CL" dirty="0"/>
          </a:p>
        </p:txBody>
      </p:sp>
      <p:sp>
        <p:nvSpPr>
          <p:cNvPr id="9" name="Rectángulo redondeado 5">
            <a:extLst>
              <a:ext uri="{FF2B5EF4-FFF2-40B4-BE49-F238E27FC236}">
                <a16:creationId xmlns:a16="http://schemas.microsoft.com/office/drawing/2014/main" id="{D1708085-8922-BFF8-D325-ABFA97990D63}"/>
              </a:ext>
            </a:extLst>
          </p:cNvPr>
          <p:cNvSpPr/>
          <p:nvPr/>
        </p:nvSpPr>
        <p:spPr>
          <a:xfrm>
            <a:off x="745136" y="3916520"/>
            <a:ext cx="10960413" cy="1462927"/>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419" sz="1400" dirty="0"/>
              <a:t>Está página se usa para crear una clasificación de los eventos. Para crear un nuevo registro,  tenga en cuenta:</a:t>
            </a:r>
          </a:p>
          <a:p>
            <a:pPr marL="342900" indent="-342900">
              <a:buFont typeface="+mj-lt"/>
              <a:buAutoNum type="arabicPeriod"/>
            </a:pPr>
            <a:r>
              <a:rPr lang="es-419" sz="1400" dirty="0"/>
              <a:t>Presione la opción Insertar (+)</a:t>
            </a:r>
          </a:p>
          <a:p>
            <a:pPr marL="342900" indent="-342900">
              <a:buFont typeface="+mj-lt"/>
              <a:buAutoNum type="arabicPeriod"/>
            </a:pPr>
            <a:r>
              <a:rPr lang="es-419" sz="1400" dirty="0"/>
              <a:t>Código: campo de 4 caracteres que identificará el tipo de evento. No puede ser nulo y debe ser único.</a:t>
            </a:r>
          </a:p>
          <a:p>
            <a:pPr marL="342900" indent="-342900">
              <a:buFont typeface="+mj-lt"/>
              <a:buAutoNum type="arabicPeriod"/>
            </a:pPr>
            <a:r>
              <a:rPr lang="es-419" sz="1400" dirty="0"/>
              <a:t>Ingrese la descripción. Máximo 30 caracteres.</a:t>
            </a:r>
          </a:p>
          <a:p>
            <a:pPr marL="342900" indent="-342900">
              <a:buFont typeface="+mj-lt"/>
              <a:buAutoNum type="arabicPeriod"/>
            </a:pPr>
            <a:r>
              <a:rPr lang="es-419" sz="1400" dirty="0"/>
              <a:t>Guarde los datos.</a:t>
            </a:r>
          </a:p>
          <a:p>
            <a:endParaRPr lang="es-419" sz="1100" dirty="0"/>
          </a:p>
        </p:txBody>
      </p:sp>
      <p:sp>
        <p:nvSpPr>
          <p:cNvPr id="11" name="Rectángulo redondeado 15">
            <a:extLst>
              <a:ext uri="{FF2B5EF4-FFF2-40B4-BE49-F238E27FC236}">
                <a16:creationId xmlns:a16="http://schemas.microsoft.com/office/drawing/2014/main" id="{6D120641-2918-1F9B-CDCF-2AD93DE1EF2F}"/>
              </a:ext>
            </a:extLst>
          </p:cNvPr>
          <p:cNvSpPr/>
          <p:nvPr/>
        </p:nvSpPr>
        <p:spPr>
          <a:xfrm>
            <a:off x="10557708" y="1748260"/>
            <a:ext cx="267056" cy="15101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14" name="Rectángulo redondeado 15">
            <a:extLst>
              <a:ext uri="{FF2B5EF4-FFF2-40B4-BE49-F238E27FC236}">
                <a16:creationId xmlns:a16="http://schemas.microsoft.com/office/drawing/2014/main" id="{A4AE96BA-B404-E5D5-4F51-721C6D9D26DA}"/>
              </a:ext>
            </a:extLst>
          </p:cNvPr>
          <p:cNvSpPr/>
          <p:nvPr/>
        </p:nvSpPr>
        <p:spPr>
          <a:xfrm>
            <a:off x="2072850" y="2927597"/>
            <a:ext cx="267056" cy="15101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
        <p:nvSpPr>
          <p:cNvPr id="22" name="Rectángulo redondeado 15">
            <a:extLst>
              <a:ext uri="{FF2B5EF4-FFF2-40B4-BE49-F238E27FC236}">
                <a16:creationId xmlns:a16="http://schemas.microsoft.com/office/drawing/2014/main" id="{9EFBF5BE-67AC-6C46-7130-C59A10CB3C21}"/>
              </a:ext>
            </a:extLst>
          </p:cNvPr>
          <p:cNvSpPr/>
          <p:nvPr/>
        </p:nvSpPr>
        <p:spPr>
          <a:xfrm>
            <a:off x="4669140" y="2810997"/>
            <a:ext cx="267056" cy="15101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3</a:t>
            </a:r>
          </a:p>
        </p:txBody>
      </p:sp>
      <p:sp>
        <p:nvSpPr>
          <p:cNvPr id="24" name="Rectángulo redondeado 15">
            <a:extLst>
              <a:ext uri="{FF2B5EF4-FFF2-40B4-BE49-F238E27FC236}">
                <a16:creationId xmlns:a16="http://schemas.microsoft.com/office/drawing/2014/main" id="{96C9A8F3-4855-1EFB-8F02-CA9C8E470E02}"/>
              </a:ext>
            </a:extLst>
          </p:cNvPr>
          <p:cNvSpPr/>
          <p:nvPr/>
        </p:nvSpPr>
        <p:spPr>
          <a:xfrm>
            <a:off x="11028491" y="5887640"/>
            <a:ext cx="267056" cy="15101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4</a:t>
            </a:r>
          </a:p>
        </p:txBody>
      </p:sp>
      <p:sp>
        <p:nvSpPr>
          <p:cNvPr id="26" name="Rectángulo 25">
            <a:extLst>
              <a:ext uri="{FF2B5EF4-FFF2-40B4-BE49-F238E27FC236}">
                <a16:creationId xmlns:a16="http://schemas.microsoft.com/office/drawing/2014/main" id="{4EE29E80-E9CD-649E-E132-B3B5C8EC03A9}"/>
              </a:ext>
            </a:extLst>
          </p:cNvPr>
          <p:cNvSpPr/>
          <p:nvPr/>
        </p:nvSpPr>
        <p:spPr>
          <a:xfrm>
            <a:off x="10907997" y="1716564"/>
            <a:ext cx="234824" cy="151010"/>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28" name="Rectángulo 27">
            <a:extLst>
              <a:ext uri="{FF2B5EF4-FFF2-40B4-BE49-F238E27FC236}">
                <a16:creationId xmlns:a16="http://schemas.microsoft.com/office/drawing/2014/main" id="{60FA9AF9-684C-96D8-5687-CB65931A2722}"/>
              </a:ext>
            </a:extLst>
          </p:cNvPr>
          <p:cNvSpPr/>
          <p:nvPr/>
        </p:nvSpPr>
        <p:spPr>
          <a:xfrm>
            <a:off x="2750574" y="2721426"/>
            <a:ext cx="1922544" cy="15101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30" name="Rectángulo 29">
            <a:extLst>
              <a:ext uri="{FF2B5EF4-FFF2-40B4-BE49-F238E27FC236}">
                <a16:creationId xmlns:a16="http://schemas.microsoft.com/office/drawing/2014/main" id="{7BA3801C-7CB8-5FD4-7D7A-FBCF9EEF3880}"/>
              </a:ext>
            </a:extLst>
          </p:cNvPr>
          <p:cNvSpPr/>
          <p:nvPr/>
        </p:nvSpPr>
        <p:spPr>
          <a:xfrm>
            <a:off x="733530" y="2721426"/>
            <a:ext cx="1662136" cy="159289"/>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32" name="Rectángulo 31">
            <a:extLst>
              <a:ext uri="{FF2B5EF4-FFF2-40B4-BE49-F238E27FC236}">
                <a16:creationId xmlns:a16="http://schemas.microsoft.com/office/drawing/2014/main" id="{E6904C47-46DA-4DBE-1F6D-D082FF6F5784}"/>
              </a:ext>
            </a:extLst>
          </p:cNvPr>
          <p:cNvSpPr/>
          <p:nvPr/>
        </p:nvSpPr>
        <p:spPr>
          <a:xfrm>
            <a:off x="11221477" y="6049359"/>
            <a:ext cx="536620" cy="151012"/>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28229843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109E680B-874A-FAEE-A694-6155855A5F27}"/>
              </a:ext>
            </a:extLst>
          </p:cNvPr>
          <p:cNvPicPr>
            <a:picLocks noChangeAspect="1"/>
          </p:cNvPicPr>
          <p:nvPr/>
        </p:nvPicPr>
        <p:blipFill>
          <a:blip r:embed="rId2"/>
          <a:srcRect t="6184"/>
          <a:stretch>
            <a:fillRect/>
          </a:stretch>
        </p:blipFill>
        <p:spPr>
          <a:xfrm>
            <a:off x="832241" y="1278814"/>
            <a:ext cx="11012062" cy="4893385"/>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MX" sz="1200" dirty="0"/>
              <a:t>Definir y diseñar los eventos </a:t>
            </a:r>
            <a:endParaRPr lang="es-419" sz="1200"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11</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sz="3200" b="0" dirty="0"/>
              <a:t>Configuración: </a:t>
            </a:r>
            <a:r>
              <a:rPr lang="es-419" sz="3000" dirty="0"/>
              <a:t>GTVFUNC </a:t>
            </a:r>
            <a:r>
              <a:rPr lang="es-419" sz="3000" b="1" dirty="0"/>
              <a:t>Validación de código de función</a:t>
            </a:r>
            <a:endParaRPr lang="es-CL" dirty="0"/>
          </a:p>
        </p:txBody>
      </p:sp>
      <p:sp>
        <p:nvSpPr>
          <p:cNvPr id="6" name="Rectángulo redondeado 5">
            <a:extLst>
              <a:ext uri="{FF2B5EF4-FFF2-40B4-BE49-F238E27FC236}">
                <a16:creationId xmlns:a16="http://schemas.microsoft.com/office/drawing/2014/main" id="{67F73AD8-1626-B82E-1950-7F5103A8BB84}"/>
              </a:ext>
            </a:extLst>
          </p:cNvPr>
          <p:cNvSpPr/>
          <p:nvPr/>
        </p:nvSpPr>
        <p:spPr>
          <a:xfrm>
            <a:off x="809348" y="3429001"/>
            <a:ext cx="10960413" cy="1795172"/>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419" sz="1400" dirty="0"/>
              <a:t>Está página se usa para crear las diferentes actividades que se desarrollarán durante los eventos. Se puede crear una función genérica, para utilizar en todos los eventos. Para crear un nuevo registro,  tenga en cuenta:</a:t>
            </a:r>
          </a:p>
          <a:p>
            <a:pPr marL="342900" indent="-342900">
              <a:buFont typeface="+mj-lt"/>
              <a:buAutoNum type="arabicPeriod"/>
            </a:pPr>
            <a:r>
              <a:rPr lang="es-419" sz="1400" dirty="0"/>
              <a:t>Presione la opción Insertar (+)</a:t>
            </a:r>
          </a:p>
          <a:p>
            <a:pPr marL="342900" indent="-342900">
              <a:buFont typeface="+mj-lt"/>
              <a:buAutoNum type="arabicPeriod"/>
            </a:pPr>
            <a:r>
              <a:rPr lang="es-419" sz="1400" dirty="0"/>
              <a:t>Código: campo de 4 caracteres que identificará la función. No puede ser nulo y debe ser único.</a:t>
            </a:r>
          </a:p>
          <a:p>
            <a:pPr marL="342900" indent="-342900">
              <a:buFont typeface="+mj-lt"/>
              <a:buAutoNum type="arabicPeriod"/>
            </a:pPr>
            <a:r>
              <a:rPr lang="es-419" sz="1400" dirty="0"/>
              <a:t>Ingrese la descripción. Máximo 30 caracteres.</a:t>
            </a:r>
          </a:p>
          <a:p>
            <a:pPr marL="342900" indent="-342900">
              <a:buFont typeface="+mj-lt"/>
              <a:buAutoNum type="arabicPeriod"/>
            </a:pPr>
            <a:r>
              <a:rPr lang="es-419" sz="1400" dirty="0"/>
              <a:t>Ingrese  el tipo de evento/función. Depende de </a:t>
            </a:r>
            <a:r>
              <a:rPr lang="es-419" sz="1400" b="1" dirty="0"/>
              <a:t>STVETYP </a:t>
            </a:r>
          </a:p>
          <a:p>
            <a:pPr marL="342900" indent="-342900">
              <a:buFont typeface="+mj-lt"/>
              <a:buAutoNum type="arabicPeriod"/>
            </a:pPr>
            <a:r>
              <a:rPr lang="es-419" sz="1400" dirty="0"/>
              <a:t>Guarde los datos.</a:t>
            </a:r>
          </a:p>
          <a:p>
            <a:endParaRPr lang="es-419" sz="1100" dirty="0"/>
          </a:p>
        </p:txBody>
      </p:sp>
      <p:sp>
        <p:nvSpPr>
          <p:cNvPr id="11" name="Rectángulo redondeado 15">
            <a:extLst>
              <a:ext uri="{FF2B5EF4-FFF2-40B4-BE49-F238E27FC236}">
                <a16:creationId xmlns:a16="http://schemas.microsoft.com/office/drawing/2014/main" id="{D9388980-E882-B804-B8E2-FF6701D9218B}"/>
              </a:ext>
            </a:extLst>
          </p:cNvPr>
          <p:cNvSpPr/>
          <p:nvPr/>
        </p:nvSpPr>
        <p:spPr>
          <a:xfrm>
            <a:off x="10621920" y="1592985"/>
            <a:ext cx="267056" cy="15101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14" name="Rectángulo redondeado 15">
            <a:extLst>
              <a:ext uri="{FF2B5EF4-FFF2-40B4-BE49-F238E27FC236}">
                <a16:creationId xmlns:a16="http://schemas.microsoft.com/office/drawing/2014/main" id="{7631D73B-BE28-F7E6-C732-38B0A2016CAA}"/>
              </a:ext>
            </a:extLst>
          </p:cNvPr>
          <p:cNvSpPr/>
          <p:nvPr/>
        </p:nvSpPr>
        <p:spPr>
          <a:xfrm>
            <a:off x="2458728" y="1908669"/>
            <a:ext cx="267056" cy="15101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
        <p:nvSpPr>
          <p:cNvPr id="22" name="Rectángulo redondeado 15">
            <a:extLst>
              <a:ext uri="{FF2B5EF4-FFF2-40B4-BE49-F238E27FC236}">
                <a16:creationId xmlns:a16="http://schemas.microsoft.com/office/drawing/2014/main" id="{DB1D2F9F-6779-D8A9-857F-9346B51FF2E1}"/>
              </a:ext>
            </a:extLst>
          </p:cNvPr>
          <p:cNvSpPr/>
          <p:nvPr/>
        </p:nvSpPr>
        <p:spPr>
          <a:xfrm>
            <a:off x="5023301" y="1908669"/>
            <a:ext cx="267056" cy="15101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3</a:t>
            </a:r>
          </a:p>
        </p:txBody>
      </p:sp>
      <p:sp>
        <p:nvSpPr>
          <p:cNvPr id="24" name="Rectángulo redondeado 15">
            <a:extLst>
              <a:ext uri="{FF2B5EF4-FFF2-40B4-BE49-F238E27FC236}">
                <a16:creationId xmlns:a16="http://schemas.microsoft.com/office/drawing/2014/main" id="{B22F2B7C-6706-7210-5C24-5C83FA233361}"/>
              </a:ext>
            </a:extLst>
          </p:cNvPr>
          <p:cNvSpPr/>
          <p:nvPr/>
        </p:nvSpPr>
        <p:spPr>
          <a:xfrm>
            <a:off x="10621920" y="1945467"/>
            <a:ext cx="267056" cy="15101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4</a:t>
            </a:r>
          </a:p>
        </p:txBody>
      </p:sp>
      <p:sp>
        <p:nvSpPr>
          <p:cNvPr id="26" name="Rectángulo 25">
            <a:extLst>
              <a:ext uri="{FF2B5EF4-FFF2-40B4-BE49-F238E27FC236}">
                <a16:creationId xmlns:a16="http://schemas.microsoft.com/office/drawing/2014/main" id="{D21CDBBF-C7D8-07CA-66B0-8B6385959791}"/>
              </a:ext>
            </a:extLst>
          </p:cNvPr>
          <p:cNvSpPr/>
          <p:nvPr/>
        </p:nvSpPr>
        <p:spPr>
          <a:xfrm>
            <a:off x="10972209" y="1561289"/>
            <a:ext cx="234824" cy="151010"/>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28" name="Rectángulo 27">
            <a:extLst>
              <a:ext uri="{FF2B5EF4-FFF2-40B4-BE49-F238E27FC236}">
                <a16:creationId xmlns:a16="http://schemas.microsoft.com/office/drawing/2014/main" id="{8082BE71-302D-947A-BBBF-3BA2838C2040}"/>
              </a:ext>
            </a:extLst>
          </p:cNvPr>
          <p:cNvSpPr/>
          <p:nvPr/>
        </p:nvSpPr>
        <p:spPr>
          <a:xfrm>
            <a:off x="3077864" y="1891763"/>
            <a:ext cx="1922544" cy="15101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30" name="Rectángulo 29">
            <a:extLst>
              <a:ext uri="{FF2B5EF4-FFF2-40B4-BE49-F238E27FC236}">
                <a16:creationId xmlns:a16="http://schemas.microsoft.com/office/drawing/2014/main" id="{04856A22-A71A-B624-836B-28B1B524CF9A}"/>
              </a:ext>
            </a:extLst>
          </p:cNvPr>
          <p:cNvSpPr/>
          <p:nvPr/>
        </p:nvSpPr>
        <p:spPr>
          <a:xfrm>
            <a:off x="773699" y="1881576"/>
            <a:ext cx="1662136" cy="159289"/>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32" name="Rectángulo 31">
            <a:extLst>
              <a:ext uri="{FF2B5EF4-FFF2-40B4-BE49-F238E27FC236}">
                <a16:creationId xmlns:a16="http://schemas.microsoft.com/office/drawing/2014/main" id="{B3A03E0D-1A38-A388-6EF4-30AD071D5B51}"/>
              </a:ext>
            </a:extLst>
          </p:cNvPr>
          <p:cNvSpPr/>
          <p:nvPr/>
        </p:nvSpPr>
        <p:spPr>
          <a:xfrm>
            <a:off x="11285689" y="5894084"/>
            <a:ext cx="536620" cy="151012"/>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34" name="Rectángulo redondeado 15">
            <a:extLst>
              <a:ext uri="{FF2B5EF4-FFF2-40B4-BE49-F238E27FC236}">
                <a16:creationId xmlns:a16="http://schemas.microsoft.com/office/drawing/2014/main" id="{8B750502-DA51-0E06-EF05-92CFA57F51BA}"/>
              </a:ext>
            </a:extLst>
          </p:cNvPr>
          <p:cNvSpPr/>
          <p:nvPr/>
        </p:nvSpPr>
        <p:spPr>
          <a:xfrm>
            <a:off x="10867473" y="5894085"/>
            <a:ext cx="267056" cy="15101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5</a:t>
            </a:r>
          </a:p>
        </p:txBody>
      </p:sp>
    </p:spTree>
    <p:extLst>
      <p:ext uri="{BB962C8B-B14F-4D97-AF65-F5344CB8AC3E}">
        <p14:creationId xmlns:p14="http://schemas.microsoft.com/office/powerpoint/2010/main" val="29537029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7EBDB434-558F-D572-1D49-9214E92BA9FE}"/>
              </a:ext>
            </a:extLst>
          </p:cNvPr>
          <p:cNvPicPr>
            <a:picLocks noChangeAspect="1"/>
          </p:cNvPicPr>
          <p:nvPr/>
        </p:nvPicPr>
        <p:blipFill>
          <a:blip r:embed="rId2"/>
          <a:srcRect t="6227"/>
          <a:stretch>
            <a:fillRect/>
          </a:stretch>
        </p:blipFill>
        <p:spPr>
          <a:xfrm>
            <a:off x="725118" y="1423359"/>
            <a:ext cx="10955547" cy="4868845"/>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MX" sz="1200" dirty="0"/>
              <a:t>Definir y diseñar los eventos </a:t>
            </a:r>
            <a:endParaRPr lang="es-419" sz="1200"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12</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sz="3200" b="0" dirty="0"/>
              <a:t>Configuración: </a:t>
            </a:r>
            <a:r>
              <a:rPr lang="es-419" sz="3000" dirty="0"/>
              <a:t>GTVFSTA </a:t>
            </a:r>
            <a:r>
              <a:rPr lang="es-419" sz="3000" b="1" dirty="0"/>
              <a:t>Validación de código de status de función</a:t>
            </a:r>
            <a:endParaRPr lang="es-CL" dirty="0"/>
          </a:p>
        </p:txBody>
      </p:sp>
      <p:sp>
        <p:nvSpPr>
          <p:cNvPr id="12" name="Rectángulo 11">
            <a:extLst>
              <a:ext uri="{FF2B5EF4-FFF2-40B4-BE49-F238E27FC236}">
                <a16:creationId xmlns:a16="http://schemas.microsoft.com/office/drawing/2014/main" id="{B77C0DDF-EC84-5E6F-B19D-791B05FDAACF}"/>
              </a:ext>
            </a:extLst>
          </p:cNvPr>
          <p:cNvSpPr/>
          <p:nvPr/>
        </p:nvSpPr>
        <p:spPr>
          <a:xfrm>
            <a:off x="10474963" y="2058371"/>
            <a:ext cx="579241" cy="422694"/>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9" name="Rectángulo redondeado 5">
            <a:extLst>
              <a:ext uri="{FF2B5EF4-FFF2-40B4-BE49-F238E27FC236}">
                <a16:creationId xmlns:a16="http://schemas.microsoft.com/office/drawing/2014/main" id="{82BEE575-BF8B-7C6D-3975-BEDA73332D67}"/>
              </a:ext>
            </a:extLst>
          </p:cNvPr>
          <p:cNvSpPr/>
          <p:nvPr/>
        </p:nvSpPr>
        <p:spPr>
          <a:xfrm>
            <a:off x="667704" y="3619768"/>
            <a:ext cx="10960413" cy="1795172"/>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419" sz="1400" dirty="0"/>
              <a:t>Está página se usa para  crear los estados que puede tener una función. Mínimo debe estar un estado para activo y otro para inactivo. Para crear un nuevo registro,  tenga en cuenta:</a:t>
            </a:r>
          </a:p>
          <a:p>
            <a:pPr marL="342900" indent="-342900">
              <a:buFont typeface="+mj-lt"/>
              <a:buAutoNum type="arabicPeriod"/>
            </a:pPr>
            <a:r>
              <a:rPr lang="es-419" sz="1400" dirty="0"/>
              <a:t>Presione la opción Insertar (+)</a:t>
            </a:r>
          </a:p>
          <a:p>
            <a:pPr marL="342900" indent="-342900">
              <a:buFont typeface="+mj-lt"/>
              <a:buAutoNum type="arabicPeriod"/>
            </a:pPr>
            <a:r>
              <a:rPr lang="es-419" sz="1400" dirty="0"/>
              <a:t>Código: campo de 1 carácter.  No puede ser nulo y debe ser único.</a:t>
            </a:r>
          </a:p>
          <a:p>
            <a:pPr marL="342900" indent="-342900">
              <a:buFont typeface="+mj-lt"/>
              <a:buAutoNum type="arabicPeriod"/>
            </a:pPr>
            <a:r>
              <a:rPr lang="es-419" sz="1400" dirty="0"/>
              <a:t>Ingrese la descripción. Máximo 30 caracteres.</a:t>
            </a:r>
          </a:p>
          <a:p>
            <a:pPr marL="342900" indent="-342900">
              <a:buFont typeface="+mj-lt"/>
              <a:buAutoNum type="arabicPeriod"/>
            </a:pPr>
            <a:r>
              <a:rPr lang="es-419" sz="1400" dirty="0"/>
              <a:t>Marque el estatus que indicará que está activa la función</a:t>
            </a:r>
            <a:endParaRPr lang="es-419" sz="1400" b="1" dirty="0"/>
          </a:p>
          <a:p>
            <a:pPr marL="342900" indent="-342900">
              <a:buFont typeface="+mj-lt"/>
              <a:buAutoNum type="arabicPeriod"/>
            </a:pPr>
            <a:r>
              <a:rPr lang="es-419" sz="1400" dirty="0"/>
              <a:t>Guarde los datos.</a:t>
            </a:r>
          </a:p>
          <a:p>
            <a:endParaRPr lang="es-419" sz="1100" dirty="0"/>
          </a:p>
        </p:txBody>
      </p:sp>
      <p:sp>
        <p:nvSpPr>
          <p:cNvPr id="20" name="Rectángulo redondeado 15">
            <a:extLst>
              <a:ext uri="{FF2B5EF4-FFF2-40B4-BE49-F238E27FC236}">
                <a16:creationId xmlns:a16="http://schemas.microsoft.com/office/drawing/2014/main" id="{E075DAE3-B202-27D0-0E63-EEB0AA48B0ED}"/>
              </a:ext>
            </a:extLst>
          </p:cNvPr>
          <p:cNvSpPr/>
          <p:nvPr/>
        </p:nvSpPr>
        <p:spPr>
          <a:xfrm>
            <a:off x="10480276" y="1783752"/>
            <a:ext cx="267056" cy="15101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23" name="Rectángulo redondeado 15">
            <a:extLst>
              <a:ext uri="{FF2B5EF4-FFF2-40B4-BE49-F238E27FC236}">
                <a16:creationId xmlns:a16="http://schemas.microsoft.com/office/drawing/2014/main" id="{721F06B3-C607-F8E0-79F2-BD08B94B766A}"/>
              </a:ext>
            </a:extLst>
          </p:cNvPr>
          <p:cNvSpPr/>
          <p:nvPr/>
        </p:nvSpPr>
        <p:spPr>
          <a:xfrm>
            <a:off x="1997165" y="2060728"/>
            <a:ext cx="267056" cy="15101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
        <p:nvSpPr>
          <p:cNvPr id="25" name="Rectángulo redondeado 15">
            <a:extLst>
              <a:ext uri="{FF2B5EF4-FFF2-40B4-BE49-F238E27FC236}">
                <a16:creationId xmlns:a16="http://schemas.microsoft.com/office/drawing/2014/main" id="{10EC3D05-673D-4AAB-F213-72B52EB33375}"/>
              </a:ext>
            </a:extLst>
          </p:cNvPr>
          <p:cNvSpPr/>
          <p:nvPr/>
        </p:nvSpPr>
        <p:spPr>
          <a:xfrm>
            <a:off x="4489827" y="2067248"/>
            <a:ext cx="267056" cy="15101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3</a:t>
            </a:r>
          </a:p>
        </p:txBody>
      </p:sp>
      <p:sp>
        <p:nvSpPr>
          <p:cNvPr id="27" name="Rectángulo redondeado 15">
            <a:extLst>
              <a:ext uri="{FF2B5EF4-FFF2-40B4-BE49-F238E27FC236}">
                <a16:creationId xmlns:a16="http://schemas.microsoft.com/office/drawing/2014/main" id="{9B0B763E-B0F4-E6D5-FD79-FE2733895AC3}"/>
              </a:ext>
            </a:extLst>
          </p:cNvPr>
          <p:cNvSpPr/>
          <p:nvPr/>
        </p:nvSpPr>
        <p:spPr>
          <a:xfrm>
            <a:off x="10147344" y="2058371"/>
            <a:ext cx="267056" cy="15101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4</a:t>
            </a:r>
          </a:p>
        </p:txBody>
      </p:sp>
      <p:sp>
        <p:nvSpPr>
          <p:cNvPr id="29" name="Rectángulo 28">
            <a:extLst>
              <a:ext uri="{FF2B5EF4-FFF2-40B4-BE49-F238E27FC236}">
                <a16:creationId xmlns:a16="http://schemas.microsoft.com/office/drawing/2014/main" id="{B7CD4B7A-73FF-9226-25D9-1E6A4D1ACAA4}"/>
              </a:ext>
            </a:extLst>
          </p:cNvPr>
          <p:cNvSpPr/>
          <p:nvPr/>
        </p:nvSpPr>
        <p:spPr>
          <a:xfrm>
            <a:off x="10830565" y="1752056"/>
            <a:ext cx="234824" cy="151010"/>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31" name="Rectángulo 30">
            <a:extLst>
              <a:ext uri="{FF2B5EF4-FFF2-40B4-BE49-F238E27FC236}">
                <a16:creationId xmlns:a16="http://schemas.microsoft.com/office/drawing/2014/main" id="{D403B0D6-D479-7DC9-B5C3-3E79BD97E3B4}"/>
              </a:ext>
            </a:extLst>
          </p:cNvPr>
          <p:cNvSpPr/>
          <p:nvPr/>
        </p:nvSpPr>
        <p:spPr>
          <a:xfrm>
            <a:off x="2482516" y="2080621"/>
            <a:ext cx="1922544" cy="15101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33" name="Rectángulo 32">
            <a:extLst>
              <a:ext uri="{FF2B5EF4-FFF2-40B4-BE49-F238E27FC236}">
                <a16:creationId xmlns:a16="http://schemas.microsoft.com/office/drawing/2014/main" id="{CBD4C8A4-C6C7-4DBD-F462-C1B93DF98FF0}"/>
              </a:ext>
            </a:extLst>
          </p:cNvPr>
          <p:cNvSpPr/>
          <p:nvPr/>
        </p:nvSpPr>
        <p:spPr>
          <a:xfrm>
            <a:off x="632055" y="2080621"/>
            <a:ext cx="1342656" cy="15101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35" name="Rectángulo 34">
            <a:extLst>
              <a:ext uri="{FF2B5EF4-FFF2-40B4-BE49-F238E27FC236}">
                <a16:creationId xmlns:a16="http://schemas.microsoft.com/office/drawing/2014/main" id="{DAC3322C-76D4-6163-30AB-E35236A0763D}"/>
              </a:ext>
            </a:extLst>
          </p:cNvPr>
          <p:cNvSpPr/>
          <p:nvPr/>
        </p:nvSpPr>
        <p:spPr>
          <a:xfrm>
            <a:off x="11144045" y="6009345"/>
            <a:ext cx="536620" cy="151012"/>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37" name="Rectángulo redondeado 15">
            <a:extLst>
              <a:ext uri="{FF2B5EF4-FFF2-40B4-BE49-F238E27FC236}">
                <a16:creationId xmlns:a16="http://schemas.microsoft.com/office/drawing/2014/main" id="{888EF6F6-FF91-E124-37AF-DD97C849CA91}"/>
              </a:ext>
            </a:extLst>
          </p:cNvPr>
          <p:cNvSpPr/>
          <p:nvPr/>
        </p:nvSpPr>
        <p:spPr>
          <a:xfrm>
            <a:off x="10725829" y="6084852"/>
            <a:ext cx="267056" cy="15101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5</a:t>
            </a:r>
          </a:p>
        </p:txBody>
      </p:sp>
    </p:spTree>
    <p:extLst>
      <p:ext uri="{BB962C8B-B14F-4D97-AF65-F5344CB8AC3E}">
        <p14:creationId xmlns:p14="http://schemas.microsoft.com/office/powerpoint/2010/main" val="17952362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5B84F-05D4-CEDE-49B4-3AA48B83E926}"/>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13D151F8-5039-5387-B275-F4E9F979A076}"/>
              </a:ext>
            </a:extLst>
          </p:cNvPr>
          <p:cNvPicPr>
            <a:picLocks noChangeAspect="1"/>
          </p:cNvPicPr>
          <p:nvPr/>
        </p:nvPicPr>
        <p:blipFill>
          <a:blip r:embed="rId2"/>
          <a:stretch>
            <a:fillRect/>
          </a:stretch>
        </p:blipFill>
        <p:spPr>
          <a:xfrm>
            <a:off x="667704" y="954157"/>
            <a:ext cx="11131697" cy="4834037"/>
          </a:xfrm>
          <a:prstGeom prst="rect">
            <a:avLst/>
          </a:prstGeom>
        </p:spPr>
      </p:pic>
      <p:sp>
        <p:nvSpPr>
          <p:cNvPr id="3" name="Marcador de texto vertical 2">
            <a:extLst>
              <a:ext uri="{FF2B5EF4-FFF2-40B4-BE49-F238E27FC236}">
                <a16:creationId xmlns:a16="http://schemas.microsoft.com/office/drawing/2014/main" id="{1D54A671-2728-E309-E785-0AF2370EEE41}"/>
              </a:ext>
            </a:extLst>
          </p:cNvPr>
          <p:cNvSpPr>
            <a:spLocks noGrp="1"/>
          </p:cNvSpPr>
          <p:nvPr>
            <p:ph type="body" orient="vert" sz="quarter" idx="17"/>
          </p:nvPr>
        </p:nvSpPr>
        <p:spPr/>
        <p:txBody>
          <a:bodyPr/>
          <a:lstStyle/>
          <a:p>
            <a:r>
              <a:rPr lang="es-MX" sz="1200" dirty="0"/>
              <a:t>Definir y diseñar los eventos </a:t>
            </a:r>
            <a:endParaRPr lang="es-419" sz="1200" dirty="0"/>
          </a:p>
        </p:txBody>
      </p:sp>
      <p:sp>
        <p:nvSpPr>
          <p:cNvPr id="5" name="Slide Number Placeholder 17">
            <a:extLst>
              <a:ext uri="{FF2B5EF4-FFF2-40B4-BE49-F238E27FC236}">
                <a16:creationId xmlns:a16="http://schemas.microsoft.com/office/drawing/2014/main" id="{0F058B30-2217-8FCA-F59B-9FBBB5B1815F}"/>
              </a:ext>
            </a:extLst>
          </p:cNvPr>
          <p:cNvSpPr>
            <a:spLocks noGrp="1"/>
          </p:cNvSpPr>
          <p:nvPr>
            <p:ph type="sldNum" sz="quarter" idx="4"/>
          </p:nvPr>
        </p:nvSpPr>
        <p:spPr/>
        <p:txBody>
          <a:bodyPr/>
          <a:lstStyle/>
          <a:p>
            <a:fld id="{4A16F8ED-7337-F64C-865A-41A1F48E54DF}" type="slidenum">
              <a:rPr lang="en-US" smtClean="0"/>
              <a:pPr/>
              <a:t>13</a:t>
            </a:fld>
            <a:endParaRPr lang="en-US" dirty="0"/>
          </a:p>
        </p:txBody>
      </p:sp>
      <p:sp>
        <p:nvSpPr>
          <p:cNvPr id="4" name="Título 3">
            <a:extLst>
              <a:ext uri="{FF2B5EF4-FFF2-40B4-BE49-F238E27FC236}">
                <a16:creationId xmlns:a16="http://schemas.microsoft.com/office/drawing/2014/main" id="{21E4DC20-7AE9-E6B8-3197-00148EBEAEE1}"/>
              </a:ext>
            </a:extLst>
          </p:cNvPr>
          <p:cNvSpPr>
            <a:spLocks noGrp="1"/>
          </p:cNvSpPr>
          <p:nvPr>
            <p:ph type="title"/>
          </p:nvPr>
        </p:nvSpPr>
        <p:spPr>
          <a:xfrm>
            <a:off x="810247" y="327992"/>
            <a:ext cx="10271883" cy="626165"/>
          </a:xfrm>
        </p:spPr>
        <p:txBody>
          <a:bodyPr/>
          <a:lstStyle/>
          <a:p>
            <a:r>
              <a:rPr lang="es-ES_tradnl" sz="3200" b="0" dirty="0"/>
              <a:t>Configuración: </a:t>
            </a:r>
            <a:r>
              <a:rPr lang="es-419" sz="3000" dirty="0"/>
              <a:t>Validación de código de propósito (GTVPURP)</a:t>
            </a:r>
            <a:endParaRPr lang="es-CL" dirty="0"/>
          </a:p>
        </p:txBody>
      </p:sp>
      <p:sp>
        <p:nvSpPr>
          <p:cNvPr id="9" name="Rectángulo redondeado 5">
            <a:extLst>
              <a:ext uri="{FF2B5EF4-FFF2-40B4-BE49-F238E27FC236}">
                <a16:creationId xmlns:a16="http://schemas.microsoft.com/office/drawing/2014/main" id="{289BB432-E435-2914-65C2-1B9D83E49DAF}"/>
              </a:ext>
            </a:extLst>
          </p:cNvPr>
          <p:cNvSpPr/>
          <p:nvPr/>
        </p:nvSpPr>
        <p:spPr>
          <a:xfrm>
            <a:off x="667704" y="3619768"/>
            <a:ext cx="10960413" cy="1795172"/>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419" sz="1400" dirty="0"/>
              <a:t>Está página se usa para  crear los objetivos de un evento. Para crear un nuevo registro,  tenga en cuenta:</a:t>
            </a:r>
          </a:p>
          <a:p>
            <a:pPr marL="342900" indent="-342900">
              <a:buFont typeface="+mj-lt"/>
              <a:buAutoNum type="arabicPeriod"/>
            </a:pPr>
            <a:r>
              <a:rPr lang="es-419" sz="1400" dirty="0"/>
              <a:t>Presione la opción Insertar (+)</a:t>
            </a:r>
          </a:p>
          <a:p>
            <a:pPr marL="342900" indent="-342900">
              <a:buFont typeface="+mj-lt"/>
              <a:buAutoNum type="arabicPeriod"/>
            </a:pPr>
            <a:r>
              <a:rPr lang="es-419" sz="1400" dirty="0"/>
              <a:t>Código: campo de 10 carácter.  No puede ser nulo y debe ser único.</a:t>
            </a:r>
          </a:p>
          <a:p>
            <a:pPr marL="342900" indent="-342900">
              <a:buFont typeface="+mj-lt"/>
              <a:buAutoNum type="arabicPeriod"/>
            </a:pPr>
            <a:r>
              <a:rPr lang="es-419" sz="1400" dirty="0"/>
              <a:t>Ingrese la descripción. Máximo 30 caracteres.</a:t>
            </a:r>
          </a:p>
          <a:p>
            <a:pPr marL="342900" indent="-342900">
              <a:buFont typeface="+mj-lt"/>
              <a:buAutoNum type="arabicPeriod"/>
            </a:pPr>
            <a:r>
              <a:rPr lang="es-419" sz="1400" dirty="0"/>
              <a:t>Guarde los datos.</a:t>
            </a:r>
          </a:p>
          <a:p>
            <a:endParaRPr lang="es-419" sz="1100" dirty="0"/>
          </a:p>
        </p:txBody>
      </p:sp>
      <p:sp>
        <p:nvSpPr>
          <p:cNvPr id="20" name="Rectángulo redondeado 15">
            <a:extLst>
              <a:ext uri="{FF2B5EF4-FFF2-40B4-BE49-F238E27FC236}">
                <a16:creationId xmlns:a16="http://schemas.microsoft.com/office/drawing/2014/main" id="{FBFBBC84-8A98-6AF2-C1E2-E5C50423017D}"/>
              </a:ext>
            </a:extLst>
          </p:cNvPr>
          <p:cNvSpPr/>
          <p:nvPr/>
        </p:nvSpPr>
        <p:spPr>
          <a:xfrm>
            <a:off x="10624341" y="1441883"/>
            <a:ext cx="267056" cy="15101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23" name="Rectángulo redondeado 15">
            <a:extLst>
              <a:ext uri="{FF2B5EF4-FFF2-40B4-BE49-F238E27FC236}">
                <a16:creationId xmlns:a16="http://schemas.microsoft.com/office/drawing/2014/main" id="{820C354C-A667-EC5E-630C-F512EBA79B38}"/>
              </a:ext>
            </a:extLst>
          </p:cNvPr>
          <p:cNvSpPr/>
          <p:nvPr/>
        </p:nvSpPr>
        <p:spPr>
          <a:xfrm>
            <a:off x="1997165" y="2060728"/>
            <a:ext cx="267056" cy="15101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
        <p:nvSpPr>
          <p:cNvPr id="25" name="Rectángulo redondeado 15">
            <a:extLst>
              <a:ext uri="{FF2B5EF4-FFF2-40B4-BE49-F238E27FC236}">
                <a16:creationId xmlns:a16="http://schemas.microsoft.com/office/drawing/2014/main" id="{EB8444DF-0845-B0E3-92B9-02ACAEFCD44C}"/>
              </a:ext>
            </a:extLst>
          </p:cNvPr>
          <p:cNvSpPr/>
          <p:nvPr/>
        </p:nvSpPr>
        <p:spPr>
          <a:xfrm>
            <a:off x="4489827" y="2067248"/>
            <a:ext cx="267056" cy="15101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3</a:t>
            </a:r>
          </a:p>
        </p:txBody>
      </p:sp>
      <p:sp>
        <p:nvSpPr>
          <p:cNvPr id="27" name="Rectángulo redondeado 15">
            <a:extLst>
              <a:ext uri="{FF2B5EF4-FFF2-40B4-BE49-F238E27FC236}">
                <a16:creationId xmlns:a16="http://schemas.microsoft.com/office/drawing/2014/main" id="{1CBA6E04-0D2B-F782-85DA-1CD774F72909}"/>
              </a:ext>
            </a:extLst>
          </p:cNvPr>
          <p:cNvSpPr/>
          <p:nvPr/>
        </p:nvSpPr>
        <p:spPr>
          <a:xfrm>
            <a:off x="10930826" y="5657126"/>
            <a:ext cx="267056" cy="15101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4</a:t>
            </a:r>
          </a:p>
        </p:txBody>
      </p:sp>
      <p:sp>
        <p:nvSpPr>
          <p:cNvPr id="29" name="Rectángulo 28">
            <a:extLst>
              <a:ext uri="{FF2B5EF4-FFF2-40B4-BE49-F238E27FC236}">
                <a16:creationId xmlns:a16="http://schemas.microsoft.com/office/drawing/2014/main" id="{2B7516A1-EDD4-9A54-1FAE-3AAB0D08BAF3}"/>
              </a:ext>
            </a:extLst>
          </p:cNvPr>
          <p:cNvSpPr/>
          <p:nvPr/>
        </p:nvSpPr>
        <p:spPr>
          <a:xfrm>
            <a:off x="10909221" y="1338010"/>
            <a:ext cx="234824" cy="151010"/>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31" name="Rectángulo 30">
            <a:extLst>
              <a:ext uri="{FF2B5EF4-FFF2-40B4-BE49-F238E27FC236}">
                <a16:creationId xmlns:a16="http://schemas.microsoft.com/office/drawing/2014/main" id="{AD7A8312-C845-016D-5744-C791DD0842D7}"/>
              </a:ext>
            </a:extLst>
          </p:cNvPr>
          <p:cNvSpPr/>
          <p:nvPr/>
        </p:nvSpPr>
        <p:spPr>
          <a:xfrm>
            <a:off x="2482516" y="2080621"/>
            <a:ext cx="1922544" cy="15101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33" name="Rectángulo 32">
            <a:extLst>
              <a:ext uri="{FF2B5EF4-FFF2-40B4-BE49-F238E27FC236}">
                <a16:creationId xmlns:a16="http://schemas.microsoft.com/office/drawing/2014/main" id="{E09CB707-6997-CB30-3F96-86A19B03AA30}"/>
              </a:ext>
            </a:extLst>
          </p:cNvPr>
          <p:cNvSpPr/>
          <p:nvPr/>
        </p:nvSpPr>
        <p:spPr>
          <a:xfrm>
            <a:off x="632055" y="2080621"/>
            <a:ext cx="1342656" cy="15101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35" name="Rectángulo 34">
            <a:extLst>
              <a:ext uri="{FF2B5EF4-FFF2-40B4-BE49-F238E27FC236}">
                <a16:creationId xmlns:a16="http://schemas.microsoft.com/office/drawing/2014/main" id="{E69840C1-CCDE-F633-E7FD-F49559D50D96}"/>
              </a:ext>
            </a:extLst>
          </p:cNvPr>
          <p:cNvSpPr/>
          <p:nvPr/>
        </p:nvSpPr>
        <p:spPr>
          <a:xfrm>
            <a:off x="11255985" y="5526060"/>
            <a:ext cx="543415" cy="262133"/>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30810246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201E2F-04B6-1982-D0B1-BD5DB7EA76CD}"/>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6612B2BE-FEF3-8516-4341-26BF012D74A0}"/>
              </a:ext>
            </a:extLst>
          </p:cNvPr>
          <p:cNvPicPr>
            <a:picLocks noChangeAspect="1"/>
          </p:cNvPicPr>
          <p:nvPr/>
        </p:nvPicPr>
        <p:blipFill>
          <a:blip r:embed="rId2"/>
          <a:stretch>
            <a:fillRect/>
          </a:stretch>
        </p:blipFill>
        <p:spPr>
          <a:xfrm>
            <a:off x="632055" y="1091860"/>
            <a:ext cx="11337985" cy="4926730"/>
          </a:xfrm>
          <a:prstGeom prst="rect">
            <a:avLst/>
          </a:prstGeom>
        </p:spPr>
      </p:pic>
      <p:sp>
        <p:nvSpPr>
          <p:cNvPr id="3" name="Marcador de texto vertical 2">
            <a:extLst>
              <a:ext uri="{FF2B5EF4-FFF2-40B4-BE49-F238E27FC236}">
                <a16:creationId xmlns:a16="http://schemas.microsoft.com/office/drawing/2014/main" id="{55C9B600-41C5-1AA8-2E46-C8AD097B5130}"/>
              </a:ext>
            </a:extLst>
          </p:cNvPr>
          <p:cNvSpPr>
            <a:spLocks noGrp="1"/>
          </p:cNvSpPr>
          <p:nvPr>
            <p:ph type="body" orient="vert" sz="quarter" idx="17"/>
          </p:nvPr>
        </p:nvSpPr>
        <p:spPr/>
        <p:txBody>
          <a:bodyPr/>
          <a:lstStyle/>
          <a:p>
            <a:r>
              <a:rPr lang="es-MX" sz="1200" dirty="0"/>
              <a:t>Definir y diseñar los eventos </a:t>
            </a:r>
            <a:endParaRPr lang="es-419" sz="1200" dirty="0"/>
          </a:p>
        </p:txBody>
      </p:sp>
      <p:sp>
        <p:nvSpPr>
          <p:cNvPr id="5" name="Slide Number Placeholder 17">
            <a:extLst>
              <a:ext uri="{FF2B5EF4-FFF2-40B4-BE49-F238E27FC236}">
                <a16:creationId xmlns:a16="http://schemas.microsoft.com/office/drawing/2014/main" id="{0D31B19F-1948-01AC-0419-0B4E1E3A3BB5}"/>
              </a:ext>
            </a:extLst>
          </p:cNvPr>
          <p:cNvSpPr>
            <a:spLocks noGrp="1"/>
          </p:cNvSpPr>
          <p:nvPr>
            <p:ph type="sldNum" sz="quarter" idx="4"/>
          </p:nvPr>
        </p:nvSpPr>
        <p:spPr/>
        <p:txBody>
          <a:bodyPr/>
          <a:lstStyle/>
          <a:p>
            <a:fld id="{4A16F8ED-7337-F64C-865A-41A1F48E54DF}" type="slidenum">
              <a:rPr lang="en-US" smtClean="0"/>
              <a:pPr/>
              <a:t>14</a:t>
            </a:fld>
            <a:endParaRPr lang="en-US" dirty="0"/>
          </a:p>
        </p:txBody>
      </p:sp>
      <p:sp>
        <p:nvSpPr>
          <p:cNvPr id="4" name="Título 3">
            <a:extLst>
              <a:ext uri="{FF2B5EF4-FFF2-40B4-BE49-F238E27FC236}">
                <a16:creationId xmlns:a16="http://schemas.microsoft.com/office/drawing/2014/main" id="{A15F420D-BC0E-E0FC-8344-326CA0285F82}"/>
              </a:ext>
            </a:extLst>
          </p:cNvPr>
          <p:cNvSpPr>
            <a:spLocks noGrp="1"/>
          </p:cNvSpPr>
          <p:nvPr>
            <p:ph type="title"/>
          </p:nvPr>
        </p:nvSpPr>
        <p:spPr>
          <a:xfrm>
            <a:off x="609601" y="127937"/>
            <a:ext cx="10271883" cy="626165"/>
          </a:xfrm>
        </p:spPr>
        <p:txBody>
          <a:bodyPr/>
          <a:lstStyle/>
          <a:p>
            <a:r>
              <a:rPr lang="es-ES_tradnl" sz="3200" b="0" dirty="0"/>
              <a:t>Configuración: </a:t>
            </a:r>
            <a:r>
              <a:rPr lang="es-CO" sz="3000" dirty="0"/>
              <a:t>Validación del código de tipo de participante (GTVPTYP)</a:t>
            </a:r>
            <a:endParaRPr lang="es-CL" dirty="0"/>
          </a:p>
        </p:txBody>
      </p:sp>
      <p:sp>
        <p:nvSpPr>
          <p:cNvPr id="9" name="Rectángulo redondeado 5">
            <a:extLst>
              <a:ext uri="{FF2B5EF4-FFF2-40B4-BE49-F238E27FC236}">
                <a16:creationId xmlns:a16="http://schemas.microsoft.com/office/drawing/2014/main" id="{E86B75E5-3D47-23CC-2140-AC7518313141}"/>
              </a:ext>
            </a:extLst>
          </p:cNvPr>
          <p:cNvSpPr/>
          <p:nvPr/>
        </p:nvSpPr>
        <p:spPr>
          <a:xfrm>
            <a:off x="667704" y="3619768"/>
            <a:ext cx="10960413" cy="1795172"/>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419" sz="1400" dirty="0"/>
              <a:t>Está página se usa para  crear los tipos de personas que participarán en la ejecución del evento. Para crear un nuevo registro,  tenga en cuenta:</a:t>
            </a:r>
          </a:p>
          <a:p>
            <a:pPr marL="342900" indent="-342900">
              <a:buFont typeface="+mj-lt"/>
              <a:buAutoNum type="arabicPeriod"/>
            </a:pPr>
            <a:r>
              <a:rPr lang="es-419" sz="1400" dirty="0"/>
              <a:t>Presione la opción Insertar (+)</a:t>
            </a:r>
          </a:p>
          <a:p>
            <a:pPr marL="342900" indent="-342900">
              <a:buFont typeface="+mj-lt"/>
              <a:buAutoNum type="arabicPeriod"/>
            </a:pPr>
            <a:r>
              <a:rPr lang="es-419" sz="1400" dirty="0"/>
              <a:t>Código: campo de 5 carácter.  No puede ser nulo y debe ser único.</a:t>
            </a:r>
          </a:p>
          <a:p>
            <a:pPr marL="342900" indent="-342900">
              <a:buFont typeface="+mj-lt"/>
              <a:buAutoNum type="arabicPeriod"/>
            </a:pPr>
            <a:r>
              <a:rPr lang="es-419" sz="1400" dirty="0"/>
              <a:t>Ingrese la descripción. Máximo 30 caracteres.</a:t>
            </a:r>
          </a:p>
          <a:p>
            <a:pPr marL="342900" indent="-342900">
              <a:buFont typeface="+mj-lt"/>
              <a:buAutoNum type="arabicPeriod"/>
            </a:pPr>
            <a:r>
              <a:rPr lang="es-419" sz="1400" dirty="0"/>
              <a:t>Guarde los datos.</a:t>
            </a:r>
          </a:p>
          <a:p>
            <a:endParaRPr lang="es-419" sz="1100" dirty="0"/>
          </a:p>
        </p:txBody>
      </p:sp>
      <p:sp>
        <p:nvSpPr>
          <p:cNvPr id="20" name="Rectángulo redondeado 15">
            <a:extLst>
              <a:ext uri="{FF2B5EF4-FFF2-40B4-BE49-F238E27FC236}">
                <a16:creationId xmlns:a16="http://schemas.microsoft.com/office/drawing/2014/main" id="{C7F0F2A6-D2B0-DD4D-FE6C-680248B39D01}"/>
              </a:ext>
            </a:extLst>
          </p:cNvPr>
          <p:cNvSpPr/>
          <p:nvPr/>
        </p:nvSpPr>
        <p:spPr>
          <a:xfrm>
            <a:off x="10624341" y="1441883"/>
            <a:ext cx="267056" cy="15101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23" name="Rectángulo redondeado 15">
            <a:extLst>
              <a:ext uri="{FF2B5EF4-FFF2-40B4-BE49-F238E27FC236}">
                <a16:creationId xmlns:a16="http://schemas.microsoft.com/office/drawing/2014/main" id="{48A84758-7E47-F01B-FC14-97347B183F7F}"/>
              </a:ext>
            </a:extLst>
          </p:cNvPr>
          <p:cNvSpPr/>
          <p:nvPr/>
        </p:nvSpPr>
        <p:spPr>
          <a:xfrm>
            <a:off x="1997165" y="2060728"/>
            <a:ext cx="267056" cy="15101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
        <p:nvSpPr>
          <p:cNvPr id="25" name="Rectángulo redondeado 15">
            <a:extLst>
              <a:ext uri="{FF2B5EF4-FFF2-40B4-BE49-F238E27FC236}">
                <a16:creationId xmlns:a16="http://schemas.microsoft.com/office/drawing/2014/main" id="{FA68469A-5A17-3EC1-35A9-C24F06A424E6}"/>
              </a:ext>
            </a:extLst>
          </p:cNvPr>
          <p:cNvSpPr/>
          <p:nvPr/>
        </p:nvSpPr>
        <p:spPr>
          <a:xfrm>
            <a:off x="4489827" y="2067248"/>
            <a:ext cx="267056" cy="15101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3</a:t>
            </a:r>
          </a:p>
        </p:txBody>
      </p:sp>
      <p:sp>
        <p:nvSpPr>
          <p:cNvPr id="27" name="Rectángulo redondeado 15">
            <a:extLst>
              <a:ext uri="{FF2B5EF4-FFF2-40B4-BE49-F238E27FC236}">
                <a16:creationId xmlns:a16="http://schemas.microsoft.com/office/drawing/2014/main" id="{F017A301-B9A9-05E9-948E-43E1EEC631B0}"/>
              </a:ext>
            </a:extLst>
          </p:cNvPr>
          <p:cNvSpPr/>
          <p:nvPr/>
        </p:nvSpPr>
        <p:spPr>
          <a:xfrm>
            <a:off x="10930826" y="5657126"/>
            <a:ext cx="267056" cy="15101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4</a:t>
            </a:r>
          </a:p>
        </p:txBody>
      </p:sp>
      <p:sp>
        <p:nvSpPr>
          <p:cNvPr id="29" name="Rectángulo 28">
            <a:extLst>
              <a:ext uri="{FF2B5EF4-FFF2-40B4-BE49-F238E27FC236}">
                <a16:creationId xmlns:a16="http://schemas.microsoft.com/office/drawing/2014/main" id="{82E1B918-8FE8-3039-2E51-84095C56600F}"/>
              </a:ext>
            </a:extLst>
          </p:cNvPr>
          <p:cNvSpPr/>
          <p:nvPr/>
        </p:nvSpPr>
        <p:spPr>
          <a:xfrm>
            <a:off x="10930826" y="1501407"/>
            <a:ext cx="234824" cy="151010"/>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31" name="Rectángulo 30">
            <a:extLst>
              <a:ext uri="{FF2B5EF4-FFF2-40B4-BE49-F238E27FC236}">
                <a16:creationId xmlns:a16="http://schemas.microsoft.com/office/drawing/2014/main" id="{9F8EBA40-7F7E-9BA5-4123-C374251217C6}"/>
              </a:ext>
            </a:extLst>
          </p:cNvPr>
          <p:cNvSpPr/>
          <p:nvPr/>
        </p:nvSpPr>
        <p:spPr>
          <a:xfrm>
            <a:off x="2482516" y="2080621"/>
            <a:ext cx="1922544" cy="15101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33" name="Rectángulo 32">
            <a:extLst>
              <a:ext uri="{FF2B5EF4-FFF2-40B4-BE49-F238E27FC236}">
                <a16:creationId xmlns:a16="http://schemas.microsoft.com/office/drawing/2014/main" id="{257459F3-E8DD-9D1F-D0A8-21B28545C8D4}"/>
              </a:ext>
            </a:extLst>
          </p:cNvPr>
          <p:cNvSpPr/>
          <p:nvPr/>
        </p:nvSpPr>
        <p:spPr>
          <a:xfrm>
            <a:off x="632055" y="2080621"/>
            <a:ext cx="1342656" cy="15101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35" name="Rectángulo 34">
            <a:extLst>
              <a:ext uri="{FF2B5EF4-FFF2-40B4-BE49-F238E27FC236}">
                <a16:creationId xmlns:a16="http://schemas.microsoft.com/office/drawing/2014/main" id="{7F7263AD-6E4E-D035-5278-96EA1099224D}"/>
              </a:ext>
            </a:extLst>
          </p:cNvPr>
          <p:cNvSpPr/>
          <p:nvPr/>
        </p:nvSpPr>
        <p:spPr>
          <a:xfrm>
            <a:off x="11288237" y="5677070"/>
            <a:ext cx="704257" cy="341520"/>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31596058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21903C-D334-1CE7-9A06-2FC551DEF5B3}"/>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34C50B56-2A73-54FD-2C41-D3AD836FB786}"/>
              </a:ext>
            </a:extLst>
          </p:cNvPr>
          <p:cNvPicPr>
            <a:picLocks noChangeAspect="1"/>
          </p:cNvPicPr>
          <p:nvPr/>
        </p:nvPicPr>
        <p:blipFill>
          <a:blip r:embed="rId2"/>
          <a:stretch>
            <a:fillRect/>
          </a:stretch>
        </p:blipFill>
        <p:spPr>
          <a:xfrm>
            <a:off x="766588" y="1112328"/>
            <a:ext cx="11225906" cy="4879809"/>
          </a:xfrm>
          <a:prstGeom prst="rect">
            <a:avLst/>
          </a:prstGeom>
        </p:spPr>
      </p:pic>
      <p:sp>
        <p:nvSpPr>
          <p:cNvPr id="3" name="Marcador de texto vertical 2">
            <a:extLst>
              <a:ext uri="{FF2B5EF4-FFF2-40B4-BE49-F238E27FC236}">
                <a16:creationId xmlns:a16="http://schemas.microsoft.com/office/drawing/2014/main" id="{F138AF9B-CB14-A2E0-055F-677B94BB9498}"/>
              </a:ext>
            </a:extLst>
          </p:cNvPr>
          <p:cNvSpPr>
            <a:spLocks noGrp="1"/>
          </p:cNvSpPr>
          <p:nvPr>
            <p:ph type="body" orient="vert" sz="quarter" idx="17"/>
          </p:nvPr>
        </p:nvSpPr>
        <p:spPr/>
        <p:txBody>
          <a:bodyPr/>
          <a:lstStyle/>
          <a:p>
            <a:r>
              <a:rPr lang="es-MX" sz="1200" dirty="0"/>
              <a:t>Definir y diseñar los eventos </a:t>
            </a:r>
            <a:endParaRPr lang="es-419" sz="1200" dirty="0"/>
          </a:p>
        </p:txBody>
      </p:sp>
      <p:sp>
        <p:nvSpPr>
          <p:cNvPr id="5" name="Slide Number Placeholder 17">
            <a:extLst>
              <a:ext uri="{FF2B5EF4-FFF2-40B4-BE49-F238E27FC236}">
                <a16:creationId xmlns:a16="http://schemas.microsoft.com/office/drawing/2014/main" id="{2BADB872-7805-7163-96B9-38CA7ACA5C8E}"/>
              </a:ext>
            </a:extLst>
          </p:cNvPr>
          <p:cNvSpPr>
            <a:spLocks noGrp="1"/>
          </p:cNvSpPr>
          <p:nvPr>
            <p:ph type="sldNum" sz="quarter" idx="4"/>
          </p:nvPr>
        </p:nvSpPr>
        <p:spPr/>
        <p:txBody>
          <a:bodyPr/>
          <a:lstStyle/>
          <a:p>
            <a:fld id="{4A16F8ED-7337-F64C-865A-41A1F48E54DF}" type="slidenum">
              <a:rPr lang="en-US" smtClean="0"/>
              <a:pPr/>
              <a:t>15</a:t>
            </a:fld>
            <a:endParaRPr lang="en-US" dirty="0"/>
          </a:p>
        </p:txBody>
      </p:sp>
      <p:sp>
        <p:nvSpPr>
          <p:cNvPr id="4" name="Título 3">
            <a:extLst>
              <a:ext uri="{FF2B5EF4-FFF2-40B4-BE49-F238E27FC236}">
                <a16:creationId xmlns:a16="http://schemas.microsoft.com/office/drawing/2014/main" id="{C722CC6A-E15E-F115-AA23-EE49ECD83762}"/>
              </a:ext>
            </a:extLst>
          </p:cNvPr>
          <p:cNvSpPr>
            <a:spLocks noGrp="1"/>
          </p:cNvSpPr>
          <p:nvPr>
            <p:ph type="title"/>
          </p:nvPr>
        </p:nvSpPr>
        <p:spPr>
          <a:xfrm>
            <a:off x="609601" y="127937"/>
            <a:ext cx="10271883" cy="626165"/>
          </a:xfrm>
        </p:spPr>
        <p:txBody>
          <a:bodyPr/>
          <a:lstStyle/>
          <a:p>
            <a:r>
              <a:rPr lang="es-ES_tradnl" sz="3200" b="0" dirty="0"/>
              <a:t>Configuración: </a:t>
            </a:r>
            <a:r>
              <a:rPr lang="es-CO" sz="3000" dirty="0"/>
              <a:t>Validación del código de clasificación (GTVRTNG)</a:t>
            </a:r>
            <a:endParaRPr lang="es-CL" dirty="0"/>
          </a:p>
        </p:txBody>
      </p:sp>
      <p:sp>
        <p:nvSpPr>
          <p:cNvPr id="9" name="Rectángulo redondeado 5">
            <a:extLst>
              <a:ext uri="{FF2B5EF4-FFF2-40B4-BE49-F238E27FC236}">
                <a16:creationId xmlns:a16="http://schemas.microsoft.com/office/drawing/2014/main" id="{47E10BFA-E8B9-8CCA-C050-057C7B3C69D0}"/>
              </a:ext>
            </a:extLst>
          </p:cNvPr>
          <p:cNvSpPr/>
          <p:nvPr/>
        </p:nvSpPr>
        <p:spPr>
          <a:xfrm>
            <a:off x="805185" y="3620945"/>
            <a:ext cx="10960413" cy="1795172"/>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CO" sz="1400" dirty="0"/>
              <a:t>Puedes usar esta página para definir códigos que identifiquen las calificaciones que puedes otorgar a los participantes de un evento</a:t>
            </a:r>
            <a:r>
              <a:rPr lang="es-419" sz="1400" dirty="0"/>
              <a:t>. Para crear un nuevo registro,  tenga en cuenta:</a:t>
            </a:r>
          </a:p>
          <a:p>
            <a:pPr marL="342900" indent="-342900">
              <a:buFont typeface="+mj-lt"/>
              <a:buAutoNum type="arabicPeriod"/>
            </a:pPr>
            <a:r>
              <a:rPr lang="es-419" sz="1400" dirty="0"/>
              <a:t>Presione la opción Insertar (+)</a:t>
            </a:r>
          </a:p>
          <a:p>
            <a:pPr marL="342900" indent="-342900">
              <a:buFont typeface="+mj-lt"/>
              <a:buAutoNum type="arabicPeriod"/>
            </a:pPr>
            <a:r>
              <a:rPr lang="es-419" sz="1400" dirty="0"/>
              <a:t>Código: campo </a:t>
            </a:r>
            <a:r>
              <a:rPr lang="es-419" sz="1400"/>
              <a:t>de 2 </a:t>
            </a:r>
            <a:r>
              <a:rPr lang="es-419" sz="1400" dirty="0"/>
              <a:t>carácter.  No puede ser nulo y debe ser único.</a:t>
            </a:r>
          </a:p>
          <a:p>
            <a:pPr marL="342900" indent="-342900">
              <a:buFont typeface="+mj-lt"/>
              <a:buAutoNum type="arabicPeriod"/>
            </a:pPr>
            <a:r>
              <a:rPr lang="es-419" sz="1400" dirty="0"/>
              <a:t>Ingrese la descripción. Máximo 30 caracteres.</a:t>
            </a:r>
          </a:p>
          <a:p>
            <a:pPr marL="342900" indent="-342900">
              <a:buFont typeface="+mj-lt"/>
              <a:buAutoNum type="arabicPeriod"/>
            </a:pPr>
            <a:r>
              <a:rPr lang="es-419" sz="1400" dirty="0"/>
              <a:t>Guarde los datos.</a:t>
            </a:r>
          </a:p>
          <a:p>
            <a:endParaRPr lang="es-419" sz="1100" dirty="0"/>
          </a:p>
        </p:txBody>
      </p:sp>
      <p:sp>
        <p:nvSpPr>
          <p:cNvPr id="20" name="Rectángulo redondeado 15">
            <a:extLst>
              <a:ext uri="{FF2B5EF4-FFF2-40B4-BE49-F238E27FC236}">
                <a16:creationId xmlns:a16="http://schemas.microsoft.com/office/drawing/2014/main" id="{EBBCAD4D-AD0E-BD5D-AD05-98C857581CE5}"/>
              </a:ext>
            </a:extLst>
          </p:cNvPr>
          <p:cNvSpPr/>
          <p:nvPr/>
        </p:nvSpPr>
        <p:spPr>
          <a:xfrm>
            <a:off x="10624341" y="1441883"/>
            <a:ext cx="267056" cy="15101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23" name="Rectángulo redondeado 15">
            <a:extLst>
              <a:ext uri="{FF2B5EF4-FFF2-40B4-BE49-F238E27FC236}">
                <a16:creationId xmlns:a16="http://schemas.microsoft.com/office/drawing/2014/main" id="{F4DD762F-21B7-DF74-9E2D-E152B2535246}"/>
              </a:ext>
            </a:extLst>
          </p:cNvPr>
          <p:cNvSpPr/>
          <p:nvPr/>
        </p:nvSpPr>
        <p:spPr>
          <a:xfrm>
            <a:off x="1997165" y="2060728"/>
            <a:ext cx="267056" cy="15101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
        <p:nvSpPr>
          <p:cNvPr id="25" name="Rectángulo redondeado 15">
            <a:extLst>
              <a:ext uri="{FF2B5EF4-FFF2-40B4-BE49-F238E27FC236}">
                <a16:creationId xmlns:a16="http://schemas.microsoft.com/office/drawing/2014/main" id="{4EDF97B5-B01F-F593-EAD5-FBD5A6475781}"/>
              </a:ext>
            </a:extLst>
          </p:cNvPr>
          <p:cNvSpPr/>
          <p:nvPr/>
        </p:nvSpPr>
        <p:spPr>
          <a:xfrm>
            <a:off x="4489827" y="2067248"/>
            <a:ext cx="267056" cy="15101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3</a:t>
            </a:r>
          </a:p>
        </p:txBody>
      </p:sp>
      <p:sp>
        <p:nvSpPr>
          <p:cNvPr id="27" name="Rectángulo redondeado 15">
            <a:extLst>
              <a:ext uri="{FF2B5EF4-FFF2-40B4-BE49-F238E27FC236}">
                <a16:creationId xmlns:a16="http://schemas.microsoft.com/office/drawing/2014/main" id="{2CEB429D-D7DC-4287-64B5-123E86CE5C48}"/>
              </a:ext>
            </a:extLst>
          </p:cNvPr>
          <p:cNvSpPr/>
          <p:nvPr/>
        </p:nvSpPr>
        <p:spPr>
          <a:xfrm>
            <a:off x="10930826" y="5657126"/>
            <a:ext cx="267056" cy="15101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4</a:t>
            </a:r>
          </a:p>
        </p:txBody>
      </p:sp>
      <p:sp>
        <p:nvSpPr>
          <p:cNvPr id="29" name="Rectángulo 28">
            <a:extLst>
              <a:ext uri="{FF2B5EF4-FFF2-40B4-BE49-F238E27FC236}">
                <a16:creationId xmlns:a16="http://schemas.microsoft.com/office/drawing/2014/main" id="{FF7549D5-1C50-4B06-3CA8-AD2EBD0592C7}"/>
              </a:ext>
            </a:extLst>
          </p:cNvPr>
          <p:cNvSpPr/>
          <p:nvPr/>
        </p:nvSpPr>
        <p:spPr>
          <a:xfrm>
            <a:off x="10990281" y="1517389"/>
            <a:ext cx="234824" cy="151010"/>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31" name="Rectángulo 30">
            <a:extLst>
              <a:ext uri="{FF2B5EF4-FFF2-40B4-BE49-F238E27FC236}">
                <a16:creationId xmlns:a16="http://schemas.microsoft.com/office/drawing/2014/main" id="{9BBAC3FF-FA78-EB22-0665-09E681069B87}"/>
              </a:ext>
            </a:extLst>
          </p:cNvPr>
          <p:cNvSpPr/>
          <p:nvPr/>
        </p:nvSpPr>
        <p:spPr>
          <a:xfrm>
            <a:off x="2482516" y="2080621"/>
            <a:ext cx="1922544" cy="15101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33" name="Rectángulo 32">
            <a:extLst>
              <a:ext uri="{FF2B5EF4-FFF2-40B4-BE49-F238E27FC236}">
                <a16:creationId xmlns:a16="http://schemas.microsoft.com/office/drawing/2014/main" id="{18241612-98B7-5FF5-5163-556929540408}"/>
              </a:ext>
            </a:extLst>
          </p:cNvPr>
          <p:cNvSpPr/>
          <p:nvPr/>
        </p:nvSpPr>
        <p:spPr>
          <a:xfrm>
            <a:off x="632055" y="2080621"/>
            <a:ext cx="1342656" cy="15101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35" name="Rectángulo 34">
            <a:extLst>
              <a:ext uri="{FF2B5EF4-FFF2-40B4-BE49-F238E27FC236}">
                <a16:creationId xmlns:a16="http://schemas.microsoft.com/office/drawing/2014/main" id="{CAD5AA53-31E6-C274-8060-5B486F395FA2}"/>
              </a:ext>
            </a:extLst>
          </p:cNvPr>
          <p:cNvSpPr/>
          <p:nvPr/>
        </p:nvSpPr>
        <p:spPr>
          <a:xfrm>
            <a:off x="11288237" y="5677070"/>
            <a:ext cx="704257" cy="341520"/>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12032976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85BCD-07F8-495D-1754-3D7E7ADBEBDF}"/>
            </a:ext>
          </a:extLst>
        </p:cNvPr>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2C337EC9-4078-5140-6A94-8E397F1D1ACA}"/>
              </a:ext>
            </a:extLst>
          </p:cNvPr>
          <p:cNvSpPr>
            <a:spLocks noGrp="1"/>
          </p:cNvSpPr>
          <p:nvPr>
            <p:ph type="body" orient="vert" sz="quarter" idx="10"/>
          </p:nvPr>
        </p:nvSpPr>
        <p:spPr/>
        <p:txBody>
          <a:bodyPr/>
          <a:lstStyle/>
          <a:p>
            <a:r>
              <a:rPr lang="es-MX" sz="1200" dirty="0"/>
              <a:t>Definir y diseñar los eventos </a:t>
            </a:r>
            <a:endParaRPr lang="es-419" sz="1200" dirty="0"/>
          </a:p>
        </p:txBody>
      </p:sp>
      <p:sp>
        <p:nvSpPr>
          <p:cNvPr id="16" name="Title 15">
            <a:extLst>
              <a:ext uri="{FF2B5EF4-FFF2-40B4-BE49-F238E27FC236}">
                <a16:creationId xmlns:a16="http://schemas.microsoft.com/office/drawing/2014/main" id="{AD04D052-7C0E-E56E-36C0-F35EA3A121DD}"/>
              </a:ext>
            </a:extLst>
          </p:cNvPr>
          <p:cNvSpPr>
            <a:spLocks noGrp="1"/>
          </p:cNvSpPr>
          <p:nvPr>
            <p:ph type="title"/>
          </p:nvPr>
        </p:nvSpPr>
        <p:spPr/>
        <p:txBody>
          <a:bodyPr/>
          <a:lstStyle/>
          <a:p>
            <a:r>
              <a:rPr lang="en-US" dirty="0"/>
              <a:t>GESTIÓN DE EVENTOS</a:t>
            </a:r>
            <a:endParaRPr lang="en-US" sz="3200" b="1" dirty="0">
              <a:solidFill>
                <a:schemeClr val="bg1"/>
              </a:solidFill>
            </a:endParaRPr>
          </a:p>
        </p:txBody>
      </p:sp>
      <p:sp>
        <p:nvSpPr>
          <p:cNvPr id="18" name="Slide Number Placeholder 17">
            <a:extLst>
              <a:ext uri="{FF2B5EF4-FFF2-40B4-BE49-F238E27FC236}">
                <a16:creationId xmlns:a16="http://schemas.microsoft.com/office/drawing/2014/main" id="{2C0D26AC-0433-0D5A-6FA6-FD38BCD7DAE3}"/>
              </a:ext>
            </a:extLst>
          </p:cNvPr>
          <p:cNvSpPr>
            <a:spLocks noGrp="1"/>
          </p:cNvSpPr>
          <p:nvPr>
            <p:ph type="sldNum" sz="quarter" idx="4"/>
          </p:nvPr>
        </p:nvSpPr>
        <p:spPr/>
        <p:txBody>
          <a:bodyPr/>
          <a:lstStyle/>
          <a:p>
            <a:fld id="{4A16F8ED-7337-F64C-865A-41A1F48E54DF}" type="slidenum">
              <a:rPr lang="en-US" smtClean="0"/>
              <a:pPr/>
              <a:t>16</a:t>
            </a:fld>
            <a:endParaRPr lang="en-US" dirty="0"/>
          </a:p>
        </p:txBody>
      </p:sp>
    </p:spTree>
    <p:extLst>
      <p:ext uri="{BB962C8B-B14F-4D97-AF65-F5344CB8AC3E}">
        <p14:creationId xmlns:p14="http://schemas.microsoft.com/office/powerpoint/2010/main" val="2087621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9670C-2BA2-424A-CDC5-BF24536B7A66}"/>
            </a:ext>
          </a:extLst>
        </p:cNvPr>
        <p:cNvGrpSpPr/>
        <p:nvPr/>
      </p:nvGrpSpPr>
      <p:grpSpPr>
        <a:xfrm>
          <a:off x="0" y="0"/>
          <a:ext cx="0" cy="0"/>
          <a:chOff x="0" y="0"/>
          <a:chExt cx="0" cy="0"/>
        </a:xfrm>
      </p:grpSpPr>
      <p:sp>
        <p:nvSpPr>
          <p:cNvPr id="5" name="Marcador de texto 4">
            <a:extLst>
              <a:ext uri="{FF2B5EF4-FFF2-40B4-BE49-F238E27FC236}">
                <a16:creationId xmlns:a16="http://schemas.microsoft.com/office/drawing/2014/main" id="{2F7B0C64-3C7B-7170-ABD3-7889607F2C6B}"/>
              </a:ext>
            </a:extLst>
          </p:cNvPr>
          <p:cNvSpPr>
            <a:spLocks noGrp="1"/>
          </p:cNvSpPr>
          <p:nvPr>
            <p:ph type="body" sz="quarter" idx="10"/>
          </p:nvPr>
        </p:nvSpPr>
        <p:spPr>
          <a:xfrm>
            <a:off x="914399" y="2238843"/>
            <a:ext cx="10363202" cy="669094"/>
          </a:xfrm>
        </p:spPr>
        <p:txBody>
          <a:bodyPr/>
          <a:lstStyle/>
          <a:p>
            <a:r>
              <a:rPr lang="en-US" dirty="0"/>
              <a:t>Crear </a:t>
            </a:r>
            <a:r>
              <a:rPr lang="en-US" dirty="0" err="1"/>
              <a:t>eventos</a:t>
            </a:r>
            <a:endParaRPr lang="es-419" dirty="0"/>
          </a:p>
        </p:txBody>
      </p:sp>
    </p:spTree>
    <p:extLst>
      <p:ext uri="{BB962C8B-B14F-4D97-AF65-F5344CB8AC3E}">
        <p14:creationId xmlns:p14="http://schemas.microsoft.com/office/powerpoint/2010/main" val="21167646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06817C65-3191-B5EA-D297-0F09565FA507}"/>
              </a:ext>
            </a:extLst>
          </p:cNvPr>
          <p:cNvPicPr>
            <a:picLocks noChangeAspect="1"/>
          </p:cNvPicPr>
          <p:nvPr/>
        </p:nvPicPr>
        <p:blipFill>
          <a:blip r:embed="rId2"/>
          <a:srcRect t="6460"/>
          <a:stretch>
            <a:fillRect/>
          </a:stretch>
        </p:blipFill>
        <p:spPr>
          <a:xfrm>
            <a:off x="806823" y="1406106"/>
            <a:ext cx="10912415" cy="4813537"/>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MX" sz="1200" dirty="0"/>
              <a:t>Definir y diseñar los eventos </a:t>
            </a:r>
            <a:endParaRPr lang="es-419" sz="1200"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18</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MX" sz="3200" b="0" dirty="0"/>
              <a:t>Definir y diseñar los eventos: Crear un evento</a:t>
            </a:r>
            <a:endParaRPr lang="es-CL" dirty="0"/>
          </a:p>
        </p:txBody>
      </p:sp>
      <p:sp>
        <p:nvSpPr>
          <p:cNvPr id="13" name="Rectángulo redondeado 5">
            <a:extLst>
              <a:ext uri="{FF2B5EF4-FFF2-40B4-BE49-F238E27FC236}">
                <a16:creationId xmlns:a16="http://schemas.microsoft.com/office/drawing/2014/main" id="{4AA4734A-A567-8FD2-B99A-12752F15509D}"/>
              </a:ext>
            </a:extLst>
          </p:cNvPr>
          <p:cNvSpPr/>
          <p:nvPr/>
        </p:nvSpPr>
        <p:spPr>
          <a:xfrm>
            <a:off x="3669491" y="1487605"/>
            <a:ext cx="2506481" cy="690282"/>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En SLAEVNT, presionar el botón + . La palabra “AGREG” aparecerá automáticamente.</a:t>
            </a:r>
          </a:p>
        </p:txBody>
      </p:sp>
      <p:sp>
        <p:nvSpPr>
          <p:cNvPr id="18" name="Rectángulo 17">
            <a:extLst>
              <a:ext uri="{FF2B5EF4-FFF2-40B4-BE49-F238E27FC236}">
                <a16:creationId xmlns:a16="http://schemas.microsoft.com/office/drawing/2014/main" id="{03914803-B173-A98B-6F54-4C702974B904}"/>
              </a:ext>
            </a:extLst>
          </p:cNvPr>
          <p:cNvSpPr/>
          <p:nvPr/>
        </p:nvSpPr>
        <p:spPr>
          <a:xfrm>
            <a:off x="11293329" y="1705394"/>
            <a:ext cx="524520" cy="254703"/>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22" name="Rectángulo redondeado 8">
            <a:extLst>
              <a:ext uri="{FF2B5EF4-FFF2-40B4-BE49-F238E27FC236}">
                <a16:creationId xmlns:a16="http://schemas.microsoft.com/office/drawing/2014/main" id="{5FDCEC75-DAA9-CDC9-0DFB-E9F452B182EF}"/>
              </a:ext>
            </a:extLst>
          </p:cNvPr>
          <p:cNvSpPr/>
          <p:nvPr/>
        </p:nvSpPr>
        <p:spPr>
          <a:xfrm>
            <a:off x="3186740" y="1656626"/>
            <a:ext cx="285529" cy="254704"/>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1</a:t>
            </a:r>
          </a:p>
        </p:txBody>
      </p:sp>
      <p:sp>
        <p:nvSpPr>
          <p:cNvPr id="7" name="Rectángulo 6">
            <a:extLst>
              <a:ext uri="{FF2B5EF4-FFF2-40B4-BE49-F238E27FC236}">
                <a16:creationId xmlns:a16="http://schemas.microsoft.com/office/drawing/2014/main" id="{2C70BF2C-6B67-528E-1588-674A57C77CD0}"/>
              </a:ext>
            </a:extLst>
          </p:cNvPr>
          <p:cNvSpPr/>
          <p:nvPr/>
        </p:nvSpPr>
        <p:spPr>
          <a:xfrm>
            <a:off x="2825531" y="1656626"/>
            <a:ext cx="285529" cy="254704"/>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0" name="Rectángulo redondeado 8">
            <a:extLst>
              <a:ext uri="{FF2B5EF4-FFF2-40B4-BE49-F238E27FC236}">
                <a16:creationId xmlns:a16="http://schemas.microsoft.com/office/drawing/2014/main" id="{C6ED6C5B-8186-C011-7C1E-FD02C13D0F5B}"/>
              </a:ext>
            </a:extLst>
          </p:cNvPr>
          <p:cNvSpPr/>
          <p:nvPr/>
        </p:nvSpPr>
        <p:spPr>
          <a:xfrm>
            <a:off x="9682084" y="1753503"/>
            <a:ext cx="285529" cy="254704"/>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2</a:t>
            </a:r>
          </a:p>
        </p:txBody>
      </p:sp>
      <p:sp>
        <p:nvSpPr>
          <p:cNvPr id="11" name="Rectángulo redondeado 5">
            <a:extLst>
              <a:ext uri="{FF2B5EF4-FFF2-40B4-BE49-F238E27FC236}">
                <a16:creationId xmlns:a16="http://schemas.microsoft.com/office/drawing/2014/main" id="{C701DD3C-82BB-5A63-F2BB-E05636EBD5E2}"/>
              </a:ext>
            </a:extLst>
          </p:cNvPr>
          <p:cNvSpPr/>
          <p:nvPr/>
        </p:nvSpPr>
        <p:spPr>
          <a:xfrm>
            <a:off x="10159683" y="1705394"/>
            <a:ext cx="1035035" cy="318204"/>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Presionar “Ir”</a:t>
            </a:r>
          </a:p>
        </p:txBody>
      </p:sp>
    </p:spTree>
    <p:extLst>
      <p:ext uri="{BB962C8B-B14F-4D97-AF65-F5344CB8AC3E}">
        <p14:creationId xmlns:p14="http://schemas.microsoft.com/office/powerpoint/2010/main" val="21662286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3EEC64A2-FE87-DFAC-55EB-4F595EFA5537}"/>
              </a:ext>
            </a:extLst>
          </p:cNvPr>
          <p:cNvPicPr>
            <a:picLocks noChangeAspect="1"/>
          </p:cNvPicPr>
          <p:nvPr/>
        </p:nvPicPr>
        <p:blipFill>
          <a:blip r:embed="rId2"/>
          <a:srcRect t="6612"/>
          <a:stretch>
            <a:fillRect/>
          </a:stretch>
        </p:blipFill>
        <p:spPr>
          <a:xfrm>
            <a:off x="724619" y="1466491"/>
            <a:ext cx="10928490" cy="4873412"/>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MX" sz="1200" dirty="0"/>
              <a:t>Definir y diseñar los eventos </a:t>
            </a:r>
            <a:endParaRPr lang="es-419" sz="1200"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19</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MX" sz="3200" b="0" dirty="0"/>
              <a:t>Definir y diseñar los eventos: Crear un evento</a:t>
            </a:r>
            <a:endParaRPr lang="es-CL" dirty="0"/>
          </a:p>
        </p:txBody>
      </p:sp>
      <p:sp>
        <p:nvSpPr>
          <p:cNvPr id="13" name="Rectángulo redondeado 5">
            <a:extLst>
              <a:ext uri="{FF2B5EF4-FFF2-40B4-BE49-F238E27FC236}">
                <a16:creationId xmlns:a16="http://schemas.microsoft.com/office/drawing/2014/main" id="{4AA4734A-A567-8FD2-B99A-12752F15509D}"/>
              </a:ext>
            </a:extLst>
          </p:cNvPr>
          <p:cNvSpPr/>
          <p:nvPr/>
        </p:nvSpPr>
        <p:spPr>
          <a:xfrm>
            <a:off x="3791361" y="2029673"/>
            <a:ext cx="4834200" cy="994991"/>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Ingresar los campos obligatorios: </a:t>
            </a:r>
          </a:p>
          <a:p>
            <a:endParaRPr lang="es-ES_tradnl" sz="1100" b="1" dirty="0"/>
          </a:p>
          <a:p>
            <a:r>
              <a:rPr lang="es-ES_tradnl" sz="1100" dirty="0"/>
              <a:t>Encabezado del título:  nombre del evento. Máximo 30 caracteres.</a:t>
            </a:r>
          </a:p>
          <a:p>
            <a:r>
              <a:rPr lang="es-ES_tradnl" sz="1100" dirty="0"/>
              <a:t>Tipo de Sistema: a quien va dirigido el evento. Generalmente se deja con S-Student. </a:t>
            </a:r>
          </a:p>
          <a:p>
            <a:r>
              <a:rPr lang="es-ES_tradnl" sz="1100" dirty="0"/>
              <a:t>Tipo de Evento: clasificación. Depende de </a:t>
            </a:r>
            <a:r>
              <a:rPr lang="es-419" sz="1100" b="1" dirty="0"/>
              <a:t>STVETYP</a:t>
            </a:r>
            <a:endParaRPr lang="es-ES_tradnl" sz="1100" dirty="0"/>
          </a:p>
        </p:txBody>
      </p:sp>
      <p:sp>
        <p:nvSpPr>
          <p:cNvPr id="22" name="Rectángulo redondeado 8">
            <a:extLst>
              <a:ext uri="{FF2B5EF4-FFF2-40B4-BE49-F238E27FC236}">
                <a16:creationId xmlns:a16="http://schemas.microsoft.com/office/drawing/2014/main" id="{5FDCEC75-DAA9-CDC9-0DFB-E9F452B182EF}"/>
              </a:ext>
            </a:extLst>
          </p:cNvPr>
          <p:cNvSpPr/>
          <p:nvPr/>
        </p:nvSpPr>
        <p:spPr>
          <a:xfrm>
            <a:off x="3280912" y="2279213"/>
            <a:ext cx="285529" cy="254704"/>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3</a:t>
            </a:r>
          </a:p>
        </p:txBody>
      </p:sp>
      <p:sp>
        <p:nvSpPr>
          <p:cNvPr id="7" name="Rectángulo 6">
            <a:extLst>
              <a:ext uri="{FF2B5EF4-FFF2-40B4-BE49-F238E27FC236}">
                <a16:creationId xmlns:a16="http://schemas.microsoft.com/office/drawing/2014/main" id="{2C70BF2C-6B67-528E-1588-674A57C77CD0}"/>
              </a:ext>
            </a:extLst>
          </p:cNvPr>
          <p:cNvSpPr/>
          <p:nvPr/>
        </p:nvSpPr>
        <p:spPr>
          <a:xfrm>
            <a:off x="727156" y="2247463"/>
            <a:ext cx="2438738" cy="392220"/>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4" name="Rectángulo 13">
            <a:extLst>
              <a:ext uri="{FF2B5EF4-FFF2-40B4-BE49-F238E27FC236}">
                <a16:creationId xmlns:a16="http://schemas.microsoft.com/office/drawing/2014/main" id="{7EE3C712-96C5-7D73-D53D-46BE02ABA6A9}"/>
              </a:ext>
            </a:extLst>
          </p:cNvPr>
          <p:cNvSpPr/>
          <p:nvPr/>
        </p:nvSpPr>
        <p:spPr>
          <a:xfrm>
            <a:off x="834596" y="3375192"/>
            <a:ext cx="2089759" cy="635704"/>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8" name="Rectángulo redondeado 5">
            <a:extLst>
              <a:ext uri="{FF2B5EF4-FFF2-40B4-BE49-F238E27FC236}">
                <a16:creationId xmlns:a16="http://schemas.microsoft.com/office/drawing/2014/main" id="{FE8140AD-E7F9-F113-CEE7-C0AB135C224A}"/>
              </a:ext>
            </a:extLst>
          </p:cNvPr>
          <p:cNvSpPr/>
          <p:nvPr/>
        </p:nvSpPr>
        <p:spPr>
          <a:xfrm>
            <a:off x="3451633" y="3555242"/>
            <a:ext cx="5373189" cy="1387694"/>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Opcionalmente ingrese: “</a:t>
            </a:r>
          </a:p>
          <a:p>
            <a:r>
              <a:rPr lang="es-ES_tradnl" sz="1100" dirty="0"/>
              <a:t>Descripción: describa el evento. Máximo 4000 caracteres. Está información aparece en el autoservicio.</a:t>
            </a:r>
          </a:p>
          <a:p>
            <a:r>
              <a:rPr lang="es-ES_tradnl" sz="1100" dirty="0"/>
              <a:t>ID de agencia o comercial: si es una empresa la que está gestionando el evento. Debe existir la empresa en SPAIDEN</a:t>
            </a:r>
          </a:p>
          <a:p>
            <a:r>
              <a:rPr lang="es-ES_tradnl" sz="1100" dirty="0"/>
              <a:t>ID de contacto: id de la persona que organiza el evento. Debe existir en SPAIDEN.</a:t>
            </a:r>
          </a:p>
        </p:txBody>
      </p:sp>
      <p:sp>
        <p:nvSpPr>
          <p:cNvPr id="9" name="Rectángulo redondeado 8">
            <a:extLst>
              <a:ext uri="{FF2B5EF4-FFF2-40B4-BE49-F238E27FC236}">
                <a16:creationId xmlns:a16="http://schemas.microsoft.com/office/drawing/2014/main" id="{6D708B6C-8CA0-670D-9BD6-2B30CBD7CE85}"/>
              </a:ext>
            </a:extLst>
          </p:cNvPr>
          <p:cNvSpPr/>
          <p:nvPr/>
        </p:nvSpPr>
        <p:spPr>
          <a:xfrm>
            <a:off x="2924355" y="3745742"/>
            <a:ext cx="285529" cy="254704"/>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4</a:t>
            </a:r>
          </a:p>
        </p:txBody>
      </p:sp>
      <p:sp>
        <p:nvSpPr>
          <p:cNvPr id="10" name="Rectángulo 9">
            <a:extLst>
              <a:ext uri="{FF2B5EF4-FFF2-40B4-BE49-F238E27FC236}">
                <a16:creationId xmlns:a16="http://schemas.microsoft.com/office/drawing/2014/main" id="{BBE5B422-BCC5-B899-B025-C59196A1847B}"/>
              </a:ext>
            </a:extLst>
          </p:cNvPr>
          <p:cNvSpPr/>
          <p:nvPr/>
        </p:nvSpPr>
        <p:spPr>
          <a:xfrm>
            <a:off x="609601" y="2988371"/>
            <a:ext cx="2438738" cy="392220"/>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5" name="Rectángulo redondeado 8">
            <a:extLst>
              <a:ext uri="{FF2B5EF4-FFF2-40B4-BE49-F238E27FC236}">
                <a16:creationId xmlns:a16="http://schemas.microsoft.com/office/drawing/2014/main" id="{0829B586-2509-C44F-4674-478DD752503B}"/>
              </a:ext>
            </a:extLst>
          </p:cNvPr>
          <p:cNvSpPr/>
          <p:nvPr/>
        </p:nvSpPr>
        <p:spPr>
          <a:xfrm>
            <a:off x="3138147" y="3024665"/>
            <a:ext cx="285529" cy="254704"/>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3</a:t>
            </a:r>
          </a:p>
        </p:txBody>
      </p:sp>
      <p:sp>
        <p:nvSpPr>
          <p:cNvPr id="17" name="Rectángulo redondeado 8">
            <a:extLst>
              <a:ext uri="{FF2B5EF4-FFF2-40B4-BE49-F238E27FC236}">
                <a16:creationId xmlns:a16="http://schemas.microsoft.com/office/drawing/2014/main" id="{49C5023D-F00C-78B1-9914-F720208BC92B}"/>
              </a:ext>
            </a:extLst>
          </p:cNvPr>
          <p:cNvSpPr/>
          <p:nvPr/>
        </p:nvSpPr>
        <p:spPr>
          <a:xfrm>
            <a:off x="2541917" y="2686675"/>
            <a:ext cx="285529" cy="254704"/>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4</a:t>
            </a:r>
          </a:p>
        </p:txBody>
      </p:sp>
    </p:spTree>
    <p:extLst>
      <p:ext uri="{BB962C8B-B14F-4D97-AF65-F5344CB8AC3E}">
        <p14:creationId xmlns:p14="http://schemas.microsoft.com/office/powerpoint/2010/main" val="38919117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0476F9C2-8827-BDE5-5712-7E90163DC699}"/>
              </a:ext>
            </a:extLst>
          </p:cNvPr>
          <p:cNvPicPr>
            <a:picLocks noChangeAspect="1"/>
          </p:cNvPicPr>
          <p:nvPr/>
        </p:nvPicPr>
        <p:blipFill>
          <a:blip r:embed="rId2"/>
          <a:srcRect t="5983"/>
          <a:stretch>
            <a:fillRect/>
          </a:stretch>
        </p:blipFill>
        <p:spPr>
          <a:xfrm>
            <a:off x="810247" y="1285336"/>
            <a:ext cx="10826787" cy="4813534"/>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MX" sz="1200" dirty="0"/>
              <a:t>Definir y diseñar los eventos </a:t>
            </a:r>
            <a:endParaRPr lang="es-419" sz="1200"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20</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MX" sz="3200" b="0" dirty="0"/>
              <a:t>Definir y diseñar los eventos: Crear un evento</a:t>
            </a:r>
            <a:endParaRPr lang="es-CL" dirty="0"/>
          </a:p>
        </p:txBody>
      </p:sp>
      <p:sp>
        <p:nvSpPr>
          <p:cNvPr id="13" name="Rectángulo redondeado 5">
            <a:extLst>
              <a:ext uri="{FF2B5EF4-FFF2-40B4-BE49-F238E27FC236}">
                <a16:creationId xmlns:a16="http://schemas.microsoft.com/office/drawing/2014/main" id="{4AA4734A-A567-8FD2-B99A-12752F15509D}"/>
              </a:ext>
            </a:extLst>
          </p:cNvPr>
          <p:cNvSpPr/>
          <p:nvPr/>
        </p:nvSpPr>
        <p:spPr>
          <a:xfrm>
            <a:off x="7283063" y="4012759"/>
            <a:ext cx="3124960" cy="579013"/>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Como campos opcionales también son “</a:t>
            </a:r>
            <a:r>
              <a:rPr lang="es-ES_tradnl" sz="1100" b="1" dirty="0"/>
              <a:t>Campus</a:t>
            </a:r>
            <a:r>
              <a:rPr lang="es-ES_tradnl" sz="1100" dirty="0"/>
              <a:t>”, “</a:t>
            </a:r>
            <a:r>
              <a:rPr lang="es-ES_tradnl" sz="1100" b="1" dirty="0"/>
              <a:t>Sitio</a:t>
            </a:r>
            <a:r>
              <a:rPr lang="es-ES_tradnl" sz="1100" dirty="0"/>
              <a:t>”, “</a:t>
            </a:r>
            <a:r>
              <a:rPr lang="es-ES_tradnl" sz="1100" b="1" dirty="0"/>
              <a:t>Distrito o división</a:t>
            </a:r>
            <a:r>
              <a:rPr lang="es-ES_tradnl" sz="1100" dirty="0"/>
              <a:t>”, “</a:t>
            </a:r>
            <a:r>
              <a:rPr lang="es-ES_tradnl" sz="1100" b="1" dirty="0"/>
              <a:t>Escuela</a:t>
            </a:r>
            <a:r>
              <a:rPr lang="es-ES_tradnl" sz="1100" dirty="0"/>
              <a:t>”, “</a:t>
            </a:r>
            <a:r>
              <a:rPr lang="es-ES_tradnl" sz="1100" b="1" dirty="0"/>
              <a:t>Departamento</a:t>
            </a:r>
            <a:r>
              <a:rPr lang="es-ES_tradnl" sz="1100" dirty="0"/>
              <a:t>”.</a:t>
            </a:r>
          </a:p>
        </p:txBody>
      </p:sp>
      <p:sp>
        <p:nvSpPr>
          <p:cNvPr id="22" name="Rectángulo redondeado 8">
            <a:extLst>
              <a:ext uri="{FF2B5EF4-FFF2-40B4-BE49-F238E27FC236}">
                <a16:creationId xmlns:a16="http://schemas.microsoft.com/office/drawing/2014/main" id="{5FDCEC75-DAA9-CDC9-0DFB-E9F452B182EF}"/>
              </a:ext>
            </a:extLst>
          </p:cNvPr>
          <p:cNvSpPr/>
          <p:nvPr/>
        </p:nvSpPr>
        <p:spPr>
          <a:xfrm>
            <a:off x="6834489" y="3284234"/>
            <a:ext cx="285529" cy="254704"/>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5</a:t>
            </a:r>
          </a:p>
        </p:txBody>
      </p:sp>
      <p:sp>
        <p:nvSpPr>
          <p:cNvPr id="7" name="Rectángulo 6">
            <a:extLst>
              <a:ext uri="{FF2B5EF4-FFF2-40B4-BE49-F238E27FC236}">
                <a16:creationId xmlns:a16="http://schemas.microsoft.com/office/drawing/2014/main" id="{2C70BF2C-6B67-528E-1588-674A57C77CD0}"/>
              </a:ext>
            </a:extLst>
          </p:cNvPr>
          <p:cNvSpPr/>
          <p:nvPr/>
        </p:nvSpPr>
        <p:spPr>
          <a:xfrm>
            <a:off x="4536100" y="2974275"/>
            <a:ext cx="2298389" cy="759101"/>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4" name="Rectángulo 13">
            <a:extLst>
              <a:ext uri="{FF2B5EF4-FFF2-40B4-BE49-F238E27FC236}">
                <a16:creationId xmlns:a16="http://schemas.microsoft.com/office/drawing/2014/main" id="{7EE3C712-96C5-7D73-D53D-46BE02ABA6A9}"/>
              </a:ext>
            </a:extLst>
          </p:cNvPr>
          <p:cNvSpPr/>
          <p:nvPr/>
        </p:nvSpPr>
        <p:spPr>
          <a:xfrm>
            <a:off x="8220975" y="2135707"/>
            <a:ext cx="2626320" cy="579013"/>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6" name="Rectángulo redondeado 8">
            <a:extLst>
              <a:ext uri="{FF2B5EF4-FFF2-40B4-BE49-F238E27FC236}">
                <a16:creationId xmlns:a16="http://schemas.microsoft.com/office/drawing/2014/main" id="{D8F60004-C44C-F977-638C-E8EDAFDAB56F}"/>
              </a:ext>
            </a:extLst>
          </p:cNvPr>
          <p:cNvSpPr/>
          <p:nvPr/>
        </p:nvSpPr>
        <p:spPr>
          <a:xfrm>
            <a:off x="7877564" y="2201913"/>
            <a:ext cx="285529" cy="254704"/>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5</a:t>
            </a:r>
          </a:p>
        </p:txBody>
      </p:sp>
    </p:spTree>
    <p:extLst>
      <p:ext uri="{BB962C8B-B14F-4D97-AF65-F5344CB8AC3E}">
        <p14:creationId xmlns:p14="http://schemas.microsoft.com/office/powerpoint/2010/main" val="39579201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4564A079-F442-6B11-73F6-8729C4487F4A}"/>
              </a:ext>
            </a:extLst>
          </p:cNvPr>
          <p:cNvPicPr>
            <a:picLocks noChangeAspect="1"/>
          </p:cNvPicPr>
          <p:nvPr/>
        </p:nvPicPr>
        <p:blipFill>
          <a:blip r:embed="rId2"/>
          <a:srcRect t="5794"/>
          <a:stretch>
            <a:fillRect/>
          </a:stretch>
        </p:blipFill>
        <p:spPr>
          <a:xfrm>
            <a:off x="810247" y="1250830"/>
            <a:ext cx="10826787" cy="4823190"/>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MX" sz="1200" dirty="0"/>
              <a:t>Definir y diseñar los eventos </a:t>
            </a:r>
            <a:endParaRPr lang="es-419" sz="1200"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21</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MX" sz="3200" b="0" dirty="0"/>
              <a:t>Definir y diseñar los eventos: Crear un evento</a:t>
            </a:r>
            <a:endParaRPr lang="es-CL" dirty="0"/>
          </a:p>
        </p:txBody>
      </p:sp>
      <p:sp>
        <p:nvSpPr>
          <p:cNvPr id="13" name="Rectángulo redondeado 5">
            <a:extLst>
              <a:ext uri="{FF2B5EF4-FFF2-40B4-BE49-F238E27FC236}">
                <a16:creationId xmlns:a16="http://schemas.microsoft.com/office/drawing/2014/main" id="{4AA4734A-A567-8FD2-B99A-12752F15509D}"/>
              </a:ext>
            </a:extLst>
          </p:cNvPr>
          <p:cNvSpPr/>
          <p:nvPr/>
        </p:nvSpPr>
        <p:spPr>
          <a:xfrm>
            <a:off x="6711351" y="4000268"/>
            <a:ext cx="4495755" cy="1298187"/>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Las propiedades:</a:t>
            </a:r>
          </a:p>
          <a:p>
            <a:r>
              <a:rPr lang="es-ES_tradnl" sz="1100" dirty="0"/>
              <a:t>Mostrar en web: Permite que se visualice en el autoservicio de los estudiantes o docentes.</a:t>
            </a:r>
          </a:p>
          <a:p>
            <a:r>
              <a:rPr lang="es-ES_tradnl" sz="1100" dirty="0"/>
              <a:t> Restringido: solo se pueden inscribir personas con un ID, deben existir en SPAIDEN.</a:t>
            </a:r>
          </a:p>
          <a:p>
            <a:r>
              <a:rPr lang="es-ES_tradnl" sz="1100" dirty="0"/>
              <a:t>Restringir la inscripción a una función única: Se inscriben a una sola función.</a:t>
            </a:r>
          </a:p>
        </p:txBody>
      </p:sp>
      <p:sp>
        <p:nvSpPr>
          <p:cNvPr id="22" name="Rectángulo redondeado 8">
            <a:extLst>
              <a:ext uri="{FF2B5EF4-FFF2-40B4-BE49-F238E27FC236}">
                <a16:creationId xmlns:a16="http://schemas.microsoft.com/office/drawing/2014/main" id="{5FDCEC75-DAA9-CDC9-0DFB-E9F452B182EF}"/>
              </a:ext>
            </a:extLst>
          </p:cNvPr>
          <p:cNvSpPr/>
          <p:nvPr/>
        </p:nvSpPr>
        <p:spPr>
          <a:xfrm>
            <a:off x="8560014" y="3695566"/>
            <a:ext cx="285529" cy="254704"/>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6</a:t>
            </a:r>
          </a:p>
        </p:txBody>
      </p:sp>
      <p:sp>
        <p:nvSpPr>
          <p:cNvPr id="14" name="Rectángulo 13">
            <a:extLst>
              <a:ext uri="{FF2B5EF4-FFF2-40B4-BE49-F238E27FC236}">
                <a16:creationId xmlns:a16="http://schemas.microsoft.com/office/drawing/2014/main" id="{7EE3C712-96C5-7D73-D53D-46BE02ABA6A9}"/>
              </a:ext>
            </a:extLst>
          </p:cNvPr>
          <p:cNvSpPr/>
          <p:nvPr/>
        </p:nvSpPr>
        <p:spPr>
          <a:xfrm>
            <a:off x="8661957" y="2805003"/>
            <a:ext cx="2420173" cy="642607"/>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Tree>
    <p:extLst>
      <p:ext uri="{BB962C8B-B14F-4D97-AF65-F5344CB8AC3E}">
        <p14:creationId xmlns:p14="http://schemas.microsoft.com/office/powerpoint/2010/main" val="9860166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1FD26117-CD2D-3809-9FDB-03CE2FB9B90D}"/>
              </a:ext>
            </a:extLst>
          </p:cNvPr>
          <p:cNvPicPr>
            <a:picLocks noChangeAspect="1"/>
          </p:cNvPicPr>
          <p:nvPr/>
        </p:nvPicPr>
        <p:blipFill>
          <a:blip r:embed="rId2"/>
          <a:srcRect t="6469"/>
          <a:stretch>
            <a:fillRect/>
          </a:stretch>
        </p:blipFill>
        <p:spPr>
          <a:xfrm>
            <a:off x="810247" y="1285336"/>
            <a:ext cx="10826787" cy="4788684"/>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MX" sz="1200" dirty="0"/>
              <a:t>Definir y diseñar los eventos </a:t>
            </a:r>
            <a:endParaRPr lang="es-419" sz="1200"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22</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MX" sz="3200" b="0" dirty="0"/>
              <a:t>Definir y diseñar los eventos: Crear un evento</a:t>
            </a:r>
            <a:endParaRPr lang="es-CL" dirty="0"/>
          </a:p>
        </p:txBody>
      </p:sp>
      <p:sp>
        <p:nvSpPr>
          <p:cNvPr id="13" name="Rectángulo redondeado 5">
            <a:extLst>
              <a:ext uri="{FF2B5EF4-FFF2-40B4-BE49-F238E27FC236}">
                <a16:creationId xmlns:a16="http://schemas.microsoft.com/office/drawing/2014/main" id="{4AA4734A-A567-8FD2-B99A-12752F15509D}"/>
              </a:ext>
            </a:extLst>
          </p:cNvPr>
          <p:cNvSpPr/>
          <p:nvPr/>
        </p:nvSpPr>
        <p:spPr>
          <a:xfrm>
            <a:off x="2035491" y="1561684"/>
            <a:ext cx="3321689" cy="336814"/>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Al guardar, se generará el código secuencial  de evento.</a:t>
            </a:r>
          </a:p>
        </p:txBody>
      </p:sp>
      <p:sp>
        <p:nvSpPr>
          <p:cNvPr id="22" name="Rectángulo redondeado 8">
            <a:extLst>
              <a:ext uri="{FF2B5EF4-FFF2-40B4-BE49-F238E27FC236}">
                <a16:creationId xmlns:a16="http://schemas.microsoft.com/office/drawing/2014/main" id="{5FDCEC75-DAA9-CDC9-0DFB-E9F452B182EF}"/>
              </a:ext>
            </a:extLst>
          </p:cNvPr>
          <p:cNvSpPr/>
          <p:nvPr/>
        </p:nvSpPr>
        <p:spPr>
          <a:xfrm>
            <a:off x="11314186" y="5494642"/>
            <a:ext cx="285529" cy="254704"/>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7</a:t>
            </a:r>
          </a:p>
        </p:txBody>
      </p:sp>
      <p:sp>
        <p:nvSpPr>
          <p:cNvPr id="14" name="Rectángulo 13">
            <a:extLst>
              <a:ext uri="{FF2B5EF4-FFF2-40B4-BE49-F238E27FC236}">
                <a16:creationId xmlns:a16="http://schemas.microsoft.com/office/drawing/2014/main" id="{7EE3C712-96C5-7D73-D53D-46BE02ABA6A9}"/>
              </a:ext>
            </a:extLst>
          </p:cNvPr>
          <p:cNvSpPr/>
          <p:nvPr/>
        </p:nvSpPr>
        <p:spPr>
          <a:xfrm>
            <a:off x="810247" y="1596561"/>
            <a:ext cx="1024598" cy="196566"/>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2" name="Rectángulo 1">
            <a:extLst>
              <a:ext uri="{FF2B5EF4-FFF2-40B4-BE49-F238E27FC236}">
                <a16:creationId xmlns:a16="http://schemas.microsoft.com/office/drawing/2014/main" id="{6B2A15C3-55B6-0673-D62A-6C17DC5092CF}"/>
              </a:ext>
            </a:extLst>
          </p:cNvPr>
          <p:cNvSpPr/>
          <p:nvPr/>
        </p:nvSpPr>
        <p:spPr>
          <a:xfrm>
            <a:off x="11169255" y="5819381"/>
            <a:ext cx="467779" cy="184604"/>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Tree>
    <p:extLst>
      <p:ext uri="{BB962C8B-B14F-4D97-AF65-F5344CB8AC3E}">
        <p14:creationId xmlns:p14="http://schemas.microsoft.com/office/powerpoint/2010/main" val="33021008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2D7CFF-0F2D-29B8-6205-DA6F22019BE1}"/>
            </a:ext>
          </a:extLst>
        </p:cNvPr>
        <p:cNvGrpSpPr/>
        <p:nvPr/>
      </p:nvGrpSpPr>
      <p:grpSpPr>
        <a:xfrm>
          <a:off x="0" y="0"/>
          <a:ext cx="0" cy="0"/>
          <a:chOff x="0" y="0"/>
          <a:chExt cx="0" cy="0"/>
        </a:xfrm>
      </p:grpSpPr>
      <p:sp>
        <p:nvSpPr>
          <p:cNvPr id="5" name="Marcador de texto 4">
            <a:extLst>
              <a:ext uri="{FF2B5EF4-FFF2-40B4-BE49-F238E27FC236}">
                <a16:creationId xmlns:a16="http://schemas.microsoft.com/office/drawing/2014/main" id="{B56D59DB-D64B-3494-C3DA-28FE7FE85751}"/>
              </a:ext>
            </a:extLst>
          </p:cNvPr>
          <p:cNvSpPr>
            <a:spLocks noGrp="1"/>
          </p:cNvSpPr>
          <p:nvPr>
            <p:ph type="body" sz="quarter" idx="10"/>
          </p:nvPr>
        </p:nvSpPr>
        <p:spPr>
          <a:xfrm>
            <a:off x="914399" y="2238843"/>
            <a:ext cx="10363202" cy="669094"/>
          </a:xfrm>
        </p:spPr>
        <p:txBody>
          <a:bodyPr/>
          <a:lstStyle/>
          <a:p>
            <a:r>
              <a:rPr lang="en-US" dirty="0"/>
              <a:t>Crear </a:t>
            </a:r>
            <a:r>
              <a:rPr lang="en-US" dirty="0" err="1"/>
              <a:t>funciones</a:t>
            </a:r>
            <a:r>
              <a:rPr lang="en-US" dirty="0"/>
              <a:t> al </a:t>
            </a:r>
            <a:r>
              <a:rPr lang="en-US" dirty="0" err="1"/>
              <a:t>evento</a:t>
            </a:r>
            <a:endParaRPr lang="es-419" dirty="0"/>
          </a:p>
        </p:txBody>
      </p:sp>
    </p:spTree>
    <p:extLst>
      <p:ext uri="{BB962C8B-B14F-4D97-AF65-F5344CB8AC3E}">
        <p14:creationId xmlns:p14="http://schemas.microsoft.com/office/powerpoint/2010/main" val="21217678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25F40C1D-F1B2-9B9B-5E05-EE4A55152E37}"/>
              </a:ext>
            </a:extLst>
          </p:cNvPr>
          <p:cNvPicPr>
            <a:picLocks noChangeAspect="1"/>
          </p:cNvPicPr>
          <p:nvPr/>
        </p:nvPicPr>
        <p:blipFill>
          <a:blip r:embed="rId2"/>
          <a:srcRect t="6422"/>
          <a:stretch>
            <a:fillRect/>
          </a:stretch>
        </p:blipFill>
        <p:spPr>
          <a:xfrm>
            <a:off x="810246" y="1506072"/>
            <a:ext cx="10895799" cy="4806650"/>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MX" sz="1200" dirty="0"/>
              <a:t>Definir y diseñar los eventos </a:t>
            </a:r>
            <a:endParaRPr lang="es-419" sz="1200"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24</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MX" sz="3200" b="0" dirty="0"/>
              <a:t>Definir y diseñar los eventos: Crear funciones</a:t>
            </a:r>
            <a:endParaRPr lang="es-CL" dirty="0"/>
          </a:p>
        </p:txBody>
      </p:sp>
      <p:sp>
        <p:nvSpPr>
          <p:cNvPr id="13" name="Rectángulo redondeado 5">
            <a:extLst>
              <a:ext uri="{FF2B5EF4-FFF2-40B4-BE49-F238E27FC236}">
                <a16:creationId xmlns:a16="http://schemas.microsoft.com/office/drawing/2014/main" id="{4AA4734A-A567-8FD2-B99A-12752F15509D}"/>
              </a:ext>
            </a:extLst>
          </p:cNvPr>
          <p:cNvSpPr/>
          <p:nvPr/>
        </p:nvSpPr>
        <p:spPr>
          <a:xfrm>
            <a:off x="3910917" y="1506072"/>
            <a:ext cx="2913530" cy="1237129"/>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Una vez que el evento está creado, en la pestaña “</a:t>
            </a:r>
            <a:r>
              <a:rPr lang="es-ES_tradnl" sz="1100" b="1" dirty="0"/>
              <a:t>Información de función</a:t>
            </a:r>
            <a:r>
              <a:rPr lang="es-ES_tradnl" sz="1100" dirty="0"/>
              <a:t>” se asocian las funciones al evento.</a:t>
            </a:r>
          </a:p>
          <a:p>
            <a:pPr algn="ctr"/>
            <a:r>
              <a:rPr lang="es-ES_tradnl" sz="1100" dirty="0"/>
              <a:t>Cada función tendrá propiedades particulares, como el capacidad, la fecha y hora, entre otros.</a:t>
            </a:r>
          </a:p>
        </p:txBody>
      </p:sp>
      <p:sp>
        <p:nvSpPr>
          <p:cNvPr id="14" name="Rectángulo 13">
            <a:extLst>
              <a:ext uri="{FF2B5EF4-FFF2-40B4-BE49-F238E27FC236}">
                <a16:creationId xmlns:a16="http://schemas.microsoft.com/office/drawing/2014/main" id="{7EE3C712-96C5-7D73-D53D-46BE02ABA6A9}"/>
              </a:ext>
            </a:extLst>
          </p:cNvPr>
          <p:cNvSpPr/>
          <p:nvPr/>
        </p:nvSpPr>
        <p:spPr>
          <a:xfrm>
            <a:off x="810245" y="2480857"/>
            <a:ext cx="1536139" cy="176079"/>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8" name="Rectángulo redondeado 10">
            <a:extLst>
              <a:ext uri="{FF2B5EF4-FFF2-40B4-BE49-F238E27FC236}">
                <a16:creationId xmlns:a16="http://schemas.microsoft.com/office/drawing/2014/main" id="{FC96544A-8486-3A76-9406-0BDD1D35024E}"/>
              </a:ext>
            </a:extLst>
          </p:cNvPr>
          <p:cNvSpPr/>
          <p:nvPr/>
        </p:nvSpPr>
        <p:spPr>
          <a:xfrm>
            <a:off x="3799479" y="3159174"/>
            <a:ext cx="3243984" cy="697588"/>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b="1" dirty="0" err="1"/>
              <a:t>Obs</a:t>
            </a:r>
            <a:r>
              <a:rPr lang="es-ES_tradnl" sz="1100" dirty="0"/>
              <a:t>: debe haber al menos una función para cada evento. Caso contrario, los estudiantes no se podrán inscribir a ellos.</a:t>
            </a:r>
          </a:p>
        </p:txBody>
      </p:sp>
    </p:spTree>
    <p:extLst>
      <p:ext uri="{BB962C8B-B14F-4D97-AF65-F5344CB8AC3E}">
        <p14:creationId xmlns:p14="http://schemas.microsoft.com/office/powerpoint/2010/main" val="14043414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2B10CD90-3923-58E4-DB13-C1068065F45C}"/>
              </a:ext>
            </a:extLst>
          </p:cNvPr>
          <p:cNvPicPr>
            <a:picLocks noChangeAspect="1"/>
          </p:cNvPicPr>
          <p:nvPr/>
        </p:nvPicPr>
        <p:blipFill>
          <a:blip r:embed="rId2"/>
          <a:srcRect t="5676"/>
          <a:stretch>
            <a:fillRect/>
          </a:stretch>
        </p:blipFill>
        <p:spPr>
          <a:xfrm>
            <a:off x="810246" y="1457864"/>
            <a:ext cx="10895799" cy="4844918"/>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MX" sz="1200" dirty="0"/>
              <a:t>Definir y diseñar los eventos </a:t>
            </a:r>
            <a:endParaRPr lang="es-419" sz="1200"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25</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MX" sz="3200" b="0" dirty="0"/>
              <a:t>Definir y diseñar los eventos: Crear funciones</a:t>
            </a:r>
            <a:endParaRPr lang="es-CL" dirty="0"/>
          </a:p>
        </p:txBody>
      </p:sp>
      <p:sp>
        <p:nvSpPr>
          <p:cNvPr id="13" name="Rectángulo redondeado 5">
            <a:extLst>
              <a:ext uri="{FF2B5EF4-FFF2-40B4-BE49-F238E27FC236}">
                <a16:creationId xmlns:a16="http://schemas.microsoft.com/office/drawing/2014/main" id="{4AA4734A-A567-8FD2-B99A-12752F15509D}"/>
              </a:ext>
            </a:extLst>
          </p:cNvPr>
          <p:cNvSpPr/>
          <p:nvPr/>
        </p:nvSpPr>
        <p:spPr>
          <a:xfrm>
            <a:off x="6319947" y="1984020"/>
            <a:ext cx="2913530" cy="977152"/>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Se agrega el código de función. Automáticamente se completarán los campos “</a:t>
            </a:r>
            <a:r>
              <a:rPr lang="es-ES_tradnl" sz="1100" b="1" dirty="0"/>
              <a:t>Tipo</a:t>
            </a:r>
            <a:r>
              <a:rPr lang="es-ES_tradnl" sz="1100" dirty="0"/>
              <a:t>”, “</a:t>
            </a:r>
            <a:r>
              <a:rPr lang="es-ES_tradnl" sz="1100" b="1" dirty="0"/>
              <a:t>Descripción de tipo</a:t>
            </a:r>
            <a:r>
              <a:rPr lang="es-ES_tradnl" sz="1100" dirty="0"/>
              <a:t>”, “</a:t>
            </a:r>
            <a:r>
              <a:rPr lang="es-ES_tradnl" sz="1100" b="1" dirty="0"/>
              <a:t>Status</a:t>
            </a:r>
            <a:r>
              <a:rPr lang="es-ES_tradnl" sz="1100" dirty="0"/>
              <a:t>” y “</a:t>
            </a:r>
            <a:r>
              <a:rPr lang="es-ES_tradnl" sz="1100" b="1" dirty="0"/>
              <a:t>Descripción de Status</a:t>
            </a:r>
            <a:r>
              <a:rPr lang="es-ES_tradnl" sz="1100" dirty="0"/>
              <a:t>”.</a:t>
            </a:r>
          </a:p>
        </p:txBody>
      </p:sp>
      <p:sp>
        <p:nvSpPr>
          <p:cNvPr id="14" name="Rectángulo 13">
            <a:extLst>
              <a:ext uri="{FF2B5EF4-FFF2-40B4-BE49-F238E27FC236}">
                <a16:creationId xmlns:a16="http://schemas.microsoft.com/office/drawing/2014/main" id="{7EE3C712-96C5-7D73-D53D-46BE02ABA6A9}"/>
              </a:ext>
            </a:extLst>
          </p:cNvPr>
          <p:cNvSpPr/>
          <p:nvPr/>
        </p:nvSpPr>
        <p:spPr>
          <a:xfrm>
            <a:off x="798305" y="2288058"/>
            <a:ext cx="5297695" cy="369077"/>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0" name="Rectángulo redondeado 8">
            <a:extLst>
              <a:ext uri="{FF2B5EF4-FFF2-40B4-BE49-F238E27FC236}">
                <a16:creationId xmlns:a16="http://schemas.microsoft.com/office/drawing/2014/main" id="{DA05CF35-60F7-09CC-D174-F4F95EBEF877}"/>
              </a:ext>
            </a:extLst>
          </p:cNvPr>
          <p:cNvSpPr/>
          <p:nvPr/>
        </p:nvSpPr>
        <p:spPr>
          <a:xfrm>
            <a:off x="3585544" y="2694107"/>
            <a:ext cx="261836" cy="243893"/>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1</a:t>
            </a:r>
          </a:p>
        </p:txBody>
      </p:sp>
    </p:spTree>
    <p:extLst>
      <p:ext uri="{BB962C8B-B14F-4D97-AF65-F5344CB8AC3E}">
        <p14:creationId xmlns:p14="http://schemas.microsoft.com/office/powerpoint/2010/main" val="6201724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826638C6-C5E5-3ADC-5431-2557ED91858C}"/>
              </a:ext>
            </a:extLst>
          </p:cNvPr>
          <p:cNvPicPr>
            <a:picLocks noChangeAspect="1"/>
          </p:cNvPicPr>
          <p:nvPr/>
        </p:nvPicPr>
        <p:blipFill>
          <a:blip r:embed="rId2"/>
          <a:srcRect t="6685"/>
          <a:stretch>
            <a:fillRect/>
          </a:stretch>
        </p:blipFill>
        <p:spPr>
          <a:xfrm>
            <a:off x="810246" y="1509623"/>
            <a:ext cx="10895799" cy="4793159"/>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MX" sz="1200" dirty="0"/>
              <a:t>Definir y diseñar los eventos </a:t>
            </a:r>
            <a:endParaRPr lang="es-419" sz="1200"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26</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MX" sz="3200" b="0" dirty="0"/>
              <a:t>Definir y diseñar los eventos: Crear funciones</a:t>
            </a:r>
            <a:endParaRPr lang="es-CL" dirty="0"/>
          </a:p>
        </p:txBody>
      </p:sp>
      <p:sp>
        <p:nvSpPr>
          <p:cNvPr id="13" name="Rectángulo redondeado 5">
            <a:extLst>
              <a:ext uri="{FF2B5EF4-FFF2-40B4-BE49-F238E27FC236}">
                <a16:creationId xmlns:a16="http://schemas.microsoft.com/office/drawing/2014/main" id="{4AA4734A-A567-8FD2-B99A-12752F15509D}"/>
              </a:ext>
            </a:extLst>
          </p:cNvPr>
          <p:cNvSpPr/>
          <p:nvPr/>
        </p:nvSpPr>
        <p:spPr>
          <a:xfrm>
            <a:off x="4629340" y="2857365"/>
            <a:ext cx="2019364" cy="977152"/>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También se autocompletará el “</a:t>
            </a:r>
            <a:r>
              <a:rPr lang="es-ES_tradnl" sz="1100" b="1" dirty="0"/>
              <a:t>Status</a:t>
            </a:r>
            <a:r>
              <a:rPr lang="es-ES_tradnl" sz="1100" dirty="0"/>
              <a:t>” de la función. Si es requerido puede cambiarse.</a:t>
            </a:r>
          </a:p>
        </p:txBody>
      </p:sp>
      <p:sp>
        <p:nvSpPr>
          <p:cNvPr id="14" name="Rectángulo 13">
            <a:extLst>
              <a:ext uri="{FF2B5EF4-FFF2-40B4-BE49-F238E27FC236}">
                <a16:creationId xmlns:a16="http://schemas.microsoft.com/office/drawing/2014/main" id="{7EE3C712-96C5-7D73-D53D-46BE02ABA6A9}"/>
              </a:ext>
            </a:extLst>
          </p:cNvPr>
          <p:cNvSpPr/>
          <p:nvPr/>
        </p:nvSpPr>
        <p:spPr>
          <a:xfrm flipH="1">
            <a:off x="4629340" y="2270767"/>
            <a:ext cx="1748118" cy="374482"/>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0" name="Rectángulo redondeado 8">
            <a:extLst>
              <a:ext uri="{FF2B5EF4-FFF2-40B4-BE49-F238E27FC236}">
                <a16:creationId xmlns:a16="http://schemas.microsoft.com/office/drawing/2014/main" id="{DA05CF35-60F7-09CC-D174-F4F95EBEF877}"/>
              </a:ext>
            </a:extLst>
          </p:cNvPr>
          <p:cNvSpPr/>
          <p:nvPr/>
        </p:nvSpPr>
        <p:spPr>
          <a:xfrm>
            <a:off x="4256376" y="2410588"/>
            <a:ext cx="261836" cy="243893"/>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2</a:t>
            </a:r>
          </a:p>
        </p:txBody>
      </p:sp>
      <p:sp>
        <p:nvSpPr>
          <p:cNvPr id="2" name="Rectángulo redondeado 8">
            <a:extLst>
              <a:ext uri="{FF2B5EF4-FFF2-40B4-BE49-F238E27FC236}">
                <a16:creationId xmlns:a16="http://schemas.microsoft.com/office/drawing/2014/main" id="{BC2E7A28-512C-0CBE-9572-FAA48CF97919}"/>
              </a:ext>
            </a:extLst>
          </p:cNvPr>
          <p:cNvSpPr/>
          <p:nvPr/>
        </p:nvSpPr>
        <p:spPr>
          <a:xfrm>
            <a:off x="7010615" y="2408458"/>
            <a:ext cx="261836" cy="243893"/>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3</a:t>
            </a:r>
          </a:p>
        </p:txBody>
      </p:sp>
      <p:sp>
        <p:nvSpPr>
          <p:cNvPr id="6" name="Rectángulo 5">
            <a:extLst>
              <a:ext uri="{FF2B5EF4-FFF2-40B4-BE49-F238E27FC236}">
                <a16:creationId xmlns:a16="http://schemas.microsoft.com/office/drawing/2014/main" id="{EF206D28-7D1A-4308-7F2D-44B14CFB3A45}"/>
              </a:ext>
            </a:extLst>
          </p:cNvPr>
          <p:cNvSpPr/>
          <p:nvPr/>
        </p:nvSpPr>
        <p:spPr>
          <a:xfrm flipH="1">
            <a:off x="7378082" y="2295642"/>
            <a:ext cx="959224" cy="374482"/>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8" name="Rectángulo redondeado 5">
            <a:extLst>
              <a:ext uri="{FF2B5EF4-FFF2-40B4-BE49-F238E27FC236}">
                <a16:creationId xmlns:a16="http://schemas.microsoft.com/office/drawing/2014/main" id="{2F47650C-1C3E-A2F5-28C7-4CB1A8FFCBD3}"/>
              </a:ext>
            </a:extLst>
          </p:cNvPr>
          <p:cNvSpPr/>
          <p:nvPr/>
        </p:nvSpPr>
        <p:spPr>
          <a:xfrm>
            <a:off x="7272451" y="2790960"/>
            <a:ext cx="2019364" cy="1103576"/>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El “</a:t>
            </a:r>
            <a:r>
              <a:rPr lang="es-ES_tradnl" sz="1100" b="1" dirty="0"/>
              <a:t>número permitido</a:t>
            </a:r>
            <a:r>
              <a:rPr lang="es-ES_tradnl" sz="1100" dirty="0"/>
              <a:t>” de invitados por persona. Se puede ingresar  la cantidad según se requiera.</a:t>
            </a:r>
          </a:p>
        </p:txBody>
      </p:sp>
    </p:spTree>
    <p:extLst>
      <p:ext uri="{BB962C8B-B14F-4D97-AF65-F5344CB8AC3E}">
        <p14:creationId xmlns:p14="http://schemas.microsoft.com/office/powerpoint/2010/main" val="23884759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47D45B7B-74EA-FD92-EC1D-2F48B690A65B}"/>
              </a:ext>
            </a:extLst>
          </p:cNvPr>
          <p:cNvPicPr>
            <a:picLocks noChangeAspect="1"/>
          </p:cNvPicPr>
          <p:nvPr/>
        </p:nvPicPr>
        <p:blipFill>
          <a:blip r:embed="rId2"/>
          <a:srcRect t="6181"/>
          <a:stretch>
            <a:fillRect/>
          </a:stretch>
        </p:blipFill>
        <p:spPr>
          <a:xfrm>
            <a:off x="810246" y="1483743"/>
            <a:ext cx="10895799" cy="4819039"/>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MX" sz="1200" dirty="0"/>
              <a:t>Definir y diseñar los eventos </a:t>
            </a:r>
            <a:endParaRPr lang="es-419" sz="1200"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27</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MX" sz="3200" b="0" dirty="0"/>
              <a:t>Definir y diseñar los eventos: Crear funciones</a:t>
            </a:r>
            <a:endParaRPr lang="es-CL" dirty="0"/>
          </a:p>
        </p:txBody>
      </p:sp>
      <p:sp>
        <p:nvSpPr>
          <p:cNvPr id="13" name="Rectángulo redondeado 5">
            <a:extLst>
              <a:ext uri="{FF2B5EF4-FFF2-40B4-BE49-F238E27FC236}">
                <a16:creationId xmlns:a16="http://schemas.microsoft.com/office/drawing/2014/main" id="{4AA4734A-A567-8FD2-B99A-12752F15509D}"/>
              </a:ext>
            </a:extLst>
          </p:cNvPr>
          <p:cNvSpPr/>
          <p:nvPr/>
        </p:nvSpPr>
        <p:spPr>
          <a:xfrm>
            <a:off x="7255094" y="3035834"/>
            <a:ext cx="2019364" cy="786330"/>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Las funciones tendrán una fecha en que estarán visibles en autoservicio.</a:t>
            </a:r>
          </a:p>
        </p:txBody>
      </p:sp>
      <p:sp>
        <p:nvSpPr>
          <p:cNvPr id="14" name="Rectángulo 13">
            <a:extLst>
              <a:ext uri="{FF2B5EF4-FFF2-40B4-BE49-F238E27FC236}">
                <a16:creationId xmlns:a16="http://schemas.microsoft.com/office/drawing/2014/main" id="{7EE3C712-96C5-7D73-D53D-46BE02ABA6A9}"/>
              </a:ext>
            </a:extLst>
          </p:cNvPr>
          <p:cNvSpPr/>
          <p:nvPr/>
        </p:nvSpPr>
        <p:spPr>
          <a:xfrm flipH="1">
            <a:off x="8281357" y="2308187"/>
            <a:ext cx="1420125" cy="470115"/>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0" name="Rectángulo redondeado 8">
            <a:extLst>
              <a:ext uri="{FF2B5EF4-FFF2-40B4-BE49-F238E27FC236}">
                <a16:creationId xmlns:a16="http://schemas.microsoft.com/office/drawing/2014/main" id="{DA05CF35-60F7-09CC-D174-F4F95EBEF877}"/>
              </a:ext>
            </a:extLst>
          </p:cNvPr>
          <p:cNvSpPr/>
          <p:nvPr/>
        </p:nvSpPr>
        <p:spPr>
          <a:xfrm>
            <a:off x="7788281" y="2746525"/>
            <a:ext cx="261836" cy="243893"/>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4</a:t>
            </a:r>
          </a:p>
        </p:txBody>
      </p:sp>
      <p:sp>
        <p:nvSpPr>
          <p:cNvPr id="2" name="Rectángulo redondeado 8">
            <a:extLst>
              <a:ext uri="{FF2B5EF4-FFF2-40B4-BE49-F238E27FC236}">
                <a16:creationId xmlns:a16="http://schemas.microsoft.com/office/drawing/2014/main" id="{BC2E7A28-512C-0CBE-9572-FAA48CF97919}"/>
              </a:ext>
            </a:extLst>
          </p:cNvPr>
          <p:cNvSpPr/>
          <p:nvPr/>
        </p:nvSpPr>
        <p:spPr>
          <a:xfrm>
            <a:off x="10019158" y="2766163"/>
            <a:ext cx="261836" cy="243893"/>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5</a:t>
            </a:r>
          </a:p>
        </p:txBody>
      </p:sp>
      <p:sp>
        <p:nvSpPr>
          <p:cNvPr id="6" name="Rectángulo 5">
            <a:extLst>
              <a:ext uri="{FF2B5EF4-FFF2-40B4-BE49-F238E27FC236}">
                <a16:creationId xmlns:a16="http://schemas.microsoft.com/office/drawing/2014/main" id="{EF206D28-7D1A-4308-7F2D-44B14CFB3A45}"/>
              </a:ext>
            </a:extLst>
          </p:cNvPr>
          <p:cNvSpPr/>
          <p:nvPr/>
        </p:nvSpPr>
        <p:spPr>
          <a:xfrm flipH="1">
            <a:off x="9801805" y="2296414"/>
            <a:ext cx="696542" cy="467150"/>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8" name="Rectángulo redondeado 5">
            <a:extLst>
              <a:ext uri="{FF2B5EF4-FFF2-40B4-BE49-F238E27FC236}">
                <a16:creationId xmlns:a16="http://schemas.microsoft.com/office/drawing/2014/main" id="{2F47650C-1C3E-A2F5-28C7-4CB1A8FFCBD3}"/>
              </a:ext>
            </a:extLst>
          </p:cNvPr>
          <p:cNvSpPr/>
          <p:nvPr/>
        </p:nvSpPr>
        <p:spPr>
          <a:xfrm>
            <a:off x="9475103" y="3071251"/>
            <a:ext cx="1906651" cy="615830"/>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La “</a:t>
            </a:r>
            <a:r>
              <a:rPr lang="es-ES_tradnl" sz="1100" b="1" dirty="0"/>
              <a:t>capacidad</a:t>
            </a:r>
            <a:r>
              <a:rPr lang="es-ES_tradnl" sz="1100" dirty="0"/>
              <a:t>” del evento debe ser definida.</a:t>
            </a:r>
          </a:p>
        </p:txBody>
      </p:sp>
      <p:sp>
        <p:nvSpPr>
          <p:cNvPr id="18" name="Rectángulo redondeado 8">
            <a:extLst>
              <a:ext uri="{FF2B5EF4-FFF2-40B4-BE49-F238E27FC236}">
                <a16:creationId xmlns:a16="http://schemas.microsoft.com/office/drawing/2014/main" id="{E524AF8B-BCE8-3E6A-FB90-1FFB66783AB3}"/>
              </a:ext>
            </a:extLst>
          </p:cNvPr>
          <p:cNvSpPr/>
          <p:nvPr/>
        </p:nvSpPr>
        <p:spPr>
          <a:xfrm>
            <a:off x="1124743" y="5569780"/>
            <a:ext cx="261836" cy="243893"/>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6</a:t>
            </a:r>
          </a:p>
        </p:txBody>
      </p:sp>
      <p:sp>
        <p:nvSpPr>
          <p:cNvPr id="19" name="Rectángulo redondeado 5">
            <a:extLst>
              <a:ext uri="{FF2B5EF4-FFF2-40B4-BE49-F238E27FC236}">
                <a16:creationId xmlns:a16="http://schemas.microsoft.com/office/drawing/2014/main" id="{BB39762D-1690-B490-D00E-A8FB67F406A2}"/>
              </a:ext>
            </a:extLst>
          </p:cNvPr>
          <p:cNvSpPr/>
          <p:nvPr/>
        </p:nvSpPr>
        <p:spPr>
          <a:xfrm>
            <a:off x="1701076" y="5261865"/>
            <a:ext cx="1906651" cy="615830"/>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Haga “</a:t>
            </a:r>
            <a:r>
              <a:rPr lang="es-ES_tradnl" sz="1100" b="1" dirty="0"/>
              <a:t>bloque siguiente</a:t>
            </a:r>
            <a:r>
              <a:rPr lang="es-ES_tradnl" sz="1100" dirty="0"/>
              <a:t>” para ingresar información de Fecha Hora y Lugar.</a:t>
            </a:r>
          </a:p>
        </p:txBody>
      </p:sp>
      <p:sp>
        <p:nvSpPr>
          <p:cNvPr id="20" name="Rectángulo 19">
            <a:extLst>
              <a:ext uri="{FF2B5EF4-FFF2-40B4-BE49-F238E27FC236}">
                <a16:creationId xmlns:a16="http://schemas.microsoft.com/office/drawing/2014/main" id="{619EDADE-04C1-613F-C19F-977D50326DE5}"/>
              </a:ext>
            </a:extLst>
          </p:cNvPr>
          <p:cNvSpPr/>
          <p:nvPr/>
        </p:nvSpPr>
        <p:spPr>
          <a:xfrm flipH="1">
            <a:off x="1029719" y="5968886"/>
            <a:ext cx="451884" cy="33389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Tree>
    <p:extLst>
      <p:ext uri="{BB962C8B-B14F-4D97-AF65-F5344CB8AC3E}">
        <p14:creationId xmlns:p14="http://schemas.microsoft.com/office/powerpoint/2010/main" val="42208863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Imagen 14">
            <a:extLst>
              <a:ext uri="{FF2B5EF4-FFF2-40B4-BE49-F238E27FC236}">
                <a16:creationId xmlns:a16="http://schemas.microsoft.com/office/drawing/2014/main" id="{2FC452AB-BDF6-6098-DB07-B5AB7D4D4426}"/>
              </a:ext>
            </a:extLst>
          </p:cNvPr>
          <p:cNvPicPr>
            <a:picLocks noChangeAspect="1"/>
          </p:cNvPicPr>
          <p:nvPr/>
        </p:nvPicPr>
        <p:blipFill>
          <a:blip r:embed="rId2"/>
          <a:srcRect t="6716"/>
          <a:stretch>
            <a:fillRect/>
          </a:stretch>
        </p:blipFill>
        <p:spPr>
          <a:xfrm>
            <a:off x="810246" y="1526875"/>
            <a:ext cx="10835375" cy="4792552"/>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MX" sz="1200" dirty="0"/>
              <a:t>Definir y diseñar los eventos </a:t>
            </a:r>
            <a:endParaRPr lang="es-419" sz="1200"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28</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MX" sz="3200" b="0" dirty="0"/>
              <a:t>Definir y diseñar los eventos: Crear funciones</a:t>
            </a:r>
            <a:endParaRPr lang="es-CL" dirty="0"/>
          </a:p>
        </p:txBody>
      </p:sp>
      <p:sp>
        <p:nvSpPr>
          <p:cNvPr id="13" name="Rectángulo redondeado 5">
            <a:extLst>
              <a:ext uri="{FF2B5EF4-FFF2-40B4-BE49-F238E27FC236}">
                <a16:creationId xmlns:a16="http://schemas.microsoft.com/office/drawing/2014/main" id="{4AA4734A-A567-8FD2-B99A-12752F15509D}"/>
              </a:ext>
            </a:extLst>
          </p:cNvPr>
          <p:cNvSpPr/>
          <p:nvPr/>
        </p:nvSpPr>
        <p:spPr>
          <a:xfrm>
            <a:off x="3427710" y="4168958"/>
            <a:ext cx="2019364" cy="513868"/>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Ingrese los días que se imparte la función.</a:t>
            </a:r>
          </a:p>
        </p:txBody>
      </p:sp>
      <p:sp>
        <p:nvSpPr>
          <p:cNvPr id="14" name="Rectángulo 13">
            <a:extLst>
              <a:ext uri="{FF2B5EF4-FFF2-40B4-BE49-F238E27FC236}">
                <a16:creationId xmlns:a16="http://schemas.microsoft.com/office/drawing/2014/main" id="{7EE3C712-96C5-7D73-D53D-46BE02ABA6A9}"/>
              </a:ext>
            </a:extLst>
          </p:cNvPr>
          <p:cNvSpPr/>
          <p:nvPr/>
        </p:nvSpPr>
        <p:spPr>
          <a:xfrm flipH="1">
            <a:off x="2090254" y="3154365"/>
            <a:ext cx="4345051" cy="51386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0" name="Rectángulo redondeado 8">
            <a:extLst>
              <a:ext uri="{FF2B5EF4-FFF2-40B4-BE49-F238E27FC236}">
                <a16:creationId xmlns:a16="http://schemas.microsoft.com/office/drawing/2014/main" id="{DA05CF35-60F7-09CC-D174-F4F95EBEF877}"/>
              </a:ext>
            </a:extLst>
          </p:cNvPr>
          <p:cNvSpPr/>
          <p:nvPr/>
        </p:nvSpPr>
        <p:spPr>
          <a:xfrm>
            <a:off x="4008206" y="3739519"/>
            <a:ext cx="261836" cy="243893"/>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8</a:t>
            </a:r>
          </a:p>
        </p:txBody>
      </p:sp>
      <p:sp>
        <p:nvSpPr>
          <p:cNvPr id="2" name="Rectángulo redondeado 8">
            <a:extLst>
              <a:ext uri="{FF2B5EF4-FFF2-40B4-BE49-F238E27FC236}">
                <a16:creationId xmlns:a16="http://schemas.microsoft.com/office/drawing/2014/main" id="{BC2E7A28-512C-0CBE-9572-FAA48CF97919}"/>
              </a:ext>
            </a:extLst>
          </p:cNvPr>
          <p:cNvSpPr/>
          <p:nvPr/>
        </p:nvSpPr>
        <p:spPr>
          <a:xfrm>
            <a:off x="7035870" y="3756484"/>
            <a:ext cx="261836" cy="243893"/>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9</a:t>
            </a:r>
          </a:p>
        </p:txBody>
      </p:sp>
      <p:sp>
        <p:nvSpPr>
          <p:cNvPr id="6" name="Rectángulo 5">
            <a:extLst>
              <a:ext uri="{FF2B5EF4-FFF2-40B4-BE49-F238E27FC236}">
                <a16:creationId xmlns:a16="http://schemas.microsoft.com/office/drawing/2014/main" id="{EF206D28-7D1A-4308-7F2D-44B14CFB3A45}"/>
              </a:ext>
            </a:extLst>
          </p:cNvPr>
          <p:cNvSpPr/>
          <p:nvPr/>
        </p:nvSpPr>
        <p:spPr>
          <a:xfrm flipH="1">
            <a:off x="6526784" y="3172065"/>
            <a:ext cx="1280009" cy="51386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8" name="Rectángulo redondeado 5">
            <a:extLst>
              <a:ext uri="{FF2B5EF4-FFF2-40B4-BE49-F238E27FC236}">
                <a16:creationId xmlns:a16="http://schemas.microsoft.com/office/drawing/2014/main" id="{2F47650C-1C3E-A2F5-28C7-4CB1A8FFCBD3}"/>
              </a:ext>
            </a:extLst>
          </p:cNvPr>
          <p:cNvSpPr/>
          <p:nvPr/>
        </p:nvSpPr>
        <p:spPr>
          <a:xfrm>
            <a:off x="6672374" y="4070928"/>
            <a:ext cx="988828" cy="80119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Ingrese la hora de inicio y fin.</a:t>
            </a:r>
          </a:p>
        </p:txBody>
      </p:sp>
      <p:sp>
        <p:nvSpPr>
          <p:cNvPr id="18" name="Rectángulo redondeado 8">
            <a:extLst>
              <a:ext uri="{FF2B5EF4-FFF2-40B4-BE49-F238E27FC236}">
                <a16:creationId xmlns:a16="http://schemas.microsoft.com/office/drawing/2014/main" id="{E524AF8B-BCE8-3E6A-FB90-1FFB66783AB3}"/>
              </a:ext>
            </a:extLst>
          </p:cNvPr>
          <p:cNvSpPr/>
          <p:nvPr/>
        </p:nvSpPr>
        <p:spPr>
          <a:xfrm>
            <a:off x="1248335" y="3731295"/>
            <a:ext cx="261836" cy="243893"/>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7</a:t>
            </a:r>
          </a:p>
        </p:txBody>
      </p:sp>
      <p:sp>
        <p:nvSpPr>
          <p:cNvPr id="19" name="Rectángulo redondeado 5">
            <a:extLst>
              <a:ext uri="{FF2B5EF4-FFF2-40B4-BE49-F238E27FC236}">
                <a16:creationId xmlns:a16="http://schemas.microsoft.com/office/drawing/2014/main" id="{BB39762D-1690-B490-D00E-A8FB67F406A2}"/>
              </a:ext>
            </a:extLst>
          </p:cNvPr>
          <p:cNvSpPr/>
          <p:nvPr/>
        </p:nvSpPr>
        <p:spPr>
          <a:xfrm>
            <a:off x="872742" y="4039157"/>
            <a:ext cx="1097932" cy="80119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Ingrese la fecha de inicio y fin de la función.</a:t>
            </a:r>
          </a:p>
        </p:txBody>
      </p:sp>
      <p:sp>
        <p:nvSpPr>
          <p:cNvPr id="20" name="Rectángulo 19">
            <a:extLst>
              <a:ext uri="{FF2B5EF4-FFF2-40B4-BE49-F238E27FC236}">
                <a16:creationId xmlns:a16="http://schemas.microsoft.com/office/drawing/2014/main" id="{619EDADE-04C1-613F-C19F-977D50326DE5}"/>
              </a:ext>
            </a:extLst>
          </p:cNvPr>
          <p:cNvSpPr/>
          <p:nvPr/>
        </p:nvSpPr>
        <p:spPr>
          <a:xfrm flipH="1">
            <a:off x="781704" y="3154365"/>
            <a:ext cx="1280009" cy="51386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7" name="Rectángulo redondeado 8">
            <a:extLst>
              <a:ext uri="{FF2B5EF4-FFF2-40B4-BE49-F238E27FC236}">
                <a16:creationId xmlns:a16="http://schemas.microsoft.com/office/drawing/2014/main" id="{FCA59EF6-4ACD-CFFC-D461-99D7E61BF06C}"/>
              </a:ext>
            </a:extLst>
          </p:cNvPr>
          <p:cNvSpPr/>
          <p:nvPr/>
        </p:nvSpPr>
        <p:spPr>
          <a:xfrm>
            <a:off x="11072739" y="5257031"/>
            <a:ext cx="393301" cy="286837"/>
          </a:xfrm>
          <a:prstGeom prst="roundRect">
            <a:avLst/>
          </a:prstGeom>
          <a:solidFill>
            <a:srgbClr val="365A7B"/>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10</a:t>
            </a:r>
          </a:p>
        </p:txBody>
      </p:sp>
      <p:sp>
        <p:nvSpPr>
          <p:cNvPr id="9" name="Rectángulo 8">
            <a:extLst>
              <a:ext uri="{FF2B5EF4-FFF2-40B4-BE49-F238E27FC236}">
                <a16:creationId xmlns:a16="http://schemas.microsoft.com/office/drawing/2014/main" id="{D54555CB-712D-3732-F8C6-A9408E39549E}"/>
              </a:ext>
            </a:extLst>
          </p:cNvPr>
          <p:cNvSpPr/>
          <p:nvPr/>
        </p:nvSpPr>
        <p:spPr>
          <a:xfrm flipH="1">
            <a:off x="11083748" y="6028780"/>
            <a:ext cx="596011" cy="286837"/>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1" name="Rectángulo redondeado 5">
            <a:extLst>
              <a:ext uri="{FF2B5EF4-FFF2-40B4-BE49-F238E27FC236}">
                <a16:creationId xmlns:a16="http://schemas.microsoft.com/office/drawing/2014/main" id="{0CCEAB91-225A-9EA8-DAFF-311F0FBF7C32}"/>
              </a:ext>
            </a:extLst>
          </p:cNvPr>
          <p:cNvSpPr/>
          <p:nvPr/>
        </p:nvSpPr>
        <p:spPr>
          <a:xfrm>
            <a:off x="10890817" y="5628112"/>
            <a:ext cx="788942" cy="286837"/>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Guardar</a:t>
            </a:r>
          </a:p>
        </p:txBody>
      </p:sp>
    </p:spTree>
    <p:extLst>
      <p:ext uri="{BB962C8B-B14F-4D97-AF65-F5344CB8AC3E}">
        <p14:creationId xmlns:p14="http://schemas.microsoft.com/office/powerpoint/2010/main" val="20592230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2D84F8F3-966C-661E-F644-8767B6CD6962}"/>
              </a:ext>
            </a:extLst>
          </p:cNvPr>
          <p:cNvPicPr>
            <a:picLocks noChangeAspect="1"/>
          </p:cNvPicPr>
          <p:nvPr/>
        </p:nvPicPr>
        <p:blipFill>
          <a:blip r:embed="rId2"/>
          <a:srcRect t="6716"/>
          <a:stretch>
            <a:fillRect/>
          </a:stretch>
        </p:blipFill>
        <p:spPr>
          <a:xfrm>
            <a:off x="810246" y="1526875"/>
            <a:ext cx="10835375" cy="4792552"/>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MX" sz="1200" dirty="0"/>
              <a:t>Definir y diseñar los eventos </a:t>
            </a:r>
            <a:endParaRPr lang="es-419" sz="1200"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29</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MX" sz="3200" b="0" dirty="0"/>
              <a:t>Definir y diseñar los eventos: Crear funciones</a:t>
            </a:r>
            <a:endParaRPr lang="es-CL" dirty="0"/>
          </a:p>
        </p:txBody>
      </p:sp>
      <p:sp>
        <p:nvSpPr>
          <p:cNvPr id="2" name="Rectángulo redondeado 8">
            <a:extLst>
              <a:ext uri="{FF2B5EF4-FFF2-40B4-BE49-F238E27FC236}">
                <a16:creationId xmlns:a16="http://schemas.microsoft.com/office/drawing/2014/main" id="{BC2E7A28-512C-0CBE-9572-FAA48CF97919}"/>
              </a:ext>
            </a:extLst>
          </p:cNvPr>
          <p:cNvSpPr/>
          <p:nvPr/>
        </p:nvSpPr>
        <p:spPr>
          <a:xfrm>
            <a:off x="7240773" y="3721693"/>
            <a:ext cx="399371" cy="343383"/>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11</a:t>
            </a:r>
          </a:p>
        </p:txBody>
      </p:sp>
      <p:sp>
        <p:nvSpPr>
          <p:cNvPr id="6" name="Rectángulo 5">
            <a:extLst>
              <a:ext uri="{FF2B5EF4-FFF2-40B4-BE49-F238E27FC236}">
                <a16:creationId xmlns:a16="http://schemas.microsoft.com/office/drawing/2014/main" id="{EF206D28-7D1A-4308-7F2D-44B14CFB3A45}"/>
              </a:ext>
            </a:extLst>
          </p:cNvPr>
          <p:cNvSpPr/>
          <p:nvPr/>
        </p:nvSpPr>
        <p:spPr>
          <a:xfrm flipH="1">
            <a:off x="7783032" y="3118480"/>
            <a:ext cx="2853338" cy="536019"/>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8" name="Rectángulo redondeado 5">
            <a:extLst>
              <a:ext uri="{FF2B5EF4-FFF2-40B4-BE49-F238E27FC236}">
                <a16:creationId xmlns:a16="http://schemas.microsoft.com/office/drawing/2014/main" id="{2F47650C-1C3E-A2F5-28C7-4CB1A8FFCBD3}"/>
              </a:ext>
            </a:extLst>
          </p:cNvPr>
          <p:cNvSpPr/>
          <p:nvPr/>
        </p:nvSpPr>
        <p:spPr>
          <a:xfrm>
            <a:off x="7783033" y="3741162"/>
            <a:ext cx="2286000" cy="1234876"/>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Los campos “Edificio” y “Salón” estarán disponibles para definir el espacio físico a usar. </a:t>
            </a:r>
            <a:r>
              <a:rPr lang="es-ES_tradnl" sz="1100" b="1" dirty="0"/>
              <a:t>Se recomienda </a:t>
            </a:r>
            <a:r>
              <a:rPr lang="es-ES_tradnl" sz="1100" dirty="0"/>
              <a:t>verificar disponibilidad en la página administrativa </a:t>
            </a:r>
            <a:r>
              <a:rPr lang="es-ES_tradnl" sz="1100" b="1" dirty="0"/>
              <a:t>SLIAEVN</a:t>
            </a:r>
            <a:r>
              <a:rPr lang="es-ES_tradnl" sz="1100" dirty="0"/>
              <a:t>.</a:t>
            </a:r>
          </a:p>
        </p:txBody>
      </p:sp>
    </p:spTree>
    <p:extLst>
      <p:ext uri="{BB962C8B-B14F-4D97-AF65-F5344CB8AC3E}">
        <p14:creationId xmlns:p14="http://schemas.microsoft.com/office/powerpoint/2010/main" val="2713297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agen 12">
            <a:extLst>
              <a:ext uri="{FF2B5EF4-FFF2-40B4-BE49-F238E27FC236}">
                <a16:creationId xmlns:a16="http://schemas.microsoft.com/office/drawing/2014/main" id="{D00CD8F3-19A2-98A6-7C14-B5C9F84D865D}"/>
              </a:ext>
            </a:extLst>
          </p:cNvPr>
          <p:cNvPicPr>
            <a:picLocks noChangeAspect="1"/>
          </p:cNvPicPr>
          <p:nvPr/>
        </p:nvPicPr>
        <p:blipFill>
          <a:blip r:embed="rId2"/>
          <a:srcRect t="5868"/>
          <a:stretch>
            <a:fillRect/>
          </a:stretch>
        </p:blipFill>
        <p:spPr>
          <a:xfrm>
            <a:off x="741872" y="1466490"/>
            <a:ext cx="10887882" cy="4843211"/>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MX" sz="1200" dirty="0"/>
              <a:t>Definir y diseñar los eventos </a:t>
            </a:r>
            <a:endParaRPr lang="es-419" sz="1200"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30</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MX" sz="3200" b="0" dirty="0"/>
              <a:t>Definir y diseñar los eventos: Crear funciones</a:t>
            </a:r>
            <a:endParaRPr lang="es-CL" dirty="0"/>
          </a:p>
        </p:txBody>
      </p:sp>
      <p:sp>
        <p:nvSpPr>
          <p:cNvPr id="2" name="Rectángulo redondeado 8">
            <a:extLst>
              <a:ext uri="{FF2B5EF4-FFF2-40B4-BE49-F238E27FC236}">
                <a16:creationId xmlns:a16="http://schemas.microsoft.com/office/drawing/2014/main" id="{BC2E7A28-512C-0CBE-9572-FAA48CF97919}"/>
              </a:ext>
            </a:extLst>
          </p:cNvPr>
          <p:cNvSpPr/>
          <p:nvPr/>
        </p:nvSpPr>
        <p:spPr>
          <a:xfrm>
            <a:off x="1648047" y="4358600"/>
            <a:ext cx="293043" cy="266563"/>
          </a:xfrm>
          <a:prstGeom prst="roundRect">
            <a:avLst/>
          </a:prstGeom>
          <a:solidFill>
            <a:srgbClr val="365A7B"/>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1</a:t>
            </a:r>
          </a:p>
        </p:txBody>
      </p:sp>
      <p:sp>
        <p:nvSpPr>
          <p:cNvPr id="6" name="Rectángulo 5">
            <a:extLst>
              <a:ext uri="{FF2B5EF4-FFF2-40B4-BE49-F238E27FC236}">
                <a16:creationId xmlns:a16="http://schemas.microsoft.com/office/drawing/2014/main" id="{EF206D28-7D1A-4308-7F2D-44B14CFB3A45}"/>
              </a:ext>
            </a:extLst>
          </p:cNvPr>
          <p:cNvSpPr/>
          <p:nvPr/>
        </p:nvSpPr>
        <p:spPr>
          <a:xfrm flipH="1">
            <a:off x="810247" y="1819737"/>
            <a:ext cx="7919082" cy="2231267"/>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8" name="Rectángulo redondeado 5">
            <a:extLst>
              <a:ext uri="{FF2B5EF4-FFF2-40B4-BE49-F238E27FC236}">
                <a16:creationId xmlns:a16="http://schemas.microsoft.com/office/drawing/2014/main" id="{2F47650C-1C3E-A2F5-28C7-4CB1A8FFCBD3}"/>
              </a:ext>
            </a:extLst>
          </p:cNvPr>
          <p:cNvSpPr/>
          <p:nvPr/>
        </p:nvSpPr>
        <p:spPr>
          <a:xfrm>
            <a:off x="2022622" y="4388900"/>
            <a:ext cx="2977117" cy="62616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En </a:t>
            </a:r>
            <a:r>
              <a:rPr lang="es-ES_tradnl" sz="1100" b="1" dirty="0"/>
              <a:t>SLIAEVN</a:t>
            </a:r>
            <a:r>
              <a:rPr lang="es-ES_tradnl" sz="1100" dirty="0"/>
              <a:t> se ingresa el criterio de búsqueda para verificar salones.</a:t>
            </a:r>
          </a:p>
        </p:txBody>
      </p:sp>
      <p:sp>
        <p:nvSpPr>
          <p:cNvPr id="10" name="Rectángulo redondeado 8">
            <a:extLst>
              <a:ext uri="{FF2B5EF4-FFF2-40B4-BE49-F238E27FC236}">
                <a16:creationId xmlns:a16="http://schemas.microsoft.com/office/drawing/2014/main" id="{F74654C3-2634-DDC4-4F8F-3FC932A7069D}"/>
              </a:ext>
            </a:extLst>
          </p:cNvPr>
          <p:cNvSpPr/>
          <p:nvPr/>
        </p:nvSpPr>
        <p:spPr>
          <a:xfrm>
            <a:off x="10665121" y="1641719"/>
            <a:ext cx="304802" cy="291423"/>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2</a:t>
            </a:r>
          </a:p>
        </p:txBody>
      </p:sp>
      <p:sp>
        <p:nvSpPr>
          <p:cNvPr id="11" name="Rectángulo redondeado 7">
            <a:extLst>
              <a:ext uri="{FF2B5EF4-FFF2-40B4-BE49-F238E27FC236}">
                <a16:creationId xmlns:a16="http://schemas.microsoft.com/office/drawing/2014/main" id="{B08BDDF4-41D3-E5A9-DA34-7A7F5AF36AE7}"/>
              </a:ext>
            </a:extLst>
          </p:cNvPr>
          <p:cNvSpPr/>
          <p:nvPr/>
        </p:nvSpPr>
        <p:spPr>
          <a:xfrm>
            <a:off x="10263276" y="2046148"/>
            <a:ext cx="1186852" cy="254832"/>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Presionar “Ir”</a:t>
            </a:r>
          </a:p>
        </p:txBody>
      </p:sp>
      <p:sp>
        <p:nvSpPr>
          <p:cNvPr id="12" name="Rectángulo 11">
            <a:extLst>
              <a:ext uri="{FF2B5EF4-FFF2-40B4-BE49-F238E27FC236}">
                <a16:creationId xmlns:a16="http://schemas.microsoft.com/office/drawing/2014/main" id="{9B84CC39-B0DA-54D7-11CA-BA911C84838E}"/>
              </a:ext>
            </a:extLst>
          </p:cNvPr>
          <p:cNvSpPr/>
          <p:nvPr/>
        </p:nvSpPr>
        <p:spPr>
          <a:xfrm flipH="1">
            <a:off x="11188459" y="1676318"/>
            <a:ext cx="403195" cy="286837"/>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Tree>
    <p:extLst>
      <p:ext uri="{BB962C8B-B14F-4D97-AF65-F5344CB8AC3E}">
        <p14:creationId xmlns:p14="http://schemas.microsoft.com/office/powerpoint/2010/main" val="14384438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190FC91A-4609-59EC-642E-A1E13E5F4C6B}"/>
              </a:ext>
            </a:extLst>
          </p:cNvPr>
          <p:cNvPicPr>
            <a:picLocks noChangeAspect="1"/>
          </p:cNvPicPr>
          <p:nvPr/>
        </p:nvPicPr>
        <p:blipFill>
          <a:blip r:embed="rId2"/>
          <a:srcRect t="6600"/>
          <a:stretch>
            <a:fillRect/>
          </a:stretch>
        </p:blipFill>
        <p:spPr>
          <a:xfrm>
            <a:off x="810247" y="1682151"/>
            <a:ext cx="10468976" cy="4638948"/>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MX" sz="1200" dirty="0"/>
              <a:t>Definir y diseñar los eventos </a:t>
            </a:r>
            <a:endParaRPr lang="es-419" sz="1200"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31</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MX" sz="3200" b="0" dirty="0"/>
              <a:t>Definir y diseñar los eventos: Crear funciones</a:t>
            </a:r>
            <a:endParaRPr lang="es-CL" dirty="0"/>
          </a:p>
        </p:txBody>
      </p:sp>
      <p:sp>
        <p:nvSpPr>
          <p:cNvPr id="2" name="Rectángulo redondeado 8">
            <a:extLst>
              <a:ext uri="{FF2B5EF4-FFF2-40B4-BE49-F238E27FC236}">
                <a16:creationId xmlns:a16="http://schemas.microsoft.com/office/drawing/2014/main" id="{BC2E7A28-512C-0CBE-9572-FAA48CF97919}"/>
              </a:ext>
            </a:extLst>
          </p:cNvPr>
          <p:cNvSpPr/>
          <p:nvPr/>
        </p:nvSpPr>
        <p:spPr>
          <a:xfrm>
            <a:off x="5171532" y="4409077"/>
            <a:ext cx="293043" cy="266563"/>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3</a:t>
            </a:r>
          </a:p>
        </p:txBody>
      </p:sp>
      <p:sp>
        <p:nvSpPr>
          <p:cNvPr id="6" name="Rectángulo 5">
            <a:extLst>
              <a:ext uri="{FF2B5EF4-FFF2-40B4-BE49-F238E27FC236}">
                <a16:creationId xmlns:a16="http://schemas.microsoft.com/office/drawing/2014/main" id="{EF206D28-7D1A-4308-7F2D-44B14CFB3A45}"/>
              </a:ext>
            </a:extLst>
          </p:cNvPr>
          <p:cNvSpPr/>
          <p:nvPr/>
        </p:nvSpPr>
        <p:spPr>
          <a:xfrm flipH="1">
            <a:off x="703952" y="2416934"/>
            <a:ext cx="10132829" cy="186638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8" name="Rectángulo redondeado 5">
            <a:extLst>
              <a:ext uri="{FF2B5EF4-FFF2-40B4-BE49-F238E27FC236}">
                <a16:creationId xmlns:a16="http://schemas.microsoft.com/office/drawing/2014/main" id="{2F47650C-1C3E-A2F5-28C7-4CB1A8FFCBD3}"/>
              </a:ext>
            </a:extLst>
          </p:cNvPr>
          <p:cNvSpPr/>
          <p:nvPr/>
        </p:nvSpPr>
        <p:spPr>
          <a:xfrm>
            <a:off x="3976017" y="4875735"/>
            <a:ext cx="2977117" cy="852951"/>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Se listarán los espacios físicos que apliquen al criterio disponible.</a:t>
            </a:r>
          </a:p>
          <a:p>
            <a:pPr algn="ctr"/>
            <a:r>
              <a:rPr lang="es-ES_tradnl" sz="1100" dirty="0"/>
              <a:t>Al conocerlos, el usuario regresa a SLAEVNT…</a:t>
            </a:r>
          </a:p>
        </p:txBody>
      </p:sp>
    </p:spTree>
    <p:extLst>
      <p:ext uri="{BB962C8B-B14F-4D97-AF65-F5344CB8AC3E}">
        <p14:creationId xmlns:p14="http://schemas.microsoft.com/office/powerpoint/2010/main" val="20592780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F45E1269-3C6B-DFD4-46E7-B7A1ED30586F}"/>
              </a:ext>
            </a:extLst>
          </p:cNvPr>
          <p:cNvPicPr>
            <a:picLocks noChangeAspect="1"/>
          </p:cNvPicPr>
          <p:nvPr/>
        </p:nvPicPr>
        <p:blipFill>
          <a:blip r:embed="rId2"/>
          <a:srcRect t="6716"/>
          <a:stretch>
            <a:fillRect/>
          </a:stretch>
        </p:blipFill>
        <p:spPr>
          <a:xfrm>
            <a:off x="810246" y="1526875"/>
            <a:ext cx="10835375" cy="4792552"/>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MX" sz="1200" dirty="0"/>
              <a:t>Definir y diseñar los eventos </a:t>
            </a:r>
            <a:endParaRPr lang="es-419" sz="1200"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32</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MX" sz="3200" b="0" dirty="0"/>
              <a:t>Definir y diseñar los eventos: Crear funciones</a:t>
            </a:r>
            <a:endParaRPr lang="es-CL" dirty="0"/>
          </a:p>
        </p:txBody>
      </p:sp>
      <p:sp>
        <p:nvSpPr>
          <p:cNvPr id="2" name="Rectángulo redondeado 8">
            <a:extLst>
              <a:ext uri="{FF2B5EF4-FFF2-40B4-BE49-F238E27FC236}">
                <a16:creationId xmlns:a16="http://schemas.microsoft.com/office/drawing/2014/main" id="{BC2E7A28-512C-0CBE-9572-FAA48CF97919}"/>
              </a:ext>
            </a:extLst>
          </p:cNvPr>
          <p:cNvSpPr/>
          <p:nvPr/>
        </p:nvSpPr>
        <p:spPr>
          <a:xfrm>
            <a:off x="7400190" y="3696111"/>
            <a:ext cx="293043" cy="266563"/>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1</a:t>
            </a:r>
          </a:p>
        </p:txBody>
      </p:sp>
      <p:sp>
        <p:nvSpPr>
          <p:cNvPr id="6" name="Rectángulo 5">
            <a:extLst>
              <a:ext uri="{FF2B5EF4-FFF2-40B4-BE49-F238E27FC236}">
                <a16:creationId xmlns:a16="http://schemas.microsoft.com/office/drawing/2014/main" id="{EF206D28-7D1A-4308-7F2D-44B14CFB3A45}"/>
              </a:ext>
            </a:extLst>
          </p:cNvPr>
          <p:cNvSpPr/>
          <p:nvPr/>
        </p:nvSpPr>
        <p:spPr>
          <a:xfrm flipH="1">
            <a:off x="7693233" y="3099653"/>
            <a:ext cx="707292" cy="54731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8" name="Rectángulo redondeado 5">
            <a:extLst>
              <a:ext uri="{FF2B5EF4-FFF2-40B4-BE49-F238E27FC236}">
                <a16:creationId xmlns:a16="http://schemas.microsoft.com/office/drawing/2014/main" id="{2F47650C-1C3E-A2F5-28C7-4CB1A8FFCBD3}"/>
              </a:ext>
            </a:extLst>
          </p:cNvPr>
          <p:cNvSpPr/>
          <p:nvPr/>
        </p:nvSpPr>
        <p:spPr>
          <a:xfrm>
            <a:off x="7799208" y="3769076"/>
            <a:ext cx="2770958" cy="62616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 Y usa los campos “Edificio” y “Salón” para indicar el espacio físico.</a:t>
            </a:r>
          </a:p>
        </p:txBody>
      </p:sp>
      <p:sp>
        <p:nvSpPr>
          <p:cNvPr id="10" name="Rectángulo redondeado 8">
            <a:extLst>
              <a:ext uri="{FF2B5EF4-FFF2-40B4-BE49-F238E27FC236}">
                <a16:creationId xmlns:a16="http://schemas.microsoft.com/office/drawing/2014/main" id="{F74654C3-2634-DDC4-4F8F-3FC932A7069D}"/>
              </a:ext>
            </a:extLst>
          </p:cNvPr>
          <p:cNvSpPr/>
          <p:nvPr/>
        </p:nvSpPr>
        <p:spPr>
          <a:xfrm>
            <a:off x="11242132" y="5676181"/>
            <a:ext cx="304802" cy="291423"/>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2</a:t>
            </a:r>
          </a:p>
        </p:txBody>
      </p:sp>
      <p:sp>
        <p:nvSpPr>
          <p:cNvPr id="11" name="Rectángulo redondeado 7">
            <a:extLst>
              <a:ext uri="{FF2B5EF4-FFF2-40B4-BE49-F238E27FC236}">
                <a16:creationId xmlns:a16="http://schemas.microsoft.com/office/drawing/2014/main" id="{B08BDDF4-41D3-E5A9-DA34-7A7F5AF36AE7}"/>
              </a:ext>
            </a:extLst>
          </p:cNvPr>
          <p:cNvSpPr/>
          <p:nvPr/>
        </p:nvSpPr>
        <p:spPr>
          <a:xfrm>
            <a:off x="10191429" y="5157096"/>
            <a:ext cx="1579860" cy="291423"/>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Guardar los cambios</a:t>
            </a:r>
          </a:p>
        </p:txBody>
      </p:sp>
      <p:sp>
        <p:nvSpPr>
          <p:cNvPr id="12" name="Rectángulo 11">
            <a:extLst>
              <a:ext uri="{FF2B5EF4-FFF2-40B4-BE49-F238E27FC236}">
                <a16:creationId xmlns:a16="http://schemas.microsoft.com/office/drawing/2014/main" id="{9B84CC39-B0DA-54D7-11CA-BA911C84838E}"/>
              </a:ext>
            </a:extLst>
          </p:cNvPr>
          <p:cNvSpPr/>
          <p:nvPr/>
        </p:nvSpPr>
        <p:spPr>
          <a:xfrm flipH="1">
            <a:off x="9932636" y="3099653"/>
            <a:ext cx="707293" cy="54731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Tree>
    <p:extLst>
      <p:ext uri="{BB962C8B-B14F-4D97-AF65-F5344CB8AC3E}">
        <p14:creationId xmlns:p14="http://schemas.microsoft.com/office/powerpoint/2010/main" val="31123424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D3535E-70B4-CE79-E894-F89C1FE4D6D5}"/>
            </a:ext>
          </a:extLst>
        </p:cNvPr>
        <p:cNvGrpSpPr/>
        <p:nvPr/>
      </p:nvGrpSpPr>
      <p:grpSpPr>
        <a:xfrm>
          <a:off x="0" y="0"/>
          <a:ext cx="0" cy="0"/>
          <a:chOff x="0" y="0"/>
          <a:chExt cx="0" cy="0"/>
        </a:xfrm>
      </p:grpSpPr>
      <p:sp>
        <p:nvSpPr>
          <p:cNvPr id="5" name="Marcador de texto 4">
            <a:extLst>
              <a:ext uri="{FF2B5EF4-FFF2-40B4-BE49-F238E27FC236}">
                <a16:creationId xmlns:a16="http://schemas.microsoft.com/office/drawing/2014/main" id="{4C71A422-42B6-8F4F-686E-C16A9658A24A}"/>
              </a:ext>
            </a:extLst>
          </p:cNvPr>
          <p:cNvSpPr>
            <a:spLocks noGrp="1"/>
          </p:cNvSpPr>
          <p:nvPr>
            <p:ph type="body" sz="quarter" idx="10"/>
          </p:nvPr>
        </p:nvSpPr>
        <p:spPr>
          <a:xfrm>
            <a:off x="914399" y="2238843"/>
            <a:ext cx="10363202" cy="669094"/>
          </a:xfrm>
        </p:spPr>
        <p:txBody>
          <a:bodyPr/>
          <a:lstStyle/>
          <a:p>
            <a:r>
              <a:rPr lang="en-US" dirty="0"/>
              <a:t>Crear </a:t>
            </a:r>
            <a:r>
              <a:rPr lang="en-US" dirty="0" err="1"/>
              <a:t>restricciones</a:t>
            </a:r>
            <a:r>
              <a:rPr lang="en-US" dirty="0"/>
              <a:t> al </a:t>
            </a:r>
            <a:r>
              <a:rPr lang="en-US" dirty="0" err="1"/>
              <a:t>evento</a:t>
            </a:r>
            <a:endParaRPr lang="es-419" dirty="0"/>
          </a:p>
        </p:txBody>
      </p:sp>
    </p:spTree>
    <p:extLst>
      <p:ext uri="{BB962C8B-B14F-4D97-AF65-F5344CB8AC3E}">
        <p14:creationId xmlns:p14="http://schemas.microsoft.com/office/powerpoint/2010/main" val="7822484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49164A-7B8B-D4E4-AB72-D6D2514F65E0}"/>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EAF790FC-968C-1137-B72F-7BEF52DF707A}"/>
              </a:ext>
            </a:extLst>
          </p:cNvPr>
          <p:cNvPicPr>
            <a:picLocks noChangeAspect="1"/>
          </p:cNvPicPr>
          <p:nvPr/>
        </p:nvPicPr>
        <p:blipFill>
          <a:blip r:embed="rId2"/>
          <a:stretch>
            <a:fillRect/>
          </a:stretch>
        </p:blipFill>
        <p:spPr>
          <a:xfrm>
            <a:off x="970513" y="1128216"/>
            <a:ext cx="10876429" cy="4759503"/>
          </a:xfrm>
          <a:prstGeom prst="rect">
            <a:avLst/>
          </a:prstGeom>
        </p:spPr>
      </p:pic>
      <p:sp>
        <p:nvSpPr>
          <p:cNvPr id="3" name="Marcador de texto vertical 2">
            <a:extLst>
              <a:ext uri="{FF2B5EF4-FFF2-40B4-BE49-F238E27FC236}">
                <a16:creationId xmlns:a16="http://schemas.microsoft.com/office/drawing/2014/main" id="{68595570-BC82-6BAA-94D4-B2B76381EFE0}"/>
              </a:ext>
            </a:extLst>
          </p:cNvPr>
          <p:cNvSpPr>
            <a:spLocks noGrp="1"/>
          </p:cNvSpPr>
          <p:nvPr>
            <p:ph type="body" orient="vert" sz="quarter" idx="17"/>
          </p:nvPr>
        </p:nvSpPr>
        <p:spPr>
          <a:xfrm rot="10800000">
            <a:off x="148508" y="954157"/>
            <a:ext cx="609600" cy="5486399"/>
          </a:xfrm>
        </p:spPr>
        <p:txBody>
          <a:bodyPr/>
          <a:lstStyle/>
          <a:p>
            <a:r>
              <a:rPr lang="es-MX" sz="1200" dirty="0"/>
              <a:t>Definir y diseñar los eventos </a:t>
            </a:r>
            <a:endParaRPr lang="es-419" sz="1200" dirty="0"/>
          </a:p>
        </p:txBody>
      </p:sp>
      <p:sp>
        <p:nvSpPr>
          <p:cNvPr id="5" name="Slide Number Placeholder 17">
            <a:extLst>
              <a:ext uri="{FF2B5EF4-FFF2-40B4-BE49-F238E27FC236}">
                <a16:creationId xmlns:a16="http://schemas.microsoft.com/office/drawing/2014/main" id="{F1A309E5-0FD9-9013-5CF6-EF9F6CAD9F83}"/>
              </a:ext>
            </a:extLst>
          </p:cNvPr>
          <p:cNvSpPr>
            <a:spLocks noGrp="1"/>
          </p:cNvSpPr>
          <p:nvPr>
            <p:ph type="sldNum" sz="quarter" idx="4"/>
          </p:nvPr>
        </p:nvSpPr>
        <p:spPr/>
        <p:txBody>
          <a:bodyPr/>
          <a:lstStyle/>
          <a:p>
            <a:fld id="{4A16F8ED-7337-F64C-865A-41A1F48E54DF}" type="slidenum">
              <a:rPr lang="en-US" smtClean="0"/>
              <a:pPr/>
              <a:t>34</a:t>
            </a:fld>
            <a:endParaRPr lang="en-US" dirty="0"/>
          </a:p>
        </p:txBody>
      </p:sp>
      <p:sp>
        <p:nvSpPr>
          <p:cNvPr id="4" name="Título 3">
            <a:extLst>
              <a:ext uri="{FF2B5EF4-FFF2-40B4-BE49-F238E27FC236}">
                <a16:creationId xmlns:a16="http://schemas.microsoft.com/office/drawing/2014/main" id="{7C427DCA-2F7D-FC33-1CCB-D4727C227D24}"/>
              </a:ext>
            </a:extLst>
          </p:cNvPr>
          <p:cNvSpPr>
            <a:spLocks noGrp="1"/>
          </p:cNvSpPr>
          <p:nvPr>
            <p:ph type="title"/>
          </p:nvPr>
        </p:nvSpPr>
        <p:spPr>
          <a:xfrm>
            <a:off x="810247" y="327992"/>
            <a:ext cx="10271883" cy="626165"/>
          </a:xfrm>
        </p:spPr>
        <p:txBody>
          <a:bodyPr/>
          <a:lstStyle/>
          <a:p>
            <a:r>
              <a:rPr lang="es-CO" sz="3200" b="0" dirty="0"/>
              <a:t>Validación del código de regla de negocio GTVSQRU</a:t>
            </a:r>
            <a:endParaRPr lang="es-CL" dirty="0"/>
          </a:p>
        </p:txBody>
      </p:sp>
      <p:sp>
        <p:nvSpPr>
          <p:cNvPr id="10" name="Rectángulo redondeado 5">
            <a:extLst>
              <a:ext uri="{FF2B5EF4-FFF2-40B4-BE49-F238E27FC236}">
                <a16:creationId xmlns:a16="http://schemas.microsoft.com/office/drawing/2014/main" id="{28C5BC95-B265-FF28-6EB4-82D7177C8AE1}"/>
              </a:ext>
            </a:extLst>
          </p:cNvPr>
          <p:cNvSpPr/>
          <p:nvPr/>
        </p:nvSpPr>
        <p:spPr>
          <a:xfrm>
            <a:off x="809348" y="3429001"/>
            <a:ext cx="10960413" cy="1795172"/>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419" sz="1400" dirty="0"/>
              <a:t>Está página se usa para crear las restricciones que puede tener un evento. </a:t>
            </a:r>
          </a:p>
          <a:p>
            <a:pPr marL="342900" indent="-342900">
              <a:buFont typeface="+mj-lt"/>
              <a:buAutoNum type="arabicPeriod"/>
            </a:pPr>
            <a:r>
              <a:rPr lang="es-419" sz="1400" dirty="0"/>
              <a:t>Presione la opción Insertar (+)</a:t>
            </a:r>
          </a:p>
          <a:p>
            <a:pPr marL="342900" indent="-342900">
              <a:buFont typeface="+mj-lt"/>
              <a:buAutoNum type="arabicPeriod"/>
            </a:pPr>
            <a:r>
              <a:rPr lang="es-419" sz="1400" dirty="0"/>
              <a:t>Código: campo de 30 caracteres que identificará la restricción. No puede ser nulo y debe ser único.</a:t>
            </a:r>
          </a:p>
          <a:p>
            <a:pPr marL="342900" indent="-342900">
              <a:buFont typeface="+mj-lt"/>
              <a:buAutoNum type="arabicPeriod"/>
            </a:pPr>
            <a:r>
              <a:rPr lang="es-419" sz="1400" dirty="0"/>
              <a:t>Ingrese la descripción. Máximo 30 caracteres.</a:t>
            </a:r>
          </a:p>
          <a:p>
            <a:pPr marL="342900" indent="-342900">
              <a:buFont typeface="+mj-lt"/>
              <a:buAutoNum type="arabicPeriod"/>
            </a:pPr>
            <a:r>
              <a:rPr lang="es-419" sz="1400" dirty="0"/>
              <a:t>Guarde los datos.</a:t>
            </a:r>
          </a:p>
          <a:p>
            <a:endParaRPr lang="es-419" sz="1100" dirty="0"/>
          </a:p>
        </p:txBody>
      </p:sp>
      <p:sp>
        <p:nvSpPr>
          <p:cNvPr id="12" name="Rectángulo redondeado 15">
            <a:extLst>
              <a:ext uri="{FF2B5EF4-FFF2-40B4-BE49-F238E27FC236}">
                <a16:creationId xmlns:a16="http://schemas.microsoft.com/office/drawing/2014/main" id="{E3F6CDBA-E1BA-0CE6-6E4B-FC7F290F83B2}"/>
              </a:ext>
            </a:extLst>
          </p:cNvPr>
          <p:cNvSpPr/>
          <p:nvPr/>
        </p:nvSpPr>
        <p:spPr>
          <a:xfrm>
            <a:off x="10621920" y="1592985"/>
            <a:ext cx="267056" cy="15101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16" name="Rectángulo redondeado 15">
            <a:extLst>
              <a:ext uri="{FF2B5EF4-FFF2-40B4-BE49-F238E27FC236}">
                <a16:creationId xmlns:a16="http://schemas.microsoft.com/office/drawing/2014/main" id="{501B1267-F53E-46FD-1379-F099AD4C4158}"/>
              </a:ext>
            </a:extLst>
          </p:cNvPr>
          <p:cNvSpPr/>
          <p:nvPr/>
        </p:nvSpPr>
        <p:spPr>
          <a:xfrm>
            <a:off x="2458728" y="1908669"/>
            <a:ext cx="267056" cy="15101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
        <p:nvSpPr>
          <p:cNvPr id="18" name="Rectángulo redondeado 15">
            <a:extLst>
              <a:ext uri="{FF2B5EF4-FFF2-40B4-BE49-F238E27FC236}">
                <a16:creationId xmlns:a16="http://schemas.microsoft.com/office/drawing/2014/main" id="{686A5B7F-CF0B-5D9B-A907-5979F4FB3FA4}"/>
              </a:ext>
            </a:extLst>
          </p:cNvPr>
          <p:cNvSpPr/>
          <p:nvPr/>
        </p:nvSpPr>
        <p:spPr>
          <a:xfrm>
            <a:off x="5023301" y="1908669"/>
            <a:ext cx="267056" cy="15101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3</a:t>
            </a:r>
          </a:p>
        </p:txBody>
      </p:sp>
      <p:sp>
        <p:nvSpPr>
          <p:cNvPr id="20" name="Rectángulo redondeado 15">
            <a:extLst>
              <a:ext uri="{FF2B5EF4-FFF2-40B4-BE49-F238E27FC236}">
                <a16:creationId xmlns:a16="http://schemas.microsoft.com/office/drawing/2014/main" id="{936939B7-0166-77AC-E188-7E25A55D266D}"/>
              </a:ext>
            </a:extLst>
          </p:cNvPr>
          <p:cNvSpPr/>
          <p:nvPr/>
        </p:nvSpPr>
        <p:spPr>
          <a:xfrm>
            <a:off x="10865022" y="5654278"/>
            <a:ext cx="267056" cy="15101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4</a:t>
            </a:r>
          </a:p>
        </p:txBody>
      </p:sp>
      <p:sp>
        <p:nvSpPr>
          <p:cNvPr id="22" name="Rectángulo 21">
            <a:extLst>
              <a:ext uri="{FF2B5EF4-FFF2-40B4-BE49-F238E27FC236}">
                <a16:creationId xmlns:a16="http://schemas.microsoft.com/office/drawing/2014/main" id="{CDF7C858-B501-F4DF-D7DE-D51160E95179}"/>
              </a:ext>
            </a:extLst>
          </p:cNvPr>
          <p:cNvSpPr/>
          <p:nvPr/>
        </p:nvSpPr>
        <p:spPr>
          <a:xfrm>
            <a:off x="10948650" y="1487086"/>
            <a:ext cx="234824" cy="151010"/>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24" name="Rectángulo 23">
            <a:extLst>
              <a:ext uri="{FF2B5EF4-FFF2-40B4-BE49-F238E27FC236}">
                <a16:creationId xmlns:a16="http://schemas.microsoft.com/office/drawing/2014/main" id="{DA4D0E66-B9E4-96B4-06D5-66500B651489}"/>
              </a:ext>
            </a:extLst>
          </p:cNvPr>
          <p:cNvSpPr/>
          <p:nvPr/>
        </p:nvSpPr>
        <p:spPr>
          <a:xfrm>
            <a:off x="3077864" y="1891763"/>
            <a:ext cx="1922544" cy="15101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26" name="Rectángulo 25">
            <a:extLst>
              <a:ext uri="{FF2B5EF4-FFF2-40B4-BE49-F238E27FC236}">
                <a16:creationId xmlns:a16="http://schemas.microsoft.com/office/drawing/2014/main" id="{59A213FD-1FED-893A-5669-B38E08D8A7E3}"/>
              </a:ext>
            </a:extLst>
          </p:cNvPr>
          <p:cNvSpPr/>
          <p:nvPr/>
        </p:nvSpPr>
        <p:spPr>
          <a:xfrm>
            <a:off x="773699" y="1881576"/>
            <a:ext cx="1662136" cy="159289"/>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28" name="Rectángulo 27">
            <a:extLst>
              <a:ext uri="{FF2B5EF4-FFF2-40B4-BE49-F238E27FC236}">
                <a16:creationId xmlns:a16="http://schemas.microsoft.com/office/drawing/2014/main" id="{F9C776FF-31C9-957F-42C8-E7A2234EF130}"/>
              </a:ext>
            </a:extLst>
          </p:cNvPr>
          <p:cNvSpPr/>
          <p:nvPr/>
        </p:nvSpPr>
        <p:spPr>
          <a:xfrm>
            <a:off x="11310322" y="5635003"/>
            <a:ext cx="536620" cy="151012"/>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5948936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B745BB-67C9-4FE2-D63D-ABBD7A3EEEB3}"/>
            </a:ext>
          </a:extLst>
        </p:cNvPr>
        <p:cNvGrpSpPr/>
        <p:nvPr/>
      </p:nvGrpSpPr>
      <p:grpSpPr>
        <a:xfrm>
          <a:off x="0" y="0"/>
          <a:ext cx="0" cy="0"/>
          <a:chOff x="0" y="0"/>
          <a:chExt cx="0" cy="0"/>
        </a:xfrm>
      </p:grpSpPr>
      <p:pic>
        <p:nvPicPr>
          <p:cNvPr id="9" name="Imagen 8">
            <a:extLst>
              <a:ext uri="{FF2B5EF4-FFF2-40B4-BE49-F238E27FC236}">
                <a16:creationId xmlns:a16="http://schemas.microsoft.com/office/drawing/2014/main" id="{46C30818-DC65-5F84-BC11-C5E0BAE6A8D1}"/>
              </a:ext>
            </a:extLst>
          </p:cNvPr>
          <p:cNvPicPr>
            <a:picLocks noChangeAspect="1"/>
          </p:cNvPicPr>
          <p:nvPr/>
        </p:nvPicPr>
        <p:blipFill>
          <a:blip r:embed="rId2"/>
          <a:stretch>
            <a:fillRect/>
          </a:stretch>
        </p:blipFill>
        <p:spPr>
          <a:xfrm>
            <a:off x="909547" y="1147427"/>
            <a:ext cx="10760014" cy="972800"/>
          </a:xfrm>
          <a:prstGeom prst="rect">
            <a:avLst/>
          </a:prstGeom>
        </p:spPr>
      </p:pic>
      <p:sp>
        <p:nvSpPr>
          <p:cNvPr id="3" name="Marcador de texto vertical 2">
            <a:extLst>
              <a:ext uri="{FF2B5EF4-FFF2-40B4-BE49-F238E27FC236}">
                <a16:creationId xmlns:a16="http://schemas.microsoft.com/office/drawing/2014/main" id="{1B71B9D3-1069-3D62-724C-F415B75A9A48}"/>
              </a:ext>
            </a:extLst>
          </p:cNvPr>
          <p:cNvSpPr>
            <a:spLocks noGrp="1"/>
          </p:cNvSpPr>
          <p:nvPr>
            <p:ph type="body" orient="vert" sz="quarter" idx="17"/>
          </p:nvPr>
        </p:nvSpPr>
        <p:spPr>
          <a:xfrm rot="10800000">
            <a:off x="148508" y="954157"/>
            <a:ext cx="609600" cy="5486399"/>
          </a:xfrm>
        </p:spPr>
        <p:txBody>
          <a:bodyPr/>
          <a:lstStyle/>
          <a:p>
            <a:r>
              <a:rPr lang="es-MX" sz="1200" dirty="0"/>
              <a:t>Definir y diseñar los eventos </a:t>
            </a:r>
            <a:endParaRPr lang="es-419" sz="1200" dirty="0"/>
          </a:p>
        </p:txBody>
      </p:sp>
      <p:sp>
        <p:nvSpPr>
          <p:cNvPr id="5" name="Slide Number Placeholder 17">
            <a:extLst>
              <a:ext uri="{FF2B5EF4-FFF2-40B4-BE49-F238E27FC236}">
                <a16:creationId xmlns:a16="http://schemas.microsoft.com/office/drawing/2014/main" id="{422C1DD5-AF50-7E2B-0796-EEEA9984A5B5}"/>
              </a:ext>
            </a:extLst>
          </p:cNvPr>
          <p:cNvSpPr>
            <a:spLocks noGrp="1"/>
          </p:cNvSpPr>
          <p:nvPr>
            <p:ph type="sldNum" sz="quarter" idx="4"/>
          </p:nvPr>
        </p:nvSpPr>
        <p:spPr/>
        <p:txBody>
          <a:bodyPr/>
          <a:lstStyle/>
          <a:p>
            <a:fld id="{4A16F8ED-7337-F64C-865A-41A1F48E54DF}" type="slidenum">
              <a:rPr lang="en-US" smtClean="0"/>
              <a:pPr/>
              <a:t>35</a:t>
            </a:fld>
            <a:endParaRPr lang="en-US" dirty="0"/>
          </a:p>
        </p:txBody>
      </p:sp>
      <p:sp>
        <p:nvSpPr>
          <p:cNvPr id="4" name="Título 3">
            <a:extLst>
              <a:ext uri="{FF2B5EF4-FFF2-40B4-BE49-F238E27FC236}">
                <a16:creationId xmlns:a16="http://schemas.microsoft.com/office/drawing/2014/main" id="{CED428D9-4CC4-68E4-81FE-51A5214ECEB9}"/>
              </a:ext>
            </a:extLst>
          </p:cNvPr>
          <p:cNvSpPr>
            <a:spLocks noGrp="1"/>
          </p:cNvSpPr>
          <p:nvPr>
            <p:ph type="title"/>
          </p:nvPr>
        </p:nvSpPr>
        <p:spPr>
          <a:xfrm>
            <a:off x="810247" y="327992"/>
            <a:ext cx="10271883" cy="626165"/>
          </a:xfrm>
        </p:spPr>
        <p:txBody>
          <a:bodyPr/>
          <a:lstStyle/>
          <a:p>
            <a:r>
              <a:rPr lang="es-CO" sz="3200" b="0" dirty="0"/>
              <a:t>Reglas de negocio GORRSQL</a:t>
            </a:r>
            <a:endParaRPr lang="es-CL" dirty="0"/>
          </a:p>
        </p:txBody>
      </p:sp>
      <p:sp>
        <p:nvSpPr>
          <p:cNvPr id="10" name="Rectángulo redondeado 5">
            <a:extLst>
              <a:ext uri="{FF2B5EF4-FFF2-40B4-BE49-F238E27FC236}">
                <a16:creationId xmlns:a16="http://schemas.microsoft.com/office/drawing/2014/main" id="{D1943E3F-B4A4-2A94-70AF-3C967AA8DE6F}"/>
              </a:ext>
            </a:extLst>
          </p:cNvPr>
          <p:cNvSpPr/>
          <p:nvPr/>
        </p:nvSpPr>
        <p:spPr>
          <a:xfrm>
            <a:off x="809348" y="3429001"/>
            <a:ext cx="10960413" cy="1795172"/>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CO" sz="1400" dirty="0"/>
              <a:t>Esta página se utiliza para crear una instrucción SQL que permita seleccionar los estudiantes o las personas a quienes estará dirigido el evento. La consulta define los criterios de selección de los destinatarios y sirve como base para identificar automáticamente los participantes que cumplen con las condiciones establecidas.</a:t>
            </a:r>
          </a:p>
          <a:p>
            <a:pPr marL="342900" indent="-342900">
              <a:buFont typeface="+mj-lt"/>
              <a:buAutoNum type="arabicPeriod"/>
            </a:pPr>
            <a:r>
              <a:rPr lang="es-419" sz="1400" dirty="0"/>
              <a:t>Busque el procesos ‘EVENTS’</a:t>
            </a:r>
          </a:p>
          <a:p>
            <a:pPr marL="342900" indent="-342900">
              <a:buFont typeface="+mj-lt"/>
              <a:buAutoNum type="arabicPeriod"/>
            </a:pPr>
            <a:r>
              <a:rPr lang="es-419" sz="1400" dirty="0"/>
              <a:t>Regla: seleccione la regla que creo en </a:t>
            </a:r>
            <a:r>
              <a:rPr lang="es-CO" sz="1400" dirty="0"/>
              <a:t>GTVSQRU </a:t>
            </a:r>
          </a:p>
          <a:p>
            <a:pPr marL="342900" indent="-342900">
              <a:buFont typeface="+mj-lt"/>
              <a:buAutoNum type="arabicPeriod"/>
            </a:pPr>
            <a:r>
              <a:rPr lang="es-419" sz="1400" dirty="0"/>
              <a:t>Presiones IR</a:t>
            </a:r>
          </a:p>
          <a:p>
            <a:endParaRPr lang="es-419" sz="1100" dirty="0"/>
          </a:p>
        </p:txBody>
      </p:sp>
      <p:sp>
        <p:nvSpPr>
          <p:cNvPr id="12" name="Rectángulo redondeado 15">
            <a:extLst>
              <a:ext uri="{FF2B5EF4-FFF2-40B4-BE49-F238E27FC236}">
                <a16:creationId xmlns:a16="http://schemas.microsoft.com/office/drawing/2014/main" id="{B35903C3-C289-4B58-AB4C-FFC323A11F89}"/>
              </a:ext>
            </a:extLst>
          </p:cNvPr>
          <p:cNvSpPr/>
          <p:nvPr/>
        </p:nvSpPr>
        <p:spPr>
          <a:xfrm>
            <a:off x="1797097" y="1833163"/>
            <a:ext cx="267056" cy="15101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16" name="Rectángulo redondeado 15">
            <a:extLst>
              <a:ext uri="{FF2B5EF4-FFF2-40B4-BE49-F238E27FC236}">
                <a16:creationId xmlns:a16="http://schemas.microsoft.com/office/drawing/2014/main" id="{BA9E418A-DCC8-54B3-8BB5-5BA5A3E5E788}"/>
              </a:ext>
            </a:extLst>
          </p:cNvPr>
          <p:cNvSpPr/>
          <p:nvPr/>
        </p:nvSpPr>
        <p:spPr>
          <a:xfrm>
            <a:off x="6732698" y="1784396"/>
            <a:ext cx="267056" cy="15101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
        <p:nvSpPr>
          <p:cNvPr id="18" name="Rectángulo redondeado 15">
            <a:extLst>
              <a:ext uri="{FF2B5EF4-FFF2-40B4-BE49-F238E27FC236}">
                <a16:creationId xmlns:a16="http://schemas.microsoft.com/office/drawing/2014/main" id="{39F15EA6-3DEC-4A84-767F-6369FC0C63AD}"/>
              </a:ext>
            </a:extLst>
          </p:cNvPr>
          <p:cNvSpPr/>
          <p:nvPr/>
        </p:nvSpPr>
        <p:spPr>
          <a:xfrm>
            <a:off x="10985823" y="1626046"/>
            <a:ext cx="267056" cy="15101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3</a:t>
            </a:r>
          </a:p>
        </p:txBody>
      </p:sp>
      <p:sp>
        <p:nvSpPr>
          <p:cNvPr id="22" name="Rectángulo 21">
            <a:extLst>
              <a:ext uri="{FF2B5EF4-FFF2-40B4-BE49-F238E27FC236}">
                <a16:creationId xmlns:a16="http://schemas.microsoft.com/office/drawing/2014/main" id="{257BC3A1-FB66-B54D-8400-0D37E26B2786}"/>
              </a:ext>
            </a:extLst>
          </p:cNvPr>
          <p:cNvSpPr/>
          <p:nvPr/>
        </p:nvSpPr>
        <p:spPr>
          <a:xfrm>
            <a:off x="11343808" y="1633827"/>
            <a:ext cx="234824" cy="151010"/>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24" name="Rectángulo 23">
            <a:extLst>
              <a:ext uri="{FF2B5EF4-FFF2-40B4-BE49-F238E27FC236}">
                <a16:creationId xmlns:a16="http://schemas.microsoft.com/office/drawing/2014/main" id="{6E571B60-548B-D6C3-3E89-0F1A9874852E}"/>
              </a:ext>
            </a:extLst>
          </p:cNvPr>
          <p:cNvSpPr/>
          <p:nvPr/>
        </p:nvSpPr>
        <p:spPr>
          <a:xfrm>
            <a:off x="6096000" y="1599578"/>
            <a:ext cx="1922544" cy="15101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26" name="Rectángulo 25">
            <a:extLst>
              <a:ext uri="{FF2B5EF4-FFF2-40B4-BE49-F238E27FC236}">
                <a16:creationId xmlns:a16="http://schemas.microsoft.com/office/drawing/2014/main" id="{C1AC058C-79CC-69EC-B375-E668D20F8636}"/>
              </a:ext>
            </a:extLst>
          </p:cNvPr>
          <p:cNvSpPr/>
          <p:nvPr/>
        </p:nvSpPr>
        <p:spPr>
          <a:xfrm>
            <a:off x="1415728" y="1595563"/>
            <a:ext cx="1991706" cy="21197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38720896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DCFA08-6275-68AD-F49D-D93272A177CD}"/>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5B721451-05FD-19BE-A4D1-3DA7AF0E440B}"/>
              </a:ext>
            </a:extLst>
          </p:cNvPr>
          <p:cNvPicPr>
            <a:picLocks noChangeAspect="1"/>
          </p:cNvPicPr>
          <p:nvPr/>
        </p:nvPicPr>
        <p:blipFill>
          <a:blip r:embed="rId2"/>
          <a:stretch>
            <a:fillRect/>
          </a:stretch>
        </p:blipFill>
        <p:spPr>
          <a:xfrm>
            <a:off x="906616" y="948511"/>
            <a:ext cx="11068713" cy="4809964"/>
          </a:xfrm>
          <a:prstGeom prst="rect">
            <a:avLst/>
          </a:prstGeom>
        </p:spPr>
      </p:pic>
      <p:sp>
        <p:nvSpPr>
          <p:cNvPr id="3" name="Marcador de texto vertical 2">
            <a:extLst>
              <a:ext uri="{FF2B5EF4-FFF2-40B4-BE49-F238E27FC236}">
                <a16:creationId xmlns:a16="http://schemas.microsoft.com/office/drawing/2014/main" id="{91631B6B-64DE-C2B1-E954-3831F3724151}"/>
              </a:ext>
            </a:extLst>
          </p:cNvPr>
          <p:cNvSpPr>
            <a:spLocks noGrp="1"/>
          </p:cNvSpPr>
          <p:nvPr>
            <p:ph type="body" orient="vert" sz="quarter" idx="17"/>
          </p:nvPr>
        </p:nvSpPr>
        <p:spPr>
          <a:xfrm rot="10800000">
            <a:off x="148508" y="954157"/>
            <a:ext cx="609600" cy="5486399"/>
          </a:xfrm>
        </p:spPr>
        <p:txBody>
          <a:bodyPr/>
          <a:lstStyle/>
          <a:p>
            <a:r>
              <a:rPr lang="es-MX" sz="1200" dirty="0"/>
              <a:t>Definir y diseñar los eventos </a:t>
            </a:r>
            <a:endParaRPr lang="es-419" sz="1200" dirty="0"/>
          </a:p>
        </p:txBody>
      </p:sp>
      <p:sp>
        <p:nvSpPr>
          <p:cNvPr id="5" name="Slide Number Placeholder 17">
            <a:extLst>
              <a:ext uri="{FF2B5EF4-FFF2-40B4-BE49-F238E27FC236}">
                <a16:creationId xmlns:a16="http://schemas.microsoft.com/office/drawing/2014/main" id="{F84E7354-A1ED-5A73-B339-73E24533E2F3}"/>
              </a:ext>
            </a:extLst>
          </p:cNvPr>
          <p:cNvSpPr>
            <a:spLocks noGrp="1"/>
          </p:cNvSpPr>
          <p:nvPr>
            <p:ph type="sldNum" sz="quarter" idx="4"/>
          </p:nvPr>
        </p:nvSpPr>
        <p:spPr/>
        <p:txBody>
          <a:bodyPr/>
          <a:lstStyle/>
          <a:p>
            <a:fld id="{4A16F8ED-7337-F64C-865A-41A1F48E54DF}" type="slidenum">
              <a:rPr lang="en-US" smtClean="0"/>
              <a:pPr/>
              <a:t>36</a:t>
            </a:fld>
            <a:endParaRPr lang="en-US" dirty="0"/>
          </a:p>
        </p:txBody>
      </p:sp>
      <p:sp>
        <p:nvSpPr>
          <p:cNvPr id="4" name="Título 3">
            <a:extLst>
              <a:ext uri="{FF2B5EF4-FFF2-40B4-BE49-F238E27FC236}">
                <a16:creationId xmlns:a16="http://schemas.microsoft.com/office/drawing/2014/main" id="{E69F1B7B-677E-E661-F9E3-F07C9311D4C0}"/>
              </a:ext>
            </a:extLst>
          </p:cNvPr>
          <p:cNvSpPr>
            <a:spLocks noGrp="1"/>
          </p:cNvSpPr>
          <p:nvPr>
            <p:ph type="title"/>
          </p:nvPr>
        </p:nvSpPr>
        <p:spPr>
          <a:xfrm>
            <a:off x="810247" y="327992"/>
            <a:ext cx="10271883" cy="626165"/>
          </a:xfrm>
        </p:spPr>
        <p:txBody>
          <a:bodyPr/>
          <a:lstStyle/>
          <a:p>
            <a:r>
              <a:rPr lang="es-CO" b="0" dirty="0"/>
              <a:t>Reglas de negocio GORRSQL</a:t>
            </a:r>
            <a:endParaRPr lang="es-CL" dirty="0"/>
          </a:p>
        </p:txBody>
      </p:sp>
      <p:sp>
        <p:nvSpPr>
          <p:cNvPr id="10" name="Rectángulo redondeado 5">
            <a:extLst>
              <a:ext uri="{FF2B5EF4-FFF2-40B4-BE49-F238E27FC236}">
                <a16:creationId xmlns:a16="http://schemas.microsoft.com/office/drawing/2014/main" id="{A344D923-802B-AE81-1B9B-859392EC3B7F}"/>
              </a:ext>
            </a:extLst>
          </p:cNvPr>
          <p:cNvSpPr/>
          <p:nvPr/>
        </p:nvSpPr>
        <p:spPr>
          <a:xfrm>
            <a:off x="5678388" y="3309314"/>
            <a:ext cx="5631934" cy="1795172"/>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419" sz="1400" dirty="0"/>
              <a:t>Está página se usa para crear las restricciones que puede tener un evento. </a:t>
            </a:r>
          </a:p>
          <a:p>
            <a:pPr marL="342900" indent="-342900">
              <a:buAutoNum type="arabicPeriod" startAt="5"/>
            </a:pPr>
            <a:r>
              <a:rPr lang="es-419" sz="1400" dirty="0"/>
              <a:t>Ingrese la fecha de inicio de la vigencia de la regla de negocio.</a:t>
            </a:r>
          </a:p>
          <a:p>
            <a:pPr marL="342900" indent="-342900">
              <a:buAutoNum type="arabicPeriod" startAt="5"/>
            </a:pPr>
            <a:r>
              <a:rPr lang="es-419" sz="1400" dirty="0"/>
              <a:t>Ingrese la sentencia SQL, que extrae los estudiantes o personas.</a:t>
            </a:r>
          </a:p>
          <a:p>
            <a:pPr marL="342900" indent="-342900">
              <a:buAutoNum type="arabicPeriod" startAt="5"/>
            </a:pPr>
            <a:r>
              <a:rPr lang="es-419" sz="1400" dirty="0"/>
              <a:t>Active la regla de negocio</a:t>
            </a:r>
          </a:p>
          <a:p>
            <a:pPr marL="342900" indent="-342900">
              <a:buAutoNum type="arabicPeriod" startAt="5"/>
            </a:pPr>
            <a:r>
              <a:rPr lang="es-419" sz="1400" dirty="0"/>
              <a:t>Valide el SQL</a:t>
            </a:r>
          </a:p>
          <a:p>
            <a:pPr marL="342900" indent="-342900">
              <a:buAutoNum type="arabicPeriod" startAt="5"/>
            </a:pPr>
            <a:r>
              <a:rPr lang="es-419" sz="1400" dirty="0"/>
              <a:t>Guarde la información</a:t>
            </a:r>
            <a:endParaRPr lang="es-419" sz="1100" dirty="0"/>
          </a:p>
        </p:txBody>
      </p:sp>
      <p:sp>
        <p:nvSpPr>
          <p:cNvPr id="12" name="Rectángulo redondeado 15">
            <a:extLst>
              <a:ext uri="{FF2B5EF4-FFF2-40B4-BE49-F238E27FC236}">
                <a16:creationId xmlns:a16="http://schemas.microsoft.com/office/drawing/2014/main" id="{3ADE2F1D-9600-48E1-2F54-0D4E6B7B9404}"/>
              </a:ext>
            </a:extLst>
          </p:cNvPr>
          <p:cNvSpPr/>
          <p:nvPr/>
        </p:nvSpPr>
        <p:spPr>
          <a:xfrm>
            <a:off x="842553" y="3824611"/>
            <a:ext cx="267056" cy="15101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7</a:t>
            </a:r>
          </a:p>
        </p:txBody>
      </p:sp>
      <p:sp>
        <p:nvSpPr>
          <p:cNvPr id="16" name="Rectángulo redondeado 15">
            <a:extLst>
              <a:ext uri="{FF2B5EF4-FFF2-40B4-BE49-F238E27FC236}">
                <a16:creationId xmlns:a16="http://schemas.microsoft.com/office/drawing/2014/main" id="{6CFAB0CD-C7B6-56EE-9E0E-D47F0952498F}"/>
              </a:ext>
            </a:extLst>
          </p:cNvPr>
          <p:cNvSpPr/>
          <p:nvPr/>
        </p:nvSpPr>
        <p:spPr>
          <a:xfrm>
            <a:off x="3383000" y="1984174"/>
            <a:ext cx="267056" cy="15101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5</a:t>
            </a:r>
          </a:p>
        </p:txBody>
      </p:sp>
      <p:sp>
        <p:nvSpPr>
          <p:cNvPr id="18" name="Rectángulo redondeado 15">
            <a:extLst>
              <a:ext uri="{FF2B5EF4-FFF2-40B4-BE49-F238E27FC236}">
                <a16:creationId xmlns:a16="http://schemas.microsoft.com/office/drawing/2014/main" id="{DD010A4A-4BBC-CD35-CF9F-1438BEE99E11}"/>
              </a:ext>
            </a:extLst>
          </p:cNvPr>
          <p:cNvSpPr/>
          <p:nvPr/>
        </p:nvSpPr>
        <p:spPr>
          <a:xfrm>
            <a:off x="676719" y="2806873"/>
            <a:ext cx="267056" cy="15101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6</a:t>
            </a:r>
          </a:p>
        </p:txBody>
      </p:sp>
      <p:sp>
        <p:nvSpPr>
          <p:cNvPr id="20" name="Rectángulo redondeado 15">
            <a:extLst>
              <a:ext uri="{FF2B5EF4-FFF2-40B4-BE49-F238E27FC236}">
                <a16:creationId xmlns:a16="http://schemas.microsoft.com/office/drawing/2014/main" id="{3584BCC6-269C-CBA5-67D0-FC6AEF188C31}"/>
              </a:ext>
            </a:extLst>
          </p:cNvPr>
          <p:cNvSpPr/>
          <p:nvPr/>
        </p:nvSpPr>
        <p:spPr>
          <a:xfrm>
            <a:off x="5962472" y="2455908"/>
            <a:ext cx="267056" cy="15101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8</a:t>
            </a:r>
          </a:p>
        </p:txBody>
      </p:sp>
      <p:sp>
        <p:nvSpPr>
          <p:cNvPr id="22" name="Rectángulo 21">
            <a:extLst>
              <a:ext uri="{FF2B5EF4-FFF2-40B4-BE49-F238E27FC236}">
                <a16:creationId xmlns:a16="http://schemas.microsoft.com/office/drawing/2014/main" id="{01F8F680-6E4E-5475-3E59-DE10817E88C5}"/>
              </a:ext>
            </a:extLst>
          </p:cNvPr>
          <p:cNvSpPr/>
          <p:nvPr/>
        </p:nvSpPr>
        <p:spPr>
          <a:xfrm>
            <a:off x="2002771" y="3842400"/>
            <a:ext cx="671417" cy="15101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24" name="Rectángulo 23">
            <a:extLst>
              <a:ext uri="{FF2B5EF4-FFF2-40B4-BE49-F238E27FC236}">
                <a16:creationId xmlns:a16="http://schemas.microsoft.com/office/drawing/2014/main" id="{8149B42D-745F-7ACF-605B-7EA9D5263E20}"/>
              </a:ext>
            </a:extLst>
          </p:cNvPr>
          <p:cNvSpPr/>
          <p:nvPr/>
        </p:nvSpPr>
        <p:spPr>
          <a:xfrm>
            <a:off x="1023245" y="2531414"/>
            <a:ext cx="3660898" cy="120382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26" name="Rectángulo 25">
            <a:extLst>
              <a:ext uri="{FF2B5EF4-FFF2-40B4-BE49-F238E27FC236}">
                <a16:creationId xmlns:a16="http://schemas.microsoft.com/office/drawing/2014/main" id="{6A67E18D-EE03-D6F4-21A9-30AA8E23CCB9}"/>
              </a:ext>
            </a:extLst>
          </p:cNvPr>
          <p:cNvSpPr/>
          <p:nvPr/>
        </p:nvSpPr>
        <p:spPr>
          <a:xfrm>
            <a:off x="773698" y="1881576"/>
            <a:ext cx="2504339" cy="253609"/>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28" name="Rectángulo 27">
            <a:extLst>
              <a:ext uri="{FF2B5EF4-FFF2-40B4-BE49-F238E27FC236}">
                <a16:creationId xmlns:a16="http://schemas.microsoft.com/office/drawing/2014/main" id="{0973F877-8AF3-298B-A876-6DDBD4A588E4}"/>
              </a:ext>
            </a:extLst>
          </p:cNvPr>
          <p:cNvSpPr/>
          <p:nvPr/>
        </p:nvSpPr>
        <p:spPr>
          <a:xfrm>
            <a:off x="11364456" y="5516364"/>
            <a:ext cx="536620" cy="24211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9" name="Rectángulo redondeado 15">
            <a:extLst>
              <a:ext uri="{FF2B5EF4-FFF2-40B4-BE49-F238E27FC236}">
                <a16:creationId xmlns:a16="http://schemas.microsoft.com/office/drawing/2014/main" id="{03A69615-79B1-5AEC-F381-DE8ADBB7A305}"/>
              </a:ext>
            </a:extLst>
          </p:cNvPr>
          <p:cNvSpPr/>
          <p:nvPr/>
        </p:nvSpPr>
        <p:spPr>
          <a:xfrm>
            <a:off x="11097400" y="5682970"/>
            <a:ext cx="267056" cy="15101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9</a:t>
            </a:r>
          </a:p>
        </p:txBody>
      </p:sp>
    </p:spTree>
    <p:extLst>
      <p:ext uri="{BB962C8B-B14F-4D97-AF65-F5344CB8AC3E}">
        <p14:creationId xmlns:p14="http://schemas.microsoft.com/office/powerpoint/2010/main" val="27693151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6144BF-9627-6CFC-9D5D-1CD5B340B06F}"/>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67C47BF8-3D73-A75C-7415-47487920C84F}"/>
              </a:ext>
            </a:extLst>
          </p:cNvPr>
          <p:cNvPicPr>
            <a:picLocks noChangeAspect="1"/>
          </p:cNvPicPr>
          <p:nvPr/>
        </p:nvPicPr>
        <p:blipFill>
          <a:blip r:embed="rId2"/>
          <a:stretch>
            <a:fillRect/>
          </a:stretch>
        </p:blipFill>
        <p:spPr>
          <a:xfrm>
            <a:off x="758109" y="1099525"/>
            <a:ext cx="11033911" cy="4809359"/>
          </a:xfrm>
          <a:prstGeom prst="rect">
            <a:avLst/>
          </a:prstGeom>
        </p:spPr>
      </p:pic>
      <p:sp>
        <p:nvSpPr>
          <p:cNvPr id="3" name="Marcador de texto vertical 2">
            <a:extLst>
              <a:ext uri="{FF2B5EF4-FFF2-40B4-BE49-F238E27FC236}">
                <a16:creationId xmlns:a16="http://schemas.microsoft.com/office/drawing/2014/main" id="{9356F320-89EF-74C9-ECE2-ABA803ACF05F}"/>
              </a:ext>
            </a:extLst>
          </p:cNvPr>
          <p:cNvSpPr>
            <a:spLocks noGrp="1"/>
          </p:cNvSpPr>
          <p:nvPr>
            <p:ph type="body" orient="vert" sz="quarter" idx="17"/>
          </p:nvPr>
        </p:nvSpPr>
        <p:spPr>
          <a:xfrm rot="10800000">
            <a:off x="148508" y="954157"/>
            <a:ext cx="609600" cy="5486399"/>
          </a:xfrm>
        </p:spPr>
        <p:txBody>
          <a:bodyPr/>
          <a:lstStyle/>
          <a:p>
            <a:r>
              <a:rPr lang="es-MX" sz="1200" dirty="0"/>
              <a:t>Definir y diseñar los eventos </a:t>
            </a:r>
            <a:endParaRPr lang="es-419" sz="1200" dirty="0"/>
          </a:p>
        </p:txBody>
      </p:sp>
      <p:sp>
        <p:nvSpPr>
          <p:cNvPr id="5" name="Slide Number Placeholder 17">
            <a:extLst>
              <a:ext uri="{FF2B5EF4-FFF2-40B4-BE49-F238E27FC236}">
                <a16:creationId xmlns:a16="http://schemas.microsoft.com/office/drawing/2014/main" id="{C5D414F3-080E-AD0A-33CF-6AB93C9CC827}"/>
              </a:ext>
            </a:extLst>
          </p:cNvPr>
          <p:cNvSpPr>
            <a:spLocks noGrp="1"/>
          </p:cNvSpPr>
          <p:nvPr>
            <p:ph type="sldNum" sz="quarter" idx="4"/>
          </p:nvPr>
        </p:nvSpPr>
        <p:spPr/>
        <p:txBody>
          <a:bodyPr/>
          <a:lstStyle/>
          <a:p>
            <a:fld id="{4A16F8ED-7337-F64C-865A-41A1F48E54DF}" type="slidenum">
              <a:rPr lang="en-US" smtClean="0"/>
              <a:pPr/>
              <a:t>37</a:t>
            </a:fld>
            <a:endParaRPr lang="en-US" dirty="0"/>
          </a:p>
        </p:txBody>
      </p:sp>
      <p:sp>
        <p:nvSpPr>
          <p:cNvPr id="4" name="Título 3">
            <a:extLst>
              <a:ext uri="{FF2B5EF4-FFF2-40B4-BE49-F238E27FC236}">
                <a16:creationId xmlns:a16="http://schemas.microsoft.com/office/drawing/2014/main" id="{C41B3603-CE9F-CD48-AE67-018E25CDF443}"/>
              </a:ext>
            </a:extLst>
          </p:cNvPr>
          <p:cNvSpPr>
            <a:spLocks noGrp="1"/>
          </p:cNvSpPr>
          <p:nvPr>
            <p:ph type="title"/>
          </p:nvPr>
        </p:nvSpPr>
        <p:spPr>
          <a:xfrm>
            <a:off x="810247" y="327992"/>
            <a:ext cx="10271883" cy="626165"/>
          </a:xfrm>
        </p:spPr>
        <p:txBody>
          <a:bodyPr/>
          <a:lstStyle/>
          <a:p>
            <a:r>
              <a:rPr lang="es-CO" b="0" dirty="0"/>
              <a:t>Evento SLAEVNT</a:t>
            </a:r>
            <a:endParaRPr lang="es-CL" dirty="0"/>
          </a:p>
        </p:txBody>
      </p:sp>
      <p:sp>
        <p:nvSpPr>
          <p:cNvPr id="10" name="Rectángulo redondeado 5">
            <a:extLst>
              <a:ext uri="{FF2B5EF4-FFF2-40B4-BE49-F238E27FC236}">
                <a16:creationId xmlns:a16="http://schemas.microsoft.com/office/drawing/2014/main" id="{7C59A592-5351-8D96-966D-086BBA74ACD6}"/>
              </a:ext>
            </a:extLst>
          </p:cNvPr>
          <p:cNvSpPr/>
          <p:nvPr/>
        </p:nvSpPr>
        <p:spPr>
          <a:xfrm>
            <a:off x="5678388" y="3309314"/>
            <a:ext cx="5631934" cy="1795172"/>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419" sz="1400" dirty="0"/>
              <a:t>Ingrese a la página SLAEVNT</a:t>
            </a:r>
          </a:p>
          <a:p>
            <a:pPr marL="342900" indent="-342900">
              <a:buAutoNum type="arabicPeriod"/>
            </a:pPr>
            <a:r>
              <a:rPr lang="es-419" sz="1400" dirty="0"/>
              <a:t>Seleccione el evento al que se quiere restringir la inscripción</a:t>
            </a:r>
          </a:p>
          <a:p>
            <a:pPr marL="342900" indent="-342900">
              <a:buAutoNum type="arabicPeriod"/>
            </a:pPr>
            <a:r>
              <a:rPr lang="es-419" sz="1400" dirty="0"/>
              <a:t>Seleccione la pestaña de Información de función</a:t>
            </a:r>
          </a:p>
          <a:p>
            <a:pPr marL="342900" indent="-342900">
              <a:buAutoNum type="arabicPeriod"/>
            </a:pPr>
            <a:r>
              <a:rPr lang="es-419" sz="1400" dirty="0"/>
              <a:t>Seleccione la Regla que desea vincular al evento</a:t>
            </a:r>
          </a:p>
          <a:p>
            <a:pPr marL="342900" indent="-342900">
              <a:buAutoNum type="arabicPeriod"/>
            </a:pPr>
            <a:r>
              <a:rPr lang="es-419" sz="1400" dirty="0"/>
              <a:t>Guarde la información</a:t>
            </a:r>
            <a:endParaRPr lang="es-419" sz="1100" dirty="0"/>
          </a:p>
        </p:txBody>
      </p:sp>
      <p:sp>
        <p:nvSpPr>
          <p:cNvPr id="16" name="Rectángulo redondeado 15">
            <a:extLst>
              <a:ext uri="{FF2B5EF4-FFF2-40B4-BE49-F238E27FC236}">
                <a16:creationId xmlns:a16="http://schemas.microsoft.com/office/drawing/2014/main" id="{662F194F-0BD7-3976-B1DD-7F66C23ABEEF}"/>
              </a:ext>
            </a:extLst>
          </p:cNvPr>
          <p:cNvSpPr/>
          <p:nvPr/>
        </p:nvSpPr>
        <p:spPr>
          <a:xfrm>
            <a:off x="3336330" y="1486354"/>
            <a:ext cx="267056" cy="15101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20" name="Rectángulo redondeado 15">
            <a:extLst>
              <a:ext uri="{FF2B5EF4-FFF2-40B4-BE49-F238E27FC236}">
                <a16:creationId xmlns:a16="http://schemas.microsoft.com/office/drawing/2014/main" id="{914FF68A-AA5C-79B7-7B05-2C6BEF665BB9}"/>
              </a:ext>
            </a:extLst>
          </p:cNvPr>
          <p:cNvSpPr/>
          <p:nvPr/>
        </p:nvSpPr>
        <p:spPr>
          <a:xfrm>
            <a:off x="2424421" y="1758527"/>
            <a:ext cx="267056" cy="15101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
        <p:nvSpPr>
          <p:cNvPr id="22" name="Rectángulo 21">
            <a:extLst>
              <a:ext uri="{FF2B5EF4-FFF2-40B4-BE49-F238E27FC236}">
                <a16:creationId xmlns:a16="http://schemas.microsoft.com/office/drawing/2014/main" id="{AFF030BF-272C-EF78-02C1-886650114F20}"/>
              </a:ext>
            </a:extLst>
          </p:cNvPr>
          <p:cNvSpPr/>
          <p:nvPr/>
        </p:nvSpPr>
        <p:spPr>
          <a:xfrm>
            <a:off x="9033299" y="2128914"/>
            <a:ext cx="887078" cy="32699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26" name="Rectángulo 25">
            <a:extLst>
              <a:ext uri="{FF2B5EF4-FFF2-40B4-BE49-F238E27FC236}">
                <a16:creationId xmlns:a16="http://schemas.microsoft.com/office/drawing/2014/main" id="{A2F2140C-1F1B-8146-9F21-DAD9DA727F99}"/>
              </a:ext>
            </a:extLst>
          </p:cNvPr>
          <p:cNvSpPr/>
          <p:nvPr/>
        </p:nvSpPr>
        <p:spPr>
          <a:xfrm>
            <a:off x="750601" y="1435056"/>
            <a:ext cx="2504339" cy="253609"/>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28" name="Rectángulo 27">
            <a:extLst>
              <a:ext uri="{FF2B5EF4-FFF2-40B4-BE49-F238E27FC236}">
                <a16:creationId xmlns:a16="http://schemas.microsoft.com/office/drawing/2014/main" id="{F839BA83-2C83-8C93-90D8-798998C73E30}"/>
              </a:ext>
            </a:extLst>
          </p:cNvPr>
          <p:cNvSpPr/>
          <p:nvPr/>
        </p:nvSpPr>
        <p:spPr>
          <a:xfrm>
            <a:off x="11255400" y="5630429"/>
            <a:ext cx="536620" cy="24211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9" name="Rectángulo redondeado 15">
            <a:extLst>
              <a:ext uri="{FF2B5EF4-FFF2-40B4-BE49-F238E27FC236}">
                <a16:creationId xmlns:a16="http://schemas.microsoft.com/office/drawing/2014/main" id="{E1F958D6-4697-001C-A9CB-6E0925091CB7}"/>
              </a:ext>
            </a:extLst>
          </p:cNvPr>
          <p:cNvSpPr/>
          <p:nvPr/>
        </p:nvSpPr>
        <p:spPr>
          <a:xfrm>
            <a:off x="10792599" y="5682969"/>
            <a:ext cx="267056" cy="15101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4</a:t>
            </a:r>
          </a:p>
        </p:txBody>
      </p:sp>
      <p:sp>
        <p:nvSpPr>
          <p:cNvPr id="11" name="Rectángulo redondeado 15">
            <a:extLst>
              <a:ext uri="{FF2B5EF4-FFF2-40B4-BE49-F238E27FC236}">
                <a16:creationId xmlns:a16="http://schemas.microsoft.com/office/drawing/2014/main" id="{1DC4C9ED-CFCB-E2D1-3F24-47F6911D0E8C}"/>
              </a:ext>
            </a:extLst>
          </p:cNvPr>
          <p:cNvSpPr/>
          <p:nvPr/>
        </p:nvSpPr>
        <p:spPr>
          <a:xfrm>
            <a:off x="10029433" y="2278040"/>
            <a:ext cx="267056" cy="15101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3</a:t>
            </a:r>
          </a:p>
        </p:txBody>
      </p:sp>
      <p:sp>
        <p:nvSpPr>
          <p:cNvPr id="14" name="Rectángulo 13">
            <a:extLst>
              <a:ext uri="{FF2B5EF4-FFF2-40B4-BE49-F238E27FC236}">
                <a16:creationId xmlns:a16="http://schemas.microsoft.com/office/drawing/2014/main" id="{4DC7C3C4-BD1B-A878-DFA9-D50EA29E4A17}"/>
              </a:ext>
            </a:extLst>
          </p:cNvPr>
          <p:cNvSpPr/>
          <p:nvPr/>
        </p:nvSpPr>
        <p:spPr>
          <a:xfrm>
            <a:off x="1232541" y="1697203"/>
            <a:ext cx="1191879" cy="21233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2400911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2228E-6193-3657-30F1-67939ACAA195}"/>
            </a:ext>
          </a:extLst>
        </p:cNvPr>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297B701B-9510-2B35-C6AA-C55D06260B2A}"/>
              </a:ext>
            </a:extLst>
          </p:cNvPr>
          <p:cNvSpPr>
            <a:spLocks noGrp="1"/>
          </p:cNvSpPr>
          <p:nvPr>
            <p:ph type="body" orient="vert" sz="quarter" idx="10"/>
          </p:nvPr>
        </p:nvSpPr>
        <p:spPr/>
        <p:txBody>
          <a:bodyPr/>
          <a:lstStyle/>
          <a:p>
            <a:r>
              <a:rPr lang="es-MX" sz="1200" dirty="0"/>
              <a:t>Definir y diseñar los eventos </a:t>
            </a:r>
            <a:endParaRPr lang="es-419" sz="1200" dirty="0"/>
          </a:p>
        </p:txBody>
      </p:sp>
      <p:sp>
        <p:nvSpPr>
          <p:cNvPr id="16" name="Title 15">
            <a:extLst>
              <a:ext uri="{FF2B5EF4-FFF2-40B4-BE49-F238E27FC236}">
                <a16:creationId xmlns:a16="http://schemas.microsoft.com/office/drawing/2014/main" id="{EE8895CF-F792-03BE-D28E-84F8FDBE1B43}"/>
              </a:ext>
            </a:extLst>
          </p:cNvPr>
          <p:cNvSpPr>
            <a:spLocks noGrp="1"/>
          </p:cNvSpPr>
          <p:nvPr>
            <p:ph type="title"/>
          </p:nvPr>
        </p:nvSpPr>
        <p:spPr/>
        <p:txBody>
          <a:bodyPr/>
          <a:lstStyle/>
          <a:p>
            <a:r>
              <a:rPr lang="en-US" dirty="0" err="1"/>
              <a:t>Inscribir</a:t>
            </a:r>
            <a:r>
              <a:rPr lang="en-US" dirty="0"/>
              <a:t> </a:t>
            </a:r>
            <a:r>
              <a:rPr lang="en-US" dirty="0" err="1"/>
              <a:t>Evento</a:t>
            </a:r>
            <a:endParaRPr lang="en-US" sz="3200" b="1" dirty="0">
              <a:solidFill>
                <a:schemeClr val="bg1"/>
              </a:solidFill>
            </a:endParaRPr>
          </a:p>
        </p:txBody>
      </p:sp>
      <p:sp>
        <p:nvSpPr>
          <p:cNvPr id="17" name="Text Placeholder 16">
            <a:extLst>
              <a:ext uri="{FF2B5EF4-FFF2-40B4-BE49-F238E27FC236}">
                <a16:creationId xmlns:a16="http://schemas.microsoft.com/office/drawing/2014/main" id="{E81BBE5C-CA2E-6E00-B27D-CCA6FDABAEBE}"/>
              </a:ext>
            </a:extLst>
          </p:cNvPr>
          <p:cNvSpPr>
            <a:spLocks noGrp="1"/>
          </p:cNvSpPr>
          <p:nvPr>
            <p:ph type="body" sz="quarter" idx="18"/>
          </p:nvPr>
        </p:nvSpPr>
        <p:spPr/>
        <p:txBody>
          <a:bodyPr/>
          <a:lstStyle/>
          <a:p>
            <a:r>
              <a:rPr lang="en-US" dirty="0"/>
              <a:t>Por </a:t>
            </a:r>
            <a:r>
              <a:rPr lang="en-US" dirty="0" err="1"/>
              <a:t>Autoservicio</a:t>
            </a:r>
            <a:endParaRPr lang="en-US" dirty="0"/>
          </a:p>
        </p:txBody>
      </p:sp>
      <p:sp>
        <p:nvSpPr>
          <p:cNvPr id="18" name="Slide Number Placeholder 17">
            <a:extLst>
              <a:ext uri="{FF2B5EF4-FFF2-40B4-BE49-F238E27FC236}">
                <a16:creationId xmlns:a16="http://schemas.microsoft.com/office/drawing/2014/main" id="{5ABDCB9D-52FF-5B99-1DD8-2677DA951CB0}"/>
              </a:ext>
            </a:extLst>
          </p:cNvPr>
          <p:cNvSpPr>
            <a:spLocks noGrp="1"/>
          </p:cNvSpPr>
          <p:nvPr>
            <p:ph type="sldNum" sz="quarter" idx="4"/>
          </p:nvPr>
        </p:nvSpPr>
        <p:spPr/>
        <p:txBody>
          <a:bodyPr/>
          <a:lstStyle/>
          <a:p>
            <a:fld id="{4A16F8ED-7337-F64C-865A-41A1F48E54DF}" type="slidenum">
              <a:rPr lang="en-US" smtClean="0"/>
              <a:pPr/>
              <a:t>38</a:t>
            </a:fld>
            <a:endParaRPr lang="en-US" dirty="0"/>
          </a:p>
        </p:txBody>
      </p:sp>
    </p:spTree>
    <p:extLst>
      <p:ext uri="{BB962C8B-B14F-4D97-AF65-F5344CB8AC3E}">
        <p14:creationId xmlns:p14="http://schemas.microsoft.com/office/powerpoint/2010/main" val="27686495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D79B6C-90E7-413B-5D33-B32A48182331}"/>
            </a:ext>
          </a:extLst>
        </p:cNvPr>
        <p:cNvGrpSpPr/>
        <p:nvPr/>
      </p:nvGrpSpPr>
      <p:grpSpPr>
        <a:xfrm>
          <a:off x="0" y="0"/>
          <a:ext cx="0" cy="0"/>
          <a:chOff x="0" y="0"/>
          <a:chExt cx="0" cy="0"/>
        </a:xfrm>
      </p:grpSpPr>
      <p:pic>
        <p:nvPicPr>
          <p:cNvPr id="11" name="Imagen 10">
            <a:extLst>
              <a:ext uri="{FF2B5EF4-FFF2-40B4-BE49-F238E27FC236}">
                <a16:creationId xmlns:a16="http://schemas.microsoft.com/office/drawing/2014/main" id="{D7748BC1-55AC-F3ED-1A3C-F4D843FFFC40}"/>
              </a:ext>
            </a:extLst>
          </p:cNvPr>
          <p:cNvPicPr>
            <a:picLocks noChangeAspect="1"/>
          </p:cNvPicPr>
          <p:nvPr/>
        </p:nvPicPr>
        <p:blipFill>
          <a:blip r:embed="rId2"/>
          <a:stretch>
            <a:fillRect/>
          </a:stretch>
        </p:blipFill>
        <p:spPr>
          <a:xfrm>
            <a:off x="690113" y="1122533"/>
            <a:ext cx="10946922" cy="5204930"/>
          </a:xfrm>
          <a:prstGeom prst="rect">
            <a:avLst/>
          </a:prstGeom>
        </p:spPr>
      </p:pic>
      <p:sp>
        <p:nvSpPr>
          <p:cNvPr id="3" name="Marcador de texto vertical 2">
            <a:extLst>
              <a:ext uri="{FF2B5EF4-FFF2-40B4-BE49-F238E27FC236}">
                <a16:creationId xmlns:a16="http://schemas.microsoft.com/office/drawing/2014/main" id="{0C38B7E8-A4CB-6076-FC15-D762407C48EC}"/>
              </a:ext>
            </a:extLst>
          </p:cNvPr>
          <p:cNvSpPr>
            <a:spLocks noGrp="1"/>
          </p:cNvSpPr>
          <p:nvPr>
            <p:ph type="body" orient="vert" sz="quarter" idx="17"/>
          </p:nvPr>
        </p:nvSpPr>
        <p:spPr/>
        <p:txBody>
          <a:bodyPr/>
          <a:lstStyle/>
          <a:p>
            <a:r>
              <a:rPr lang="es-MX" sz="1200" dirty="0"/>
              <a:t>Definir y diseñar los eventos </a:t>
            </a:r>
            <a:endParaRPr lang="es-419" sz="1200" dirty="0"/>
          </a:p>
        </p:txBody>
      </p:sp>
      <p:sp>
        <p:nvSpPr>
          <p:cNvPr id="5" name="Slide Number Placeholder 17">
            <a:extLst>
              <a:ext uri="{FF2B5EF4-FFF2-40B4-BE49-F238E27FC236}">
                <a16:creationId xmlns:a16="http://schemas.microsoft.com/office/drawing/2014/main" id="{DC28486B-3C5D-8120-A4FB-CE940587F35C}"/>
              </a:ext>
            </a:extLst>
          </p:cNvPr>
          <p:cNvSpPr>
            <a:spLocks noGrp="1"/>
          </p:cNvSpPr>
          <p:nvPr>
            <p:ph type="sldNum" sz="quarter" idx="4"/>
          </p:nvPr>
        </p:nvSpPr>
        <p:spPr/>
        <p:txBody>
          <a:bodyPr/>
          <a:lstStyle/>
          <a:p>
            <a:fld id="{4A16F8ED-7337-F64C-865A-41A1F48E54DF}" type="slidenum">
              <a:rPr lang="en-US" smtClean="0"/>
              <a:pPr/>
              <a:t>39</a:t>
            </a:fld>
            <a:endParaRPr lang="en-US" dirty="0"/>
          </a:p>
        </p:txBody>
      </p:sp>
      <p:sp>
        <p:nvSpPr>
          <p:cNvPr id="4" name="Título 3">
            <a:extLst>
              <a:ext uri="{FF2B5EF4-FFF2-40B4-BE49-F238E27FC236}">
                <a16:creationId xmlns:a16="http://schemas.microsoft.com/office/drawing/2014/main" id="{3E2AA7A9-D2E1-9E06-0B78-A3E1B2EE8831}"/>
              </a:ext>
            </a:extLst>
          </p:cNvPr>
          <p:cNvSpPr>
            <a:spLocks noGrp="1"/>
          </p:cNvSpPr>
          <p:nvPr>
            <p:ph type="title"/>
          </p:nvPr>
        </p:nvSpPr>
        <p:spPr>
          <a:xfrm>
            <a:off x="810247" y="327992"/>
            <a:ext cx="10271883" cy="626165"/>
          </a:xfrm>
        </p:spPr>
        <p:txBody>
          <a:bodyPr/>
          <a:lstStyle/>
          <a:p>
            <a:r>
              <a:rPr lang="es-ES_tradnl" b="0" dirty="0"/>
              <a:t>Gestionar el evento: Inscribir por autoservicio</a:t>
            </a:r>
            <a:endParaRPr lang="es-CL" dirty="0"/>
          </a:p>
        </p:txBody>
      </p:sp>
      <p:sp>
        <p:nvSpPr>
          <p:cNvPr id="6" name="Rectángulo 5">
            <a:extLst>
              <a:ext uri="{FF2B5EF4-FFF2-40B4-BE49-F238E27FC236}">
                <a16:creationId xmlns:a16="http://schemas.microsoft.com/office/drawing/2014/main" id="{52252C24-57C4-AC7B-1326-247EF3FBCBDE}"/>
              </a:ext>
            </a:extLst>
          </p:cNvPr>
          <p:cNvSpPr/>
          <p:nvPr/>
        </p:nvSpPr>
        <p:spPr>
          <a:xfrm flipH="1">
            <a:off x="1570303" y="2050373"/>
            <a:ext cx="2906805" cy="94700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8" name="Rectángulo redondeado 5">
            <a:extLst>
              <a:ext uri="{FF2B5EF4-FFF2-40B4-BE49-F238E27FC236}">
                <a16:creationId xmlns:a16="http://schemas.microsoft.com/office/drawing/2014/main" id="{F5C33027-A987-F0E0-1728-4E19D4DF5324}"/>
              </a:ext>
            </a:extLst>
          </p:cNvPr>
          <p:cNvSpPr/>
          <p:nvPr/>
        </p:nvSpPr>
        <p:spPr>
          <a:xfrm>
            <a:off x="4653298" y="2890297"/>
            <a:ext cx="2585779" cy="538702"/>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Al ingresar a autoservicio aparecerán los eventos disponibles.</a:t>
            </a:r>
          </a:p>
        </p:txBody>
      </p:sp>
      <p:sp>
        <p:nvSpPr>
          <p:cNvPr id="12" name="Rectángulo redondeado 8">
            <a:extLst>
              <a:ext uri="{FF2B5EF4-FFF2-40B4-BE49-F238E27FC236}">
                <a16:creationId xmlns:a16="http://schemas.microsoft.com/office/drawing/2014/main" id="{DF85C8C0-62CA-8339-56C0-91DC0F8D8FDE}"/>
              </a:ext>
            </a:extLst>
          </p:cNvPr>
          <p:cNvSpPr/>
          <p:nvPr/>
        </p:nvSpPr>
        <p:spPr>
          <a:xfrm>
            <a:off x="4858955" y="2411007"/>
            <a:ext cx="243317" cy="225735"/>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2</a:t>
            </a:r>
          </a:p>
        </p:txBody>
      </p:sp>
    </p:spTree>
    <p:extLst>
      <p:ext uri="{BB962C8B-B14F-4D97-AF65-F5344CB8AC3E}">
        <p14:creationId xmlns:p14="http://schemas.microsoft.com/office/powerpoint/2010/main" val="87827309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A7F37F-7769-A75E-E397-73C3EC2E00BC}"/>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1EEE05D3-2DDA-C7CE-F878-4E8FC05886E8}"/>
              </a:ext>
            </a:extLst>
          </p:cNvPr>
          <p:cNvPicPr>
            <a:picLocks noChangeAspect="1"/>
          </p:cNvPicPr>
          <p:nvPr/>
        </p:nvPicPr>
        <p:blipFill>
          <a:blip r:embed="rId2"/>
          <a:stretch>
            <a:fillRect/>
          </a:stretch>
        </p:blipFill>
        <p:spPr>
          <a:xfrm>
            <a:off x="730977" y="954157"/>
            <a:ext cx="10546624" cy="4962469"/>
          </a:xfrm>
          <a:prstGeom prst="rect">
            <a:avLst/>
          </a:prstGeom>
        </p:spPr>
      </p:pic>
      <p:sp>
        <p:nvSpPr>
          <p:cNvPr id="3" name="Marcador de texto vertical 2">
            <a:extLst>
              <a:ext uri="{FF2B5EF4-FFF2-40B4-BE49-F238E27FC236}">
                <a16:creationId xmlns:a16="http://schemas.microsoft.com/office/drawing/2014/main" id="{41A1E578-B813-626E-E705-BE27ABFE5250}"/>
              </a:ext>
            </a:extLst>
          </p:cNvPr>
          <p:cNvSpPr>
            <a:spLocks noGrp="1"/>
          </p:cNvSpPr>
          <p:nvPr>
            <p:ph type="body" orient="vert" sz="quarter" idx="17"/>
          </p:nvPr>
        </p:nvSpPr>
        <p:spPr/>
        <p:txBody>
          <a:bodyPr/>
          <a:lstStyle/>
          <a:p>
            <a:r>
              <a:rPr lang="es-MX" sz="1200" dirty="0"/>
              <a:t>Definir y diseñar los eventos </a:t>
            </a:r>
            <a:endParaRPr lang="es-419" sz="1200" dirty="0"/>
          </a:p>
        </p:txBody>
      </p:sp>
      <p:sp>
        <p:nvSpPr>
          <p:cNvPr id="5" name="Slide Number Placeholder 17">
            <a:extLst>
              <a:ext uri="{FF2B5EF4-FFF2-40B4-BE49-F238E27FC236}">
                <a16:creationId xmlns:a16="http://schemas.microsoft.com/office/drawing/2014/main" id="{01F30D95-8FC0-31B7-5E4A-352C8E6E29CE}"/>
              </a:ext>
            </a:extLst>
          </p:cNvPr>
          <p:cNvSpPr>
            <a:spLocks noGrp="1"/>
          </p:cNvSpPr>
          <p:nvPr>
            <p:ph type="sldNum" sz="quarter" idx="4"/>
          </p:nvPr>
        </p:nvSpPr>
        <p:spPr/>
        <p:txBody>
          <a:bodyPr/>
          <a:lstStyle/>
          <a:p>
            <a:fld id="{4A16F8ED-7337-F64C-865A-41A1F48E54DF}" type="slidenum">
              <a:rPr lang="en-US" smtClean="0"/>
              <a:pPr/>
              <a:t>40</a:t>
            </a:fld>
            <a:endParaRPr lang="en-US" dirty="0"/>
          </a:p>
        </p:txBody>
      </p:sp>
      <p:sp>
        <p:nvSpPr>
          <p:cNvPr id="4" name="Título 3">
            <a:extLst>
              <a:ext uri="{FF2B5EF4-FFF2-40B4-BE49-F238E27FC236}">
                <a16:creationId xmlns:a16="http://schemas.microsoft.com/office/drawing/2014/main" id="{6149B758-D7C0-D804-B7A5-3339C00825A4}"/>
              </a:ext>
            </a:extLst>
          </p:cNvPr>
          <p:cNvSpPr>
            <a:spLocks noGrp="1"/>
          </p:cNvSpPr>
          <p:nvPr>
            <p:ph type="title"/>
          </p:nvPr>
        </p:nvSpPr>
        <p:spPr>
          <a:xfrm>
            <a:off x="810247" y="327992"/>
            <a:ext cx="10271883" cy="626165"/>
          </a:xfrm>
        </p:spPr>
        <p:txBody>
          <a:bodyPr/>
          <a:lstStyle/>
          <a:p>
            <a:r>
              <a:rPr lang="es-ES_tradnl" b="0" dirty="0"/>
              <a:t>Gestionar el evento: Inscribir por autoservicio</a:t>
            </a:r>
            <a:endParaRPr lang="es-CL" dirty="0"/>
          </a:p>
        </p:txBody>
      </p:sp>
      <p:sp>
        <p:nvSpPr>
          <p:cNvPr id="6" name="Rectángulo 5">
            <a:extLst>
              <a:ext uri="{FF2B5EF4-FFF2-40B4-BE49-F238E27FC236}">
                <a16:creationId xmlns:a16="http://schemas.microsoft.com/office/drawing/2014/main" id="{13D48858-4193-491F-0D2D-7E62DD92A186}"/>
              </a:ext>
            </a:extLst>
          </p:cNvPr>
          <p:cNvSpPr/>
          <p:nvPr/>
        </p:nvSpPr>
        <p:spPr>
          <a:xfrm flipH="1">
            <a:off x="1627754" y="2286477"/>
            <a:ext cx="1248356" cy="32162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1" name="Rectángulo redondeado 7">
            <a:extLst>
              <a:ext uri="{FF2B5EF4-FFF2-40B4-BE49-F238E27FC236}">
                <a16:creationId xmlns:a16="http://schemas.microsoft.com/office/drawing/2014/main" id="{144D5B6F-5240-E58B-5428-0188BFABDA63}"/>
              </a:ext>
            </a:extLst>
          </p:cNvPr>
          <p:cNvSpPr/>
          <p:nvPr/>
        </p:nvSpPr>
        <p:spPr>
          <a:xfrm>
            <a:off x="1250797" y="4464920"/>
            <a:ext cx="3250626" cy="553022"/>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Aparecerán las funciones del evento. Presionar el botón “Inscribir” en la función deseada.</a:t>
            </a:r>
          </a:p>
        </p:txBody>
      </p:sp>
      <p:sp>
        <p:nvSpPr>
          <p:cNvPr id="9" name="Rectángulo redondeado 11">
            <a:extLst>
              <a:ext uri="{FF2B5EF4-FFF2-40B4-BE49-F238E27FC236}">
                <a16:creationId xmlns:a16="http://schemas.microsoft.com/office/drawing/2014/main" id="{CD182A50-E4C9-CB03-FABB-72D2538744A8}"/>
              </a:ext>
            </a:extLst>
          </p:cNvPr>
          <p:cNvSpPr/>
          <p:nvPr/>
        </p:nvSpPr>
        <p:spPr>
          <a:xfrm>
            <a:off x="3663149" y="2071060"/>
            <a:ext cx="2455762" cy="62616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Seleccionar el evento deseado haciendo clic en el título del mismo.</a:t>
            </a:r>
          </a:p>
        </p:txBody>
      </p:sp>
      <p:sp>
        <p:nvSpPr>
          <p:cNvPr id="10" name="Rectángulo redondeado 5">
            <a:extLst>
              <a:ext uri="{FF2B5EF4-FFF2-40B4-BE49-F238E27FC236}">
                <a16:creationId xmlns:a16="http://schemas.microsoft.com/office/drawing/2014/main" id="{CDC3CAD3-5314-9801-D6D8-75F3244868F2}"/>
              </a:ext>
            </a:extLst>
          </p:cNvPr>
          <p:cNvSpPr/>
          <p:nvPr/>
        </p:nvSpPr>
        <p:spPr>
          <a:xfrm>
            <a:off x="9153479" y="2897634"/>
            <a:ext cx="1928651" cy="789301"/>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Aparecerá si tiene eventos inscritos previamente en el área “Mis eventos”</a:t>
            </a:r>
          </a:p>
        </p:txBody>
      </p:sp>
      <p:sp>
        <p:nvSpPr>
          <p:cNvPr id="13" name="Rectángulo 12">
            <a:extLst>
              <a:ext uri="{FF2B5EF4-FFF2-40B4-BE49-F238E27FC236}">
                <a16:creationId xmlns:a16="http://schemas.microsoft.com/office/drawing/2014/main" id="{42F4C9CB-D2B7-E7EA-C215-12EE158636BC}"/>
              </a:ext>
            </a:extLst>
          </p:cNvPr>
          <p:cNvSpPr/>
          <p:nvPr/>
        </p:nvSpPr>
        <p:spPr>
          <a:xfrm>
            <a:off x="8748737" y="1789435"/>
            <a:ext cx="2587894" cy="985821"/>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5" name="Rectángulo redondeado 8">
            <a:extLst>
              <a:ext uri="{FF2B5EF4-FFF2-40B4-BE49-F238E27FC236}">
                <a16:creationId xmlns:a16="http://schemas.microsoft.com/office/drawing/2014/main" id="{B98F2F2F-DFE7-C9C5-CC54-C81F786A66C1}"/>
              </a:ext>
            </a:extLst>
          </p:cNvPr>
          <p:cNvSpPr/>
          <p:nvPr/>
        </p:nvSpPr>
        <p:spPr>
          <a:xfrm>
            <a:off x="2458624" y="4099701"/>
            <a:ext cx="243317" cy="225735"/>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5</a:t>
            </a:r>
          </a:p>
        </p:txBody>
      </p:sp>
      <p:sp>
        <p:nvSpPr>
          <p:cNvPr id="16" name="Rectángulo redondeado 8">
            <a:extLst>
              <a:ext uri="{FF2B5EF4-FFF2-40B4-BE49-F238E27FC236}">
                <a16:creationId xmlns:a16="http://schemas.microsoft.com/office/drawing/2014/main" id="{96B38D74-A7DB-18D0-EC0F-CF6C7FFF58B1}"/>
              </a:ext>
            </a:extLst>
          </p:cNvPr>
          <p:cNvSpPr/>
          <p:nvPr/>
        </p:nvSpPr>
        <p:spPr>
          <a:xfrm>
            <a:off x="3301773" y="2271274"/>
            <a:ext cx="243317" cy="225735"/>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4</a:t>
            </a:r>
          </a:p>
        </p:txBody>
      </p:sp>
      <p:sp>
        <p:nvSpPr>
          <p:cNvPr id="17" name="Rectángulo 16">
            <a:extLst>
              <a:ext uri="{FF2B5EF4-FFF2-40B4-BE49-F238E27FC236}">
                <a16:creationId xmlns:a16="http://schemas.microsoft.com/office/drawing/2014/main" id="{74077C24-B30B-E1C1-B563-9E1599F80DBD}"/>
              </a:ext>
            </a:extLst>
          </p:cNvPr>
          <p:cNvSpPr/>
          <p:nvPr/>
        </p:nvSpPr>
        <p:spPr>
          <a:xfrm>
            <a:off x="994065" y="2714305"/>
            <a:ext cx="4293705" cy="1226114"/>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8" name="Rectángulo 17">
            <a:extLst>
              <a:ext uri="{FF2B5EF4-FFF2-40B4-BE49-F238E27FC236}">
                <a16:creationId xmlns:a16="http://schemas.microsoft.com/office/drawing/2014/main" id="{0E55CEF8-2B54-1DDD-8BD5-5AA2CC6BB2F6}"/>
              </a:ext>
            </a:extLst>
          </p:cNvPr>
          <p:cNvSpPr/>
          <p:nvPr/>
        </p:nvSpPr>
        <p:spPr>
          <a:xfrm flipH="1">
            <a:off x="1965642" y="3535115"/>
            <a:ext cx="736299" cy="303640"/>
          </a:xfrm>
          <a:prstGeom prst="rect">
            <a:avLst/>
          </a:prstGeom>
          <a:noFill/>
          <a:ln w="28575">
            <a:solidFill>
              <a:schemeClr val="accent1"/>
            </a:solidFill>
            <a:prstDash val="lg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Tree>
    <p:extLst>
      <p:ext uri="{BB962C8B-B14F-4D97-AF65-F5344CB8AC3E}">
        <p14:creationId xmlns:p14="http://schemas.microsoft.com/office/powerpoint/2010/main" val="459020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3" grpId="0" animBg="1"/>
      <p:bldP spid="17"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EB2A27-0B8D-751C-2FD9-B4A6F4AB04EE}"/>
            </a:ext>
          </a:extLst>
        </p:cNvPr>
        <p:cNvGrpSpPr/>
        <p:nvPr/>
      </p:nvGrpSpPr>
      <p:grpSpPr>
        <a:xfrm>
          <a:off x="0" y="0"/>
          <a:ext cx="0" cy="0"/>
          <a:chOff x="0" y="0"/>
          <a:chExt cx="0" cy="0"/>
        </a:xfrm>
      </p:grpSpPr>
      <p:pic>
        <p:nvPicPr>
          <p:cNvPr id="8" name="Imagen 7">
            <a:extLst>
              <a:ext uri="{FF2B5EF4-FFF2-40B4-BE49-F238E27FC236}">
                <a16:creationId xmlns:a16="http://schemas.microsoft.com/office/drawing/2014/main" id="{C70465BF-E28E-9BFD-52FE-C186A48F6507}"/>
              </a:ext>
            </a:extLst>
          </p:cNvPr>
          <p:cNvPicPr>
            <a:picLocks noChangeAspect="1"/>
          </p:cNvPicPr>
          <p:nvPr/>
        </p:nvPicPr>
        <p:blipFill>
          <a:blip r:embed="rId2"/>
          <a:stretch>
            <a:fillRect/>
          </a:stretch>
        </p:blipFill>
        <p:spPr>
          <a:xfrm>
            <a:off x="810247" y="1245084"/>
            <a:ext cx="10697392" cy="5077203"/>
          </a:xfrm>
          <a:prstGeom prst="rect">
            <a:avLst/>
          </a:prstGeom>
        </p:spPr>
      </p:pic>
      <p:sp>
        <p:nvSpPr>
          <p:cNvPr id="3" name="Marcador de texto vertical 2">
            <a:extLst>
              <a:ext uri="{FF2B5EF4-FFF2-40B4-BE49-F238E27FC236}">
                <a16:creationId xmlns:a16="http://schemas.microsoft.com/office/drawing/2014/main" id="{923C5806-4FB6-EC91-A91B-80B3BEEB5015}"/>
              </a:ext>
            </a:extLst>
          </p:cNvPr>
          <p:cNvSpPr>
            <a:spLocks noGrp="1"/>
          </p:cNvSpPr>
          <p:nvPr>
            <p:ph type="body" orient="vert" sz="quarter" idx="17"/>
          </p:nvPr>
        </p:nvSpPr>
        <p:spPr/>
        <p:txBody>
          <a:bodyPr/>
          <a:lstStyle/>
          <a:p>
            <a:r>
              <a:rPr lang="es-MX" sz="1200" dirty="0"/>
              <a:t>Definir y diseñar los eventos </a:t>
            </a:r>
            <a:endParaRPr lang="es-419" sz="1200" dirty="0"/>
          </a:p>
        </p:txBody>
      </p:sp>
      <p:sp>
        <p:nvSpPr>
          <p:cNvPr id="5" name="Slide Number Placeholder 17">
            <a:extLst>
              <a:ext uri="{FF2B5EF4-FFF2-40B4-BE49-F238E27FC236}">
                <a16:creationId xmlns:a16="http://schemas.microsoft.com/office/drawing/2014/main" id="{E5D442BE-0687-B5F8-8F59-6086F156FE7D}"/>
              </a:ext>
            </a:extLst>
          </p:cNvPr>
          <p:cNvSpPr>
            <a:spLocks noGrp="1"/>
          </p:cNvSpPr>
          <p:nvPr>
            <p:ph type="sldNum" sz="quarter" idx="4"/>
          </p:nvPr>
        </p:nvSpPr>
        <p:spPr/>
        <p:txBody>
          <a:bodyPr/>
          <a:lstStyle/>
          <a:p>
            <a:fld id="{4A16F8ED-7337-F64C-865A-41A1F48E54DF}" type="slidenum">
              <a:rPr lang="en-US" smtClean="0"/>
              <a:pPr/>
              <a:t>41</a:t>
            </a:fld>
            <a:endParaRPr lang="en-US" dirty="0"/>
          </a:p>
        </p:txBody>
      </p:sp>
      <p:sp>
        <p:nvSpPr>
          <p:cNvPr id="4" name="Título 3">
            <a:extLst>
              <a:ext uri="{FF2B5EF4-FFF2-40B4-BE49-F238E27FC236}">
                <a16:creationId xmlns:a16="http://schemas.microsoft.com/office/drawing/2014/main" id="{F0D7119D-5B98-052D-F3E5-56F97AD175FC}"/>
              </a:ext>
            </a:extLst>
          </p:cNvPr>
          <p:cNvSpPr>
            <a:spLocks noGrp="1"/>
          </p:cNvSpPr>
          <p:nvPr>
            <p:ph type="title"/>
          </p:nvPr>
        </p:nvSpPr>
        <p:spPr>
          <a:xfrm>
            <a:off x="810247" y="327992"/>
            <a:ext cx="10271883" cy="626165"/>
          </a:xfrm>
        </p:spPr>
        <p:txBody>
          <a:bodyPr/>
          <a:lstStyle/>
          <a:p>
            <a:r>
              <a:rPr lang="es-ES_tradnl" b="0" dirty="0"/>
              <a:t>Gestionar el evento: Inscribir por autoservicio</a:t>
            </a:r>
            <a:endParaRPr lang="es-CL" dirty="0"/>
          </a:p>
        </p:txBody>
      </p:sp>
      <p:sp>
        <p:nvSpPr>
          <p:cNvPr id="6" name="Rectángulo 5">
            <a:extLst>
              <a:ext uri="{FF2B5EF4-FFF2-40B4-BE49-F238E27FC236}">
                <a16:creationId xmlns:a16="http://schemas.microsoft.com/office/drawing/2014/main" id="{08575387-34C7-31BD-3F16-9AAEEF730B72}"/>
              </a:ext>
            </a:extLst>
          </p:cNvPr>
          <p:cNvSpPr/>
          <p:nvPr/>
        </p:nvSpPr>
        <p:spPr>
          <a:xfrm flipH="1">
            <a:off x="3980338" y="2832482"/>
            <a:ext cx="2469759" cy="43890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1" name="Rectángulo redondeado 7">
            <a:extLst>
              <a:ext uri="{FF2B5EF4-FFF2-40B4-BE49-F238E27FC236}">
                <a16:creationId xmlns:a16="http://schemas.microsoft.com/office/drawing/2014/main" id="{F0C230F8-3DE7-7D27-2038-4591AA2EDF30}"/>
              </a:ext>
            </a:extLst>
          </p:cNvPr>
          <p:cNvSpPr/>
          <p:nvPr/>
        </p:nvSpPr>
        <p:spPr>
          <a:xfrm>
            <a:off x="7172325" y="2451055"/>
            <a:ext cx="2908720" cy="660752"/>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Si la función lo permite, se debe indicar la cantidad de invitados de la persona que se está inscribiendo.</a:t>
            </a:r>
          </a:p>
        </p:txBody>
      </p:sp>
      <p:sp>
        <p:nvSpPr>
          <p:cNvPr id="9" name="Rectángulo 8">
            <a:extLst>
              <a:ext uri="{FF2B5EF4-FFF2-40B4-BE49-F238E27FC236}">
                <a16:creationId xmlns:a16="http://schemas.microsoft.com/office/drawing/2014/main" id="{31137CCF-2DEA-6CF5-4282-F4AFE73CA84A}"/>
              </a:ext>
            </a:extLst>
          </p:cNvPr>
          <p:cNvSpPr/>
          <p:nvPr/>
        </p:nvSpPr>
        <p:spPr>
          <a:xfrm flipH="1">
            <a:off x="3980338" y="3251485"/>
            <a:ext cx="4249262" cy="778842"/>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0" name="Rectángulo redondeado 9">
            <a:extLst>
              <a:ext uri="{FF2B5EF4-FFF2-40B4-BE49-F238E27FC236}">
                <a16:creationId xmlns:a16="http://schemas.microsoft.com/office/drawing/2014/main" id="{2C2EF243-99A4-4CE2-9D0F-32631CFB9947}"/>
              </a:ext>
            </a:extLst>
          </p:cNvPr>
          <p:cNvSpPr/>
          <p:nvPr/>
        </p:nvSpPr>
        <p:spPr>
          <a:xfrm>
            <a:off x="8890259" y="3418291"/>
            <a:ext cx="1190786" cy="695771"/>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Opcionalmente ingresar comentarios.</a:t>
            </a:r>
          </a:p>
        </p:txBody>
      </p:sp>
      <p:sp>
        <p:nvSpPr>
          <p:cNvPr id="12" name="Rectángulo redondeado 8">
            <a:extLst>
              <a:ext uri="{FF2B5EF4-FFF2-40B4-BE49-F238E27FC236}">
                <a16:creationId xmlns:a16="http://schemas.microsoft.com/office/drawing/2014/main" id="{F34AC58C-0DE5-BE15-60C6-E00723A940BC}"/>
              </a:ext>
            </a:extLst>
          </p:cNvPr>
          <p:cNvSpPr/>
          <p:nvPr/>
        </p:nvSpPr>
        <p:spPr>
          <a:xfrm>
            <a:off x="6728362" y="2668563"/>
            <a:ext cx="243317" cy="225735"/>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7</a:t>
            </a:r>
          </a:p>
        </p:txBody>
      </p:sp>
      <p:sp>
        <p:nvSpPr>
          <p:cNvPr id="13" name="Rectángulo redondeado 8">
            <a:extLst>
              <a:ext uri="{FF2B5EF4-FFF2-40B4-BE49-F238E27FC236}">
                <a16:creationId xmlns:a16="http://schemas.microsoft.com/office/drawing/2014/main" id="{A8AD738C-DE93-D670-82E4-D93E9ACE372B}"/>
              </a:ext>
            </a:extLst>
          </p:cNvPr>
          <p:cNvSpPr/>
          <p:nvPr/>
        </p:nvSpPr>
        <p:spPr>
          <a:xfrm>
            <a:off x="8505026" y="3653310"/>
            <a:ext cx="243317" cy="225735"/>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8</a:t>
            </a:r>
          </a:p>
        </p:txBody>
      </p:sp>
    </p:spTree>
    <p:extLst>
      <p:ext uri="{BB962C8B-B14F-4D97-AF65-F5344CB8AC3E}">
        <p14:creationId xmlns:p14="http://schemas.microsoft.com/office/powerpoint/2010/main" val="159890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F40D0-C3C3-BA49-F31C-691186DFB3FC}"/>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282097FF-C348-941B-E737-F72C5C1193DA}"/>
              </a:ext>
            </a:extLst>
          </p:cNvPr>
          <p:cNvPicPr>
            <a:picLocks noChangeAspect="1"/>
          </p:cNvPicPr>
          <p:nvPr/>
        </p:nvPicPr>
        <p:blipFill>
          <a:blip r:embed="rId2"/>
          <a:stretch>
            <a:fillRect/>
          </a:stretch>
        </p:blipFill>
        <p:spPr>
          <a:xfrm>
            <a:off x="733244" y="1147312"/>
            <a:ext cx="10913453" cy="5168931"/>
          </a:xfrm>
          <a:prstGeom prst="rect">
            <a:avLst/>
          </a:prstGeom>
        </p:spPr>
      </p:pic>
      <p:sp>
        <p:nvSpPr>
          <p:cNvPr id="3" name="Marcador de texto vertical 2">
            <a:extLst>
              <a:ext uri="{FF2B5EF4-FFF2-40B4-BE49-F238E27FC236}">
                <a16:creationId xmlns:a16="http://schemas.microsoft.com/office/drawing/2014/main" id="{5D57A354-69FE-7EFB-5DA8-444CF34E9C4E}"/>
              </a:ext>
            </a:extLst>
          </p:cNvPr>
          <p:cNvSpPr>
            <a:spLocks noGrp="1"/>
          </p:cNvSpPr>
          <p:nvPr>
            <p:ph type="body" orient="vert" sz="quarter" idx="17"/>
          </p:nvPr>
        </p:nvSpPr>
        <p:spPr/>
        <p:txBody>
          <a:bodyPr/>
          <a:lstStyle/>
          <a:p>
            <a:r>
              <a:rPr lang="es-MX" sz="1200" dirty="0"/>
              <a:t>Definir y diseñar los eventos </a:t>
            </a:r>
            <a:endParaRPr lang="es-419" sz="1200" dirty="0"/>
          </a:p>
        </p:txBody>
      </p:sp>
      <p:sp>
        <p:nvSpPr>
          <p:cNvPr id="5" name="Slide Number Placeholder 17">
            <a:extLst>
              <a:ext uri="{FF2B5EF4-FFF2-40B4-BE49-F238E27FC236}">
                <a16:creationId xmlns:a16="http://schemas.microsoft.com/office/drawing/2014/main" id="{2D24D8F7-FC91-8B78-1FB5-38BC3200FE4F}"/>
              </a:ext>
            </a:extLst>
          </p:cNvPr>
          <p:cNvSpPr>
            <a:spLocks noGrp="1"/>
          </p:cNvSpPr>
          <p:nvPr>
            <p:ph type="sldNum" sz="quarter" idx="4"/>
          </p:nvPr>
        </p:nvSpPr>
        <p:spPr/>
        <p:txBody>
          <a:bodyPr/>
          <a:lstStyle/>
          <a:p>
            <a:fld id="{4A16F8ED-7337-F64C-865A-41A1F48E54DF}" type="slidenum">
              <a:rPr lang="en-US" smtClean="0"/>
              <a:pPr/>
              <a:t>42</a:t>
            </a:fld>
            <a:endParaRPr lang="en-US" dirty="0"/>
          </a:p>
        </p:txBody>
      </p:sp>
      <p:sp>
        <p:nvSpPr>
          <p:cNvPr id="4" name="Título 3">
            <a:extLst>
              <a:ext uri="{FF2B5EF4-FFF2-40B4-BE49-F238E27FC236}">
                <a16:creationId xmlns:a16="http://schemas.microsoft.com/office/drawing/2014/main" id="{0B856805-1F78-C19C-D6DD-CC14B78CAA40}"/>
              </a:ext>
            </a:extLst>
          </p:cNvPr>
          <p:cNvSpPr>
            <a:spLocks noGrp="1"/>
          </p:cNvSpPr>
          <p:nvPr>
            <p:ph type="title"/>
          </p:nvPr>
        </p:nvSpPr>
        <p:spPr>
          <a:xfrm>
            <a:off x="810247" y="327992"/>
            <a:ext cx="10271883" cy="626165"/>
          </a:xfrm>
        </p:spPr>
        <p:txBody>
          <a:bodyPr/>
          <a:lstStyle/>
          <a:p>
            <a:r>
              <a:rPr lang="es-ES_tradnl" b="0" dirty="0"/>
              <a:t>Gestionar el evento: Inscribir por autoservicio</a:t>
            </a:r>
            <a:endParaRPr lang="es-CL" dirty="0"/>
          </a:p>
        </p:txBody>
      </p:sp>
      <p:sp>
        <p:nvSpPr>
          <p:cNvPr id="9" name="Rectángulo redondeado 9">
            <a:extLst>
              <a:ext uri="{FF2B5EF4-FFF2-40B4-BE49-F238E27FC236}">
                <a16:creationId xmlns:a16="http://schemas.microsoft.com/office/drawing/2014/main" id="{C1877136-3B4D-ABBF-9927-EEAEB73B4BA5}"/>
              </a:ext>
            </a:extLst>
          </p:cNvPr>
          <p:cNvSpPr/>
          <p:nvPr/>
        </p:nvSpPr>
        <p:spPr>
          <a:xfrm>
            <a:off x="4359134" y="4659263"/>
            <a:ext cx="2935693" cy="695771"/>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Opcionalmente, se puede presionar el botón “Agregar al calendario” y se descargará un archivo ICS para importarlo.</a:t>
            </a:r>
          </a:p>
        </p:txBody>
      </p:sp>
      <p:sp>
        <p:nvSpPr>
          <p:cNvPr id="10" name="Rectángulo 9">
            <a:extLst>
              <a:ext uri="{FF2B5EF4-FFF2-40B4-BE49-F238E27FC236}">
                <a16:creationId xmlns:a16="http://schemas.microsoft.com/office/drawing/2014/main" id="{D281DF4F-C872-6DF6-28B6-87A7D192AB46}"/>
              </a:ext>
            </a:extLst>
          </p:cNvPr>
          <p:cNvSpPr/>
          <p:nvPr/>
        </p:nvSpPr>
        <p:spPr>
          <a:xfrm>
            <a:off x="9066943" y="3643912"/>
            <a:ext cx="1387071" cy="368974"/>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2" name="Rectángulo 11">
            <a:extLst>
              <a:ext uri="{FF2B5EF4-FFF2-40B4-BE49-F238E27FC236}">
                <a16:creationId xmlns:a16="http://schemas.microsoft.com/office/drawing/2014/main" id="{9AB0749F-D21D-FED4-3861-752F0E2A4776}"/>
              </a:ext>
            </a:extLst>
          </p:cNvPr>
          <p:cNvSpPr/>
          <p:nvPr/>
        </p:nvSpPr>
        <p:spPr>
          <a:xfrm>
            <a:off x="1867634" y="4087673"/>
            <a:ext cx="1293984" cy="297768"/>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cxnSp>
        <p:nvCxnSpPr>
          <p:cNvPr id="14" name="Conector recto de flecha 13">
            <a:extLst>
              <a:ext uri="{FF2B5EF4-FFF2-40B4-BE49-F238E27FC236}">
                <a16:creationId xmlns:a16="http://schemas.microsoft.com/office/drawing/2014/main" id="{E06106F5-14EE-47B3-2378-1E0A6BBE2AF2}"/>
              </a:ext>
            </a:extLst>
          </p:cNvPr>
          <p:cNvCxnSpPr>
            <a:cxnSpLocks/>
          </p:cNvCxnSpPr>
          <p:nvPr/>
        </p:nvCxnSpPr>
        <p:spPr>
          <a:xfrm flipV="1">
            <a:off x="7294827" y="3932556"/>
            <a:ext cx="1796078" cy="10745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Conector recto de flecha 15">
            <a:extLst>
              <a:ext uri="{FF2B5EF4-FFF2-40B4-BE49-F238E27FC236}">
                <a16:creationId xmlns:a16="http://schemas.microsoft.com/office/drawing/2014/main" id="{ECF11FEE-F274-2AE5-B693-E5EF51F5479B}"/>
              </a:ext>
            </a:extLst>
          </p:cNvPr>
          <p:cNvCxnSpPr>
            <a:cxnSpLocks/>
          </p:cNvCxnSpPr>
          <p:nvPr/>
        </p:nvCxnSpPr>
        <p:spPr>
          <a:xfrm flipH="1" flipV="1">
            <a:off x="3161618" y="4247374"/>
            <a:ext cx="1134390" cy="6696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37637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2"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3AF634-5CF4-8F8C-B84B-A9AF857017A4}"/>
            </a:ext>
          </a:extLst>
        </p:cNvPr>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0AC68164-84FB-C9AB-D73F-E75529541B11}"/>
              </a:ext>
            </a:extLst>
          </p:cNvPr>
          <p:cNvSpPr>
            <a:spLocks noGrp="1"/>
          </p:cNvSpPr>
          <p:nvPr>
            <p:ph type="body" orient="vert" sz="quarter" idx="10"/>
          </p:nvPr>
        </p:nvSpPr>
        <p:spPr/>
        <p:txBody>
          <a:bodyPr/>
          <a:lstStyle/>
          <a:p>
            <a:r>
              <a:rPr lang="es-MX" sz="1200" dirty="0"/>
              <a:t>Definir y diseñar los eventos </a:t>
            </a:r>
            <a:endParaRPr lang="es-419" sz="1200" dirty="0"/>
          </a:p>
        </p:txBody>
      </p:sp>
      <p:sp>
        <p:nvSpPr>
          <p:cNvPr id="16" name="Title 15">
            <a:extLst>
              <a:ext uri="{FF2B5EF4-FFF2-40B4-BE49-F238E27FC236}">
                <a16:creationId xmlns:a16="http://schemas.microsoft.com/office/drawing/2014/main" id="{560487A6-80E6-CA17-D91E-916DFD353442}"/>
              </a:ext>
            </a:extLst>
          </p:cNvPr>
          <p:cNvSpPr>
            <a:spLocks noGrp="1"/>
          </p:cNvSpPr>
          <p:nvPr>
            <p:ph type="title"/>
          </p:nvPr>
        </p:nvSpPr>
        <p:spPr/>
        <p:txBody>
          <a:bodyPr/>
          <a:lstStyle/>
          <a:p>
            <a:r>
              <a:rPr lang="en-US" dirty="0" err="1"/>
              <a:t>Inscribir</a:t>
            </a:r>
            <a:r>
              <a:rPr lang="en-US" dirty="0"/>
              <a:t> </a:t>
            </a:r>
            <a:r>
              <a:rPr lang="en-US" dirty="0" err="1"/>
              <a:t>Evento</a:t>
            </a:r>
            <a:endParaRPr lang="en-US" sz="3200" b="1" dirty="0">
              <a:solidFill>
                <a:schemeClr val="bg1"/>
              </a:solidFill>
            </a:endParaRPr>
          </a:p>
        </p:txBody>
      </p:sp>
      <p:sp>
        <p:nvSpPr>
          <p:cNvPr id="17" name="Text Placeholder 16">
            <a:extLst>
              <a:ext uri="{FF2B5EF4-FFF2-40B4-BE49-F238E27FC236}">
                <a16:creationId xmlns:a16="http://schemas.microsoft.com/office/drawing/2014/main" id="{6E6CA667-7ED4-B9BE-3038-DE2089203572}"/>
              </a:ext>
            </a:extLst>
          </p:cNvPr>
          <p:cNvSpPr>
            <a:spLocks noGrp="1"/>
          </p:cNvSpPr>
          <p:nvPr>
            <p:ph type="body" sz="quarter" idx="18"/>
          </p:nvPr>
        </p:nvSpPr>
        <p:spPr/>
        <p:txBody>
          <a:bodyPr/>
          <a:lstStyle/>
          <a:p>
            <a:r>
              <a:rPr lang="en-US" dirty="0"/>
              <a:t>Por Backoffice</a:t>
            </a:r>
          </a:p>
        </p:txBody>
      </p:sp>
      <p:sp>
        <p:nvSpPr>
          <p:cNvPr id="18" name="Slide Number Placeholder 17">
            <a:extLst>
              <a:ext uri="{FF2B5EF4-FFF2-40B4-BE49-F238E27FC236}">
                <a16:creationId xmlns:a16="http://schemas.microsoft.com/office/drawing/2014/main" id="{4C7C9A3B-2D79-83B3-E9AC-EAA17A48D92F}"/>
              </a:ext>
            </a:extLst>
          </p:cNvPr>
          <p:cNvSpPr>
            <a:spLocks noGrp="1"/>
          </p:cNvSpPr>
          <p:nvPr>
            <p:ph type="sldNum" sz="quarter" idx="4"/>
          </p:nvPr>
        </p:nvSpPr>
        <p:spPr/>
        <p:txBody>
          <a:bodyPr/>
          <a:lstStyle/>
          <a:p>
            <a:fld id="{4A16F8ED-7337-F64C-865A-41A1F48E54DF}" type="slidenum">
              <a:rPr lang="en-US" smtClean="0"/>
              <a:pPr/>
              <a:t>43</a:t>
            </a:fld>
            <a:endParaRPr lang="en-US" dirty="0"/>
          </a:p>
        </p:txBody>
      </p:sp>
    </p:spTree>
    <p:extLst>
      <p:ext uri="{BB962C8B-B14F-4D97-AF65-F5344CB8AC3E}">
        <p14:creationId xmlns:p14="http://schemas.microsoft.com/office/powerpoint/2010/main" val="60790958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3FB473-CA4B-ADB2-CB26-8397B07EB46D}"/>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96300B7D-F7F4-CE56-2C2C-BFFF2896D40E}"/>
              </a:ext>
            </a:extLst>
          </p:cNvPr>
          <p:cNvPicPr>
            <a:picLocks noChangeAspect="1"/>
          </p:cNvPicPr>
          <p:nvPr/>
        </p:nvPicPr>
        <p:blipFill>
          <a:blip r:embed="rId2"/>
          <a:srcRect t="6195"/>
          <a:stretch>
            <a:fillRect/>
          </a:stretch>
        </p:blipFill>
        <p:spPr>
          <a:xfrm>
            <a:off x="931905" y="1449237"/>
            <a:ext cx="10908062" cy="4833432"/>
          </a:xfrm>
          <a:prstGeom prst="rect">
            <a:avLst/>
          </a:prstGeom>
        </p:spPr>
      </p:pic>
      <p:sp>
        <p:nvSpPr>
          <p:cNvPr id="3" name="Marcador de texto vertical 2">
            <a:extLst>
              <a:ext uri="{FF2B5EF4-FFF2-40B4-BE49-F238E27FC236}">
                <a16:creationId xmlns:a16="http://schemas.microsoft.com/office/drawing/2014/main" id="{C785A0FF-3B94-74EE-A5DA-F7CB7E563D00}"/>
              </a:ext>
            </a:extLst>
          </p:cNvPr>
          <p:cNvSpPr>
            <a:spLocks noGrp="1"/>
          </p:cNvSpPr>
          <p:nvPr>
            <p:ph type="body" orient="vert" sz="quarter" idx="17"/>
          </p:nvPr>
        </p:nvSpPr>
        <p:spPr/>
        <p:txBody>
          <a:bodyPr/>
          <a:lstStyle/>
          <a:p>
            <a:r>
              <a:rPr lang="es-MX" sz="1200" dirty="0"/>
              <a:t>Definir y diseñar los eventos </a:t>
            </a:r>
            <a:endParaRPr lang="es-419" sz="1200" dirty="0"/>
          </a:p>
        </p:txBody>
      </p:sp>
      <p:sp>
        <p:nvSpPr>
          <p:cNvPr id="5" name="Slide Number Placeholder 17">
            <a:extLst>
              <a:ext uri="{FF2B5EF4-FFF2-40B4-BE49-F238E27FC236}">
                <a16:creationId xmlns:a16="http://schemas.microsoft.com/office/drawing/2014/main" id="{D77F8412-F392-2390-CBE4-92CC03F28EDE}"/>
              </a:ext>
            </a:extLst>
          </p:cNvPr>
          <p:cNvSpPr>
            <a:spLocks noGrp="1"/>
          </p:cNvSpPr>
          <p:nvPr>
            <p:ph type="sldNum" sz="quarter" idx="4"/>
          </p:nvPr>
        </p:nvSpPr>
        <p:spPr/>
        <p:txBody>
          <a:bodyPr/>
          <a:lstStyle/>
          <a:p>
            <a:fld id="{4A16F8ED-7337-F64C-865A-41A1F48E54DF}" type="slidenum">
              <a:rPr lang="en-US" smtClean="0"/>
              <a:pPr/>
              <a:t>44</a:t>
            </a:fld>
            <a:endParaRPr lang="en-US" dirty="0"/>
          </a:p>
        </p:txBody>
      </p:sp>
      <p:sp>
        <p:nvSpPr>
          <p:cNvPr id="4" name="Título 3">
            <a:extLst>
              <a:ext uri="{FF2B5EF4-FFF2-40B4-BE49-F238E27FC236}">
                <a16:creationId xmlns:a16="http://schemas.microsoft.com/office/drawing/2014/main" id="{DC8EDCCD-8ED9-C3E6-35B8-9D679BD5046C}"/>
              </a:ext>
            </a:extLst>
          </p:cNvPr>
          <p:cNvSpPr>
            <a:spLocks noGrp="1"/>
          </p:cNvSpPr>
          <p:nvPr>
            <p:ph type="title"/>
          </p:nvPr>
        </p:nvSpPr>
        <p:spPr>
          <a:xfrm>
            <a:off x="810247" y="327992"/>
            <a:ext cx="10271883" cy="626165"/>
          </a:xfrm>
        </p:spPr>
        <p:txBody>
          <a:bodyPr/>
          <a:lstStyle/>
          <a:p>
            <a:r>
              <a:rPr lang="es-ES_tradnl" b="0" dirty="0"/>
              <a:t>Gestionar el evento: Inscribir GEAATID</a:t>
            </a:r>
            <a:endParaRPr lang="es-CL" b="0" dirty="0"/>
          </a:p>
        </p:txBody>
      </p:sp>
      <p:sp>
        <p:nvSpPr>
          <p:cNvPr id="14" name="Rectángulo redondeado 11">
            <a:extLst>
              <a:ext uri="{FF2B5EF4-FFF2-40B4-BE49-F238E27FC236}">
                <a16:creationId xmlns:a16="http://schemas.microsoft.com/office/drawing/2014/main" id="{4B80F89A-CC84-9FCB-6CBE-32FB6CAC39C5}"/>
              </a:ext>
            </a:extLst>
          </p:cNvPr>
          <p:cNvSpPr/>
          <p:nvPr/>
        </p:nvSpPr>
        <p:spPr>
          <a:xfrm>
            <a:off x="3132502" y="1996718"/>
            <a:ext cx="2116583" cy="417430"/>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En GEAATID se selecciona el </a:t>
            </a:r>
            <a:r>
              <a:rPr lang="es-ES_tradnl" sz="1100" b="1" dirty="0"/>
              <a:t>ID</a:t>
            </a:r>
            <a:r>
              <a:rPr lang="es-ES_tradnl" sz="1100" dirty="0"/>
              <a:t> de la persona</a:t>
            </a:r>
          </a:p>
        </p:txBody>
      </p:sp>
      <p:sp>
        <p:nvSpPr>
          <p:cNvPr id="15" name="Rectángulo redondeado 9">
            <a:extLst>
              <a:ext uri="{FF2B5EF4-FFF2-40B4-BE49-F238E27FC236}">
                <a16:creationId xmlns:a16="http://schemas.microsoft.com/office/drawing/2014/main" id="{24F6C0C8-3CA3-BE9A-0E9B-780948738CFE}"/>
              </a:ext>
            </a:extLst>
          </p:cNvPr>
          <p:cNvSpPr/>
          <p:nvPr/>
        </p:nvSpPr>
        <p:spPr>
          <a:xfrm>
            <a:off x="6220442" y="2130851"/>
            <a:ext cx="2407272" cy="102174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En el campo “Evento” seleccionar el código del evento que corresponde. Si se desconoce, se puede hacer una búsqueda presionando el botón “…”. </a:t>
            </a:r>
          </a:p>
        </p:txBody>
      </p:sp>
      <p:sp>
        <p:nvSpPr>
          <p:cNvPr id="16" name="Rectángulo redondeado 17">
            <a:extLst>
              <a:ext uri="{FF2B5EF4-FFF2-40B4-BE49-F238E27FC236}">
                <a16:creationId xmlns:a16="http://schemas.microsoft.com/office/drawing/2014/main" id="{0B43A0A2-8AF0-63DF-871F-601E0DA5E598}"/>
              </a:ext>
            </a:extLst>
          </p:cNvPr>
          <p:cNvSpPr/>
          <p:nvPr/>
        </p:nvSpPr>
        <p:spPr>
          <a:xfrm>
            <a:off x="10731637" y="1996717"/>
            <a:ext cx="1175668" cy="268267"/>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Presionar “Ir”</a:t>
            </a:r>
          </a:p>
        </p:txBody>
      </p:sp>
      <p:sp>
        <p:nvSpPr>
          <p:cNvPr id="17" name="Rectángulo redondeado 8">
            <a:extLst>
              <a:ext uri="{FF2B5EF4-FFF2-40B4-BE49-F238E27FC236}">
                <a16:creationId xmlns:a16="http://schemas.microsoft.com/office/drawing/2014/main" id="{62ECEFC7-E440-B313-F1F2-6EA1DD63828D}"/>
              </a:ext>
            </a:extLst>
          </p:cNvPr>
          <p:cNvSpPr/>
          <p:nvPr/>
        </p:nvSpPr>
        <p:spPr>
          <a:xfrm>
            <a:off x="4597322" y="1694561"/>
            <a:ext cx="243317" cy="225735"/>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1</a:t>
            </a:r>
          </a:p>
        </p:txBody>
      </p:sp>
      <p:sp>
        <p:nvSpPr>
          <p:cNvPr id="18" name="Rectángulo redondeado 8">
            <a:extLst>
              <a:ext uri="{FF2B5EF4-FFF2-40B4-BE49-F238E27FC236}">
                <a16:creationId xmlns:a16="http://schemas.microsoft.com/office/drawing/2014/main" id="{87DBCC27-9A64-A489-EBE4-98855B3C594A}"/>
              </a:ext>
            </a:extLst>
          </p:cNvPr>
          <p:cNvSpPr/>
          <p:nvPr/>
        </p:nvSpPr>
        <p:spPr>
          <a:xfrm>
            <a:off x="8384397" y="1770982"/>
            <a:ext cx="243317" cy="225735"/>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2</a:t>
            </a:r>
          </a:p>
        </p:txBody>
      </p:sp>
      <p:sp>
        <p:nvSpPr>
          <p:cNvPr id="19" name="Rectángulo redondeado 8">
            <a:extLst>
              <a:ext uri="{FF2B5EF4-FFF2-40B4-BE49-F238E27FC236}">
                <a16:creationId xmlns:a16="http://schemas.microsoft.com/office/drawing/2014/main" id="{5D2E24AE-56E7-3174-90F5-4E7529B56EFA}"/>
              </a:ext>
            </a:extLst>
          </p:cNvPr>
          <p:cNvSpPr/>
          <p:nvPr/>
        </p:nvSpPr>
        <p:spPr>
          <a:xfrm>
            <a:off x="11875338" y="1694560"/>
            <a:ext cx="243317" cy="225735"/>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3</a:t>
            </a:r>
          </a:p>
        </p:txBody>
      </p:sp>
    </p:spTree>
    <p:extLst>
      <p:ext uri="{BB962C8B-B14F-4D97-AF65-F5344CB8AC3E}">
        <p14:creationId xmlns:p14="http://schemas.microsoft.com/office/powerpoint/2010/main" val="1029947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776CEF-ED2A-63A0-7EAA-E7E00F4FE453}"/>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711193EF-A6AA-7E39-3B14-424044015503}"/>
              </a:ext>
            </a:extLst>
          </p:cNvPr>
          <p:cNvPicPr>
            <a:picLocks noChangeAspect="1"/>
          </p:cNvPicPr>
          <p:nvPr/>
        </p:nvPicPr>
        <p:blipFill>
          <a:blip r:embed="rId2"/>
          <a:srcRect t="6523"/>
          <a:stretch>
            <a:fillRect/>
          </a:stretch>
        </p:blipFill>
        <p:spPr>
          <a:xfrm>
            <a:off x="810247" y="1475117"/>
            <a:ext cx="11020730" cy="4881232"/>
          </a:xfrm>
          <a:prstGeom prst="rect">
            <a:avLst/>
          </a:prstGeom>
        </p:spPr>
      </p:pic>
      <p:sp>
        <p:nvSpPr>
          <p:cNvPr id="3" name="Marcador de texto vertical 2">
            <a:extLst>
              <a:ext uri="{FF2B5EF4-FFF2-40B4-BE49-F238E27FC236}">
                <a16:creationId xmlns:a16="http://schemas.microsoft.com/office/drawing/2014/main" id="{D61B8E94-E20D-5AEC-277B-FEDF8DEDF004}"/>
              </a:ext>
            </a:extLst>
          </p:cNvPr>
          <p:cNvSpPr>
            <a:spLocks noGrp="1"/>
          </p:cNvSpPr>
          <p:nvPr>
            <p:ph type="body" orient="vert" sz="quarter" idx="17"/>
          </p:nvPr>
        </p:nvSpPr>
        <p:spPr/>
        <p:txBody>
          <a:bodyPr/>
          <a:lstStyle/>
          <a:p>
            <a:r>
              <a:rPr lang="es-MX" sz="1200" dirty="0"/>
              <a:t>Definir y diseñar los eventos </a:t>
            </a:r>
            <a:endParaRPr lang="es-419" sz="1200" dirty="0"/>
          </a:p>
        </p:txBody>
      </p:sp>
      <p:sp>
        <p:nvSpPr>
          <p:cNvPr id="5" name="Slide Number Placeholder 17">
            <a:extLst>
              <a:ext uri="{FF2B5EF4-FFF2-40B4-BE49-F238E27FC236}">
                <a16:creationId xmlns:a16="http://schemas.microsoft.com/office/drawing/2014/main" id="{67236900-E114-2075-25B7-AF9C19DDD7CA}"/>
              </a:ext>
            </a:extLst>
          </p:cNvPr>
          <p:cNvSpPr>
            <a:spLocks noGrp="1"/>
          </p:cNvSpPr>
          <p:nvPr>
            <p:ph type="sldNum" sz="quarter" idx="4"/>
          </p:nvPr>
        </p:nvSpPr>
        <p:spPr/>
        <p:txBody>
          <a:bodyPr/>
          <a:lstStyle/>
          <a:p>
            <a:fld id="{4A16F8ED-7337-F64C-865A-41A1F48E54DF}" type="slidenum">
              <a:rPr lang="en-US" smtClean="0"/>
              <a:pPr/>
              <a:t>45</a:t>
            </a:fld>
            <a:endParaRPr lang="en-US" dirty="0"/>
          </a:p>
        </p:txBody>
      </p:sp>
      <p:sp>
        <p:nvSpPr>
          <p:cNvPr id="4" name="Título 3">
            <a:extLst>
              <a:ext uri="{FF2B5EF4-FFF2-40B4-BE49-F238E27FC236}">
                <a16:creationId xmlns:a16="http://schemas.microsoft.com/office/drawing/2014/main" id="{92499253-82D8-7FA0-D66D-BA31D03315D6}"/>
              </a:ext>
            </a:extLst>
          </p:cNvPr>
          <p:cNvSpPr>
            <a:spLocks noGrp="1"/>
          </p:cNvSpPr>
          <p:nvPr>
            <p:ph type="title"/>
          </p:nvPr>
        </p:nvSpPr>
        <p:spPr>
          <a:xfrm>
            <a:off x="810247" y="327992"/>
            <a:ext cx="10271883" cy="626165"/>
          </a:xfrm>
        </p:spPr>
        <p:txBody>
          <a:bodyPr/>
          <a:lstStyle/>
          <a:p>
            <a:r>
              <a:rPr lang="es-ES_tradnl" b="0" dirty="0"/>
              <a:t>Gestionar el evento: Inscribir GEAATID</a:t>
            </a:r>
            <a:endParaRPr lang="es-CL" b="0" dirty="0"/>
          </a:p>
        </p:txBody>
      </p:sp>
      <p:sp>
        <p:nvSpPr>
          <p:cNvPr id="8" name="Rectángulo redondeado 8">
            <a:extLst>
              <a:ext uri="{FF2B5EF4-FFF2-40B4-BE49-F238E27FC236}">
                <a16:creationId xmlns:a16="http://schemas.microsoft.com/office/drawing/2014/main" id="{C792BB2A-6B55-435D-8B14-E7B0E939081D}"/>
              </a:ext>
            </a:extLst>
          </p:cNvPr>
          <p:cNvSpPr/>
          <p:nvPr/>
        </p:nvSpPr>
        <p:spPr>
          <a:xfrm>
            <a:off x="1677581" y="2375829"/>
            <a:ext cx="243317" cy="225735"/>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4</a:t>
            </a:r>
          </a:p>
        </p:txBody>
      </p:sp>
      <p:sp>
        <p:nvSpPr>
          <p:cNvPr id="11" name="Rectángulo 10">
            <a:extLst>
              <a:ext uri="{FF2B5EF4-FFF2-40B4-BE49-F238E27FC236}">
                <a16:creationId xmlns:a16="http://schemas.microsoft.com/office/drawing/2014/main" id="{D4B39843-FD5A-014B-987B-302548B525D4}"/>
              </a:ext>
            </a:extLst>
          </p:cNvPr>
          <p:cNvSpPr/>
          <p:nvPr/>
        </p:nvSpPr>
        <p:spPr>
          <a:xfrm>
            <a:off x="659715" y="2146694"/>
            <a:ext cx="888364" cy="504903"/>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2" name="Rectángulo redondeado 11">
            <a:extLst>
              <a:ext uri="{FF2B5EF4-FFF2-40B4-BE49-F238E27FC236}">
                <a16:creationId xmlns:a16="http://schemas.microsoft.com/office/drawing/2014/main" id="{3AF58A7A-2B21-A2CB-96FA-9876FBB15095}"/>
              </a:ext>
            </a:extLst>
          </p:cNvPr>
          <p:cNvSpPr/>
          <p:nvPr/>
        </p:nvSpPr>
        <p:spPr>
          <a:xfrm>
            <a:off x="2050400" y="2146694"/>
            <a:ext cx="2205294" cy="961740"/>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Seleccionar la función del evento a la que se desea inscribir. Si se desconoce, se puede hacer una búsqueda presionando el botón “…”. </a:t>
            </a:r>
          </a:p>
        </p:txBody>
      </p:sp>
    </p:spTree>
    <p:extLst>
      <p:ext uri="{BB962C8B-B14F-4D97-AF65-F5344CB8AC3E}">
        <p14:creationId xmlns:p14="http://schemas.microsoft.com/office/powerpoint/2010/main" val="424463937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23F982-F553-1A63-8DCC-B09880A6702E}"/>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208A5665-6C4D-817D-5030-316B3F5D6359}"/>
              </a:ext>
            </a:extLst>
          </p:cNvPr>
          <p:cNvPicPr>
            <a:picLocks noChangeAspect="1"/>
          </p:cNvPicPr>
          <p:nvPr/>
        </p:nvPicPr>
        <p:blipFill>
          <a:blip r:embed="rId2"/>
          <a:srcRect t="6034"/>
          <a:stretch>
            <a:fillRect/>
          </a:stretch>
        </p:blipFill>
        <p:spPr>
          <a:xfrm>
            <a:off x="699386" y="1561381"/>
            <a:ext cx="10670229" cy="4764253"/>
          </a:xfrm>
          <a:prstGeom prst="rect">
            <a:avLst/>
          </a:prstGeom>
        </p:spPr>
      </p:pic>
      <p:sp>
        <p:nvSpPr>
          <p:cNvPr id="3" name="Marcador de texto vertical 2">
            <a:extLst>
              <a:ext uri="{FF2B5EF4-FFF2-40B4-BE49-F238E27FC236}">
                <a16:creationId xmlns:a16="http://schemas.microsoft.com/office/drawing/2014/main" id="{6FD5003B-CF68-0C07-4C7C-4D062E9F1D6D}"/>
              </a:ext>
            </a:extLst>
          </p:cNvPr>
          <p:cNvSpPr>
            <a:spLocks noGrp="1"/>
          </p:cNvSpPr>
          <p:nvPr>
            <p:ph type="body" orient="vert" sz="quarter" idx="17"/>
          </p:nvPr>
        </p:nvSpPr>
        <p:spPr/>
        <p:txBody>
          <a:bodyPr/>
          <a:lstStyle/>
          <a:p>
            <a:r>
              <a:rPr lang="es-MX" sz="1200" dirty="0"/>
              <a:t>Definir y diseñar los eventos </a:t>
            </a:r>
            <a:endParaRPr lang="es-419" sz="1200" dirty="0"/>
          </a:p>
        </p:txBody>
      </p:sp>
      <p:sp>
        <p:nvSpPr>
          <p:cNvPr id="5" name="Slide Number Placeholder 17">
            <a:extLst>
              <a:ext uri="{FF2B5EF4-FFF2-40B4-BE49-F238E27FC236}">
                <a16:creationId xmlns:a16="http://schemas.microsoft.com/office/drawing/2014/main" id="{D4D56634-B380-4D76-B18C-4F1216DB1C00}"/>
              </a:ext>
            </a:extLst>
          </p:cNvPr>
          <p:cNvSpPr>
            <a:spLocks noGrp="1"/>
          </p:cNvSpPr>
          <p:nvPr>
            <p:ph type="sldNum" sz="quarter" idx="4"/>
          </p:nvPr>
        </p:nvSpPr>
        <p:spPr/>
        <p:txBody>
          <a:bodyPr/>
          <a:lstStyle/>
          <a:p>
            <a:fld id="{4A16F8ED-7337-F64C-865A-41A1F48E54DF}" type="slidenum">
              <a:rPr lang="en-US" smtClean="0"/>
              <a:pPr/>
              <a:t>46</a:t>
            </a:fld>
            <a:endParaRPr lang="en-US" dirty="0"/>
          </a:p>
        </p:txBody>
      </p:sp>
      <p:sp>
        <p:nvSpPr>
          <p:cNvPr id="4" name="Título 3">
            <a:extLst>
              <a:ext uri="{FF2B5EF4-FFF2-40B4-BE49-F238E27FC236}">
                <a16:creationId xmlns:a16="http://schemas.microsoft.com/office/drawing/2014/main" id="{D2C33BBC-69C9-6E47-88F3-304E6A9A0C94}"/>
              </a:ext>
            </a:extLst>
          </p:cNvPr>
          <p:cNvSpPr>
            <a:spLocks noGrp="1"/>
          </p:cNvSpPr>
          <p:nvPr>
            <p:ph type="title"/>
          </p:nvPr>
        </p:nvSpPr>
        <p:spPr>
          <a:xfrm>
            <a:off x="810247" y="327992"/>
            <a:ext cx="10271883" cy="626165"/>
          </a:xfrm>
        </p:spPr>
        <p:txBody>
          <a:bodyPr/>
          <a:lstStyle/>
          <a:p>
            <a:r>
              <a:rPr lang="es-ES_tradnl" b="0" dirty="0"/>
              <a:t>Gestionar el evento: Inscribir GEAATID</a:t>
            </a:r>
            <a:endParaRPr lang="es-CL" b="0" dirty="0"/>
          </a:p>
        </p:txBody>
      </p:sp>
      <p:sp>
        <p:nvSpPr>
          <p:cNvPr id="12" name="Rectángulo 11">
            <a:extLst>
              <a:ext uri="{FF2B5EF4-FFF2-40B4-BE49-F238E27FC236}">
                <a16:creationId xmlns:a16="http://schemas.microsoft.com/office/drawing/2014/main" id="{AC9F35E4-8B5D-5CA2-4ED6-EAD7E4E52760}"/>
              </a:ext>
            </a:extLst>
          </p:cNvPr>
          <p:cNvSpPr/>
          <p:nvPr/>
        </p:nvSpPr>
        <p:spPr>
          <a:xfrm>
            <a:off x="2170157" y="2258211"/>
            <a:ext cx="874968" cy="43323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3" name="Rectángulo redondeado 11">
            <a:extLst>
              <a:ext uri="{FF2B5EF4-FFF2-40B4-BE49-F238E27FC236}">
                <a16:creationId xmlns:a16="http://schemas.microsoft.com/office/drawing/2014/main" id="{AB385BA6-E3C4-A2FD-D5A5-B063DDCD27A3}"/>
              </a:ext>
            </a:extLst>
          </p:cNvPr>
          <p:cNvSpPr/>
          <p:nvPr/>
        </p:nvSpPr>
        <p:spPr>
          <a:xfrm>
            <a:off x="3390969" y="2253136"/>
            <a:ext cx="2116583" cy="560404"/>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Ingresar el número de invitados, en caso de haber.</a:t>
            </a:r>
          </a:p>
        </p:txBody>
      </p:sp>
      <p:sp>
        <p:nvSpPr>
          <p:cNvPr id="14" name="Rectángulo 13">
            <a:extLst>
              <a:ext uri="{FF2B5EF4-FFF2-40B4-BE49-F238E27FC236}">
                <a16:creationId xmlns:a16="http://schemas.microsoft.com/office/drawing/2014/main" id="{3EC48039-12D5-DC5D-43A5-CE933AC7ADEC}"/>
              </a:ext>
            </a:extLst>
          </p:cNvPr>
          <p:cNvSpPr/>
          <p:nvPr/>
        </p:nvSpPr>
        <p:spPr>
          <a:xfrm>
            <a:off x="10795769" y="5973682"/>
            <a:ext cx="627834" cy="22293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5" name="Rectángulo redondeado 9">
            <a:extLst>
              <a:ext uri="{FF2B5EF4-FFF2-40B4-BE49-F238E27FC236}">
                <a16:creationId xmlns:a16="http://schemas.microsoft.com/office/drawing/2014/main" id="{B31E472D-3B19-6E0A-7AF6-6D27897D7E62}"/>
              </a:ext>
            </a:extLst>
          </p:cNvPr>
          <p:cNvSpPr/>
          <p:nvPr/>
        </p:nvSpPr>
        <p:spPr>
          <a:xfrm>
            <a:off x="9869790" y="5243897"/>
            <a:ext cx="1499825" cy="294312"/>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Grabar los cambios</a:t>
            </a:r>
          </a:p>
        </p:txBody>
      </p:sp>
      <p:sp>
        <p:nvSpPr>
          <p:cNvPr id="16" name="Rectángulo 15">
            <a:extLst>
              <a:ext uri="{FF2B5EF4-FFF2-40B4-BE49-F238E27FC236}">
                <a16:creationId xmlns:a16="http://schemas.microsoft.com/office/drawing/2014/main" id="{AED911A6-673E-3866-1A8F-7DF5F63BD832}"/>
              </a:ext>
            </a:extLst>
          </p:cNvPr>
          <p:cNvSpPr/>
          <p:nvPr/>
        </p:nvSpPr>
        <p:spPr>
          <a:xfrm>
            <a:off x="924367" y="5960244"/>
            <a:ext cx="302103" cy="22293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7" name="Rectángulo redondeado 16">
            <a:extLst>
              <a:ext uri="{FF2B5EF4-FFF2-40B4-BE49-F238E27FC236}">
                <a16:creationId xmlns:a16="http://schemas.microsoft.com/office/drawing/2014/main" id="{A6B6974B-7351-1B9B-CF59-05B4951D385B}"/>
              </a:ext>
            </a:extLst>
          </p:cNvPr>
          <p:cNvSpPr/>
          <p:nvPr/>
        </p:nvSpPr>
        <p:spPr>
          <a:xfrm>
            <a:off x="1526250" y="5225729"/>
            <a:ext cx="2279104" cy="707844"/>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Presionar bloque siguiente para ingresar información de los invitados.</a:t>
            </a:r>
          </a:p>
        </p:txBody>
      </p:sp>
      <p:sp>
        <p:nvSpPr>
          <p:cNvPr id="18" name="Rectángulo redondeado 8">
            <a:extLst>
              <a:ext uri="{FF2B5EF4-FFF2-40B4-BE49-F238E27FC236}">
                <a16:creationId xmlns:a16="http://schemas.microsoft.com/office/drawing/2014/main" id="{DACFD2E7-A070-F4FC-B388-F38E0567FF57}"/>
              </a:ext>
            </a:extLst>
          </p:cNvPr>
          <p:cNvSpPr/>
          <p:nvPr/>
        </p:nvSpPr>
        <p:spPr>
          <a:xfrm>
            <a:off x="2665802" y="2746932"/>
            <a:ext cx="243317" cy="225735"/>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5</a:t>
            </a:r>
          </a:p>
        </p:txBody>
      </p:sp>
      <p:sp>
        <p:nvSpPr>
          <p:cNvPr id="19" name="Rectángulo redondeado 8">
            <a:extLst>
              <a:ext uri="{FF2B5EF4-FFF2-40B4-BE49-F238E27FC236}">
                <a16:creationId xmlns:a16="http://schemas.microsoft.com/office/drawing/2014/main" id="{1D30927D-4030-E890-6C3C-520A60BEB58C}"/>
              </a:ext>
            </a:extLst>
          </p:cNvPr>
          <p:cNvSpPr/>
          <p:nvPr/>
        </p:nvSpPr>
        <p:spPr>
          <a:xfrm>
            <a:off x="1075418" y="5533418"/>
            <a:ext cx="243317" cy="225735"/>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7</a:t>
            </a:r>
          </a:p>
        </p:txBody>
      </p:sp>
      <p:sp>
        <p:nvSpPr>
          <p:cNvPr id="20" name="Rectángulo redondeado 8">
            <a:extLst>
              <a:ext uri="{FF2B5EF4-FFF2-40B4-BE49-F238E27FC236}">
                <a16:creationId xmlns:a16="http://schemas.microsoft.com/office/drawing/2014/main" id="{C8D7B552-DA13-99BD-01DC-C7B55D289D21}"/>
              </a:ext>
            </a:extLst>
          </p:cNvPr>
          <p:cNvSpPr/>
          <p:nvPr/>
        </p:nvSpPr>
        <p:spPr>
          <a:xfrm>
            <a:off x="10960471" y="5649555"/>
            <a:ext cx="243317" cy="225735"/>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6</a:t>
            </a:r>
          </a:p>
        </p:txBody>
      </p:sp>
    </p:spTree>
    <p:extLst>
      <p:ext uri="{BB962C8B-B14F-4D97-AF65-F5344CB8AC3E}">
        <p14:creationId xmlns:p14="http://schemas.microsoft.com/office/powerpoint/2010/main" val="3665561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956F0-BECA-8828-83EF-437EE016979E}"/>
            </a:ext>
          </a:extLst>
        </p:cNvPr>
        <p:cNvGrpSpPr/>
        <p:nvPr/>
      </p:nvGrpSpPr>
      <p:grpSpPr>
        <a:xfrm>
          <a:off x="0" y="0"/>
          <a:ext cx="0" cy="0"/>
          <a:chOff x="0" y="0"/>
          <a:chExt cx="0" cy="0"/>
        </a:xfrm>
      </p:grpSpPr>
      <p:pic>
        <p:nvPicPr>
          <p:cNvPr id="9" name="Imagen 8">
            <a:extLst>
              <a:ext uri="{FF2B5EF4-FFF2-40B4-BE49-F238E27FC236}">
                <a16:creationId xmlns:a16="http://schemas.microsoft.com/office/drawing/2014/main" id="{1053A42C-40FB-6A24-89C3-AFA4E103F133}"/>
              </a:ext>
            </a:extLst>
          </p:cNvPr>
          <p:cNvPicPr>
            <a:picLocks noChangeAspect="1"/>
          </p:cNvPicPr>
          <p:nvPr/>
        </p:nvPicPr>
        <p:blipFill>
          <a:blip r:embed="rId2"/>
          <a:srcRect t="7096"/>
          <a:stretch>
            <a:fillRect/>
          </a:stretch>
        </p:blipFill>
        <p:spPr>
          <a:xfrm>
            <a:off x="699386" y="1615203"/>
            <a:ext cx="10670229" cy="4710431"/>
          </a:xfrm>
          <a:prstGeom prst="rect">
            <a:avLst/>
          </a:prstGeom>
        </p:spPr>
      </p:pic>
      <p:sp>
        <p:nvSpPr>
          <p:cNvPr id="3" name="Marcador de texto vertical 2">
            <a:extLst>
              <a:ext uri="{FF2B5EF4-FFF2-40B4-BE49-F238E27FC236}">
                <a16:creationId xmlns:a16="http://schemas.microsoft.com/office/drawing/2014/main" id="{B1C6EDAB-457B-4CA4-886C-16DF4403517D}"/>
              </a:ext>
            </a:extLst>
          </p:cNvPr>
          <p:cNvSpPr>
            <a:spLocks noGrp="1"/>
          </p:cNvSpPr>
          <p:nvPr>
            <p:ph type="body" orient="vert" sz="quarter" idx="17"/>
          </p:nvPr>
        </p:nvSpPr>
        <p:spPr/>
        <p:txBody>
          <a:bodyPr/>
          <a:lstStyle/>
          <a:p>
            <a:r>
              <a:rPr lang="es-MX" sz="1200" dirty="0"/>
              <a:t>Definir y diseñar los eventos </a:t>
            </a:r>
            <a:endParaRPr lang="es-419" sz="1200" dirty="0"/>
          </a:p>
        </p:txBody>
      </p:sp>
      <p:sp>
        <p:nvSpPr>
          <p:cNvPr id="5" name="Slide Number Placeholder 17">
            <a:extLst>
              <a:ext uri="{FF2B5EF4-FFF2-40B4-BE49-F238E27FC236}">
                <a16:creationId xmlns:a16="http://schemas.microsoft.com/office/drawing/2014/main" id="{07385CC5-F7B9-A0BC-5C25-19DD0F98F5B5}"/>
              </a:ext>
            </a:extLst>
          </p:cNvPr>
          <p:cNvSpPr>
            <a:spLocks noGrp="1"/>
          </p:cNvSpPr>
          <p:nvPr>
            <p:ph type="sldNum" sz="quarter" idx="4"/>
          </p:nvPr>
        </p:nvSpPr>
        <p:spPr/>
        <p:txBody>
          <a:bodyPr/>
          <a:lstStyle/>
          <a:p>
            <a:fld id="{4A16F8ED-7337-F64C-865A-41A1F48E54DF}" type="slidenum">
              <a:rPr lang="en-US" smtClean="0"/>
              <a:pPr/>
              <a:t>47</a:t>
            </a:fld>
            <a:endParaRPr lang="en-US" dirty="0"/>
          </a:p>
        </p:txBody>
      </p:sp>
      <p:sp>
        <p:nvSpPr>
          <p:cNvPr id="4" name="Título 3">
            <a:extLst>
              <a:ext uri="{FF2B5EF4-FFF2-40B4-BE49-F238E27FC236}">
                <a16:creationId xmlns:a16="http://schemas.microsoft.com/office/drawing/2014/main" id="{441884FE-12DB-ADD8-36D7-7842CC3172F9}"/>
              </a:ext>
            </a:extLst>
          </p:cNvPr>
          <p:cNvSpPr>
            <a:spLocks noGrp="1"/>
          </p:cNvSpPr>
          <p:nvPr>
            <p:ph type="title"/>
          </p:nvPr>
        </p:nvSpPr>
        <p:spPr>
          <a:xfrm>
            <a:off x="810247" y="327992"/>
            <a:ext cx="10271883" cy="626165"/>
          </a:xfrm>
        </p:spPr>
        <p:txBody>
          <a:bodyPr/>
          <a:lstStyle/>
          <a:p>
            <a:r>
              <a:rPr lang="es-ES_tradnl" b="0" dirty="0"/>
              <a:t>Gestionar el evento: Inscribir GEAATID</a:t>
            </a:r>
            <a:endParaRPr lang="es-CL" b="0" dirty="0"/>
          </a:p>
        </p:txBody>
      </p:sp>
      <p:sp>
        <p:nvSpPr>
          <p:cNvPr id="12" name="Rectángulo 11">
            <a:extLst>
              <a:ext uri="{FF2B5EF4-FFF2-40B4-BE49-F238E27FC236}">
                <a16:creationId xmlns:a16="http://schemas.microsoft.com/office/drawing/2014/main" id="{686BDD86-A82C-3919-7B98-6C80B466F225}"/>
              </a:ext>
            </a:extLst>
          </p:cNvPr>
          <p:cNvSpPr/>
          <p:nvPr/>
        </p:nvSpPr>
        <p:spPr>
          <a:xfrm>
            <a:off x="2174466" y="2216989"/>
            <a:ext cx="844779" cy="47725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3" name="Rectángulo redondeado 11">
            <a:extLst>
              <a:ext uri="{FF2B5EF4-FFF2-40B4-BE49-F238E27FC236}">
                <a16:creationId xmlns:a16="http://schemas.microsoft.com/office/drawing/2014/main" id="{0861068A-B049-FA7C-26EF-0451E2AA9C38}"/>
              </a:ext>
            </a:extLst>
          </p:cNvPr>
          <p:cNvSpPr/>
          <p:nvPr/>
        </p:nvSpPr>
        <p:spPr>
          <a:xfrm>
            <a:off x="3192883" y="3515315"/>
            <a:ext cx="2402015" cy="62534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Ingresar el ID de invitado, y opcionalmente la relación con la persona que lo invita.</a:t>
            </a:r>
          </a:p>
        </p:txBody>
      </p:sp>
      <p:sp>
        <p:nvSpPr>
          <p:cNvPr id="21" name="Rectángulo redondeado 8">
            <a:extLst>
              <a:ext uri="{FF2B5EF4-FFF2-40B4-BE49-F238E27FC236}">
                <a16:creationId xmlns:a16="http://schemas.microsoft.com/office/drawing/2014/main" id="{170DF873-0B0C-E0C5-1F13-5097B5D92116}"/>
              </a:ext>
            </a:extLst>
          </p:cNvPr>
          <p:cNvSpPr/>
          <p:nvPr/>
        </p:nvSpPr>
        <p:spPr>
          <a:xfrm>
            <a:off x="2552263" y="3203263"/>
            <a:ext cx="243317" cy="225735"/>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8</a:t>
            </a:r>
          </a:p>
        </p:txBody>
      </p:sp>
      <p:sp>
        <p:nvSpPr>
          <p:cNvPr id="2" name="Rectángulo redondeado 8">
            <a:extLst>
              <a:ext uri="{FF2B5EF4-FFF2-40B4-BE49-F238E27FC236}">
                <a16:creationId xmlns:a16="http://schemas.microsoft.com/office/drawing/2014/main" id="{76BE599E-2B02-993D-E0CB-9C1F4C818560}"/>
              </a:ext>
            </a:extLst>
          </p:cNvPr>
          <p:cNvSpPr/>
          <p:nvPr/>
        </p:nvSpPr>
        <p:spPr>
          <a:xfrm>
            <a:off x="10985287" y="5632407"/>
            <a:ext cx="243317" cy="225735"/>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9</a:t>
            </a:r>
          </a:p>
        </p:txBody>
      </p:sp>
      <p:sp>
        <p:nvSpPr>
          <p:cNvPr id="7" name="Rectángulo redondeado 9">
            <a:extLst>
              <a:ext uri="{FF2B5EF4-FFF2-40B4-BE49-F238E27FC236}">
                <a16:creationId xmlns:a16="http://schemas.microsoft.com/office/drawing/2014/main" id="{79371090-5E7E-AA89-F1ED-C2A216CCB5A3}"/>
              </a:ext>
            </a:extLst>
          </p:cNvPr>
          <p:cNvSpPr/>
          <p:nvPr/>
        </p:nvSpPr>
        <p:spPr>
          <a:xfrm>
            <a:off x="9891638" y="5323752"/>
            <a:ext cx="1499825" cy="292634"/>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Grabar los cambios</a:t>
            </a:r>
          </a:p>
        </p:txBody>
      </p:sp>
      <p:sp>
        <p:nvSpPr>
          <p:cNvPr id="8" name="Rectángulo redondeado 13">
            <a:extLst>
              <a:ext uri="{FF2B5EF4-FFF2-40B4-BE49-F238E27FC236}">
                <a16:creationId xmlns:a16="http://schemas.microsoft.com/office/drawing/2014/main" id="{8BAC429A-DDF8-FD01-E0CE-7E4C8431614A}"/>
              </a:ext>
            </a:extLst>
          </p:cNvPr>
          <p:cNvSpPr/>
          <p:nvPr/>
        </p:nvSpPr>
        <p:spPr>
          <a:xfrm>
            <a:off x="1579310" y="4508039"/>
            <a:ext cx="4516690" cy="734758"/>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b="1" dirty="0"/>
              <a:t>Observación</a:t>
            </a:r>
          </a:p>
          <a:p>
            <a:pPr algn="ctr"/>
            <a:r>
              <a:rPr lang="es-ES_tradnl" sz="1100" dirty="0"/>
              <a:t>Para ingresar el invitado debe tener un ID en Banner para que se pueda registrar</a:t>
            </a:r>
          </a:p>
        </p:txBody>
      </p:sp>
      <p:sp>
        <p:nvSpPr>
          <p:cNvPr id="22" name="Rectángulo 21">
            <a:extLst>
              <a:ext uri="{FF2B5EF4-FFF2-40B4-BE49-F238E27FC236}">
                <a16:creationId xmlns:a16="http://schemas.microsoft.com/office/drawing/2014/main" id="{F7923A85-9C1F-D9E2-622F-7F378BC68F9C}"/>
              </a:ext>
            </a:extLst>
          </p:cNvPr>
          <p:cNvSpPr/>
          <p:nvPr/>
        </p:nvSpPr>
        <p:spPr>
          <a:xfrm>
            <a:off x="10793029" y="5991034"/>
            <a:ext cx="627834" cy="29263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23" name="Rectángulo 22">
            <a:extLst>
              <a:ext uri="{FF2B5EF4-FFF2-40B4-BE49-F238E27FC236}">
                <a16:creationId xmlns:a16="http://schemas.microsoft.com/office/drawing/2014/main" id="{A0A5CCDE-0B0D-136F-D4E1-5D09C4F30FAC}"/>
              </a:ext>
            </a:extLst>
          </p:cNvPr>
          <p:cNvSpPr/>
          <p:nvPr/>
        </p:nvSpPr>
        <p:spPr>
          <a:xfrm>
            <a:off x="1353366" y="3206060"/>
            <a:ext cx="1111928" cy="22293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2441881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5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22" grpId="0" animBg="1"/>
      <p:bldP spid="23"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D3714E-310B-C792-47F4-281F17309CB7}"/>
            </a:ext>
          </a:extLst>
        </p:cNvPr>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EEE6F859-25D0-FAFB-0CF1-D4BBA31A799E}"/>
              </a:ext>
            </a:extLst>
          </p:cNvPr>
          <p:cNvSpPr>
            <a:spLocks noGrp="1"/>
          </p:cNvSpPr>
          <p:nvPr>
            <p:ph type="body" orient="vert" sz="quarter" idx="10"/>
          </p:nvPr>
        </p:nvSpPr>
        <p:spPr/>
        <p:txBody>
          <a:bodyPr/>
          <a:lstStyle/>
          <a:p>
            <a:r>
              <a:rPr lang="es-MX" sz="1200" dirty="0"/>
              <a:t>Definir y diseñar los eventos </a:t>
            </a:r>
            <a:endParaRPr lang="es-419" sz="1200" dirty="0"/>
          </a:p>
        </p:txBody>
      </p:sp>
      <p:sp>
        <p:nvSpPr>
          <p:cNvPr id="16" name="Title 15">
            <a:extLst>
              <a:ext uri="{FF2B5EF4-FFF2-40B4-BE49-F238E27FC236}">
                <a16:creationId xmlns:a16="http://schemas.microsoft.com/office/drawing/2014/main" id="{F3182067-A598-B868-8FDC-C2F94D82A6B1}"/>
              </a:ext>
            </a:extLst>
          </p:cNvPr>
          <p:cNvSpPr>
            <a:spLocks noGrp="1"/>
          </p:cNvSpPr>
          <p:nvPr>
            <p:ph type="title"/>
          </p:nvPr>
        </p:nvSpPr>
        <p:spPr/>
        <p:txBody>
          <a:bodyPr/>
          <a:lstStyle/>
          <a:p>
            <a:r>
              <a:rPr lang="en-US" dirty="0"/>
              <a:t>Registrar Asistencia</a:t>
            </a:r>
            <a:endParaRPr lang="en-US" sz="3200" b="1" dirty="0">
              <a:solidFill>
                <a:schemeClr val="bg1"/>
              </a:solidFill>
            </a:endParaRPr>
          </a:p>
        </p:txBody>
      </p:sp>
      <p:sp>
        <p:nvSpPr>
          <p:cNvPr id="17" name="Text Placeholder 16">
            <a:extLst>
              <a:ext uri="{FF2B5EF4-FFF2-40B4-BE49-F238E27FC236}">
                <a16:creationId xmlns:a16="http://schemas.microsoft.com/office/drawing/2014/main" id="{71222B85-93FF-BD75-7C2E-7C7FD5D45B79}"/>
              </a:ext>
            </a:extLst>
          </p:cNvPr>
          <p:cNvSpPr>
            <a:spLocks noGrp="1"/>
          </p:cNvSpPr>
          <p:nvPr>
            <p:ph type="body" sz="quarter" idx="18"/>
          </p:nvPr>
        </p:nvSpPr>
        <p:spPr/>
        <p:txBody>
          <a:bodyPr/>
          <a:lstStyle/>
          <a:p>
            <a:r>
              <a:rPr lang="en-US" dirty="0"/>
              <a:t>Por Backoffice</a:t>
            </a:r>
          </a:p>
        </p:txBody>
      </p:sp>
      <p:sp>
        <p:nvSpPr>
          <p:cNvPr id="18" name="Slide Number Placeholder 17">
            <a:extLst>
              <a:ext uri="{FF2B5EF4-FFF2-40B4-BE49-F238E27FC236}">
                <a16:creationId xmlns:a16="http://schemas.microsoft.com/office/drawing/2014/main" id="{BE12ADD9-01E5-C07D-A634-A4C8E36C94A5}"/>
              </a:ext>
            </a:extLst>
          </p:cNvPr>
          <p:cNvSpPr>
            <a:spLocks noGrp="1"/>
          </p:cNvSpPr>
          <p:nvPr>
            <p:ph type="sldNum" sz="quarter" idx="4"/>
          </p:nvPr>
        </p:nvSpPr>
        <p:spPr/>
        <p:txBody>
          <a:bodyPr/>
          <a:lstStyle/>
          <a:p>
            <a:fld id="{4A16F8ED-7337-F64C-865A-41A1F48E54DF}" type="slidenum">
              <a:rPr lang="en-US" smtClean="0"/>
              <a:pPr/>
              <a:t>48</a:t>
            </a:fld>
            <a:endParaRPr lang="en-US" dirty="0"/>
          </a:p>
        </p:txBody>
      </p:sp>
    </p:spTree>
    <p:extLst>
      <p:ext uri="{BB962C8B-B14F-4D97-AF65-F5344CB8AC3E}">
        <p14:creationId xmlns:p14="http://schemas.microsoft.com/office/powerpoint/2010/main" val="195882707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E2354D-57DB-CC6E-74BD-1F6C12603EDF}"/>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20B29607-4216-67EC-AD22-81AAD277E2BC}"/>
              </a:ext>
            </a:extLst>
          </p:cNvPr>
          <p:cNvPicPr>
            <a:picLocks noChangeAspect="1"/>
          </p:cNvPicPr>
          <p:nvPr/>
        </p:nvPicPr>
        <p:blipFill>
          <a:blip r:embed="rId2"/>
          <a:srcRect t="5937"/>
          <a:stretch>
            <a:fillRect/>
          </a:stretch>
        </p:blipFill>
        <p:spPr>
          <a:xfrm>
            <a:off x="707366" y="1423358"/>
            <a:ext cx="10972800" cy="4899252"/>
          </a:xfrm>
          <a:prstGeom prst="rect">
            <a:avLst/>
          </a:prstGeom>
        </p:spPr>
      </p:pic>
      <p:sp>
        <p:nvSpPr>
          <p:cNvPr id="3" name="Marcador de texto vertical 2">
            <a:extLst>
              <a:ext uri="{FF2B5EF4-FFF2-40B4-BE49-F238E27FC236}">
                <a16:creationId xmlns:a16="http://schemas.microsoft.com/office/drawing/2014/main" id="{8C94DD68-20C9-D20E-D7B2-F6DBD463DA13}"/>
              </a:ext>
            </a:extLst>
          </p:cNvPr>
          <p:cNvSpPr>
            <a:spLocks noGrp="1"/>
          </p:cNvSpPr>
          <p:nvPr>
            <p:ph type="body" orient="vert" sz="quarter" idx="17"/>
          </p:nvPr>
        </p:nvSpPr>
        <p:spPr/>
        <p:txBody>
          <a:bodyPr/>
          <a:lstStyle/>
          <a:p>
            <a:r>
              <a:rPr lang="es-MX" sz="1200" dirty="0"/>
              <a:t>Definir y diseñar los eventos </a:t>
            </a:r>
            <a:endParaRPr lang="es-419" sz="1200" dirty="0"/>
          </a:p>
        </p:txBody>
      </p:sp>
      <p:sp>
        <p:nvSpPr>
          <p:cNvPr id="5" name="Slide Number Placeholder 17">
            <a:extLst>
              <a:ext uri="{FF2B5EF4-FFF2-40B4-BE49-F238E27FC236}">
                <a16:creationId xmlns:a16="http://schemas.microsoft.com/office/drawing/2014/main" id="{77009443-25FF-694A-16BC-7870A7594496}"/>
              </a:ext>
            </a:extLst>
          </p:cNvPr>
          <p:cNvSpPr>
            <a:spLocks noGrp="1"/>
          </p:cNvSpPr>
          <p:nvPr>
            <p:ph type="sldNum" sz="quarter" idx="4"/>
          </p:nvPr>
        </p:nvSpPr>
        <p:spPr/>
        <p:txBody>
          <a:bodyPr/>
          <a:lstStyle/>
          <a:p>
            <a:fld id="{4A16F8ED-7337-F64C-865A-41A1F48E54DF}" type="slidenum">
              <a:rPr lang="en-US" smtClean="0"/>
              <a:pPr/>
              <a:t>49</a:t>
            </a:fld>
            <a:endParaRPr lang="en-US" dirty="0"/>
          </a:p>
        </p:txBody>
      </p:sp>
      <p:sp>
        <p:nvSpPr>
          <p:cNvPr id="4" name="Título 3">
            <a:extLst>
              <a:ext uri="{FF2B5EF4-FFF2-40B4-BE49-F238E27FC236}">
                <a16:creationId xmlns:a16="http://schemas.microsoft.com/office/drawing/2014/main" id="{8DD709A9-A8EC-B388-E2B5-240674B7950F}"/>
              </a:ext>
            </a:extLst>
          </p:cNvPr>
          <p:cNvSpPr>
            <a:spLocks noGrp="1"/>
          </p:cNvSpPr>
          <p:nvPr>
            <p:ph type="title"/>
          </p:nvPr>
        </p:nvSpPr>
        <p:spPr>
          <a:xfrm>
            <a:off x="810247" y="327992"/>
            <a:ext cx="10271883" cy="626165"/>
          </a:xfrm>
        </p:spPr>
        <p:txBody>
          <a:bodyPr/>
          <a:lstStyle/>
          <a:p>
            <a:r>
              <a:rPr lang="es-ES_tradnl" b="0" dirty="0"/>
              <a:t>Gestionar el evento: Registrar asistencia GEAATRK</a:t>
            </a:r>
            <a:endParaRPr lang="es-CL" b="0" dirty="0"/>
          </a:p>
        </p:txBody>
      </p:sp>
      <p:sp>
        <p:nvSpPr>
          <p:cNvPr id="8" name="Rectángulo redondeado 11">
            <a:extLst>
              <a:ext uri="{FF2B5EF4-FFF2-40B4-BE49-F238E27FC236}">
                <a16:creationId xmlns:a16="http://schemas.microsoft.com/office/drawing/2014/main" id="{7399BA14-E123-02C5-CDEE-F447A7A8D410}"/>
              </a:ext>
            </a:extLst>
          </p:cNvPr>
          <p:cNvSpPr/>
          <p:nvPr/>
        </p:nvSpPr>
        <p:spPr>
          <a:xfrm>
            <a:off x="1376526" y="2403861"/>
            <a:ext cx="2926363" cy="737246"/>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En GEAATRK seleccionar el evento al que se desea ingresar asistencia. Si es necesario, presionar el botón “…”</a:t>
            </a:r>
          </a:p>
        </p:txBody>
      </p:sp>
      <p:sp>
        <p:nvSpPr>
          <p:cNvPr id="9" name="Rectángulo redondeado 9">
            <a:extLst>
              <a:ext uri="{FF2B5EF4-FFF2-40B4-BE49-F238E27FC236}">
                <a16:creationId xmlns:a16="http://schemas.microsoft.com/office/drawing/2014/main" id="{CCF64676-A2BB-1C55-5590-0560EE601CE0}"/>
              </a:ext>
            </a:extLst>
          </p:cNvPr>
          <p:cNvSpPr/>
          <p:nvPr/>
        </p:nvSpPr>
        <p:spPr>
          <a:xfrm>
            <a:off x="10075091" y="1725771"/>
            <a:ext cx="1064485" cy="279958"/>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Presionar “Ir”</a:t>
            </a:r>
          </a:p>
        </p:txBody>
      </p:sp>
      <p:sp>
        <p:nvSpPr>
          <p:cNvPr id="10" name="Rectángulo 9">
            <a:extLst>
              <a:ext uri="{FF2B5EF4-FFF2-40B4-BE49-F238E27FC236}">
                <a16:creationId xmlns:a16="http://schemas.microsoft.com/office/drawing/2014/main" id="{30BC2735-50C3-2ADC-4217-31048D448473}"/>
              </a:ext>
            </a:extLst>
          </p:cNvPr>
          <p:cNvSpPr/>
          <p:nvPr/>
        </p:nvSpPr>
        <p:spPr>
          <a:xfrm>
            <a:off x="11188459" y="1742716"/>
            <a:ext cx="491707" cy="22293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1" name="Rectángulo 10">
            <a:extLst>
              <a:ext uri="{FF2B5EF4-FFF2-40B4-BE49-F238E27FC236}">
                <a16:creationId xmlns:a16="http://schemas.microsoft.com/office/drawing/2014/main" id="{7D8217A0-8EE7-2857-3D5E-529749A67023}"/>
              </a:ext>
            </a:extLst>
          </p:cNvPr>
          <p:cNvSpPr/>
          <p:nvPr/>
        </p:nvSpPr>
        <p:spPr>
          <a:xfrm>
            <a:off x="1117898" y="1725771"/>
            <a:ext cx="2599918" cy="22293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3049477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A1AB59-BBFF-8D79-0561-5F3CF9228A40}"/>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EC5C6D45-C75D-2E4A-3980-0CC86CFBE37F}"/>
              </a:ext>
            </a:extLst>
          </p:cNvPr>
          <p:cNvPicPr>
            <a:picLocks noChangeAspect="1"/>
          </p:cNvPicPr>
          <p:nvPr/>
        </p:nvPicPr>
        <p:blipFill>
          <a:blip r:embed="rId2"/>
          <a:srcRect t="6038"/>
          <a:stretch>
            <a:fillRect/>
          </a:stretch>
        </p:blipFill>
        <p:spPr>
          <a:xfrm>
            <a:off x="751974" y="1483743"/>
            <a:ext cx="10954071" cy="4872606"/>
          </a:xfrm>
          <a:prstGeom prst="rect">
            <a:avLst/>
          </a:prstGeom>
        </p:spPr>
      </p:pic>
      <p:sp>
        <p:nvSpPr>
          <p:cNvPr id="3" name="Marcador de texto vertical 2">
            <a:extLst>
              <a:ext uri="{FF2B5EF4-FFF2-40B4-BE49-F238E27FC236}">
                <a16:creationId xmlns:a16="http://schemas.microsoft.com/office/drawing/2014/main" id="{C8A3530D-A82C-A5A7-241E-99A163818DE5}"/>
              </a:ext>
            </a:extLst>
          </p:cNvPr>
          <p:cNvSpPr>
            <a:spLocks noGrp="1"/>
          </p:cNvSpPr>
          <p:nvPr>
            <p:ph type="body" orient="vert" sz="quarter" idx="17"/>
          </p:nvPr>
        </p:nvSpPr>
        <p:spPr/>
        <p:txBody>
          <a:bodyPr/>
          <a:lstStyle/>
          <a:p>
            <a:r>
              <a:rPr lang="es-MX" sz="1200" dirty="0"/>
              <a:t>Definir y diseñar los eventos </a:t>
            </a:r>
            <a:endParaRPr lang="es-419" sz="1200" dirty="0"/>
          </a:p>
        </p:txBody>
      </p:sp>
      <p:sp>
        <p:nvSpPr>
          <p:cNvPr id="5" name="Slide Number Placeholder 17">
            <a:extLst>
              <a:ext uri="{FF2B5EF4-FFF2-40B4-BE49-F238E27FC236}">
                <a16:creationId xmlns:a16="http://schemas.microsoft.com/office/drawing/2014/main" id="{A16F2995-CAE3-5727-27AB-9A360EDADCCB}"/>
              </a:ext>
            </a:extLst>
          </p:cNvPr>
          <p:cNvSpPr>
            <a:spLocks noGrp="1"/>
          </p:cNvSpPr>
          <p:nvPr>
            <p:ph type="sldNum" sz="quarter" idx="4"/>
          </p:nvPr>
        </p:nvSpPr>
        <p:spPr/>
        <p:txBody>
          <a:bodyPr/>
          <a:lstStyle/>
          <a:p>
            <a:fld id="{4A16F8ED-7337-F64C-865A-41A1F48E54DF}" type="slidenum">
              <a:rPr lang="en-US" smtClean="0"/>
              <a:pPr/>
              <a:t>50</a:t>
            </a:fld>
            <a:endParaRPr lang="en-US" dirty="0"/>
          </a:p>
        </p:txBody>
      </p:sp>
      <p:sp>
        <p:nvSpPr>
          <p:cNvPr id="4" name="Título 3">
            <a:extLst>
              <a:ext uri="{FF2B5EF4-FFF2-40B4-BE49-F238E27FC236}">
                <a16:creationId xmlns:a16="http://schemas.microsoft.com/office/drawing/2014/main" id="{328ECFFC-4FC2-4422-1F3A-F15F9A9B5FDD}"/>
              </a:ext>
            </a:extLst>
          </p:cNvPr>
          <p:cNvSpPr>
            <a:spLocks noGrp="1"/>
          </p:cNvSpPr>
          <p:nvPr>
            <p:ph type="title"/>
          </p:nvPr>
        </p:nvSpPr>
        <p:spPr>
          <a:xfrm>
            <a:off x="810247" y="327992"/>
            <a:ext cx="10271883" cy="626165"/>
          </a:xfrm>
        </p:spPr>
        <p:txBody>
          <a:bodyPr/>
          <a:lstStyle/>
          <a:p>
            <a:r>
              <a:rPr lang="es-ES_tradnl" b="0" dirty="0"/>
              <a:t>Gestionar el evento Registrar asistencia GEAATRK</a:t>
            </a:r>
            <a:endParaRPr lang="es-CL" b="0" dirty="0"/>
          </a:p>
        </p:txBody>
      </p:sp>
      <p:sp>
        <p:nvSpPr>
          <p:cNvPr id="8" name="Rectángulo 7">
            <a:extLst>
              <a:ext uri="{FF2B5EF4-FFF2-40B4-BE49-F238E27FC236}">
                <a16:creationId xmlns:a16="http://schemas.microsoft.com/office/drawing/2014/main" id="{B32E5088-BA56-FF8C-150D-69DA73230B3E}"/>
              </a:ext>
            </a:extLst>
          </p:cNvPr>
          <p:cNvSpPr/>
          <p:nvPr/>
        </p:nvSpPr>
        <p:spPr>
          <a:xfrm>
            <a:off x="705534" y="3140002"/>
            <a:ext cx="10481308" cy="745686"/>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9" name="Rectángulo redondeado 11">
            <a:extLst>
              <a:ext uri="{FF2B5EF4-FFF2-40B4-BE49-F238E27FC236}">
                <a16:creationId xmlns:a16="http://schemas.microsoft.com/office/drawing/2014/main" id="{70BB74FA-EE55-EA30-B031-6A5482559210}"/>
              </a:ext>
            </a:extLst>
          </p:cNvPr>
          <p:cNvSpPr/>
          <p:nvPr/>
        </p:nvSpPr>
        <p:spPr>
          <a:xfrm>
            <a:off x="1246381" y="4319383"/>
            <a:ext cx="2057873" cy="474224"/>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Las personas inscritas aparecerán en la lista.</a:t>
            </a:r>
          </a:p>
        </p:txBody>
      </p:sp>
      <p:sp>
        <p:nvSpPr>
          <p:cNvPr id="10" name="Rectángulo redondeado 13">
            <a:extLst>
              <a:ext uri="{FF2B5EF4-FFF2-40B4-BE49-F238E27FC236}">
                <a16:creationId xmlns:a16="http://schemas.microsoft.com/office/drawing/2014/main" id="{DCC6D093-04C2-BD40-4EB5-584DFBB15F99}"/>
              </a:ext>
            </a:extLst>
          </p:cNvPr>
          <p:cNvSpPr/>
          <p:nvPr/>
        </p:nvSpPr>
        <p:spPr>
          <a:xfrm>
            <a:off x="1651107" y="3971339"/>
            <a:ext cx="255789" cy="218697"/>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3</a:t>
            </a:r>
          </a:p>
        </p:txBody>
      </p:sp>
      <p:sp>
        <p:nvSpPr>
          <p:cNvPr id="11" name="Rectángulo: esquinas redondeadas 10">
            <a:extLst>
              <a:ext uri="{FF2B5EF4-FFF2-40B4-BE49-F238E27FC236}">
                <a16:creationId xmlns:a16="http://schemas.microsoft.com/office/drawing/2014/main" id="{F1152A9F-AF1C-57E0-6DCD-83ED7DAFD7FA}"/>
              </a:ext>
            </a:extLst>
          </p:cNvPr>
          <p:cNvSpPr/>
          <p:nvPr/>
        </p:nvSpPr>
        <p:spPr>
          <a:xfrm>
            <a:off x="8606590" y="4272135"/>
            <a:ext cx="2833436" cy="910638"/>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MX" sz="1100" dirty="0"/>
              <a:t>Si se han inscrito invitados desde la web personas que no existen en Banner, éstos no aparecerán en esta lista.</a:t>
            </a:r>
            <a:endParaRPr lang="en-US" sz="1100" dirty="0"/>
          </a:p>
        </p:txBody>
      </p:sp>
    </p:spTree>
    <p:extLst>
      <p:ext uri="{BB962C8B-B14F-4D97-AF65-F5344CB8AC3E}">
        <p14:creationId xmlns:p14="http://schemas.microsoft.com/office/powerpoint/2010/main" val="3545188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B0E13A-FA60-83DF-2712-63F872B06C60}"/>
            </a:ext>
          </a:extLst>
        </p:cNvPr>
        <p:cNvGrpSpPr/>
        <p:nvPr/>
      </p:nvGrpSpPr>
      <p:grpSpPr>
        <a:xfrm>
          <a:off x="0" y="0"/>
          <a:ext cx="0" cy="0"/>
          <a:chOff x="0" y="0"/>
          <a:chExt cx="0" cy="0"/>
        </a:xfrm>
      </p:grpSpPr>
      <p:pic>
        <p:nvPicPr>
          <p:cNvPr id="13" name="Imagen 12">
            <a:extLst>
              <a:ext uri="{FF2B5EF4-FFF2-40B4-BE49-F238E27FC236}">
                <a16:creationId xmlns:a16="http://schemas.microsoft.com/office/drawing/2014/main" id="{F6556D43-02E2-E5C9-965C-31154CF7E3CB}"/>
              </a:ext>
            </a:extLst>
          </p:cNvPr>
          <p:cNvPicPr>
            <a:picLocks noChangeAspect="1"/>
          </p:cNvPicPr>
          <p:nvPr/>
        </p:nvPicPr>
        <p:blipFill>
          <a:blip r:embed="rId2"/>
          <a:srcRect t="6172"/>
          <a:stretch>
            <a:fillRect/>
          </a:stretch>
        </p:blipFill>
        <p:spPr>
          <a:xfrm>
            <a:off x="751974" y="1449238"/>
            <a:ext cx="10954071" cy="4865668"/>
          </a:xfrm>
          <a:prstGeom prst="rect">
            <a:avLst/>
          </a:prstGeom>
        </p:spPr>
      </p:pic>
      <p:sp>
        <p:nvSpPr>
          <p:cNvPr id="3" name="Marcador de texto vertical 2">
            <a:extLst>
              <a:ext uri="{FF2B5EF4-FFF2-40B4-BE49-F238E27FC236}">
                <a16:creationId xmlns:a16="http://schemas.microsoft.com/office/drawing/2014/main" id="{BCA19A48-7DA2-2ED6-7E39-9A667A62BB1A}"/>
              </a:ext>
            </a:extLst>
          </p:cNvPr>
          <p:cNvSpPr>
            <a:spLocks noGrp="1"/>
          </p:cNvSpPr>
          <p:nvPr>
            <p:ph type="body" orient="vert" sz="quarter" idx="17"/>
          </p:nvPr>
        </p:nvSpPr>
        <p:spPr/>
        <p:txBody>
          <a:bodyPr/>
          <a:lstStyle/>
          <a:p>
            <a:r>
              <a:rPr lang="es-MX" sz="1200" dirty="0"/>
              <a:t>Definir y diseñar los eventos </a:t>
            </a:r>
            <a:endParaRPr lang="es-419" sz="1200" dirty="0"/>
          </a:p>
        </p:txBody>
      </p:sp>
      <p:sp>
        <p:nvSpPr>
          <p:cNvPr id="5" name="Slide Number Placeholder 17">
            <a:extLst>
              <a:ext uri="{FF2B5EF4-FFF2-40B4-BE49-F238E27FC236}">
                <a16:creationId xmlns:a16="http://schemas.microsoft.com/office/drawing/2014/main" id="{B384C8E7-DF98-A4DB-345D-4EAD037A3244}"/>
              </a:ext>
            </a:extLst>
          </p:cNvPr>
          <p:cNvSpPr>
            <a:spLocks noGrp="1"/>
          </p:cNvSpPr>
          <p:nvPr>
            <p:ph type="sldNum" sz="quarter" idx="4"/>
          </p:nvPr>
        </p:nvSpPr>
        <p:spPr/>
        <p:txBody>
          <a:bodyPr/>
          <a:lstStyle/>
          <a:p>
            <a:fld id="{4A16F8ED-7337-F64C-865A-41A1F48E54DF}" type="slidenum">
              <a:rPr lang="en-US" smtClean="0"/>
              <a:pPr/>
              <a:t>51</a:t>
            </a:fld>
            <a:endParaRPr lang="en-US" dirty="0"/>
          </a:p>
        </p:txBody>
      </p:sp>
      <p:sp>
        <p:nvSpPr>
          <p:cNvPr id="4" name="Título 3">
            <a:extLst>
              <a:ext uri="{FF2B5EF4-FFF2-40B4-BE49-F238E27FC236}">
                <a16:creationId xmlns:a16="http://schemas.microsoft.com/office/drawing/2014/main" id="{C349AFB2-CC24-0F4B-A325-C4E2BC938D71}"/>
              </a:ext>
            </a:extLst>
          </p:cNvPr>
          <p:cNvSpPr>
            <a:spLocks noGrp="1"/>
          </p:cNvSpPr>
          <p:nvPr>
            <p:ph type="title"/>
          </p:nvPr>
        </p:nvSpPr>
        <p:spPr>
          <a:xfrm>
            <a:off x="810247" y="327992"/>
            <a:ext cx="10271883" cy="626165"/>
          </a:xfrm>
        </p:spPr>
        <p:txBody>
          <a:bodyPr/>
          <a:lstStyle/>
          <a:p>
            <a:r>
              <a:rPr lang="es-ES_tradnl" b="0" dirty="0"/>
              <a:t>Gestionar el evento: Registrar asistencia GEAATRK</a:t>
            </a:r>
            <a:endParaRPr lang="es-CL" b="0" dirty="0"/>
          </a:p>
        </p:txBody>
      </p:sp>
      <p:sp>
        <p:nvSpPr>
          <p:cNvPr id="2" name="Rectángulo 1">
            <a:extLst>
              <a:ext uri="{FF2B5EF4-FFF2-40B4-BE49-F238E27FC236}">
                <a16:creationId xmlns:a16="http://schemas.microsoft.com/office/drawing/2014/main" id="{24D61F18-5D44-40A0-2421-0FDC10F3A00A}"/>
              </a:ext>
            </a:extLst>
          </p:cNvPr>
          <p:cNvSpPr/>
          <p:nvPr/>
        </p:nvSpPr>
        <p:spPr>
          <a:xfrm>
            <a:off x="735799" y="3056964"/>
            <a:ext cx="670307" cy="617890"/>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7" name="Rectángulo redondeado 11">
            <a:extLst>
              <a:ext uri="{FF2B5EF4-FFF2-40B4-BE49-F238E27FC236}">
                <a16:creationId xmlns:a16="http://schemas.microsoft.com/office/drawing/2014/main" id="{CCB115E1-7E8E-87E3-ECB9-9AF4BEBD866F}"/>
              </a:ext>
            </a:extLst>
          </p:cNvPr>
          <p:cNvSpPr/>
          <p:nvPr/>
        </p:nvSpPr>
        <p:spPr>
          <a:xfrm>
            <a:off x="959717" y="4209580"/>
            <a:ext cx="2364643" cy="523533"/>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Se seleccionan las personas que asistieron.</a:t>
            </a:r>
          </a:p>
        </p:txBody>
      </p:sp>
      <p:sp>
        <p:nvSpPr>
          <p:cNvPr id="8" name="Rectángulo 7">
            <a:extLst>
              <a:ext uri="{FF2B5EF4-FFF2-40B4-BE49-F238E27FC236}">
                <a16:creationId xmlns:a16="http://schemas.microsoft.com/office/drawing/2014/main" id="{9839103D-0CC3-20AD-0F7D-E95A7C2CBBF6}"/>
              </a:ext>
            </a:extLst>
          </p:cNvPr>
          <p:cNvSpPr/>
          <p:nvPr/>
        </p:nvSpPr>
        <p:spPr>
          <a:xfrm>
            <a:off x="1548479" y="2959199"/>
            <a:ext cx="1108457" cy="228224"/>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9" name="Rectángulo redondeado 11">
            <a:extLst>
              <a:ext uri="{FF2B5EF4-FFF2-40B4-BE49-F238E27FC236}">
                <a16:creationId xmlns:a16="http://schemas.microsoft.com/office/drawing/2014/main" id="{D91815B4-8219-08C6-A6FD-137AF791DD01}"/>
              </a:ext>
            </a:extLst>
          </p:cNvPr>
          <p:cNvSpPr/>
          <p:nvPr/>
        </p:nvSpPr>
        <p:spPr>
          <a:xfrm>
            <a:off x="4007224" y="2128109"/>
            <a:ext cx="2969916" cy="612393"/>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Se presiona el botón Marcar como “Asistió” para que se registre la asistencia</a:t>
            </a:r>
          </a:p>
        </p:txBody>
      </p:sp>
      <p:sp>
        <p:nvSpPr>
          <p:cNvPr id="10" name="Rectángulo redondeado 13">
            <a:extLst>
              <a:ext uri="{FF2B5EF4-FFF2-40B4-BE49-F238E27FC236}">
                <a16:creationId xmlns:a16="http://schemas.microsoft.com/office/drawing/2014/main" id="{F17AD4AB-BD13-9BFC-AF4F-AB1B7DF4BCFF}"/>
              </a:ext>
            </a:extLst>
          </p:cNvPr>
          <p:cNvSpPr/>
          <p:nvPr/>
        </p:nvSpPr>
        <p:spPr>
          <a:xfrm>
            <a:off x="1070952" y="3883558"/>
            <a:ext cx="255789" cy="218697"/>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4</a:t>
            </a:r>
          </a:p>
        </p:txBody>
      </p:sp>
      <p:sp>
        <p:nvSpPr>
          <p:cNvPr id="11" name="Rectángulo redondeado 13">
            <a:extLst>
              <a:ext uri="{FF2B5EF4-FFF2-40B4-BE49-F238E27FC236}">
                <a16:creationId xmlns:a16="http://schemas.microsoft.com/office/drawing/2014/main" id="{507253CC-A79E-5636-D81F-9133EB87ACFA}"/>
              </a:ext>
            </a:extLst>
          </p:cNvPr>
          <p:cNvSpPr/>
          <p:nvPr/>
        </p:nvSpPr>
        <p:spPr>
          <a:xfrm>
            <a:off x="3574573" y="2324956"/>
            <a:ext cx="255789" cy="218697"/>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5</a:t>
            </a:r>
          </a:p>
        </p:txBody>
      </p:sp>
      <p:sp>
        <p:nvSpPr>
          <p:cNvPr id="12" name="Rectángulo 11">
            <a:extLst>
              <a:ext uri="{FF2B5EF4-FFF2-40B4-BE49-F238E27FC236}">
                <a16:creationId xmlns:a16="http://schemas.microsoft.com/office/drawing/2014/main" id="{A47410D3-555B-6B1C-882D-F6DE0EA365D3}"/>
              </a:ext>
            </a:extLst>
          </p:cNvPr>
          <p:cNvSpPr/>
          <p:nvPr/>
        </p:nvSpPr>
        <p:spPr>
          <a:xfrm>
            <a:off x="3209365" y="3612776"/>
            <a:ext cx="331694" cy="134471"/>
          </a:xfrm>
          <a:prstGeom prst="rect">
            <a:avLst/>
          </a:prstGeom>
          <a:solidFill>
            <a:srgbClr val="CCDE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2643888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9874B-E0A6-49A6-FBFE-536B9B9C6869}"/>
            </a:ext>
          </a:extLst>
        </p:cNvPr>
        <p:cNvGrpSpPr/>
        <p:nvPr/>
      </p:nvGrpSpPr>
      <p:grpSpPr>
        <a:xfrm>
          <a:off x="0" y="0"/>
          <a:ext cx="0" cy="0"/>
          <a:chOff x="0" y="0"/>
          <a:chExt cx="0" cy="0"/>
        </a:xfrm>
      </p:grpSpPr>
      <p:pic>
        <p:nvPicPr>
          <p:cNvPr id="12" name="Imagen 11">
            <a:extLst>
              <a:ext uri="{FF2B5EF4-FFF2-40B4-BE49-F238E27FC236}">
                <a16:creationId xmlns:a16="http://schemas.microsoft.com/office/drawing/2014/main" id="{52CF9BF4-9A99-5376-E783-CF497CFD2335}"/>
              </a:ext>
            </a:extLst>
          </p:cNvPr>
          <p:cNvPicPr>
            <a:picLocks noChangeAspect="1"/>
          </p:cNvPicPr>
          <p:nvPr/>
        </p:nvPicPr>
        <p:blipFill>
          <a:blip r:embed="rId2"/>
          <a:srcRect t="5652"/>
          <a:stretch>
            <a:fillRect/>
          </a:stretch>
        </p:blipFill>
        <p:spPr>
          <a:xfrm>
            <a:off x="810247" y="1535502"/>
            <a:ext cx="10705692" cy="4775879"/>
          </a:xfrm>
          <a:prstGeom prst="rect">
            <a:avLst/>
          </a:prstGeom>
        </p:spPr>
      </p:pic>
      <p:sp>
        <p:nvSpPr>
          <p:cNvPr id="3" name="Marcador de texto vertical 2">
            <a:extLst>
              <a:ext uri="{FF2B5EF4-FFF2-40B4-BE49-F238E27FC236}">
                <a16:creationId xmlns:a16="http://schemas.microsoft.com/office/drawing/2014/main" id="{2F67CF6C-A5BD-62A4-DB6A-7552339BE303}"/>
              </a:ext>
            </a:extLst>
          </p:cNvPr>
          <p:cNvSpPr>
            <a:spLocks noGrp="1"/>
          </p:cNvSpPr>
          <p:nvPr>
            <p:ph type="body" orient="vert" sz="quarter" idx="17"/>
          </p:nvPr>
        </p:nvSpPr>
        <p:spPr/>
        <p:txBody>
          <a:bodyPr/>
          <a:lstStyle/>
          <a:p>
            <a:r>
              <a:rPr lang="es-MX" sz="1200" dirty="0"/>
              <a:t>Definir y diseñar los eventos </a:t>
            </a:r>
            <a:endParaRPr lang="es-419" sz="1200" dirty="0"/>
          </a:p>
        </p:txBody>
      </p:sp>
      <p:sp>
        <p:nvSpPr>
          <p:cNvPr id="5" name="Slide Number Placeholder 17">
            <a:extLst>
              <a:ext uri="{FF2B5EF4-FFF2-40B4-BE49-F238E27FC236}">
                <a16:creationId xmlns:a16="http://schemas.microsoft.com/office/drawing/2014/main" id="{55EF1822-9BB1-97E8-D7CA-97D3AC9ED59C}"/>
              </a:ext>
            </a:extLst>
          </p:cNvPr>
          <p:cNvSpPr>
            <a:spLocks noGrp="1"/>
          </p:cNvSpPr>
          <p:nvPr>
            <p:ph type="sldNum" sz="quarter" idx="4"/>
          </p:nvPr>
        </p:nvSpPr>
        <p:spPr/>
        <p:txBody>
          <a:bodyPr/>
          <a:lstStyle/>
          <a:p>
            <a:fld id="{4A16F8ED-7337-F64C-865A-41A1F48E54DF}" type="slidenum">
              <a:rPr lang="en-US" smtClean="0"/>
              <a:pPr/>
              <a:t>52</a:t>
            </a:fld>
            <a:endParaRPr lang="en-US" dirty="0"/>
          </a:p>
        </p:txBody>
      </p:sp>
      <p:sp>
        <p:nvSpPr>
          <p:cNvPr id="4" name="Título 3">
            <a:extLst>
              <a:ext uri="{FF2B5EF4-FFF2-40B4-BE49-F238E27FC236}">
                <a16:creationId xmlns:a16="http://schemas.microsoft.com/office/drawing/2014/main" id="{3C8630E5-F8A7-CEB3-4D10-0F73B0A50CB5}"/>
              </a:ext>
            </a:extLst>
          </p:cNvPr>
          <p:cNvSpPr>
            <a:spLocks noGrp="1"/>
          </p:cNvSpPr>
          <p:nvPr>
            <p:ph type="title"/>
          </p:nvPr>
        </p:nvSpPr>
        <p:spPr>
          <a:xfrm>
            <a:off x="810247" y="327992"/>
            <a:ext cx="10271883" cy="626165"/>
          </a:xfrm>
        </p:spPr>
        <p:txBody>
          <a:bodyPr/>
          <a:lstStyle/>
          <a:p>
            <a:r>
              <a:rPr lang="es-ES_tradnl" b="0" dirty="0"/>
              <a:t>Gestionar el evento: Registrar asistencia GEAATRK</a:t>
            </a:r>
            <a:endParaRPr lang="es-CL" b="0" dirty="0"/>
          </a:p>
        </p:txBody>
      </p:sp>
      <p:sp>
        <p:nvSpPr>
          <p:cNvPr id="2" name="Rectángulo redondeado 13">
            <a:extLst>
              <a:ext uri="{FF2B5EF4-FFF2-40B4-BE49-F238E27FC236}">
                <a16:creationId xmlns:a16="http://schemas.microsoft.com/office/drawing/2014/main" id="{EFCEC6E6-2CD3-91BC-79EA-6E537F2C63C9}"/>
              </a:ext>
            </a:extLst>
          </p:cNvPr>
          <p:cNvSpPr/>
          <p:nvPr/>
        </p:nvSpPr>
        <p:spPr>
          <a:xfrm>
            <a:off x="11043117" y="5662159"/>
            <a:ext cx="255789" cy="218697"/>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6</a:t>
            </a:r>
          </a:p>
        </p:txBody>
      </p:sp>
      <p:sp>
        <p:nvSpPr>
          <p:cNvPr id="7" name="Rectángulo 6">
            <a:extLst>
              <a:ext uri="{FF2B5EF4-FFF2-40B4-BE49-F238E27FC236}">
                <a16:creationId xmlns:a16="http://schemas.microsoft.com/office/drawing/2014/main" id="{DF9617EF-74FB-DA9E-43D5-2F7274068615}"/>
              </a:ext>
            </a:extLst>
          </p:cNvPr>
          <p:cNvSpPr/>
          <p:nvPr/>
        </p:nvSpPr>
        <p:spPr>
          <a:xfrm>
            <a:off x="1923746" y="3496555"/>
            <a:ext cx="638300" cy="161045"/>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8" name="Rectángulo 7">
            <a:extLst>
              <a:ext uri="{FF2B5EF4-FFF2-40B4-BE49-F238E27FC236}">
                <a16:creationId xmlns:a16="http://schemas.microsoft.com/office/drawing/2014/main" id="{FB36AE54-853A-E247-4532-6669519F7358}"/>
              </a:ext>
            </a:extLst>
          </p:cNvPr>
          <p:cNvSpPr/>
          <p:nvPr/>
        </p:nvSpPr>
        <p:spPr>
          <a:xfrm>
            <a:off x="1587315" y="2860592"/>
            <a:ext cx="897093" cy="268090"/>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9" name="Rectángulo redondeado 11">
            <a:extLst>
              <a:ext uri="{FF2B5EF4-FFF2-40B4-BE49-F238E27FC236}">
                <a16:creationId xmlns:a16="http://schemas.microsoft.com/office/drawing/2014/main" id="{EC7B112E-6E9F-2ADA-ADBD-412CB84EF3C5}"/>
              </a:ext>
            </a:extLst>
          </p:cNvPr>
          <p:cNvSpPr/>
          <p:nvPr/>
        </p:nvSpPr>
        <p:spPr>
          <a:xfrm>
            <a:off x="1345495" y="4463768"/>
            <a:ext cx="2433102" cy="667983"/>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El sistema actualiza el campo “Estatus” cuando se registra la asistencia.</a:t>
            </a:r>
          </a:p>
        </p:txBody>
      </p:sp>
      <p:cxnSp>
        <p:nvCxnSpPr>
          <p:cNvPr id="10" name="Conector recto de flecha 9">
            <a:extLst>
              <a:ext uri="{FF2B5EF4-FFF2-40B4-BE49-F238E27FC236}">
                <a16:creationId xmlns:a16="http://schemas.microsoft.com/office/drawing/2014/main" id="{7B6760FD-0644-9739-8A80-30F99E1A22D7}"/>
              </a:ext>
            </a:extLst>
          </p:cNvPr>
          <p:cNvCxnSpPr>
            <a:cxnSpLocks/>
          </p:cNvCxnSpPr>
          <p:nvPr/>
        </p:nvCxnSpPr>
        <p:spPr>
          <a:xfrm flipH="1" flipV="1">
            <a:off x="2294626" y="3657600"/>
            <a:ext cx="69012" cy="8061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Rectángulo redondeado 11">
            <a:extLst>
              <a:ext uri="{FF2B5EF4-FFF2-40B4-BE49-F238E27FC236}">
                <a16:creationId xmlns:a16="http://schemas.microsoft.com/office/drawing/2014/main" id="{2069D125-04EF-0566-BA9B-4F9222891CD6}"/>
              </a:ext>
            </a:extLst>
          </p:cNvPr>
          <p:cNvSpPr/>
          <p:nvPr/>
        </p:nvSpPr>
        <p:spPr>
          <a:xfrm>
            <a:off x="4262117" y="1879276"/>
            <a:ext cx="3368141" cy="1249406"/>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Para facilitar el registro de asistencia masiva del evento, Ud. puede activar el botón “Seleccionar todo” y el sistema marcará a todos los inscritos en el evento. Ud. Puede desmarcar a los que no hayan asistido y luego presionar el botón “Marcar como Asistió”.</a:t>
            </a:r>
          </a:p>
        </p:txBody>
      </p:sp>
      <p:sp>
        <p:nvSpPr>
          <p:cNvPr id="14" name="Rectángulo redondeado 9">
            <a:extLst>
              <a:ext uri="{FF2B5EF4-FFF2-40B4-BE49-F238E27FC236}">
                <a16:creationId xmlns:a16="http://schemas.microsoft.com/office/drawing/2014/main" id="{EE874439-16A9-F03F-C79E-AC96BB112846}"/>
              </a:ext>
            </a:extLst>
          </p:cNvPr>
          <p:cNvSpPr/>
          <p:nvPr/>
        </p:nvSpPr>
        <p:spPr>
          <a:xfrm>
            <a:off x="9058029" y="5714841"/>
            <a:ext cx="1821362" cy="351900"/>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Se guardan los cambios.</a:t>
            </a:r>
          </a:p>
        </p:txBody>
      </p:sp>
      <p:sp>
        <p:nvSpPr>
          <p:cNvPr id="15" name="Rectángulo 14">
            <a:extLst>
              <a:ext uri="{FF2B5EF4-FFF2-40B4-BE49-F238E27FC236}">
                <a16:creationId xmlns:a16="http://schemas.microsoft.com/office/drawing/2014/main" id="{B3604272-48E8-C67D-4818-8203B30D8772}"/>
              </a:ext>
            </a:extLst>
          </p:cNvPr>
          <p:cNvSpPr/>
          <p:nvPr/>
        </p:nvSpPr>
        <p:spPr>
          <a:xfrm>
            <a:off x="10955547" y="5986733"/>
            <a:ext cx="693322" cy="29092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148279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4"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8569D3-C314-E214-4EB0-BCFDD9A5F392}"/>
            </a:ext>
          </a:extLst>
        </p:cNvPr>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71E6992A-5B5D-BE77-CFFA-A00615F4D67E}"/>
              </a:ext>
            </a:extLst>
          </p:cNvPr>
          <p:cNvSpPr>
            <a:spLocks noGrp="1"/>
          </p:cNvSpPr>
          <p:nvPr>
            <p:ph type="body" orient="vert" sz="quarter" idx="10"/>
          </p:nvPr>
        </p:nvSpPr>
        <p:spPr/>
        <p:txBody>
          <a:bodyPr/>
          <a:lstStyle/>
          <a:p>
            <a:r>
              <a:rPr lang="es-MX" sz="1200" dirty="0"/>
              <a:t>Definir y diseñar los eventos </a:t>
            </a:r>
            <a:endParaRPr lang="es-419" sz="1200" dirty="0"/>
          </a:p>
        </p:txBody>
      </p:sp>
      <p:sp>
        <p:nvSpPr>
          <p:cNvPr id="16" name="Title 15">
            <a:extLst>
              <a:ext uri="{FF2B5EF4-FFF2-40B4-BE49-F238E27FC236}">
                <a16:creationId xmlns:a16="http://schemas.microsoft.com/office/drawing/2014/main" id="{9AA19948-A1B1-F847-9C89-BD570D9DDA1A}"/>
              </a:ext>
            </a:extLst>
          </p:cNvPr>
          <p:cNvSpPr>
            <a:spLocks noGrp="1"/>
          </p:cNvSpPr>
          <p:nvPr>
            <p:ph type="title"/>
          </p:nvPr>
        </p:nvSpPr>
        <p:spPr/>
        <p:txBody>
          <a:bodyPr/>
          <a:lstStyle/>
          <a:p>
            <a:r>
              <a:rPr lang="en-US" dirty="0" err="1"/>
              <a:t>Resumen</a:t>
            </a:r>
            <a:endParaRPr lang="en-US" sz="3200" b="1" dirty="0">
              <a:solidFill>
                <a:schemeClr val="bg1"/>
              </a:solidFill>
            </a:endParaRPr>
          </a:p>
        </p:txBody>
      </p:sp>
      <p:sp>
        <p:nvSpPr>
          <p:cNvPr id="18" name="Slide Number Placeholder 17">
            <a:extLst>
              <a:ext uri="{FF2B5EF4-FFF2-40B4-BE49-F238E27FC236}">
                <a16:creationId xmlns:a16="http://schemas.microsoft.com/office/drawing/2014/main" id="{0E982027-9DB1-8B4B-416F-744970088897}"/>
              </a:ext>
            </a:extLst>
          </p:cNvPr>
          <p:cNvSpPr>
            <a:spLocks noGrp="1"/>
          </p:cNvSpPr>
          <p:nvPr>
            <p:ph type="sldNum" sz="quarter" idx="4"/>
          </p:nvPr>
        </p:nvSpPr>
        <p:spPr/>
        <p:txBody>
          <a:bodyPr/>
          <a:lstStyle/>
          <a:p>
            <a:fld id="{4A16F8ED-7337-F64C-865A-41A1F48E54DF}" type="slidenum">
              <a:rPr lang="en-US" smtClean="0"/>
              <a:pPr/>
              <a:t>53</a:t>
            </a:fld>
            <a:endParaRPr lang="en-US" dirty="0"/>
          </a:p>
        </p:txBody>
      </p:sp>
      <p:sp>
        <p:nvSpPr>
          <p:cNvPr id="3" name="Marcador de texto 2">
            <a:extLst>
              <a:ext uri="{FF2B5EF4-FFF2-40B4-BE49-F238E27FC236}">
                <a16:creationId xmlns:a16="http://schemas.microsoft.com/office/drawing/2014/main" id="{C588AD72-BEAD-4CAD-F029-FFD85E4FE6F2}"/>
              </a:ext>
            </a:extLst>
          </p:cNvPr>
          <p:cNvSpPr>
            <a:spLocks noGrp="1"/>
          </p:cNvSpPr>
          <p:nvPr>
            <p:ph type="body" sz="quarter" idx="18"/>
          </p:nvPr>
        </p:nvSpPr>
        <p:spPr/>
        <p:txBody>
          <a:bodyPr/>
          <a:lstStyle/>
          <a:p>
            <a:endParaRPr lang="es-CO"/>
          </a:p>
        </p:txBody>
      </p:sp>
    </p:spTree>
    <p:extLst>
      <p:ext uri="{BB962C8B-B14F-4D97-AF65-F5344CB8AC3E}">
        <p14:creationId xmlns:p14="http://schemas.microsoft.com/office/powerpoint/2010/main" val="348063005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8CFBF6-5442-1357-F826-DCAAC5627471}"/>
            </a:ext>
          </a:extLst>
        </p:cNvPr>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AEEAE0E1-0102-09F8-11C8-7AF838C6AA70}"/>
              </a:ext>
            </a:extLst>
          </p:cNvPr>
          <p:cNvSpPr>
            <a:spLocks noGrp="1"/>
          </p:cNvSpPr>
          <p:nvPr>
            <p:ph type="body" orient="vert" sz="quarter" idx="17"/>
          </p:nvPr>
        </p:nvSpPr>
        <p:spPr/>
        <p:txBody>
          <a:bodyPr/>
          <a:lstStyle/>
          <a:p>
            <a:r>
              <a:rPr lang="es-MX" sz="1200" dirty="0"/>
              <a:t>Definir y diseñar los eventos </a:t>
            </a:r>
            <a:endParaRPr lang="es-419" sz="1200" dirty="0"/>
          </a:p>
        </p:txBody>
      </p:sp>
      <p:sp>
        <p:nvSpPr>
          <p:cNvPr id="5" name="Slide Number Placeholder 17">
            <a:extLst>
              <a:ext uri="{FF2B5EF4-FFF2-40B4-BE49-F238E27FC236}">
                <a16:creationId xmlns:a16="http://schemas.microsoft.com/office/drawing/2014/main" id="{B21C2E1E-640E-71C1-66B3-21C31986317D}"/>
              </a:ext>
            </a:extLst>
          </p:cNvPr>
          <p:cNvSpPr>
            <a:spLocks noGrp="1"/>
          </p:cNvSpPr>
          <p:nvPr>
            <p:ph type="sldNum" sz="quarter" idx="4"/>
          </p:nvPr>
        </p:nvSpPr>
        <p:spPr/>
        <p:txBody>
          <a:bodyPr/>
          <a:lstStyle/>
          <a:p>
            <a:fld id="{4A16F8ED-7337-F64C-865A-41A1F48E54DF}" type="slidenum">
              <a:rPr lang="en-US" smtClean="0"/>
              <a:pPr/>
              <a:t>54</a:t>
            </a:fld>
            <a:endParaRPr lang="en-US" dirty="0"/>
          </a:p>
        </p:txBody>
      </p:sp>
      <p:sp>
        <p:nvSpPr>
          <p:cNvPr id="4" name="Título 3">
            <a:extLst>
              <a:ext uri="{FF2B5EF4-FFF2-40B4-BE49-F238E27FC236}">
                <a16:creationId xmlns:a16="http://schemas.microsoft.com/office/drawing/2014/main" id="{31F658A4-988C-2D81-EAE9-32524ECDE682}"/>
              </a:ext>
            </a:extLst>
          </p:cNvPr>
          <p:cNvSpPr>
            <a:spLocks noGrp="1"/>
          </p:cNvSpPr>
          <p:nvPr>
            <p:ph type="title"/>
          </p:nvPr>
        </p:nvSpPr>
        <p:spPr>
          <a:xfrm>
            <a:off x="810247" y="327992"/>
            <a:ext cx="10271883" cy="626165"/>
          </a:xfrm>
        </p:spPr>
        <p:txBody>
          <a:bodyPr/>
          <a:lstStyle/>
          <a:p>
            <a:r>
              <a:rPr lang="es-ES_tradnl" b="0" dirty="0"/>
              <a:t>RESUMEN</a:t>
            </a:r>
            <a:endParaRPr lang="es-CL" b="0" dirty="0"/>
          </a:p>
        </p:txBody>
      </p:sp>
      <p:sp>
        <p:nvSpPr>
          <p:cNvPr id="11" name="CuadroTexto 10">
            <a:extLst>
              <a:ext uri="{FF2B5EF4-FFF2-40B4-BE49-F238E27FC236}">
                <a16:creationId xmlns:a16="http://schemas.microsoft.com/office/drawing/2014/main" id="{DAADD986-FA2E-0009-430A-832546C7CC80}"/>
              </a:ext>
            </a:extLst>
          </p:cNvPr>
          <p:cNvSpPr txBox="1"/>
          <p:nvPr/>
        </p:nvSpPr>
        <p:spPr>
          <a:xfrm>
            <a:off x="1104180" y="1289953"/>
            <a:ext cx="9704717" cy="2800767"/>
          </a:xfrm>
          <a:prstGeom prst="rect">
            <a:avLst/>
          </a:prstGeom>
          <a:noFill/>
        </p:spPr>
        <p:txBody>
          <a:bodyPr wrap="square">
            <a:spAutoFit/>
          </a:bodyPr>
          <a:lstStyle/>
          <a:p>
            <a:pPr marL="0" indent="0">
              <a:buNone/>
            </a:pPr>
            <a:r>
              <a:rPr lang="es-419" sz="1600" dirty="0"/>
              <a:t>Definir y diseñar eventos:</a:t>
            </a:r>
          </a:p>
          <a:p>
            <a:pPr marL="342900" indent="-342900" algn="just">
              <a:buClr>
                <a:schemeClr val="tx1"/>
              </a:buClr>
              <a:buFont typeface="Wingdings" panose="05000000000000000000" pitchFamily="2" charset="2"/>
              <a:buChar char="v"/>
            </a:pPr>
            <a:r>
              <a:rPr lang="es-MX" sz="1600" dirty="0"/>
              <a:t>La institución puede generar eventos de distinto tipo, para que los estudiantes se inscriban a ellos.</a:t>
            </a:r>
            <a:r>
              <a:rPr lang="es-419" sz="1600" dirty="0"/>
              <a:t> </a:t>
            </a:r>
          </a:p>
          <a:p>
            <a:pPr marL="342900" indent="-342900" algn="just">
              <a:buClr>
                <a:schemeClr val="tx1"/>
              </a:buClr>
              <a:buFont typeface="Wingdings" panose="05000000000000000000" pitchFamily="2" charset="2"/>
              <a:buChar char="v"/>
            </a:pPr>
            <a:r>
              <a:rPr lang="es-MX" sz="1600" dirty="0"/>
              <a:t>Un evento estará compuesto de al menos 1 función.</a:t>
            </a:r>
          </a:p>
          <a:p>
            <a:pPr marL="342900" indent="-342900" algn="just">
              <a:buClr>
                <a:schemeClr val="tx1"/>
              </a:buClr>
              <a:buFont typeface="Wingdings" panose="05000000000000000000" pitchFamily="2" charset="2"/>
              <a:buChar char="v"/>
            </a:pPr>
            <a:r>
              <a:rPr lang="es-MX" sz="1600" dirty="0"/>
              <a:t>Una función es un segmento del evento. Por ejemplo, si el evento es una reunión de exalumnos, la primera función puede ser un desayuno de bienvenida, la segunda función un discurso por parte del mejor egresado de la promoción, y la última función puede ser una sesión colaborativa de intercambio de ideas.</a:t>
            </a:r>
          </a:p>
          <a:p>
            <a:pPr marL="342900" indent="-342900" algn="just">
              <a:buClr>
                <a:schemeClr val="tx1"/>
              </a:buClr>
              <a:buFont typeface="Wingdings" panose="05000000000000000000" pitchFamily="2" charset="2"/>
              <a:buChar char="v"/>
            </a:pPr>
            <a:r>
              <a:rPr lang="es-ES_tradnl" sz="1600" dirty="0"/>
              <a:t>Las personas que quieran inscribirse pueden hacerlo a todas las funciones o sólo a las que le interesen.</a:t>
            </a:r>
          </a:p>
          <a:p>
            <a:pPr marL="342900" indent="-342900" algn="just">
              <a:buClr>
                <a:schemeClr val="tx1"/>
              </a:buClr>
              <a:buFont typeface="Wingdings" panose="05000000000000000000" pitchFamily="2" charset="2"/>
              <a:buChar char="v"/>
            </a:pPr>
            <a:r>
              <a:rPr lang="es-ES_tradnl" sz="1600" dirty="0"/>
              <a:t>Las funciones tienen un cupo, una fecha de publicación en la web, información de invitados, fechas y horas en que se realizará.</a:t>
            </a:r>
          </a:p>
          <a:p>
            <a:pPr marL="342900" indent="-342900" algn="just">
              <a:buClr>
                <a:schemeClr val="tx1"/>
              </a:buClr>
              <a:buFont typeface="Wingdings" panose="05000000000000000000" pitchFamily="2" charset="2"/>
              <a:buChar char="v"/>
            </a:pPr>
            <a:r>
              <a:rPr lang="es-ES_tradnl" sz="1600" dirty="0"/>
              <a:t>Los eventos creados, estarán disponibles para una inscripción en </a:t>
            </a:r>
            <a:r>
              <a:rPr lang="es-ES_tradnl" sz="1600" dirty="0" err="1"/>
              <a:t>Backoffice</a:t>
            </a:r>
            <a:r>
              <a:rPr lang="es-ES_tradnl" sz="1600" dirty="0"/>
              <a:t> y en Autoservicio.</a:t>
            </a:r>
          </a:p>
        </p:txBody>
      </p:sp>
    </p:spTree>
    <p:extLst>
      <p:ext uri="{BB962C8B-B14F-4D97-AF65-F5344CB8AC3E}">
        <p14:creationId xmlns:p14="http://schemas.microsoft.com/office/powerpoint/2010/main" val="209482775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1084689-227B-A2E5-EA69-DF2CD64C73B3}"/>
              </a:ext>
            </a:extLst>
          </p:cNvPr>
          <p:cNvSpPr>
            <a:spLocks noGrp="1"/>
          </p:cNvSpPr>
          <p:nvPr>
            <p:ph type="title"/>
          </p:nvPr>
        </p:nvSpPr>
        <p:spPr/>
        <p:txBody>
          <a:bodyPr/>
          <a:lstStyle/>
          <a:p>
            <a:r>
              <a:rPr lang="en-US" sz="4800" dirty="0"/>
              <a:t>MUCHAS GRACIAS</a:t>
            </a:r>
          </a:p>
        </p:txBody>
      </p:sp>
      <p:sp>
        <p:nvSpPr>
          <p:cNvPr id="4" name="Text Placeholder 3">
            <a:extLst>
              <a:ext uri="{FF2B5EF4-FFF2-40B4-BE49-F238E27FC236}">
                <a16:creationId xmlns:a16="http://schemas.microsoft.com/office/drawing/2014/main" id="{680EF50E-22E9-2C0A-4970-41D2FFEB26BC}"/>
              </a:ext>
            </a:extLst>
          </p:cNvPr>
          <p:cNvSpPr>
            <a:spLocks noGrp="1"/>
          </p:cNvSpPr>
          <p:nvPr>
            <p:ph type="body" sz="quarter" idx="18"/>
          </p:nvPr>
        </p:nvSpPr>
        <p:spPr/>
        <p:txBody>
          <a:bodyPr/>
          <a:lstStyle/>
          <a:p>
            <a:r>
              <a:rPr lang="en-US" dirty="0"/>
              <a:t>Nidia Beltran</a:t>
            </a:r>
          </a:p>
          <a:p>
            <a:r>
              <a:rPr lang="en-US"/>
              <a:t>Nidia.beltran@</a:t>
            </a:r>
            <a:r>
              <a:rPr lang="en-US" dirty="0"/>
              <a:t>ellucian.com</a:t>
            </a:r>
          </a:p>
        </p:txBody>
      </p:sp>
      <p:pic>
        <p:nvPicPr>
          <p:cNvPr id="8" name="Graphic 7" descr="User with solid fill">
            <a:extLst>
              <a:ext uri="{FF2B5EF4-FFF2-40B4-BE49-F238E27FC236}">
                <a16:creationId xmlns:a16="http://schemas.microsoft.com/office/drawing/2014/main" id="{C726B198-B5C8-1C5D-4D10-BFFD13AADE3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54490" y="3652538"/>
            <a:ext cx="274320" cy="274320"/>
          </a:xfrm>
          <a:prstGeom prst="rect">
            <a:avLst/>
          </a:prstGeom>
        </p:spPr>
      </p:pic>
      <p:pic>
        <p:nvPicPr>
          <p:cNvPr id="9" name="Graphic 8" descr="Email with solid fill">
            <a:extLst>
              <a:ext uri="{FF2B5EF4-FFF2-40B4-BE49-F238E27FC236}">
                <a16:creationId xmlns:a16="http://schemas.microsoft.com/office/drawing/2014/main" id="{DD7F5D3F-15A6-F216-AF41-EA0DCDE6B37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3543" y="4028176"/>
            <a:ext cx="274320" cy="274320"/>
          </a:xfrm>
          <a:prstGeom prst="rect">
            <a:avLst/>
          </a:prstGeom>
        </p:spPr>
      </p:pic>
    </p:spTree>
    <p:extLst>
      <p:ext uri="{BB962C8B-B14F-4D97-AF65-F5344CB8AC3E}">
        <p14:creationId xmlns:p14="http://schemas.microsoft.com/office/powerpoint/2010/main" val="2049953043"/>
      </p:ext>
    </p:extLst>
  </p:cSld>
  <p:clrMapOvr>
    <a:masterClrMapping/>
  </p:clrMapOvr>
</p:sld>
</file>

<file path=ppt/theme/theme1.xml><?xml version="1.0" encoding="utf-8"?>
<a:theme xmlns:a="http://schemas.openxmlformats.org/drawingml/2006/main" name="Ellucian Main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BP 01 - 4.1.6.2 Programar el inicio y finalizacion de Per.Acad.Regulares" id="{36489518-00D3-425C-91F5-1EE673D7B517}" vid="{CEA309A8-FD57-42A7-831A-1C6DF3BE5D5A}"/>
    </a:ext>
  </a:extLst>
</a:theme>
</file>

<file path=ppt/theme/theme2.xml><?xml version="1.0" encoding="utf-8"?>
<a:theme xmlns:a="http://schemas.openxmlformats.org/drawingml/2006/main" name="Ellucian Blank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BP 01 - 4.1.6.2 Programar el inicio y finalizacion de Per.Acad.Regulares" id="{36489518-00D3-425C-91F5-1EE673D7B517}" vid="{B53508D9-7D69-489E-B75B-7682E6255525}"/>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EBP 05 4.1.6.1. Instructivo - Actualizar estado del estudiante</Template>
  <TotalTime>9862</TotalTime>
  <Words>2447</Words>
  <Application>Microsoft Office PowerPoint</Application>
  <PresentationFormat>Panorámica</PresentationFormat>
  <Paragraphs>387</Paragraphs>
  <Slides>55</Slides>
  <Notes>1</Notes>
  <HiddenSlides>0</HiddenSlides>
  <MMClips>0</MMClips>
  <ScaleCrop>false</ScaleCrop>
  <HeadingPairs>
    <vt:vector size="6" baseType="variant">
      <vt:variant>
        <vt:lpstr>Fuentes usadas</vt:lpstr>
      </vt:variant>
      <vt:variant>
        <vt:i4>7</vt:i4>
      </vt:variant>
      <vt:variant>
        <vt:lpstr>Tema</vt:lpstr>
      </vt:variant>
      <vt:variant>
        <vt:i4>2</vt:i4>
      </vt:variant>
      <vt:variant>
        <vt:lpstr>Títulos de diapositiva</vt:lpstr>
      </vt:variant>
      <vt:variant>
        <vt:i4>55</vt:i4>
      </vt:variant>
    </vt:vector>
  </HeadingPairs>
  <TitlesOfParts>
    <vt:vector size="64" baseType="lpstr">
      <vt:lpstr>Aptos</vt:lpstr>
      <vt:lpstr>Aptos Display</vt:lpstr>
      <vt:lpstr>Arial</vt:lpstr>
      <vt:lpstr>Calibri</vt:lpstr>
      <vt:lpstr>Courier New</vt:lpstr>
      <vt:lpstr>Helvetica Neue</vt:lpstr>
      <vt:lpstr>Wingdings</vt:lpstr>
      <vt:lpstr>Ellucian Main Layouts</vt:lpstr>
      <vt:lpstr>Ellucian Blank Layouts</vt:lpstr>
      <vt:lpstr> Gestión de Eventos </vt:lpstr>
      <vt:lpstr>Presentación de PowerPoint</vt:lpstr>
      <vt:lpstr>Overview</vt:lpstr>
      <vt:lpstr>Overview: Mapa de capacidades</vt:lpstr>
      <vt:lpstr>Overview: Capacidad Operativa Apoyo Académico para Estudiantes</vt:lpstr>
      <vt:lpstr>Overview: Gestión de Eventos </vt:lpstr>
      <vt:lpstr>Presentación de PowerPoint</vt:lpstr>
      <vt:lpstr>Presentación de PowerPoint</vt:lpstr>
      <vt:lpstr>CONFIGURACIONES</vt:lpstr>
      <vt:lpstr>Configuración: STVETYP Validación de código de tipo de evento/función</vt:lpstr>
      <vt:lpstr>Configuración: GTVFUNC Validación de código de función</vt:lpstr>
      <vt:lpstr>Configuración: GTVFSTA Validación de código de status de función</vt:lpstr>
      <vt:lpstr>Configuración: Validación de código de propósito (GTVPURP)</vt:lpstr>
      <vt:lpstr>Configuración: Validación del código de tipo de participante (GTVPTYP)</vt:lpstr>
      <vt:lpstr>Configuración: Validación del código de clasificación (GTVRTNG)</vt:lpstr>
      <vt:lpstr>GESTIÓN DE EVENTOS</vt:lpstr>
      <vt:lpstr>Presentación de PowerPoint</vt:lpstr>
      <vt:lpstr>Definir y diseñar los eventos: Crear un evento</vt:lpstr>
      <vt:lpstr>Definir y diseñar los eventos: Crear un evento</vt:lpstr>
      <vt:lpstr>Definir y diseñar los eventos: Crear un evento</vt:lpstr>
      <vt:lpstr>Definir y diseñar los eventos: Crear un evento</vt:lpstr>
      <vt:lpstr>Definir y diseñar los eventos: Crear un evento</vt:lpstr>
      <vt:lpstr>Presentación de PowerPoint</vt:lpstr>
      <vt:lpstr>Definir y diseñar los eventos: Crear funciones</vt:lpstr>
      <vt:lpstr>Definir y diseñar los eventos: Crear funciones</vt:lpstr>
      <vt:lpstr>Definir y diseñar los eventos: Crear funciones</vt:lpstr>
      <vt:lpstr>Definir y diseñar los eventos: Crear funciones</vt:lpstr>
      <vt:lpstr>Definir y diseñar los eventos: Crear funciones</vt:lpstr>
      <vt:lpstr>Definir y diseñar los eventos: Crear funciones</vt:lpstr>
      <vt:lpstr>Definir y diseñar los eventos: Crear funciones</vt:lpstr>
      <vt:lpstr>Definir y diseñar los eventos: Crear funciones</vt:lpstr>
      <vt:lpstr>Definir y diseñar los eventos: Crear funciones</vt:lpstr>
      <vt:lpstr>Presentación de PowerPoint</vt:lpstr>
      <vt:lpstr>Validación del código de regla de negocio GTVSQRU</vt:lpstr>
      <vt:lpstr>Reglas de negocio GORRSQL</vt:lpstr>
      <vt:lpstr>Reglas de negocio GORRSQL</vt:lpstr>
      <vt:lpstr>Evento SLAEVNT</vt:lpstr>
      <vt:lpstr>Inscribir Evento</vt:lpstr>
      <vt:lpstr>Gestionar el evento: Inscribir por autoservicio</vt:lpstr>
      <vt:lpstr>Gestionar el evento: Inscribir por autoservicio</vt:lpstr>
      <vt:lpstr>Gestionar el evento: Inscribir por autoservicio</vt:lpstr>
      <vt:lpstr>Gestionar el evento: Inscribir por autoservicio</vt:lpstr>
      <vt:lpstr>Inscribir Evento</vt:lpstr>
      <vt:lpstr>Gestionar el evento: Inscribir GEAATID</vt:lpstr>
      <vt:lpstr>Gestionar el evento: Inscribir GEAATID</vt:lpstr>
      <vt:lpstr>Gestionar el evento: Inscribir GEAATID</vt:lpstr>
      <vt:lpstr>Gestionar el evento: Inscribir GEAATID</vt:lpstr>
      <vt:lpstr>Registrar Asistencia</vt:lpstr>
      <vt:lpstr>Gestionar el evento: Registrar asistencia GEAATRK</vt:lpstr>
      <vt:lpstr>Gestionar el evento Registrar asistencia GEAATRK</vt:lpstr>
      <vt:lpstr>Gestionar el evento: Registrar asistencia GEAATRK</vt:lpstr>
      <vt:lpstr>Gestionar el evento: Registrar asistencia GEAATRK</vt:lpstr>
      <vt:lpstr>Resumen</vt:lpstr>
      <vt:lpstr>RESUMEN</vt:lpstr>
      <vt:lpstr>MUCHAS GRACIAS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Gestionar conceptos de cobro y pago</dc:title>
  <dc:creator>Mardones, Francisco</dc:creator>
  <cp:lastModifiedBy>Beltran, Nidia</cp:lastModifiedBy>
  <cp:revision>271</cp:revision>
  <dcterms:created xsi:type="dcterms:W3CDTF">2023-07-17T20:07:38Z</dcterms:created>
  <dcterms:modified xsi:type="dcterms:W3CDTF">2026-07-23T21:32:42Z</dcterms:modified>
</cp:coreProperties>
</file>