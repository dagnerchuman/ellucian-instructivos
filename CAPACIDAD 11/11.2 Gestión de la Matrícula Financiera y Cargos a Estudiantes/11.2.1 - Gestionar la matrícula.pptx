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87" r:id="rId2"/>
  </p:sldMasterIdLst>
  <p:notesMasterIdLst>
    <p:notesMasterId r:id="rId97"/>
  </p:notesMasterIdLst>
  <p:sldIdLst>
    <p:sldId id="265" r:id="rId3"/>
    <p:sldId id="390" r:id="rId4"/>
    <p:sldId id="418" r:id="rId5"/>
    <p:sldId id="419" r:id="rId6"/>
    <p:sldId id="498" r:id="rId7"/>
    <p:sldId id="422" r:id="rId8"/>
    <p:sldId id="423" r:id="rId9"/>
    <p:sldId id="517" r:id="rId10"/>
    <p:sldId id="421" r:id="rId11"/>
    <p:sldId id="516" r:id="rId12"/>
    <p:sldId id="520" r:id="rId13"/>
    <p:sldId id="530" r:id="rId14"/>
    <p:sldId id="531" r:id="rId15"/>
    <p:sldId id="522" r:id="rId16"/>
    <p:sldId id="521" r:id="rId17"/>
    <p:sldId id="532" r:id="rId18"/>
    <p:sldId id="533" r:id="rId19"/>
    <p:sldId id="525" r:id="rId20"/>
    <p:sldId id="523" r:id="rId21"/>
    <p:sldId id="524" r:id="rId22"/>
    <p:sldId id="534" r:id="rId23"/>
    <p:sldId id="535" r:id="rId24"/>
    <p:sldId id="536" r:id="rId25"/>
    <p:sldId id="526" r:id="rId26"/>
    <p:sldId id="527" r:id="rId27"/>
    <p:sldId id="537" r:id="rId28"/>
    <p:sldId id="538" r:id="rId29"/>
    <p:sldId id="500" r:id="rId30"/>
    <p:sldId id="518" r:id="rId31"/>
    <p:sldId id="539" r:id="rId32"/>
    <p:sldId id="528" r:id="rId33"/>
    <p:sldId id="540" r:id="rId34"/>
    <p:sldId id="542" r:id="rId35"/>
    <p:sldId id="529" r:id="rId36"/>
    <p:sldId id="543" r:id="rId37"/>
    <p:sldId id="544" r:id="rId38"/>
    <p:sldId id="545" r:id="rId39"/>
    <p:sldId id="546" r:id="rId40"/>
    <p:sldId id="547" r:id="rId41"/>
    <p:sldId id="557" r:id="rId42"/>
    <p:sldId id="548" r:id="rId43"/>
    <p:sldId id="558" r:id="rId44"/>
    <p:sldId id="549" r:id="rId45"/>
    <p:sldId id="550" r:id="rId46"/>
    <p:sldId id="541" r:id="rId47"/>
    <p:sldId id="551" r:id="rId48"/>
    <p:sldId id="552" r:id="rId49"/>
    <p:sldId id="556" r:id="rId50"/>
    <p:sldId id="562" r:id="rId51"/>
    <p:sldId id="561" r:id="rId52"/>
    <p:sldId id="560" r:id="rId53"/>
    <p:sldId id="563" r:id="rId54"/>
    <p:sldId id="564" r:id="rId55"/>
    <p:sldId id="565" r:id="rId56"/>
    <p:sldId id="566" r:id="rId57"/>
    <p:sldId id="567" r:id="rId58"/>
    <p:sldId id="568" r:id="rId59"/>
    <p:sldId id="569" r:id="rId60"/>
    <p:sldId id="573" r:id="rId61"/>
    <p:sldId id="572" r:id="rId62"/>
    <p:sldId id="574" r:id="rId63"/>
    <p:sldId id="570" r:id="rId64"/>
    <p:sldId id="575" r:id="rId65"/>
    <p:sldId id="576" r:id="rId66"/>
    <p:sldId id="577" r:id="rId67"/>
    <p:sldId id="578" r:id="rId68"/>
    <p:sldId id="579" r:id="rId69"/>
    <p:sldId id="580" r:id="rId70"/>
    <p:sldId id="581" r:id="rId71"/>
    <p:sldId id="582" r:id="rId72"/>
    <p:sldId id="583" r:id="rId73"/>
    <p:sldId id="584" r:id="rId74"/>
    <p:sldId id="585" r:id="rId75"/>
    <p:sldId id="586" r:id="rId76"/>
    <p:sldId id="587" r:id="rId77"/>
    <p:sldId id="588" r:id="rId78"/>
    <p:sldId id="555" r:id="rId79"/>
    <p:sldId id="591" r:id="rId80"/>
    <p:sldId id="595" r:id="rId81"/>
    <p:sldId id="593" r:id="rId82"/>
    <p:sldId id="594" r:id="rId83"/>
    <p:sldId id="596" r:id="rId84"/>
    <p:sldId id="597" r:id="rId85"/>
    <p:sldId id="598" r:id="rId86"/>
    <p:sldId id="599" r:id="rId87"/>
    <p:sldId id="600" r:id="rId88"/>
    <p:sldId id="601" r:id="rId89"/>
    <p:sldId id="602" r:id="rId90"/>
    <p:sldId id="603" r:id="rId91"/>
    <p:sldId id="604" r:id="rId92"/>
    <p:sldId id="605" r:id="rId93"/>
    <p:sldId id="606" r:id="rId94"/>
    <p:sldId id="497" r:id="rId95"/>
    <p:sldId id="512"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94"/>
  </p:normalViewPr>
  <p:slideViewPr>
    <p:cSldViewPr snapToGrid="0">
      <p:cViewPr varScale="1">
        <p:scale>
          <a:sx n="60" d="100"/>
          <a:sy n="60" d="100"/>
        </p:scale>
        <p:origin x="1146" y="60"/>
      </p:cViewPr>
      <p:guideLst/>
    </p:cSldViewPr>
  </p:slideViewPr>
  <p:notesTextViewPr>
    <p:cViewPr>
      <p:scale>
        <a:sx n="1" d="1"/>
        <a:sy n="1" d="1"/>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microsoft.com/office/2016/11/relationships/changesInfo" Target="changesInfos/changesInfo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custSel modSld">
      <pc:chgData name="Faver Herrera Mejía" userId="33259626242_tp_box_2" providerId="OAuth2" clId="{928070B4-3928-4BF5-8A3B-02428762A929}" dt="2026-06-19T15:22:02.191" v="94" actId="14100"/>
      <pc:docMkLst>
        <pc:docMk/>
      </pc:docMkLst>
      <pc:sldChg chg="modSp mod">
        <pc:chgData name="Faver Herrera Mejía" userId="33259626242_tp_box_2" providerId="OAuth2" clId="{928070B4-3928-4BF5-8A3B-02428762A929}" dt="2026-06-19T14:32:07.753" v="28" actId="20577"/>
        <pc:sldMkLst>
          <pc:docMk/>
          <pc:sldMk cId="9191365" sldId="265"/>
        </pc:sldMkLst>
        <pc:spChg chg="mod">
          <ac:chgData name="Faver Herrera Mejía" userId="33259626242_tp_box_2" providerId="OAuth2" clId="{928070B4-3928-4BF5-8A3B-02428762A929}" dt="2026-06-19T14:32:02.890" v="20" actId="20577"/>
          <ac:spMkLst>
            <pc:docMk/>
            <pc:sldMk cId="9191365" sldId="265"/>
            <ac:spMk id="4" creationId="{692B0829-7360-8531-FF9E-7D531E7A6091}"/>
          </ac:spMkLst>
        </pc:spChg>
        <pc:spChg chg="mod">
          <ac:chgData name="Faver Herrera Mejía" userId="33259626242_tp_box_2" providerId="OAuth2" clId="{928070B4-3928-4BF5-8A3B-02428762A929}" dt="2026-06-19T14:32:07.753" v="28" actId="20577"/>
          <ac:spMkLst>
            <pc:docMk/>
            <pc:sldMk cId="9191365" sldId="265"/>
            <ac:spMk id="5" creationId="{7640F739-8B92-AE20-CC72-FD73501B27C6}"/>
          </ac:spMkLst>
        </pc:spChg>
      </pc:sldChg>
      <pc:sldChg chg="modSp mod">
        <pc:chgData name="Faver Herrera Mejía" userId="33259626242_tp_box_2" providerId="OAuth2" clId="{928070B4-3928-4BF5-8A3B-02428762A929}" dt="2026-06-19T15:22:02.191" v="94" actId="14100"/>
        <pc:sldMkLst>
          <pc:docMk/>
          <pc:sldMk cId="2900812786" sldId="497"/>
        </pc:sldMkLst>
        <pc:spChg chg="mod">
          <ac:chgData name="Faver Herrera Mejía" userId="33259626242_tp_box_2" providerId="OAuth2" clId="{928070B4-3928-4BF5-8A3B-02428762A929}" dt="2026-06-19T15:22:02.191" v="94" actId="14100"/>
          <ac:spMkLst>
            <pc:docMk/>
            <pc:sldMk cId="2900812786" sldId="497"/>
            <ac:spMk id="5" creationId="{3F8FB440-62D0-3827-9E61-1AAC5833FC9F}"/>
          </ac:spMkLst>
        </pc:spChg>
      </pc:sldChg>
      <pc:sldChg chg="modSp mod">
        <pc:chgData name="Faver Herrera Mejía" userId="33259626242_tp_box_2" providerId="OAuth2" clId="{928070B4-3928-4BF5-8A3B-02428762A929}" dt="2026-06-19T14:33:18.950" v="68" actId="20577"/>
        <pc:sldMkLst>
          <pc:docMk/>
          <pc:sldMk cId="829329984" sldId="512"/>
        </pc:sldMkLst>
        <pc:spChg chg="mod">
          <ac:chgData name="Faver Herrera Mejía" userId="33259626242_tp_box_2" providerId="OAuth2" clId="{928070B4-3928-4BF5-8A3B-02428762A929}" dt="2026-06-19T14:33:04.551" v="47" actId="20577"/>
          <ac:spMkLst>
            <pc:docMk/>
            <pc:sldMk cId="829329984" sldId="512"/>
            <ac:spMk id="2" creationId="{98C8C561-01AA-93BA-31A2-AAD8E5DED18B}"/>
          </ac:spMkLst>
        </pc:spChg>
        <pc:spChg chg="mod">
          <ac:chgData name="Faver Herrera Mejía" userId="33259626242_tp_box_2" providerId="OAuth2" clId="{928070B4-3928-4BF5-8A3B-02428762A929}" dt="2026-06-19T14:33:18.950" v="68" actId="20577"/>
          <ac:spMkLst>
            <pc:docMk/>
            <pc:sldMk cId="829329984" sldId="512"/>
            <ac:spMk id="3" creationId="{E41D6D2D-BB92-CF38-BDA6-D770C4633ECA}"/>
          </ac:spMkLst>
        </pc:spChg>
      </pc:sldChg>
    </pc:docChg>
  </pc:docChgLst>
  <pc:docChgLst>
    <pc:chgData name="Alejandra León Barrera" userId="43512263486_tp_box_2" providerId="OAuth2" clId="{CE2DED1C-98E3-404D-AA29-8769E08C8A92}"/>
    <pc:docChg chg="undo redo custSel addSld delSld modSld sldOrd delMainMaster">
      <pc:chgData name="Alejandra León Barrera" userId="43512263486_tp_box_2" providerId="OAuth2" clId="{CE2DED1C-98E3-404D-AA29-8769E08C8A92}" dt="2026-06-18T21:58:41.425" v="8103" actId="1076"/>
      <pc:docMkLst>
        <pc:docMk/>
      </pc:docMkLst>
      <pc:sldChg chg="modSp mod">
        <pc:chgData name="Alejandra León Barrera" userId="43512263486_tp_box_2" providerId="OAuth2" clId="{CE2DED1C-98E3-404D-AA29-8769E08C8A92}" dt="2026-05-25T21:23:10.192" v="32" actId="20577"/>
        <pc:sldMkLst>
          <pc:docMk/>
          <pc:sldMk cId="3460307485" sldId="390"/>
        </pc:sldMkLst>
        <pc:graphicFrameChg chg="modGraphic">
          <ac:chgData name="Alejandra León Barrera" userId="43512263486_tp_box_2" providerId="OAuth2" clId="{CE2DED1C-98E3-404D-AA29-8769E08C8A92}" dt="2026-05-25T21:23:10.192" v="32" actId="20577"/>
          <ac:graphicFrameMkLst>
            <pc:docMk/>
            <pc:sldMk cId="3460307485" sldId="390"/>
            <ac:graphicFrameMk id="6" creationId="{4673DED4-8FDF-4D14-4B12-E97032DE43BA}"/>
          </ac:graphicFrameMkLst>
        </pc:graphicFrameChg>
      </pc:sldChg>
      <pc:sldChg chg="addSp delSp modSp mod ord">
        <pc:chgData name="Alejandra León Barrera" userId="43512263486_tp_box_2" providerId="OAuth2" clId="{CE2DED1C-98E3-404D-AA29-8769E08C8A92}" dt="2026-06-09T19:11:29.829" v="147" actId="1076"/>
        <pc:sldMkLst>
          <pc:docMk/>
          <pc:sldMk cId="3319194125" sldId="421"/>
        </pc:sldMkLst>
        <pc:spChg chg="mod">
          <ac:chgData name="Alejandra León Barrera" userId="43512263486_tp_box_2" providerId="OAuth2" clId="{CE2DED1C-98E3-404D-AA29-8769E08C8A92}" dt="2026-06-09T19:11:29.829" v="147" actId="1076"/>
          <ac:spMkLst>
            <pc:docMk/>
            <pc:sldMk cId="3319194125" sldId="421"/>
            <ac:spMk id="2" creationId="{E763723C-5330-831A-866D-B841E31941A7}"/>
          </ac:spMkLst>
        </pc:spChg>
        <pc:picChg chg="add mod">
          <ac:chgData name="Alejandra León Barrera" userId="43512263486_tp_box_2" providerId="OAuth2" clId="{CE2DED1C-98E3-404D-AA29-8769E08C8A92}" dt="2026-06-09T19:11:26.943" v="146" actId="1076"/>
          <ac:picMkLst>
            <pc:docMk/>
            <pc:sldMk cId="3319194125" sldId="421"/>
            <ac:picMk id="4" creationId="{E1E8A2B5-FC47-401C-A0BA-73A7F4664C16}"/>
          </ac:picMkLst>
        </pc:picChg>
      </pc:sldChg>
      <pc:sldChg chg="addSp delSp modSp mod ord">
        <pc:chgData name="Alejandra León Barrera" userId="43512263486_tp_box_2" providerId="OAuth2" clId="{CE2DED1C-98E3-404D-AA29-8769E08C8A92}" dt="2026-06-18T21:58:41.425" v="8103" actId="1076"/>
        <pc:sldMkLst>
          <pc:docMk/>
          <pc:sldMk cId="2900812786" sldId="497"/>
        </pc:sldMkLst>
        <pc:spChg chg="add mod">
          <ac:chgData name="Alejandra León Barrera" userId="43512263486_tp_box_2" providerId="OAuth2" clId="{CE2DED1C-98E3-404D-AA29-8769E08C8A92}" dt="2026-06-18T21:58:41.425" v="8103" actId="1076"/>
          <ac:spMkLst>
            <pc:docMk/>
            <pc:sldMk cId="2900812786" sldId="497"/>
            <ac:spMk id="5" creationId="{3F8FB440-62D0-3827-9E61-1AAC5833FC9F}"/>
          </ac:spMkLst>
        </pc:spChg>
      </pc:sldChg>
      <pc:sldChg chg="modSp mod">
        <pc:chgData name="Alejandra León Barrera" userId="43512263486_tp_box_2" providerId="OAuth2" clId="{CE2DED1C-98E3-404D-AA29-8769E08C8A92}" dt="2026-06-18T21:55:13.776" v="8008" actId="20577"/>
        <pc:sldMkLst>
          <pc:docMk/>
          <pc:sldMk cId="882865280" sldId="498"/>
        </pc:sldMkLst>
        <pc:spChg chg="mod">
          <ac:chgData name="Alejandra León Barrera" userId="43512263486_tp_box_2" providerId="OAuth2" clId="{CE2DED1C-98E3-404D-AA29-8769E08C8A92}" dt="2026-06-18T21:55:13.776" v="8008" actId="20577"/>
          <ac:spMkLst>
            <pc:docMk/>
            <pc:sldMk cId="882865280" sldId="498"/>
            <ac:spMk id="4" creationId="{48D7EFB0-139D-497B-CE16-7D4D59985C61}"/>
          </ac:spMkLst>
        </pc:spChg>
      </pc:sldChg>
      <pc:sldChg chg="addSp delSp modSp mod ord">
        <pc:chgData name="Alejandra León Barrera" userId="43512263486_tp_box_2" providerId="OAuth2" clId="{CE2DED1C-98E3-404D-AA29-8769E08C8A92}" dt="2026-06-12T16:18:34.030" v="2299" actId="732"/>
        <pc:sldMkLst>
          <pc:docMk/>
          <pc:sldMk cId="4170624785" sldId="500"/>
        </pc:sldMkLst>
        <pc:spChg chg="mod">
          <ac:chgData name="Alejandra León Barrera" userId="43512263486_tp_box_2" providerId="OAuth2" clId="{CE2DED1C-98E3-404D-AA29-8769E08C8A92}" dt="2026-06-11T15:41:55.447" v="2150" actId="113"/>
          <ac:spMkLst>
            <pc:docMk/>
            <pc:sldMk cId="4170624785" sldId="500"/>
            <ac:spMk id="3" creationId="{B7D8E67F-4688-A213-B551-5BC8ACDBA1DB}"/>
          </ac:spMkLst>
        </pc:spChg>
        <pc:spChg chg="add mod">
          <ac:chgData name="Alejandra León Barrera" userId="43512263486_tp_box_2" providerId="OAuth2" clId="{CE2DED1C-98E3-404D-AA29-8769E08C8A92}" dt="2026-06-09T19:50:18.594" v="578" actId="1076"/>
          <ac:spMkLst>
            <pc:docMk/>
            <pc:sldMk cId="4170624785" sldId="500"/>
            <ac:spMk id="6" creationId="{9CDACE34-515D-6158-7651-07BD147C2491}"/>
          </ac:spMkLst>
        </pc:spChg>
        <pc:picChg chg="add mod modCrop">
          <ac:chgData name="Alejandra León Barrera" userId="43512263486_tp_box_2" providerId="OAuth2" clId="{CE2DED1C-98E3-404D-AA29-8769E08C8A92}" dt="2026-06-12T16:18:34.030" v="2299" actId="732"/>
          <ac:picMkLst>
            <pc:docMk/>
            <pc:sldMk cId="4170624785" sldId="500"/>
            <ac:picMk id="5" creationId="{E45226D5-573C-3B75-B493-A78EF6C62261}"/>
          </ac:picMkLst>
        </pc:picChg>
      </pc:sldChg>
      <pc:sldChg chg="addSp delSp modSp mod ord">
        <pc:chgData name="Alejandra León Barrera" userId="43512263486_tp_box_2" providerId="OAuth2" clId="{CE2DED1C-98E3-404D-AA29-8769E08C8A92}" dt="2026-06-09T19:13:15.166" v="198" actId="1076"/>
        <pc:sldMkLst>
          <pc:docMk/>
          <pc:sldMk cId="3388674369" sldId="516"/>
        </pc:sldMkLst>
        <pc:spChg chg="add mod">
          <ac:chgData name="Alejandra León Barrera" userId="43512263486_tp_box_2" providerId="OAuth2" clId="{CE2DED1C-98E3-404D-AA29-8769E08C8A92}" dt="2026-06-09T19:13:15.166" v="198" actId="1076"/>
          <ac:spMkLst>
            <pc:docMk/>
            <pc:sldMk cId="3388674369" sldId="516"/>
            <ac:spMk id="5" creationId="{08189ACF-57C2-6B30-03EB-5F9E991675AA}"/>
          </ac:spMkLst>
        </pc:spChg>
      </pc:sldChg>
      <pc:sldChg chg="addSp delSp modSp mod ord">
        <pc:chgData name="Alejandra León Barrera" userId="43512263486_tp_box_2" providerId="OAuth2" clId="{CE2DED1C-98E3-404D-AA29-8769E08C8A92}" dt="2026-06-09T19:13:21.793" v="200" actId="1076"/>
        <pc:sldMkLst>
          <pc:docMk/>
          <pc:sldMk cId="677416512" sldId="517"/>
        </pc:sldMkLst>
        <pc:spChg chg="add mod">
          <ac:chgData name="Alejandra León Barrera" userId="43512263486_tp_box_2" providerId="OAuth2" clId="{CE2DED1C-98E3-404D-AA29-8769E08C8A92}" dt="2026-06-09T19:13:21.793" v="200" actId="1076"/>
          <ac:spMkLst>
            <pc:docMk/>
            <pc:sldMk cId="677416512" sldId="517"/>
            <ac:spMk id="4" creationId="{2680AF34-2C87-1231-1FEC-4C42C68B9AED}"/>
          </ac:spMkLst>
        </pc:spChg>
      </pc:sldChg>
      <pc:sldChg chg="modSp add del mod">
        <pc:chgData name="Alejandra León Barrera" userId="43512263486_tp_box_2" providerId="OAuth2" clId="{CE2DED1C-98E3-404D-AA29-8769E08C8A92}" dt="2026-06-12T17:21:50.393" v="2513" actId="20577"/>
        <pc:sldMkLst>
          <pc:docMk/>
          <pc:sldMk cId="3078198372" sldId="518"/>
        </pc:sldMkLst>
        <pc:spChg chg="mod">
          <ac:chgData name="Alejandra León Barrera" userId="43512263486_tp_box_2" providerId="OAuth2" clId="{CE2DED1C-98E3-404D-AA29-8769E08C8A92}" dt="2026-06-12T17:21:50.393" v="2513" actId="20577"/>
          <ac:spMkLst>
            <pc:docMk/>
            <pc:sldMk cId="3078198372" sldId="518"/>
            <ac:spMk id="2" creationId="{6D8A20DE-DD84-8351-4536-F3265F2164BD}"/>
          </ac:spMkLst>
        </pc:spChg>
        <pc:spChg chg="mod">
          <ac:chgData name="Alejandra León Barrera" userId="43512263486_tp_box_2" providerId="OAuth2" clId="{CE2DED1C-98E3-404D-AA29-8769E08C8A92}" dt="2026-06-09T19:51:19.473" v="594" actId="1076"/>
          <ac:spMkLst>
            <pc:docMk/>
            <pc:sldMk cId="3078198372" sldId="518"/>
            <ac:spMk id="3" creationId="{47023021-B6E4-719E-0F44-1412487D7BF2}"/>
          </ac:spMkLst>
        </pc:spChg>
      </pc:sldChg>
      <pc:sldChg chg="addSp delSp modSp new mod">
        <pc:chgData name="Alejandra León Barrera" userId="43512263486_tp_box_2" providerId="OAuth2" clId="{CE2DED1C-98E3-404D-AA29-8769E08C8A92}" dt="2026-06-12T16:18:32.847" v="2297" actId="732"/>
        <pc:sldMkLst>
          <pc:docMk/>
          <pc:sldMk cId="760207957" sldId="520"/>
        </pc:sldMkLst>
        <pc:spChg chg="add mod">
          <ac:chgData name="Alejandra León Barrera" userId="43512263486_tp_box_2" providerId="OAuth2" clId="{CE2DED1C-98E3-404D-AA29-8769E08C8A92}" dt="2026-06-10T19:35:00.475" v="782" actId="1076"/>
          <ac:spMkLst>
            <pc:docMk/>
            <pc:sldMk cId="760207957" sldId="520"/>
            <ac:spMk id="2" creationId="{22DD91FD-189C-54E1-9584-182024346DA8}"/>
          </ac:spMkLst>
        </pc:spChg>
        <pc:spChg chg="add mod">
          <ac:chgData name="Alejandra León Barrera" userId="43512263486_tp_box_2" providerId="OAuth2" clId="{CE2DED1C-98E3-404D-AA29-8769E08C8A92}" dt="2026-06-10T19:35:38.752" v="785" actId="113"/>
          <ac:spMkLst>
            <pc:docMk/>
            <pc:sldMk cId="760207957" sldId="520"/>
            <ac:spMk id="5" creationId="{647AEA28-A0E3-B6AF-8141-91A694502C3C}"/>
          </ac:spMkLst>
        </pc:spChg>
        <pc:picChg chg="add mod modCrop">
          <ac:chgData name="Alejandra León Barrera" userId="43512263486_tp_box_2" providerId="OAuth2" clId="{CE2DED1C-98E3-404D-AA29-8769E08C8A92}" dt="2026-06-12T16:18:32.847" v="2297" actId="732"/>
          <ac:picMkLst>
            <pc:docMk/>
            <pc:sldMk cId="760207957" sldId="520"/>
            <ac:picMk id="7" creationId="{1E0B1EDA-DD02-B85D-3DF7-F69A7CD66F89}"/>
          </ac:picMkLst>
        </pc:picChg>
      </pc:sldChg>
      <pc:sldChg chg="addSp delSp modSp add mod ord">
        <pc:chgData name="Alejandra León Barrera" userId="43512263486_tp_box_2" providerId="OAuth2" clId="{CE2DED1C-98E3-404D-AA29-8769E08C8A92}" dt="2026-06-12T16:18:25.850" v="2283" actId="732"/>
        <pc:sldMkLst>
          <pc:docMk/>
          <pc:sldMk cId="3648719222" sldId="521"/>
        </pc:sldMkLst>
        <pc:spChg chg="add mod">
          <ac:chgData name="Alejandra León Barrera" userId="43512263486_tp_box_2" providerId="OAuth2" clId="{CE2DED1C-98E3-404D-AA29-8769E08C8A92}" dt="2026-06-10T20:22:22.972" v="985" actId="1038"/>
          <ac:spMkLst>
            <pc:docMk/>
            <pc:sldMk cId="3648719222" sldId="521"/>
            <ac:spMk id="3" creationId="{B1E3C68A-84A0-B700-BEEA-E8D7A5BFD5A2}"/>
          </ac:spMkLst>
        </pc:spChg>
        <pc:spChg chg="add mod">
          <ac:chgData name="Alejandra León Barrera" userId="43512263486_tp_box_2" providerId="OAuth2" clId="{CE2DED1C-98E3-404D-AA29-8769E08C8A92}" dt="2026-06-10T20:38:29.074" v="1062" actId="20577"/>
          <ac:spMkLst>
            <pc:docMk/>
            <pc:sldMk cId="3648719222" sldId="521"/>
            <ac:spMk id="6" creationId="{911DA3AF-80C0-35B1-5440-4DFFB23B28EF}"/>
          </ac:spMkLst>
        </pc:spChg>
        <pc:spChg chg="add mod">
          <ac:chgData name="Alejandra León Barrera" userId="43512263486_tp_box_2" providerId="OAuth2" clId="{CE2DED1C-98E3-404D-AA29-8769E08C8A92}" dt="2026-06-10T20:31:50.639" v="1005" actId="1076"/>
          <ac:spMkLst>
            <pc:docMk/>
            <pc:sldMk cId="3648719222" sldId="521"/>
            <ac:spMk id="13" creationId="{74360573-51F8-1321-E6E3-FAA480E4FF92}"/>
          </ac:spMkLst>
        </pc:spChg>
        <pc:picChg chg="add mod modCrop">
          <ac:chgData name="Alejandra León Barrera" userId="43512263486_tp_box_2" providerId="OAuth2" clId="{CE2DED1C-98E3-404D-AA29-8769E08C8A92}" dt="2026-06-12T16:18:25.850" v="2283" actId="732"/>
          <ac:picMkLst>
            <pc:docMk/>
            <pc:sldMk cId="3648719222" sldId="521"/>
            <ac:picMk id="10" creationId="{987C520F-345D-EC15-A42E-01890AC41AB5}"/>
          </ac:picMkLst>
        </pc:picChg>
        <pc:picChg chg="add mod">
          <ac:chgData name="Alejandra León Barrera" userId="43512263486_tp_box_2" providerId="OAuth2" clId="{CE2DED1C-98E3-404D-AA29-8769E08C8A92}" dt="2026-06-10T20:38:15.378" v="1059" actId="1036"/>
          <ac:picMkLst>
            <pc:docMk/>
            <pc:sldMk cId="3648719222" sldId="521"/>
            <ac:picMk id="15" creationId="{03FC05DA-5446-E974-5AF4-8E2CDBC714A9}"/>
          </ac:picMkLst>
        </pc:picChg>
      </pc:sldChg>
      <pc:sldChg chg="addSp modSp add mod">
        <pc:chgData name="Alejandra León Barrera" userId="43512263486_tp_box_2" providerId="OAuth2" clId="{CE2DED1C-98E3-404D-AA29-8769E08C8A92}" dt="2026-06-12T16:18:28.391" v="2288" actId="732"/>
        <pc:sldMkLst>
          <pc:docMk/>
          <pc:sldMk cId="965359783" sldId="522"/>
        </pc:sldMkLst>
        <pc:spChg chg="mod">
          <ac:chgData name="Alejandra León Barrera" userId="43512263486_tp_box_2" providerId="OAuth2" clId="{CE2DED1C-98E3-404D-AA29-8769E08C8A92}" dt="2026-06-10T20:20:38.594" v="962" actId="1076"/>
          <ac:spMkLst>
            <pc:docMk/>
            <pc:sldMk cId="965359783" sldId="522"/>
            <ac:spMk id="2" creationId="{43F175D8-81DA-537A-9328-588C5F0D0B93}"/>
          </ac:spMkLst>
        </pc:spChg>
        <pc:spChg chg="add mod">
          <ac:chgData name="Alejandra León Barrera" userId="43512263486_tp_box_2" providerId="OAuth2" clId="{CE2DED1C-98E3-404D-AA29-8769E08C8A92}" dt="2026-06-10T20:20:24.320" v="959" actId="1076"/>
          <ac:spMkLst>
            <pc:docMk/>
            <pc:sldMk cId="965359783" sldId="522"/>
            <ac:spMk id="9" creationId="{B99684F1-9F79-1E49-66C8-629E662A216F}"/>
          </ac:spMkLst>
        </pc:spChg>
        <pc:spChg chg="add mod">
          <ac:chgData name="Alejandra León Barrera" userId="43512263486_tp_box_2" providerId="OAuth2" clId="{CE2DED1C-98E3-404D-AA29-8769E08C8A92}" dt="2026-06-10T20:20:31.966" v="961" actId="1076"/>
          <ac:spMkLst>
            <pc:docMk/>
            <pc:sldMk cId="965359783" sldId="522"/>
            <ac:spMk id="10" creationId="{6BD473DB-927D-7A3E-8A0E-256578C0DD60}"/>
          </ac:spMkLst>
        </pc:spChg>
        <pc:spChg chg="add mod">
          <ac:chgData name="Alejandra León Barrera" userId="43512263486_tp_box_2" providerId="OAuth2" clId="{CE2DED1C-98E3-404D-AA29-8769E08C8A92}" dt="2026-06-10T20:20:29.106" v="960" actId="1076"/>
          <ac:spMkLst>
            <pc:docMk/>
            <pc:sldMk cId="965359783" sldId="522"/>
            <ac:spMk id="11" creationId="{24715113-9050-9B26-C8DC-F372EC31F095}"/>
          </ac:spMkLst>
        </pc:spChg>
        <pc:picChg chg="add mod modCrop">
          <ac:chgData name="Alejandra León Barrera" userId="43512263486_tp_box_2" providerId="OAuth2" clId="{CE2DED1C-98E3-404D-AA29-8769E08C8A92}" dt="2026-06-12T16:18:28.391" v="2288" actId="732"/>
          <ac:picMkLst>
            <pc:docMk/>
            <pc:sldMk cId="965359783" sldId="522"/>
            <ac:picMk id="4" creationId="{BC82E2B8-A34B-7D04-F34D-9C686FFA70DD}"/>
          </ac:picMkLst>
        </pc:picChg>
        <pc:picChg chg="add mod">
          <ac:chgData name="Alejandra León Barrera" userId="43512263486_tp_box_2" providerId="OAuth2" clId="{CE2DED1C-98E3-404D-AA29-8769E08C8A92}" dt="2026-06-10T20:20:16.265" v="956" actId="1035"/>
          <ac:picMkLst>
            <pc:docMk/>
            <pc:sldMk cId="965359783" sldId="522"/>
            <ac:picMk id="6" creationId="{E3807314-EC6F-CFD9-7E2D-FA8B1FCEDBFC}"/>
          </ac:picMkLst>
        </pc:picChg>
        <pc:picChg chg="add mod">
          <ac:chgData name="Alejandra León Barrera" userId="43512263486_tp_box_2" providerId="OAuth2" clId="{CE2DED1C-98E3-404D-AA29-8769E08C8A92}" dt="2026-06-10T20:20:16.265" v="956" actId="1035"/>
          <ac:picMkLst>
            <pc:docMk/>
            <pc:sldMk cId="965359783" sldId="522"/>
            <ac:picMk id="8" creationId="{DA1FF653-2988-99B4-C776-2E0C5DF922B1}"/>
          </ac:picMkLst>
        </pc:picChg>
      </pc:sldChg>
      <pc:sldChg chg="modSp add mod ord">
        <pc:chgData name="Alejandra León Barrera" userId="43512263486_tp_box_2" providerId="OAuth2" clId="{CE2DED1C-98E3-404D-AA29-8769E08C8A92}" dt="2026-06-09T19:39:31.881" v="422" actId="20577"/>
        <pc:sldMkLst>
          <pc:docMk/>
          <pc:sldMk cId="3505325132" sldId="523"/>
        </pc:sldMkLst>
        <pc:spChg chg="mod">
          <ac:chgData name="Alejandra León Barrera" userId="43512263486_tp_box_2" providerId="OAuth2" clId="{CE2DED1C-98E3-404D-AA29-8769E08C8A92}" dt="2026-06-09T19:39:31.881" v="422" actId="20577"/>
          <ac:spMkLst>
            <pc:docMk/>
            <pc:sldMk cId="3505325132" sldId="523"/>
            <ac:spMk id="5" creationId="{9DF966EF-297F-14E3-AFE4-0C18F14FCCA7}"/>
          </ac:spMkLst>
        </pc:spChg>
      </pc:sldChg>
      <pc:sldChg chg="addSp delSp modSp add mod ord">
        <pc:chgData name="Alejandra León Barrera" userId="43512263486_tp_box_2" providerId="OAuth2" clId="{CE2DED1C-98E3-404D-AA29-8769E08C8A92}" dt="2026-06-11T15:19:06.140" v="1880" actId="1076"/>
        <pc:sldMkLst>
          <pc:docMk/>
          <pc:sldMk cId="1757051255" sldId="524"/>
        </pc:sldMkLst>
        <pc:spChg chg="mod">
          <ac:chgData name="Alejandra León Barrera" userId="43512263486_tp_box_2" providerId="OAuth2" clId="{CE2DED1C-98E3-404D-AA29-8769E08C8A92}" dt="2026-06-11T15:19:06.140" v="1880" actId="1076"/>
          <ac:spMkLst>
            <pc:docMk/>
            <pc:sldMk cId="1757051255" sldId="524"/>
            <ac:spMk id="2" creationId="{EFE2FBFA-423B-9259-1673-9D37E6BA87B5}"/>
          </ac:spMkLst>
        </pc:spChg>
        <pc:spChg chg="mod">
          <ac:chgData name="Alejandra León Barrera" userId="43512263486_tp_box_2" providerId="OAuth2" clId="{CE2DED1C-98E3-404D-AA29-8769E08C8A92}" dt="2026-06-11T15:19:03.876" v="1879" actId="1076"/>
          <ac:spMkLst>
            <pc:docMk/>
            <pc:sldMk cId="1757051255" sldId="524"/>
            <ac:spMk id="5" creationId="{D9212010-0C2A-261B-3E6D-763114D6F0F3}"/>
          </ac:spMkLst>
        </pc:spChg>
        <pc:picChg chg="add mod">
          <ac:chgData name="Alejandra León Barrera" userId="43512263486_tp_box_2" providerId="OAuth2" clId="{CE2DED1C-98E3-404D-AA29-8769E08C8A92}" dt="2026-06-11T15:19:01.926" v="1878" actId="1076"/>
          <ac:picMkLst>
            <pc:docMk/>
            <pc:sldMk cId="1757051255" sldId="524"/>
            <ac:picMk id="15" creationId="{5F9A02B3-467F-6EC9-FBB9-D2D3B8E09C05}"/>
          </ac:picMkLst>
        </pc:picChg>
      </pc:sldChg>
      <pc:sldChg chg="addSp delSp modSp add mod">
        <pc:chgData name="Alejandra León Barrera" userId="43512263486_tp_box_2" providerId="OAuth2" clId="{CE2DED1C-98E3-404D-AA29-8769E08C8A92}" dt="2026-06-10T22:47:33.623" v="1655" actId="113"/>
        <pc:sldMkLst>
          <pc:docMk/>
          <pc:sldMk cId="999735695" sldId="525"/>
        </pc:sldMkLst>
        <pc:spChg chg="mod">
          <ac:chgData name="Alejandra León Barrera" userId="43512263486_tp_box_2" providerId="OAuth2" clId="{CE2DED1C-98E3-404D-AA29-8769E08C8A92}" dt="2026-06-10T22:43:41.563" v="1643" actId="14100"/>
          <ac:spMkLst>
            <pc:docMk/>
            <pc:sldMk cId="999735695" sldId="525"/>
            <ac:spMk id="3" creationId="{D8719403-9256-8086-83E1-320D2D66674A}"/>
          </ac:spMkLst>
        </pc:spChg>
        <pc:spChg chg="mod">
          <ac:chgData name="Alejandra León Barrera" userId="43512263486_tp_box_2" providerId="OAuth2" clId="{CE2DED1C-98E3-404D-AA29-8769E08C8A92}" dt="2026-06-10T22:47:33.623" v="1655" actId="113"/>
          <ac:spMkLst>
            <pc:docMk/>
            <pc:sldMk cId="999735695" sldId="525"/>
            <ac:spMk id="6" creationId="{96922320-BDFD-2EA1-C9C9-BEC2556AEA0D}"/>
          </ac:spMkLst>
        </pc:spChg>
        <pc:picChg chg="add mod ord">
          <ac:chgData name="Alejandra León Barrera" userId="43512263486_tp_box_2" providerId="OAuth2" clId="{CE2DED1C-98E3-404D-AA29-8769E08C8A92}" dt="2026-06-10T22:44:07.801" v="1651" actId="1076"/>
          <ac:picMkLst>
            <pc:docMk/>
            <pc:sldMk cId="999735695" sldId="525"/>
            <ac:picMk id="9" creationId="{F281BC23-59DE-C985-527C-48474DD5E31A}"/>
          </ac:picMkLst>
        </pc:picChg>
      </pc:sldChg>
      <pc:sldChg chg="addSp delSp modSp add mod">
        <pc:chgData name="Alejandra León Barrera" userId="43512263486_tp_box_2" providerId="OAuth2" clId="{CE2DED1C-98E3-404D-AA29-8769E08C8A92}" dt="2026-06-11T14:06:15.739" v="1866" actId="14100"/>
        <pc:sldMkLst>
          <pc:docMk/>
          <pc:sldMk cId="3594457203" sldId="526"/>
        </pc:sldMkLst>
        <pc:spChg chg="mod">
          <ac:chgData name="Alejandra León Barrera" userId="43512263486_tp_box_2" providerId="OAuth2" clId="{CE2DED1C-98E3-404D-AA29-8769E08C8A92}" dt="2026-06-09T19:45:15.559" v="493" actId="1076"/>
          <ac:spMkLst>
            <pc:docMk/>
            <pc:sldMk cId="3594457203" sldId="526"/>
            <ac:spMk id="2" creationId="{840C59CD-94D5-B0D2-1DC1-BFA1F1B410E1}"/>
          </ac:spMkLst>
        </pc:spChg>
        <pc:spChg chg="mod">
          <ac:chgData name="Alejandra León Barrera" userId="43512263486_tp_box_2" providerId="OAuth2" clId="{CE2DED1C-98E3-404D-AA29-8769E08C8A92}" dt="2026-06-11T14:05:59.687" v="1860" actId="1076"/>
          <ac:spMkLst>
            <pc:docMk/>
            <pc:sldMk cId="3594457203" sldId="526"/>
            <ac:spMk id="5" creationId="{1E189B99-AD98-FA27-42FF-A6D80D1A067C}"/>
          </ac:spMkLst>
        </pc:spChg>
        <pc:spChg chg="add mod">
          <ac:chgData name="Alejandra León Barrera" userId="43512263486_tp_box_2" providerId="OAuth2" clId="{CE2DED1C-98E3-404D-AA29-8769E08C8A92}" dt="2026-06-11T14:06:05.422" v="1862" actId="1076"/>
          <ac:spMkLst>
            <pc:docMk/>
            <pc:sldMk cId="3594457203" sldId="526"/>
            <ac:spMk id="9" creationId="{B5E06C0A-9BA5-1E4E-93BE-25BEEE001AC6}"/>
          </ac:spMkLst>
        </pc:spChg>
        <pc:spChg chg="add mod">
          <ac:chgData name="Alejandra León Barrera" userId="43512263486_tp_box_2" providerId="OAuth2" clId="{CE2DED1C-98E3-404D-AA29-8769E08C8A92}" dt="2026-06-11T14:06:15.739" v="1866" actId="14100"/>
          <ac:spMkLst>
            <pc:docMk/>
            <pc:sldMk cId="3594457203" sldId="526"/>
            <ac:spMk id="10" creationId="{C89480CE-5718-407E-5883-A3D2FC6094F7}"/>
          </ac:spMkLst>
        </pc:spChg>
        <pc:spChg chg="add mod">
          <ac:chgData name="Alejandra León Barrera" userId="43512263486_tp_box_2" providerId="OAuth2" clId="{CE2DED1C-98E3-404D-AA29-8769E08C8A92}" dt="2026-06-11T14:06:08.460" v="1863" actId="14100"/>
          <ac:spMkLst>
            <pc:docMk/>
            <pc:sldMk cId="3594457203" sldId="526"/>
            <ac:spMk id="11" creationId="{2BFCBCEE-A82A-0BD6-BD83-F7788C4A99AC}"/>
          </ac:spMkLst>
        </pc:spChg>
        <pc:picChg chg="add mod ord">
          <ac:chgData name="Alejandra León Barrera" userId="43512263486_tp_box_2" providerId="OAuth2" clId="{CE2DED1C-98E3-404D-AA29-8769E08C8A92}" dt="2026-06-11T14:05:56.663" v="1859" actId="167"/>
          <ac:picMkLst>
            <pc:docMk/>
            <pc:sldMk cId="3594457203" sldId="526"/>
            <ac:picMk id="8" creationId="{1E7047C3-85D4-E9D1-1282-A4B7B7325413}"/>
          </ac:picMkLst>
        </pc:picChg>
        <pc:picChg chg="add mod">
          <ac:chgData name="Alejandra León Barrera" userId="43512263486_tp_box_2" providerId="OAuth2" clId="{CE2DED1C-98E3-404D-AA29-8769E08C8A92}" dt="2026-06-09T19:47:59.883" v="543" actId="1076"/>
          <ac:picMkLst>
            <pc:docMk/>
            <pc:sldMk cId="3594457203" sldId="526"/>
            <ac:picMk id="13" creationId="{BCFF0945-FEBC-BDDD-A09E-60A40672ED48}"/>
          </ac:picMkLst>
        </pc:picChg>
        <pc:picChg chg="add mod">
          <ac:chgData name="Alejandra León Barrera" userId="43512263486_tp_box_2" providerId="OAuth2" clId="{CE2DED1C-98E3-404D-AA29-8769E08C8A92}" dt="2026-06-09T19:47:52.172" v="542" actId="1076"/>
          <ac:picMkLst>
            <pc:docMk/>
            <pc:sldMk cId="3594457203" sldId="526"/>
            <ac:picMk id="15" creationId="{47DCFB84-C8DD-775E-1FCE-4E362C60D493}"/>
          </ac:picMkLst>
        </pc:picChg>
        <pc:picChg chg="add mod">
          <ac:chgData name="Alejandra León Barrera" userId="43512263486_tp_box_2" providerId="OAuth2" clId="{CE2DED1C-98E3-404D-AA29-8769E08C8A92}" dt="2026-06-09T19:48:03.188" v="544" actId="1076"/>
          <ac:picMkLst>
            <pc:docMk/>
            <pc:sldMk cId="3594457203" sldId="526"/>
            <ac:picMk id="17" creationId="{E1A48949-76D7-72C0-3FE3-EFE5421FF8CB}"/>
          </ac:picMkLst>
        </pc:picChg>
      </pc:sldChg>
      <pc:sldChg chg="addSp delSp modSp add mod ord">
        <pc:chgData name="Alejandra León Barrera" userId="43512263486_tp_box_2" providerId="OAuth2" clId="{CE2DED1C-98E3-404D-AA29-8769E08C8A92}" dt="2026-06-11T15:26:02.541" v="1947" actId="20577"/>
        <pc:sldMkLst>
          <pc:docMk/>
          <pc:sldMk cId="2026842391" sldId="527"/>
        </pc:sldMkLst>
        <pc:spChg chg="mod">
          <ac:chgData name="Alejandra León Barrera" userId="43512263486_tp_box_2" providerId="OAuth2" clId="{CE2DED1C-98E3-404D-AA29-8769E08C8A92}" dt="2026-06-11T15:26:02.541" v="1947" actId="20577"/>
          <ac:spMkLst>
            <pc:docMk/>
            <pc:sldMk cId="2026842391" sldId="527"/>
            <ac:spMk id="5" creationId="{07D2ADB7-4677-142B-1100-8028ECA71F38}"/>
          </ac:spMkLst>
        </pc:spChg>
        <pc:spChg chg="add mod">
          <ac:chgData name="Alejandra León Barrera" userId="43512263486_tp_box_2" providerId="OAuth2" clId="{CE2DED1C-98E3-404D-AA29-8769E08C8A92}" dt="2026-06-09T19:49:09.158" v="558" actId="1076"/>
          <ac:spMkLst>
            <pc:docMk/>
            <pc:sldMk cId="2026842391" sldId="527"/>
            <ac:spMk id="7" creationId="{6124B7AB-7F59-E945-095F-77227546C0EE}"/>
          </ac:spMkLst>
        </pc:spChg>
        <pc:picChg chg="add mod">
          <ac:chgData name="Alejandra León Barrera" userId="43512263486_tp_box_2" providerId="OAuth2" clId="{CE2DED1C-98E3-404D-AA29-8769E08C8A92}" dt="2026-06-11T15:11:26.166" v="1870" actId="1076"/>
          <ac:picMkLst>
            <pc:docMk/>
            <pc:sldMk cId="2026842391" sldId="527"/>
            <ac:picMk id="9" creationId="{A665BEC5-4F8D-55B9-9AA7-4A20B96F3BAE}"/>
          </ac:picMkLst>
        </pc:picChg>
      </pc:sldChg>
      <pc:sldChg chg="addSp delSp modSp add mod ord">
        <pc:chgData name="Alejandra León Barrera" userId="43512263486_tp_box_2" providerId="OAuth2" clId="{CE2DED1C-98E3-404D-AA29-8769E08C8A92}" dt="2026-06-12T17:31:05.430" v="2921" actId="1076"/>
        <pc:sldMkLst>
          <pc:docMk/>
          <pc:sldMk cId="4252761857" sldId="528"/>
        </pc:sldMkLst>
        <pc:spChg chg="mod">
          <ac:chgData name="Alejandra León Barrera" userId="43512263486_tp_box_2" providerId="OAuth2" clId="{CE2DED1C-98E3-404D-AA29-8769E08C8A92}" dt="2026-06-12T17:31:04.194" v="2920" actId="1076"/>
          <ac:spMkLst>
            <pc:docMk/>
            <pc:sldMk cId="4252761857" sldId="528"/>
            <ac:spMk id="3" creationId="{043E12FF-9A5E-2FE0-5975-A20A74AB0954}"/>
          </ac:spMkLst>
        </pc:spChg>
        <pc:spChg chg="mod">
          <ac:chgData name="Alejandra León Barrera" userId="43512263486_tp_box_2" providerId="OAuth2" clId="{CE2DED1C-98E3-404D-AA29-8769E08C8A92}" dt="2026-06-12T17:24:05.938" v="2605" actId="6549"/>
          <ac:spMkLst>
            <pc:docMk/>
            <pc:sldMk cId="4252761857" sldId="528"/>
            <ac:spMk id="6" creationId="{3AED60F3-40DA-399A-E2CE-3DFF3803F963}"/>
          </ac:spMkLst>
        </pc:spChg>
        <pc:picChg chg="add mod">
          <ac:chgData name="Alejandra León Barrera" userId="43512263486_tp_box_2" providerId="OAuth2" clId="{CE2DED1C-98E3-404D-AA29-8769E08C8A92}" dt="2026-06-12T17:31:05.430" v="2921" actId="1076"/>
          <ac:picMkLst>
            <pc:docMk/>
            <pc:sldMk cId="4252761857" sldId="528"/>
            <ac:picMk id="7" creationId="{D92DE923-B6D5-80D9-CC1E-5AE1CE895868}"/>
          </ac:picMkLst>
        </pc:picChg>
      </pc:sldChg>
      <pc:sldChg chg="addSp modSp add mod">
        <pc:chgData name="Alejandra León Barrera" userId="43512263486_tp_box_2" providerId="OAuth2" clId="{CE2DED1C-98E3-404D-AA29-8769E08C8A92}" dt="2026-06-12T17:28:02.074" v="2828" actId="113"/>
        <pc:sldMkLst>
          <pc:docMk/>
          <pc:sldMk cId="1818238999" sldId="529"/>
        </pc:sldMkLst>
        <pc:spChg chg="mod">
          <ac:chgData name="Alejandra León Barrera" userId="43512263486_tp_box_2" providerId="OAuth2" clId="{CE2DED1C-98E3-404D-AA29-8769E08C8A92}" dt="2026-06-12T17:27:15.756" v="2732" actId="14100"/>
          <ac:spMkLst>
            <pc:docMk/>
            <pc:sldMk cId="1818238999" sldId="529"/>
            <ac:spMk id="3" creationId="{C1213626-14CA-A196-83B5-8B7A2D866E8F}"/>
          </ac:spMkLst>
        </pc:spChg>
        <pc:spChg chg="mod">
          <ac:chgData name="Alejandra León Barrera" userId="43512263486_tp_box_2" providerId="OAuth2" clId="{CE2DED1C-98E3-404D-AA29-8769E08C8A92}" dt="2026-06-09T19:53:22.866" v="670" actId="20577"/>
          <ac:spMkLst>
            <pc:docMk/>
            <pc:sldMk cId="1818238999" sldId="529"/>
            <ac:spMk id="6" creationId="{973CE625-F1D0-14D7-5253-54D1219018CC}"/>
          </ac:spMkLst>
        </pc:spChg>
        <pc:spChg chg="add mod">
          <ac:chgData name="Alejandra León Barrera" userId="43512263486_tp_box_2" providerId="OAuth2" clId="{CE2DED1C-98E3-404D-AA29-8769E08C8A92}" dt="2026-06-12T17:28:02.074" v="2828" actId="113"/>
          <ac:spMkLst>
            <pc:docMk/>
            <pc:sldMk cId="1818238999" sldId="529"/>
            <ac:spMk id="9" creationId="{5F4AA0B4-2E6B-55C0-A254-71AAACE3B869}"/>
          </ac:spMkLst>
        </pc:spChg>
        <pc:picChg chg="add mod">
          <ac:chgData name="Alejandra León Barrera" userId="43512263486_tp_box_2" providerId="OAuth2" clId="{CE2DED1C-98E3-404D-AA29-8769E08C8A92}" dt="2026-06-12T16:42:01.076" v="2345" actId="1076"/>
          <ac:picMkLst>
            <pc:docMk/>
            <pc:sldMk cId="1818238999" sldId="529"/>
            <ac:picMk id="4" creationId="{BEC8BF1F-FD84-7967-6437-91B245CE94CD}"/>
          </ac:picMkLst>
        </pc:picChg>
        <pc:picChg chg="add mod">
          <ac:chgData name="Alejandra León Barrera" userId="43512263486_tp_box_2" providerId="OAuth2" clId="{CE2DED1C-98E3-404D-AA29-8769E08C8A92}" dt="2026-06-12T17:26:47.763" v="2649" actId="1076"/>
          <ac:picMkLst>
            <pc:docMk/>
            <pc:sldMk cId="1818238999" sldId="529"/>
            <ac:picMk id="5" creationId="{821D2EBE-76E8-37E8-EE56-783DBD2915F6}"/>
          </ac:picMkLst>
        </pc:picChg>
        <pc:picChg chg="add mod">
          <ac:chgData name="Alejandra León Barrera" userId="43512263486_tp_box_2" providerId="OAuth2" clId="{CE2DED1C-98E3-404D-AA29-8769E08C8A92}" dt="2026-06-12T17:26:44.532" v="2648" actId="1076"/>
          <ac:picMkLst>
            <pc:docMk/>
            <pc:sldMk cId="1818238999" sldId="529"/>
            <ac:picMk id="8" creationId="{5857DBEE-85B7-A4A5-B1F6-58DB70F8BE35}"/>
          </ac:picMkLst>
        </pc:picChg>
      </pc:sldChg>
      <pc:sldChg chg="modSp add mod">
        <pc:chgData name="Alejandra León Barrera" userId="43512263486_tp_box_2" providerId="OAuth2" clId="{CE2DED1C-98E3-404D-AA29-8769E08C8A92}" dt="2026-06-12T16:18:29.638" v="2291" actId="732"/>
        <pc:sldMkLst>
          <pc:docMk/>
          <pc:sldMk cId="1397784305" sldId="530"/>
        </pc:sldMkLst>
        <pc:spChg chg="mod">
          <ac:chgData name="Alejandra León Barrera" userId="43512263486_tp_box_2" providerId="OAuth2" clId="{CE2DED1C-98E3-404D-AA29-8769E08C8A92}" dt="2026-06-12T16:18:28.846" v="2289" actId="1076"/>
          <ac:spMkLst>
            <pc:docMk/>
            <pc:sldMk cId="1397784305" sldId="530"/>
            <ac:spMk id="5" creationId="{4038E382-5536-9FD5-256E-08C4C3699345}"/>
          </ac:spMkLst>
        </pc:spChg>
        <pc:picChg chg="mod modCrop">
          <ac:chgData name="Alejandra León Barrera" userId="43512263486_tp_box_2" providerId="OAuth2" clId="{CE2DED1C-98E3-404D-AA29-8769E08C8A92}" dt="2026-06-12T16:18:29.638" v="2291" actId="732"/>
          <ac:picMkLst>
            <pc:docMk/>
            <pc:sldMk cId="1397784305" sldId="530"/>
            <ac:picMk id="4" creationId="{D4EEDB94-33B7-FD77-77D3-6D7D318CD093}"/>
          </ac:picMkLst>
        </pc:picChg>
      </pc:sldChg>
      <pc:sldChg chg="addSp delSp modSp add mod">
        <pc:chgData name="Alejandra León Barrera" userId="43512263486_tp_box_2" providerId="OAuth2" clId="{CE2DED1C-98E3-404D-AA29-8769E08C8A92}" dt="2026-06-10T19:50:53.852" v="886" actId="1076"/>
        <pc:sldMkLst>
          <pc:docMk/>
          <pc:sldMk cId="95112439" sldId="531"/>
        </pc:sldMkLst>
        <pc:spChg chg="mod">
          <ac:chgData name="Alejandra León Barrera" userId="43512263486_tp_box_2" providerId="OAuth2" clId="{CE2DED1C-98E3-404D-AA29-8769E08C8A92}" dt="2026-06-10T19:46:48.323" v="880" actId="1076"/>
          <ac:spMkLst>
            <pc:docMk/>
            <pc:sldMk cId="95112439" sldId="531"/>
            <ac:spMk id="2" creationId="{445F23ED-B0DE-404E-99E2-506CAB20889B}"/>
          </ac:spMkLst>
        </pc:spChg>
        <pc:picChg chg="add mod">
          <ac:chgData name="Alejandra León Barrera" userId="43512263486_tp_box_2" providerId="OAuth2" clId="{CE2DED1C-98E3-404D-AA29-8769E08C8A92}" dt="2026-06-10T19:50:53.852" v="886" actId="1076"/>
          <ac:picMkLst>
            <pc:docMk/>
            <pc:sldMk cId="95112439" sldId="531"/>
            <ac:picMk id="10" creationId="{B5FCB289-EA10-20B2-6846-24E8D9E773F2}"/>
          </ac:picMkLst>
        </pc:picChg>
      </pc:sldChg>
      <pc:sldChg chg="addSp delSp modSp add mod">
        <pc:chgData name="Alejandra León Barrera" userId="43512263486_tp_box_2" providerId="OAuth2" clId="{CE2DED1C-98E3-404D-AA29-8769E08C8A92}" dt="2026-06-10T22:24:35.037" v="1637" actId="20577"/>
        <pc:sldMkLst>
          <pc:docMk/>
          <pc:sldMk cId="1273346882" sldId="532"/>
        </pc:sldMkLst>
        <pc:spChg chg="mod">
          <ac:chgData name="Alejandra León Barrera" userId="43512263486_tp_box_2" providerId="OAuth2" clId="{CE2DED1C-98E3-404D-AA29-8769E08C8A92}" dt="2026-06-10T20:43:45.666" v="1159" actId="14100"/>
          <ac:spMkLst>
            <pc:docMk/>
            <pc:sldMk cId="1273346882" sldId="532"/>
            <ac:spMk id="3" creationId="{E6FF6631-D088-196D-7A62-6B834D9B35C5}"/>
          </ac:spMkLst>
        </pc:spChg>
        <pc:spChg chg="mod">
          <ac:chgData name="Alejandra León Barrera" userId="43512263486_tp_box_2" providerId="OAuth2" clId="{CE2DED1C-98E3-404D-AA29-8769E08C8A92}" dt="2026-06-10T20:43:22.210" v="1153" actId="1076"/>
          <ac:spMkLst>
            <pc:docMk/>
            <pc:sldMk cId="1273346882" sldId="532"/>
            <ac:spMk id="6" creationId="{6252A9BE-9CA5-4BC7-7E7D-BEBF4A7CFCC9}"/>
          </ac:spMkLst>
        </pc:spChg>
        <pc:spChg chg="add mod">
          <ac:chgData name="Alejandra León Barrera" userId="43512263486_tp_box_2" providerId="OAuth2" clId="{CE2DED1C-98E3-404D-AA29-8769E08C8A92}" dt="2026-06-10T22:24:35.037" v="1637" actId="20577"/>
          <ac:spMkLst>
            <pc:docMk/>
            <pc:sldMk cId="1273346882" sldId="532"/>
            <ac:spMk id="12" creationId="{1F67E2F7-7E5C-23F5-43D4-2023FBBB4160}"/>
          </ac:spMkLst>
        </pc:spChg>
        <pc:picChg chg="add mod">
          <ac:chgData name="Alejandra León Barrera" userId="43512263486_tp_box_2" providerId="OAuth2" clId="{CE2DED1C-98E3-404D-AA29-8769E08C8A92}" dt="2026-06-10T20:43:40.477" v="1158" actId="1076"/>
          <ac:picMkLst>
            <pc:docMk/>
            <pc:sldMk cId="1273346882" sldId="532"/>
            <ac:picMk id="4" creationId="{D0248406-3867-4F17-D760-2490E57F485D}"/>
          </ac:picMkLst>
        </pc:picChg>
        <pc:picChg chg="add mod">
          <ac:chgData name="Alejandra León Barrera" userId="43512263486_tp_box_2" providerId="OAuth2" clId="{CE2DED1C-98E3-404D-AA29-8769E08C8A92}" dt="2026-06-10T20:43:40.477" v="1158" actId="1076"/>
          <ac:picMkLst>
            <pc:docMk/>
            <pc:sldMk cId="1273346882" sldId="532"/>
            <ac:picMk id="8" creationId="{614ED3B8-8918-8B65-9695-8F093DC07656}"/>
          </ac:picMkLst>
        </pc:picChg>
        <pc:picChg chg="add mod">
          <ac:chgData name="Alejandra León Barrera" userId="43512263486_tp_box_2" providerId="OAuth2" clId="{CE2DED1C-98E3-404D-AA29-8769E08C8A92}" dt="2026-06-10T20:43:40.477" v="1158" actId="1076"/>
          <ac:picMkLst>
            <pc:docMk/>
            <pc:sldMk cId="1273346882" sldId="532"/>
            <ac:picMk id="11" creationId="{3C004E69-D899-9B78-0766-3CBB88DDD241}"/>
          </ac:picMkLst>
        </pc:picChg>
      </pc:sldChg>
      <pc:sldChg chg="addSp delSp modSp add mod">
        <pc:chgData name="Alejandra León Barrera" userId="43512263486_tp_box_2" providerId="OAuth2" clId="{CE2DED1C-98E3-404D-AA29-8769E08C8A92}" dt="2026-06-10T22:22:21.842" v="1597" actId="20577"/>
        <pc:sldMkLst>
          <pc:docMk/>
          <pc:sldMk cId="787351650" sldId="533"/>
        </pc:sldMkLst>
        <pc:spChg chg="mod">
          <ac:chgData name="Alejandra León Barrera" userId="43512263486_tp_box_2" providerId="OAuth2" clId="{CE2DED1C-98E3-404D-AA29-8769E08C8A92}" dt="2026-06-10T20:57:23.677" v="1366" actId="1076"/>
          <ac:spMkLst>
            <pc:docMk/>
            <pc:sldMk cId="787351650" sldId="533"/>
            <ac:spMk id="3" creationId="{82455FA0-3779-2DFA-9888-C48536FE5C2F}"/>
          </ac:spMkLst>
        </pc:spChg>
        <pc:spChg chg="mod">
          <ac:chgData name="Alejandra León Barrera" userId="43512263486_tp_box_2" providerId="OAuth2" clId="{CE2DED1C-98E3-404D-AA29-8769E08C8A92}" dt="2026-06-10T20:59:11.345" v="1386" actId="1076"/>
          <ac:spMkLst>
            <pc:docMk/>
            <pc:sldMk cId="787351650" sldId="533"/>
            <ac:spMk id="6" creationId="{83BB5D0D-D3D3-7F1D-71E3-BE24620DC22E}"/>
          </ac:spMkLst>
        </pc:spChg>
        <pc:spChg chg="add mod">
          <ac:chgData name="Alejandra León Barrera" userId="43512263486_tp_box_2" providerId="OAuth2" clId="{CE2DED1C-98E3-404D-AA29-8769E08C8A92}" dt="2026-06-10T22:22:21.842" v="1597" actId="20577"/>
          <ac:spMkLst>
            <pc:docMk/>
            <pc:sldMk cId="787351650" sldId="533"/>
            <ac:spMk id="13" creationId="{911C5786-5096-11A9-42F8-BF9DB66CAC47}"/>
          </ac:spMkLst>
        </pc:spChg>
        <pc:picChg chg="add mod">
          <ac:chgData name="Alejandra León Barrera" userId="43512263486_tp_box_2" providerId="OAuth2" clId="{CE2DED1C-98E3-404D-AA29-8769E08C8A92}" dt="2026-06-10T20:57:27.725" v="1367" actId="1076"/>
          <ac:picMkLst>
            <pc:docMk/>
            <pc:sldMk cId="787351650" sldId="533"/>
            <ac:picMk id="5" creationId="{FF69E7AA-275D-EE7C-A88C-66968B50A352}"/>
          </ac:picMkLst>
        </pc:picChg>
        <pc:picChg chg="add mod">
          <ac:chgData name="Alejandra León Barrera" userId="43512263486_tp_box_2" providerId="OAuth2" clId="{CE2DED1C-98E3-404D-AA29-8769E08C8A92}" dt="2026-06-10T20:57:27.725" v="1367" actId="1076"/>
          <ac:picMkLst>
            <pc:docMk/>
            <pc:sldMk cId="787351650" sldId="533"/>
            <ac:picMk id="9" creationId="{F8F9E6F9-6634-9456-1E33-056F4D0126C7}"/>
          </ac:picMkLst>
        </pc:picChg>
      </pc:sldChg>
      <pc:sldChg chg="addSp delSp modSp add mod">
        <pc:chgData name="Alejandra León Barrera" userId="43512263486_tp_box_2" providerId="OAuth2" clId="{CE2DED1C-98E3-404D-AA29-8769E08C8A92}" dt="2026-06-11T13:58:50.152" v="1842" actId="1076"/>
        <pc:sldMkLst>
          <pc:docMk/>
          <pc:sldMk cId="1124440613" sldId="534"/>
        </pc:sldMkLst>
        <pc:spChg chg="mod">
          <ac:chgData name="Alejandra León Barrera" userId="43512263486_tp_box_2" providerId="OAuth2" clId="{CE2DED1C-98E3-404D-AA29-8769E08C8A92}" dt="2026-06-11T13:37:16.262" v="1825" actId="1076"/>
          <ac:spMkLst>
            <pc:docMk/>
            <pc:sldMk cId="1124440613" sldId="534"/>
            <ac:spMk id="2" creationId="{C2702673-3E5F-962D-3C30-928A1D598E22}"/>
          </ac:spMkLst>
        </pc:spChg>
        <pc:picChg chg="add mod">
          <ac:chgData name="Alejandra León Barrera" userId="43512263486_tp_box_2" providerId="OAuth2" clId="{CE2DED1C-98E3-404D-AA29-8769E08C8A92}" dt="2026-06-11T13:58:50.152" v="1842" actId="1076"/>
          <ac:picMkLst>
            <pc:docMk/>
            <pc:sldMk cId="1124440613" sldId="534"/>
            <ac:picMk id="7" creationId="{FF8BD02C-E17F-4056-D7B8-04DED61E1EFC}"/>
          </ac:picMkLst>
        </pc:picChg>
      </pc:sldChg>
      <pc:sldChg chg="addSp delSp modSp add mod">
        <pc:chgData name="Alejandra León Barrera" userId="43512263486_tp_box_2" providerId="OAuth2" clId="{CE2DED1C-98E3-404D-AA29-8769E08C8A92}" dt="2026-06-11T13:59:13.335" v="1845" actId="1076"/>
        <pc:sldMkLst>
          <pc:docMk/>
          <pc:sldMk cId="1834257958" sldId="535"/>
        </pc:sldMkLst>
        <pc:picChg chg="add mod">
          <ac:chgData name="Alejandra León Barrera" userId="43512263486_tp_box_2" providerId="OAuth2" clId="{CE2DED1C-98E3-404D-AA29-8769E08C8A92}" dt="2026-06-11T13:59:13.335" v="1845" actId="1076"/>
          <ac:picMkLst>
            <pc:docMk/>
            <pc:sldMk cId="1834257958" sldId="535"/>
            <ac:picMk id="7" creationId="{6CF6ADFB-B479-E769-35C1-05AD7329F555}"/>
          </ac:picMkLst>
        </pc:picChg>
      </pc:sldChg>
      <pc:sldChg chg="addSp delSp modSp add mod">
        <pc:chgData name="Alejandra León Barrera" userId="43512263486_tp_box_2" providerId="OAuth2" clId="{CE2DED1C-98E3-404D-AA29-8769E08C8A92}" dt="2026-06-11T13:59:40.035" v="1850" actId="1076"/>
        <pc:sldMkLst>
          <pc:docMk/>
          <pc:sldMk cId="3074558249" sldId="536"/>
        </pc:sldMkLst>
        <pc:spChg chg="mod">
          <ac:chgData name="Alejandra León Barrera" userId="43512263486_tp_box_2" providerId="OAuth2" clId="{CE2DED1C-98E3-404D-AA29-8769E08C8A92}" dt="2026-06-11T13:39:53.201" v="1836" actId="1076"/>
          <ac:spMkLst>
            <pc:docMk/>
            <pc:sldMk cId="3074558249" sldId="536"/>
            <ac:spMk id="2" creationId="{65FDB5B5-A5A7-9D98-DB50-42BE459B14AE}"/>
          </ac:spMkLst>
        </pc:spChg>
        <pc:picChg chg="add mod">
          <ac:chgData name="Alejandra León Barrera" userId="43512263486_tp_box_2" providerId="OAuth2" clId="{CE2DED1C-98E3-404D-AA29-8769E08C8A92}" dt="2026-06-11T13:59:40.035" v="1850" actId="1076"/>
          <ac:picMkLst>
            <pc:docMk/>
            <pc:sldMk cId="3074558249" sldId="536"/>
            <ac:picMk id="8" creationId="{A04D7895-8796-0F5C-C55E-5A750179C1C8}"/>
          </ac:picMkLst>
        </pc:picChg>
      </pc:sldChg>
      <pc:sldChg chg="addSp delSp modSp add mod">
        <pc:chgData name="Alejandra León Barrera" userId="43512263486_tp_box_2" providerId="OAuth2" clId="{CE2DED1C-98E3-404D-AA29-8769E08C8A92}" dt="2026-06-11T15:33:43.258" v="1973" actId="20577"/>
        <pc:sldMkLst>
          <pc:docMk/>
          <pc:sldMk cId="625350896" sldId="537"/>
        </pc:sldMkLst>
        <pc:spChg chg="mod">
          <ac:chgData name="Alejandra León Barrera" userId="43512263486_tp_box_2" providerId="OAuth2" clId="{CE2DED1C-98E3-404D-AA29-8769E08C8A92}" dt="2026-06-11T15:33:10.230" v="1968" actId="20577"/>
          <ac:spMkLst>
            <pc:docMk/>
            <pc:sldMk cId="625350896" sldId="537"/>
            <ac:spMk id="5" creationId="{2F8E61B7-2198-05DC-3D72-FF8A294AB83E}"/>
          </ac:spMkLst>
        </pc:spChg>
        <pc:spChg chg="mod">
          <ac:chgData name="Alejandra León Barrera" userId="43512263486_tp_box_2" providerId="OAuth2" clId="{CE2DED1C-98E3-404D-AA29-8769E08C8A92}" dt="2026-06-11T15:33:43.258" v="1973" actId="20577"/>
          <ac:spMkLst>
            <pc:docMk/>
            <pc:sldMk cId="625350896" sldId="537"/>
            <ac:spMk id="7" creationId="{4EBCE656-C5A0-C256-E1E4-673203599E8E}"/>
          </ac:spMkLst>
        </pc:spChg>
        <pc:picChg chg="add mod">
          <ac:chgData name="Alejandra León Barrera" userId="43512263486_tp_box_2" providerId="OAuth2" clId="{CE2DED1C-98E3-404D-AA29-8769E08C8A92}" dt="2026-06-11T15:33:13.971" v="1969" actId="1076"/>
          <ac:picMkLst>
            <pc:docMk/>
            <pc:sldMk cId="625350896" sldId="537"/>
            <ac:picMk id="2" creationId="{4CA37A24-F9D3-81C0-1367-F4D20721CF07}"/>
          </ac:picMkLst>
        </pc:picChg>
      </pc:sldChg>
      <pc:sldChg chg="addSp delSp modSp add mod">
        <pc:chgData name="Alejandra León Barrera" userId="43512263486_tp_box_2" providerId="OAuth2" clId="{CE2DED1C-98E3-404D-AA29-8769E08C8A92}" dt="2026-06-11T15:41:32.521" v="2149" actId="207"/>
        <pc:sldMkLst>
          <pc:docMk/>
          <pc:sldMk cId="1643165382" sldId="538"/>
        </pc:sldMkLst>
        <pc:spChg chg="mod">
          <ac:chgData name="Alejandra León Barrera" userId="43512263486_tp_box_2" providerId="OAuth2" clId="{CE2DED1C-98E3-404D-AA29-8769E08C8A92}" dt="2026-06-11T15:40:34.635" v="2137" actId="1076"/>
          <ac:spMkLst>
            <pc:docMk/>
            <pc:sldMk cId="1643165382" sldId="538"/>
            <ac:spMk id="5" creationId="{FCEEB963-12E3-9D08-5275-18B11F5C74BD}"/>
          </ac:spMkLst>
        </pc:spChg>
        <pc:spChg chg="add mod">
          <ac:chgData name="Alejandra León Barrera" userId="43512263486_tp_box_2" providerId="OAuth2" clId="{CE2DED1C-98E3-404D-AA29-8769E08C8A92}" dt="2026-06-11T15:41:32.521" v="2149" actId="207"/>
          <ac:spMkLst>
            <pc:docMk/>
            <pc:sldMk cId="1643165382" sldId="538"/>
            <ac:spMk id="6" creationId="{54446879-8FC0-004C-9343-9E9511CD2146}"/>
          </ac:spMkLst>
        </pc:spChg>
        <pc:picChg chg="add mod">
          <ac:chgData name="Alejandra León Barrera" userId="43512263486_tp_box_2" providerId="OAuth2" clId="{CE2DED1C-98E3-404D-AA29-8769E08C8A92}" dt="2026-06-11T15:40:31.548" v="2136" actId="1076"/>
          <ac:picMkLst>
            <pc:docMk/>
            <pc:sldMk cId="1643165382" sldId="538"/>
            <ac:picMk id="4" creationId="{36A3A750-77E2-070D-0899-2C1611A77E3D}"/>
          </ac:picMkLst>
        </pc:picChg>
      </pc:sldChg>
      <pc:sldChg chg="modSp add mod ord">
        <pc:chgData name="Alejandra León Barrera" userId="43512263486_tp_box_2" providerId="OAuth2" clId="{CE2DED1C-98E3-404D-AA29-8769E08C8A92}" dt="2026-06-12T17:23:48.976" v="2602" actId="6549"/>
        <pc:sldMkLst>
          <pc:docMk/>
          <pc:sldMk cId="1479194901" sldId="539"/>
        </pc:sldMkLst>
        <pc:spChg chg="mod">
          <ac:chgData name="Alejandra León Barrera" userId="43512263486_tp_box_2" providerId="OAuth2" clId="{CE2DED1C-98E3-404D-AA29-8769E08C8A92}" dt="2026-06-12T17:23:48.976" v="2602" actId="6549"/>
          <ac:spMkLst>
            <pc:docMk/>
            <pc:sldMk cId="1479194901" sldId="539"/>
            <ac:spMk id="3" creationId="{0A13F39D-6D1B-0311-256F-5EB70C9E8699}"/>
          </ac:spMkLst>
        </pc:spChg>
        <pc:picChg chg="mod modCrop">
          <ac:chgData name="Alejandra León Barrera" userId="43512263486_tp_box_2" providerId="OAuth2" clId="{CE2DED1C-98E3-404D-AA29-8769E08C8A92}" dt="2026-06-12T16:18:34.460" v="2300" actId="732"/>
          <ac:picMkLst>
            <pc:docMk/>
            <pc:sldMk cId="1479194901" sldId="539"/>
            <ac:picMk id="8" creationId="{A15E857E-8EFE-77D5-7CE7-79E4B9C2F451}"/>
          </ac:picMkLst>
        </pc:picChg>
      </pc:sldChg>
      <pc:sldChg chg="addSp delSp modSp add mod">
        <pc:chgData name="Alejandra León Barrera" userId="43512263486_tp_box_2" providerId="OAuth2" clId="{CE2DED1C-98E3-404D-AA29-8769E08C8A92}" dt="2026-06-12T17:30:38.988" v="2916" actId="1076"/>
        <pc:sldMkLst>
          <pc:docMk/>
          <pc:sldMk cId="3753047691" sldId="540"/>
        </pc:sldMkLst>
        <pc:spChg chg="mod">
          <ac:chgData name="Alejandra León Barrera" userId="43512263486_tp_box_2" providerId="OAuth2" clId="{CE2DED1C-98E3-404D-AA29-8769E08C8A92}" dt="2026-06-12T17:30:38.988" v="2916" actId="1076"/>
          <ac:spMkLst>
            <pc:docMk/>
            <pc:sldMk cId="3753047691" sldId="540"/>
            <ac:spMk id="3" creationId="{13D418D1-51A7-E108-D940-F138EC1595CA}"/>
          </ac:spMkLst>
        </pc:spChg>
        <pc:spChg chg="mod">
          <ac:chgData name="Alejandra León Barrera" userId="43512263486_tp_box_2" providerId="OAuth2" clId="{CE2DED1C-98E3-404D-AA29-8769E08C8A92}" dt="2026-06-12T15:14:48.756" v="2260" actId="1076"/>
          <ac:spMkLst>
            <pc:docMk/>
            <pc:sldMk cId="3753047691" sldId="540"/>
            <ac:spMk id="6" creationId="{E01DF926-AF90-D8E5-D371-ED5AF6BF757D}"/>
          </ac:spMkLst>
        </pc:spChg>
        <pc:picChg chg="add mod">
          <ac:chgData name="Alejandra León Barrera" userId="43512263486_tp_box_2" providerId="OAuth2" clId="{CE2DED1C-98E3-404D-AA29-8769E08C8A92}" dt="2026-06-12T17:30:35.882" v="2915" actId="1076"/>
          <ac:picMkLst>
            <pc:docMk/>
            <pc:sldMk cId="3753047691" sldId="540"/>
            <ac:picMk id="10" creationId="{03971F8B-1319-24A1-1C4F-A05A362C26EB}"/>
          </ac:picMkLst>
        </pc:picChg>
      </pc:sldChg>
      <pc:sldChg chg="addSp delSp modSp add mod ord">
        <pc:chgData name="Alejandra León Barrera" userId="43512263486_tp_box_2" providerId="OAuth2" clId="{CE2DED1C-98E3-404D-AA29-8769E08C8A92}" dt="2026-06-12T20:06:14.951" v="5184" actId="1076"/>
        <pc:sldMkLst>
          <pc:docMk/>
          <pc:sldMk cId="1659287208" sldId="541"/>
        </pc:sldMkLst>
        <pc:spChg chg="mod">
          <ac:chgData name="Alejandra León Barrera" userId="43512263486_tp_box_2" providerId="OAuth2" clId="{CE2DED1C-98E3-404D-AA29-8769E08C8A92}" dt="2026-06-12T20:05:56.074" v="5180" actId="1076"/>
          <ac:spMkLst>
            <pc:docMk/>
            <pc:sldMk cId="1659287208" sldId="541"/>
            <ac:spMk id="3" creationId="{6905D033-0715-A9AB-8E8D-8465DD911A2B}"/>
          </ac:spMkLst>
        </pc:spChg>
        <pc:spChg chg="add mod">
          <ac:chgData name="Alejandra León Barrera" userId="43512263486_tp_box_2" providerId="OAuth2" clId="{CE2DED1C-98E3-404D-AA29-8769E08C8A92}" dt="2026-06-12T20:06:14.951" v="5184" actId="1076"/>
          <ac:spMkLst>
            <pc:docMk/>
            <pc:sldMk cId="1659287208" sldId="541"/>
            <ac:spMk id="9" creationId="{E192B2F8-6B17-08B4-0636-2E9D699A11A2}"/>
          </ac:spMkLst>
        </pc:spChg>
        <pc:spChg chg="add mod">
          <ac:chgData name="Alejandra León Barrera" userId="43512263486_tp_box_2" providerId="OAuth2" clId="{CE2DED1C-98E3-404D-AA29-8769E08C8A92}" dt="2026-06-12T20:05:58.667" v="5181" actId="1076"/>
          <ac:spMkLst>
            <pc:docMk/>
            <pc:sldMk cId="1659287208" sldId="541"/>
            <ac:spMk id="13" creationId="{1E891BB6-0B0A-D5D4-00B2-665A8306FB84}"/>
          </ac:spMkLst>
        </pc:spChg>
        <pc:spChg chg="add mod">
          <ac:chgData name="Alejandra León Barrera" userId="43512263486_tp_box_2" providerId="OAuth2" clId="{CE2DED1C-98E3-404D-AA29-8769E08C8A92}" dt="2026-06-12T20:03:51.899" v="5142" actId="20577"/>
          <ac:spMkLst>
            <pc:docMk/>
            <pc:sldMk cId="1659287208" sldId="541"/>
            <ac:spMk id="14" creationId="{6E190F37-89F9-32D3-749F-800DA219495F}"/>
          </ac:spMkLst>
        </pc:spChg>
        <pc:picChg chg="add mod">
          <ac:chgData name="Alejandra León Barrera" userId="43512263486_tp_box_2" providerId="OAuth2" clId="{CE2DED1C-98E3-404D-AA29-8769E08C8A92}" dt="2026-06-12T16:54:52.398" v="2420" actId="1076"/>
          <ac:picMkLst>
            <pc:docMk/>
            <pc:sldMk cId="1659287208" sldId="541"/>
            <ac:picMk id="7" creationId="{9278981F-240D-2871-316B-11C6AB919C8E}"/>
          </ac:picMkLst>
        </pc:picChg>
        <pc:picChg chg="add mod">
          <ac:chgData name="Alejandra León Barrera" userId="43512263486_tp_box_2" providerId="OAuth2" clId="{CE2DED1C-98E3-404D-AA29-8769E08C8A92}" dt="2026-06-12T20:04:20.598" v="5148" actId="1076"/>
          <ac:picMkLst>
            <pc:docMk/>
            <pc:sldMk cId="1659287208" sldId="541"/>
            <ac:picMk id="16" creationId="{A7D7DA4F-A170-F5B1-EA86-7F90435616A2}"/>
          </ac:picMkLst>
        </pc:picChg>
        <pc:picChg chg="add mod">
          <ac:chgData name="Alejandra León Barrera" userId="43512263486_tp_box_2" providerId="OAuth2" clId="{CE2DED1C-98E3-404D-AA29-8769E08C8A92}" dt="2026-06-12T20:04:23.189" v="5149" actId="1076"/>
          <ac:picMkLst>
            <pc:docMk/>
            <pc:sldMk cId="1659287208" sldId="541"/>
            <ac:picMk id="18" creationId="{E5FF7BC9-8D1F-305A-0816-AD9CEEEB3CC3}"/>
          </ac:picMkLst>
        </pc:picChg>
      </pc:sldChg>
      <pc:sldChg chg="addSp delSp modSp add mod">
        <pc:chgData name="Alejandra León Barrera" userId="43512263486_tp_box_2" providerId="OAuth2" clId="{CE2DED1C-98E3-404D-AA29-8769E08C8A92}" dt="2026-06-12T22:36:07.507" v="6267" actId="1076"/>
        <pc:sldMkLst>
          <pc:docMk/>
          <pc:sldMk cId="2408708128" sldId="542"/>
        </pc:sldMkLst>
        <pc:spChg chg="mod">
          <ac:chgData name="Alejandra León Barrera" userId="43512263486_tp_box_2" providerId="OAuth2" clId="{CE2DED1C-98E3-404D-AA29-8769E08C8A92}" dt="2026-06-12T17:31:59.839" v="2991" actId="1076"/>
          <ac:spMkLst>
            <pc:docMk/>
            <pc:sldMk cId="2408708128" sldId="542"/>
            <ac:spMk id="3" creationId="{0C686863-E996-285C-7BFB-E9D4662BB3EE}"/>
          </ac:spMkLst>
        </pc:spChg>
        <pc:spChg chg="mod">
          <ac:chgData name="Alejandra León Barrera" userId="43512263486_tp_box_2" providerId="OAuth2" clId="{CE2DED1C-98E3-404D-AA29-8769E08C8A92}" dt="2026-06-12T22:36:07.507" v="6267" actId="1076"/>
          <ac:spMkLst>
            <pc:docMk/>
            <pc:sldMk cId="2408708128" sldId="542"/>
            <ac:spMk id="6" creationId="{E47BE604-4E72-E22A-D4A0-22453F34B743}"/>
          </ac:spMkLst>
        </pc:spChg>
        <pc:picChg chg="add mod">
          <ac:chgData name="Alejandra León Barrera" userId="43512263486_tp_box_2" providerId="OAuth2" clId="{CE2DED1C-98E3-404D-AA29-8769E08C8A92}" dt="2026-06-12T16:41:37.180" v="2338" actId="1076"/>
          <ac:picMkLst>
            <pc:docMk/>
            <pc:sldMk cId="2408708128" sldId="542"/>
            <ac:picMk id="8" creationId="{BA6B382C-38DF-6466-4EF4-27E68175B277}"/>
          </ac:picMkLst>
        </pc:picChg>
      </pc:sldChg>
      <pc:sldChg chg="addSp delSp modSp add mod">
        <pc:chgData name="Alejandra León Barrera" userId="43512263486_tp_box_2" providerId="OAuth2" clId="{CE2DED1C-98E3-404D-AA29-8769E08C8A92}" dt="2026-06-12T17:35:56.172" v="3294" actId="1076"/>
        <pc:sldMkLst>
          <pc:docMk/>
          <pc:sldMk cId="129653800" sldId="543"/>
        </pc:sldMkLst>
        <pc:spChg chg="mod">
          <ac:chgData name="Alejandra León Barrera" userId="43512263486_tp_box_2" providerId="OAuth2" clId="{CE2DED1C-98E3-404D-AA29-8769E08C8A92}" dt="2026-06-12T17:35:56.172" v="3294" actId="1076"/>
          <ac:spMkLst>
            <pc:docMk/>
            <pc:sldMk cId="129653800" sldId="543"/>
            <ac:spMk id="6" creationId="{BDBCF15A-212D-ADB3-BDED-D2874546F58D}"/>
          </ac:spMkLst>
        </pc:spChg>
        <pc:spChg chg="add mod">
          <ac:chgData name="Alejandra León Barrera" userId="43512263486_tp_box_2" providerId="OAuth2" clId="{CE2DED1C-98E3-404D-AA29-8769E08C8A92}" dt="2026-06-12T17:35:53.876" v="3293" actId="1076"/>
          <ac:spMkLst>
            <pc:docMk/>
            <pc:sldMk cId="129653800" sldId="543"/>
            <ac:spMk id="10" creationId="{DDE39FF5-C153-D9DA-AFFD-E08B2F678F1D}"/>
          </ac:spMkLst>
        </pc:spChg>
        <pc:spChg chg="add mod">
          <ac:chgData name="Alejandra León Barrera" userId="43512263486_tp_box_2" providerId="OAuth2" clId="{CE2DED1C-98E3-404D-AA29-8769E08C8A92}" dt="2026-06-12T17:35:53.876" v="3293" actId="1076"/>
          <ac:spMkLst>
            <pc:docMk/>
            <pc:sldMk cId="129653800" sldId="543"/>
            <ac:spMk id="11" creationId="{90371304-C5FC-4B6A-1A7F-3EB8441A3714}"/>
          </ac:spMkLst>
        </pc:spChg>
        <pc:picChg chg="add mod modCrop">
          <ac:chgData name="Alejandra León Barrera" userId="43512263486_tp_box_2" providerId="OAuth2" clId="{CE2DED1C-98E3-404D-AA29-8769E08C8A92}" dt="2026-06-12T17:35:53.876" v="3293" actId="1076"/>
          <ac:picMkLst>
            <pc:docMk/>
            <pc:sldMk cId="129653800" sldId="543"/>
            <ac:picMk id="4" creationId="{02BC7E2D-F341-FD58-E1E8-384EEF3A1517}"/>
          </ac:picMkLst>
        </pc:picChg>
        <pc:picChg chg="add mod">
          <ac:chgData name="Alejandra León Barrera" userId="43512263486_tp_box_2" providerId="OAuth2" clId="{CE2DED1C-98E3-404D-AA29-8769E08C8A92}" dt="2026-06-12T17:35:53.876" v="3293" actId="1076"/>
          <ac:picMkLst>
            <pc:docMk/>
            <pc:sldMk cId="129653800" sldId="543"/>
            <ac:picMk id="7" creationId="{30313173-39DE-6421-B4D5-9BB02BA35222}"/>
          </ac:picMkLst>
        </pc:picChg>
        <pc:picChg chg="add mod">
          <ac:chgData name="Alejandra León Barrera" userId="43512263486_tp_box_2" providerId="OAuth2" clId="{CE2DED1C-98E3-404D-AA29-8769E08C8A92}" dt="2026-06-12T17:35:53.876" v="3293" actId="1076"/>
          <ac:picMkLst>
            <pc:docMk/>
            <pc:sldMk cId="129653800" sldId="543"/>
            <ac:picMk id="9" creationId="{E72A042B-1B6E-2D27-40B1-814BCA4308DA}"/>
          </ac:picMkLst>
        </pc:picChg>
      </pc:sldChg>
      <pc:sldChg chg="addSp delSp modSp add mod">
        <pc:chgData name="Alejandra León Barrera" userId="43512263486_tp_box_2" providerId="OAuth2" clId="{CE2DED1C-98E3-404D-AA29-8769E08C8A92}" dt="2026-06-12T17:38:50.822" v="3603" actId="1076"/>
        <pc:sldMkLst>
          <pc:docMk/>
          <pc:sldMk cId="427645312" sldId="544"/>
        </pc:sldMkLst>
        <pc:spChg chg="mod">
          <ac:chgData name="Alejandra León Barrera" userId="43512263486_tp_box_2" providerId="OAuth2" clId="{CE2DED1C-98E3-404D-AA29-8769E08C8A92}" dt="2026-06-12T17:36:23.889" v="3297" actId="1076"/>
          <ac:spMkLst>
            <pc:docMk/>
            <pc:sldMk cId="427645312" sldId="544"/>
            <ac:spMk id="6" creationId="{6594E254-F2E9-4759-7C55-B9397B68D66E}"/>
          </ac:spMkLst>
        </pc:spChg>
        <pc:spChg chg="add mod">
          <ac:chgData name="Alejandra León Barrera" userId="43512263486_tp_box_2" providerId="OAuth2" clId="{CE2DED1C-98E3-404D-AA29-8769E08C8A92}" dt="2026-06-12T17:38:50.822" v="3603" actId="1076"/>
          <ac:spMkLst>
            <pc:docMk/>
            <pc:sldMk cId="427645312" sldId="544"/>
            <ac:spMk id="14" creationId="{C1DBA9FE-7510-FB77-A817-CAAB11BE8D03}"/>
          </ac:spMkLst>
        </pc:spChg>
        <pc:spChg chg="add mod">
          <ac:chgData name="Alejandra León Barrera" userId="43512263486_tp_box_2" providerId="OAuth2" clId="{CE2DED1C-98E3-404D-AA29-8769E08C8A92}" dt="2026-06-12T17:38:50.822" v="3603" actId="1076"/>
          <ac:spMkLst>
            <pc:docMk/>
            <pc:sldMk cId="427645312" sldId="544"/>
            <ac:spMk id="15" creationId="{44787F39-8AF5-A01F-F348-9A52FAC9B8E1}"/>
          </ac:spMkLst>
        </pc:spChg>
        <pc:spChg chg="add mod">
          <ac:chgData name="Alejandra León Barrera" userId="43512263486_tp_box_2" providerId="OAuth2" clId="{CE2DED1C-98E3-404D-AA29-8769E08C8A92}" dt="2026-06-12T17:38:50.822" v="3603" actId="1076"/>
          <ac:spMkLst>
            <pc:docMk/>
            <pc:sldMk cId="427645312" sldId="544"/>
            <ac:spMk id="16" creationId="{3851C8F6-A304-62F8-21DA-461CE1D4815E}"/>
          </ac:spMkLst>
        </pc:spChg>
        <pc:picChg chg="add mod">
          <ac:chgData name="Alejandra León Barrera" userId="43512263486_tp_box_2" providerId="OAuth2" clId="{CE2DED1C-98E3-404D-AA29-8769E08C8A92}" dt="2026-06-12T17:38:50.822" v="3603" actId="1076"/>
          <ac:picMkLst>
            <pc:docMk/>
            <pc:sldMk cId="427645312" sldId="544"/>
            <ac:picMk id="7" creationId="{D827494D-B907-1F40-247D-A102B5AAF259}"/>
          </ac:picMkLst>
        </pc:picChg>
        <pc:picChg chg="add mod">
          <ac:chgData name="Alejandra León Barrera" userId="43512263486_tp_box_2" providerId="OAuth2" clId="{CE2DED1C-98E3-404D-AA29-8769E08C8A92}" dt="2026-06-12T17:38:50.822" v="3603" actId="1076"/>
          <ac:picMkLst>
            <pc:docMk/>
            <pc:sldMk cId="427645312" sldId="544"/>
            <ac:picMk id="9" creationId="{CFF9B8DF-37FF-3162-6637-59A48215E136}"/>
          </ac:picMkLst>
        </pc:picChg>
        <pc:picChg chg="add mod">
          <ac:chgData name="Alejandra León Barrera" userId="43512263486_tp_box_2" providerId="OAuth2" clId="{CE2DED1C-98E3-404D-AA29-8769E08C8A92}" dt="2026-06-12T17:38:50.822" v="3603" actId="1076"/>
          <ac:picMkLst>
            <pc:docMk/>
            <pc:sldMk cId="427645312" sldId="544"/>
            <ac:picMk id="11" creationId="{2C275F9F-6040-213F-0EE7-7A0C4E0FAC1F}"/>
          </ac:picMkLst>
        </pc:picChg>
        <pc:picChg chg="add mod">
          <ac:chgData name="Alejandra León Barrera" userId="43512263486_tp_box_2" providerId="OAuth2" clId="{CE2DED1C-98E3-404D-AA29-8769E08C8A92}" dt="2026-06-12T17:38:50.822" v="3603" actId="1076"/>
          <ac:picMkLst>
            <pc:docMk/>
            <pc:sldMk cId="427645312" sldId="544"/>
            <ac:picMk id="13" creationId="{DF9586A7-D39E-3E1E-C841-1CF0F17FFE5C}"/>
          </ac:picMkLst>
        </pc:picChg>
      </pc:sldChg>
      <pc:sldChg chg="addSp delSp modSp add mod">
        <pc:chgData name="Alejandra León Barrera" userId="43512263486_tp_box_2" providerId="OAuth2" clId="{CE2DED1C-98E3-404D-AA29-8769E08C8A92}" dt="2026-06-12T17:46:29.361" v="3862" actId="20577"/>
        <pc:sldMkLst>
          <pc:docMk/>
          <pc:sldMk cId="872361999" sldId="545"/>
        </pc:sldMkLst>
        <pc:spChg chg="add mod">
          <ac:chgData name="Alejandra León Barrera" userId="43512263486_tp_box_2" providerId="OAuth2" clId="{CE2DED1C-98E3-404D-AA29-8769E08C8A92}" dt="2026-06-12T17:44:16.919" v="3694" actId="14100"/>
          <ac:spMkLst>
            <pc:docMk/>
            <pc:sldMk cId="872361999" sldId="545"/>
            <ac:spMk id="7" creationId="{217EA785-9207-17B3-8862-31382BDF2987}"/>
          </ac:spMkLst>
        </pc:spChg>
        <pc:spChg chg="add mod">
          <ac:chgData name="Alejandra León Barrera" userId="43512263486_tp_box_2" providerId="OAuth2" clId="{CE2DED1C-98E3-404D-AA29-8769E08C8A92}" dt="2026-06-12T17:44:56.327" v="3755" actId="20577"/>
          <ac:spMkLst>
            <pc:docMk/>
            <pc:sldMk cId="872361999" sldId="545"/>
            <ac:spMk id="18" creationId="{6B45B04D-9D4C-E7B5-467F-8181466825AC}"/>
          </ac:spMkLst>
        </pc:spChg>
        <pc:spChg chg="add mod">
          <ac:chgData name="Alejandra León Barrera" userId="43512263486_tp_box_2" providerId="OAuth2" clId="{CE2DED1C-98E3-404D-AA29-8769E08C8A92}" dt="2026-06-12T17:45:44.663" v="3836" actId="1076"/>
          <ac:spMkLst>
            <pc:docMk/>
            <pc:sldMk cId="872361999" sldId="545"/>
            <ac:spMk id="19" creationId="{722AE016-B583-AE9C-247D-560743B972F4}"/>
          </ac:spMkLst>
        </pc:spChg>
        <pc:spChg chg="add mod">
          <ac:chgData name="Alejandra León Barrera" userId="43512263486_tp_box_2" providerId="OAuth2" clId="{CE2DED1C-98E3-404D-AA29-8769E08C8A92}" dt="2026-06-12T17:46:29.361" v="3862" actId="20577"/>
          <ac:spMkLst>
            <pc:docMk/>
            <pc:sldMk cId="872361999" sldId="545"/>
            <ac:spMk id="20" creationId="{2A65BD52-8BB4-C2A2-BD66-DED8327F9E40}"/>
          </ac:spMkLst>
        </pc:spChg>
        <pc:picChg chg="add mod">
          <ac:chgData name="Alejandra León Barrera" userId="43512263486_tp_box_2" providerId="OAuth2" clId="{CE2DED1C-98E3-404D-AA29-8769E08C8A92}" dt="2026-06-12T17:39:04.293" v="3606" actId="1076"/>
          <ac:picMkLst>
            <pc:docMk/>
            <pc:sldMk cId="872361999" sldId="545"/>
            <ac:picMk id="5" creationId="{621BE30F-4076-F6CC-EE74-8CAAB2FEA17D}"/>
          </ac:picMkLst>
        </pc:picChg>
        <pc:picChg chg="add mod">
          <ac:chgData name="Alejandra León Barrera" userId="43512263486_tp_box_2" providerId="OAuth2" clId="{CE2DED1C-98E3-404D-AA29-8769E08C8A92}" dt="2026-06-12T17:42:53.034" v="3610" actId="1076"/>
          <ac:picMkLst>
            <pc:docMk/>
            <pc:sldMk cId="872361999" sldId="545"/>
            <ac:picMk id="9" creationId="{DDDC73FB-B66D-F8B3-7D81-514F19F72AD6}"/>
          </ac:picMkLst>
        </pc:picChg>
        <pc:picChg chg="add mod">
          <ac:chgData name="Alejandra León Barrera" userId="43512263486_tp_box_2" providerId="OAuth2" clId="{CE2DED1C-98E3-404D-AA29-8769E08C8A92}" dt="2026-06-12T17:43:37.832" v="3639" actId="1038"/>
          <ac:picMkLst>
            <pc:docMk/>
            <pc:sldMk cId="872361999" sldId="545"/>
            <ac:picMk id="11" creationId="{D831CFE3-A897-3944-7AC2-15574B975BBF}"/>
          </ac:picMkLst>
        </pc:picChg>
        <pc:picChg chg="add mod">
          <ac:chgData name="Alejandra León Barrera" userId="43512263486_tp_box_2" providerId="OAuth2" clId="{CE2DED1C-98E3-404D-AA29-8769E08C8A92}" dt="2026-06-12T17:43:33.345" v="3636" actId="1035"/>
          <ac:picMkLst>
            <pc:docMk/>
            <pc:sldMk cId="872361999" sldId="545"/>
            <ac:picMk id="13" creationId="{F6CD37D8-FD8D-3880-2550-FC0A3D49C415}"/>
          </ac:picMkLst>
        </pc:picChg>
        <pc:picChg chg="add mod">
          <ac:chgData name="Alejandra León Barrera" userId="43512263486_tp_box_2" providerId="OAuth2" clId="{CE2DED1C-98E3-404D-AA29-8769E08C8A92}" dt="2026-06-12T17:43:28.416" v="3629" actId="1035"/>
          <ac:picMkLst>
            <pc:docMk/>
            <pc:sldMk cId="872361999" sldId="545"/>
            <ac:picMk id="15" creationId="{72AFF801-1E1A-F343-4D29-56516369D137}"/>
          </ac:picMkLst>
        </pc:picChg>
        <pc:picChg chg="add mod">
          <ac:chgData name="Alejandra León Barrera" userId="43512263486_tp_box_2" providerId="OAuth2" clId="{CE2DED1C-98E3-404D-AA29-8769E08C8A92}" dt="2026-06-12T17:43:24.180" v="3622" actId="1036"/>
          <ac:picMkLst>
            <pc:docMk/>
            <pc:sldMk cId="872361999" sldId="545"/>
            <ac:picMk id="17" creationId="{63F3D817-087C-534D-F945-B67AEFC96054}"/>
          </ac:picMkLst>
        </pc:picChg>
      </pc:sldChg>
      <pc:sldChg chg="addSp delSp modSp add mod">
        <pc:chgData name="Alejandra León Barrera" userId="43512263486_tp_box_2" providerId="OAuth2" clId="{CE2DED1C-98E3-404D-AA29-8769E08C8A92}" dt="2026-06-12T17:51:17.660" v="4098" actId="1076"/>
        <pc:sldMkLst>
          <pc:docMk/>
          <pc:sldMk cId="4280056948" sldId="546"/>
        </pc:sldMkLst>
        <pc:spChg chg="add mod">
          <ac:chgData name="Alejandra León Barrera" userId="43512263486_tp_box_2" providerId="OAuth2" clId="{CE2DED1C-98E3-404D-AA29-8769E08C8A92}" dt="2026-06-12T17:47:48.253" v="3951" actId="14100"/>
          <ac:spMkLst>
            <pc:docMk/>
            <pc:sldMk cId="4280056948" sldId="546"/>
            <ac:spMk id="10" creationId="{66686461-CE38-B6C2-E94F-9D19BF4DB897}"/>
          </ac:spMkLst>
        </pc:spChg>
        <pc:spChg chg="add mod">
          <ac:chgData name="Alejandra León Barrera" userId="43512263486_tp_box_2" providerId="OAuth2" clId="{CE2DED1C-98E3-404D-AA29-8769E08C8A92}" dt="2026-06-12T17:51:17.660" v="4098" actId="1076"/>
          <ac:spMkLst>
            <pc:docMk/>
            <pc:sldMk cId="4280056948" sldId="546"/>
            <ac:spMk id="11" creationId="{6DF3D0C4-8ABD-EF2D-B1C0-8F9CEBB50205}"/>
          </ac:spMkLst>
        </pc:spChg>
        <pc:picChg chg="add mod">
          <ac:chgData name="Alejandra León Barrera" userId="43512263486_tp_box_2" providerId="OAuth2" clId="{CE2DED1C-98E3-404D-AA29-8769E08C8A92}" dt="2026-06-12T16:47:10.528" v="2384" actId="1076"/>
          <ac:picMkLst>
            <pc:docMk/>
            <pc:sldMk cId="4280056948" sldId="546"/>
            <ac:picMk id="4" creationId="{7134579F-AB5E-3C2E-EB31-2E61EE9D4E98}"/>
          </ac:picMkLst>
        </pc:picChg>
        <pc:picChg chg="add mod">
          <ac:chgData name="Alejandra León Barrera" userId="43512263486_tp_box_2" providerId="OAuth2" clId="{CE2DED1C-98E3-404D-AA29-8769E08C8A92}" dt="2026-06-12T17:47:11.355" v="3876" actId="1036"/>
          <ac:picMkLst>
            <pc:docMk/>
            <pc:sldMk cId="4280056948" sldId="546"/>
            <ac:picMk id="7" creationId="{721EA024-842D-DEE9-E507-17A049035071}"/>
          </ac:picMkLst>
        </pc:picChg>
        <pc:picChg chg="add mod">
          <ac:chgData name="Alejandra León Barrera" userId="43512263486_tp_box_2" providerId="OAuth2" clId="{CE2DED1C-98E3-404D-AA29-8769E08C8A92}" dt="2026-06-12T17:47:00.865" v="3865" actId="1076"/>
          <ac:picMkLst>
            <pc:docMk/>
            <pc:sldMk cId="4280056948" sldId="546"/>
            <ac:picMk id="9" creationId="{F158124A-9276-5321-5C24-A8BD1598EA84}"/>
          </ac:picMkLst>
        </pc:picChg>
      </pc:sldChg>
      <pc:sldChg chg="addSp delSp modSp add mod">
        <pc:chgData name="Alejandra León Barrera" userId="43512263486_tp_box_2" providerId="OAuth2" clId="{CE2DED1C-98E3-404D-AA29-8769E08C8A92}" dt="2026-06-12T18:43:36.681" v="4445" actId="1076"/>
        <pc:sldMkLst>
          <pc:docMk/>
          <pc:sldMk cId="2673634276" sldId="547"/>
        </pc:sldMkLst>
        <pc:spChg chg="mod">
          <ac:chgData name="Alejandra León Barrera" userId="43512263486_tp_box_2" providerId="OAuth2" clId="{CE2DED1C-98E3-404D-AA29-8769E08C8A92}" dt="2026-06-12T18:43:36.681" v="4445" actId="1076"/>
          <ac:spMkLst>
            <pc:docMk/>
            <pc:sldMk cId="2673634276" sldId="547"/>
            <ac:spMk id="6" creationId="{8B486942-A27B-FDF4-8ACF-97687042AB73}"/>
          </ac:spMkLst>
        </pc:spChg>
        <pc:spChg chg="add mod">
          <ac:chgData name="Alejandra León Barrera" userId="43512263486_tp_box_2" providerId="OAuth2" clId="{CE2DED1C-98E3-404D-AA29-8769E08C8A92}" dt="2026-06-12T18:43:18.093" v="4440" actId="113"/>
          <ac:spMkLst>
            <pc:docMk/>
            <pc:sldMk cId="2673634276" sldId="547"/>
            <ac:spMk id="10" creationId="{70D23D2F-6DF6-A54A-3C99-0627028026A3}"/>
          </ac:spMkLst>
        </pc:spChg>
        <pc:spChg chg="add mod">
          <ac:chgData name="Alejandra León Barrera" userId="43512263486_tp_box_2" providerId="OAuth2" clId="{CE2DED1C-98E3-404D-AA29-8769E08C8A92}" dt="2026-06-12T18:43:21.062" v="4442" actId="20577"/>
          <ac:spMkLst>
            <pc:docMk/>
            <pc:sldMk cId="2673634276" sldId="547"/>
            <ac:spMk id="11" creationId="{056288FD-206D-0380-3F8B-13ABEF3DF868}"/>
          </ac:spMkLst>
        </pc:spChg>
        <pc:spChg chg="add mod">
          <ac:chgData name="Alejandra León Barrera" userId="43512263486_tp_box_2" providerId="OAuth2" clId="{CE2DED1C-98E3-404D-AA29-8769E08C8A92}" dt="2026-06-12T18:43:31.492" v="4444" actId="14100"/>
          <ac:spMkLst>
            <pc:docMk/>
            <pc:sldMk cId="2673634276" sldId="547"/>
            <ac:spMk id="12" creationId="{2426B396-5B2E-0CDA-9034-E5BC2FDC69CF}"/>
          </ac:spMkLst>
        </pc:spChg>
        <pc:picChg chg="add mod">
          <ac:chgData name="Alejandra León Barrera" userId="43512263486_tp_box_2" providerId="OAuth2" clId="{CE2DED1C-98E3-404D-AA29-8769E08C8A92}" dt="2026-06-12T18:41:03.066" v="4320" actId="1076"/>
          <ac:picMkLst>
            <pc:docMk/>
            <pc:sldMk cId="2673634276" sldId="547"/>
            <ac:picMk id="9" creationId="{1164D157-38EF-DDCE-7C3F-4FCF4398B99C}"/>
          </ac:picMkLst>
        </pc:picChg>
        <pc:picChg chg="add mod">
          <ac:chgData name="Alejandra León Barrera" userId="43512263486_tp_box_2" providerId="OAuth2" clId="{CE2DED1C-98E3-404D-AA29-8769E08C8A92}" dt="2026-06-12T18:41:48.756" v="4341" actId="1076"/>
          <ac:picMkLst>
            <pc:docMk/>
            <pc:sldMk cId="2673634276" sldId="547"/>
            <ac:picMk id="14" creationId="{C4DFA913-7956-B40C-CF2E-A03F402C3FC6}"/>
          </ac:picMkLst>
        </pc:picChg>
        <pc:picChg chg="add mod">
          <ac:chgData name="Alejandra León Barrera" userId="43512263486_tp_box_2" providerId="OAuth2" clId="{CE2DED1C-98E3-404D-AA29-8769E08C8A92}" dt="2026-06-12T18:41:46.627" v="4340" actId="1036"/>
          <ac:picMkLst>
            <pc:docMk/>
            <pc:sldMk cId="2673634276" sldId="547"/>
            <ac:picMk id="16" creationId="{3B892BE9-ACA0-273B-823F-121703FC2E76}"/>
          </ac:picMkLst>
        </pc:picChg>
        <pc:picChg chg="add mod">
          <ac:chgData name="Alejandra León Barrera" userId="43512263486_tp_box_2" providerId="OAuth2" clId="{CE2DED1C-98E3-404D-AA29-8769E08C8A92}" dt="2026-06-12T18:41:57.472" v="4345" actId="1035"/>
          <ac:picMkLst>
            <pc:docMk/>
            <pc:sldMk cId="2673634276" sldId="547"/>
            <ac:picMk id="18" creationId="{98DC68D6-35F1-C1A0-6C5C-126CB76AD710}"/>
          </ac:picMkLst>
        </pc:picChg>
      </pc:sldChg>
      <pc:sldChg chg="addSp delSp modSp add mod">
        <pc:chgData name="Alejandra León Barrera" userId="43512263486_tp_box_2" providerId="OAuth2" clId="{CE2DED1C-98E3-404D-AA29-8769E08C8A92}" dt="2026-06-12T19:48:14.501" v="4867" actId="113"/>
        <pc:sldMkLst>
          <pc:docMk/>
          <pc:sldMk cId="2768636169" sldId="548"/>
        </pc:sldMkLst>
        <pc:spChg chg="mod">
          <ac:chgData name="Alejandra León Barrera" userId="43512263486_tp_box_2" providerId="OAuth2" clId="{CE2DED1C-98E3-404D-AA29-8769E08C8A92}" dt="2026-06-12T19:48:14.501" v="4867" actId="113"/>
          <ac:spMkLst>
            <pc:docMk/>
            <pc:sldMk cId="2768636169" sldId="548"/>
            <ac:spMk id="3" creationId="{93382189-B6D1-9CE9-E00D-AA463AD175CB}"/>
          </ac:spMkLst>
        </pc:spChg>
        <pc:spChg chg="add mod">
          <ac:chgData name="Alejandra León Barrera" userId="43512263486_tp_box_2" providerId="OAuth2" clId="{CE2DED1C-98E3-404D-AA29-8769E08C8A92}" dt="2026-06-12T18:48:06.812" v="4527" actId="1076"/>
          <ac:spMkLst>
            <pc:docMk/>
            <pc:sldMk cId="2768636169" sldId="548"/>
            <ac:spMk id="8" creationId="{76D9310B-C19D-8BAD-59FA-4D210FF3F2CF}"/>
          </ac:spMkLst>
        </pc:spChg>
        <pc:spChg chg="add mod">
          <ac:chgData name="Alejandra León Barrera" userId="43512263486_tp_box_2" providerId="OAuth2" clId="{CE2DED1C-98E3-404D-AA29-8769E08C8A92}" dt="2026-06-12T18:51:11.707" v="4672" actId="14100"/>
          <ac:spMkLst>
            <pc:docMk/>
            <pc:sldMk cId="2768636169" sldId="548"/>
            <ac:spMk id="11" creationId="{3440B7E5-D00F-AB4D-A6CC-6EE7921234B8}"/>
          </ac:spMkLst>
        </pc:spChg>
        <pc:spChg chg="add mod">
          <ac:chgData name="Alejandra León Barrera" userId="43512263486_tp_box_2" providerId="OAuth2" clId="{CE2DED1C-98E3-404D-AA29-8769E08C8A92}" dt="2026-06-12T18:51:08.938" v="4671" actId="14100"/>
          <ac:spMkLst>
            <pc:docMk/>
            <pc:sldMk cId="2768636169" sldId="548"/>
            <ac:spMk id="18" creationId="{68D651F7-287D-879E-7295-0FE49C530536}"/>
          </ac:spMkLst>
        </pc:spChg>
        <pc:spChg chg="add mod">
          <ac:chgData name="Alejandra León Barrera" userId="43512263486_tp_box_2" providerId="OAuth2" clId="{CE2DED1C-98E3-404D-AA29-8769E08C8A92}" dt="2026-06-12T18:57:31.230" v="4691" actId="207"/>
          <ac:spMkLst>
            <pc:docMk/>
            <pc:sldMk cId="2768636169" sldId="548"/>
            <ac:spMk id="19" creationId="{508FC90A-0755-16F6-F14F-7A0C65837B7A}"/>
          </ac:spMkLst>
        </pc:spChg>
        <pc:picChg chg="add mod">
          <ac:chgData name="Alejandra León Barrera" userId="43512263486_tp_box_2" providerId="OAuth2" clId="{CE2DED1C-98E3-404D-AA29-8769E08C8A92}" dt="2026-06-12T18:48:03.546" v="4526" actId="1076"/>
          <ac:picMkLst>
            <pc:docMk/>
            <pc:sldMk cId="2768636169" sldId="548"/>
            <ac:picMk id="7" creationId="{91C8A15E-4C93-367A-A750-72D1B9721CCE}"/>
          </ac:picMkLst>
        </pc:picChg>
        <pc:picChg chg="add mod">
          <ac:chgData name="Alejandra León Barrera" userId="43512263486_tp_box_2" providerId="OAuth2" clId="{CE2DED1C-98E3-404D-AA29-8769E08C8A92}" dt="2026-06-12T18:48:03.546" v="4526" actId="1076"/>
          <ac:picMkLst>
            <pc:docMk/>
            <pc:sldMk cId="2768636169" sldId="548"/>
            <ac:picMk id="10" creationId="{299EA448-27A8-2887-8466-685250801E1A}"/>
          </ac:picMkLst>
        </pc:picChg>
        <pc:picChg chg="add mod">
          <ac:chgData name="Alejandra León Barrera" userId="43512263486_tp_box_2" providerId="OAuth2" clId="{CE2DED1C-98E3-404D-AA29-8769E08C8A92}" dt="2026-06-12T18:49:03.347" v="4545" actId="1036"/>
          <ac:picMkLst>
            <pc:docMk/>
            <pc:sldMk cId="2768636169" sldId="548"/>
            <ac:picMk id="13" creationId="{6B3E0A2D-B9A2-3F62-4864-2EAFA2B6B888}"/>
          </ac:picMkLst>
        </pc:picChg>
        <pc:picChg chg="add mod">
          <ac:chgData name="Alejandra León Barrera" userId="43512263486_tp_box_2" providerId="OAuth2" clId="{CE2DED1C-98E3-404D-AA29-8769E08C8A92}" dt="2026-06-12T18:49:07.961" v="4546" actId="1076"/>
          <ac:picMkLst>
            <pc:docMk/>
            <pc:sldMk cId="2768636169" sldId="548"/>
            <ac:picMk id="15" creationId="{C151A9B3-22E9-6487-A1ED-B364EAA91017}"/>
          </ac:picMkLst>
        </pc:picChg>
        <pc:picChg chg="add mod">
          <ac:chgData name="Alejandra León Barrera" userId="43512263486_tp_box_2" providerId="OAuth2" clId="{CE2DED1C-98E3-404D-AA29-8769E08C8A92}" dt="2026-06-12T18:49:12.861" v="4550" actId="1035"/>
          <ac:picMkLst>
            <pc:docMk/>
            <pc:sldMk cId="2768636169" sldId="548"/>
            <ac:picMk id="17" creationId="{94446A3D-5F64-8DC6-DD06-1041C7FDFC08}"/>
          </ac:picMkLst>
        </pc:picChg>
      </pc:sldChg>
      <pc:sldChg chg="addSp delSp modSp add mod">
        <pc:chgData name="Alejandra León Barrera" userId="43512263486_tp_box_2" providerId="OAuth2" clId="{CE2DED1C-98E3-404D-AA29-8769E08C8A92}" dt="2026-06-12T19:49:25.052" v="4925" actId="1076"/>
        <pc:sldMkLst>
          <pc:docMk/>
          <pc:sldMk cId="3903844609" sldId="549"/>
        </pc:sldMkLst>
        <pc:spChg chg="add mod">
          <ac:chgData name="Alejandra León Barrera" userId="43512263486_tp_box_2" providerId="OAuth2" clId="{CE2DED1C-98E3-404D-AA29-8769E08C8A92}" dt="2026-06-12T19:48:51.476" v="4916" actId="1076"/>
          <ac:spMkLst>
            <pc:docMk/>
            <pc:sldMk cId="3903844609" sldId="549"/>
            <ac:spMk id="5" creationId="{2C9E4F67-D099-1ACE-53BD-14CC8885DE31}"/>
          </ac:spMkLst>
        </pc:spChg>
        <pc:spChg chg="add mod">
          <ac:chgData name="Alejandra León Barrera" userId="43512263486_tp_box_2" providerId="OAuth2" clId="{CE2DED1C-98E3-404D-AA29-8769E08C8A92}" dt="2026-06-12T19:49:25.052" v="4925" actId="1076"/>
          <ac:spMkLst>
            <pc:docMk/>
            <pc:sldMk cId="3903844609" sldId="549"/>
            <ac:spMk id="8" creationId="{4213D812-AEB7-3C3F-B450-3B46DF1858EA}"/>
          </ac:spMkLst>
        </pc:spChg>
        <pc:picChg chg="add mod">
          <ac:chgData name="Alejandra León Barrera" userId="43512263486_tp_box_2" providerId="OAuth2" clId="{CE2DED1C-98E3-404D-AA29-8769E08C8A92}" dt="2026-06-12T19:48:49.634" v="4915" actId="1076"/>
          <ac:picMkLst>
            <pc:docMk/>
            <pc:sldMk cId="3903844609" sldId="549"/>
            <ac:picMk id="4" creationId="{26EA6720-0740-B56C-7F3D-3D5D91589D10}"/>
          </ac:picMkLst>
        </pc:picChg>
        <pc:picChg chg="add mod">
          <ac:chgData name="Alejandra León Barrera" userId="43512263486_tp_box_2" providerId="OAuth2" clId="{CE2DED1C-98E3-404D-AA29-8769E08C8A92}" dt="2026-06-12T19:49:13.084" v="4924" actId="1037"/>
          <ac:picMkLst>
            <pc:docMk/>
            <pc:sldMk cId="3903844609" sldId="549"/>
            <ac:picMk id="10" creationId="{CD2CEF56-D653-A5E9-CF45-739000362E48}"/>
          </ac:picMkLst>
        </pc:picChg>
      </pc:sldChg>
      <pc:sldChg chg="addSp delSp modSp add mod">
        <pc:chgData name="Alejandra León Barrera" userId="43512263486_tp_box_2" providerId="OAuth2" clId="{CE2DED1C-98E3-404D-AA29-8769E08C8A92}" dt="2026-06-12T20:11:27.488" v="5382" actId="1076"/>
        <pc:sldMkLst>
          <pc:docMk/>
          <pc:sldMk cId="1766286552" sldId="550"/>
        </pc:sldMkLst>
        <pc:spChg chg="mod">
          <ac:chgData name="Alejandra León Barrera" userId="43512263486_tp_box_2" providerId="OAuth2" clId="{CE2DED1C-98E3-404D-AA29-8769E08C8A92}" dt="2026-06-12T20:11:27.488" v="5382" actId="1076"/>
          <ac:spMkLst>
            <pc:docMk/>
            <pc:sldMk cId="1766286552" sldId="550"/>
            <ac:spMk id="3" creationId="{7E56D415-9C38-6148-DA5D-0024072E2698}"/>
          </ac:spMkLst>
        </pc:spChg>
        <pc:spChg chg="mod">
          <ac:chgData name="Alejandra León Barrera" userId="43512263486_tp_box_2" providerId="OAuth2" clId="{CE2DED1C-98E3-404D-AA29-8769E08C8A92}" dt="2026-06-12T19:50:09.406" v="4951" actId="207"/>
          <ac:spMkLst>
            <pc:docMk/>
            <pc:sldMk cId="1766286552" sldId="550"/>
            <ac:spMk id="6" creationId="{87AB1901-ECCD-FDC0-167E-370503B6FE84}"/>
          </ac:spMkLst>
        </pc:spChg>
        <pc:picChg chg="add mod">
          <ac:chgData name="Alejandra León Barrera" userId="43512263486_tp_box_2" providerId="OAuth2" clId="{CE2DED1C-98E3-404D-AA29-8769E08C8A92}" dt="2026-06-12T19:50:17.189" v="4954" actId="1076"/>
          <ac:picMkLst>
            <pc:docMk/>
            <pc:sldMk cId="1766286552" sldId="550"/>
            <ac:picMk id="5" creationId="{9CFA53A9-4D0E-E30C-2026-96178B8D9065}"/>
          </ac:picMkLst>
        </pc:picChg>
      </pc:sldChg>
      <pc:sldChg chg="addSp delSp modSp add mod">
        <pc:chgData name="Alejandra León Barrera" userId="43512263486_tp_box_2" providerId="OAuth2" clId="{CE2DED1C-98E3-404D-AA29-8769E08C8A92}" dt="2026-06-12T20:09:22.673" v="5352" actId="478"/>
        <pc:sldMkLst>
          <pc:docMk/>
          <pc:sldMk cId="2479657056" sldId="551"/>
        </pc:sldMkLst>
        <pc:spChg chg="add mod">
          <ac:chgData name="Alejandra León Barrera" userId="43512263486_tp_box_2" providerId="OAuth2" clId="{CE2DED1C-98E3-404D-AA29-8769E08C8A92}" dt="2026-06-12T20:06:23.382" v="5188" actId="1076"/>
          <ac:spMkLst>
            <pc:docMk/>
            <pc:sldMk cId="2479657056" sldId="551"/>
            <ac:spMk id="9" creationId="{87F547CC-6ABD-21E6-61CE-3E39EC60631B}"/>
          </ac:spMkLst>
        </pc:spChg>
        <pc:spChg chg="add mod">
          <ac:chgData name="Alejandra León Barrera" userId="43512263486_tp_box_2" providerId="OAuth2" clId="{CE2DED1C-98E3-404D-AA29-8769E08C8A92}" dt="2026-06-12T20:07:55.069" v="5306" actId="20577"/>
          <ac:spMkLst>
            <pc:docMk/>
            <pc:sldMk cId="2479657056" sldId="551"/>
            <ac:spMk id="10" creationId="{7C7FE9FD-143B-0882-16C6-245962F41881}"/>
          </ac:spMkLst>
        </pc:spChg>
        <pc:spChg chg="add mod">
          <ac:chgData name="Alejandra León Barrera" userId="43512263486_tp_box_2" providerId="OAuth2" clId="{CE2DED1C-98E3-404D-AA29-8769E08C8A92}" dt="2026-06-12T20:08:30.258" v="5340" actId="14100"/>
          <ac:spMkLst>
            <pc:docMk/>
            <pc:sldMk cId="2479657056" sldId="551"/>
            <ac:spMk id="11" creationId="{EC71CDF5-95C9-170D-92CB-A9C93025408D}"/>
          </ac:spMkLst>
        </pc:spChg>
        <pc:picChg chg="add mod">
          <ac:chgData name="Alejandra León Barrera" userId="43512263486_tp_box_2" providerId="OAuth2" clId="{CE2DED1C-98E3-404D-AA29-8769E08C8A92}" dt="2026-06-12T20:06:27.397" v="5189" actId="1076"/>
          <ac:picMkLst>
            <pc:docMk/>
            <pc:sldMk cId="2479657056" sldId="551"/>
            <ac:picMk id="4" creationId="{957CBB5A-F99C-7EBD-23D9-D005822D15FF}"/>
          </ac:picMkLst>
        </pc:picChg>
        <pc:picChg chg="add mod modCrop">
          <ac:chgData name="Alejandra León Barrera" userId="43512263486_tp_box_2" providerId="OAuth2" clId="{CE2DED1C-98E3-404D-AA29-8769E08C8A92}" dt="2026-06-12T20:06:28.733" v="5190" actId="1076"/>
          <ac:picMkLst>
            <pc:docMk/>
            <pc:sldMk cId="2479657056" sldId="551"/>
            <ac:picMk id="8" creationId="{55BFBA10-4F2C-97B6-D602-EF9F271CD061}"/>
          </ac:picMkLst>
        </pc:picChg>
        <pc:picChg chg="add mod">
          <ac:chgData name="Alejandra León Barrera" userId="43512263486_tp_box_2" providerId="OAuth2" clId="{CE2DED1C-98E3-404D-AA29-8769E08C8A92}" dt="2026-06-12T20:06:59.028" v="5200" actId="1076"/>
          <ac:picMkLst>
            <pc:docMk/>
            <pc:sldMk cId="2479657056" sldId="551"/>
            <ac:picMk id="13" creationId="{A274922D-9A1B-953E-F897-30175C2CB4A2}"/>
          </ac:picMkLst>
        </pc:picChg>
        <pc:picChg chg="add mod">
          <ac:chgData name="Alejandra León Barrera" userId="43512263486_tp_box_2" providerId="OAuth2" clId="{CE2DED1C-98E3-404D-AA29-8769E08C8A92}" dt="2026-06-12T20:06:55.776" v="5199" actId="1076"/>
          <ac:picMkLst>
            <pc:docMk/>
            <pc:sldMk cId="2479657056" sldId="551"/>
            <ac:picMk id="15" creationId="{55CE57C6-F6E3-0827-BE66-BFD9F85877D1}"/>
          </ac:picMkLst>
        </pc:picChg>
      </pc:sldChg>
      <pc:sldChg chg="addSp delSp modSp add mod">
        <pc:chgData name="Alejandra León Barrera" userId="43512263486_tp_box_2" providerId="OAuth2" clId="{CE2DED1C-98E3-404D-AA29-8769E08C8A92}" dt="2026-06-12T20:11:16.787" v="5381" actId="1076"/>
        <pc:sldMkLst>
          <pc:docMk/>
          <pc:sldMk cId="3713744350" sldId="552"/>
        </pc:sldMkLst>
        <pc:spChg chg="add mod">
          <ac:chgData name="Alejandra León Barrera" userId="43512263486_tp_box_2" providerId="OAuth2" clId="{CE2DED1C-98E3-404D-AA29-8769E08C8A92}" dt="2026-06-12T20:08:46.323" v="5345" actId="1076"/>
          <ac:spMkLst>
            <pc:docMk/>
            <pc:sldMk cId="3713744350" sldId="552"/>
            <ac:spMk id="7" creationId="{27546949-A561-798F-62E7-454CB7E9FDB2}"/>
          </ac:spMkLst>
        </pc:spChg>
        <pc:spChg chg="add mod">
          <ac:chgData name="Alejandra León Barrera" userId="43512263486_tp_box_2" providerId="OAuth2" clId="{CE2DED1C-98E3-404D-AA29-8769E08C8A92}" dt="2026-06-12T20:11:16.787" v="5381" actId="1076"/>
          <ac:spMkLst>
            <pc:docMk/>
            <pc:sldMk cId="3713744350" sldId="552"/>
            <ac:spMk id="8" creationId="{9DDED244-B943-BCEC-FF59-48A4E753E24D}"/>
          </ac:spMkLst>
        </pc:spChg>
        <pc:picChg chg="add mod">
          <ac:chgData name="Alejandra León Barrera" userId="43512263486_tp_box_2" providerId="OAuth2" clId="{CE2DED1C-98E3-404D-AA29-8769E08C8A92}" dt="2026-06-12T20:08:48.279" v="5346" actId="1076"/>
          <ac:picMkLst>
            <pc:docMk/>
            <pc:sldMk cId="3713744350" sldId="552"/>
            <ac:picMk id="5" creationId="{237EB28F-24D3-D601-7452-1646778FF8EE}"/>
          </ac:picMkLst>
        </pc:picChg>
        <pc:picChg chg="add mod">
          <ac:chgData name="Alejandra León Barrera" userId="43512263486_tp_box_2" providerId="OAuth2" clId="{CE2DED1C-98E3-404D-AA29-8769E08C8A92}" dt="2026-06-12T20:09:42.031" v="5363" actId="1035"/>
          <ac:picMkLst>
            <pc:docMk/>
            <pc:sldMk cId="3713744350" sldId="552"/>
            <ac:picMk id="10" creationId="{C3670E76-32E9-B3F2-1D22-B6D72107DB0D}"/>
          </ac:picMkLst>
        </pc:picChg>
      </pc:sldChg>
      <pc:sldChg chg="add ord">
        <pc:chgData name="Alejandra León Barrera" userId="43512263486_tp_box_2" providerId="OAuth2" clId="{CE2DED1C-98E3-404D-AA29-8769E08C8A92}" dt="2026-06-12T16:59:52.235" v="2447"/>
        <pc:sldMkLst>
          <pc:docMk/>
          <pc:sldMk cId="3860555916" sldId="555"/>
        </pc:sldMkLst>
      </pc:sldChg>
      <pc:sldChg chg="modSp add mod ord">
        <pc:chgData name="Alejandra León Barrera" userId="43512263486_tp_box_2" providerId="OAuth2" clId="{CE2DED1C-98E3-404D-AA29-8769E08C8A92}" dt="2026-06-12T17:00:38.005" v="2489"/>
        <pc:sldMkLst>
          <pc:docMk/>
          <pc:sldMk cId="762912600" sldId="556"/>
        </pc:sldMkLst>
        <pc:spChg chg="mod">
          <ac:chgData name="Alejandra León Barrera" userId="43512263486_tp_box_2" providerId="OAuth2" clId="{CE2DED1C-98E3-404D-AA29-8769E08C8A92}" dt="2026-06-12T17:00:31.416" v="2487" actId="20577"/>
          <ac:spMkLst>
            <pc:docMk/>
            <pc:sldMk cId="762912600" sldId="556"/>
            <ac:spMk id="2" creationId="{8F6D11F9-9A88-4236-5A34-35BCB52ABF61}"/>
          </ac:spMkLst>
        </pc:spChg>
      </pc:sldChg>
      <pc:sldChg chg="addSp modSp add mod">
        <pc:chgData name="Alejandra León Barrera" userId="43512263486_tp_box_2" providerId="OAuth2" clId="{CE2DED1C-98E3-404D-AA29-8769E08C8A92}" dt="2026-06-12T18:46:51.335" v="4517" actId="1076"/>
        <pc:sldMkLst>
          <pc:docMk/>
          <pc:sldMk cId="3857922813" sldId="557"/>
        </pc:sldMkLst>
        <pc:spChg chg="mod">
          <ac:chgData name="Alejandra León Barrera" userId="43512263486_tp_box_2" providerId="OAuth2" clId="{CE2DED1C-98E3-404D-AA29-8769E08C8A92}" dt="2026-06-12T18:46:19.291" v="4508" actId="1076"/>
          <ac:spMkLst>
            <pc:docMk/>
            <pc:sldMk cId="3857922813" sldId="557"/>
            <ac:spMk id="3" creationId="{AF4A6DC6-2D96-DEF3-1497-92EA8F927B93}"/>
          </ac:spMkLst>
        </pc:spChg>
        <pc:spChg chg="add mod">
          <ac:chgData name="Alejandra León Barrera" userId="43512263486_tp_box_2" providerId="OAuth2" clId="{CE2DED1C-98E3-404D-AA29-8769E08C8A92}" dt="2026-06-12T18:46:33.877" v="4514" actId="20577"/>
          <ac:spMkLst>
            <pc:docMk/>
            <pc:sldMk cId="3857922813" sldId="557"/>
            <ac:spMk id="8" creationId="{C59922F4-561B-29A9-0C20-CBD0EC8136C9}"/>
          </ac:spMkLst>
        </pc:spChg>
        <pc:picChg chg="add mod">
          <ac:chgData name="Alejandra León Barrera" userId="43512263486_tp_box_2" providerId="OAuth2" clId="{CE2DED1C-98E3-404D-AA29-8769E08C8A92}" dt="2026-06-12T18:44:23.209" v="4453" actId="1035"/>
          <ac:picMkLst>
            <pc:docMk/>
            <pc:sldMk cId="3857922813" sldId="557"/>
            <ac:picMk id="5" creationId="{D5068FB0-8A29-A0A1-EF35-99FE3EF88529}"/>
          </ac:picMkLst>
        </pc:picChg>
        <pc:picChg chg="add mod">
          <ac:chgData name="Alejandra León Barrera" userId="43512263486_tp_box_2" providerId="OAuth2" clId="{CE2DED1C-98E3-404D-AA29-8769E08C8A92}" dt="2026-06-12T18:46:51.335" v="4517" actId="1076"/>
          <ac:picMkLst>
            <pc:docMk/>
            <pc:sldMk cId="3857922813" sldId="557"/>
            <ac:picMk id="10" creationId="{B472A03A-E62D-1D6B-D813-57DAC15C7742}"/>
          </ac:picMkLst>
        </pc:picChg>
      </pc:sldChg>
      <pc:sldChg chg="addSp delSp modSp add mod">
        <pc:chgData name="Alejandra León Barrera" userId="43512263486_tp_box_2" providerId="OAuth2" clId="{CE2DED1C-98E3-404D-AA29-8769E08C8A92}" dt="2026-06-12T19:48:22.155" v="4868" actId="6549"/>
        <pc:sldMkLst>
          <pc:docMk/>
          <pc:sldMk cId="3831380416" sldId="558"/>
        </pc:sldMkLst>
        <pc:spChg chg="add mod">
          <ac:chgData name="Alejandra León Barrera" userId="43512263486_tp_box_2" providerId="OAuth2" clId="{CE2DED1C-98E3-404D-AA29-8769E08C8A92}" dt="2026-06-12T19:48:22.155" v="4868" actId="6549"/>
          <ac:spMkLst>
            <pc:docMk/>
            <pc:sldMk cId="3831380416" sldId="558"/>
            <ac:spMk id="5" creationId="{3B4658EF-D946-84FB-B77D-0F9995BFDCAE}"/>
          </ac:spMkLst>
        </pc:spChg>
        <pc:spChg chg="mod">
          <ac:chgData name="Alejandra León Barrera" userId="43512263486_tp_box_2" providerId="OAuth2" clId="{CE2DED1C-98E3-404D-AA29-8769E08C8A92}" dt="2026-06-12T19:01:35.265" v="4841" actId="1076"/>
          <ac:spMkLst>
            <pc:docMk/>
            <pc:sldMk cId="3831380416" sldId="558"/>
            <ac:spMk id="8" creationId="{CB3F35B8-A483-6559-7737-1A4A8C9FDD24}"/>
          </ac:spMkLst>
        </pc:spChg>
        <pc:spChg chg="add mod">
          <ac:chgData name="Alejandra León Barrera" userId="43512263486_tp_box_2" providerId="OAuth2" clId="{CE2DED1C-98E3-404D-AA29-8769E08C8A92}" dt="2026-06-12T19:01:08.775" v="4838" actId="1076"/>
          <ac:spMkLst>
            <pc:docMk/>
            <pc:sldMk cId="3831380416" sldId="558"/>
            <ac:spMk id="12" creationId="{2863C7AC-357D-C8E2-F9C3-922E47B56956}"/>
          </ac:spMkLst>
        </pc:spChg>
        <pc:picChg chg="add mod">
          <ac:chgData name="Alejandra León Barrera" userId="43512263486_tp_box_2" providerId="OAuth2" clId="{CE2DED1C-98E3-404D-AA29-8769E08C8A92}" dt="2026-06-12T19:00:36.054" v="4821" actId="1076"/>
          <ac:picMkLst>
            <pc:docMk/>
            <pc:sldMk cId="3831380416" sldId="558"/>
            <ac:picMk id="4" creationId="{702CB7BD-EA9C-1790-6DBE-4A6CF2F4C300}"/>
          </ac:picMkLst>
        </pc:picChg>
        <pc:picChg chg="add mod">
          <ac:chgData name="Alejandra León Barrera" userId="43512263486_tp_box_2" providerId="OAuth2" clId="{CE2DED1C-98E3-404D-AA29-8769E08C8A92}" dt="2026-06-12T19:00:36.054" v="4821" actId="1076"/>
          <ac:picMkLst>
            <pc:docMk/>
            <pc:sldMk cId="3831380416" sldId="558"/>
            <ac:picMk id="9" creationId="{0F087774-7FC4-52F8-9109-8C774EA6D21D}"/>
          </ac:picMkLst>
        </pc:picChg>
        <pc:picChg chg="add mod">
          <ac:chgData name="Alejandra León Barrera" userId="43512263486_tp_box_2" providerId="OAuth2" clId="{CE2DED1C-98E3-404D-AA29-8769E08C8A92}" dt="2026-06-12T19:00:36.054" v="4821" actId="1076"/>
          <ac:picMkLst>
            <pc:docMk/>
            <pc:sldMk cId="3831380416" sldId="558"/>
            <ac:picMk id="16" creationId="{010BB9E9-625E-3009-D633-2B54BB8F56FF}"/>
          </ac:picMkLst>
        </pc:picChg>
        <pc:picChg chg="add mod">
          <ac:chgData name="Alejandra León Barrera" userId="43512263486_tp_box_2" providerId="OAuth2" clId="{CE2DED1C-98E3-404D-AA29-8769E08C8A92}" dt="2026-06-12T19:01:05.087" v="4837" actId="1036"/>
          <ac:picMkLst>
            <pc:docMk/>
            <pc:sldMk cId="3831380416" sldId="558"/>
            <ac:picMk id="20" creationId="{B5444227-E694-A1D3-4C04-30AE2F179819}"/>
          </ac:picMkLst>
        </pc:picChg>
      </pc:sldChg>
      <pc:sldChg chg="addSp delSp modSp add mod ord">
        <pc:chgData name="Alejandra León Barrera" userId="43512263486_tp_box_2" providerId="OAuth2" clId="{CE2DED1C-98E3-404D-AA29-8769E08C8A92}" dt="2026-06-12T21:47:49.617" v="5693" actId="1076"/>
        <pc:sldMkLst>
          <pc:docMk/>
          <pc:sldMk cId="1146282810" sldId="560"/>
        </pc:sldMkLst>
        <pc:spChg chg="mod">
          <ac:chgData name="Alejandra León Barrera" userId="43512263486_tp_box_2" providerId="OAuth2" clId="{CE2DED1C-98E3-404D-AA29-8769E08C8A92}" dt="2026-06-12T21:27:28.569" v="5506" actId="20577"/>
          <ac:spMkLst>
            <pc:docMk/>
            <pc:sldMk cId="1146282810" sldId="560"/>
            <ac:spMk id="5" creationId="{EA321377-5ED4-371B-C44D-D06ECC95FF9B}"/>
          </ac:spMkLst>
        </pc:spChg>
        <pc:spChg chg="mod">
          <ac:chgData name="Alejandra León Barrera" userId="43512263486_tp_box_2" providerId="OAuth2" clId="{CE2DED1C-98E3-404D-AA29-8769E08C8A92}" dt="2026-06-12T21:47:49.617" v="5693" actId="1076"/>
          <ac:spMkLst>
            <pc:docMk/>
            <pc:sldMk cId="1146282810" sldId="560"/>
            <ac:spMk id="8" creationId="{8F2432D4-8931-FD64-A833-4CF1263AB3B3}"/>
          </ac:spMkLst>
        </pc:spChg>
        <pc:spChg chg="mod">
          <ac:chgData name="Alejandra León Barrera" userId="43512263486_tp_box_2" providerId="OAuth2" clId="{CE2DED1C-98E3-404D-AA29-8769E08C8A92}" dt="2026-06-12T21:27:31.718" v="5509" actId="20577"/>
          <ac:spMkLst>
            <pc:docMk/>
            <pc:sldMk cId="1146282810" sldId="560"/>
            <ac:spMk id="12" creationId="{9C147DE6-8153-801B-6EC4-216A9B67470A}"/>
          </ac:spMkLst>
        </pc:spChg>
        <pc:picChg chg="add mod">
          <ac:chgData name="Alejandra León Barrera" userId="43512263486_tp_box_2" providerId="OAuth2" clId="{CE2DED1C-98E3-404D-AA29-8769E08C8A92}" dt="2026-06-12T21:24:35" v="5426" actId="1076"/>
          <ac:picMkLst>
            <pc:docMk/>
            <pc:sldMk cId="1146282810" sldId="560"/>
            <ac:picMk id="3" creationId="{73AD9739-3831-F0B2-7B7F-60B2135B0631}"/>
          </ac:picMkLst>
        </pc:picChg>
        <pc:picChg chg="add mod">
          <ac:chgData name="Alejandra León Barrera" userId="43512263486_tp_box_2" providerId="OAuth2" clId="{CE2DED1C-98E3-404D-AA29-8769E08C8A92}" dt="2026-06-12T21:27:53.722" v="5513" actId="1076"/>
          <ac:picMkLst>
            <pc:docMk/>
            <pc:sldMk cId="1146282810" sldId="560"/>
            <ac:picMk id="7" creationId="{D6C6C158-DE6C-80AE-B3C8-067862C4BAF0}"/>
          </ac:picMkLst>
        </pc:picChg>
        <pc:picChg chg="add mod">
          <ac:chgData name="Alejandra León Barrera" userId="43512263486_tp_box_2" providerId="OAuth2" clId="{CE2DED1C-98E3-404D-AA29-8769E08C8A92}" dt="2026-06-12T21:27:50.476" v="5512" actId="1076"/>
          <ac:picMkLst>
            <pc:docMk/>
            <pc:sldMk cId="1146282810" sldId="560"/>
            <ac:picMk id="11" creationId="{664BE1D9-E9E2-9C07-F5A1-ECD60904F2A8}"/>
          </ac:picMkLst>
        </pc:picChg>
        <pc:picChg chg="mod">
          <ac:chgData name="Alejandra León Barrera" userId="43512263486_tp_box_2" providerId="OAuth2" clId="{CE2DED1C-98E3-404D-AA29-8769E08C8A92}" dt="2026-06-12T21:26:56.768" v="5445" actId="1076"/>
          <ac:picMkLst>
            <pc:docMk/>
            <pc:sldMk cId="1146282810" sldId="560"/>
            <ac:picMk id="16" creationId="{50D0DB8A-9105-5498-B6F1-95F02644B671}"/>
          </ac:picMkLst>
        </pc:picChg>
      </pc:sldChg>
      <pc:sldChg chg="addSp modSp add mod">
        <pc:chgData name="Alejandra León Barrera" userId="43512263486_tp_box_2" providerId="OAuth2" clId="{CE2DED1C-98E3-404D-AA29-8769E08C8A92}" dt="2026-06-12T21:25:14.299" v="5444" actId="1038"/>
        <pc:sldMkLst>
          <pc:docMk/>
          <pc:sldMk cId="297535633" sldId="561"/>
        </pc:sldMkLst>
        <pc:spChg chg="mod">
          <ac:chgData name="Alejandra León Barrera" userId="43512263486_tp_box_2" providerId="OAuth2" clId="{CE2DED1C-98E3-404D-AA29-8769E08C8A92}" dt="2026-06-12T21:25:03.280" v="5434" actId="1076"/>
          <ac:spMkLst>
            <pc:docMk/>
            <pc:sldMk cId="297535633" sldId="561"/>
            <ac:spMk id="6" creationId="{F869688F-EE2E-F445-AD78-7CEBF45A1BCB}"/>
          </ac:spMkLst>
        </pc:spChg>
        <pc:picChg chg="add mod ord">
          <ac:chgData name="Alejandra León Barrera" userId="43512263486_tp_box_2" providerId="OAuth2" clId="{CE2DED1C-98E3-404D-AA29-8769E08C8A92}" dt="2026-06-12T21:25:01.150" v="5433" actId="1076"/>
          <ac:picMkLst>
            <pc:docMk/>
            <pc:sldMk cId="297535633" sldId="561"/>
            <ac:picMk id="3" creationId="{4E65749F-B654-56E9-07A8-77B0A4EAF0DB}"/>
          </ac:picMkLst>
        </pc:picChg>
        <pc:picChg chg="mod">
          <ac:chgData name="Alejandra León Barrera" userId="43512263486_tp_box_2" providerId="OAuth2" clId="{CE2DED1C-98E3-404D-AA29-8769E08C8A92}" dt="2026-06-12T21:25:09.542" v="5436" actId="1076"/>
          <ac:picMkLst>
            <pc:docMk/>
            <pc:sldMk cId="297535633" sldId="561"/>
            <ac:picMk id="14" creationId="{6C10E0D0-D00E-1A2C-EBC6-4AE6077E64C5}"/>
          </ac:picMkLst>
        </pc:picChg>
        <pc:picChg chg="mod">
          <ac:chgData name="Alejandra León Barrera" userId="43512263486_tp_box_2" providerId="OAuth2" clId="{CE2DED1C-98E3-404D-AA29-8769E08C8A92}" dt="2026-06-12T21:25:05.408" v="5435" actId="1076"/>
          <ac:picMkLst>
            <pc:docMk/>
            <pc:sldMk cId="297535633" sldId="561"/>
            <ac:picMk id="16" creationId="{2B7E3311-BAB2-B5B4-8AD2-C9C4BEAD32BA}"/>
          </ac:picMkLst>
        </pc:picChg>
        <pc:picChg chg="mod">
          <ac:chgData name="Alejandra León Barrera" userId="43512263486_tp_box_2" providerId="OAuth2" clId="{CE2DED1C-98E3-404D-AA29-8769E08C8A92}" dt="2026-06-12T21:25:14.299" v="5444" actId="1038"/>
          <ac:picMkLst>
            <pc:docMk/>
            <pc:sldMk cId="297535633" sldId="561"/>
            <ac:picMk id="18" creationId="{79737BC2-C7B5-D8A6-5F58-4CB9FB935415}"/>
          </ac:picMkLst>
        </pc:picChg>
      </pc:sldChg>
      <pc:sldChg chg="addSp delSp modSp add mod ord">
        <pc:chgData name="Alejandra León Barrera" userId="43512263486_tp_box_2" providerId="OAuth2" clId="{CE2DED1C-98E3-404D-AA29-8769E08C8A92}" dt="2026-06-12T21:47:42.844" v="5692" actId="1076"/>
        <pc:sldMkLst>
          <pc:docMk/>
          <pc:sldMk cId="140110632" sldId="562"/>
        </pc:sldMkLst>
        <pc:spChg chg="mod">
          <ac:chgData name="Alejandra León Barrera" userId="43512263486_tp_box_2" providerId="OAuth2" clId="{CE2DED1C-98E3-404D-AA29-8769E08C8A92}" dt="2026-06-12T21:47:42.844" v="5692" actId="1076"/>
          <ac:spMkLst>
            <pc:docMk/>
            <pc:sldMk cId="140110632" sldId="562"/>
            <ac:spMk id="3" creationId="{0C6916DA-71AB-2A7A-8AFB-29C8647D90E6}"/>
          </ac:spMkLst>
        </pc:spChg>
        <pc:spChg chg="mod">
          <ac:chgData name="Alejandra León Barrera" userId="43512263486_tp_box_2" providerId="OAuth2" clId="{CE2DED1C-98E3-404D-AA29-8769E08C8A92}" dt="2026-06-12T21:47:36.159" v="5691" actId="1076"/>
          <ac:spMkLst>
            <pc:docMk/>
            <pc:sldMk cId="140110632" sldId="562"/>
            <ac:spMk id="6" creationId="{8E75F2A5-355B-8730-66F1-9A7A69A4E89E}"/>
          </ac:spMkLst>
        </pc:spChg>
        <pc:picChg chg="add mod">
          <ac:chgData name="Alejandra León Barrera" userId="43512263486_tp_box_2" providerId="OAuth2" clId="{CE2DED1C-98E3-404D-AA29-8769E08C8A92}" dt="2026-06-12T21:23:05.979" v="5400" actId="1076"/>
          <ac:picMkLst>
            <pc:docMk/>
            <pc:sldMk cId="140110632" sldId="562"/>
            <ac:picMk id="4" creationId="{90CC76BC-AC1B-77E8-269C-20CA91824FA7}"/>
          </ac:picMkLst>
        </pc:picChg>
      </pc:sldChg>
      <pc:sldChg chg="addSp delSp modSp add mod ord">
        <pc:chgData name="Alejandra León Barrera" userId="43512263486_tp_box_2" providerId="OAuth2" clId="{CE2DED1C-98E3-404D-AA29-8769E08C8A92}" dt="2026-06-12T21:29:01.235" v="5530" actId="1076"/>
        <pc:sldMkLst>
          <pc:docMk/>
          <pc:sldMk cId="2044947363" sldId="563"/>
        </pc:sldMkLst>
        <pc:spChg chg="mod">
          <ac:chgData name="Alejandra León Barrera" userId="43512263486_tp_box_2" providerId="OAuth2" clId="{CE2DED1C-98E3-404D-AA29-8769E08C8A92}" dt="2026-06-12T21:29:01.235" v="5530" actId="1076"/>
          <ac:spMkLst>
            <pc:docMk/>
            <pc:sldMk cId="2044947363" sldId="563"/>
            <ac:spMk id="8" creationId="{D5A14340-CFEA-7CC9-BB5B-7F8EB9BC2BDE}"/>
          </ac:spMkLst>
        </pc:spChg>
        <pc:picChg chg="add mod">
          <ac:chgData name="Alejandra León Barrera" userId="43512263486_tp_box_2" providerId="OAuth2" clId="{CE2DED1C-98E3-404D-AA29-8769E08C8A92}" dt="2026-06-12T21:28:57.459" v="5529" actId="1036"/>
          <ac:picMkLst>
            <pc:docMk/>
            <pc:sldMk cId="2044947363" sldId="563"/>
            <ac:picMk id="3" creationId="{5C119BC0-50CA-6453-67E0-944287960CFB}"/>
          </ac:picMkLst>
        </pc:picChg>
      </pc:sldChg>
      <pc:sldChg chg="addSp delSp modSp add mod ord">
        <pc:chgData name="Alejandra León Barrera" userId="43512263486_tp_box_2" providerId="OAuth2" clId="{CE2DED1C-98E3-404D-AA29-8769E08C8A92}" dt="2026-06-12T21:48:05.808" v="5716" actId="1038"/>
        <pc:sldMkLst>
          <pc:docMk/>
          <pc:sldMk cId="834928369" sldId="564"/>
        </pc:sldMkLst>
        <pc:spChg chg="mod">
          <ac:chgData name="Alejandra León Barrera" userId="43512263486_tp_box_2" providerId="OAuth2" clId="{CE2DED1C-98E3-404D-AA29-8769E08C8A92}" dt="2026-06-12T21:48:05.808" v="5716" actId="1038"/>
          <ac:spMkLst>
            <pc:docMk/>
            <pc:sldMk cId="834928369" sldId="564"/>
            <ac:spMk id="3" creationId="{58CE0FA7-36AF-C2AB-9CCB-4E78A9F97E8E}"/>
          </ac:spMkLst>
        </pc:spChg>
        <pc:picChg chg="add mod">
          <ac:chgData name="Alejandra León Barrera" userId="43512263486_tp_box_2" providerId="OAuth2" clId="{CE2DED1C-98E3-404D-AA29-8769E08C8A92}" dt="2026-06-12T21:48:03.173" v="5706" actId="1038"/>
          <ac:picMkLst>
            <pc:docMk/>
            <pc:sldMk cId="834928369" sldId="564"/>
            <ac:picMk id="4" creationId="{EFDC6C85-6D43-6994-D2D7-28FA8C7AF9AE}"/>
          </ac:picMkLst>
        </pc:picChg>
      </pc:sldChg>
      <pc:sldChg chg="addSp delSp modSp add mod ord">
        <pc:chgData name="Alejandra León Barrera" userId="43512263486_tp_box_2" providerId="OAuth2" clId="{CE2DED1C-98E3-404D-AA29-8769E08C8A92}" dt="2026-06-12T21:32:11.479" v="5581" actId="1076"/>
        <pc:sldMkLst>
          <pc:docMk/>
          <pc:sldMk cId="3374648360" sldId="565"/>
        </pc:sldMkLst>
        <pc:spChg chg="mod">
          <ac:chgData name="Alejandra León Barrera" userId="43512263486_tp_box_2" providerId="OAuth2" clId="{CE2DED1C-98E3-404D-AA29-8769E08C8A92}" dt="2026-06-12T21:31:59.340" v="5573" actId="1076"/>
          <ac:spMkLst>
            <pc:docMk/>
            <pc:sldMk cId="3374648360" sldId="565"/>
            <ac:spMk id="3" creationId="{27178A1E-A7F1-F6CE-D160-7F9C29FB7D7B}"/>
          </ac:spMkLst>
        </pc:spChg>
        <pc:spChg chg="mod">
          <ac:chgData name="Alejandra León Barrera" userId="43512263486_tp_box_2" providerId="OAuth2" clId="{CE2DED1C-98E3-404D-AA29-8769E08C8A92}" dt="2026-06-12T21:32:09.061" v="5580" actId="1076"/>
          <ac:spMkLst>
            <pc:docMk/>
            <pc:sldMk cId="3374648360" sldId="565"/>
            <ac:spMk id="13" creationId="{21EDD906-7DBF-FFFF-6E9F-5E9C7D813042}"/>
          </ac:spMkLst>
        </pc:spChg>
        <pc:spChg chg="mod">
          <ac:chgData name="Alejandra León Barrera" userId="43512263486_tp_box_2" providerId="OAuth2" clId="{CE2DED1C-98E3-404D-AA29-8769E08C8A92}" dt="2026-06-12T21:32:11.479" v="5581" actId="1076"/>
          <ac:spMkLst>
            <pc:docMk/>
            <pc:sldMk cId="3374648360" sldId="565"/>
            <ac:spMk id="14" creationId="{8735202B-EA54-677F-BC2D-6093EE8C155F}"/>
          </ac:spMkLst>
        </pc:spChg>
        <pc:picChg chg="add mod ord">
          <ac:chgData name="Alejandra León Barrera" userId="43512263486_tp_box_2" providerId="OAuth2" clId="{CE2DED1C-98E3-404D-AA29-8769E08C8A92}" dt="2026-06-12T21:32:03.806" v="5574" actId="1076"/>
          <ac:picMkLst>
            <pc:docMk/>
            <pc:sldMk cId="3374648360" sldId="565"/>
            <ac:picMk id="4" creationId="{858A0279-FF3E-7251-AD4C-BA41A4C243C0}"/>
          </ac:picMkLst>
        </pc:picChg>
        <pc:picChg chg="mod">
          <ac:chgData name="Alejandra León Barrera" userId="43512263486_tp_box_2" providerId="OAuth2" clId="{CE2DED1C-98E3-404D-AA29-8769E08C8A92}" dt="2026-06-12T21:32:06.223" v="5578" actId="1036"/>
          <ac:picMkLst>
            <pc:docMk/>
            <pc:sldMk cId="3374648360" sldId="565"/>
            <ac:picMk id="16" creationId="{B7D029DC-440B-E231-24B7-9853AFA2D827}"/>
          </ac:picMkLst>
        </pc:picChg>
        <pc:picChg chg="mod">
          <ac:chgData name="Alejandra León Barrera" userId="43512263486_tp_box_2" providerId="OAuth2" clId="{CE2DED1C-98E3-404D-AA29-8769E08C8A92}" dt="2026-06-12T21:32:07.602" v="5579" actId="1036"/>
          <ac:picMkLst>
            <pc:docMk/>
            <pc:sldMk cId="3374648360" sldId="565"/>
            <ac:picMk id="18" creationId="{C89204D7-F918-36AB-BE9E-83FB8C292ED3}"/>
          </ac:picMkLst>
        </pc:picChg>
      </pc:sldChg>
      <pc:sldChg chg="addSp delSp modSp add mod ord">
        <pc:chgData name="Alejandra León Barrera" userId="43512263486_tp_box_2" providerId="OAuth2" clId="{CE2DED1C-98E3-404D-AA29-8769E08C8A92}" dt="2026-06-12T21:34:38.743" v="5596" actId="1076"/>
        <pc:sldMkLst>
          <pc:docMk/>
          <pc:sldMk cId="977047595" sldId="566"/>
        </pc:sldMkLst>
        <pc:spChg chg="mod">
          <ac:chgData name="Alejandra León Barrera" userId="43512263486_tp_box_2" providerId="OAuth2" clId="{CE2DED1C-98E3-404D-AA29-8769E08C8A92}" dt="2026-06-12T21:34:03.191" v="5586" actId="1076"/>
          <ac:spMkLst>
            <pc:docMk/>
            <pc:sldMk cId="977047595" sldId="566"/>
            <ac:spMk id="10" creationId="{6D197986-8D76-B599-C493-A9E521BB48C2}"/>
          </ac:spMkLst>
        </pc:spChg>
        <pc:spChg chg="mod">
          <ac:chgData name="Alejandra León Barrera" userId="43512263486_tp_box_2" providerId="OAuth2" clId="{CE2DED1C-98E3-404D-AA29-8769E08C8A92}" dt="2026-06-12T21:34:09.459" v="5589" actId="1076"/>
          <ac:spMkLst>
            <pc:docMk/>
            <pc:sldMk cId="977047595" sldId="566"/>
            <ac:spMk id="11" creationId="{5342A0E7-6D86-85B6-2F47-C219CF2D06B8}"/>
          </ac:spMkLst>
        </pc:spChg>
        <pc:picChg chg="add mod ord">
          <ac:chgData name="Alejandra León Barrera" userId="43512263486_tp_box_2" providerId="OAuth2" clId="{CE2DED1C-98E3-404D-AA29-8769E08C8A92}" dt="2026-06-12T21:34:33.007" v="5594" actId="1076"/>
          <ac:picMkLst>
            <pc:docMk/>
            <pc:sldMk cId="977047595" sldId="566"/>
            <ac:picMk id="3" creationId="{5642D94B-B93D-20C4-AC5A-3DE5DBD24AE0}"/>
          </ac:picMkLst>
        </pc:picChg>
        <pc:picChg chg="add mod">
          <ac:chgData name="Alejandra León Barrera" userId="43512263486_tp_box_2" providerId="OAuth2" clId="{CE2DED1C-98E3-404D-AA29-8769E08C8A92}" dt="2026-06-12T21:34:38.743" v="5596" actId="1076"/>
          <ac:picMkLst>
            <pc:docMk/>
            <pc:sldMk cId="977047595" sldId="566"/>
            <ac:picMk id="6" creationId="{AC366F64-5A65-B23A-5304-1E356560CF2C}"/>
          </ac:picMkLst>
        </pc:picChg>
        <pc:picChg chg="mod">
          <ac:chgData name="Alejandra León Barrera" userId="43512263486_tp_box_2" providerId="OAuth2" clId="{CE2DED1C-98E3-404D-AA29-8769E08C8A92}" dt="2026-06-12T21:34:03.191" v="5586" actId="1076"/>
          <ac:picMkLst>
            <pc:docMk/>
            <pc:sldMk cId="977047595" sldId="566"/>
            <ac:picMk id="8" creationId="{617CD778-CBFD-2FA8-B234-A4C0427AFEB6}"/>
          </ac:picMkLst>
        </pc:picChg>
        <pc:picChg chg="add mod">
          <ac:chgData name="Alejandra León Barrera" userId="43512263486_tp_box_2" providerId="OAuth2" clId="{CE2DED1C-98E3-404D-AA29-8769E08C8A92}" dt="2026-06-12T21:34:35.394" v="5595" actId="1076"/>
          <ac:picMkLst>
            <pc:docMk/>
            <pc:sldMk cId="977047595" sldId="566"/>
            <ac:picMk id="12" creationId="{79813C73-7911-6626-0E22-250CC351757D}"/>
          </ac:picMkLst>
        </pc:picChg>
      </pc:sldChg>
      <pc:sldChg chg="addSp delSp modSp add mod ord">
        <pc:chgData name="Alejandra León Barrera" userId="43512263486_tp_box_2" providerId="OAuth2" clId="{CE2DED1C-98E3-404D-AA29-8769E08C8A92}" dt="2026-06-12T21:37:22.025" v="5602" actId="1036"/>
        <pc:sldMkLst>
          <pc:docMk/>
          <pc:sldMk cId="2989687312" sldId="567"/>
        </pc:sldMkLst>
        <pc:picChg chg="add mod">
          <ac:chgData name="Alejandra León Barrera" userId="43512263486_tp_box_2" providerId="OAuth2" clId="{CE2DED1C-98E3-404D-AA29-8769E08C8A92}" dt="2026-06-12T21:37:19.996" v="5600" actId="1076"/>
          <ac:picMkLst>
            <pc:docMk/>
            <pc:sldMk cId="2989687312" sldId="567"/>
            <ac:picMk id="3" creationId="{F362C968-C04C-4CA2-D6FC-D6D119DC3107}"/>
          </ac:picMkLst>
        </pc:picChg>
        <pc:picChg chg="mod">
          <ac:chgData name="Alejandra León Barrera" userId="43512263486_tp_box_2" providerId="OAuth2" clId="{CE2DED1C-98E3-404D-AA29-8769E08C8A92}" dt="2026-06-12T21:37:22.025" v="5602" actId="1036"/>
          <ac:picMkLst>
            <pc:docMk/>
            <pc:sldMk cId="2989687312" sldId="567"/>
            <ac:picMk id="10" creationId="{810D6657-58D0-9399-556D-599CFF358737}"/>
          </ac:picMkLst>
        </pc:picChg>
      </pc:sldChg>
      <pc:sldChg chg="modSp add mod ord">
        <pc:chgData name="Alejandra León Barrera" userId="43512263486_tp_box_2" providerId="OAuth2" clId="{CE2DED1C-98E3-404D-AA29-8769E08C8A92}" dt="2026-06-12T21:38:00.241" v="5613" actId="20577"/>
        <pc:sldMkLst>
          <pc:docMk/>
          <pc:sldMk cId="1127528928" sldId="568"/>
        </pc:sldMkLst>
        <pc:spChg chg="mod">
          <ac:chgData name="Alejandra León Barrera" userId="43512263486_tp_box_2" providerId="OAuth2" clId="{CE2DED1C-98E3-404D-AA29-8769E08C8A92}" dt="2026-06-12T21:38:00.241" v="5613" actId="20577"/>
          <ac:spMkLst>
            <pc:docMk/>
            <pc:sldMk cId="1127528928" sldId="568"/>
            <ac:spMk id="2" creationId="{A53C8467-1038-CB83-5B2F-A75FB18020C9}"/>
          </ac:spMkLst>
        </pc:spChg>
      </pc:sldChg>
      <pc:sldChg chg="addSp delSp modSp add mod ord">
        <pc:chgData name="Alejandra León Barrera" userId="43512263486_tp_box_2" providerId="OAuth2" clId="{CE2DED1C-98E3-404D-AA29-8769E08C8A92}" dt="2026-06-12T23:07:32.562" v="6977" actId="6549"/>
        <pc:sldMkLst>
          <pc:docMk/>
          <pc:sldMk cId="1521002027" sldId="569"/>
        </pc:sldMkLst>
        <pc:spChg chg="mod">
          <ac:chgData name="Alejandra León Barrera" userId="43512263486_tp_box_2" providerId="OAuth2" clId="{CE2DED1C-98E3-404D-AA29-8769E08C8A92}" dt="2026-06-12T23:05:51" v="6961" actId="14100"/>
          <ac:spMkLst>
            <pc:docMk/>
            <pc:sldMk cId="1521002027" sldId="569"/>
            <ac:spMk id="3" creationId="{4ADED4C5-1937-3644-CB83-F13648C31DA9}"/>
          </ac:spMkLst>
        </pc:spChg>
        <pc:spChg chg="mod">
          <ac:chgData name="Alejandra León Barrera" userId="43512263486_tp_box_2" providerId="OAuth2" clId="{CE2DED1C-98E3-404D-AA29-8769E08C8A92}" dt="2026-06-12T23:07:32.562" v="6977" actId="6549"/>
          <ac:spMkLst>
            <pc:docMk/>
            <pc:sldMk cId="1521002027" sldId="569"/>
            <ac:spMk id="6" creationId="{63459F6F-2191-434A-E9A3-1E383B68AC4A}"/>
          </ac:spMkLst>
        </pc:spChg>
        <pc:picChg chg="add mod">
          <ac:chgData name="Alejandra León Barrera" userId="43512263486_tp_box_2" providerId="OAuth2" clId="{CE2DED1C-98E3-404D-AA29-8769E08C8A92}" dt="2026-06-12T21:47:00.410" v="5686" actId="1076"/>
          <ac:picMkLst>
            <pc:docMk/>
            <pc:sldMk cId="1521002027" sldId="569"/>
            <ac:picMk id="12" creationId="{88940A41-28F5-92D1-B213-50DA9FE72AC8}"/>
          </ac:picMkLst>
        </pc:picChg>
      </pc:sldChg>
      <pc:sldChg chg="addSp delSp modSp add mod">
        <pc:chgData name="Alejandra León Barrera" userId="43512263486_tp_box_2" providerId="OAuth2" clId="{CE2DED1C-98E3-404D-AA29-8769E08C8A92}" dt="2026-06-12T22:01:16.039" v="6162" actId="113"/>
        <pc:sldMkLst>
          <pc:docMk/>
          <pc:sldMk cId="3807533405" sldId="570"/>
        </pc:sldMkLst>
        <pc:spChg chg="add mod">
          <ac:chgData name="Alejandra León Barrera" userId="43512263486_tp_box_2" providerId="OAuth2" clId="{CE2DED1C-98E3-404D-AA29-8769E08C8A92}" dt="2026-06-12T22:01:16.039" v="6162" actId="113"/>
          <ac:spMkLst>
            <pc:docMk/>
            <pc:sldMk cId="3807533405" sldId="570"/>
            <ac:spMk id="7" creationId="{A30C2670-32E7-D3A3-539D-9EEF3BB9CA87}"/>
          </ac:spMkLst>
        </pc:spChg>
        <pc:spChg chg="add mod">
          <ac:chgData name="Alejandra León Barrera" userId="43512263486_tp_box_2" providerId="OAuth2" clId="{CE2DED1C-98E3-404D-AA29-8769E08C8A92}" dt="2026-06-12T21:58:45.980" v="5836" actId="1076"/>
          <ac:spMkLst>
            <pc:docMk/>
            <pc:sldMk cId="3807533405" sldId="570"/>
            <ac:spMk id="8" creationId="{17753A70-F8BB-9155-F5AE-797F42F65A66}"/>
          </ac:spMkLst>
        </pc:spChg>
        <pc:picChg chg="add mod">
          <ac:chgData name="Alejandra León Barrera" userId="43512263486_tp_box_2" providerId="OAuth2" clId="{CE2DED1C-98E3-404D-AA29-8769E08C8A92}" dt="2026-06-12T21:56:04.166" v="5800" actId="1076"/>
          <ac:picMkLst>
            <pc:docMk/>
            <pc:sldMk cId="3807533405" sldId="570"/>
            <ac:picMk id="4" creationId="{5B7CF09F-0F01-FA0F-A2A7-2D962ECD9DFB}"/>
          </ac:picMkLst>
        </pc:picChg>
        <pc:picChg chg="add mod">
          <ac:chgData name="Alejandra León Barrera" userId="43512263486_tp_box_2" providerId="OAuth2" clId="{CE2DED1C-98E3-404D-AA29-8769E08C8A92}" dt="2026-06-12T21:56:53.483" v="5811" actId="1076"/>
          <ac:picMkLst>
            <pc:docMk/>
            <pc:sldMk cId="3807533405" sldId="570"/>
            <ac:picMk id="5" creationId="{BC38ED55-74EA-C363-1860-8D96701E5D71}"/>
          </ac:picMkLst>
        </pc:picChg>
      </pc:sldChg>
      <pc:sldChg chg="addSp delSp modSp add mod ord">
        <pc:chgData name="Alejandra León Barrera" userId="43512263486_tp_box_2" providerId="OAuth2" clId="{CE2DED1C-98E3-404D-AA29-8769E08C8A92}" dt="2026-06-12T21:53:57.934" v="5790" actId="1076"/>
        <pc:sldMkLst>
          <pc:docMk/>
          <pc:sldMk cId="2530431891" sldId="572"/>
        </pc:sldMkLst>
        <pc:spChg chg="mod">
          <ac:chgData name="Alejandra León Barrera" userId="43512263486_tp_box_2" providerId="OAuth2" clId="{CE2DED1C-98E3-404D-AA29-8769E08C8A92}" dt="2026-06-12T21:49:12.417" v="5785" actId="1076"/>
          <ac:spMkLst>
            <pc:docMk/>
            <pc:sldMk cId="2530431891" sldId="572"/>
            <ac:spMk id="3" creationId="{E7026576-A305-4F27-414D-09EB45DA044F}"/>
          </ac:spMkLst>
        </pc:spChg>
        <pc:picChg chg="add mod">
          <ac:chgData name="Alejandra León Barrera" userId="43512263486_tp_box_2" providerId="OAuth2" clId="{CE2DED1C-98E3-404D-AA29-8769E08C8A92}" dt="2026-06-12T21:53:57.934" v="5790" actId="1076"/>
          <ac:picMkLst>
            <pc:docMk/>
            <pc:sldMk cId="2530431891" sldId="572"/>
            <ac:picMk id="4" creationId="{FE173525-4A28-4B59-5FF8-608A8E2240C3}"/>
          </ac:picMkLst>
        </pc:picChg>
      </pc:sldChg>
      <pc:sldChg chg="modSp add mod">
        <pc:chgData name="Alejandra León Barrera" userId="43512263486_tp_box_2" providerId="OAuth2" clId="{CE2DED1C-98E3-404D-AA29-8769E08C8A92}" dt="2026-06-12T21:48:37.228" v="5727" actId="1076"/>
        <pc:sldMkLst>
          <pc:docMk/>
          <pc:sldMk cId="3257719577" sldId="573"/>
        </pc:sldMkLst>
        <pc:spChg chg="mod">
          <ac:chgData name="Alejandra León Barrera" userId="43512263486_tp_box_2" providerId="OAuth2" clId="{CE2DED1C-98E3-404D-AA29-8769E08C8A92}" dt="2026-06-12T21:48:37.228" v="5727" actId="1076"/>
          <ac:spMkLst>
            <pc:docMk/>
            <pc:sldMk cId="3257719577" sldId="573"/>
            <ac:spMk id="3" creationId="{5D133189-7404-E113-394C-271180E6BA48}"/>
          </ac:spMkLst>
        </pc:spChg>
      </pc:sldChg>
      <pc:sldChg chg="addSp delSp modSp add mod ord">
        <pc:chgData name="Alejandra León Barrera" userId="43512263486_tp_box_2" providerId="OAuth2" clId="{CE2DED1C-98E3-404D-AA29-8769E08C8A92}" dt="2026-06-12T21:58:31.819" v="5832" actId="14100"/>
        <pc:sldMkLst>
          <pc:docMk/>
          <pc:sldMk cId="1517095011" sldId="574"/>
        </pc:sldMkLst>
        <pc:spChg chg="mod">
          <ac:chgData name="Alejandra León Barrera" userId="43512263486_tp_box_2" providerId="OAuth2" clId="{CE2DED1C-98E3-404D-AA29-8769E08C8A92}" dt="2026-06-12T21:58:31.819" v="5832" actId="14100"/>
          <ac:spMkLst>
            <pc:docMk/>
            <pc:sldMk cId="1517095011" sldId="574"/>
            <ac:spMk id="6" creationId="{01D2973F-A6CF-8EDB-B6D9-965CE5A83DEE}"/>
          </ac:spMkLst>
        </pc:spChg>
        <pc:picChg chg="add mod ord">
          <ac:chgData name="Alejandra León Barrera" userId="43512263486_tp_box_2" providerId="OAuth2" clId="{CE2DED1C-98E3-404D-AA29-8769E08C8A92}" dt="2026-06-12T21:57:46.100" v="5817" actId="1076"/>
          <ac:picMkLst>
            <pc:docMk/>
            <pc:sldMk cId="1517095011" sldId="574"/>
            <ac:picMk id="4" creationId="{49094427-6823-1CF2-7B7C-7AA10281F6A7}"/>
          </ac:picMkLst>
        </pc:picChg>
        <pc:picChg chg="mod">
          <ac:chgData name="Alejandra León Barrera" userId="43512263486_tp_box_2" providerId="OAuth2" clId="{CE2DED1C-98E3-404D-AA29-8769E08C8A92}" dt="2026-06-12T21:57:57.593" v="5826" actId="1036"/>
          <ac:picMkLst>
            <pc:docMk/>
            <pc:sldMk cId="1517095011" sldId="574"/>
            <ac:picMk id="14" creationId="{A0FB681F-7AB0-C84D-DEA5-3F352980ABED}"/>
          </ac:picMkLst>
        </pc:picChg>
        <pc:picChg chg="mod">
          <ac:chgData name="Alejandra León Barrera" userId="43512263486_tp_box_2" providerId="OAuth2" clId="{CE2DED1C-98E3-404D-AA29-8769E08C8A92}" dt="2026-06-12T21:57:57.593" v="5826" actId="1036"/>
          <ac:picMkLst>
            <pc:docMk/>
            <pc:sldMk cId="1517095011" sldId="574"/>
            <ac:picMk id="16" creationId="{8D2A9C59-C737-B865-3E31-D40AA7AD0001}"/>
          </ac:picMkLst>
        </pc:picChg>
        <pc:picChg chg="mod">
          <ac:chgData name="Alejandra León Barrera" userId="43512263486_tp_box_2" providerId="OAuth2" clId="{CE2DED1C-98E3-404D-AA29-8769E08C8A92}" dt="2026-06-12T21:57:57.593" v="5826" actId="1036"/>
          <ac:picMkLst>
            <pc:docMk/>
            <pc:sldMk cId="1517095011" sldId="574"/>
            <ac:picMk id="18" creationId="{F9B9CB1B-F871-C0D5-48CE-7DA99C6F55E4}"/>
          </ac:picMkLst>
        </pc:picChg>
      </pc:sldChg>
      <pc:sldChg chg="addSp delSp modSp add mod ord">
        <pc:chgData name="Alejandra León Barrera" userId="43512263486_tp_box_2" providerId="OAuth2" clId="{CE2DED1C-98E3-404D-AA29-8769E08C8A92}" dt="2026-06-12T22:05:06.398" v="6209" actId="1076"/>
        <pc:sldMkLst>
          <pc:docMk/>
          <pc:sldMk cId="2948955568" sldId="575"/>
        </pc:sldMkLst>
        <pc:spChg chg="add mod">
          <ac:chgData name="Alejandra León Barrera" userId="43512263486_tp_box_2" providerId="OAuth2" clId="{CE2DED1C-98E3-404D-AA29-8769E08C8A92}" dt="2026-06-12T22:04:16.035" v="6191" actId="1076"/>
          <ac:spMkLst>
            <pc:docMk/>
            <pc:sldMk cId="2948955568" sldId="575"/>
            <ac:spMk id="5" creationId="{2699E836-6EFB-A1E6-C92B-0D1C7DDED918}"/>
          </ac:spMkLst>
        </pc:spChg>
        <pc:spChg chg="mod">
          <ac:chgData name="Alejandra León Barrera" userId="43512263486_tp_box_2" providerId="OAuth2" clId="{CE2DED1C-98E3-404D-AA29-8769E08C8A92}" dt="2026-06-12T22:03:49.357" v="6173" actId="1076"/>
          <ac:spMkLst>
            <pc:docMk/>
            <pc:sldMk cId="2948955568" sldId="575"/>
            <ac:spMk id="6" creationId="{FF9D2EF7-79B9-B7D8-B367-C8211C0F4DEE}"/>
          </ac:spMkLst>
        </pc:spChg>
        <pc:spChg chg="add mod">
          <ac:chgData name="Alejandra León Barrera" userId="43512263486_tp_box_2" providerId="OAuth2" clId="{CE2DED1C-98E3-404D-AA29-8769E08C8A92}" dt="2026-06-12T22:04:47.874" v="6201" actId="113"/>
          <ac:spMkLst>
            <pc:docMk/>
            <pc:sldMk cId="2948955568" sldId="575"/>
            <ac:spMk id="7" creationId="{B75B017E-614F-81B2-4516-0D81EA7D41A6}"/>
          </ac:spMkLst>
        </pc:spChg>
        <pc:picChg chg="add mod">
          <ac:chgData name="Alejandra León Barrera" userId="43512263486_tp_box_2" providerId="OAuth2" clId="{CE2DED1C-98E3-404D-AA29-8769E08C8A92}" dt="2026-06-12T22:03:45.893" v="6172" actId="1076"/>
          <ac:picMkLst>
            <pc:docMk/>
            <pc:sldMk cId="2948955568" sldId="575"/>
            <ac:picMk id="4" creationId="{CC2A5E9C-3548-C065-1321-105FD378956B}"/>
          </ac:picMkLst>
        </pc:picChg>
        <pc:picChg chg="add mod">
          <ac:chgData name="Alejandra León Barrera" userId="43512263486_tp_box_2" providerId="OAuth2" clId="{CE2DED1C-98E3-404D-AA29-8769E08C8A92}" dt="2026-06-12T22:05:06.398" v="6209" actId="1076"/>
          <ac:picMkLst>
            <pc:docMk/>
            <pc:sldMk cId="2948955568" sldId="575"/>
            <ac:picMk id="10" creationId="{46D1B875-6645-95AA-A081-E633FA3FF24C}"/>
          </ac:picMkLst>
        </pc:picChg>
        <pc:picChg chg="add mod">
          <ac:chgData name="Alejandra León Barrera" userId="43512263486_tp_box_2" providerId="OAuth2" clId="{CE2DED1C-98E3-404D-AA29-8769E08C8A92}" dt="2026-06-12T22:05:03.330" v="6208" actId="1036"/>
          <ac:picMkLst>
            <pc:docMk/>
            <pc:sldMk cId="2948955568" sldId="575"/>
            <ac:picMk id="13" creationId="{254407C8-7361-2F04-C239-F649FB7D4327}"/>
          </ac:picMkLst>
        </pc:picChg>
      </pc:sldChg>
      <pc:sldChg chg="addSp delSp modSp add mod">
        <pc:chgData name="Alejandra León Barrera" userId="43512263486_tp_box_2" providerId="OAuth2" clId="{CE2DED1C-98E3-404D-AA29-8769E08C8A92}" dt="2026-06-12T22:06:07.565" v="6222" actId="113"/>
        <pc:sldMkLst>
          <pc:docMk/>
          <pc:sldMk cId="1018687216" sldId="576"/>
        </pc:sldMkLst>
        <pc:spChg chg="add mod">
          <ac:chgData name="Alejandra León Barrera" userId="43512263486_tp_box_2" providerId="OAuth2" clId="{CE2DED1C-98E3-404D-AA29-8769E08C8A92}" dt="2026-06-12T22:06:07.565" v="6222" actId="113"/>
          <ac:spMkLst>
            <pc:docMk/>
            <pc:sldMk cId="1018687216" sldId="576"/>
            <ac:spMk id="2" creationId="{97EB1C5A-9A38-AFFE-8B6D-15B7F18BFC09}"/>
          </ac:spMkLst>
        </pc:spChg>
        <pc:picChg chg="add mod">
          <ac:chgData name="Alejandra León Barrera" userId="43512263486_tp_box_2" providerId="OAuth2" clId="{CE2DED1C-98E3-404D-AA29-8769E08C8A92}" dt="2026-06-12T22:06:02.863" v="6220" actId="1035"/>
          <ac:picMkLst>
            <pc:docMk/>
            <pc:sldMk cId="1018687216" sldId="576"/>
            <ac:picMk id="5" creationId="{C0394D7F-F7F6-6BFF-8B2A-79D6893D5342}"/>
          </ac:picMkLst>
        </pc:picChg>
        <pc:picChg chg="add mod ord">
          <ac:chgData name="Alejandra León Barrera" userId="43512263486_tp_box_2" providerId="OAuth2" clId="{CE2DED1C-98E3-404D-AA29-8769E08C8A92}" dt="2026-06-12T22:05:59.464" v="6216" actId="1076"/>
          <ac:picMkLst>
            <pc:docMk/>
            <pc:sldMk cId="1018687216" sldId="576"/>
            <ac:picMk id="8" creationId="{962AB65C-D580-5750-49CA-098F9EA59FE3}"/>
          </ac:picMkLst>
        </pc:picChg>
      </pc:sldChg>
      <pc:sldChg chg="addSp delSp modSp add mod">
        <pc:chgData name="Alejandra León Barrera" userId="43512263486_tp_box_2" providerId="OAuth2" clId="{CE2DED1C-98E3-404D-AA29-8769E08C8A92}" dt="2026-06-12T22:43:52.514" v="6569" actId="14100"/>
        <pc:sldMkLst>
          <pc:docMk/>
          <pc:sldMk cId="1780777377" sldId="577"/>
        </pc:sldMkLst>
        <pc:spChg chg="mod">
          <ac:chgData name="Alejandra León Barrera" userId="43512263486_tp_box_2" providerId="OAuth2" clId="{CE2DED1C-98E3-404D-AA29-8769E08C8A92}" dt="2026-06-12T22:43:47.179" v="6566" actId="120"/>
          <ac:spMkLst>
            <pc:docMk/>
            <pc:sldMk cId="1780777377" sldId="577"/>
            <ac:spMk id="2" creationId="{F6CB7BAE-3AB5-2599-A906-BE4E5594B65E}"/>
          </ac:spMkLst>
        </pc:spChg>
        <pc:spChg chg="add mod">
          <ac:chgData name="Alejandra León Barrera" userId="43512263486_tp_box_2" providerId="OAuth2" clId="{CE2DED1C-98E3-404D-AA29-8769E08C8A92}" dt="2026-06-12T22:43:52.514" v="6569" actId="14100"/>
          <ac:spMkLst>
            <pc:docMk/>
            <pc:sldMk cId="1780777377" sldId="577"/>
            <ac:spMk id="12" creationId="{C2459E95-492A-CBDF-4612-8C24481C536A}"/>
          </ac:spMkLst>
        </pc:spChg>
        <pc:picChg chg="add mod">
          <ac:chgData name="Alejandra León Barrera" userId="43512263486_tp_box_2" providerId="OAuth2" clId="{CE2DED1C-98E3-404D-AA29-8769E08C8A92}" dt="2026-06-12T22:42:39.906" v="6390" actId="1035"/>
          <ac:picMkLst>
            <pc:docMk/>
            <pc:sldMk cId="1780777377" sldId="577"/>
            <ac:picMk id="9" creationId="{FF22EDEA-4782-3BCF-2985-F3BFE5F149E3}"/>
          </ac:picMkLst>
        </pc:picChg>
        <pc:picChg chg="add mod">
          <ac:chgData name="Alejandra León Barrera" userId="43512263486_tp_box_2" providerId="OAuth2" clId="{CE2DED1C-98E3-404D-AA29-8769E08C8A92}" dt="2026-06-12T22:42:35.656" v="6383" actId="1076"/>
          <ac:picMkLst>
            <pc:docMk/>
            <pc:sldMk cId="1780777377" sldId="577"/>
            <ac:picMk id="11" creationId="{086AECFE-4CFE-36BA-E414-E1E13B3FDD7B}"/>
          </ac:picMkLst>
        </pc:picChg>
      </pc:sldChg>
      <pc:sldChg chg="addSp delSp modSp add mod">
        <pc:chgData name="Alejandra León Barrera" userId="43512263486_tp_box_2" providerId="OAuth2" clId="{CE2DED1C-98E3-404D-AA29-8769E08C8A92}" dt="2026-06-12T22:44:57.834" v="6686" actId="1076"/>
        <pc:sldMkLst>
          <pc:docMk/>
          <pc:sldMk cId="1281640725" sldId="578"/>
        </pc:sldMkLst>
        <pc:spChg chg="mod">
          <ac:chgData name="Alejandra León Barrera" userId="43512263486_tp_box_2" providerId="OAuth2" clId="{CE2DED1C-98E3-404D-AA29-8769E08C8A92}" dt="2026-06-12T22:44:52.248" v="6684" actId="1076"/>
          <ac:spMkLst>
            <pc:docMk/>
            <pc:sldMk cId="1281640725" sldId="578"/>
            <ac:spMk id="2" creationId="{F08FB909-0EEF-D3BB-D158-4A20C24EBF6D}"/>
          </ac:spMkLst>
        </pc:spChg>
        <pc:spChg chg="add mod">
          <ac:chgData name="Alejandra León Barrera" userId="43512263486_tp_box_2" providerId="OAuth2" clId="{CE2DED1C-98E3-404D-AA29-8769E08C8A92}" dt="2026-06-12T22:44:57.834" v="6686" actId="1076"/>
          <ac:spMkLst>
            <pc:docMk/>
            <pc:sldMk cId="1281640725" sldId="578"/>
            <ac:spMk id="9" creationId="{7271ED69-1FB4-E261-52F7-8112C007F48F}"/>
          </ac:spMkLst>
        </pc:spChg>
        <pc:picChg chg="add mod">
          <ac:chgData name="Alejandra León Barrera" userId="43512263486_tp_box_2" providerId="OAuth2" clId="{CE2DED1C-98E3-404D-AA29-8769E08C8A92}" dt="2026-06-12T22:09:14.987" v="6233" actId="1076"/>
          <ac:picMkLst>
            <pc:docMk/>
            <pc:sldMk cId="1281640725" sldId="578"/>
            <ac:picMk id="5" creationId="{058A412D-C070-2FAE-19D0-8A8CBB123220}"/>
          </ac:picMkLst>
        </pc:picChg>
        <pc:picChg chg="add mod">
          <ac:chgData name="Alejandra León Barrera" userId="43512263486_tp_box_2" providerId="OAuth2" clId="{CE2DED1C-98E3-404D-AA29-8769E08C8A92}" dt="2026-06-12T22:44:24.913" v="6585" actId="1038"/>
          <ac:picMkLst>
            <pc:docMk/>
            <pc:sldMk cId="1281640725" sldId="578"/>
            <ac:picMk id="8" creationId="{311C75E7-05FC-2A12-7CD3-FA0E5D543619}"/>
          </ac:picMkLst>
        </pc:picChg>
      </pc:sldChg>
      <pc:sldChg chg="addSp delSp modSp add mod">
        <pc:chgData name="Alejandra León Barrera" userId="43512263486_tp_box_2" providerId="OAuth2" clId="{CE2DED1C-98E3-404D-AA29-8769E08C8A92}" dt="2026-06-12T22:47:26.359" v="6717" actId="1076"/>
        <pc:sldMkLst>
          <pc:docMk/>
          <pc:sldMk cId="1894733461" sldId="579"/>
        </pc:sldMkLst>
        <pc:spChg chg="mod">
          <ac:chgData name="Alejandra León Barrera" userId="43512263486_tp_box_2" providerId="OAuth2" clId="{CE2DED1C-98E3-404D-AA29-8769E08C8A92}" dt="2026-06-12T22:46:34.931" v="6703" actId="1076"/>
          <ac:spMkLst>
            <pc:docMk/>
            <pc:sldMk cId="1894733461" sldId="579"/>
            <ac:spMk id="2" creationId="{237F3B67-280E-D5C6-00B2-BEE998558D6D}"/>
          </ac:spMkLst>
        </pc:spChg>
        <pc:picChg chg="add mod">
          <ac:chgData name="Alejandra León Barrera" userId="43512263486_tp_box_2" providerId="OAuth2" clId="{CE2DED1C-98E3-404D-AA29-8769E08C8A92}" dt="2026-06-12T22:10:19.040" v="6244" actId="1076"/>
          <ac:picMkLst>
            <pc:docMk/>
            <pc:sldMk cId="1894733461" sldId="579"/>
            <ac:picMk id="8" creationId="{E5204B39-57C9-7538-7426-A05FF5295163}"/>
          </ac:picMkLst>
        </pc:picChg>
        <pc:picChg chg="add mod">
          <ac:chgData name="Alejandra León Barrera" userId="43512263486_tp_box_2" providerId="OAuth2" clId="{CE2DED1C-98E3-404D-AA29-8769E08C8A92}" dt="2026-06-12T22:45:37.424" v="6690" actId="1076"/>
          <ac:picMkLst>
            <pc:docMk/>
            <pc:sldMk cId="1894733461" sldId="579"/>
            <ac:picMk id="10" creationId="{66F563EC-A95D-D7F9-2B29-B06C443ABC45}"/>
          </ac:picMkLst>
        </pc:picChg>
        <pc:picChg chg="add mod">
          <ac:chgData name="Alejandra León Barrera" userId="43512263486_tp_box_2" providerId="OAuth2" clId="{CE2DED1C-98E3-404D-AA29-8769E08C8A92}" dt="2026-06-12T22:47:23" v="6716" actId="1076"/>
          <ac:picMkLst>
            <pc:docMk/>
            <pc:sldMk cId="1894733461" sldId="579"/>
            <ac:picMk id="12" creationId="{D8DE4162-E96E-B0C1-46F6-B902BBC5009E}"/>
          </ac:picMkLst>
        </pc:picChg>
        <pc:picChg chg="add mod">
          <ac:chgData name="Alejandra León Barrera" userId="43512263486_tp_box_2" providerId="OAuth2" clId="{CE2DED1C-98E3-404D-AA29-8769E08C8A92}" dt="2026-06-12T22:47:26.359" v="6717" actId="1076"/>
          <ac:picMkLst>
            <pc:docMk/>
            <pc:sldMk cId="1894733461" sldId="579"/>
            <ac:picMk id="14" creationId="{DBD96BF1-6E66-4ECE-F4C9-62613A6024CC}"/>
          </ac:picMkLst>
        </pc:picChg>
      </pc:sldChg>
      <pc:sldChg chg="addSp delSp modSp add mod">
        <pc:chgData name="Alejandra León Barrera" userId="43512263486_tp_box_2" providerId="OAuth2" clId="{CE2DED1C-98E3-404D-AA29-8769E08C8A92}" dt="2026-06-12T22:47:51.460" v="6730" actId="20577"/>
        <pc:sldMkLst>
          <pc:docMk/>
          <pc:sldMk cId="3690258334" sldId="580"/>
        </pc:sldMkLst>
        <pc:spChg chg="mod">
          <ac:chgData name="Alejandra León Barrera" userId="43512263486_tp_box_2" providerId="OAuth2" clId="{CE2DED1C-98E3-404D-AA29-8769E08C8A92}" dt="2026-06-12T22:47:51.460" v="6730" actId="20577"/>
          <ac:spMkLst>
            <pc:docMk/>
            <pc:sldMk cId="3690258334" sldId="580"/>
            <ac:spMk id="2" creationId="{FD089279-A14D-1A77-C5B2-BAAA4A4FEEC6}"/>
          </ac:spMkLst>
        </pc:spChg>
        <pc:picChg chg="add mod">
          <ac:chgData name="Alejandra León Barrera" userId="43512263486_tp_box_2" providerId="OAuth2" clId="{CE2DED1C-98E3-404D-AA29-8769E08C8A92}" dt="2026-06-12T22:10:42.436" v="6251" actId="1076"/>
          <ac:picMkLst>
            <pc:docMk/>
            <pc:sldMk cId="3690258334" sldId="580"/>
            <ac:picMk id="5" creationId="{C5C8F3BF-85C6-644D-1E9C-5A0CDE7F6C4A}"/>
          </ac:picMkLst>
        </pc:picChg>
        <pc:picChg chg="add mod">
          <ac:chgData name="Alejandra León Barrera" userId="43512263486_tp_box_2" providerId="OAuth2" clId="{CE2DED1C-98E3-404D-AA29-8769E08C8A92}" dt="2026-06-12T22:47:47.006" v="6727" actId="1036"/>
          <ac:picMkLst>
            <pc:docMk/>
            <pc:sldMk cId="3690258334" sldId="580"/>
            <ac:picMk id="9" creationId="{477AF0FA-9D66-B99D-5F8E-21B173C6ADDD}"/>
          </ac:picMkLst>
        </pc:picChg>
      </pc:sldChg>
      <pc:sldChg chg="addSp delSp modSp add mod">
        <pc:chgData name="Alejandra León Barrera" userId="43512263486_tp_box_2" providerId="OAuth2" clId="{CE2DED1C-98E3-404D-AA29-8769E08C8A92}" dt="2026-06-12T22:48:46.361" v="6744" actId="113"/>
        <pc:sldMkLst>
          <pc:docMk/>
          <pc:sldMk cId="439176157" sldId="581"/>
        </pc:sldMkLst>
        <pc:spChg chg="add mod">
          <ac:chgData name="Alejandra León Barrera" userId="43512263486_tp_box_2" providerId="OAuth2" clId="{CE2DED1C-98E3-404D-AA29-8769E08C8A92}" dt="2026-06-12T22:48:46.361" v="6744" actId="113"/>
          <ac:spMkLst>
            <pc:docMk/>
            <pc:sldMk cId="439176157" sldId="581"/>
            <ac:spMk id="7" creationId="{ECA93049-70C7-A4FD-9F08-07039713812F}"/>
          </ac:spMkLst>
        </pc:spChg>
        <pc:picChg chg="add mod">
          <ac:chgData name="Alejandra León Barrera" userId="43512263486_tp_box_2" providerId="OAuth2" clId="{CE2DED1C-98E3-404D-AA29-8769E08C8A92}" dt="2026-06-12T22:11:04.951" v="6256" actId="1076"/>
          <ac:picMkLst>
            <pc:docMk/>
            <pc:sldMk cId="439176157" sldId="581"/>
            <ac:picMk id="4" creationId="{B5896FFA-DBF9-B524-98A1-D8278876EDB8}"/>
          </ac:picMkLst>
        </pc:picChg>
        <pc:picChg chg="add mod">
          <ac:chgData name="Alejandra León Barrera" userId="43512263486_tp_box_2" providerId="OAuth2" clId="{CE2DED1C-98E3-404D-AA29-8769E08C8A92}" dt="2026-06-12T22:48:35.770" v="6742" actId="1076"/>
          <ac:picMkLst>
            <pc:docMk/>
            <pc:sldMk cId="439176157" sldId="581"/>
            <ac:picMk id="9" creationId="{1AAE829B-280D-C55C-9F92-7B5E4E2DCB3B}"/>
          </ac:picMkLst>
        </pc:picChg>
        <pc:picChg chg="add mod">
          <ac:chgData name="Alejandra León Barrera" userId="43512263486_tp_box_2" providerId="OAuth2" clId="{CE2DED1C-98E3-404D-AA29-8769E08C8A92}" dt="2026-06-12T22:48:32.077" v="6741" actId="1035"/>
          <ac:picMkLst>
            <pc:docMk/>
            <pc:sldMk cId="439176157" sldId="581"/>
            <ac:picMk id="11" creationId="{97043E53-1A48-4A02-E6E5-DDE8C30F6C0A}"/>
          </ac:picMkLst>
        </pc:picChg>
      </pc:sldChg>
      <pc:sldChg chg="addSp delSp modSp add mod">
        <pc:chgData name="Alejandra León Barrera" userId="43512263486_tp_box_2" providerId="OAuth2" clId="{CE2DED1C-98E3-404D-AA29-8769E08C8A92}" dt="2026-06-12T22:50:17.024" v="6773" actId="1076"/>
        <pc:sldMkLst>
          <pc:docMk/>
          <pc:sldMk cId="2896238959" sldId="582"/>
        </pc:sldMkLst>
        <pc:spChg chg="add mod">
          <ac:chgData name="Alejandra León Barrera" userId="43512263486_tp_box_2" providerId="OAuth2" clId="{CE2DED1C-98E3-404D-AA29-8769E08C8A92}" dt="2026-06-12T22:50:17.024" v="6773" actId="1076"/>
          <ac:spMkLst>
            <pc:docMk/>
            <pc:sldMk cId="2896238959" sldId="582"/>
            <ac:spMk id="9" creationId="{70075C58-D076-28BA-9A49-707BD50FC954}"/>
          </ac:spMkLst>
        </pc:spChg>
        <pc:picChg chg="add mod">
          <ac:chgData name="Alejandra León Barrera" userId="43512263486_tp_box_2" providerId="OAuth2" clId="{CE2DED1C-98E3-404D-AA29-8769E08C8A92}" dt="2026-06-12T22:31:04.706" v="6265" actId="1076"/>
          <ac:picMkLst>
            <pc:docMk/>
            <pc:sldMk cId="2896238959" sldId="582"/>
            <ac:picMk id="8" creationId="{9474862B-43A1-D298-C11B-2F77F671ABE7}"/>
          </ac:picMkLst>
        </pc:picChg>
        <pc:picChg chg="add mod">
          <ac:chgData name="Alejandra León Barrera" userId="43512263486_tp_box_2" providerId="OAuth2" clId="{CE2DED1C-98E3-404D-AA29-8769E08C8A92}" dt="2026-06-12T22:49:51.827" v="6766" actId="1035"/>
          <ac:picMkLst>
            <pc:docMk/>
            <pc:sldMk cId="2896238959" sldId="582"/>
            <ac:picMk id="11" creationId="{33ADCB1A-67F0-0F9C-F486-3041ADB7B28D}"/>
          </ac:picMkLst>
        </pc:picChg>
        <pc:picChg chg="add mod">
          <ac:chgData name="Alejandra León Barrera" userId="43512263486_tp_box_2" providerId="OAuth2" clId="{CE2DED1C-98E3-404D-AA29-8769E08C8A92}" dt="2026-06-12T22:50:02.907" v="6772" actId="1037"/>
          <ac:picMkLst>
            <pc:docMk/>
            <pc:sldMk cId="2896238959" sldId="582"/>
            <ac:picMk id="13" creationId="{5B041379-D507-BEF7-1CBE-CC46E0F948CB}"/>
          </ac:picMkLst>
        </pc:picChg>
        <pc:picChg chg="add mod">
          <ac:chgData name="Alejandra León Barrera" userId="43512263486_tp_box_2" providerId="OAuth2" clId="{CE2DED1C-98E3-404D-AA29-8769E08C8A92}" dt="2026-06-12T22:49:59.292" v="6769" actId="1076"/>
          <ac:picMkLst>
            <pc:docMk/>
            <pc:sldMk cId="2896238959" sldId="582"/>
            <ac:picMk id="15" creationId="{7CE87CE4-64A1-C0CC-A207-F6C536249535}"/>
          </ac:picMkLst>
        </pc:picChg>
        <pc:picChg chg="add mod">
          <ac:chgData name="Alejandra León Barrera" userId="43512263486_tp_box_2" providerId="OAuth2" clId="{CE2DED1C-98E3-404D-AA29-8769E08C8A92}" dt="2026-06-12T22:49:56.749" v="6768" actId="1076"/>
          <ac:picMkLst>
            <pc:docMk/>
            <pc:sldMk cId="2896238959" sldId="582"/>
            <ac:picMk id="17" creationId="{0963AB77-33EE-65F5-EC07-E2CC68ED2A0D}"/>
          </ac:picMkLst>
        </pc:picChg>
        <pc:picChg chg="add mod">
          <ac:chgData name="Alejandra León Barrera" userId="43512263486_tp_box_2" providerId="OAuth2" clId="{CE2DED1C-98E3-404D-AA29-8769E08C8A92}" dt="2026-06-12T22:49:54.329" v="6767" actId="1076"/>
          <ac:picMkLst>
            <pc:docMk/>
            <pc:sldMk cId="2896238959" sldId="582"/>
            <ac:picMk id="19" creationId="{A6979320-04C3-D8AE-9B3D-0DAA5FD6B2F8}"/>
          </ac:picMkLst>
        </pc:picChg>
      </pc:sldChg>
      <pc:sldChg chg="addSp delSp modSp add mod">
        <pc:chgData name="Alejandra León Barrera" userId="43512263486_tp_box_2" providerId="OAuth2" clId="{CE2DED1C-98E3-404D-AA29-8769E08C8A92}" dt="2026-06-12T22:51:41.704" v="6786" actId="1076"/>
        <pc:sldMkLst>
          <pc:docMk/>
          <pc:sldMk cId="2132324420" sldId="583"/>
        </pc:sldMkLst>
        <pc:spChg chg="add mod">
          <ac:chgData name="Alejandra León Barrera" userId="43512263486_tp_box_2" providerId="OAuth2" clId="{CE2DED1C-98E3-404D-AA29-8769E08C8A92}" dt="2026-06-12T22:51:18.698" v="6783" actId="113"/>
          <ac:spMkLst>
            <pc:docMk/>
            <pc:sldMk cId="2132324420" sldId="583"/>
            <ac:spMk id="4" creationId="{FF16FC12-25F5-665D-9146-528151426309}"/>
          </ac:spMkLst>
        </pc:spChg>
        <pc:picChg chg="add mod">
          <ac:chgData name="Alejandra León Barrera" userId="43512263486_tp_box_2" providerId="OAuth2" clId="{CE2DED1C-98E3-404D-AA29-8769E08C8A92}" dt="2026-06-12T22:51:01.543" v="6779" actId="1076"/>
          <ac:picMkLst>
            <pc:docMk/>
            <pc:sldMk cId="2132324420" sldId="583"/>
            <ac:picMk id="3" creationId="{8A3755F6-7898-112E-B1FB-20CDFE23E2B6}"/>
          </ac:picMkLst>
        </pc:picChg>
        <pc:picChg chg="add mod">
          <ac:chgData name="Alejandra León Barrera" userId="43512263486_tp_box_2" providerId="OAuth2" clId="{CE2DED1C-98E3-404D-AA29-8769E08C8A92}" dt="2026-06-12T22:51:41.704" v="6786" actId="1076"/>
          <ac:picMkLst>
            <pc:docMk/>
            <pc:sldMk cId="2132324420" sldId="583"/>
            <ac:picMk id="7" creationId="{B6994D4C-53D0-7188-6556-2AA07486C042}"/>
          </ac:picMkLst>
        </pc:picChg>
      </pc:sldChg>
      <pc:sldChg chg="addSp delSp modSp add mod">
        <pc:chgData name="Alejandra León Barrera" userId="43512263486_tp_box_2" providerId="OAuth2" clId="{CE2DED1C-98E3-404D-AA29-8769E08C8A92}" dt="2026-06-12T22:52:47.837" v="6803" actId="113"/>
        <pc:sldMkLst>
          <pc:docMk/>
          <pc:sldMk cId="3033492118" sldId="584"/>
        </pc:sldMkLst>
        <pc:spChg chg="add mod">
          <ac:chgData name="Alejandra León Barrera" userId="43512263486_tp_box_2" providerId="OAuth2" clId="{CE2DED1C-98E3-404D-AA29-8769E08C8A92}" dt="2026-06-12T22:52:47.837" v="6803" actId="113"/>
          <ac:spMkLst>
            <pc:docMk/>
            <pc:sldMk cId="3033492118" sldId="584"/>
            <ac:spMk id="10" creationId="{79D35FE2-45A2-6F7B-7C34-F8762184D57B}"/>
          </ac:spMkLst>
        </pc:spChg>
        <pc:picChg chg="add mod">
          <ac:chgData name="Alejandra León Barrera" userId="43512263486_tp_box_2" providerId="OAuth2" clId="{CE2DED1C-98E3-404D-AA29-8769E08C8A92}" dt="2026-06-12T22:52:16.319" v="6792" actId="1076"/>
          <ac:picMkLst>
            <pc:docMk/>
            <pc:sldMk cId="3033492118" sldId="584"/>
            <ac:picMk id="5" creationId="{BCCE4829-FD81-C427-E1FB-3B03A7BBF814}"/>
          </ac:picMkLst>
        </pc:picChg>
        <pc:picChg chg="add mod">
          <ac:chgData name="Alejandra León Barrera" userId="43512263486_tp_box_2" providerId="OAuth2" clId="{CE2DED1C-98E3-404D-AA29-8769E08C8A92}" dt="2026-06-12T22:52:30.511" v="6795" actId="1076"/>
          <ac:picMkLst>
            <pc:docMk/>
            <pc:sldMk cId="3033492118" sldId="584"/>
            <ac:picMk id="9" creationId="{1A0B1162-CBC8-12DD-4C42-16FB879A0BBF}"/>
          </ac:picMkLst>
        </pc:picChg>
      </pc:sldChg>
      <pc:sldChg chg="addSp delSp modSp add mod ord">
        <pc:chgData name="Alejandra León Barrera" userId="43512263486_tp_box_2" providerId="OAuth2" clId="{CE2DED1C-98E3-404D-AA29-8769E08C8A92}" dt="2026-06-12T22:54:49.015" v="6821" actId="1076"/>
        <pc:sldMkLst>
          <pc:docMk/>
          <pc:sldMk cId="173555688" sldId="585"/>
        </pc:sldMkLst>
        <pc:spChg chg="mod">
          <ac:chgData name="Alejandra León Barrera" userId="43512263486_tp_box_2" providerId="OAuth2" clId="{CE2DED1C-98E3-404D-AA29-8769E08C8A92}" dt="2026-06-12T22:54:49.015" v="6821" actId="1076"/>
          <ac:spMkLst>
            <pc:docMk/>
            <pc:sldMk cId="173555688" sldId="585"/>
            <ac:spMk id="3" creationId="{E3E377EB-D2D9-EBB8-9CCC-52AF1FB94FB7}"/>
          </ac:spMkLst>
        </pc:spChg>
        <pc:picChg chg="add mod">
          <ac:chgData name="Alejandra León Barrera" userId="43512263486_tp_box_2" providerId="OAuth2" clId="{CE2DED1C-98E3-404D-AA29-8769E08C8A92}" dt="2026-06-12T22:54:46.300" v="6820" actId="1076"/>
          <ac:picMkLst>
            <pc:docMk/>
            <pc:sldMk cId="173555688" sldId="585"/>
            <ac:picMk id="5" creationId="{41441702-41D9-16C3-BA9B-1510D7BA88C9}"/>
          </ac:picMkLst>
        </pc:picChg>
      </pc:sldChg>
      <pc:sldChg chg="addSp delSp modSp add mod ord">
        <pc:chgData name="Alejandra León Barrera" userId="43512263486_tp_box_2" providerId="OAuth2" clId="{CE2DED1C-98E3-404D-AA29-8769E08C8A92}" dt="2026-06-12T22:57:09.478" v="6839" actId="1076"/>
        <pc:sldMkLst>
          <pc:docMk/>
          <pc:sldMk cId="1803744368" sldId="586"/>
        </pc:sldMkLst>
        <pc:picChg chg="add mod ord">
          <ac:chgData name="Alejandra León Barrera" userId="43512263486_tp_box_2" providerId="OAuth2" clId="{CE2DED1C-98E3-404D-AA29-8769E08C8A92}" dt="2026-06-12T22:57:06.009" v="6837" actId="1076"/>
          <ac:picMkLst>
            <pc:docMk/>
            <pc:sldMk cId="1803744368" sldId="586"/>
            <ac:picMk id="5" creationId="{C06C6A14-5B9F-97B2-2BF3-0F700200853A}"/>
          </ac:picMkLst>
        </pc:picChg>
        <pc:picChg chg="mod">
          <ac:chgData name="Alejandra León Barrera" userId="43512263486_tp_box_2" providerId="OAuth2" clId="{CE2DED1C-98E3-404D-AA29-8769E08C8A92}" dt="2026-06-12T22:57:09.478" v="6839" actId="1076"/>
          <ac:picMkLst>
            <pc:docMk/>
            <pc:sldMk cId="1803744368" sldId="586"/>
            <ac:picMk id="16" creationId="{DD20ED03-5A5E-832B-47A4-DFD2E3A85CFE}"/>
          </ac:picMkLst>
        </pc:picChg>
        <pc:picChg chg="mod">
          <ac:chgData name="Alejandra León Barrera" userId="43512263486_tp_box_2" providerId="OAuth2" clId="{CE2DED1C-98E3-404D-AA29-8769E08C8A92}" dt="2026-06-12T22:57:07.663" v="6838" actId="1076"/>
          <ac:picMkLst>
            <pc:docMk/>
            <pc:sldMk cId="1803744368" sldId="586"/>
            <ac:picMk id="18" creationId="{3EC6044B-2EE6-B324-4A78-C9EC27B99727}"/>
          </ac:picMkLst>
        </pc:picChg>
      </pc:sldChg>
      <pc:sldChg chg="addSp delSp modSp add mod ord">
        <pc:chgData name="Alejandra León Barrera" userId="43512263486_tp_box_2" providerId="OAuth2" clId="{CE2DED1C-98E3-404D-AA29-8769E08C8A92}" dt="2026-06-12T22:58:12.532" v="6854" actId="1076"/>
        <pc:sldMkLst>
          <pc:docMk/>
          <pc:sldMk cId="1979811350" sldId="587"/>
        </pc:sldMkLst>
        <pc:spChg chg="mod">
          <ac:chgData name="Alejandra León Barrera" userId="43512263486_tp_box_2" providerId="OAuth2" clId="{CE2DED1C-98E3-404D-AA29-8769E08C8A92}" dt="2026-06-12T22:58:12.532" v="6854" actId="1076"/>
          <ac:spMkLst>
            <pc:docMk/>
            <pc:sldMk cId="1979811350" sldId="587"/>
            <ac:spMk id="10" creationId="{FA23D0B3-58BE-A14B-1C3C-80F58D624FDF}"/>
          </ac:spMkLst>
        </pc:spChg>
        <pc:spChg chg="mod">
          <ac:chgData name="Alejandra León Barrera" userId="43512263486_tp_box_2" providerId="OAuth2" clId="{CE2DED1C-98E3-404D-AA29-8769E08C8A92}" dt="2026-06-12T22:58:12.532" v="6854" actId="1076"/>
          <ac:spMkLst>
            <pc:docMk/>
            <pc:sldMk cId="1979811350" sldId="587"/>
            <ac:spMk id="11" creationId="{BBAD8116-ADFD-9E8A-971D-BC6595FEAFDE}"/>
          </ac:spMkLst>
        </pc:spChg>
        <pc:picChg chg="add mod">
          <ac:chgData name="Alejandra León Barrera" userId="43512263486_tp_box_2" providerId="OAuth2" clId="{CE2DED1C-98E3-404D-AA29-8769E08C8A92}" dt="2026-06-12T22:57:51.008" v="6846" actId="1076"/>
          <ac:picMkLst>
            <pc:docMk/>
            <pc:sldMk cId="1979811350" sldId="587"/>
            <ac:picMk id="4" creationId="{D671E11B-1F16-FD38-3F71-95C45F454032}"/>
          </ac:picMkLst>
        </pc:picChg>
        <pc:picChg chg="mod">
          <ac:chgData name="Alejandra León Barrera" userId="43512263486_tp_box_2" providerId="OAuth2" clId="{CE2DED1C-98E3-404D-AA29-8769E08C8A92}" dt="2026-06-12T22:58:05.578" v="6853" actId="1036"/>
          <ac:picMkLst>
            <pc:docMk/>
            <pc:sldMk cId="1979811350" sldId="587"/>
            <ac:picMk id="6" creationId="{45368DCF-C12C-47CD-17DF-D3BF3BBD1BF6}"/>
          </ac:picMkLst>
        </pc:picChg>
        <pc:picChg chg="mod">
          <ac:chgData name="Alejandra León Barrera" userId="43512263486_tp_box_2" providerId="OAuth2" clId="{CE2DED1C-98E3-404D-AA29-8769E08C8A92}" dt="2026-06-12T22:58:02.365" v="6849" actId="1076"/>
          <ac:picMkLst>
            <pc:docMk/>
            <pc:sldMk cId="1979811350" sldId="587"/>
            <ac:picMk id="8" creationId="{AB2E0476-9395-10AF-F7E9-BD2E0233ABE5}"/>
          </ac:picMkLst>
        </pc:picChg>
        <pc:picChg chg="mod">
          <ac:chgData name="Alejandra León Barrera" userId="43512263486_tp_box_2" providerId="OAuth2" clId="{CE2DED1C-98E3-404D-AA29-8769E08C8A92}" dt="2026-06-12T22:57:55.859" v="6847" actId="1076"/>
          <ac:picMkLst>
            <pc:docMk/>
            <pc:sldMk cId="1979811350" sldId="587"/>
            <ac:picMk id="12" creationId="{108C4410-7162-C317-B8CD-3CAD2C39D8E8}"/>
          </ac:picMkLst>
        </pc:picChg>
      </pc:sldChg>
      <pc:sldChg chg="addSp delSp modSp add mod ord">
        <pc:chgData name="Alejandra León Barrera" userId="43512263486_tp_box_2" providerId="OAuth2" clId="{CE2DED1C-98E3-404D-AA29-8769E08C8A92}" dt="2026-06-12T23:05:58.011" v="6962" actId="478"/>
        <pc:sldMkLst>
          <pc:docMk/>
          <pc:sldMk cId="3165798200" sldId="588"/>
        </pc:sldMkLst>
        <pc:spChg chg="mod">
          <ac:chgData name="Alejandra León Barrera" userId="43512263486_tp_box_2" providerId="OAuth2" clId="{CE2DED1C-98E3-404D-AA29-8769E08C8A92}" dt="2026-06-12T22:59:19.080" v="6874" actId="1076"/>
          <ac:spMkLst>
            <pc:docMk/>
            <pc:sldMk cId="3165798200" sldId="588"/>
            <ac:spMk id="8" creationId="{96C34FF2-4EFD-B7CF-20C8-3CA8078C5D80}"/>
          </ac:spMkLst>
        </pc:spChg>
        <pc:picChg chg="add mod">
          <ac:chgData name="Alejandra León Barrera" userId="43512263486_tp_box_2" providerId="OAuth2" clId="{CE2DED1C-98E3-404D-AA29-8769E08C8A92}" dt="2026-06-12T22:59:02.112" v="6861" actId="1076"/>
          <ac:picMkLst>
            <pc:docMk/>
            <pc:sldMk cId="3165798200" sldId="588"/>
            <ac:picMk id="4" creationId="{5A808AE4-419A-A703-09C9-1DE6F419B3B5}"/>
          </ac:picMkLst>
        </pc:picChg>
        <pc:picChg chg="mod">
          <ac:chgData name="Alejandra León Barrera" userId="43512263486_tp_box_2" providerId="OAuth2" clId="{CE2DED1C-98E3-404D-AA29-8769E08C8A92}" dt="2026-06-12T22:59:04.389" v="6862" actId="1076"/>
          <ac:picMkLst>
            <pc:docMk/>
            <pc:sldMk cId="3165798200" sldId="588"/>
            <ac:picMk id="10" creationId="{8925A024-9589-78DC-23F8-04EA40D89079}"/>
          </ac:picMkLst>
        </pc:picChg>
      </pc:sldChg>
      <pc:sldChg chg="addSp delSp modSp add mod ord">
        <pc:chgData name="Alejandra León Barrera" userId="43512263486_tp_box_2" providerId="OAuth2" clId="{CE2DED1C-98E3-404D-AA29-8769E08C8A92}" dt="2026-06-12T23:08:22.001" v="6981" actId="113"/>
        <pc:sldMkLst>
          <pc:docMk/>
          <pc:sldMk cId="766050115" sldId="591"/>
        </pc:sldMkLst>
        <pc:spChg chg="mod">
          <ac:chgData name="Alejandra León Barrera" userId="43512263486_tp_box_2" providerId="OAuth2" clId="{CE2DED1C-98E3-404D-AA29-8769E08C8A92}" dt="2026-06-12T23:08:22.001" v="6981" actId="113"/>
          <ac:spMkLst>
            <pc:docMk/>
            <pc:sldMk cId="766050115" sldId="591"/>
            <ac:spMk id="3" creationId="{324AE675-9BA1-83A9-55F8-5821F40AD36A}"/>
          </ac:spMkLst>
        </pc:spChg>
        <pc:spChg chg="mod">
          <ac:chgData name="Alejandra León Barrera" userId="43512263486_tp_box_2" providerId="OAuth2" clId="{CE2DED1C-98E3-404D-AA29-8769E08C8A92}" dt="2026-06-12T23:06:36.757" v="6974" actId="1076"/>
          <ac:spMkLst>
            <pc:docMk/>
            <pc:sldMk cId="766050115" sldId="591"/>
            <ac:spMk id="6" creationId="{57FC9553-AFA5-976D-03CD-18B109FACBD8}"/>
          </ac:spMkLst>
        </pc:spChg>
        <pc:picChg chg="add mod">
          <ac:chgData name="Alejandra León Barrera" userId="43512263486_tp_box_2" providerId="OAuth2" clId="{CE2DED1C-98E3-404D-AA29-8769E08C8A92}" dt="2026-06-12T23:06:34.016" v="6973" actId="1076"/>
          <ac:picMkLst>
            <pc:docMk/>
            <pc:sldMk cId="766050115" sldId="591"/>
            <ac:picMk id="2" creationId="{84DA6B05-8754-963E-6985-01A8732841ED}"/>
          </ac:picMkLst>
        </pc:picChg>
      </pc:sldChg>
      <pc:sldChg chg="addSp delSp modSp add mod">
        <pc:chgData name="Alejandra León Barrera" userId="43512263486_tp_box_2" providerId="OAuth2" clId="{CE2DED1C-98E3-404D-AA29-8769E08C8A92}" dt="2026-06-12T23:13:52.074" v="7017" actId="1036"/>
        <pc:sldMkLst>
          <pc:docMk/>
          <pc:sldMk cId="2319872937" sldId="593"/>
        </pc:sldMkLst>
        <pc:spChg chg="add mod">
          <ac:chgData name="Alejandra León Barrera" userId="43512263486_tp_box_2" providerId="OAuth2" clId="{CE2DED1C-98E3-404D-AA29-8769E08C8A92}" dt="2026-06-12T23:13:16.120" v="7001" actId="20577"/>
          <ac:spMkLst>
            <pc:docMk/>
            <pc:sldMk cId="2319872937" sldId="593"/>
            <ac:spMk id="9" creationId="{3D3A8B87-3C6F-038F-2941-E16FF20FA8ED}"/>
          </ac:spMkLst>
        </pc:spChg>
        <pc:spChg chg="add mod">
          <ac:chgData name="Alejandra León Barrera" userId="43512263486_tp_box_2" providerId="OAuth2" clId="{CE2DED1C-98E3-404D-AA29-8769E08C8A92}" dt="2026-06-12T23:13:06.605" v="6993"/>
          <ac:spMkLst>
            <pc:docMk/>
            <pc:sldMk cId="2319872937" sldId="593"/>
            <ac:spMk id="10" creationId="{2BF74F30-9EF5-B716-5EF4-EE0D385D8BF8}"/>
          </ac:spMkLst>
        </pc:spChg>
        <pc:picChg chg="add mod">
          <ac:chgData name="Alejandra León Barrera" userId="43512263486_tp_box_2" providerId="OAuth2" clId="{CE2DED1C-98E3-404D-AA29-8769E08C8A92}" dt="2026-06-12T23:12:54.382" v="6992" actId="1076"/>
          <ac:picMkLst>
            <pc:docMk/>
            <pc:sldMk cId="2319872937" sldId="593"/>
            <ac:picMk id="8" creationId="{E6BAE1C8-5623-E1B6-520F-B6667244E460}"/>
          </ac:picMkLst>
        </pc:picChg>
        <pc:picChg chg="add mod">
          <ac:chgData name="Alejandra León Barrera" userId="43512263486_tp_box_2" providerId="OAuth2" clId="{CE2DED1C-98E3-404D-AA29-8769E08C8A92}" dt="2026-06-12T23:13:50.232" v="7014" actId="1036"/>
          <ac:picMkLst>
            <pc:docMk/>
            <pc:sldMk cId="2319872937" sldId="593"/>
            <ac:picMk id="12" creationId="{D225583B-8321-17E0-AA24-100B433E534B}"/>
          </ac:picMkLst>
        </pc:picChg>
        <pc:picChg chg="add mod">
          <ac:chgData name="Alejandra León Barrera" userId="43512263486_tp_box_2" providerId="OAuth2" clId="{CE2DED1C-98E3-404D-AA29-8769E08C8A92}" dt="2026-06-12T23:13:52.074" v="7017" actId="1036"/>
          <ac:picMkLst>
            <pc:docMk/>
            <pc:sldMk cId="2319872937" sldId="593"/>
            <ac:picMk id="14" creationId="{A6CCB472-F822-2035-583F-E670D8F3B0A9}"/>
          </ac:picMkLst>
        </pc:picChg>
      </pc:sldChg>
      <pc:sldChg chg="addSp modSp add mod">
        <pc:chgData name="Alejandra León Barrera" userId="43512263486_tp_box_2" providerId="OAuth2" clId="{CE2DED1C-98E3-404D-AA29-8769E08C8A92}" dt="2026-06-12T23:14:09.487" v="7020" actId="1076"/>
        <pc:sldMkLst>
          <pc:docMk/>
          <pc:sldMk cId="2849459972" sldId="594"/>
        </pc:sldMkLst>
        <pc:spChg chg="add mod">
          <ac:chgData name="Alejandra León Barrera" userId="43512263486_tp_box_2" providerId="OAuth2" clId="{CE2DED1C-98E3-404D-AA29-8769E08C8A92}" dt="2026-06-12T23:13:29.085" v="7002"/>
          <ac:spMkLst>
            <pc:docMk/>
            <pc:sldMk cId="2849459972" sldId="594"/>
            <ac:spMk id="2" creationId="{5AB66D0B-3054-8D82-E2A1-41449EE31977}"/>
          </ac:spMkLst>
        </pc:spChg>
        <pc:picChg chg="add mod">
          <ac:chgData name="Alejandra León Barrera" userId="43512263486_tp_box_2" providerId="OAuth2" clId="{CE2DED1C-98E3-404D-AA29-8769E08C8A92}" dt="2026-06-12T23:14:09.487" v="7020" actId="1076"/>
          <ac:picMkLst>
            <pc:docMk/>
            <pc:sldMk cId="2849459972" sldId="594"/>
            <ac:picMk id="4" creationId="{EE3E0794-7573-A0F6-3C72-F97F8B5ABF1E}"/>
          </ac:picMkLst>
        </pc:picChg>
      </pc:sldChg>
      <pc:sldChg chg="modSp add mod ord">
        <pc:chgData name="Alejandra León Barrera" userId="43512263486_tp_box_2" providerId="OAuth2" clId="{CE2DED1C-98E3-404D-AA29-8769E08C8A92}" dt="2026-06-12T23:16:03.233" v="7105" actId="1076"/>
        <pc:sldMkLst>
          <pc:docMk/>
          <pc:sldMk cId="4116145393" sldId="595"/>
        </pc:sldMkLst>
        <pc:spChg chg="mod">
          <ac:chgData name="Alejandra León Barrera" userId="43512263486_tp_box_2" providerId="OAuth2" clId="{CE2DED1C-98E3-404D-AA29-8769E08C8A92}" dt="2026-06-12T23:16:03.233" v="7105" actId="1076"/>
          <ac:spMkLst>
            <pc:docMk/>
            <pc:sldMk cId="4116145393" sldId="595"/>
            <ac:spMk id="3" creationId="{3CC6E5F3-2B09-0F3C-8B5C-7DCCF520EA65}"/>
          </ac:spMkLst>
        </pc:spChg>
      </pc:sldChg>
      <pc:sldChg chg="addSp delSp modSp add mod">
        <pc:chgData name="Alejandra León Barrera" userId="43512263486_tp_box_2" providerId="OAuth2" clId="{CE2DED1C-98E3-404D-AA29-8769E08C8A92}" dt="2026-06-12T23:17:52.932" v="7124" actId="1038"/>
        <pc:sldMkLst>
          <pc:docMk/>
          <pc:sldMk cId="628020090" sldId="596"/>
        </pc:sldMkLst>
        <pc:spChg chg="add mod">
          <ac:chgData name="Alejandra León Barrera" userId="43512263486_tp_box_2" providerId="OAuth2" clId="{CE2DED1C-98E3-404D-AA29-8769E08C8A92}" dt="2026-06-12T23:17:17.919" v="7116" actId="1076"/>
          <ac:spMkLst>
            <pc:docMk/>
            <pc:sldMk cId="628020090" sldId="596"/>
            <ac:spMk id="7" creationId="{C598F243-1B7B-47F4-8C93-D8968A7224A5}"/>
          </ac:spMkLst>
        </pc:spChg>
        <pc:spChg chg="add mod">
          <ac:chgData name="Alejandra León Barrera" userId="43512263486_tp_box_2" providerId="OAuth2" clId="{CE2DED1C-98E3-404D-AA29-8769E08C8A92}" dt="2026-06-12T23:17:19.811" v="7117" actId="1076"/>
          <ac:spMkLst>
            <pc:docMk/>
            <pc:sldMk cId="628020090" sldId="596"/>
            <ac:spMk id="8" creationId="{8DEE6212-A9BB-182C-1DF5-C2A2BAB0D71C}"/>
          </ac:spMkLst>
        </pc:spChg>
        <pc:picChg chg="add mod">
          <ac:chgData name="Alejandra León Barrera" userId="43512263486_tp_box_2" providerId="OAuth2" clId="{CE2DED1C-98E3-404D-AA29-8769E08C8A92}" dt="2026-06-12T23:16:55.437" v="7113" actId="1076"/>
          <ac:picMkLst>
            <pc:docMk/>
            <pc:sldMk cId="628020090" sldId="596"/>
            <ac:picMk id="3" creationId="{F2F27644-E8AB-23D0-3A5B-343CBDD259C7}"/>
          </ac:picMkLst>
        </pc:picChg>
        <pc:picChg chg="add mod">
          <ac:chgData name="Alejandra León Barrera" userId="43512263486_tp_box_2" providerId="OAuth2" clId="{CE2DED1C-98E3-404D-AA29-8769E08C8A92}" dt="2026-06-12T23:17:52.932" v="7124" actId="1038"/>
          <ac:picMkLst>
            <pc:docMk/>
            <pc:sldMk cId="628020090" sldId="596"/>
            <ac:picMk id="10" creationId="{6410DCCD-32F0-ADD7-C1C5-02772825DBCF}"/>
          </ac:picMkLst>
        </pc:picChg>
      </pc:sldChg>
      <pc:sldChg chg="addSp delSp modSp add mod">
        <pc:chgData name="Alejandra León Barrera" userId="43512263486_tp_box_2" providerId="OAuth2" clId="{CE2DED1C-98E3-404D-AA29-8769E08C8A92}" dt="2026-06-12T23:21:40.287" v="7165" actId="1038"/>
        <pc:sldMkLst>
          <pc:docMk/>
          <pc:sldMk cId="1957873780" sldId="597"/>
        </pc:sldMkLst>
        <pc:spChg chg="add mod">
          <ac:chgData name="Alejandra León Barrera" userId="43512263486_tp_box_2" providerId="OAuth2" clId="{CE2DED1C-98E3-404D-AA29-8769E08C8A92}" dt="2026-06-12T23:18:21.741" v="7130"/>
          <ac:spMkLst>
            <pc:docMk/>
            <pc:sldMk cId="1957873780" sldId="597"/>
            <ac:spMk id="2" creationId="{ADF3BF07-0ACB-4B24-C471-F9DC13EF3CA3}"/>
          </ac:spMkLst>
        </pc:spChg>
        <pc:picChg chg="add mod">
          <ac:chgData name="Alejandra León Barrera" userId="43512263486_tp_box_2" providerId="OAuth2" clId="{CE2DED1C-98E3-404D-AA29-8769E08C8A92}" dt="2026-06-12T23:18:47.790" v="7134" actId="1076"/>
          <ac:picMkLst>
            <pc:docMk/>
            <pc:sldMk cId="1957873780" sldId="597"/>
            <ac:picMk id="5" creationId="{02125A0F-ED26-2ED1-600F-5A6FA0382159}"/>
          </ac:picMkLst>
        </pc:picChg>
        <pc:picChg chg="add mod">
          <ac:chgData name="Alejandra León Barrera" userId="43512263486_tp_box_2" providerId="OAuth2" clId="{CE2DED1C-98E3-404D-AA29-8769E08C8A92}" dt="2026-06-12T23:19:15.613" v="7137" actId="1076"/>
          <ac:picMkLst>
            <pc:docMk/>
            <pc:sldMk cId="1957873780" sldId="597"/>
            <ac:picMk id="11" creationId="{44143294-063A-D6BA-1F20-629186B09BC8}"/>
          </ac:picMkLst>
        </pc:picChg>
        <pc:picChg chg="add mod">
          <ac:chgData name="Alejandra León Barrera" userId="43512263486_tp_box_2" providerId="OAuth2" clId="{CE2DED1C-98E3-404D-AA29-8769E08C8A92}" dt="2026-06-12T23:21:37.204" v="7158" actId="1036"/>
          <ac:picMkLst>
            <pc:docMk/>
            <pc:sldMk cId="1957873780" sldId="597"/>
            <ac:picMk id="13" creationId="{A7E55C05-366D-5359-B8BE-7E3598E9ACFA}"/>
          </ac:picMkLst>
        </pc:picChg>
        <pc:picChg chg="add mod">
          <ac:chgData name="Alejandra León Barrera" userId="43512263486_tp_box_2" providerId="OAuth2" clId="{CE2DED1C-98E3-404D-AA29-8769E08C8A92}" dt="2026-06-12T23:21:40.287" v="7165" actId="1038"/>
          <ac:picMkLst>
            <pc:docMk/>
            <pc:sldMk cId="1957873780" sldId="597"/>
            <ac:picMk id="15" creationId="{1BE83290-5968-3380-29FA-B40FA0F4235E}"/>
          </ac:picMkLst>
        </pc:picChg>
      </pc:sldChg>
      <pc:sldChg chg="addSp delSp modSp add mod">
        <pc:chgData name="Alejandra León Barrera" userId="43512263486_tp_box_2" providerId="OAuth2" clId="{CE2DED1C-98E3-404D-AA29-8769E08C8A92}" dt="2026-06-12T23:22:12.663" v="7189" actId="20577"/>
        <pc:sldMkLst>
          <pc:docMk/>
          <pc:sldMk cId="3077103297" sldId="598"/>
        </pc:sldMkLst>
        <pc:spChg chg="add mod">
          <ac:chgData name="Alejandra León Barrera" userId="43512263486_tp_box_2" providerId="OAuth2" clId="{CE2DED1C-98E3-404D-AA29-8769E08C8A92}" dt="2026-06-12T23:22:12.663" v="7189" actId="20577"/>
          <ac:spMkLst>
            <pc:docMk/>
            <pc:sldMk cId="3077103297" sldId="598"/>
            <ac:spMk id="4" creationId="{097C8F19-9006-8886-822D-B13F8019B6F5}"/>
          </ac:spMkLst>
        </pc:spChg>
        <pc:picChg chg="add mod">
          <ac:chgData name="Alejandra León Barrera" userId="43512263486_tp_box_2" providerId="OAuth2" clId="{CE2DED1C-98E3-404D-AA29-8769E08C8A92}" dt="2026-06-12T23:19:53.109" v="7149" actId="1076"/>
          <ac:picMkLst>
            <pc:docMk/>
            <pc:sldMk cId="3077103297" sldId="598"/>
            <ac:picMk id="3" creationId="{23400A26-85F9-37C3-80C2-8E4C15C87E0A}"/>
          </ac:picMkLst>
        </pc:picChg>
        <pc:picChg chg="add mod">
          <ac:chgData name="Alejandra León Barrera" userId="43512263486_tp_box_2" providerId="OAuth2" clId="{CE2DED1C-98E3-404D-AA29-8769E08C8A92}" dt="2026-06-12T23:22:05.427" v="7175" actId="1076"/>
          <ac:picMkLst>
            <pc:docMk/>
            <pc:sldMk cId="3077103297" sldId="598"/>
            <ac:picMk id="8" creationId="{DDFE5E99-C077-4E77-FF4F-56D722C695FF}"/>
          </ac:picMkLst>
        </pc:picChg>
      </pc:sldChg>
      <pc:sldChg chg="addSp modSp add mod">
        <pc:chgData name="Alejandra León Barrera" userId="43512263486_tp_box_2" providerId="OAuth2" clId="{CE2DED1C-98E3-404D-AA29-8769E08C8A92}" dt="2026-06-12T23:23:24.007" v="7202" actId="1076"/>
        <pc:sldMkLst>
          <pc:docMk/>
          <pc:sldMk cId="2177694716" sldId="599"/>
        </pc:sldMkLst>
        <pc:spChg chg="add mod">
          <ac:chgData name="Alejandra León Barrera" userId="43512263486_tp_box_2" providerId="OAuth2" clId="{CE2DED1C-98E3-404D-AA29-8769E08C8A92}" dt="2026-06-12T23:22:58.363" v="7193"/>
          <ac:spMkLst>
            <pc:docMk/>
            <pc:sldMk cId="2177694716" sldId="599"/>
            <ac:spMk id="4" creationId="{841F7D3B-D7B8-523F-AD1A-7B578A0B4B00}"/>
          </ac:spMkLst>
        </pc:spChg>
        <pc:picChg chg="add mod">
          <ac:chgData name="Alejandra León Barrera" userId="43512263486_tp_box_2" providerId="OAuth2" clId="{CE2DED1C-98E3-404D-AA29-8769E08C8A92}" dt="2026-06-12T23:22:47.405" v="7192" actId="1076"/>
          <ac:picMkLst>
            <pc:docMk/>
            <pc:sldMk cId="2177694716" sldId="599"/>
            <ac:picMk id="3" creationId="{2C8EE7D0-4543-2A48-7815-3B062A8B75CA}"/>
          </ac:picMkLst>
        </pc:picChg>
        <pc:picChg chg="add mod">
          <ac:chgData name="Alejandra León Barrera" userId="43512263486_tp_box_2" providerId="OAuth2" clId="{CE2DED1C-98E3-404D-AA29-8769E08C8A92}" dt="2026-06-12T23:23:24.007" v="7202" actId="1076"/>
          <ac:picMkLst>
            <pc:docMk/>
            <pc:sldMk cId="2177694716" sldId="599"/>
            <ac:picMk id="7" creationId="{4026D5C0-2DFE-93B6-490A-FC584BDFBCDC}"/>
          </ac:picMkLst>
        </pc:picChg>
        <pc:picChg chg="add mod">
          <ac:chgData name="Alejandra León Barrera" userId="43512263486_tp_box_2" providerId="OAuth2" clId="{CE2DED1C-98E3-404D-AA29-8769E08C8A92}" dt="2026-06-12T23:23:19.835" v="7201" actId="1037"/>
          <ac:picMkLst>
            <pc:docMk/>
            <pc:sldMk cId="2177694716" sldId="599"/>
            <ac:picMk id="9" creationId="{5A982885-A276-55E5-9FC9-6F1BC6673001}"/>
          </ac:picMkLst>
        </pc:picChg>
      </pc:sldChg>
      <pc:sldChg chg="addSp modSp add mod">
        <pc:chgData name="Alejandra León Barrera" userId="43512263486_tp_box_2" providerId="OAuth2" clId="{CE2DED1C-98E3-404D-AA29-8769E08C8A92}" dt="2026-06-12T23:26:58.203" v="7223" actId="1036"/>
        <pc:sldMkLst>
          <pc:docMk/>
          <pc:sldMk cId="346755360" sldId="600"/>
        </pc:sldMkLst>
        <pc:spChg chg="add mod">
          <ac:chgData name="Alejandra León Barrera" userId="43512263486_tp_box_2" providerId="OAuth2" clId="{CE2DED1C-98E3-404D-AA29-8769E08C8A92}" dt="2026-06-12T23:26:17.043" v="7207" actId="1076"/>
          <ac:spMkLst>
            <pc:docMk/>
            <pc:sldMk cId="346755360" sldId="600"/>
            <ac:spMk id="4" creationId="{BD1B7FA1-64CF-EEFF-6867-F68A88F56E2F}"/>
          </ac:spMkLst>
        </pc:spChg>
        <pc:picChg chg="add mod">
          <ac:chgData name="Alejandra León Barrera" userId="43512263486_tp_box_2" providerId="OAuth2" clId="{CE2DED1C-98E3-404D-AA29-8769E08C8A92}" dt="2026-06-12T23:25:59.269" v="7205" actId="1076"/>
          <ac:picMkLst>
            <pc:docMk/>
            <pc:sldMk cId="346755360" sldId="600"/>
            <ac:picMk id="3" creationId="{6955A67C-E343-75FF-3194-F8AFCFAF26F6}"/>
          </ac:picMkLst>
        </pc:picChg>
        <pc:picChg chg="add mod">
          <ac:chgData name="Alejandra León Barrera" userId="43512263486_tp_box_2" providerId="OAuth2" clId="{CE2DED1C-98E3-404D-AA29-8769E08C8A92}" dt="2026-06-12T23:26:46.563" v="7215" actId="1076"/>
          <ac:picMkLst>
            <pc:docMk/>
            <pc:sldMk cId="346755360" sldId="600"/>
            <ac:picMk id="7" creationId="{3C0D7D1E-5FFF-72DD-2A41-631BA6375DAB}"/>
          </ac:picMkLst>
        </pc:picChg>
        <pc:picChg chg="add mod">
          <ac:chgData name="Alejandra León Barrera" userId="43512263486_tp_box_2" providerId="OAuth2" clId="{CE2DED1C-98E3-404D-AA29-8769E08C8A92}" dt="2026-06-12T23:26:58.203" v="7223" actId="1036"/>
          <ac:picMkLst>
            <pc:docMk/>
            <pc:sldMk cId="346755360" sldId="600"/>
            <ac:picMk id="9" creationId="{0B69B8C2-E798-4EE2-B5FC-67C37126961B}"/>
          </ac:picMkLst>
        </pc:picChg>
        <pc:picChg chg="add mod">
          <ac:chgData name="Alejandra León Barrera" userId="43512263486_tp_box_2" providerId="OAuth2" clId="{CE2DED1C-98E3-404D-AA29-8769E08C8A92}" dt="2026-06-12T23:26:51.623" v="7217" actId="1076"/>
          <ac:picMkLst>
            <pc:docMk/>
            <pc:sldMk cId="346755360" sldId="600"/>
            <ac:picMk id="11" creationId="{53300B10-6777-16D2-E2D0-6B98DE64BAD9}"/>
          </ac:picMkLst>
        </pc:picChg>
        <pc:picChg chg="add mod">
          <ac:chgData name="Alejandra León Barrera" userId="43512263486_tp_box_2" providerId="OAuth2" clId="{CE2DED1C-98E3-404D-AA29-8769E08C8A92}" dt="2026-06-12T23:26:49.189" v="7216" actId="1076"/>
          <ac:picMkLst>
            <pc:docMk/>
            <pc:sldMk cId="346755360" sldId="600"/>
            <ac:picMk id="13" creationId="{031DBAE1-38F5-7A7B-E5CC-C0B3A4BF55DF}"/>
          </ac:picMkLst>
        </pc:picChg>
        <pc:picChg chg="add mod">
          <ac:chgData name="Alejandra León Barrera" userId="43512263486_tp_box_2" providerId="OAuth2" clId="{CE2DED1C-98E3-404D-AA29-8769E08C8A92}" dt="2026-06-12T23:26:43.893" v="7214" actId="1037"/>
          <ac:picMkLst>
            <pc:docMk/>
            <pc:sldMk cId="346755360" sldId="600"/>
            <ac:picMk id="15" creationId="{0C180B5D-E90B-1988-C178-476928ADABC6}"/>
          </ac:picMkLst>
        </pc:picChg>
      </pc:sldChg>
      <pc:sldChg chg="addSp modSp add mod">
        <pc:chgData name="Alejandra León Barrera" userId="43512263486_tp_box_2" providerId="OAuth2" clId="{CE2DED1C-98E3-404D-AA29-8769E08C8A92}" dt="2026-06-12T23:29:04.077" v="7232" actId="1076"/>
        <pc:sldMkLst>
          <pc:docMk/>
          <pc:sldMk cId="1617184339" sldId="601"/>
        </pc:sldMkLst>
        <pc:spChg chg="add mod">
          <ac:chgData name="Alejandra León Barrera" userId="43512263486_tp_box_2" providerId="OAuth2" clId="{CE2DED1C-98E3-404D-AA29-8769E08C8A92}" dt="2026-06-12T23:28:47.073" v="7229" actId="1076"/>
          <ac:spMkLst>
            <pc:docMk/>
            <pc:sldMk cId="1617184339" sldId="601"/>
            <ac:spMk id="4" creationId="{122585EF-033C-D7FE-F013-8E7358B2210F}"/>
          </ac:spMkLst>
        </pc:spChg>
        <pc:picChg chg="add mod">
          <ac:chgData name="Alejandra León Barrera" userId="43512263486_tp_box_2" providerId="OAuth2" clId="{CE2DED1C-98E3-404D-AA29-8769E08C8A92}" dt="2026-06-12T23:28:27.992" v="7227" actId="1076"/>
          <ac:picMkLst>
            <pc:docMk/>
            <pc:sldMk cId="1617184339" sldId="601"/>
            <ac:picMk id="3" creationId="{98A7AE25-CEE3-F43C-639E-911508235FDE}"/>
          </ac:picMkLst>
        </pc:picChg>
        <pc:picChg chg="add mod">
          <ac:chgData name="Alejandra León Barrera" userId="43512263486_tp_box_2" providerId="OAuth2" clId="{CE2DED1C-98E3-404D-AA29-8769E08C8A92}" dt="2026-06-12T23:29:04.077" v="7232" actId="1076"/>
          <ac:picMkLst>
            <pc:docMk/>
            <pc:sldMk cId="1617184339" sldId="601"/>
            <ac:picMk id="7" creationId="{B1D75E5D-3EBD-41F8-1E28-06FBDCD46584}"/>
          </ac:picMkLst>
        </pc:picChg>
      </pc:sldChg>
      <pc:sldChg chg="addSp delSp modSp add mod">
        <pc:chgData name="Alejandra León Barrera" userId="43512263486_tp_box_2" providerId="OAuth2" clId="{CE2DED1C-98E3-404D-AA29-8769E08C8A92}" dt="2026-06-12T23:31:02.392" v="7253" actId="1036"/>
        <pc:sldMkLst>
          <pc:docMk/>
          <pc:sldMk cId="2669024866" sldId="602"/>
        </pc:sldMkLst>
        <pc:spChg chg="add mod">
          <ac:chgData name="Alejandra León Barrera" userId="43512263486_tp_box_2" providerId="OAuth2" clId="{CE2DED1C-98E3-404D-AA29-8769E08C8A92}" dt="2026-06-12T23:30:34.030" v="7242" actId="1076"/>
          <ac:spMkLst>
            <pc:docMk/>
            <pc:sldMk cId="2669024866" sldId="602"/>
            <ac:spMk id="8" creationId="{8EA4AD1C-5996-8444-AC40-EFF04663005E}"/>
          </ac:spMkLst>
        </pc:spChg>
        <pc:picChg chg="add mod">
          <ac:chgData name="Alejandra León Barrera" userId="43512263486_tp_box_2" providerId="OAuth2" clId="{CE2DED1C-98E3-404D-AA29-8769E08C8A92}" dt="2026-06-12T23:30:09.467" v="7238" actId="1076"/>
          <ac:picMkLst>
            <pc:docMk/>
            <pc:sldMk cId="2669024866" sldId="602"/>
            <ac:picMk id="5" creationId="{8DCC1440-B452-32A9-8EAC-6C4819232652}"/>
          </ac:picMkLst>
        </pc:picChg>
        <pc:picChg chg="add mod">
          <ac:chgData name="Alejandra León Barrera" userId="43512263486_tp_box_2" providerId="OAuth2" clId="{CE2DED1C-98E3-404D-AA29-8769E08C8A92}" dt="2026-06-12T23:31:02.392" v="7253" actId="1036"/>
          <ac:picMkLst>
            <pc:docMk/>
            <pc:sldMk cId="2669024866" sldId="602"/>
            <ac:picMk id="10" creationId="{A0131132-C57E-36E8-BE5A-01867372F673}"/>
          </ac:picMkLst>
        </pc:picChg>
      </pc:sldChg>
      <pc:sldChg chg="addSp delSp modSp add mod ord">
        <pc:chgData name="Alejandra León Barrera" userId="43512263486_tp_box_2" providerId="OAuth2" clId="{CE2DED1C-98E3-404D-AA29-8769E08C8A92}" dt="2026-06-12T23:38:53.630" v="7671" actId="14100"/>
        <pc:sldMkLst>
          <pc:docMk/>
          <pc:sldMk cId="3432858972" sldId="603"/>
        </pc:sldMkLst>
        <pc:spChg chg="mod">
          <ac:chgData name="Alejandra León Barrera" userId="43512263486_tp_box_2" providerId="OAuth2" clId="{CE2DED1C-98E3-404D-AA29-8769E08C8A92}" dt="2026-06-12T23:38:53.630" v="7671" actId="14100"/>
          <ac:spMkLst>
            <pc:docMk/>
            <pc:sldMk cId="3432858972" sldId="603"/>
            <ac:spMk id="6" creationId="{7D227D7D-C79C-A806-EBEA-F58C069A5AB4}"/>
          </ac:spMkLst>
        </pc:spChg>
        <pc:picChg chg="add mod ord">
          <ac:chgData name="Alejandra León Barrera" userId="43512263486_tp_box_2" providerId="OAuth2" clId="{CE2DED1C-98E3-404D-AA29-8769E08C8A92}" dt="2026-06-12T23:33:53.053" v="7290" actId="1076"/>
          <ac:picMkLst>
            <pc:docMk/>
            <pc:sldMk cId="3432858972" sldId="603"/>
            <ac:picMk id="3" creationId="{873B9AE5-076D-07B0-8FEF-01D0D3A4858E}"/>
          </ac:picMkLst>
        </pc:picChg>
        <pc:picChg chg="mod">
          <ac:chgData name="Alejandra León Barrera" userId="43512263486_tp_box_2" providerId="OAuth2" clId="{CE2DED1C-98E3-404D-AA29-8769E08C8A92}" dt="2026-06-12T23:34:06.538" v="7302" actId="1037"/>
          <ac:picMkLst>
            <pc:docMk/>
            <pc:sldMk cId="3432858972" sldId="603"/>
            <ac:picMk id="14" creationId="{35246F4B-E04F-6328-F457-1212588E56B0}"/>
          </ac:picMkLst>
        </pc:picChg>
        <pc:picChg chg="mod">
          <ac:chgData name="Alejandra León Barrera" userId="43512263486_tp_box_2" providerId="OAuth2" clId="{CE2DED1C-98E3-404D-AA29-8769E08C8A92}" dt="2026-06-12T23:33:57.530" v="7296" actId="1036"/>
          <ac:picMkLst>
            <pc:docMk/>
            <pc:sldMk cId="3432858972" sldId="603"/>
            <ac:picMk id="16" creationId="{8B1C7801-975E-8A7A-28D5-04C0A0591DCE}"/>
          </ac:picMkLst>
        </pc:picChg>
        <pc:picChg chg="mod">
          <ac:chgData name="Alejandra León Barrera" userId="43512263486_tp_box_2" providerId="OAuth2" clId="{CE2DED1C-98E3-404D-AA29-8769E08C8A92}" dt="2026-06-12T23:34:08.397" v="7304" actId="1038"/>
          <ac:picMkLst>
            <pc:docMk/>
            <pc:sldMk cId="3432858972" sldId="603"/>
            <ac:picMk id="18" creationId="{E89E171E-8BB6-0738-55CF-0D30B17326CC}"/>
          </ac:picMkLst>
        </pc:picChg>
      </pc:sldChg>
      <pc:sldChg chg="addSp delSp modSp add mod ord">
        <pc:chgData name="Alejandra León Barrera" userId="43512263486_tp_box_2" providerId="OAuth2" clId="{CE2DED1C-98E3-404D-AA29-8769E08C8A92}" dt="2026-06-12T23:41:18.048" v="7692" actId="1038"/>
        <pc:sldMkLst>
          <pc:docMk/>
          <pc:sldMk cId="2931694574" sldId="604"/>
        </pc:sldMkLst>
        <pc:spChg chg="add mod">
          <ac:chgData name="Alejandra León Barrera" userId="43512263486_tp_box_2" providerId="OAuth2" clId="{CE2DED1C-98E3-404D-AA29-8769E08C8A92}" dt="2026-06-12T23:39:03.449" v="7675" actId="1076"/>
          <ac:spMkLst>
            <pc:docMk/>
            <pc:sldMk cId="2931694574" sldId="604"/>
            <ac:spMk id="6" creationId="{3ADBD71C-116D-C283-C098-3D99E54A5200}"/>
          </ac:spMkLst>
        </pc:spChg>
        <pc:spChg chg="mod">
          <ac:chgData name="Alejandra León Barrera" userId="43512263486_tp_box_2" providerId="OAuth2" clId="{CE2DED1C-98E3-404D-AA29-8769E08C8A92}" dt="2026-06-12T23:40:14.961" v="7682" actId="1076"/>
          <ac:spMkLst>
            <pc:docMk/>
            <pc:sldMk cId="2931694574" sldId="604"/>
            <ac:spMk id="7" creationId="{FDC5F9D4-6757-6CCE-5DED-E950967F3A43}"/>
          </ac:spMkLst>
        </pc:spChg>
        <pc:picChg chg="add mod">
          <ac:chgData name="Alejandra León Barrera" userId="43512263486_tp_box_2" providerId="OAuth2" clId="{CE2DED1C-98E3-404D-AA29-8769E08C8A92}" dt="2026-06-12T23:40:11.800" v="7681" actId="1076"/>
          <ac:picMkLst>
            <pc:docMk/>
            <pc:sldMk cId="2931694574" sldId="604"/>
            <ac:picMk id="3" creationId="{4F0ABD48-AB90-9283-863A-86BE86D58314}"/>
          </ac:picMkLst>
        </pc:picChg>
        <pc:picChg chg="add mod">
          <ac:chgData name="Alejandra León Barrera" userId="43512263486_tp_box_2" providerId="OAuth2" clId="{CE2DED1C-98E3-404D-AA29-8769E08C8A92}" dt="2026-06-12T23:40:11.800" v="7681" actId="1076"/>
          <ac:picMkLst>
            <pc:docMk/>
            <pc:sldMk cId="2931694574" sldId="604"/>
            <ac:picMk id="10" creationId="{7B4D21AA-1F3C-5C82-554D-1E61BA557311}"/>
          </ac:picMkLst>
        </pc:picChg>
        <pc:picChg chg="add mod">
          <ac:chgData name="Alejandra León Barrera" userId="43512263486_tp_box_2" providerId="OAuth2" clId="{CE2DED1C-98E3-404D-AA29-8769E08C8A92}" dt="2026-06-12T23:41:18.048" v="7692" actId="1038"/>
          <ac:picMkLst>
            <pc:docMk/>
            <pc:sldMk cId="2931694574" sldId="604"/>
            <ac:picMk id="12" creationId="{D326323D-69F0-7045-85F4-4D5CDA058CC6}"/>
          </ac:picMkLst>
        </pc:picChg>
        <pc:picChg chg="add mod">
          <ac:chgData name="Alejandra León Barrera" userId="43512263486_tp_box_2" providerId="OAuth2" clId="{CE2DED1C-98E3-404D-AA29-8769E08C8A92}" dt="2026-06-12T23:41:13.400" v="7688" actId="1076"/>
          <ac:picMkLst>
            <pc:docMk/>
            <pc:sldMk cId="2931694574" sldId="604"/>
            <ac:picMk id="14" creationId="{0A613560-E0A4-67F0-6688-48D9AD746FDD}"/>
          </ac:picMkLst>
        </pc:picChg>
      </pc:sldChg>
      <pc:sldChg chg="addSp delSp modSp add mod">
        <pc:chgData name="Alejandra León Barrera" userId="43512263486_tp_box_2" providerId="OAuth2" clId="{CE2DED1C-98E3-404D-AA29-8769E08C8A92}" dt="2026-06-18T21:31:29.392" v="7775" actId="20577"/>
        <pc:sldMkLst>
          <pc:docMk/>
          <pc:sldMk cId="1145711254" sldId="605"/>
        </pc:sldMkLst>
        <pc:spChg chg="add mod">
          <ac:chgData name="Alejandra León Barrera" userId="43512263486_tp_box_2" providerId="OAuth2" clId="{CE2DED1C-98E3-404D-AA29-8769E08C8A92}" dt="2026-06-12T23:40:55.449" v="7685" actId="1076"/>
          <ac:spMkLst>
            <pc:docMk/>
            <pc:sldMk cId="1145711254" sldId="605"/>
            <ac:spMk id="2" creationId="{3519FE99-AF7F-84AF-F9D6-BB534F2D571C}"/>
          </ac:spMkLst>
        </pc:spChg>
        <pc:spChg chg="mod">
          <ac:chgData name="Alejandra León Barrera" userId="43512263486_tp_box_2" providerId="OAuth2" clId="{CE2DED1C-98E3-404D-AA29-8769E08C8A92}" dt="2026-06-18T21:31:29.392" v="7775" actId="20577"/>
          <ac:spMkLst>
            <pc:docMk/>
            <pc:sldMk cId="1145711254" sldId="605"/>
            <ac:spMk id="8" creationId="{EBA4F90A-4725-A4A9-A651-099B045C1F8A}"/>
          </ac:spMkLst>
        </pc:spChg>
        <pc:picChg chg="add mod">
          <ac:chgData name="Alejandra León Barrera" userId="43512263486_tp_box_2" providerId="OAuth2" clId="{CE2DED1C-98E3-404D-AA29-8769E08C8A92}" dt="2026-06-12T23:38:42.338" v="7669" actId="1076"/>
          <ac:picMkLst>
            <pc:docMk/>
            <pc:sldMk cId="1145711254" sldId="605"/>
            <ac:picMk id="5" creationId="{9008F7C4-5428-20F4-21CE-B7D9D2DEAAD7}"/>
          </ac:picMkLst>
        </pc:picChg>
        <pc:picChg chg="add mod">
          <ac:chgData name="Alejandra León Barrera" userId="43512263486_tp_box_2" providerId="OAuth2" clId="{CE2DED1C-98E3-404D-AA29-8769E08C8A92}" dt="2026-06-12T23:41:38.910" v="7700" actId="1036"/>
          <ac:picMkLst>
            <pc:docMk/>
            <pc:sldMk cId="1145711254" sldId="605"/>
            <ac:picMk id="6" creationId="{2DCF07C2-B71C-2E27-A409-175831869EE2}"/>
          </ac:picMkLst>
        </pc:picChg>
      </pc:sldChg>
      <pc:sldChg chg="addSp delSp modSp add mod">
        <pc:chgData name="Alejandra León Barrera" userId="43512263486_tp_box_2" providerId="OAuth2" clId="{CE2DED1C-98E3-404D-AA29-8769E08C8A92}" dt="2026-06-18T21:47:13.189" v="7867" actId="113"/>
        <pc:sldMkLst>
          <pc:docMk/>
          <pc:sldMk cId="1678801801" sldId="606"/>
        </pc:sldMkLst>
        <pc:spChg chg="mod">
          <ac:chgData name="Alejandra León Barrera" userId="43512263486_tp_box_2" providerId="OAuth2" clId="{CE2DED1C-98E3-404D-AA29-8769E08C8A92}" dt="2026-06-18T21:47:13.189" v="7867" actId="113"/>
          <ac:spMkLst>
            <pc:docMk/>
            <pc:sldMk cId="1678801801" sldId="606"/>
            <ac:spMk id="7" creationId="{5A2A8493-7498-FED3-77A7-821EEA8F5D85}"/>
          </ac:spMkLst>
        </pc:spChg>
        <pc:spChg chg="mod">
          <ac:chgData name="Alejandra León Barrera" userId="43512263486_tp_box_2" providerId="OAuth2" clId="{CE2DED1C-98E3-404D-AA29-8769E08C8A92}" dt="2026-06-18T21:32:08.560" v="7781" actId="1076"/>
          <ac:spMkLst>
            <pc:docMk/>
            <pc:sldMk cId="1678801801" sldId="606"/>
            <ac:spMk id="8" creationId="{749B9528-CA62-2377-58A0-4656EBFC49F5}"/>
          </ac:spMkLst>
        </pc:spChg>
        <pc:picChg chg="add mod">
          <ac:chgData name="Alejandra León Barrera" userId="43512263486_tp_box_2" providerId="OAuth2" clId="{CE2DED1C-98E3-404D-AA29-8769E08C8A92}" dt="2026-06-18T21:32:04.575" v="7779" actId="1076"/>
          <ac:picMkLst>
            <pc:docMk/>
            <pc:sldMk cId="1678801801" sldId="606"/>
            <ac:picMk id="3" creationId="{F4BAD0BC-BF1E-9C51-09B6-B26343DD9F6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19/06/2026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9</a:t>
            </a:fld>
            <a:endParaRPr lang="es-CO"/>
          </a:p>
        </p:txBody>
      </p:sp>
    </p:spTree>
    <p:extLst>
      <p:ext uri="{BB962C8B-B14F-4D97-AF65-F5344CB8AC3E}">
        <p14:creationId xmlns:p14="http://schemas.microsoft.com/office/powerpoint/2010/main" val="38117517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34837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03272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390447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842387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02641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8174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88668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9352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2062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070171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948343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46797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16348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01056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1322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940306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23341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663361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350568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345723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58301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952755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5852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46381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2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2161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4778244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43858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3666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89027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81436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32876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270941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98994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05437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719786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1.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 id="2147483730"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63922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9.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9.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9.xml"/></Relationships>
</file>

<file path=ppt/slides/_rels/slide2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9.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9.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9.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9.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9.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9.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9.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8.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9.png"/><Relationship Id="rId1" Type="http://schemas.openxmlformats.org/officeDocument/2006/relationships/slideLayout" Target="../slideLayouts/slideLayout69.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0.png"/><Relationship Id="rId1" Type="http://schemas.openxmlformats.org/officeDocument/2006/relationships/slideLayout" Target="../slideLayouts/slideLayout69.xml"/><Relationship Id="rId5" Type="http://schemas.openxmlformats.org/officeDocument/2006/relationships/image" Target="../media/image41.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6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9.xml"/><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1.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9.xml"/><Relationship Id="rId5" Type="http://schemas.openxmlformats.org/officeDocument/2006/relationships/image" Target="../media/image21.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9.xml"/><Relationship Id="rId6" Type="http://schemas.openxmlformats.org/officeDocument/2006/relationships/image" Target="../media/image47.png"/><Relationship Id="rId5" Type="http://schemas.openxmlformats.org/officeDocument/2006/relationships/image" Target="../media/image41.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6.png"/><Relationship Id="rId1" Type="http://schemas.openxmlformats.org/officeDocument/2006/relationships/slideLayout" Target="../slideLayouts/slideLayout69.xml"/><Relationship Id="rId5" Type="http://schemas.openxmlformats.org/officeDocument/2006/relationships/image" Target="../media/image45.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8.png"/><Relationship Id="rId1" Type="http://schemas.openxmlformats.org/officeDocument/2006/relationships/slideLayout" Target="../slideLayouts/slideLayout69.xml"/></Relationships>
</file>

<file path=ppt/slides/_rels/slide4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0.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63.png"/><Relationship Id="rId1" Type="http://schemas.openxmlformats.org/officeDocument/2006/relationships/slideLayout" Target="../slideLayouts/slideLayout6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9.xm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5.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7.png"/><Relationship Id="rId1" Type="http://schemas.openxmlformats.org/officeDocument/2006/relationships/slideLayout" Target="../slideLayouts/slideLayout69.xml"/><Relationship Id="rId5" Type="http://schemas.openxmlformats.org/officeDocument/2006/relationships/image" Target="../media/image22.png"/><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8.png"/><Relationship Id="rId1" Type="http://schemas.openxmlformats.org/officeDocument/2006/relationships/slideLayout" Target="../slideLayouts/slideLayout69.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9.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8.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9.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22.png"/></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1.png"/><Relationship Id="rId1" Type="http://schemas.openxmlformats.org/officeDocument/2006/relationships/slideLayout" Target="../slideLayouts/slideLayout6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9.xml"/></Relationships>
</file>

<file path=ppt/slides/_rels/slide5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9.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9.xml"/></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4.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75.png"/><Relationship Id="rId1" Type="http://schemas.openxmlformats.org/officeDocument/2006/relationships/slideLayout" Target="../slideLayouts/slideLayout69.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6.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7.png"/><Relationship Id="rId1" Type="http://schemas.openxmlformats.org/officeDocument/2006/relationships/slideLayout" Target="../slideLayouts/slideLayout69.xml"/></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2.png"/><Relationship Id="rId1" Type="http://schemas.openxmlformats.org/officeDocument/2006/relationships/slideLayout" Target="../slideLayouts/slideLayout69.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9.png"/><Relationship Id="rId1" Type="http://schemas.openxmlformats.org/officeDocument/2006/relationships/slideLayout" Target="../slideLayouts/slideLayout69.xml"/></Relationships>
</file>

<file path=ppt/slides/_rels/slide6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9.xml"/><Relationship Id="rId5" Type="http://schemas.openxmlformats.org/officeDocument/2006/relationships/image" Target="../media/image41.png"/><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82.png"/><Relationship Id="rId1" Type="http://schemas.openxmlformats.org/officeDocument/2006/relationships/slideLayout" Target="../slideLayouts/slideLayout69.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83.png"/><Relationship Id="rId1" Type="http://schemas.openxmlformats.org/officeDocument/2006/relationships/slideLayout" Target="../slideLayouts/slideLayout69.xml"/><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50.png"/><Relationship Id="rId2" Type="http://schemas.openxmlformats.org/officeDocument/2006/relationships/image" Target="../media/image84.png"/><Relationship Id="rId1" Type="http://schemas.openxmlformats.org/officeDocument/2006/relationships/slideLayout" Target="../slideLayouts/slideLayout69.xml"/><Relationship Id="rId6" Type="http://schemas.openxmlformats.org/officeDocument/2006/relationships/image" Target="../media/image49.png"/><Relationship Id="rId5" Type="http://schemas.openxmlformats.org/officeDocument/2006/relationships/image" Target="../media/image86.png"/><Relationship Id="rId4" Type="http://schemas.openxmlformats.org/officeDocument/2006/relationships/image" Target="../media/image85.png"/></Relationships>
</file>

<file path=ppt/slides/_rels/slide7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69.xml"/></Relationships>
</file>

<file path=ppt/slides/_rels/slide7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69.xml"/></Relationships>
</file>

<file path=ppt/slides/_rels/slide7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69.xml"/></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2.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2.png"/><Relationship Id="rId1" Type="http://schemas.openxmlformats.org/officeDocument/2006/relationships/slideLayout" Target="../slideLayouts/slideLayout69.xml"/><Relationship Id="rId5" Type="http://schemas.openxmlformats.org/officeDocument/2006/relationships/image" Target="../media/image93.png"/><Relationship Id="rId4" Type="http://schemas.openxmlformats.org/officeDocument/2006/relationships/image" Target="../media/image19.png"/></Relationships>
</file>

<file path=ppt/slides/_rels/slide7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1.png"/><Relationship Id="rId1" Type="http://schemas.openxmlformats.org/officeDocument/2006/relationships/slideLayout" Target="../slideLayouts/slideLayout6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9.xml"/></Relationships>
</file>

<file path=ppt/slides/_rels/slide7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9.xml"/></Relationships>
</file>

<file path=ppt/slides/_rels/slide8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6.png"/><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7.png"/><Relationship Id="rId1" Type="http://schemas.openxmlformats.org/officeDocument/2006/relationships/slideLayout" Target="../slideLayouts/slideLayout69.xml"/></Relationships>
</file>

<file path=ppt/slides/_rels/slide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8.png"/><Relationship Id="rId1" Type="http://schemas.openxmlformats.org/officeDocument/2006/relationships/slideLayout" Target="../slideLayouts/slideLayout69.xml"/></Relationships>
</file>

<file path=ppt/slides/_rels/slide8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69.xml"/><Relationship Id="rId5" Type="http://schemas.openxmlformats.org/officeDocument/2006/relationships/image" Target="../media/image21.png"/><Relationship Id="rId4" Type="http://schemas.openxmlformats.org/officeDocument/2006/relationships/image" Target="../media/image24.png"/></Relationships>
</file>

<file path=ppt/slides/_rels/slide8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01.png"/><Relationship Id="rId1" Type="http://schemas.openxmlformats.org/officeDocument/2006/relationships/slideLayout" Target="../slideLayouts/slideLayout69.xml"/></Relationships>
</file>

<file path=ppt/slides/_rels/slide8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2.png"/><Relationship Id="rId1" Type="http://schemas.openxmlformats.org/officeDocument/2006/relationships/slideLayout" Target="../slideLayouts/slideLayout69.xml"/><Relationship Id="rId4" Type="http://schemas.openxmlformats.org/officeDocument/2006/relationships/image" Target="../media/image47.png"/></Relationships>
</file>

<file path=ppt/slides/_rels/slide86.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5.png"/><Relationship Id="rId2" Type="http://schemas.openxmlformats.org/officeDocument/2006/relationships/image" Target="../media/image103.png"/><Relationship Id="rId1" Type="http://schemas.openxmlformats.org/officeDocument/2006/relationships/slideLayout" Target="../slideLayouts/slideLayout69.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86.png"/></Relationships>
</file>

<file path=ppt/slides/_rels/slide8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04.png"/><Relationship Id="rId1" Type="http://schemas.openxmlformats.org/officeDocument/2006/relationships/slideLayout" Target="../slideLayouts/slideLayout69.xml"/></Relationships>
</file>

<file path=ppt/slides/_rels/slide8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05.png"/><Relationship Id="rId1" Type="http://schemas.openxmlformats.org/officeDocument/2006/relationships/slideLayout" Target="../slideLayouts/slideLayout69.xml"/></Relationships>
</file>

<file path=ppt/slides/_rels/slide8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6.png"/><Relationship Id="rId1" Type="http://schemas.openxmlformats.org/officeDocument/2006/relationships/slideLayout" Target="../slideLayouts/slideLayout69.xml"/><Relationship Id="rId5" Type="http://schemas.openxmlformats.org/officeDocument/2006/relationships/image" Target="../media/image19.png"/><Relationship Id="rId4" Type="http://schemas.openxmlformats.org/officeDocument/2006/relationships/image" Target="../media/image17.png"/></Relationships>
</file>

<file path=ppt/slides/_rels/slide9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69.xml"/><Relationship Id="rId5" Type="http://schemas.openxmlformats.org/officeDocument/2006/relationships/image" Target="../media/image22.png"/><Relationship Id="rId4" Type="http://schemas.openxmlformats.org/officeDocument/2006/relationships/image" Target="../media/image21.png"/></Relationships>
</file>

<file path=ppt/slides/_rels/slide9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9.png"/><Relationship Id="rId1" Type="http://schemas.openxmlformats.org/officeDocument/2006/relationships/slideLayout" Target="../slideLayouts/slideLayout69.xml"/></Relationships>
</file>

<file path=ppt/slides/_rels/slide9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69.xml"/></Relationships>
</file>

<file path=ppt/slides/_rels/slide9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3398767"/>
            <a:ext cx="6310242" cy="1222707"/>
          </a:xfrm>
        </p:spPr>
        <p:txBody>
          <a:bodyPr/>
          <a:lstStyle/>
          <a:p>
            <a:r>
              <a:rPr lang="es-CO" sz="4400" dirty="0"/>
              <a:t>Gestionar la matrícula</a:t>
            </a:r>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a:xfrm>
            <a:off x="556902" y="5609784"/>
            <a:ext cx="3032274" cy="398058"/>
          </a:xfrm>
        </p:spPr>
        <p:txBody>
          <a:bodyPr/>
          <a:lstStyle/>
          <a:p>
            <a:r>
              <a:rPr lang="es-ES" dirty="0"/>
              <a:t>Faver Herrera Mejia</a:t>
            </a:r>
          </a:p>
          <a:p>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8" name="Marcador de posición de imagen 17">
            <a:extLst>
              <a:ext uri="{FF2B5EF4-FFF2-40B4-BE49-F238E27FC236}">
                <a16:creationId xmlns:a16="http://schemas.microsoft.com/office/drawing/2014/main" id="{5016D2BD-5D39-9A0D-9E81-B6400D9E142B}"/>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599123417"/>
              </p:ext>
            </p:extLst>
          </p:nvPr>
        </p:nvGraphicFramePr>
        <p:xfrm>
          <a:off x="574223" y="1934479"/>
          <a:ext cx="11130097"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9971248">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la matrícula</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1382632" y="233948"/>
            <a:ext cx="9418021"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err="1">
                <a:solidFill>
                  <a:schemeClr val="accent1"/>
                </a:solidFill>
              </a:rPr>
              <a:t>Overview</a:t>
            </a:r>
            <a:r>
              <a:rPr lang="es-ES_tradnl" sz="3200" dirty="0">
                <a:solidFill>
                  <a:schemeClr val="accent1"/>
                </a:solidFill>
              </a:rPr>
              <a:t>: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rcRect l="1062" t="775" b="-1"/>
          <a:stretch>
            <a:fillRect/>
          </a:stretch>
        </p:blipFill>
        <p:spPr>
          <a:xfrm>
            <a:off x="128015" y="996696"/>
            <a:ext cx="11927254" cy="5010911"/>
          </a:xfrm>
          <a:prstGeom prst="rect">
            <a:avLst/>
          </a:prstGeom>
        </p:spPr>
      </p:pic>
      <p:sp>
        <p:nvSpPr>
          <p:cNvPr id="9" name="Rectángulo 8">
            <a:extLst>
              <a:ext uri="{FF2B5EF4-FFF2-40B4-BE49-F238E27FC236}">
                <a16:creationId xmlns:a16="http://schemas.microsoft.com/office/drawing/2014/main" id="{7C11DADF-0433-67D5-BCFF-E624B413DB32}"/>
              </a:ext>
            </a:extLst>
          </p:cNvPr>
          <p:cNvSpPr/>
          <p:nvPr/>
        </p:nvSpPr>
        <p:spPr>
          <a:xfrm>
            <a:off x="8641080" y="2322576"/>
            <a:ext cx="676656" cy="55778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
        <p:nvSpPr>
          <p:cNvPr id="2" name="Rectángulo 1">
            <a:extLst>
              <a:ext uri="{FF2B5EF4-FFF2-40B4-BE49-F238E27FC236}">
                <a16:creationId xmlns:a16="http://schemas.microsoft.com/office/drawing/2014/main" id="{721A1DC8-C68A-CA30-5658-EEC964804FF2}"/>
              </a:ext>
            </a:extLst>
          </p:cNvPr>
          <p:cNvSpPr/>
          <p:nvPr/>
        </p:nvSpPr>
        <p:spPr>
          <a:xfrm>
            <a:off x="9374188" y="2322576"/>
            <a:ext cx="676657" cy="55778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014984" y="448056"/>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Capacidad Operativa Gestión de la Matrícula Financiera y Cargos a Estudiantes</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746504"/>
            <a:ext cx="9962587" cy="4006908"/>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Gestionar los conceptos de configuración de la cuenta corriente</a:t>
            </a:r>
          </a:p>
          <a:p>
            <a:pPr>
              <a:buClr>
                <a:srgbClr val="0CB4B4"/>
              </a:buClr>
              <a:buBlip>
                <a:blip r:embed="rId2"/>
              </a:buBlip>
            </a:pPr>
            <a:r>
              <a:rPr lang="es-CO" sz="2400" dirty="0"/>
              <a:t> 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a:t>
            </a:r>
            <a:r>
              <a:rPr lang="es-CO" sz="2400" b="1" dirty="0">
                <a:solidFill>
                  <a:schemeClr val="accent1"/>
                </a:solidFill>
              </a:rPr>
              <a:t>Gestionar la matrícula</a:t>
            </a:r>
          </a:p>
          <a:p>
            <a:pPr>
              <a:buClr>
                <a:srgbClr val="0CB4B4"/>
              </a:buClr>
              <a:buBlip>
                <a:blip r:embed="rId2"/>
              </a:buBlip>
            </a:pPr>
            <a:r>
              <a:rPr lang="es-CO" sz="2400" dirty="0"/>
              <a:t> 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Gestionar la cuenta corriente</a:t>
            </a:r>
          </a:p>
          <a:p>
            <a:pPr>
              <a:buClr>
                <a:srgbClr val="0CB4B4"/>
              </a:buClr>
              <a:buBlip>
                <a:blip r:embed="rId2"/>
              </a:buBlip>
            </a:pPr>
            <a:r>
              <a:rPr lang="es-CO" sz="2400" dirty="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D37-CDA9-D682-B97A-5DDF3300299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E638EA4-C530-CFF6-F456-E83A811D4142}"/>
              </a:ext>
            </a:extLst>
          </p:cNvPr>
          <p:cNvSpPr txBox="1">
            <a:spLocks/>
          </p:cNvSpPr>
          <p:nvPr/>
        </p:nvSpPr>
        <p:spPr>
          <a:xfrm>
            <a:off x="857251" y="237744"/>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Gestionar la matrícula</a:t>
            </a:r>
          </a:p>
          <a:p>
            <a:endParaRPr lang="es-CL" dirty="0"/>
          </a:p>
        </p:txBody>
      </p:sp>
      <p:sp>
        <p:nvSpPr>
          <p:cNvPr id="4" name="Marcador de texto 1">
            <a:extLst>
              <a:ext uri="{FF2B5EF4-FFF2-40B4-BE49-F238E27FC236}">
                <a16:creationId xmlns:a16="http://schemas.microsoft.com/office/drawing/2014/main" id="{48D7EFB0-139D-497B-CE16-7D4D59985C61}"/>
              </a:ext>
            </a:extLst>
          </p:cNvPr>
          <p:cNvSpPr txBox="1">
            <a:spLocks/>
          </p:cNvSpPr>
          <p:nvPr/>
        </p:nvSpPr>
        <p:spPr>
          <a:xfrm>
            <a:off x="857250" y="1048380"/>
            <a:ext cx="10477497" cy="431914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000" dirty="0"/>
              <a:t>Comprende los procedimientos de configuración de códigos de estatus de inscripción para estimación de cuotas por cargos de matrícula, arancel o pensión.</a:t>
            </a:r>
          </a:p>
          <a:p>
            <a:pPr>
              <a:buClr>
                <a:srgbClr val="0CB4B4"/>
              </a:buClr>
              <a:buBlip>
                <a:blip r:embed="rId2"/>
              </a:buBlip>
            </a:pPr>
            <a:r>
              <a:rPr lang="es-CO" sz="2000" dirty="0"/>
              <a:t>Comprende la definición de códigos de estatus de ingreso y cursos que determinan la generación de cobros y las condiciones de reembolso.</a:t>
            </a:r>
          </a:p>
          <a:p>
            <a:pPr>
              <a:buClr>
                <a:srgbClr val="0CB4B4"/>
              </a:buClr>
              <a:buBlip>
                <a:blip r:embed="rId2"/>
              </a:buBlip>
            </a:pPr>
            <a:r>
              <a:rPr lang="es-CO" sz="2000" dirty="0"/>
              <a:t> Se define la asignación de fechas de inicio y fin de vigencia, junto con porcentajes de reembolso, para cada estatus de inscripción.</a:t>
            </a:r>
          </a:p>
          <a:p>
            <a:pPr>
              <a:buClr>
                <a:srgbClr val="0CB4B4"/>
              </a:buClr>
              <a:buBlip>
                <a:blip r:embed="rId2"/>
              </a:buBlip>
            </a:pPr>
            <a:r>
              <a:rPr lang="es-CO" sz="2000" dirty="0"/>
              <a:t>Validar los resultados de los valores a cobrar por matrícula, arancel o pensión según periodo académico, programa, plan de estudios y registro de cursos.</a:t>
            </a:r>
          </a:p>
          <a:p>
            <a:pPr>
              <a:buClr>
                <a:srgbClr val="0CB4B4"/>
              </a:buClr>
              <a:buBlip>
                <a:blip r:embed="rId2"/>
              </a:buBlip>
            </a:pPr>
            <a:r>
              <a:rPr lang="es-CO" sz="2000" dirty="0"/>
              <a:t>Permitir actualizar de manera masiva los estatus de inscripción de los estudiantes, aplicando reglas definidas por periodo académico para reflejar cambios como retiros, bajas o modificaciones en la matrícula, realizando recalculo en estos valores. </a:t>
            </a:r>
          </a:p>
          <a:p>
            <a:pPr marL="0" indent="0">
              <a:buClr>
                <a:srgbClr val="0CB4B4"/>
              </a:buClr>
              <a:buNone/>
            </a:pPr>
            <a:endParaRPr lang="es-CO" sz="2000" dirty="0"/>
          </a:p>
          <a:p>
            <a:pPr marL="0" indent="0">
              <a:buClr>
                <a:srgbClr val="0CB4B4"/>
              </a:buClr>
              <a:buNone/>
            </a:pPr>
            <a:endParaRPr lang="es-CO" sz="2000" dirty="0"/>
          </a:p>
          <a:p>
            <a:pPr marL="0" indent="0">
              <a:buClr>
                <a:srgbClr val="0CB4B4"/>
              </a:buClr>
              <a:buNone/>
            </a:pPr>
            <a:endParaRPr lang="es-CO" sz="2000" dirty="0"/>
          </a:p>
        </p:txBody>
      </p:sp>
    </p:spTree>
    <p:extLst>
      <p:ext uri="{BB962C8B-B14F-4D97-AF65-F5344CB8AC3E}">
        <p14:creationId xmlns:p14="http://schemas.microsoft.com/office/powerpoint/2010/main" val="88286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757860" y="259264"/>
            <a:ext cx="7005395"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la matrícula</a:t>
            </a:r>
          </a:p>
          <a:p>
            <a:endParaRPr lang="es-CO" sz="3000" dirty="0"/>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1205196" y="286696"/>
            <a:ext cx="5912209" cy="53626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la matrícula</a:t>
            </a:r>
          </a:p>
          <a:p>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6">
            <a:extLst>
              <a:ext uri="{FF2B5EF4-FFF2-40B4-BE49-F238E27FC236}">
                <a16:creationId xmlns:a16="http://schemas.microsoft.com/office/drawing/2014/main" id="{D18961A5-D875-C3C7-6910-80179D77E101}"/>
              </a:ext>
            </a:extLst>
          </p:cNvPr>
          <p:cNvSpPr txBox="1">
            <a:spLocks/>
          </p:cNvSpPr>
          <p:nvPr/>
        </p:nvSpPr>
        <p:spPr>
          <a:xfrm>
            <a:off x="566045" y="3868221"/>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la matrícula</a:t>
            </a:r>
          </a:p>
          <a:p>
            <a:pPr marL="0" indent="0">
              <a:buNone/>
            </a:pPr>
            <a:endParaRPr lang="en-US" sz="2000" dirty="0">
              <a:solidFill>
                <a:schemeClr val="bg1"/>
              </a:solidFill>
            </a:endParaRPr>
          </a:p>
        </p:txBody>
      </p:sp>
      <p:sp>
        <p:nvSpPr>
          <p:cNvPr id="4" name="Marcador de texto 1">
            <a:extLst>
              <a:ext uri="{FF2B5EF4-FFF2-40B4-BE49-F238E27FC236}">
                <a16:creationId xmlns:a16="http://schemas.microsoft.com/office/drawing/2014/main" id="{2680AF34-2C87-1231-1FEC-4C42C68B9AED}"/>
              </a:ext>
            </a:extLst>
          </p:cNvPr>
          <p:cNvSpPr txBox="1">
            <a:spLocks/>
          </p:cNvSpPr>
          <p:nvPr/>
        </p:nvSpPr>
        <p:spPr>
          <a:xfrm>
            <a:off x="566045" y="2455251"/>
            <a:ext cx="10363202" cy="1333891"/>
          </a:xfrm>
          <a:prstGeom prst="rect">
            <a:avLst/>
          </a:prstGeom>
        </p:spPr>
        <p:txBody>
          <a:bodyPr vert="horz" lIns="0" tIns="0" rIns="0" bIns="0" rtlCol="0">
            <a:spAutoFit/>
          </a:bodyPr>
          <a:lstStyle>
            <a:lvl1pPr marL="0" indent="0" algn="ctr" defTabSz="914400" rtl="0" eaLnBrk="1" latinLnBrk="0" hangingPunct="1">
              <a:lnSpc>
                <a:spcPct val="90000"/>
              </a:lnSpc>
              <a:spcBef>
                <a:spcPts val="0"/>
              </a:spcBef>
              <a:spcAft>
                <a:spcPts val="600"/>
              </a:spcAft>
              <a:buFont typeface="Arial" panose="020B0604020202020204" pitchFamily="34" charset="0"/>
              <a:buNone/>
              <a:defRPr sz="4800" b="1"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s-CO" dirty="0"/>
              <a:t>Definir la configuración de códigos de estatus de inscripción</a:t>
            </a:r>
          </a:p>
        </p:txBody>
      </p:sp>
    </p:spTree>
    <p:extLst>
      <p:ext uri="{BB962C8B-B14F-4D97-AF65-F5344CB8AC3E}">
        <p14:creationId xmlns:p14="http://schemas.microsoft.com/office/powerpoint/2010/main" val="67741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1176600" y="753040"/>
            <a:ext cx="5628300"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la matrícula</a:t>
            </a:r>
          </a:p>
          <a:p>
            <a:r>
              <a:rPr lang="es-ES_tradnl" sz="3000" dirty="0"/>
              <a:t> </a:t>
            </a:r>
            <a:endParaRPr lang="es-CL" sz="3000" dirty="0"/>
          </a:p>
        </p:txBody>
      </p:sp>
      <p:pic>
        <p:nvPicPr>
          <p:cNvPr id="4" name="Imagen 3" descr="Diagrama&#10;&#10;Descripción generada automáticamente">
            <a:extLst>
              <a:ext uri="{FF2B5EF4-FFF2-40B4-BE49-F238E27FC236}">
                <a16:creationId xmlns:a16="http://schemas.microsoft.com/office/drawing/2014/main" id="{E1E8A2B5-FC47-401C-A0BA-73A7F4664C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487" t="4013" r="4345" b="3683"/>
          <a:stretch/>
        </p:blipFill>
        <p:spPr bwMode="auto">
          <a:xfrm>
            <a:off x="1176600" y="1972754"/>
            <a:ext cx="9838800" cy="265288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1919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4B036F88-D37A-FFB6-154B-1DC209CF56C9}"/>
              </a:ext>
            </a:extLst>
          </p:cNvPr>
          <p:cNvSpPr>
            <a:spLocks noGrp="1"/>
          </p:cNvSpPr>
          <p:nvPr>
            <p:ph type="body" sz="quarter" idx="11"/>
          </p:nvPr>
        </p:nvSpPr>
        <p:spPr>
          <a:xfrm>
            <a:off x="841247" y="4088796"/>
            <a:ext cx="3511297" cy="389915"/>
          </a:xfrm>
        </p:spPr>
        <p:txBody>
          <a:bodyPr/>
          <a:lstStyle/>
          <a:p>
            <a:pPr algn="l"/>
            <a:r>
              <a:rPr lang="es-CO" dirty="0"/>
              <a:t>Gestionar la matrícula</a:t>
            </a:r>
          </a:p>
        </p:txBody>
      </p:sp>
      <p:sp>
        <p:nvSpPr>
          <p:cNvPr id="5" name="Marcador de texto 1">
            <a:extLst>
              <a:ext uri="{FF2B5EF4-FFF2-40B4-BE49-F238E27FC236}">
                <a16:creationId xmlns:a16="http://schemas.microsoft.com/office/drawing/2014/main" id="{08189ACF-57C2-6B30-03EB-5F9E991675AA}"/>
              </a:ext>
            </a:extLst>
          </p:cNvPr>
          <p:cNvSpPr txBox="1">
            <a:spLocks/>
          </p:cNvSpPr>
          <p:nvPr/>
        </p:nvSpPr>
        <p:spPr>
          <a:xfrm>
            <a:off x="447173" y="3067876"/>
            <a:ext cx="8313737" cy="1410835"/>
          </a:xfrm>
          <a:prstGeom prst="rect">
            <a:avLst/>
          </a:prstGeom>
        </p:spPr>
        <p:txBody>
          <a:bodyPr vert="horz" lIns="0" tIns="0" rIns="0" bIns="0" rtlCol="0">
            <a:spAutoFit/>
          </a:bodyPr>
          <a:lstStyle>
            <a:lvl1pPr marL="0" indent="0" algn="ctr" defTabSz="914400" rtl="0" eaLnBrk="1" latinLnBrk="0" hangingPunct="1">
              <a:lnSpc>
                <a:spcPct val="90000"/>
              </a:lnSpc>
              <a:spcBef>
                <a:spcPts val="0"/>
              </a:spcBef>
              <a:spcAft>
                <a:spcPts val="600"/>
              </a:spcAft>
              <a:buFont typeface="Arial" panose="020B0604020202020204" pitchFamily="34" charset="0"/>
              <a:buNone/>
              <a:defRPr sz="4800" b="1"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Estatus Inscripción Ingreso </a:t>
            </a:r>
          </a:p>
          <a:p>
            <a:endParaRPr lang="es-CO" dirty="0"/>
          </a:p>
        </p:txBody>
      </p:sp>
    </p:spTree>
    <p:extLst>
      <p:ext uri="{BB962C8B-B14F-4D97-AF65-F5344CB8AC3E}">
        <p14:creationId xmlns:p14="http://schemas.microsoft.com/office/powerpoint/2010/main" val="3388674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22DD91FD-189C-54E1-9584-182024346DA8}"/>
              </a:ext>
            </a:extLst>
          </p:cNvPr>
          <p:cNvSpPr txBox="1">
            <a:spLocks/>
          </p:cNvSpPr>
          <p:nvPr/>
        </p:nvSpPr>
        <p:spPr>
          <a:xfrm>
            <a:off x="1304397" y="632253"/>
            <a:ext cx="9723267"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419" dirty="0">
                <a:solidFill>
                  <a:schemeClr val="tx1"/>
                </a:solidFill>
              </a:rPr>
              <a:t>STVTERM - </a:t>
            </a:r>
            <a:r>
              <a:rPr lang="es-CO" dirty="0">
                <a:solidFill>
                  <a:schemeClr val="tx1"/>
                </a:solidFill>
              </a:rPr>
              <a:t>Validación del código de periodo</a:t>
            </a:r>
            <a:br>
              <a:rPr lang="es-419" dirty="0">
                <a:solidFill>
                  <a:schemeClr val="tx1"/>
                </a:solidFill>
              </a:rPr>
            </a:br>
            <a:endParaRPr lang="es-ES_tradnl" dirty="0">
              <a:solidFill>
                <a:schemeClr val="tx1"/>
              </a:solidFill>
            </a:endParaRPr>
          </a:p>
        </p:txBody>
      </p:sp>
      <p:sp>
        <p:nvSpPr>
          <p:cNvPr id="5" name="Rectángulo: esquinas redondeadas 4">
            <a:extLst>
              <a:ext uri="{FF2B5EF4-FFF2-40B4-BE49-F238E27FC236}">
                <a16:creationId xmlns:a16="http://schemas.microsoft.com/office/drawing/2014/main" id="{647AEA28-A0E3-B6AF-8141-91A694502C3C}"/>
              </a:ext>
            </a:extLst>
          </p:cNvPr>
          <p:cNvSpPr/>
          <p:nvPr/>
        </p:nvSpPr>
        <p:spPr>
          <a:xfrm>
            <a:off x="1377549" y="4465855"/>
            <a:ext cx="9583200" cy="8985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Antes de configurar los </a:t>
            </a:r>
            <a:r>
              <a:rPr lang="es-CO" sz="1200" b="1" dirty="0"/>
              <a:t>Estatus de Inscripción</a:t>
            </a:r>
            <a:r>
              <a:rPr lang="es-CO" sz="1200" dirty="0"/>
              <a:t> y los </a:t>
            </a:r>
            <a:r>
              <a:rPr lang="es-CO" sz="1200" b="1" dirty="0"/>
              <a:t>Estatus de Cursos</a:t>
            </a:r>
            <a:r>
              <a:rPr lang="es-CO" sz="1200" dirty="0"/>
              <a:t>, es indispensable validar y configurar correctamente los períodos académicos en la página </a:t>
            </a:r>
            <a:r>
              <a:rPr lang="es-CO" sz="1200" b="1" dirty="0"/>
              <a:t>STVTERM, </a:t>
            </a:r>
            <a:r>
              <a:rPr lang="es-CO" sz="1200" dirty="0"/>
              <a:t>la correcta configuración de las fechas asociadas a cada período garantiza el funcionamiento adecuado de los procesos asociados en las páginas administrativas:  </a:t>
            </a:r>
            <a:r>
              <a:rPr lang="es-CO" sz="1200" b="1" dirty="0"/>
              <a:t>STVESTS - SFAESTS - STVRSTS – SFARSTS</a:t>
            </a:r>
            <a:r>
              <a:rPr lang="es-CO" sz="1200" dirty="0"/>
              <a:t>.</a:t>
            </a:r>
            <a:endParaRPr lang="es-CO" sz="1200" dirty="0">
              <a:solidFill>
                <a:schemeClr val="bg1"/>
              </a:solidFill>
              <a:cs typeface="Arial"/>
            </a:endParaRPr>
          </a:p>
        </p:txBody>
      </p:sp>
      <p:pic>
        <p:nvPicPr>
          <p:cNvPr id="7" name="Imagen 6">
            <a:extLst>
              <a:ext uri="{FF2B5EF4-FFF2-40B4-BE49-F238E27FC236}">
                <a16:creationId xmlns:a16="http://schemas.microsoft.com/office/drawing/2014/main" id="{1E0B1EDA-DD02-B85D-3DF7-F69A7CD66F89}"/>
              </a:ext>
            </a:extLst>
          </p:cNvPr>
          <p:cNvPicPr>
            <a:picLocks noChangeAspect="1"/>
          </p:cNvPicPr>
          <p:nvPr/>
        </p:nvPicPr>
        <p:blipFill>
          <a:blip r:embed="rId2"/>
          <a:stretch>
            <a:fillRect/>
          </a:stretch>
        </p:blipFill>
        <p:spPr>
          <a:xfrm>
            <a:off x="1377549" y="2126067"/>
            <a:ext cx="9583200" cy="1965529"/>
          </a:xfrm>
          <a:prstGeom prst="rect">
            <a:avLst/>
          </a:prstGeom>
        </p:spPr>
      </p:pic>
    </p:spTree>
    <p:extLst>
      <p:ext uri="{BB962C8B-B14F-4D97-AF65-F5344CB8AC3E}">
        <p14:creationId xmlns:p14="http://schemas.microsoft.com/office/powerpoint/2010/main" val="760207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7C22-9F92-4B36-5A87-B798AC8BE589}"/>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99D832A2-FEB8-87BA-E6B9-25F06C97DD6B}"/>
              </a:ext>
            </a:extLst>
          </p:cNvPr>
          <p:cNvSpPr txBox="1">
            <a:spLocks/>
          </p:cNvSpPr>
          <p:nvPr/>
        </p:nvSpPr>
        <p:spPr>
          <a:xfrm>
            <a:off x="1161668" y="368622"/>
            <a:ext cx="986866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STVESTS - Validación del código del estatus de ingreso</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D4EEDB94-33B7-FD77-77D3-6D7D318CD093}"/>
              </a:ext>
            </a:extLst>
          </p:cNvPr>
          <p:cNvPicPr>
            <a:picLocks noChangeAspect="1"/>
          </p:cNvPicPr>
          <p:nvPr/>
        </p:nvPicPr>
        <p:blipFill>
          <a:blip r:embed="rId2"/>
          <a:stretch>
            <a:fillRect/>
          </a:stretch>
        </p:blipFill>
        <p:spPr>
          <a:xfrm>
            <a:off x="1304399" y="1650137"/>
            <a:ext cx="9583200" cy="2575860"/>
          </a:xfrm>
          <a:prstGeom prst="rect">
            <a:avLst/>
          </a:prstGeom>
        </p:spPr>
      </p:pic>
      <p:sp>
        <p:nvSpPr>
          <p:cNvPr id="5" name="Rectángulo: esquinas redondeadas 4">
            <a:extLst>
              <a:ext uri="{FF2B5EF4-FFF2-40B4-BE49-F238E27FC236}">
                <a16:creationId xmlns:a16="http://schemas.microsoft.com/office/drawing/2014/main" id="{4038E382-5536-9FD5-256E-08C4C3699345}"/>
              </a:ext>
            </a:extLst>
          </p:cNvPr>
          <p:cNvSpPr/>
          <p:nvPr/>
        </p:nvSpPr>
        <p:spPr>
          <a:xfrm>
            <a:off x="1304400" y="4326580"/>
            <a:ext cx="9583200" cy="11323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solidFill>
                  <a:schemeClr val="bg1"/>
                </a:solidFill>
                <a:cs typeface="Arial"/>
              </a:rPr>
              <a:t>Utilice la página de Validación de Códigos de Estado de Inscripción </a:t>
            </a:r>
            <a:r>
              <a:rPr lang="es-CO" sz="1200" b="1" dirty="0">
                <a:solidFill>
                  <a:schemeClr val="bg1"/>
                </a:solidFill>
                <a:cs typeface="Arial"/>
              </a:rPr>
              <a:t>(STVESTS) </a:t>
            </a:r>
            <a:r>
              <a:rPr lang="es-CO" sz="1200" dirty="0">
                <a:solidFill>
                  <a:schemeClr val="bg1"/>
                </a:solidFill>
                <a:cs typeface="Arial"/>
              </a:rPr>
              <a:t>para administrar los códigos de estado de inscripción, como Retirado, Elegible para Inscribirse , Preinscrito, entre otros. </a:t>
            </a:r>
          </a:p>
          <a:p>
            <a:r>
              <a:rPr lang="es-CO" sz="1200" dirty="0"/>
              <a:t>Varias páginas y procesos utilizan esta configuración para validar los códigos de estado de inscripción. La creación o actualización de estos códigos solo puede realizarse desde la página </a:t>
            </a:r>
            <a:r>
              <a:rPr lang="es-CO" sz="1200" b="1" dirty="0"/>
              <a:t>STVESTS</a:t>
            </a:r>
            <a:r>
              <a:rPr lang="es-CO" sz="1200" dirty="0"/>
              <a:t>.</a:t>
            </a:r>
            <a:endParaRPr lang="es-CO" sz="1200" b="1" dirty="0">
              <a:solidFill>
                <a:schemeClr val="bg1"/>
              </a:solidFill>
              <a:cs typeface="Arial"/>
            </a:endParaRPr>
          </a:p>
        </p:txBody>
      </p:sp>
    </p:spTree>
    <p:extLst>
      <p:ext uri="{BB962C8B-B14F-4D97-AF65-F5344CB8AC3E}">
        <p14:creationId xmlns:p14="http://schemas.microsoft.com/office/powerpoint/2010/main" val="139778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DB38D-5DF5-4A82-F287-2639A5929EBA}"/>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445F23ED-B0DE-404E-99E2-506CAB20889B}"/>
              </a:ext>
            </a:extLst>
          </p:cNvPr>
          <p:cNvSpPr txBox="1">
            <a:spLocks/>
          </p:cNvSpPr>
          <p:nvPr/>
        </p:nvSpPr>
        <p:spPr>
          <a:xfrm>
            <a:off x="1472564" y="149166"/>
            <a:ext cx="986866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STVESTS - Validación del código del estatus de ingreso</a:t>
            </a:r>
            <a:br>
              <a:rPr lang="es-419" dirty="0">
                <a:solidFill>
                  <a:schemeClr val="tx1"/>
                </a:solidFill>
              </a:rPr>
            </a:br>
            <a:endParaRPr lang="es-ES_tradnl" dirty="0">
              <a:solidFill>
                <a:schemeClr val="tx1"/>
              </a:solidFill>
            </a:endParaRPr>
          </a:p>
        </p:txBody>
      </p:sp>
      <p:pic>
        <p:nvPicPr>
          <p:cNvPr id="10" name="Imagen 9">
            <a:extLst>
              <a:ext uri="{FF2B5EF4-FFF2-40B4-BE49-F238E27FC236}">
                <a16:creationId xmlns:a16="http://schemas.microsoft.com/office/drawing/2014/main" id="{B5FCB289-EA10-20B2-6846-24E8D9E773F2}"/>
              </a:ext>
            </a:extLst>
          </p:cNvPr>
          <p:cNvPicPr>
            <a:picLocks noChangeAspect="1"/>
          </p:cNvPicPr>
          <p:nvPr/>
        </p:nvPicPr>
        <p:blipFill>
          <a:blip r:embed="rId2"/>
          <a:stretch>
            <a:fillRect/>
          </a:stretch>
        </p:blipFill>
        <p:spPr>
          <a:xfrm>
            <a:off x="1987550" y="1047721"/>
            <a:ext cx="8216900" cy="5257800"/>
          </a:xfrm>
          <a:prstGeom prst="rect">
            <a:avLst/>
          </a:prstGeom>
        </p:spPr>
      </p:pic>
    </p:spTree>
    <p:extLst>
      <p:ext uri="{BB962C8B-B14F-4D97-AF65-F5344CB8AC3E}">
        <p14:creationId xmlns:p14="http://schemas.microsoft.com/office/powerpoint/2010/main" val="95112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3B435-958A-903E-BCE5-00E8EE81A184}"/>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43F175D8-81DA-537A-9328-588C5F0D0B93}"/>
              </a:ext>
            </a:extLst>
          </p:cNvPr>
          <p:cNvSpPr txBox="1">
            <a:spLocks/>
          </p:cNvSpPr>
          <p:nvPr/>
        </p:nvSpPr>
        <p:spPr>
          <a:xfrm>
            <a:off x="1134236" y="566502"/>
            <a:ext cx="9923525" cy="692082"/>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SFAESTS - </a:t>
            </a:r>
            <a:r>
              <a:rPr lang="es-CO" dirty="0">
                <a:solidFill>
                  <a:schemeClr val="tx1"/>
                </a:solidFill>
              </a:rPr>
              <a:t>Control del estatus de ingreso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BC82E2B8-A34B-7D04-F34D-9C686FFA70DD}"/>
              </a:ext>
            </a:extLst>
          </p:cNvPr>
          <p:cNvPicPr>
            <a:picLocks noChangeAspect="1"/>
          </p:cNvPicPr>
          <p:nvPr/>
        </p:nvPicPr>
        <p:blipFill>
          <a:blip r:embed="rId2"/>
          <a:stretch>
            <a:fillRect/>
          </a:stretch>
        </p:blipFill>
        <p:spPr>
          <a:xfrm>
            <a:off x="1304399" y="1776021"/>
            <a:ext cx="9583200" cy="1368312"/>
          </a:xfrm>
          <a:prstGeom prst="rect">
            <a:avLst/>
          </a:prstGeom>
        </p:spPr>
      </p:pic>
      <p:pic>
        <p:nvPicPr>
          <p:cNvPr id="6" name="Imagen 5">
            <a:extLst>
              <a:ext uri="{FF2B5EF4-FFF2-40B4-BE49-F238E27FC236}">
                <a16:creationId xmlns:a16="http://schemas.microsoft.com/office/drawing/2014/main" id="{E3807314-EC6F-CFD9-7E2D-FA8B1FCEDBFC}"/>
              </a:ext>
            </a:extLst>
          </p:cNvPr>
          <p:cNvPicPr>
            <a:picLocks noChangeAspect="1"/>
          </p:cNvPicPr>
          <p:nvPr/>
        </p:nvPicPr>
        <p:blipFill>
          <a:blip r:embed="rId3"/>
          <a:stretch>
            <a:fillRect/>
          </a:stretch>
        </p:blipFill>
        <p:spPr>
          <a:xfrm>
            <a:off x="10278161" y="2414457"/>
            <a:ext cx="162000" cy="162000"/>
          </a:xfrm>
          <a:prstGeom prst="rect">
            <a:avLst/>
          </a:prstGeom>
        </p:spPr>
      </p:pic>
      <p:pic>
        <p:nvPicPr>
          <p:cNvPr id="8" name="Imagen 7">
            <a:extLst>
              <a:ext uri="{FF2B5EF4-FFF2-40B4-BE49-F238E27FC236}">
                <a16:creationId xmlns:a16="http://schemas.microsoft.com/office/drawing/2014/main" id="{DA1FF653-2988-99B4-C776-2E0C5DF922B1}"/>
              </a:ext>
            </a:extLst>
          </p:cNvPr>
          <p:cNvPicPr>
            <a:picLocks noChangeAspect="1"/>
          </p:cNvPicPr>
          <p:nvPr/>
        </p:nvPicPr>
        <p:blipFill>
          <a:blip r:embed="rId4"/>
          <a:stretch>
            <a:fillRect/>
          </a:stretch>
        </p:blipFill>
        <p:spPr>
          <a:xfrm>
            <a:off x="1484683" y="2379660"/>
            <a:ext cx="162000" cy="162000"/>
          </a:xfrm>
          <a:prstGeom prst="rect">
            <a:avLst/>
          </a:prstGeom>
        </p:spPr>
      </p:pic>
      <p:sp>
        <p:nvSpPr>
          <p:cNvPr id="9" name="Rectángulo: esquinas redondeadas 8">
            <a:extLst>
              <a:ext uri="{FF2B5EF4-FFF2-40B4-BE49-F238E27FC236}">
                <a16:creationId xmlns:a16="http://schemas.microsoft.com/office/drawing/2014/main" id="{B99684F1-9F79-1E49-66C8-629E662A216F}"/>
              </a:ext>
            </a:extLst>
          </p:cNvPr>
          <p:cNvSpPr/>
          <p:nvPr/>
        </p:nvSpPr>
        <p:spPr>
          <a:xfrm>
            <a:off x="1304399" y="4931904"/>
            <a:ext cx="9583200" cy="66751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solidFill>
                  <a:schemeClr val="bg1"/>
                </a:solidFill>
                <a:cs typeface="Arial"/>
              </a:rPr>
              <a:t>La página Control del Estado de Inscripción </a:t>
            </a:r>
            <a:r>
              <a:rPr lang="es-CO" sz="1200" b="1" dirty="0">
                <a:solidFill>
                  <a:schemeClr val="bg1"/>
                </a:solidFill>
                <a:cs typeface="Arial"/>
              </a:rPr>
              <a:t>(SFAESTS) </a:t>
            </a:r>
            <a:r>
              <a:rPr lang="es-CO" sz="1200" dirty="0">
                <a:solidFill>
                  <a:schemeClr val="bg1"/>
                </a:solidFill>
                <a:cs typeface="Arial"/>
              </a:rPr>
              <a:t>proporciona las reglas asociadas con el estado de un estudiante. </a:t>
            </a:r>
          </a:p>
        </p:txBody>
      </p:sp>
      <p:sp>
        <p:nvSpPr>
          <p:cNvPr id="10" name="Rectángulo: esquinas redondeadas 9">
            <a:extLst>
              <a:ext uri="{FF2B5EF4-FFF2-40B4-BE49-F238E27FC236}">
                <a16:creationId xmlns:a16="http://schemas.microsoft.com/office/drawing/2014/main" id="{6BD473DB-927D-7A3E-8A0E-256578C0DD60}"/>
              </a:ext>
            </a:extLst>
          </p:cNvPr>
          <p:cNvSpPr/>
          <p:nvPr/>
        </p:nvSpPr>
        <p:spPr>
          <a:xfrm>
            <a:off x="1304399" y="3237418"/>
            <a:ext cx="5272804" cy="41215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solidFill>
                  <a:schemeClr val="bg1"/>
                </a:solidFill>
                <a:cs typeface="Arial"/>
              </a:rPr>
              <a:t>1. </a:t>
            </a:r>
            <a:r>
              <a:rPr lang="es-ES_tradnl" sz="1200" dirty="0">
                <a:solidFill>
                  <a:schemeClr val="bg1"/>
                </a:solidFill>
                <a:cs typeface="Arial"/>
              </a:rPr>
              <a:t>Ingresar el </a:t>
            </a:r>
            <a:r>
              <a:rPr lang="es-ES_tradnl" sz="1200" b="1" dirty="0">
                <a:solidFill>
                  <a:schemeClr val="bg1"/>
                </a:solidFill>
                <a:cs typeface="Arial"/>
              </a:rPr>
              <a:t>Periodo Académico </a:t>
            </a:r>
            <a:r>
              <a:rPr lang="es-ES_tradnl" sz="1200" dirty="0">
                <a:solidFill>
                  <a:schemeClr val="bg1"/>
                </a:solidFill>
                <a:cs typeface="Arial"/>
              </a:rPr>
              <a:t>para el cual se definirán las fechas de los estatus.</a:t>
            </a:r>
          </a:p>
        </p:txBody>
      </p:sp>
      <p:sp>
        <p:nvSpPr>
          <p:cNvPr id="11" name="Rectángulo: esquinas redondeadas 10">
            <a:extLst>
              <a:ext uri="{FF2B5EF4-FFF2-40B4-BE49-F238E27FC236}">
                <a16:creationId xmlns:a16="http://schemas.microsoft.com/office/drawing/2014/main" id="{24715113-9050-9B26-C8DC-F372EC31F095}"/>
              </a:ext>
            </a:extLst>
          </p:cNvPr>
          <p:cNvSpPr/>
          <p:nvPr/>
        </p:nvSpPr>
        <p:spPr>
          <a:xfrm>
            <a:off x="9037462" y="3237418"/>
            <a:ext cx="1850137" cy="41214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solidFill>
                  <a:schemeClr val="bg1"/>
                </a:solidFill>
                <a:cs typeface="Arial"/>
              </a:rPr>
              <a:t>2. </a:t>
            </a:r>
            <a:r>
              <a:rPr lang="es-ES_tradnl" sz="1200" dirty="0">
                <a:solidFill>
                  <a:schemeClr val="bg1"/>
                </a:solidFill>
                <a:cs typeface="Arial"/>
              </a:rPr>
              <a:t>Presionar el botón ‘Ir’.</a:t>
            </a:r>
          </a:p>
        </p:txBody>
      </p:sp>
    </p:spTree>
    <p:extLst>
      <p:ext uri="{BB962C8B-B14F-4D97-AF65-F5344CB8AC3E}">
        <p14:creationId xmlns:p14="http://schemas.microsoft.com/office/powerpoint/2010/main" val="965359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A12C2-E843-694D-8927-86E615FF93B3}"/>
            </a:ext>
          </a:extLst>
        </p:cNvPr>
        <p:cNvGrpSpPr/>
        <p:nvPr/>
      </p:nvGrpSpPr>
      <p:grpSpPr>
        <a:xfrm>
          <a:off x="0" y="0"/>
          <a:ext cx="0" cy="0"/>
          <a:chOff x="0" y="0"/>
          <a:chExt cx="0" cy="0"/>
        </a:xfrm>
      </p:grpSpPr>
      <p:sp>
        <p:nvSpPr>
          <p:cNvPr id="3" name="Title 12">
            <a:extLst>
              <a:ext uri="{FF2B5EF4-FFF2-40B4-BE49-F238E27FC236}">
                <a16:creationId xmlns:a16="http://schemas.microsoft.com/office/drawing/2014/main" id="{B1E3C68A-84A0-B700-BEEA-E8D7A5BFD5A2}"/>
              </a:ext>
            </a:extLst>
          </p:cNvPr>
          <p:cNvSpPr txBox="1">
            <a:spLocks/>
          </p:cNvSpPr>
          <p:nvPr/>
        </p:nvSpPr>
        <p:spPr>
          <a:xfrm>
            <a:off x="1176791" y="304615"/>
            <a:ext cx="9661922" cy="692082"/>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SFAESTS - </a:t>
            </a:r>
            <a:r>
              <a:rPr lang="es-CO" dirty="0">
                <a:solidFill>
                  <a:schemeClr val="tx1"/>
                </a:solidFill>
              </a:rPr>
              <a:t>Control del estatus de ingreso </a:t>
            </a:r>
            <a:br>
              <a:rPr lang="es-419" dirty="0">
                <a:solidFill>
                  <a:schemeClr val="tx1"/>
                </a:solidFill>
              </a:rPr>
            </a:br>
            <a:endParaRPr lang="es-ES_tradnl" dirty="0">
              <a:solidFill>
                <a:schemeClr val="tx1"/>
              </a:solidFill>
            </a:endParaRPr>
          </a:p>
        </p:txBody>
      </p:sp>
      <p:sp>
        <p:nvSpPr>
          <p:cNvPr id="6" name="Rectángulo: esquinas redondeadas 5">
            <a:extLst>
              <a:ext uri="{FF2B5EF4-FFF2-40B4-BE49-F238E27FC236}">
                <a16:creationId xmlns:a16="http://schemas.microsoft.com/office/drawing/2014/main" id="{911DA3AF-80C0-35B1-5440-4DFFB23B28EF}"/>
              </a:ext>
            </a:extLst>
          </p:cNvPr>
          <p:cNvSpPr/>
          <p:nvPr/>
        </p:nvSpPr>
        <p:spPr>
          <a:xfrm>
            <a:off x="1225678" y="4444294"/>
            <a:ext cx="9661922" cy="69208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3. </a:t>
            </a:r>
            <a:r>
              <a:rPr lang="es-CO" sz="1200" dirty="0">
                <a:solidFill>
                  <a:schemeClr val="bg1"/>
                </a:solidFill>
                <a:cs typeface="Arial"/>
              </a:rPr>
              <a:t>Los valores de estado son definidos por el usuario, con la excepción del estado </a:t>
            </a:r>
            <a:r>
              <a:rPr lang="es-CO" sz="1200" b="1" dirty="0">
                <a:solidFill>
                  <a:schemeClr val="bg1"/>
                </a:solidFill>
                <a:cs typeface="Arial"/>
              </a:rPr>
              <a:t>EL - Elegible para registrarse</a:t>
            </a:r>
            <a:r>
              <a:rPr lang="es-CO" sz="1200" dirty="0">
                <a:solidFill>
                  <a:schemeClr val="bg1"/>
                </a:solidFill>
                <a:cs typeface="Arial"/>
              </a:rPr>
              <a:t>, que debe utilizarse como valor predeterminado para la inscripción. Aunque es obligatorio usar el estado </a:t>
            </a:r>
            <a:r>
              <a:rPr lang="es-CO" sz="1200" b="1" dirty="0">
                <a:solidFill>
                  <a:schemeClr val="bg1"/>
                </a:solidFill>
                <a:cs typeface="Arial"/>
              </a:rPr>
              <a:t>EL</a:t>
            </a:r>
            <a:r>
              <a:rPr lang="es-CO" sz="1200" dirty="0">
                <a:solidFill>
                  <a:schemeClr val="bg1"/>
                </a:solidFill>
                <a:cs typeface="Arial"/>
              </a:rPr>
              <a:t>, la política de su institución puede definir sus atributos.</a:t>
            </a:r>
            <a:endParaRPr lang="es-ES_tradnl" sz="1200" dirty="0">
              <a:solidFill>
                <a:schemeClr val="bg1"/>
              </a:solidFill>
              <a:cs typeface="Arial"/>
            </a:endParaRPr>
          </a:p>
        </p:txBody>
      </p:sp>
      <p:pic>
        <p:nvPicPr>
          <p:cNvPr id="10" name="Imagen 9">
            <a:extLst>
              <a:ext uri="{FF2B5EF4-FFF2-40B4-BE49-F238E27FC236}">
                <a16:creationId xmlns:a16="http://schemas.microsoft.com/office/drawing/2014/main" id="{987C520F-345D-EC15-A42E-01890AC41AB5}"/>
              </a:ext>
            </a:extLst>
          </p:cNvPr>
          <p:cNvPicPr>
            <a:picLocks noChangeAspect="1"/>
          </p:cNvPicPr>
          <p:nvPr/>
        </p:nvPicPr>
        <p:blipFill>
          <a:blip r:embed="rId2"/>
          <a:stretch>
            <a:fillRect/>
          </a:stretch>
        </p:blipFill>
        <p:spPr>
          <a:xfrm>
            <a:off x="1265039" y="914401"/>
            <a:ext cx="9583200" cy="3375843"/>
          </a:xfrm>
          <a:prstGeom prst="rect">
            <a:avLst/>
          </a:prstGeom>
        </p:spPr>
      </p:pic>
      <p:sp>
        <p:nvSpPr>
          <p:cNvPr id="13" name="Rectángulo: esquinas redondeadas 12">
            <a:extLst>
              <a:ext uri="{FF2B5EF4-FFF2-40B4-BE49-F238E27FC236}">
                <a16:creationId xmlns:a16="http://schemas.microsoft.com/office/drawing/2014/main" id="{74360573-51F8-1321-E6E3-FAA480E4FF92}"/>
              </a:ext>
            </a:extLst>
          </p:cNvPr>
          <p:cNvSpPr/>
          <p:nvPr/>
        </p:nvSpPr>
        <p:spPr>
          <a:xfrm>
            <a:off x="1225678" y="5290427"/>
            <a:ext cx="9661922" cy="94578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solidFill>
                  <a:schemeClr val="bg1"/>
                </a:solidFill>
                <a:cs typeface="Arial"/>
              </a:rPr>
              <a:t>Antes de ingresar datos en esta página, debe ingresar los códigos de estado en la página validación del Código de Estado de Inscripción </a:t>
            </a:r>
            <a:r>
              <a:rPr lang="es-CO" sz="1200" b="1" dirty="0">
                <a:solidFill>
                  <a:schemeClr val="bg1"/>
                </a:solidFill>
                <a:cs typeface="Arial"/>
              </a:rPr>
              <a:t>STVESTS</a:t>
            </a:r>
            <a:r>
              <a:rPr lang="es-CO" sz="1200" dirty="0">
                <a:solidFill>
                  <a:schemeClr val="bg1"/>
                </a:solidFill>
                <a:cs typeface="Arial"/>
              </a:rPr>
              <a:t>. Mientras que la página de validación abarca varios períodos de tiempo, la página Control del Estado de Inscripción </a:t>
            </a:r>
            <a:r>
              <a:rPr lang="es-CO" sz="1200" b="1" dirty="0">
                <a:solidFill>
                  <a:schemeClr val="bg1"/>
                </a:solidFill>
                <a:cs typeface="Arial"/>
              </a:rPr>
              <a:t>SFAESTS</a:t>
            </a:r>
            <a:r>
              <a:rPr lang="es-CO" sz="1200" dirty="0">
                <a:solidFill>
                  <a:schemeClr val="bg1"/>
                </a:solidFill>
                <a:cs typeface="Arial"/>
              </a:rPr>
              <a:t> es específica para </a:t>
            </a:r>
            <a:r>
              <a:rPr lang="es-CO" sz="1200" b="1" dirty="0">
                <a:solidFill>
                  <a:schemeClr val="bg1"/>
                </a:solidFill>
                <a:cs typeface="Arial"/>
              </a:rPr>
              <a:t>un período académico.</a:t>
            </a:r>
            <a:endParaRPr lang="es-ES_tradnl" sz="1200" dirty="0">
              <a:solidFill>
                <a:schemeClr val="bg1"/>
              </a:solidFill>
              <a:cs typeface="Arial"/>
            </a:endParaRPr>
          </a:p>
        </p:txBody>
      </p:sp>
      <p:pic>
        <p:nvPicPr>
          <p:cNvPr id="15" name="Imagen 14">
            <a:extLst>
              <a:ext uri="{FF2B5EF4-FFF2-40B4-BE49-F238E27FC236}">
                <a16:creationId xmlns:a16="http://schemas.microsoft.com/office/drawing/2014/main" id="{03FC05DA-5446-E974-5AF4-8E2CDBC714A9}"/>
              </a:ext>
            </a:extLst>
          </p:cNvPr>
          <p:cNvPicPr>
            <a:picLocks noChangeAspect="1"/>
          </p:cNvPicPr>
          <p:nvPr/>
        </p:nvPicPr>
        <p:blipFill>
          <a:blip r:embed="rId3"/>
          <a:stretch>
            <a:fillRect/>
          </a:stretch>
        </p:blipFill>
        <p:spPr>
          <a:xfrm>
            <a:off x="1066463" y="2334427"/>
            <a:ext cx="162000" cy="162000"/>
          </a:xfrm>
          <a:prstGeom prst="rect">
            <a:avLst/>
          </a:prstGeom>
        </p:spPr>
      </p:pic>
    </p:spTree>
    <p:extLst>
      <p:ext uri="{BB962C8B-B14F-4D97-AF65-F5344CB8AC3E}">
        <p14:creationId xmlns:p14="http://schemas.microsoft.com/office/powerpoint/2010/main" val="3648719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8D32-3C8B-3DE3-3FA9-0BF1145E7563}"/>
            </a:ext>
          </a:extLst>
        </p:cNvPr>
        <p:cNvGrpSpPr/>
        <p:nvPr/>
      </p:nvGrpSpPr>
      <p:grpSpPr>
        <a:xfrm>
          <a:off x="0" y="0"/>
          <a:ext cx="0" cy="0"/>
          <a:chOff x="0" y="0"/>
          <a:chExt cx="0" cy="0"/>
        </a:xfrm>
      </p:grpSpPr>
      <p:sp>
        <p:nvSpPr>
          <p:cNvPr id="3" name="Title 12">
            <a:extLst>
              <a:ext uri="{FF2B5EF4-FFF2-40B4-BE49-F238E27FC236}">
                <a16:creationId xmlns:a16="http://schemas.microsoft.com/office/drawing/2014/main" id="{E6FF6631-D088-196D-7A62-6B834D9B35C5}"/>
              </a:ext>
            </a:extLst>
          </p:cNvPr>
          <p:cNvSpPr txBox="1">
            <a:spLocks/>
          </p:cNvSpPr>
          <p:nvPr/>
        </p:nvSpPr>
        <p:spPr>
          <a:xfrm>
            <a:off x="1180365" y="158311"/>
            <a:ext cx="9661922" cy="450516"/>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SFAESTS - </a:t>
            </a:r>
            <a:r>
              <a:rPr lang="es-CO" dirty="0">
                <a:solidFill>
                  <a:schemeClr val="tx1"/>
                </a:solidFill>
              </a:rPr>
              <a:t>Control del estatus de ingreso </a:t>
            </a:r>
            <a:br>
              <a:rPr lang="es-419" dirty="0">
                <a:solidFill>
                  <a:schemeClr val="tx1"/>
                </a:solidFill>
              </a:rPr>
            </a:br>
            <a:endParaRPr lang="es-ES_tradnl" dirty="0">
              <a:solidFill>
                <a:schemeClr val="tx1"/>
              </a:solidFill>
            </a:endParaRPr>
          </a:p>
        </p:txBody>
      </p:sp>
      <p:sp>
        <p:nvSpPr>
          <p:cNvPr id="6" name="Rectángulo: esquinas redondeadas 5">
            <a:extLst>
              <a:ext uri="{FF2B5EF4-FFF2-40B4-BE49-F238E27FC236}">
                <a16:creationId xmlns:a16="http://schemas.microsoft.com/office/drawing/2014/main" id="{6252A9BE-9CA5-4BC7-7E7D-BEBF4A7CFCC9}"/>
              </a:ext>
            </a:extLst>
          </p:cNvPr>
          <p:cNvSpPr/>
          <p:nvPr/>
        </p:nvSpPr>
        <p:spPr>
          <a:xfrm>
            <a:off x="1259087" y="4092669"/>
            <a:ext cx="9661922" cy="69208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4. Reglas de Reembolso del Estatus de Ingreso:  </a:t>
            </a:r>
          </a:p>
          <a:p>
            <a:r>
              <a:rPr lang="es-CO" sz="1200" dirty="0">
                <a:solidFill>
                  <a:schemeClr val="bg1"/>
                </a:solidFill>
                <a:cs typeface="Arial"/>
              </a:rPr>
              <a:t>Use esta sección de la página para asociar la regla del estado de inscripción del registro que se encuentra en la sección uno: </a:t>
            </a:r>
            <a:r>
              <a:rPr lang="es-CO" sz="1200" b="1" dirty="0">
                <a:solidFill>
                  <a:schemeClr val="bg1"/>
                </a:solidFill>
                <a:cs typeface="Arial"/>
              </a:rPr>
              <a:t>Fechas del Estado de Inscripción</a:t>
            </a:r>
            <a:r>
              <a:rPr lang="es-CO" sz="1200" dirty="0">
                <a:solidFill>
                  <a:schemeClr val="bg1"/>
                </a:solidFill>
                <a:cs typeface="Arial"/>
              </a:rPr>
              <a:t> con los porcentajes de reembolso de matrícula y cuotas.</a:t>
            </a:r>
            <a:endParaRPr lang="es-ES_tradnl" sz="1200" dirty="0">
              <a:solidFill>
                <a:schemeClr val="bg1"/>
              </a:solidFill>
              <a:cs typeface="Arial"/>
            </a:endParaRPr>
          </a:p>
        </p:txBody>
      </p:sp>
      <p:pic>
        <p:nvPicPr>
          <p:cNvPr id="4" name="Imagen 3">
            <a:extLst>
              <a:ext uri="{FF2B5EF4-FFF2-40B4-BE49-F238E27FC236}">
                <a16:creationId xmlns:a16="http://schemas.microsoft.com/office/drawing/2014/main" id="{D0248406-3867-4F17-D760-2490E57F485D}"/>
              </a:ext>
            </a:extLst>
          </p:cNvPr>
          <p:cNvPicPr>
            <a:picLocks noChangeAspect="1"/>
          </p:cNvPicPr>
          <p:nvPr/>
        </p:nvPicPr>
        <p:blipFill>
          <a:blip r:embed="rId2"/>
          <a:stretch>
            <a:fillRect/>
          </a:stretch>
        </p:blipFill>
        <p:spPr>
          <a:xfrm>
            <a:off x="1259087" y="749809"/>
            <a:ext cx="9583200" cy="3342860"/>
          </a:xfrm>
          <a:prstGeom prst="rect">
            <a:avLst/>
          </a:prstGeom>
        </p:spPr>
      </p:pic>
      <p:pic>
        <p:nvPicPr>
          <p:cNvPr id="8" name="Imagen 7">
            <a:extLst>
              <a:ext uri="{FF2B5EF4-FFF2-40B4-BE49-F238E27FC236}">
                <a16:creationId xmlns:a16="http://schemas.microsoft.com/office/drawing/2014/main" id="{614ED3B8-8918-8B65-9695-8F093DC07656}"/>
              </a:ext>
            </a:extLst>
          </p:cNvPr>
          <p:cNvPicPr>
            <a:picLocks noChangeAspect="1"/>
          </p:cNvPicPr>
          <p:nvPr/>
        </p:nvPicPr>
        <p:blipFill>
          <a:blip r:embed="rId3"/>
          <a:stretch>
            <a:fillRect/>
          </a:stretch>
        </p:blipFill>
        <p:spPr>
          <a:xfrm>
            <a:off x="1051774" y="2752847"/>
            <a:ext cx="162000" cy="162000"/>
          </a:xfrm>
          <a:prstGeom prst="rect">
            <a:avLst/>
          </a:prstGeom>
        </p:spPr>
      </p:pic>
      <p:pic>
        <p:nvPicPr>
          <p:cNvPr id="11" name="Imagen 10">
            <a:extLst>
              <a:ext uri="{FF2B5EF4-FFF2-40B4-BE49-F238E27FC236}">
                <a16:creationId xmlns:a16="http://schemas.microsoft.com/office/drawing/2014/main" id="{3C004E69-D899-9B78-0766-3CBB88DDD241}"/>
              </a:ext>
            </a:extLst>
          </p:cNvPr>
          <p:cNvPicPr>
            <a:picLocks noChangeAspect="1"/>
          </p:cNvPicPr>
          <p:nvPr/>
        </p:nvPicPr>
        <p:blipFill>
          <a:blip r:embed="rId4"/>
          <a:stretch>
            <a:fillRect/>
          </a:stretch>
        </p:blipFill>
        <p:spPr>
          <a:xfrm>
            <a:off x="1051774" y="2018729"/>
            <a:ext cx="162000" cy="162000"/>
          </a:xfrm>
          <a:prstGeom prst="rect">
            <a:avLst/>
          </a:prstGeom>
        </p:spPr>
      </p:pic>
      <p:sp>
        <p:nvSpPr>
          <p:cNvPr id="12" name="Rectángulo: esquinas redondeadas 11">
            <a:extLst>
              <a:ext uri="{FF2B5EF4-FFF2-40B4-BE49-F238E27FC236}">
                <a16:creationId xmlns:a16="http://schemas.microsoft.com/office/drawing/2014/main" id="{1F67E2F7-7E5C-23F5-43D4-2023FBBB4160}"/>
              </a:ext>
            </a:extLst>
          </p:cNvPr>
          <p:cNvSpPr/>
          <p:nvPr/>
        </p:nvSpPr>
        <p:spPr>
          <a:xfrm>
            <a:off x="1259087" y="4925734"/>
            <a:ext cx="9661922" cy="148134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5. </a:t>
            </a:r>
            <a:r>
              <a:rPr lang="es-CO" sz="1200" dirty="0">
                <a:solidFill>
                  <a:schemeClr val="bg1"/>
                </a:solidFill>
                <a:cs typeface="Arial"/>
              </a:rPr>
              <a:t>Los registros de esta sección son registros secundarios de los registros de la sección </a:t>
            </a:r>
            <a:r>
              <a:rPr lang="es-CO" sz="1200" b="1" dirty="0">
                <a:solidFill>
                  <a:schemeClr val="bg1"/>
                </a:solidFill>
                <a:cs typeface="Arial"/>
              </a:rPr>
              <a:t>Fechas del Estado de Inscripción:</a:t>
            </a:r>
          </a:p>
          <a:p>
            <a:r>
              <a:rPr lang="es-CO" sz="1200" b="1" dirty="0">
                <a:solidFill>
                  <a:schemeClr val="bg1"/>
                </a:solidFill>
                <a:cs typeface="Arial"/>
              </a:rPr>
              <a:t> </a:t>
            </a:r>
          </a:p>
          <a:p>
            <a:pPr marL="171450" indent="-171450">
              <a:buFont typeface="Arial" panose="020B0604020202020204" pitchFamily="34" charset="0"/>
              <a:buChar char="•"/>
            </a:pPr>
            <a:r>
              <a:rPr lang="es-CO" sz="1200" b="1" dirty="0">
                <a:solidFill>
                  <a:schemeClr val="bg1"/>
                </a:solidFill>
                <a:cs typeface="Arial"/>
              </a:rPr>
              <a:t>Estado: </a:t>
            </a:r>
            <a:r>
              <a:rPr lang="es-CO" sz="1200" dirty="0">
                <a:solidFill>
                  <a:schemeClr val="bg1"/>
                </a:solidFill>
                <a:cs typeface="Arial"/>
              </a:rPr>
              <a:t>Código del estatus. </a:t>
            </a:r>
          </a:p>
          <a:p>
            <a:pPr marL="171450" indent="-171450">
              <a:buFont typeface="Arial" panose="020B0604020202020204" pitchFamily="34" charset="0"/>
              <a:buChar char="•"/>
            </a:pPr>
            <a:r>
              <a:rPr lang="es-CO" sz="1200" b="1" dirty="0">
                <a:solidFill>
                  <a:schemeClr val="bg1"/>
                </a:solidFill>
                <a:cs typeface="Arial"/>
              </a:rPr>
              <a:t>Fecha de inicio: </a:t>
            </a:r>
            <a:r>
              <a:rPr lang="es-CO" sz="1200" dirty="0">
                <a:solidFill>
                  <a:schemeClr val="bg1"/>
                </a:solidFill>
                <a:cs typeface="Arial"/>
              </a:rPr>
              <a:t>Fecha de inicio en la que la regla de reembolso del Estatus de Ingreso. </a:t>
            </a:r>
          </a:p>
          <a:p>
            <a:pPr marL="171450" indent="-171450">
              <a:buFont typeface="Arial" panose="020B0604020202020204" pitchFamily="34" charset="0"/>
              <a:buChar char="•"/>
            </a:pPr>
            <a:r>
              <a:rPr lang="es-CO" sz="1200" b="1" dirty="0">
                <a:solidFill>
                  <a:schemeClr val="bg1"/>
                </a:solidFill>
                <a:cs typeface="Arial"/>
              </a:rPr>
              <a:t>Fecha de fin: </a:t>
            </a:r>
            <a:r>
              <a:rPr lang="es-CO" sz="1200" dirty="0">
                <a:solidFill>
                  <a:schemeClr val="bg1"/>
                </a:solidFill>
                <a:cs typeface="Arial"/>
              </a:rPr>
              <a:t>Fecha de finalización en la que la regla de reembolso por Estatus de Ingreso está en uso.</a:t>
            </a:r>
          </a:p>
          <a:p>
            <a:pPr marL="171450" indent="-171450">
              <a:buFont typeface="Arial" panose="020B0604020202020204" pitchFamily="34" charset="0"/>
              <a:buChar char="•"/>
            </a:pPr>
            <a:r>
              <a:rPr lang="es-CO" sz="1200" b="1" dirty="0">
                <a:solidFill>
                  <a:schemeClr val="bg1"/>
                </a:solidFill>
                <a:cs typeface="Arial"/>
              </a:rPr>
              <a:t>Porcentaje de reembolso de matrícula: </a:t>
            </a:r>
            <a:r>
              <a:rPr lang="es-CO" sz="1200" dirty="0">
                <a:solidFill>
                  <a:schemeClr val="bg1"/>
                </a:solidFill>
                <a:cs typeface="Arial"/>
              </a:rPr>
              <a:t>Porcentaje que los códigos asociados a la categoría TUI serán reembolsados por la regla.</a:t>
            </a:r>
          </a:p>
          <a:p>
            <a:pPr marL="171450" indent="-171450">
              <a:buFont typeface="Arial" panose="020B0604020202020204" pitchFamily="34" charset="0"/>
              <a:buChar char="•"/>
            </a:pPr>
            <a:r>
              <a:rPr lang="es-CO" sz="1200" b="1" dirty="0">
                <a:solidFill>
                  <a:schemeClr val="bg1"/>
                </a:solidFill>
                <a:cs typeface="Arial"/>
              </a:rPr>
              <a:t>Porcentaje de reembolso de cuotas</a:t>
            </a:r>
            <a:r>
              <a:rPr lang="es-CO" sz="1200" dirty="0">
                <a:solidFill>
                  <a:schemeClr val="bg1"/>
                </a:solidFill>
                <a:cs typeface="Arial"/>
              </a:rPr>
              <a:t>: Porcentaje que los códigos asociados a la categoría FEE (cuotas) serán reembolsado por la regla.</a:t>
            </a:r>
          </a:p>
        </p:txBody>
      </p:sp>
    </p:spTree>
    <p:extLst>
      <p:ext uri="{BB962C8B-B14F-4D97-AF65-F5344CB8AC3E}">
        <p14:creationId xmlns:p14="http://schemas.microsoft.com/office/powerpoint/2010/main" val="1273346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B271-38CC-11A3-F939-A74F3086BEE7}"/>
            </a:ext>
          </a:extLst>
        </p:cNvPr>
        <p:cNvGrpSpPr/>
        <p:nvPr/>
      </p:nvGrpSpPr>
      <p:grpSpPr>
        <a:xfrm>
          <a:off x="0" y="0"/>
          <a:ext cx="0" cy="0"/>
          <a:chOff x="0" y="0"/>
          <a:chExt cx="0" cy="0"/>
        </a:xfrm>
      </p:grpSpPr>
      <p:sp>
        <p:nvSpPr>
          <p:cNvPr id="3" name="Title 12">
            <a:extLst>
              <a:ext uri="{FF2B5EF4-FFF2-40B4-BE49-F238E27FC236}">
                <a16:creationId xmlns:a16="http://schemas.microsoft.com/office/drawing/2014/main" id="{82455FA0-3779-2DFA-9888-C48536FE5C2F}"/>
              </a:ext>
            </a:extLst>
          </p:cNvPr>
          <p:cNvSpPr txBox="1">
            <a:spLocks/>
          </p:cNvSpPr>
          <p:nvPr/>
        </p:nvSpPr>
        <p:spPr>
          <a:xfrm>
            <a:off x="1171221" y="213415"/>
            <a:ext cx="9661922" cy="450516"/>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SFAESTS - </a:t>
            </a:r>
            <a:r>
              <a:rPr lang="es-CO" dirty="0">
                <a:solidFill>
                  <a:schemeClr val="tx1"/>
                </a:solidFill>
              </a:rPr>
              <a:t>Control del estatus de ingreso </a:t>
            </a:r>
            <a:br>
              <a:rPr lang="es-419" dirty="0">
                <a:solidFill>
                  <a:schemeClr val="tx1"/>
                </a:solidFill>
              </a:rPr>
            </a:br>
            <a:endParaRPr lang="es-ES_tradnl" dirty="0">
              <a:solidFill>
                <a:schemeClr val="tx1"/>
              </a:solidFill>
            </a:endParaRPr>
          </a:p>
        </p:txBody>
      </p:sp>
      <p:sp>
        <p:nvSpPr>
          <p:cNvPr id="6" name="Rectángulo: esquinas redondeadas 5">
            <a:extLst>
              <a:ext uri="{FF2B5EF4-FFF2-40B4-BE49-F238E27FC236}">
                <a16:creationId xmlns:a16="http://schemas.microsoft.com/office/drawing/2014/main" id="{83BB5D0D-D3D3-7F1D-71E3-BE24620DC22E}"/>
              </a:ext>
            </a:extLst>
          </p:cNvPr>
          <p:cNvSpPr/>
          <p:nvPr/>
        </p:nvSpPr>
        <p:spPr>
          <a:xfrm>
            <a:off x="1304400" y="4205700"/>
            <a:ext cx="9583200" cy="68988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cs typeface="Arial"/>
              </a:rPr>
              <a:t>6. Reglas de Reembolso del Estatus de Ingreso del Plan de Estudios: </a:t>
            </a:r>
          </a:p>
          <a:p>
            <a:r>
              <a:rPr lang="es-CO" sz="1200" dirty="0">
                <a:solidFill>
                  <a:schemeClr val="bg1"/>
                </a:solidFill>
                <a:cs typeface="Arial"/>
              </a:rPr>
              <a:t>Use esta sección para asociar fechas de reembolso del Estatus por Plan de estudios, con los porcentajes de reembolso de matrícula y cuotas.</a:t>
            </a:r>
          </a:p>
        </p:txBody>
      </p:sp>
      <p:pic>
        <p:nvPicPr>
          <p:cNvPr id="5" name="Imagen 4">
            <a:extLst>
              <a:ext uri="{FF2B5EF4-FFF2-40B4-BE49-F238E27FC236}">
                <a16:creationId xmlns:a16="http://schemas.microsoft.com/office/drawing/2014/main" id="{FF69E7AA-275D-EE7C-A88C-66968B50A352}"/>
              </a:ext>
            </a:extLst>
          </p:cNvPr>
          <p:cNvPicPr>
            <a:picLocks noChangeAspect="1"/>
          </p:cNvPicPr>
          <p:nvPr/>
        </p:nvPicPr>
        <p:blipFill>
          <a:blip r:embed="rId2"/>
          <a:stretch>
            <a:fillRect/>
          </a:stretch>
        </p:blipFill>
        <p:spPr>
          <a:xfrm>
            <a:off x="1304400" y="739095"/>
            <a:ext cx="9583200" cy="3391441"/>
          </a:xfrm>
          <a:prstGeom prst="rect">
            <a:avLst/>
          </a:prstGeom>
        </p:spPr>
      </p:pic>
      <p:pic>
        <p:nvPicPr>
          <p:cNvPr id="9" name="Imagen 8">
            <a:extLst>
              <a:ext uri="{FF2B5EF4-FFF2-40B4-BE49-F238E27FC236}">
                <a16:creationId xmlns:a16="http://schemas.microsoft.com/office/drawing/2014/main" id="{F8F9E6F9-6634-9456-1E33-056F4D0126C7}"/>
              </a:ext>
            </a:extLst>
          </p:cNvPr>
          <p:cNvPicPr>
            <a:picLocks noChangeAspect="1"/>
          </p:cNvPicPr>
          <p:nvPr/>
        </p:nvPicPr>
        <p:blipFill>
          <a:blip r:embed="rId3"/>
          <a:stretch>
            <a:fillRect/>
          </a:stretch>
        </p:blipFill>
        <p:spPr>
          <a:xfrm>
            <a:off x="1093895" y="3431587"/>
            <a:ext cx="162000" cy="162000"/>
          </a:xfrm>
          <a:prstGeom prst="rect">
            <a:avLst/>
          </a:prstGeom>
        </p:spPr>
      </p:pic>
      <p:sp>
        <p:nvSpPr>
          <p:cNvPr id="13" name="Rectángulo: esquinas redondeadas 12">
            <a:extLst>
              <a:ext uri="{FF2B5EF4-FFF2-40B4-BE49-F238E27FC236}">
                <a16:creationId xmlns:a16="http://schemas.microsoft.com/office/drawing/2014/main" id="{911C5786-5096-11A9-42F8-BF9DB66CAC47}"/>
              </a:ext>
            </a:extLst>
          </p:cNvPr>
          <p:cNvSpPr/>
          <p:nvPr/>
        </p:nvSpPr>
        <p:spPr>
          <a:xfrm>
            <a:off x="1304400" y="5048705"/>
            <a:ext cx="9583200" cy="121470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O" sz="1200" b="1" dirty="0">
                <a:solidFill>
                  <a:schemeClr val="bg1"/>
                </a:solidFill>
                <a:cs typeface="Arial"/>
              </a:rPr>
              <a:t>Estado: </a:t>
            </a:r>
            <a:r>
              <a:rPr lang="es-CO" sz="1200" dirty="0">
                <a:solidFill>
                  <a:schemeClr val="bg1"/>
                </a:solidFill>
                <a:cs typeface="Arial"/>
              </a:rPr>
              <a:t>Código del estatus. </a:t>
            </a:r>
          </a:p>
          <a:p>
            <a:pPr marL="171450" indent="-171450">
              <a:buFont typeface="Arial" panose="020B0604020202020204" pitchFamily="34" charset="0"/>
              <a:buChar char="•"/>
            </a:pPr>
            <a:r>
              <a:rPr lang="es-CO" sz="1200" b="1" dirty="0">
                <a:solidFill>
                  <a:schemeClr val="bg1"/>
                </a:solidFill>
                <a:cs typeface="Arial"/>
              </a:rPr>
              <a:t>Fecha de inicio: </a:t>
            </a:r>
            <a:r>
              <a:rPr lang="es-CO" sz="1200" dirty="0">
                <a:solidFill>
                  <a:schemeClr val="bg1"/>
                </a:solidFill>
                <a:cs typeface="Arial"/>
              </a:rPr>
              <a:t>Fecha de inicio en la que la regla de reembolso por plan de estudios aplica. </a:t>
            </a:r>
          </a:p>
          <a:p>
            <a:pPr marL="171450" indent="-171450">
              <a:buFont typeface="Arial" panose="020B0604020202020204" pitchFamily="34" charset="0"/>
              <a:buChar char="•"/>
            </a:pPr>
            <a:r>
              <a:rPr lang="es-CO" sz="1200" b="1" dirty="0">
                <a:solidFill>
                  <a:schemeClr val="bg1"/>
                </a:solidFill>
                <a:cs typeface="Arial"/>
              </a:rPr>
              <a:t>Fecha de fin: </a:t>
            </a:r>
            <a:r>
              <a:rPr lang="es-CO" sz="1200" dirty="0">
                <a:solidFill>
                  <a:schemeClr val="bg1"/>
                </a:solidFill>
                <a:cs typeface="Arial"/>
              </a:rPr>
              <a:t>Fecha de finalización en la que la regla de reembolso por plan de estudios está en uso.</a:t>
            </a:r>
          </a:p>
          <a:p>
            <a:pPr marL="171450" indent="-171450">
              <a:buFont typeface="Arial" panose="020B0604020202020204" pitchFamily="34" charset="0"/>
              <a:buChar char="•"/>
            </a:pPr>
            <a:r>
              <a:rPr lang="es-CO" sz="1200" b="1" dirty="0">
                <a:solidFill>
                  <a:schemeClr val="bg1"/>
                </a:solidFill>
                <a:cs typeface="Arial"/>
              </a:rPr>
              <a:t>Porcentaje de reembolso de matrícula: </a:t>
            </a:r>
            <a:r>
              <a:rPr lang="es-CO" sz="1200" dirty="0">
                <a:solidFill>
                  <a:schemeClr val="bg1"/>
                </a:solidFill>
                <a:cs typeface="Arial"/>
              </a:rPr>
              <a:t>Porcentaje que los códigos asociados a la categoría TUI serán reembolsados por la regla.</a:t>
            </a:r>
          </a:p>
          <a:p>
            <a:pPr marL="171450" indent="-171450">
              <a:buFont typeface="Arial" panose="020B0604020202020204" pitchFamily="34" charset="0"/>
              <a:buChar char="•"/>
            </a:pPr>
            <a:r>
              <a:rPr lang="es-CO" sz="1200" b="1" dirty="0">
                <a:solidFill>
                  <a:schemeClr val="bg1"/>
                </a:solidFill>
                <a:cs typeface="Arial"/>
              </a:rPr>
              <a:t>Porcentaje de reembolso de cuotas</a:t>
            </a:r>
            <a:r>
              <a:rPr lang="es-CO" sz="1200" dirty="0">
                <a:solidFill>
                  <a:schemeClr val="bg1"/>
                </a:solidFill>
                <a:cs typeface="Arial"/>
              </a:rPr>
              <a:t>: Porcentaje que los códigos asociados a la categoría FEE (cuotas) serán reembolsado por la regla.</a:t>
            </a:r>
          </a:p>
        </p:txBody>
      </p:sp>
    </p:spTree>
    <p:extLst>
      <p:ext uri="{BB962C8B-B14F-4D97-AF65-F5344CB8AC3E}">
        <p14:creationId xmlns:p14="http://schemas.microsoft.com/office/powerpoint/2010/main" val="787351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29FD5-EA24-A0C8-14C9-4BA3AA451344}"/>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F281BC23-59DE-C985-527C-48474DD5E31A}"/>
              </a:ext>
            </a:extLst>
          </p:cNvPr>
          <p:cNvPicPr>
            <a:picLocks noChangeAspect="1"/>
          </p:cNvPicPr>
          <p:nvPr/>
        </p:nvPicPr>
        <p:blipFill>
          <a:blip r:embed="rId2"/>
          <a:stretch>
            <a:fillRect/>
          </a:stretch>
        </p:blipFill>
        <p:spPr>
          <a:xfrm>
            <a:off x="1265039" y="867734"/>
            <a:ext cx="9583200" cy="4140703"/>
          </a:xfrm>
          <a:prstGeom prst="rect">
            <a:avLst/>
          </a:prstGeom>
        </p:spPr>
      </p:pic>
      <p:sp>
        <p:nvSpPr>
          <p:cNvPr id="3" name="Title 12">
            <a:extLst>
              <a:ext uri="{FF2B5EF4-FFF2-40B4-BE49-F238E27FC236}">
                <a16:creationId xmlns:a16="http://schemas.microsoft.com/office/drawing/2014/main" id="{D8719403-9256-8086-83E1-320D2D66674A}"/>
              </a:ext>
            </a:extLst>
          </p:cNvPr>
          <p:cNvSpPr txBox="1">
            <a:spLocks/>
          </p:cNvSpPr>
          <p:nvPr/>
        </p:nvSpPr>
        <p:spPr>
          <a:xfrm>
            <a:off x="1225678" y="279657"/>
            <a:ext cx="9661922" cy="470151"/>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419" dirty="0">
                <a:solidFill>
                  <a:schemeClr val="tx1"/>
                </a:solidFill>
              </a:rPr>
              <a:t>SFAESTS - </a:t>
            </a:r>
            <a:r>
              <a:rPr lang="es-CO" dirty="0">
                <a:solidFill>
                  <a:schemeClr val="tx1"/>
                </a:solidFill>
              </a:rPr>
              <a:t>Control del estatus de ingreso </a:t>
            </a:r>
            <a:br>
              <a:rPr lang="es-419" dirty="0">
                <a:solidFill>
                  <a:schemeClr val="tx1"/>
                </a:solidFill>
              </a:rPr>
            </a:br>
            <a:endParaRPr lang="es-ES_tradnl" dirty="0">
              <a:solidFill>
                <a:schemeClr val="tx1"/>
              </a:solidFill>
            </a:endParaRPr>
          </a:p>
        </p:txBody>
      </p:sp>
      <p:sp>
        <p:nvSpPr>
          <p:cNvPr id="6" name="Rectángulo: esquinas redondeadas 5">
            <a:extLst>
              <a:ext uri="{FF2B5EF4-FFF2-40B4-BE49-F238E27FC236}">
                <a16:creationId xmlns:a16="http://schemas.microsoft.com/office/drawing/2014/main" id="{96922320-BDFD-2EA1-C9C9-BEC2556AEA0D}"/>
              </a:ext>
            </a:extLst>
          </p:cNvPr>
          <p:cNvSpPr/>
          <p:nvPr/>
        </p:nvSpPr>
        <p:spPr>
          <a:xfrm>
            <a:off x="1343761" y="5420478"/>
            <a:ext cx="9661922" cy="5697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Por medio del campo </a:t>
            </a:r>
            <a:r>
              <a:rPr lang="es-ES_tradnl" sz="1200" b="1" dirty="0"/>
              <a:t>‘Copiar del periodo’, </a:t>
            </a:r>
            <a:r>
              <a:rPr lang="es-ES_tradnl" sz="1200" dirty="0"/>
              <a:t>se puede copiar la configuración del período que se ingrese en dicho campo a otro período, con lo cual solo deberá modificar las fechas que correspondan al nuevo período en cada uno de los estatus.</a:t>
            </a:r>
          </a:p>
        </p:txBody>
      </p:sp>
    </p:spTree>
    <p:extLst>
      <p:ext uri="{BB962C8B-B14F-4D97-AF65-F5344CB8AC3E}">
        <p14:creationId xmlns:p14="http://schemas.microsoft.com/office/powerpoint/2010/main" val="999735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9338-85EA-2573-8531-1EBEBD68A735}"/>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7D7102CE-1C1A-C903-0A9D-F842C7EF84C7}"/>
              </a:ext>
            </a:extLst>
          </p:cNvPr>
          <p:cNvSpPr>
            <a:spLocks noGrp="1"/>
          </p:cNvSpPr>
          <p:nvPr>
            <p:ph type="body" sz="quarter" idx="11"/>
          </p:nvPr>
        </p:nvSpPr>
        <p:spPr>
          <a:xfrm>
            <a:off x="841247" y="4088796"/>
            <a:ext cx="3511297" cy="389915"/>
          </a:xfrm>
        </p:spPr>
        <p:txBody>
          <a:bodyPr/>
          <a:lstStyle/>
          <a:p>
            <a:pPr algn="l"/>
            <a:r>
              <a:rPr lang="es-CO" dirty="0"/>
              <a:t>Gestionar la matrícula</a:t>
            </a:r>
          </a:p>
        </p:txBody>
      </p:sp>
      <p:sp>
        <p:nvSpPr>
          <p:cNvPr id="5" name="Marcador de texto 1">
            <a:extLst>
              <a:ext uri="{FF2B5EF4-FFF2-40B4-BE49-F238E27FC236}">
                <a16:creationId xmlns:a16="http://schemas.microsoft.com/office/drawing/2014/main" id="{9DF966EF-297F-14E3-AFE4-0C18F14FCCA7}"/>
              </a:ext>
            </a:extLst>
          </p:cNvPr>
          <p:cNvSpPr txBox="1">
            <a:spLocks/>
          </p:cNvSpPr>
          <p:nvPr/>
        </p:nvSpPr>
        <p:spPr>
          <a:xfrm>
            <a:off x="841247" y="3022156"/>
            <a:ext cx="8313737" cy="669094"/>
          </a:xfrm>
          <a:prstGeom prst="rect">
            <a:avLst/>
          </a:prstGeom>
        </p:spPr>
        <p:txBody>
          <a:bodyPr vert="horz" lIns="0" tIns="0" rIns="0" bIns="0" rtlCol="0">
            <a:spAutoFit/>
          </a:bodyPr>
          <a:lstStyle>
            <a:lvl1pPr marL="0" indent="0" algn="ctr" defTabSz="914400" rtl="0" eaLnBrk="1" latinLnBrk="0" hangingPunct="1">
              <a:lnSpc>
                <a:spcPct val="90000"/>
              </a:lnSpc>
              <a:spcBef>
                <a:spcPts val="0"/>
              </a:spcBef>
              <a:spcAft>
                <a:spcPts val="600"/>
              </a:spcAft>
              <a:buFont typeface="Arial" panose="020B0604020202020204" pitchFamily="34" charset="0"/>
              <a:buNone/>
              <a:defRPr sz="4800" b="1"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t>Estatus estimación cursos</a:t>
            </a:r>
          </a:p>
        </p:txBody>
      </p:sp>
    </p:spTree>
    <p:extLst>
      <p:ext uri="{BB962C8B-B14F-4D97-AF65-F5344CB8AC3E}">
        <p14:creationId xmlns:p14="http://schemas.microsoft.com/office/powerpoint/2010/main" val="3505325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7DDD6-837B-EAE4-F875-F3BEBDF08B14}"/>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EFE2FBFA-423B-9259-1673-9D37E6BA87B5}"/>
              </a:ext>
            </a:extLst>
          </p:cNvPr>
          <p:cNvSpPr txBox="1">
            <a:spLocks/>
          </p:cNvSpPr>
          <p:nvPr/>
        </p:nvSpPr>
        <p:spPr>
          <a:xfrm>
            <a:off x="1304398" y="387427"/>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STVRSTS  - Validación del código de estatus de la inscripción a curso</a:t>
            </a:r>
            <a:br>
              <a:rPr lang="es-419" dirty="0">
                <a:solidFill>
                  <a:schemeClr val="tx1"/>
                </a:solidFill>
              </a:rPr>
            </a:br>
            <a:endParaRPr lang="es-ES_tradnl" dirty="0">
              <a:solidFill>
                <a:schemeClr val="tx1"/>
              </a:solidFill>
            </a:endParaRPr>
          </a:p>
        </p:txBody>
      </p:sp>
      <p:sp>
        <p:nvSpPr>
          <p:cNvPr id="5" name="Rectángulo: esquinas redondeadas 4">
            <a:extLst>
              <a:ext uri="{FF2B5EF4-FFF2-40B4-BE49-F238E27FC236}">
                <a16:creationId xmlns:a16="http://schemas.microsoft.com/office/drawing/2014/main" id="{D9212010-0C2A-261B-3E6D-763114D6F0F3}"/>
              </a:ext>
            </a:extLst>
          </p:cNvPr>
          <p:cNvSpPr/>
          <p:nvPr/>
        </p:nvSpPr>
        <p:spPr>
          <a:xfrm>
            <a:off x="1304399" y="4764902"/>
            <a:ext cx="9583200" cy="8985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Use la página </a:t>
            </a:r>
            <a:r>
              <a:rPr lang="es-CO" sz="1200" b="1" dirty="0"/>
              <a:t>STVRSTS </a:t>
            </a:r>
            <a:r>
              <a:rPr lang="es-CO" sz="1200" dirty="0"/>
              <a:t>para crear, actualizar, insertar y eliminar códigos de </a:t>
            </a:r>
            <a:r>
              <a:rPr lang="es-CO" sz="1200" b="1" dirty="0"/>
              <a:t>estado de inscripción de cursos, </a:t>
            </a:r>
            <a:r>
              <a:rPr lang="es-CO" sz="1200" dirty="0"/>
              <a:t>tales como Elegible, Retiro, Inscrito, En lista de espera, entre otros, otras páginas utilizan esta página para validar los estados de inscripción de los cursos, puede configurar las casillas de verificación para determinar qué permiten los distintos códigos de estado. </a:t>
            </a:r>
            <a:endParaRPr lang="es-ES_tradnl" sz="1200" dirty="0"/>
          </a:p>
        </p:txBody>
      </p:sp>
      <p:pic>
        <p:nvPicPr>
          <p:cNvPr id="15" name="Imagen 14">
            <a:extLst>
              <a:ext uri="{FF2B5EF4-FFF2-40B4-BE49-F238E27FC236}">
                <a16:creationId xmlns:a16="http://schemas.microsoft.com/office/drawing/2014/main" id="{5F9A02B3-467F-6EC9-FBB9-D2D3B8E09C05}"/>
              </a:ext>
            </a:extLst>
          </p:cNvPr>
          <p:cNvPicPr>
            <a:picLocks noChangeAspect="1"/>
          </p:cNvPicPr>
          <p:nvPr/>
        </p:nvPicPr>
        <p:blipFill>
          <a:blip r:embed="rId2"/>
          <a:stretch>
            <a:fillRect/>
          </a:stretch>
        </p:blipFill>
        <p:spPr>
          <a:xfrm>
            <a:off x="1304399" y="1654630"/>
            <a:ext cx="9583200" cy="2741624"/>
          </a:xfrm>
          <a:prstGeom prst="rect">
            <a:avLst/>
          </a:prstGeom>
        </p:spPr>
      </p:pic>
    </p:spTree>
    <p:extLst>
      <p:ext uri="{BB962C8B-B14F-4D97-AF65-F5344CB8AC3E}">
        <p14:creationId xmlns:p14="http://schemas.microsoft.com/office/powerpoint/2010/main" val="1757051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3041D-531D-EE3C-CAA2-B84511F655FF}"/>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C2702673-3E5F-962D-3C30-928A1D598E22}"/>
              </a:ext>
            </a:extLst>
          </p:cNvPr>
          <p:cNvSpPr txBox="1">
            <a:spLocks/>
          </p:cNvSpPr>
          <p:nvPr/>
        </p:nvSpPr>
        <p:spPr>
          <a:xfrm>
            <a:off x="1304399" y="45459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STVRSTS  - Validación del código de estatus de la inscripción a curso</a:t>
            </a:r>
            <a:br>
              <a:rPr lang="es-419" dirty="0">
                <a:solidFill>
                  <a:schemeClr val="tx1"/>
                </a:solidFill>
              </a:rPr>
            </a:br>
            <a:endParaRPr lang="es-ES_tradnl" dirty="0">
              <a:solidFill>
                <a:schemeClr val="tx1"/>
              </a:solidFill>
            </a:endParaRPr>
          </a:p>
        </p:txBody>
      </p:sp>
      <p:pic>
        <p:nvPicPr>
          <p:cNvPr id="7" name="Imagen 6">
            <a:extLst>
              <a:ext uri="{FF2B5EF4-FFF2-40B4-BE49-F238E27FC236}">
                <a16:creationId xmlns:a16="http://schemas.microsoft.com/office/drawing/2014/main" id="{FF8BD02C-E17F-4056-D7B8-04DED61E1EFC}"/>
              </a:ext>
            </a:extLst>
          </p:cNvPr>
          <p:cNvPicPr>
            <a:picLocks noChangeAspect="1"/>
          </p:cNvPicPr>
          <p:nvPr/>
        </p:nvPicPr>
        <p:blipFill>
          <a:blip r:embed="rId2"/>
          <a:stretch>
            <a:fillRect/>
          </a:stretch>
        </p:blipFill>
        <p:spPr>
          <a:xfrm>
            <a:off x="1304400" y="1759458"/>
            <a:ext cx="9583200" cy="3744795"/>
          </a:xfrm>
          <a:prstGeom prst="rect">
            <a:avLst/>
          </a:prstGeom>
        </p:spPr>
      </p:pic>
    </p:spTree>
    <p:extLst>
      <p:ext uri="{BB962C8B-B14F-4D97-AF65-F5344CB8AC3E}">
        <p14:creationId xmlns:p14="http://schemas.microsoft.com/office/powerpoint/2010/main" val="1124440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3D14-61CF-A767-4EC4-5E9B6B86AF2D}"/>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4043A8EF-A7CB-9AEA-7CE8-6AA833135275}"/>
              </a:ext>
            </a:extLst>
          </p:cNvPr>
          <p:cNvSpPr txBox="1">
            <a:spLocks/>
          </p:cNvSpPr>
          <p:nvPr/>
        </p:nvSpPr>
        <p:spPr>
          <a:xfrm>
            <a:off x="1304399" y="45459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STVRSTS  - Validación del código de estatus de la inscripción a curso</a:t>
            </a:r>
            <a:br>
              <a:rPr lang="es-419" dirty="0">
                <a:solidFill>
                  <a:schemeClr val="tx1"/>
                </a:solidFill>
              </a:rPr>
            </a:br>
            <a:endParaRPr lang="es-ES_tradnl" dirty="0">
              <a:solidFill>
                <a:schemeClr val="tx1"/>
              </a:solidFill>
            </a:endParaRPr>
          </a:p>
        </p:txBody>
      </p:sp>
      <p:pic>
        <p:nvPicPr>
          <p:cNvPr id="7" name="Imagen 6">
            <a:extLst>
              <a:ext uri="{FF2B5EF4-FFF2-40B4-BE49-F238E27FC236}">
                <a16:creationId xmlns:a16="http://schemas.microsoft.com/office/drawing/2014/main" id="{6CF6ADFB-B479-E769-35C1-05AD7329F555}"/>
              </a:ext>
            </a:extLst>
          </p:cNvPr>
          <p:cNvPicPr>
            <a:picLocks noChangeAspect="1"/>
          </p:cNvPicPr>
          <p:nvPr/>
        </p:nvPicPr>
        <p:blipFill>
          <a:blip r:embed="rId2"/>
          <a:stretch>
            <a:fillRect/>
          </a:stretch>
        </p:blipFill>
        <p:spPr>
          <a:xfrm>
            <a:off x="1304399" y="1619250"/>
            <a:ext cx="9583200" cy="3934405"/>
          </a:xfrm>
          <a:prstGeom prst="rect">
            <a:avLst/>
          </a:prstGeom>
        </p:spPr>
      </p:pic>
    </p:spTree>
    <p:extLst>
      <p:ext uri="{BB962C8B-B14F-4D97-AF65-F5344CB8AC3E}">
        <p14:creationId xmlns:p14="http://schemas.microsoft.com/office/powerpoint/2010/main" val="1834257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B153E-94B6-1F74-13DB-87FF2F300801}"/>
            </a:ext>
          </a:extLst>
        </p:cNvPr>
        <p:cNvGrpSpPr/>
        <p:nvPr/>
      </p:nvGrpSpPr>
      <p:grpSpPr>
        <a:xfrm>
          <a:off x="0" y="0"/>
          <a:ext cx="0" cy="0"/>
          <a:chOff x="0" y="0"/>
          <a:chExt cx="0" cy="0"/>
        </a:xfrm>
      </p:grpSpPr>
      <p:sp>
        <p:nvSpPr>
          <p:cNvPr id="2" name="Title 12">
            <a:extLst>
              <a:ext uri="{FF2B5EF4-FFF2-40B4-BE49-F238E27FC236}">
                <a16:creationId xmlns:a16="http://schemas.microsoft.com/office/drawing/2014/main" id="{65FDB5B5-A5A7-9D98-DB50-42BE459B14AE}"/>
              </a:ext>
            </a:extLst>
          </p:cNvPr>
          <p:cNvSpPr txBox="1">
            <a:spLocks/>
          </p:cNvSpPr>
          <p:nvPr/>
        </p:nvSpPr>
        <p:spPr>
          <a:xfrm>
            <a:off x="1304398" y="482026"/>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STVRSTS  - Validación del código de estatus de la inscripción a curso</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A04D7895-8796-0F5C-C55E-5A750179C1C8}"/>
              </a:ext>
            </a:extLst>
          </p:cNvPr>
          <p:cNvPicPr>
            <a:picLocks noChangeAspect="1"/>
          </p:cNvPicPr>
          <p:nvPr/>
        </p:nvPicPr>
        <p:blipFill>
          <a:blip r:embed="rId2"/>
          <a:stretch>
            <a:fillRect/>
          </a:stretch>
        </p:blipFill>
        <p:spPr>
          <a:xfrm>
            <a:off x="1304399" y="1812798"/>
            <a:ext cx="9583200" cy="3839600"/>
          </a:xfrm>
          <a:prstGeom prst="rect">
            <a:avLst/>
          </a:prstGeom>
        </p:spPr>
      </p:pic>
    </p:spTree>
    <p:extLst>
      <p:ext uri="{BB962C8B-B14F-4D97-AF65-F5344CB8AC3E}">
        <p14:creationId xmlns:p14="http://schemas.microsoft.com/office/powerpoint/2010/main" val="3074558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33AA-104B-A12E-219D-9F1574F52A5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1E7047C3-85D4-E9D1-1282-A4B7B7325413}"/>
              </a:ext>
            </a:extLst>
          </p:cNvPr>
          <p:cNvPicPr>
            <a:picLocks noChangeAspect="1"/>
          </p:cNvPicPr>
          <p:nvPr/>
        </p:nvPicPr>
        <p:blipFill>
          <a:blip r:embed="rId2"/>
          <a:stretch>
            <a:fillRect/>
          </a:stretch>
        </p:blipFill>
        <p:spPr>
          <a:xfrm>
            <a:off x="1304400" y="1571287"/>
            <a:ext cx="9583200" cy="1857713"/>
          </a:xfrm>
          <a:prstGeom prst="rect">
            <a:avLst/>
          </a:prstGeom>
        </p:spPr>
      </p:pic>
      <p:sp>
        <p:nvSpPr>
          <p:cNvPr id="2" name="Title 12">
            <a:extLst>
              <a:ext uri="{FF2B5EF4-FFF2-40B4-BE49-F238E27FC236}">
                <a16:creationId xmlns:a16="http://schemas.microsoft.com/office/drawing/2014/main" id="{840C59CD-94D5-B0D2-1DC1-BFA1F1B410E1}"/>
              </a:ext>
            </a:extLst>
          </p:cNvPr>
          <p:cNvSpPr txBox="1">
            <a:spLocks/>
          </p:cNvSpPr>
          <p:nvPr/>
        </p:nvSpPr>
        <p:spPr>
          <a:xfrm>
            <a:off x="1207388" y="449143"/>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SFARSTS  - Estatus de inscripción a curso</a:t>
            </a:r>
            <a:br>
              <a:rPr lang="es-419" dirty="0">
                <a:solidFill>
                  <a:schemeClr val="tx1"/>
                </a:solidFill>
              </a:rPr>
            </a:br>
            <a:endParaRPr lang="es-ES_tradnl" dirty="0">
              <a:solidFill>
                <a:schemeClr val="tx1"/>
              </a:solidFill>
            </a:endParaRPr>
          </a:p>
        </p:txBody>
      </p:sp>
      <p:sp>
        <p:nvSpPr>
          <p:cNvPr id="5" name="Rectángulo: esquinas redondeadas 4">
            <a:extLst>
              <a:ext uri="{FF2B5EF4-FFF2-40B4-BE49-F238E27FC236}">
                <a16:creationId xmlns:a16="http://schemas.microsoft.com/office/drawing/2014/main" id="{1E189B99-AD98-FA27-42FF-A6D80D1A067C}"/>
              </a:ext>
            </a:extLst>
          </p:cNvPr>
          <p:cNvSpPr/>
          <p:nvPr/>
        </p:nvSpPr>
        <p:spPr>
          <a:xfrm>
            <a:off x="1304400" y="3271405"/>
            <a:ext cx="9583200" cy="8151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requiere configurar SFARSTS, página administrativa donde se establecen los estatus de inscripción de los cursos  que estarían habilitados para su asignación en un periodo académico determinado. Para ello se debe:</a:t>
            </a:r>
          </a:p>
        </p:txBody>
      </p:sp>
      <p:sp>
        <p:nvSpPr>
          <p:cNvPr id="9" name="Rectángulo: esquinas redondeadas 8">
            <a:extLst>
              <a:ext uri="{FF2B5EF4-FFF2-40B4-BE49-F238E27FC236}">
                <a16:creationId xmlns:a16="http://schemas.microsoft.com/office/drawing/2014/main" id="{B5E06C0A-9BA5-1E4E-93BE-25BEEE001AC6}"/>
              </a:ext>
            </a:extLst>
          </p:cNvPr>
          <p:cNvSpPr/>
          <p:nvPr/>
        </p:nvSpPr>
        <p:spPr>
          <a:xfrm>
            <a:off x="1304400" y="4344509"/>
            <a:ext cx="7437264" cy="50698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a:t>
            </a:r>
            <a:r>
              <a:rPr lang="es-ES_tradnl" sz="1200" dirty="0"/>
              <a:t> Ingresar el Periodo Académico para el cual se definirán las fechas de los estatus de inscripción de cursos</a:t>
            </a:r>
          </a:p>
        </p:txBody>
      </p:sp>
      <p:sp>
        <p:nvSpPr>
          <p:cNvPr id="10" name="Rectángulo: esquinas redondeadas 9">
            <a:extLst>
              <a:ext uri="{FF2B5EF4-FFF2-40B4-BE49-F238E27FC236}">
                <a16:creationId xmlns:a16="http://schemas.microsoft.com/office/drawing/2014/main" id="{C89480CE-5718-407E-5883-A3D2FC6094F7}"/>
              </a:ext>
            </a:extLst>
          </p:cNvPr>
          <p:cNvSpPr/>
          <p:nvPr/>
        </p:nvSpPr>
        <p:spPr>
          <a:xfrm>
            <a:off x="1304400" y="5722784"/>
            <a:ext cx="1914288" cy="44468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solidFill>
                  <a:schemeClr val="bg1"/>
                </a:solidFill>
                <a:cs typeface="Arial"/>
              </a:rPr>
              <a:t>3. </a:t>
            </a:r>
            <a:r>
              <a:rPr lang="es-ES_tradnl" sz="1200" dirty="0">
                <a:solidFill>
                  <a:schemeClr val="bg1"/>
                </a:solidFill>
                <a:cs typeface="Arial"/>
              </a:rPr>
              <a:t>Presionar el botón ‘Ir’.</a:t>
            </a:r>
          </a:p>
        </p:txBody>
      </p:sp>
      <p:sp>
        <p:nvSpPr>
          <p:cNvPr id="11" name="Rectángulo: esquinas redondeadas 10">
            <a:extLst>
              <a:ext uri="{FF2B5EF4-FFF2-40B4-BE49-F238E27FC236}">
                <a16:creationId xmlns:a16="http://schemas.microsoft.com/office/drawing/2014/main" id="{2BFCBCEE-A82A-0BD6-BD83-F7788C4A99AC}"/>
              </a:ext>
            </a:extLst>
          </p:cNvPr>
          <p:cNvSpPr/>
          <p:nvPr/>
        </p:nvSpPr>
        <p:spPr>
          <a:xfrm>
            <a:off x="1304400" y="5002094"/>
            <a:ext cx="9000888" cy="57008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Ingresar la parte de período en el cual están programadas las asignaturas para su inscripción. Se deben configurar los estatus para cada parte de período que esté habilitada en la página SOATERM para el período</a:t>
            </a:r>
          </a:p>
        </p:txBody>
      </p:sp>
      <p:pic>
        <p:nvPicPr>
          <p:cNvPr id="13" name="Imagen 12">
            <a:extLst>
              <a:ext uri="{FF2B5EF4-FFF2-40B4-BE49-F238E27FC236}">
                <a16:creationId xmlns:a16="http://schemas.microsoft.com/office/drawing/2014/main" id="{BCFF0945-FEBC-BDDD-A09E-60A40672ED48}"/>
              </a:ext>
            </a:extLst>
          </p:cNvPr>
          <p:cNvPicPr>
            <a:picLocks noChangeAspect="1"/>
          </p:cNvPicPr>
          <p:nvPr/>
        </p:nvPicPr>
        <p:blipFill>
          <a:blip r:embed="rId3"/>
          <a:stretch>
            <a:fillRect/>
          </a:stretch>
        </p:blipFill>
        <p:spPr>
          <a:xfrm>
            <a:off x="5459273" y="2193896"/>
            <a:ext cx="162000" cy="162000"/>
          </a:xfrm>
          <a:prstGeom prst="rect">
            <a:avLst/>
          </a:prstGeom>
        </p:spPr>
      </p:pic>
      <p:pic>
        <p:nvPicPr>
          <p:cNvPr id="15" name="Imagen 14">
            <a:extLst>
              <a:ext uri="{FF2B5EF4-FFF2-40B4-BE49-F238E27FC236}">
                <a16:creationId xmlns:a16="http://schemas.microsoft.com/office/drawing/2014/main" id="{47DCFB84-C8DD-775E-1FCE-4E362C60D493}"/>
              </a:ext>
            </a:extLst>
          </p:cNvPr>
          <p:cNvPicPr>
            <a:picLocks noChangeAspect="1"/>
          </p:cNvPicPr>
          <p:nvPr/>
        </p:nvPicPr>
        <p:blipFill>
          <a:blip r:embed="rId4"/>
          <a:stretch>
            <a:fillRect/>
          </a:stretch>
        </p:blipFill>
        <p:spPr>
          <a:xfrm>
            <a:off x="1521259" y="2193896"/>
            <a:ext cx="162000" cy="162000"/>
          </a:xfrm>
          <a:prstGeom prst="rect">
            <a:avLst/>
          </a:prstGeom>
        </p:spPr>
      </p:pic>
      <p:pic>
        <p:nvPicPr>
          <p:cNvPr id="17" name="Imagen 16">
            <a:extLst>
              <a:ext uri="{FF2B5EF4-FFF2-40B4-BE49-F238E27FC236}">
                <a16:creationId xmlns:a16="http://schemas.microsoft.com/office/drawing/2014/main" id="{E1A48949-76D7-72C0-3FE3-EFE5421FF8CB}"/>
              </a:ext>
            </a:extLst>
          </p:cNvPr>
          <p:cNvPicPr>
            <a:picLocks noChangeAspect="1"/>
          </p:cNvPicPr>
          <p:nvPr/>
        </p:nvPicPr>
        <p:blipFill>
          <a:blip r:embed="rId5"/>
          <a:stretch>
            <a:fillRect/>
          </a:stretch>
        </p:blipFill>
        <p:spPr>
          <a:xfrm>
            <a:off x="10224288" y="2193555"/>
            <a:ext cx="162000" cy="162000"/>
          </a:xfrm>
          <a:prstGeom prst="rect">
            <a:avLst/>
          </a:prstGeom>
        </p:spPr>
      </p:pic>
    </p:spTree>
    <p:extLst>
      <p:ext uri="{BB962C8B-B14F-4D97-AF65-F5344CB8AC3E}">
        <p14:creationId xmlns:p14="http://schemas.microsoft.com/office/powerpoint/2010/main" val="3594457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7644-F045-8D58-CE69-7E2623E41C19}"/>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07D2ADB7-4677-142B-1100-8028ECA71F38}"/>
              </a:ext>
            </a:extLst>
          </p:cNvPr>
          <p:cNvSpPr/>
          <p:nvPr/>
        </p:nvSpPr>
        <p:spPr>
          <a:xfrm>
            <a:off x="1304400" y="4506636"/>
            <a:ext cx="9607061" cy="16558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Antes de ingresar los datos en esta página, los códigos de estado deben haberse ingresado en la página </a:t>
            </a:r>
            <a:r>
              <a:rPr lang="es-CO" sz="1200" b="1" dirty="0"/>
              <a:t>Validación del código de estatus de la inscripción a curso STVRSTS. </a:t>
            </a:r>
            <a:r>
              <a:rPr lang="es-CO" sz="1200" dirty="0"/>
              <a:t>Mientras que la página de validación abarca varios períodos de tiempo, la página </a:t>
            </a:r>
            <a:r>
              <a:rPr lang="es-CO" sz="1200" b="1" dirty="0"/>
              <a:t>Estatus de inscripción a curso SFARSTS</a:t>
            </a:r>
            <a:r>
              <a:rPr lang="es-CO" sz="1200" dirty="0"/>
              <a:t> es específica para una parte de período académico. </a:t>
            </a:r>
          </a:p>
          <a:p>
            <a:r>
              <a:rPr lang="es-CO" sz="1200" dirty="0"/>
              <a:t>Esto le permite modificar la información del estado de un período al siguiente. También tenga en cuenta que existe un vínculo entre el estatus de inscripción y el estatus del curso del estudiante. Cuando existe un estado de inscripción que afecta el estado del curso (la casilla Afectado por el estado del estudiante está seleccionada), ese estado, junto con sus atributos, debe incluirse en esta página.</a:t>
            </a:r>
            <a:endParaRPr lang="es-ES_tradnl" sz="1200" dirty="0"/>
          </a:p>
        </p:txBody>
      </p:sp>
      <p:sp>
        <p:nvSpPr>
          <p:cNvPr id="7" name="Title 12">
            <a:extLst>
              <a:ext uri="{FF2B5EF4-FFF2-40B4-BE49-F238E27FC236}">
                <a16:creationId xmlns:a16="http://schemas.microsoft.com/office/drawing/2014/main" id="{6124B7AB-7F59-E945-095F-77227546C0EE}"/>
              </a:ext>
            </a:extLst>
          </p:cNvPr>
          <p:cNvSpPr txBox="1">
            <a:spLocks/>
          </p:cNvSpPr>
          <p:nvPr/>
        </p:nvSpPr>
        <p:spPr>
          <a:xfrm>
            <a:off x="1280539" y="26257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SFARSTS  - Estatus de inscripción a curso</a:t>
            </a:r>
            <a:br>
              <a:rPr lang="es-419" dirty="0">
                <a:solidFill>
                  <a:schemeClr val="tx1"/>
                </a:solidFill>
              </a:rPr>
            </a:br>
            <a:endParaRPr lang="es-ES_tradnl" dirty="0">
              <a:solidFill>
                <a:schemeClr val="tx1"/>
              </a:solidFill>
            </a:endParaRPr>
          </a:p>
        </p:txBody>
      </p:sp>
      <p:pic>
        <p:nvPicPr>
          <p:cNvPr id="9" name="Imagen 8">
            <a:extLst>
              <a:ext uri="{FF2B5EF4-FFF2-40B4-BE49-F238E27FC236}">
                <a16:creationId xmlns:a16="http://schemas.microsoft.com/office/drawing/2014/main" id="{A665BEC5-4F8D-55B9-9AA7-4A20B96F3BAE}"/>
              </a:ext>
            </a:extLst>
          </p:cNvPr>
          <p:cNvPicPr>
            <a:picLocks noChangeAspect="1"/>
          </p:cNvPicPr>
          <p:nvPr/>
        </p:nvPicPr>
        <p:blipFill>
          <a:blip r:embed="rId2"/>
          <a:stretch>
            <a:fillRect/>
          </a:stretch>
        </p:blipFill>
        <p:spPr>
          <a:xfrm>
            <a:off x="1304400" y="1523415"/>
            <a:ext cx="9583200" cy="2827994"/>
          </a:xfrm>
          <a:prstGeom prst="rect">
            <a:avLst/>
          </a:prstGeom>
        </p:spPr>
      </p:pic>
    </p:spTree>
    <p:extLst>
      <p:ext uri="{BB962C8B-B14F-4D97-AF65-F5344CB8AC3E}">
        <p14:creationId xmlns:p14="http://schemas.microsoft.com/office/powerpoint/2010/main" val="2026842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1B27-60F4-FA18-98D2-5B586B254551}"/>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2F8E61B7-2198-05DC-3D72-FF8A294AB83E}"/>
              </a:ext>
            </a:extLst>
          </p:cNvPr>
          <p:cNvSpPr/>
          <p:nvPr/>
        </p:nvSpPr>
        <p:spPr>
          <a:xfrm>
            <a:off x="1304400" y="4330173"/>
            <a:ext cx="9607061" cy="19146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Campos: </a:t>
            </a:r>
          </a:p>
          <a:p>
            <a:endParaRPr lang="es-CO" sz="1200" b="1" dirty="0"/>
          </a:p>
          <a:p>
            <a:pPr marL="171450" indent="-171450">
              <a:buFont typeface="Arial" panose="020B0604020202020204" pitchFamily="34" charset="0"/>
              <a:buChar char="•"/>
            </a:pPr>
            <a:r>
              <a:rPr lang="es-CO" sz="1200" b="1" dirty="0"/>
              <a:t>Estado: </a:t>
            </a:r>
            <a:r>
              <a:rPr lang="es-CO" sz="1200" dirty="0"/>
              <a:t>Código y descripción del estado de registro de cursos.</a:t>
            </a:r>
          </a:p>
          <a:p>
            <a:pPr marL="171450" indent="-171450">
              <a:buFont typeface="Arial" panose="020B0604020202020204" pitchFamily="34" charset="0"/>
              <a:buChar char="•"/>
            </a:pPr>
            <a:r>
              <a:rPr lang="es-CO" sz="1200" b="1" dirty="0"/>
              <a:t>Afectado por el estado del estudiante</a:t>
            </a:r>
            <a:r>
              <a:rPr lang="es-CO" sz="1200" dirty="0"/>
              <a:t>: Casilla que se utiliza para indicar que existe un estado de inscripción que afecta el estado de registro del curso. Ese estado, junto con sus atributos, debe incluirse en esta página.</a:t>
            </a:r>
          </a:p>
          <a:p>
            <a:pPr marL="171450" indent="-171450">
              <a:buFont typeface="Arial" panose="020B0604020202020204" pitchFamily="34" charset="0"/>
              <a:buChar char="•"/>
            </a:pPr>
            <a:r>
              <a:rPr lang="es-CO" sz="1200" b="1" dirty="0"/>
              <a:t>Fecha de inicio: </a:t>
            </a:r>
            <a:r>
              <a:rPr lang="es-CO" sz="1200" dirty="0"/>
              <a:t>Fecha de inicio en la que la regla del estado de registro de cursos está en uso.</a:t>
            </a:r>
          </a:p>
          <a:p>
            <a:pPr marL="171450" indent="-171450">
              <a:buFont typeface="Arial" panose="020B0604020202020204" pitchFamily="34" charset="0"/>
              <a:buChar char="•"/>
            </a:pPr>
            <a:r>
              <a:rPr lang="es-CO" sz="1200" b="1" dirty="0"/>
              <a:t>Fecha de fin: </a:t>
            </a:r>
            <a:r>
              <a:rPr lang="es-CO" sz="1200" dirty="0"/>
              <a:t>Fecha de finalización en la que la regla del estado de registro de cursos está en uso.</a:t>
            </a:r>
          </a:p>
          <a:p>
            <a:pPr marL="171450" indent="-171450">
              <a:buFont typeface="Arial" panose="020B0604020202020204" pitchFamily="34" charset="0"/>
              <a:buChar char="•"/>
            </a:pPr>
            <a:r>
              <a:rPr lang="es-CO" sz="1200" b="1" dirty="0"/>
              <a:t>Indicador de respuesta de voz: </a:t>
            </a:r>
            <a:r>
              <a:rPr lang="es-CO" sz="1200" dirty="0"/>
              <a:t>Casilla que se utiliza para indicar que el código asociado de estado de registro de cursos se usa en el registro por respuesta de voz como código de baja.</a:t>
            </a:r>
            <a:endParaRPr lang="es-ES_tradnl" sz="1200" dirty="0"/>
          </a:p>
        </p:txBody>
      </p:sp>
      <p:sp>
        <p:nvSpPr>
          <p:cNvPr id="7" name="Title 12">
            <a:extLst>
              <a:ext uri="{FF2B5EF4-FFF2-40B4-BE49-F238E27FC236}">
                <a16:creationId xmlns:a16="http://schemas.microsoft.com/office/drawing/2014/main" id="{4EBCE656-C5A0-C256-E1E4-673203599E8E}"/>
              </a:ext>
            </a:extLst>
          </p:cNvPr>
          <p:cNvSpPr txBox="1">
            <a:spLocks/>
          </p:cNvSpPr>
          <p:nvPr/>
        </p:nvSpPr>
        <p:spPr>
          <a:xfrm>
            <a:off x="1280539" y="26257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SFARSTS  - Estatus de inscripción a curso</a:t>
            </a:r>
            <a:br>
              <a:rPr lang="es-419" dirty="0">
                <a:solidFill>
                  <a:schemeClr val="tx1"/>
                </a:solidFill>
              </a:rPr>
            </a:br>
            <a:endParaRPr lang="es-ES_tradnl" dirty="0">
              <a:solidFill>
                <a:schemeClr val="tx1"/>
              </a:solidFill>
            </a:endParaRPr>
          </a:p>
        </p:txBody>
      </p:sp>
      <p:pic>
        <p:nvPicPr>
          <p:cNvPr id="2" name="Imagen 1">
            <a:extLst>
              <a:ext uri="{FF2B5EF4-FFF2-40B4-BE49-F238E27FC236}">
                <a16:creationId xmlns:a16="http://schemas.microsoft.com/office/drawing/2014/main" id="{4CA37A24-F9D3-81C0-1367-F4D20721CF07}"/>
              </a:ext>
            </a:extLst>
          </p:cNvPr>
          <p:cNvPicPr>
            <a:picLocks noChangeAspect="1"/>
          </p:cNvPicPr>
          <p:nvPr/>
        </p:nvPicPr>
        <p:blipFill>
          <a:blip r:embed="rId2"/>
          <a:stretch>
            <a:fillRect/>
          </a:stretch>
        </p:blipFill>
        <p:spPr>
          <a:xfrm>
            <a:off x="1304400" y="1331652"/>
            <a:ext cx="9583200" cy="2827994"/>
          </a:xfrm>
          <a:prstGeom prst="rect">
            <a:avLst/>
          </a:prstGeom>
        </p:spPr>
      </p:pic>
    </p:spTree>
    <p:extLst>
      <p:ext uri="{BB962C8B-B14F-4D97-AF65-F5344CB8AC3E}">
        <p14:creationId xmlns:p14="http://schemas.microsoft.com/office/powerpoint/2010/main" val="625350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25690-B24F-E4C7-D762-AD3C4F2EFF1E}"/>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FCEEB963-12E3-9D08-5275-18B11F5C74BD}"/>
              </a:ext>
            </a:extLst>
          </p:cNvPr>
          <p:cNvSpPr/>
          <p:nvPr/>
        </p:nvSpPr>
        <p:spPr>
          <a:xfrm>
            <a:off x="1304399" y="4056573"/>
            <a:ext cx="9607061" cy="8985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Reglas de reembolso del estatus de inscripción de cursos: </a:t>
            </a:r>
          </a:p>
          <a:p>
            <a:r>
              <a:rPr lang="es-CO" sz="1200" dirty="0"/>
              <a:t>Use esta sección de la página para asociar la regla del estatus de inscripción de cursos, debe indicar las Fechas con los porcentajes de reembolso de matrícula y cuotas. Los registros de esta sección son registros secundarios de los registros de la sección Fechas del estado de registro de cursos</a:t>
            </a:r>
            <a:r>
              <a:rPr lang="es-CO" sz="1200" b="1" dirty="0"/>
              <a:t>.</a:t>
            </a:r>
          </a:p>
        </p:txBody>
      </p:sp>
      <p:sp>
        <p:nvSpPr>
          <p:cNvPr id="7" name="Title 12">
            <a:extLst>
              <a:ext uri="{FF2B5EF4-FFF2-40B4-BE49-F238E27FC236}">
                <a16:creationId xmlns:a16="http://schemas.microsoft.com/office/drawing/2014/main" id="{64411D41-652F-6151-7755-B7735FE96E2D}"/>
              </a:ext>
            </a:extLst>
          </p:cNvPr>
          <p:cNvSpPr txBox="1">
            <a:spLocks/>
          </p:cNvSpPr>
          <p:nvPr/>
        </p:nvSpPr>
        <p:spPr>
          <a:xfrm>
            <a:off x="1280539" y="26257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SFARSTS  - Estatus de inscripción a curso</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36A3A750-77E2-070D-0899-2C1611A77E3D}"/>
              </a:ext>
            </a:extLst>
          </p:cNvPr>
          <p:cNvPicPr>
            <a:picLocks noChangeAspect="1"/>
          </p:cNvPicPr>
          <p:nvPr/>
        </p:nvPicPr>
        <p:blipFill>
          <a:blip r:embed="rId2"/>
          <a:stretch>
            <a:fillRect/>
          </a:stretch>
        </p:blipFill>
        <p:spPr>
          <a:xfrm>
            <a:off x="1304399" y="1140164"/>
            <a:ext cx="9583200" cy="2916409"/>
          </a:xfrm>
          <a:prstGeom prst="rect">
            <a:avLst/>
          </a:prstGeom>
        </p:spPr>
      </p:pic>
      <p:sp>
        <p:nvSpPr>
          <p:cNvPr id="6" name="Rectángulo: esquinas redondeadas 5">
            <a:extLst>
              <a:ext uri="{FF2B5EF4-FFF2-40B4-BE49-F238E27FC236}">
                <a16:creationId xmlns:a16="http://schemas.microsoft.com/office/drawing/2014/main" id="{54446879-8FC0-004C-9343-9E9511CD2146}"/>
              </a:ext>
            </a:extLst>
          </p:cNvPr>
          <p:cNvSpPr/>
          <p:nvPr/>
        </p:nvSpPr>
        <p:spPr>
          <a:xfrm>
            <a:off x="1280539" y="5128048"/>
            <a:ext cx="9607061" cy="12178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O" sz="1200" b="1" dirty="0"/>
              <a:t>Estado: </a:t>
            </a:r>
            <a:r>
              <a:rPr lang="es-CO" sz="1200" dirty="0"/>
              <a:t>Código del estado de registro de cursos.</a:t>
            </a:r>
          </a:p>
          <a:p>
            <a:pPr marL="171450" indent="-171450">
              <a:buFont typeface="Arial" panose="020B0604020202020204" pitchFamily="34" charset="0"/>
              <a:buChar char="•"/>
            </a:pPr>
            <a:r>
              <a:rPr lang="es-CO" sz="1200" b="1" dirty="0"/>
              <a:t>Fecha de inicio: </a:t>
            </a:r>
            <a:r>
              <a:rPr lang="es-CO" sz="1200" dirty="0"/>
              <a:t>Fecha de inicio en la que la regla del estado de registro de cursos está en uso.</a:t>
            </a:r>
          </a:p>
          <a:p>
            <a:pPr marL="171450" indent="-171450">
              <a:buFont typeface="Arial" panose="020B0604020202020204" pitchFamily="34" charset="0"/>
              <a:buChar char="•"/>
            </a:pPr>
            <a:r>
              <a:rPr lang="es-CO" sz="1200" b="1" dirty="0"/>
              <a:t>Fecha de fin: </a:t>
            </a:r>
            <a:r>
              <a:rPr lang="es-CO" sz="1200" dirty="0"/>
              <a:t>Fecha de finalización en la que la regla del estado de registro de cursos está en uso</a:t>
            </a:r>
            <a:r>
              <a:rPr lang="es-CO" sz="1200" b="1" dirty="0"/>
              <a:t>.</a:t>
            </a:r>
          </a:p>
          <a:p>
            <a:pPr marL="171450" indent="-171450">
              <a:buFont typeface="Arial" panose="020B0604020202020204" pitchFamily="34" charset="0"/>
              <a:buChar char="•"/>
            </a:pPr>
            <a:r>
              <a:rPr lang="es-CO" sz="1200" b="1" dirty="0">
                <a:solidFill>
                  <a:schemeClr val="accent4"/>
                </a:solidFill>
                <a:cs typeface="Arial"/>
              </a:rPr>
              <a:t>Porcentaje de reembolso de matrícula: </a:t>
            </a:r>
            <a:r>
              <a:rPr lang="es-CO" sz="1200" dirty="0">
                <a:solidFill>
                  <a:schemeClr val="accent4"/>
                </a:solidFill>
                <a:cs typeface="Arial"/>
              </a:rPr>
              <a:t>Porcentaje de matrícula reembolsado por la regla.</a:t>
            </a:r>
          </a:p>
          <a:p>
            <a:pPr marL="171450" indent="-171450">
              <a:buFont typeface="Arial" panose="020B0604020202020204" pitchFamily="34" charset="0"/>
              <a:buChar char="•"/>
            </a:pPr>
            <a:r>
              <a:rPr lang="es-CO" sz="1200" b="1" dirty="0">
                <a:solidFill>
                  <a:schemeClr val="accent4"/>
                </a:solidFill>
                <a:cs typeface="Arial"/>
              </a:rPr>
              <a:t>Porcentaje de reembolso de cuotas: </a:t>
            </a:r>
            <a:r>
              <a:rPr lang="es-CO" sz="1200" dirty="0">
                <a:solidFill>
                  <a:schemeClr val="accent4"/>
                </a:solidFill>
                <a:cs typeface="Arial"/>
              </a:rPr>
              <a:t>Porcentaje de cuotas reembolsado por la regla. </a:t>
            </a:r>
          </a:p>
        </p:txBody>
      </p:sp>
    </p:spTree>
    <p:extLst>
      <p:ext uri="{BB962C8B-B14F-4D97-AF65-F5344CB8AC3E}">
        <p14:creationId xmlns:p14="http://schemas.microsoft.com/office/powerpoint/2010/main" val="1643165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1248B-7172-2538-BB3C-DF726B27ADA8}"/>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B7D8E67F-4688-A213-B551-5BC8ACDBA1DB}"/>
              </a:ext>
            </a:extLst>
          </p:cNvPr>
          <p:cNvSpPr/>
          <p:nvPr/>
        </p:nvSpPr>
        <p:spPr>
          <a:xfrm>
            <a:off x="1280539" y="3704471"/>
            <a:ext cx="9607061" cy="15065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Por medio del campo ‘</a:t>
            </a:r>
            <a:r>
              <a:rPr lang="es-ES_tradnl" sz="1200" b="1" dirty="0"/>
              <a:t>Copiar del periodo’, </a:t>
            </a:r>
            <a:r>
              <a:rPr lang="es-ES_tradnl" sz="1200" dirty="0"/>
              <a:t>se puede copiar la configuración del período que se ingrese en dicho campo a la combinación período-parte de período que se está configurando. De esta manera solo deberá modificar las fechas que correspondan al nuevo período en cada uno de los estatus.</a:t>
            </a:r>
          </a:p>
          <a:p>
            <a:endParaRPr lang="es-ES_tradnl" sz="1200" dirty="0"/>
          </a:p>
          <a:p>
            <a:r>
              <a:rPr lang="es-ES_tradnl" sz="1200" dirty="0"/>
              <a:t>Solo podrá efectuarse la copia si la parte de período es la misma en ambos (origen y destino).</a:t>
            </a:r>
          </a:p>
        </p:txBody>
      </p:sp>
      <p:pic>
        <p:nvPicPr>
          <p:cNvPr id="5" name="Imagen 4">
            <a:extLst>
              <a:ext uri="{FF2B5EF4-FFF2-40B4-BE49-F238E27FC236}">
                <a16:creationId xmlns:a16="http://schemas.microsoft.com/office/drawing/2014/main" id="{E45226D5-573C-3B75-B493-A78EF6C62261}"/>
              </a:ext>
            </a:extLst>
          </p:cNvPr>
          <p:cNvPicPr>
            <a:picLocks noChangeAspect="1"/>
          </p:cNvPicPr>
          <p:nvPr/>
        </p:nvPicPr>
        <p:blipFill>
          <a:blip r:embed="rId2"/>
          <a:stretch>
            <a:fillRect/>
          </a:stretch>
        </p:blipFill>
        <p:spPr>
          <a:xfrm>
            <a:off x="1304400" y="1820668"/>
            <a:ext cx="9583200" cy="1506573"/>
          </a:xfrm>
          <a:prstGeom prst="rect">
            <a:avLst/>
          </a:prstGeom>
        </p:spPr>
      </p:pic>
      <p:sp>
        <p:nvSpPr>
          <p:cNvPr id="6" name="Title 12">
            <a:extLst>
              <a:ext uri="{FF2B5EF4-FFF2-40B4-BE49-F238E27FC236}">
                <a16:creationId xmlns:a16="http://schemas.microsoft.com/office/drawing/2014/main" id="{9CDACE34-515D-6158-7651-07BD147C2491}"/>
              </a:ext>
            </a:extLst>
          </p:cNvPr>
          <p:cNvSpPr txBox="1">
            <a:spLocks/>
          </p:cNvSpPr>
          <p:nvPr/>
        </p:nvSpPr>
        <p:spPr>
          <a:xfrm>
            <a:off x="1280539" y="40887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Configuraciones: </a:t>
            </a:r>
            <a:r>
              <a:rPr lang="es-CO" dirty="0">
                <a:solidFill>
                  <a:schemeClr val="tx1"/>
                </a:solidFill>
              </a:rPr>
              <a:t>SFARSTS  - Estatus de inscripción a curso</a:t>
            </a:r>
            <a:br>
              <a:rPr lang="es-419" dirty="0">
                <a:solidFill>
                  <a:schemeClr val="tx1"/>
                </a:solidFill>
              </a:rPr>
            </a:br>
            <a:endParaRPr lang="es-ES_tradnl" dirty="0">
              <a:solidFill>
                <a:schemeClr val="tx1"/>
              </a:solidFill>
            </a:endParaRPr>
          </a:p>
        </p:txBody>
      </p:sp>
    </p:spTree>
    <p:extLst>
      <p:ext uri="{BB962C8B-B14F-4D97-AF65-F5344CB8AC3E}">
        <p14:creationId xmlns:p14="http://schemas.microsoft.com/office/powerpoint/2010/main" val="41706247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C38E2-28BC-1F25-0BC2-4B641E002B0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D8A20DE-DD84-8351-4536-F3265F2164BD}"/>
              </a:ext>
            </a:extLst>
          </p:cNvPr>
          <p:cNvSpPr>
            <a:spLocks noGrp="1"/>
          </p:cNvSpPr>
          <p:nvPr>
            <p:ph type="body" sz="quarter" idx="10"/>
          </p:nvPr>
        </p:nvSpPr>
        <p:spPr>
          <a:xfrm>
            <a:off x="905255" y="2222558"/>
            <a:ext cx="10363202" cy="1333891"/>
          </a:xfrm>
        </p:spPr>
        <p:txBody>
          <a:bodyPr/>
          <a:lstStyle/>
          <a:p>
            <a:pPr algn="l"/>
            <a:r>
              <a:rPr lang="es-CO" dirty="0"/>
              <a:t>Definir la estimación de cuotas de inscripción por Estatus</a:t>
            </a:r>
          </a:p>
        </p:txBody>
      </p:sp>
      <p:sp>
        <p:nvSpPr>
          <p:cNvPr id="3" name="Marcador de texto 2">
            <a:extLst>
              <a:ext uri="{FF2B5EF4-FFF2-40B4-BE49-F238E27FC236}">
                <a16:creationId xmlns:a16="http://schemas.microsoft.com/office/drawing/2014/main" id="{47023021-B6E4-719E-0F44-1412487D7BF2}"/>
              </a:ext>
            </a:extLst>
          </p:cNvPr>
          <p:cNvSpPr>
            <a:spLocks noGrp="1"/>
          </p:cNvSpPr>
          <p:nvPr>
            <p:ph type="body" sz="quarter" idx="11"/>
          </p:nvPr>
        </p:nvSpPr>
        <p:spPr>
          <a:xfrm>
            <a:off x="905255" y="3968496"/>
            <a:ext cx="3511297" cy="389915"/>
          </a:xfrm>
        </p:spPr>
        <p:txBody>
          <a:bodyPr/>
          <a:lstStyle/>
          <a:p>
            <a:pPr algn="l"/>
            <a:r>
              <a:rPr lang="es-CO" dirty="0"/>
              <a:t>Gestionar la matrícula </a:t>
            </a:r>
          </a:p>
        </p:txBody>
      </p:sp>
    </p:spTree>
    <p:extLst>
      <p:ext uri="{BB962C8B-B14F-4D97-AF65-F5344CB8AC3E}">
        <p14:creationId xmlns:p14="http://schemas.microsoft.com/office/powerpoint/2010/main" val="3078198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0278D-DF27-8CB7-016D-4B7921913F5F}"/>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0A13F39D-6D1B-0311-256F-5EB70C9E8699}"/>
              </a:ext>
            </a:extLst>
          </p:cNvPr>
          <p:cNvSpPr/>
          <p:nvPr/>
        </p:nvSpPr>
        <p:spPr>
          <a:xfrm>
            <a:off x="1304399" y="5072319"/>
            <a:ext cx="9607061" cy="13055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Use esta página para procesar la entrada masiva de registros de Estatus de inscripción  en </a:t>
            </a:r>
            <a:r>
              <a:rPr lang="es-CO" sz="1200" b="1" dirty="0"/>
              <a:t>SFAREGS. </a:t>
            </a:r>
          </a:p>
          <a:p>
            <a:endParaRPr lang="es-CO" sz="1200" dirty="0"/>
          </a:p>
          <a:p>
            <a:r>
              <a:rPr lang="es-CO" sz="1200" dirty="0"/>
              <a:t>Puede buscar, realizar actualizaciones y luego ver los resultados. Si no se ingresa ningún criterio de búsqueda, la ventana de Resultados no mostrará ningún registro. Puede utilizar para este proceso una </a:t>
            </a:r>
            <a:r>
              <a:rPr lang="es-CO" sz="1200" b="1" dirty="0"/>
              <a:t>selección de población </a:t>
            </a:r>
            <a:r>
              <a:rPr lang="es-CO" sz="1200" dirty="0"/>
              <a:t>para seleccionar el grupo de estudiantes que se procesará.</a:t>
            </a:r>
            <a:endParaRPr lang="es-ES_tradnl" sz="1200" dirty="0"/>
          </a:p>
        </p:txBody>
      </p:sp>
      <p:sp>
        <p:nvSpPr>
          <p:cNvPr id="6" name="Title 12">
            <a:extLst>
              <a:ext uri="{FF2B5EF4-FFF2-40B4-BE49-F238E27FC236}">
                <a16:creationId xmlns:a16="http://schemas.microsoft.com/office/drawing/2014/main" id="{68263F7D-D663-35DE-2302-762CBC00052A}"/>
              </a:ext>
            </a:extLst>
          </p:cNvPr>
          <p:cNvSpPr txBox="1">
            <a:spLocks/>
          </p:cNvSpPr>
          <p:nvPr/>
        </p:nvSpPr>
        <p:spPr>
          <a:xfrm>
            <a:off x="1304399" y="234332"/>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Operación: </a:t>
            </a:r>
            <a:r>
              <a:rPr lang="es-CO" dirty="0">
                <a:solidFill>
                  <a:schemeClr val="tx1"/>
                </a:solidFill>
              </a:rPr>
              <a:t>SFAMREG - Asignar código de estatus de forma masiva a los alumnos </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A15E857E-8EFE-77D5-7CE7-79E4B9C2F451}"/>
              </a:ext>
            </a:extLst>
          </p:cNvPr>
          <p:cNvPicPr>
            <a:picLocks noChangeAspect="1"/>
          </p:cNvPicPr>
          <p:nvPr/>
        </p:nvPicPr>
        <p:blipFill>
          <a:blip r:embed="rId2"/>
          <a:stretch>
            <a:fillRect/>
          </a:stretch>
        </p:blipFill>
        <p:spPr>
          <a:xfrm>
            <a:off x="1304400" y="1132887"/>
            <a:ext cx="9583200" cy="3890210"/>
          </a:xfrm>
          <a:prstGeom prst="rect">
            <a:avLst/>
          </a:prstGeom>
        </p:spPr>
      </p:pic>
    </p:spTree>
    <p:extLst>
      <p:ext uri="{BB962C8B-B14F-4D97-AF65-F5344CB8AC3E}">
        <p14:creationId xmlns:p14="http://schemas.microsoft.com/office/powerpoint/2010/main" val="1479194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9036-D168-1021-397E-2488418FA316}"/>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043E12FF-9A5E-2FE0-5975-A20A74AB0954}"/>
              </a:ext>
            </a:extLst>
          </p:cNvPr>
          <p:cNvSpPr/>
          <p:nvPr/>
        </p:nvSpPr>
        <p:spPr>
          <a:xfrm>
            <a:off x="1292469" y="4462211"/>
            <a:ext cx="9607061" cy="10078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Como parte de los escenarios previos al proceso </a:t>
            </a:r>
            <a:r>
              <a:rPr lang="es-CO" sz="1200" b="1" dirty="0"/>
              <a:t>SFAMREG - </a:t>
            </a:r>
            <a:r>
              <a:rPr lang="es-CO" sz="1200" dirty="0"/>
              <a:t>Asignar código de estatus estimación de cuotas, es necesario realizar la selección de población en </a:t>
            </a:r>
            <a:r>
              <a:rPr lang="es-CO" sz="1200" b="1" dirty="0"/>
              <a:t>GLAEXTR.</a:t>
            </a:r>
          </a:p>
          <a:p>
            <a:r>
              <a:rPr lang="es-CO" sz="1200" dirty="0"/>
              <a:t>Se cargan los </a:t>
            </a:r>
            <a:r>
              <a:rPr lang="es-CO" sz="1200" b="1" dirty="0" err="1"/>
              <a:t>ID´s</a:t>
            </a:r>
            <a:r>
              <a:rPr lang="es-CO" sz="1200" dirty="0"/>
              <a:t> de los estudiantes, esta selección permite identificar de manera precisa a la población que será considerada en la estimación, asegurando que únicamente se incluyan los estudiantes que cumplen con la condición requerida para continuar con el proceso.</a:t>
            </a:r>
            <a:endParaRPr lang="es-ES_tradnl" sz="1200" dirty="0"/>
          </a:p>
        </p:txBody>
      </p:sp>
      <p:sp>
        <p:nvSpPr>
          <p:cNvPr id="6" name="Title 12">
            <a:extLst>
              <a:ext uri="{FF2B5EF4-FFF2-40B4-BE49-F238E27FC236}">
                <a16:creationId xmlns:a16="http://schemas.microsoft.com/office/drawing/2014/main" id="{3AED60F3-40DA-399A-E2CE-3DFF3803F963}"/>
              </a:ext>
            </a:extLst>
          </p:cNvPr>
          <p:cNvSpPr txBox="1">
            <a:spLocks/>
          </p:cNvSpPr>
          <p:nvPr/>
        </p:nvSpPr>
        <p:spPr>
          <a:xfrm>
            <a:off x="1304399" y="417665"/>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GLAEXTR -</a:t>
            </a:r>
            <a:r>
              <a:rPr lang="es-CO" dirty="0">
                <a:solidFill>
                  <a:schemeClr val="tx1"/>
                </a:solidFill>
              </a:rPr>
              <a:t>Datos de extracción de selección de población</a:t>
            </a:r>
            <a:r>
              <a:rPr lang="es-ES_tradnl" dirty="0"/>
              <a:t> </a:t>
            </a:r>
            <a:br>
              <a:rPr lang="es-419" dirty="0">
                <a:solidFill>
                  <a:schemeClr val="tx1"/>
                </a:solidFill>
              </a:rPr>
            </a:br>
            <a:endParaRPr lang="es-ES_tradnl" dirty="0">
              <a:solidFill>
                <a:schemeClr val="tx1"/>
              </a:solidFill>
            </a:endParaRPr>
          </a:p>
        </p:txBody>
      </p:sp>
      <p:pic>
        <p:nvPicPr>
          <p:cNvPr id="7" name="Imagen 6">
            <a:extLst>
              <a:ext uri="{FF2B5EF4-FFF2-40B4-BE49-F238E27FC236}">
                <a16:creationId xmlns:a16="http://schemas.microsoft.com/office/drawing/2014/main" id="{D92DE923-B6D5-80D9-CC1E-5AE1CE895868}"/>
              </a:ext>
            </a:extLst>
          </p:cNvPr>
          <p:cNvPicPr>
            <a:picLocks noChangeAspect="1"/>
          </p:cNvPicPr>
          <p:nvPr/>
        </p:nvPicPr>
        <p:blipFill>
          <a:blip r:embed="rId2"/>
          <a:stretch>
            <a:fillRect/>
          </a:stretch>
        </p:blipFill>
        <p:spPr>
          <a:xfrm>
            <a:off x="1304400" y="1809685"/>
            <a:ext cx="9583200" cy="1967577"/>
          </a:xfrm>
          <a:prstGeom prst="rect">
            <a:avLst/>
          </a:prstGeom>
        </p:spPr>
      </p:pic>
    </p:spTree>
    <p:extLst>
      <p:ext uri="{BB962C8B-B14F-4D97-AF65-F5344CB8AC3E}">
        <p14:creationId xmlns:p14="http://schemas.microsoft.com/office/powerpoint/2010/main" val="4252761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734B5-D3BF-F1B9-51AD-2C84FCC457C7}"/>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13D418D1-51A7-E108-D940-F138EC1595CA}"/>
              </a:ext>
            </a:extLst>
          </p:cNvPr>
          <p:cNvSpPr/>
          <p:nvPr/>
        </p:nvSpPr>
        <p:spPr>
          <a:xfrm>
            <a:off x="1352287" y="5095875"/>
            <a:ext cx="9487425" cy="7471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Previamente en </a:t>
            </a:r>
            <a:r>
              <a:rPr lang="es-CO" sz="1200" b="1" dirty="0"/>
              <a:t>SFARGFE</a:t>
            </a:r>
            <a:r>
              <a:rPr lang="es-CO" sz="1200" dirty="0"/>
              <a:t> se deben registrar las reglas que se utilizará para determinar la estimación de cuotas de inscripción. Esta configuración es indispensable, ya que define los criterios bajo los cuales se realizará el cálculo o asignación de cuotas de inscripción.</a:t>
            </a:r>
            <a:endParaRPr lang="es-ES_tradnl" sz="1200" dirty="0"/>
          </a:p>
        </p:txBody>
      </p:sp>
      <p:sp>
        <p:nvSpPr>
          <p:cNvPr id="6" name="Title 12">
            <a:extLst>
              <a:ext uri="{FF2B5EF4-FFF2-40B4-BE49-F238E27FC236}">
                <a16:creationId xmlns:a16="http://schemas.microsoft.com/office/drawing/2014/main" id="{E01DF926-AF90-D8E5-D371-ED5AF6BF757D}"/>
              </a:ext>
            </a:extLst>
          </p:cNvPr>
          <p:cNvSpPr txBox="1">
            <a:spLocks/>
          </p:cNvSpPr>
          <p:nvPr/>
        </p:nvSpPr>
        <p:spPr>
          <a:xfrm>
            <a:off x="1237724" y="234332"/>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SFARGFE - </a:t>
            </a:r>
            <a:r>
              <a:rPr lang="es-CO" dirty="0">
                <a:solidFill>
                  <a:schemeClr val="tx1"/>
                </a:solidFill>
              </a:rPr>
              <a:t>Reglas de estimación de cuota de inscripción</a:t>
            </a:r>
            <a:r>
              <a:rPr lang="es-ES_tradnl" dirty="0">
                <a:solidFill>
                  <a:schemeClr val="tx1"/>
                </a:solidFill>
              </a:rPr>
              <a:t> </a:t>
            </a:r>
            <a:r>
              <a:rPr lang="es-ES_tradnl" dirty="0"/>
              <a:t> </a:t>
            </a:r>
            <a:br>
              <a:rPr lang="es-419" dirty="0">
                <a:solidFill>
                  <a:schemeClr val="tx1"/>
                </a:solidFill>
              </a:rPr>
            </a:br>
            <a:endParaRPr lang="es-ES_tradnl" dirty="0">
              <a:solidFill>
                <a:schemeClr val="tx1"/>
              </a:solidFill>
            </a:endParaRPr>
          </a:p>
        </p:txBody>
      </p:sp>
      <p:pic>
        <p:nvPicPr>
          <p:cNvPr id="10" name="Imagen 9">
            <a:extLst>
              <a:ext uri="{FF2B5EF4-FFF2-40B4-BE49-F238E27FC236}">
                <a16:creationId xmlns:a16="http://schemas.microsoft.com/office/drawing/2014/main" id="{03971F8B-1319-24A1-1C4F-A05A362C26EB}"/>
              </a:ext>
            </a:extLst>
          </p:cNvPr>
          <p:cNvPicPr>
            <a:picLocks noChangeAspect="1"/>
          </p:cNvPicPr>
          <p:nvPr/>
        </p:nvPicPr>
        <p:blipFill>
          <a:blip r:embed="rId2"/>
          <a:stretch>
            <a:fillRect/>
          </a:stretch>
        </p:blipFill>
        <p:spPr>
          <a:xfrm>
            <a:off x="1352287" y="1320261"/>
            <a:ext cx="9583200" cy="3502515"/>
          </a:xfrm>
          <a:prstGeom prst="rect">
            <a:avLst/>
          </a:prstGeom>
        </p:spPr>
      </p:pic>
    </p:spTree>
    <p:extLst>
      <p:ext uri="{BB962C8B-B14F-4D97-AF65-F5344CB8AC3E}">
        <p14:creationId xmlns:p14="http://schemas.microsoft.com/office/powerpoint/2010/main" val="3753047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1679E-FC5D-88A5-ACC3-770D9A6A8C2B}"/>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0C686863-E996-285C-7BFB-E9D4662BB3EE}"/>
              </a:ext>
            </a:extLst>
          </p:cNvPr>
          <p:cNvSpPr/>
          <p:nvPr/>
        </p:nvSpPr>
        <p:spPr>
          <a:xfrm>
            <a:off x="1316329" y="5819775"/>
            <a:ext cx="4122447" cy="4674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visualiza que no hay registros previos en </a:t>
            </a:r>
            <a:r>
              <a:rPr lang="es-CO" sz="1200" b="1" dirty="0"/>
              <a:t>SFAREGS. </a:t>
            </a:r>
            <a:endParaRPr lang="es-ES_tradnl" sz="1200" b="1" dirty="0"/>
          </a:p>
        </p:txBody>
      </p:sp>
      <p:sp>
        <p:nvSpPr>
          <p:cNvPr id="6" name="Title 12">
            <a:extLst>
              <a:ext uri="{FF2B5EF4-FFF2-40B4-BE49-F238E27FC236}">
                <a16:creationId xmlns:a16="http://schemas.microsoft.com/office/drawing/2014/main" id="{E47BE604-4E72-E22A-D4A0-22453F34B743}"/>
              </a:ext>
            </a:extLst>
          </p:cNvPr>
          <p:cNvSpPr txBox="1">
            <a:spLocks/>
          </p:cNvSpPr>
          <p:nvPr/>
        </p:nvSpPr>
        <p:spPr>
          <a:xfrm>
            <a:off x="1304399" y="249944"/>
            <a:ext cx="9583201" cy="6415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Operación: </a:t>
            </a:r>
            <a:r>
              <a:rPr lang="es-CO" dirty="0">
                <a:solidFill>
                  <a:schemeClr val="tx1"/>
                </a:solidFill>
              </a:rPr>
              <a:t>SFAREGS - Inscripción de curso de alumno</a:t>
            </a:r>
          </a:p>
          <a:p>
            <a:endParaRPr lang="es-CO" dirty="0"/>
          </a:p>
          <a:p>
            <a:r>
              <a:rPr lang="es-ES_tradnl" dirty="0"/>
              <a:t> </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BA6B382C-38DF-6466-4EF4-27E68175B277}"/>
              </a:ext>
            </a:extLst>
          </p:cNvPr>
          <p:cNvPicPr>
            <a:picLocks noChangeAspect="1"/>
          </p:cNvPicPr>
          <p:nvPr/>
        </p:nvPicPr>
        <p:blipFill>
          <a:blip r:embed="rId2"/>
          <a:stretch>
            <a:fillRect/>
          </a:stretch>
        </p:blipFill>
        <p:spPr>
          <a:xfrm>
            <a:off x="1316329" y="1132887"/>
            <a:ext cx="9583200" cy="4429923"/>
          </a:xfrm>
          <a:prstGeom prst="rect">
            <a:avLst/>
          </a:prstGeom>
        </p:spPr>
      </p:pic>
    </p:spTree>
    <p:extLst>
      <p:ext uri="{BB962C8B-B14F-4D97-AF65-F5344CB8AC3E}">
        <p14:creationId xmlns:p14="http://schemas.microsoft.com/office/powerpoint/2010/main" val="2408708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E5A0E-28EF-431A-06CA-AED1F55FB735}"/>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1213626-14CA-A196-83B5-8B7A2D866E8F}"/>
              </a:ext>
            </a:extLst>
          </p:cNvPr>
          <p:cNvSpPr/>
          <p:nvPr/>
        </p:nvSpPr>
        <p:spPr>
          <a:xfrm>
            <a:off x="1292469" y="5370285"/>
            <a:ext cx="480353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el Periodo correspondiente a la estimación de cuotas. </a:t>
            </a:r>
            <a:endParaRPr lang="es-ES_tradnl" sz="1200" b="1" dirty="0"/>
          </a:p>
        </p:txBody>
      </p:sp>
      <p:sp>
        <p:nvSpPr>
          <p:cNvPr id="6" name="Title 12">
            <a:extLst>
              <a:ext uri="{FF2B5EF4-FFF2-40B4-BE49-F238E27FC236}">
                <a16:creationId xmlns:a16="http://schemas.microsoft.com/office/drawing/2014/main" id="{973CE625-F1D0-14D7-5253-54D1219018CC}"/>
              </a:ext>
            </a:extLst>
          </p:cNvPr>
          <p:cNvSpPr txBox="1">
            <a:spLocks/>
          </p:cNvSpPr>
          <p:nvPr/>
        </p:nvSpPr>
        <p:spPr>
          <a:xfrm>
            <a:off x="1280539" y="40887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ES_tradnl" dirty="0">
                <a:solidFill>
                  <a:schemeClr val="tx1"/>
                </a:solidFill>
              </a:rPr>
              <a:t>SFAMREG - </a:t>
            </a:r>
            <a:r>
              <a:rPr lang="es-CO" dirty="0">
                <a:solidFill>
                  <a:schemeClr val="tx1"/>
                </a:solidFill>
              </a:rPr>
              <a:t>Asignar código de estatus de forma masiva a los alumnos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BEC8BF1F-FD84-7967-6437-91B245CE94CD}"/>
              </a:ext>
            </a:extLst>
          </p:cNvPr>
          <p:cNvPicPr>
            <a:picLocks noChangeAspect="1"/>
          </p:cNvPicPr>
          <p:nvPr/>
        </p:nvPicPr>
        <p:blipFill>
          <a:blip r:embed="rId2"/>
          <a:stretch>
            <a:fillRect/>
          </a:stretch>
        </p:blipFill>
        <p:spPr>
          <a:xfrm>
            <a:off x="1302600" y="1279275"/>
            <a:ext cx="9586800" cy="3868797"/>
          </a:xfrm>
          <a:prstGeom prst="rect">
            <a:avLst/>
          </a:prstGeom>
        </p:spPr>
      </p:pic>
      <p:pic>
        <p:nvPicPr>
          <p:cNvPr id="5" name="Imagen 4">
            <a:extLst>
              <a:ext uri="{FF2B5EF4-FFF2-40B4-BE49-F238E27FC236}">
                <a16:creationId xmlns:a16="http://schemas.microsoft.com/office/drawing/2014/main" id="{821D2EBE-76E8-37E8-EE56-783DBD2915F6}"/>
              </a:ext>
            </a:extLst>
          </p:cNvPr>
          <p:cNvPicPr>
            <a:picLocks noChangeAspect="1"/>
          </p:cNvPicPr>
          <p:nvPr/>
        </p:nvPicPr>
        <p:blipFill>
          <a:blip r:embed="rId3"/>
          <a:stretch>
            <a:fillRect/>
          </a:stretch>
        </p:blipFill>
        <p:spPr>
          <a:xfrm>
            <a:off x="1114119" y="4600880"/>
            <a:ext cx="162000" cy="162000"/>
          </a:xfrm>
          <a:prstGeom prst="rect">
            <a:avLst/>
          </a:prstGeom>
        </p:spPr>
      </p:pic>
      <p:pic>
        <p:nvPicPr>
          <p:cNvPr id="8" name="Imagen 7">
            <a:extLst>
              <a:ext uri="{FF2B5EF4-FFF2-40B4-BE49-F238E27FC236}">
                <a16:creationId xmlns:a16="http://schemas.microsoft.com/office/drawing/2014/main" id="{5857DBEE-85B7-A4A5-B1F6-58DB70F8BE35}"/>
              </a:ext>
            </a:extLst>
          </p:cNvPr>
          <p:cNvPicPr>
            <a:picLocks noChangeAspect="1"/>
          </p:cNvPicPr>
          <p:nvPr/>
        </p:nvPicPr>
        <p:blipFill>
          <a:blip r:embed="rId4"/>
          <a:stretch>
            <a:fillRect/>
          </a:stretch>
        </p:blipFill>
        <p:spPr>
          <a:xfrm>
            <a:off x="1118539" y="2216584"/>
            <a:ext cx="162000" cy="162000"/>
          </a:xfrm>
          <a:prstGeom prst="rect">
            <a:avLst/>
          </a:prstGeom>
        </p:spPr>
      </p:pic>
      <p:sp>
        <p:nvSpPr>
          <p:cNvPr id="9" name="Rectángulo: esquinas redondeadas 8">
            <a:extLst>
              <a:ext uri="{FF2B5EF4-FFF2-40B4-BE49-F238E27FC236}">
                <a16:creationId xmlns:a16="http://schemas.microsoft.com/office/drawing/2014/main" id="{5F4AA0B4-2E6B-55C0-A254-71AAACE3B869}"/>
              </a:ext>
            </a:extLst>
          </p:cNvPr>
          <p:cNvSpPr/>
          <p:nvPr/>
        </p:nvSpPr>
        <p:spPr>
          <a:xfrm>
            <a:off x="1292469" y="5841353"/>
            <a:ext cx="7270506"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Se ingresan los datos correspondientes a la selección de población  previamente creada en  </a:t>
            </a:r>
            <a:r>
              <a:rPr lang="es-ES_tradnl" sz="1200" b="1" dirty="0"/>
              <a:t>GLAEXTR.</a:t>
            </a:r>
          </a:p>
        </p:txBody>
      </p:sp>
    </p:spTree>
    <p:extLst>
      <p:ext uri="{BB962C8B-B14F-4D97-AF65-F5344CB8AC3E}">
        <p14:creationId xmlns:p14="http://schemas.microsoft.com/office/powerpoint/2010/main" val="1818238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AFC3-F1C0-5CCB-56E8-E8F97BCF219D}"/>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BDBCF15A-212D-ADB3-BDED-D2874546F58D}"/>
              </a:ext>
            </a:extLst>
          </p:cNvPr>
          <p:cNvSpPr txBox="1">
            <a:spLocks/>
          </p:cNvSpPr>
          <p:nvPr/>
        </p:nvSpPr>
        <p:spPr>
          <a:xfrm>
            <a:off x="1266300" y="22393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ES_tradnl" dirty="0">
                <a:solidFill>
                  <a:schemeClr val="tx1"/>
                </a:solidFill>
              </a:rPr>
              <a:t>SFAMREG - </a:t>
            </a:r>
            <a:r>
              <a:rPr lang="es-CO" dirty="0">
                <a:solidFill>
                  <a:schemeClr val="tx1"/>
                </a:solidFill>
              </a:rPr>
              <a:t>Asignar código de estatus de forma masiva a los alumnos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02BC7E2D-F341-FD58-E1E8-384EEF3A1517}"/>
              </a:ext>
            </a:extLst>
          </p:cNvPr>
          <p:cNvPicPr>
            <a:picLocks noChangeAspect="1"/>
          </p:cNvPicPr>
          <p:nvPr/>
        </p:nvPicPr>
        <p:blipFill>
          <a:blip r:embed="rId2"/>
          <a:srcRect b="18626"/>
          <a:stretch>
            <a:fillRect/>
          </a:stretch>
        </p:blipFill>
        <p:spPr>
          <a:xfrm>
            <a:off x="1266300" y="1241058"/>
            <a:ext cx="9583200" cy="3853989"/>
          </a:xfrm>
          <a:prstGeom prst="rect">
            <a:avLst/>
          </a:prstGeom>
        </p:spPr>
      </p:pic>
      <p:pic>
        <p:nvPicPr>
          <p:cNvPr id="7" name="Imagen 6">
            <a:extLst>
              <a:ext uri="{FF2B5EF4-FFF2-40B4-BE49-F238E27FC236}">
                <a16:creationId xmlns:a16="http://schemas.microsoft.com/office/drawing/2014/main" id="{30313173-39DE-6421-B4D5-9BB02BA35222}"/>
              </a:ext>
            </a:extLst>
          </p:cNvPr>
          <p:cNvPicPr>
            <a:picLocks noChangeAspect="1"/>
          </p:cNvPicPr>
          <p:nvPr/>
        </p:nvPicPr>
        <p:blipFill>
          <a:blip r:embed="rId3"/>
          <a:stretch>
            <a:fillRect/>
          </a:stretch>
        </p:blipFill>
        <p:spPr>
          <a:xfrm>
            <a:off x="1066200" y="1790359"/>
            <a:ext cx="162000" cy="162000"/>
          </a:xfrm>
          <a:prstGeom prst="rect">
            <a:avLst/>
          </a:prstGeom>
        </p:spPr>
      </p:pic>
      <p:pic>
        <p:nvPicPr>
          <p:cNvPr id="9" name="Imagen 8">
            <a:extLst>
              <a:ext uri="{FF2B5EF4-FFF2-40B4-BE49-F238E27FC236}">
                <a16:creationId xmlns:a16="http://schemas.microsoft.com/office/drawing/2014/main" id="{E72A042B-1B6E-2D27-40B1-814BCA4308DA}"/>
              </a:ext>
            </a:extLst>
          </p:cNvPr>
          <p:cNvPicPr>
            <a:picLocks noChangeAspect="1"/>
          </p:cNvPicPr>
          <p:nvPr/>
        </p:nvPicPr>
        <p:blipFill>
          <a:blip r:embed="rId4"/>
          <a:stretch>
            <a:fillRect/>
          </a:stretch>
        </p:blipFill>
        <p:spPr>
          <a:xfrm>
            <a:off x="1066200" y="2600630"/>
            <a:ext cx="162000" cy="162000"/>
          </a:xfrm>
          <a:prstGeom prst="rect">
            <a:avLst/>
          </a:prstGeom>
        </p:spPr>
      </p:pic>
      <p:sp>
        <p:nvSpPr>
          <p:cNvPr id="10" name="Rectángulo: esquinas redondeadas 9">
            <a:extLst>
              <a:ext uri="{FF2B5EF4-FFF2-40B4-BE49-F238E27FC236}">
                <a16:creationId xmlns:a16="http://schemas.microsoft.com/office/drawing/2014/main" id="{DDE39FF5-C153-D9DA-AFFD-E08B2F678F1D}"/>
              </a:ext>
            </a:extLst>
          </p:cNvPr>
          <p:cNvSpPr/>
          <p:nvPr/>
        </p:nvSpPr>
        <p:spPr>
          <a:xfrm>
            <a:off x="1349620" y="5332185"/>
            <a:ext cx="257468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Se dirige a la pestaña </a:t>
            </a:r>
            <a:r>
              <a:rPr lang="es-ES_tradnl" sz="1200" b="1" dirty="0"/>
              <a:t>Actualizar.</a:t>
            </a:r>
          </a:p>
        </p:txBody>
      </p:sp>
      <p:sp>
        <p:nvSpPr>
          <p:cNvPr id="11" name="Rectángulo: esquinas redondeadas 10">
            <a:extLst>
              <a:ext uri="{FF2B5EF4-FFF2-40B4-BE49-F238E27FC236}">
                <a16:creationId xmlns:a16="http://schemas.microsoft.com/office/drawing/2014/main" id="{90371304-C5FC-4B6A-1A7F-3EB8441A3714}"/>
              </a:ext>
            </a:extLst>
          </p:cNvPr>
          <p:cNvSpPr/>
          <p:nvPr/>
        </p:nvSpPr>
        <p:spPr>
          <a:xfrm>
            <a:off x="1349619" y="5816482"/>
            <a:ext cx="6175132"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4. </a:t>
            </a:r>
            <a:r>
              <a:rPr lang="es-ES_tradnl" sz="1200" dirty="0"/>
              <a:t>En </a:t>
            </a:r>
            <a:r>
              <a:rPr lang="es-ES_tradnl" sz="1200" b="1" dirty="0"/>
              <a:t>Procesamiento de Bloque </a:t>
            </a:r>
            <a:r>
              <a:rPr lang="es-ES_tradnl" sz="1200" dirty="0"/>
              <a:t>se toma el Estatus de Inscripción la opción </a:t>
            </a:r>
            <a:r>
              <a:rPr lang="es-ES_tradnl" sz="1200" b="1" dirty="0"/>
              <a:t>EL – Elegible.</a:t>
            </a:r>
            <a:r>
              <a:rPr lang="es-ES_tradnl" sz="1200" dirty="0"/>
              <a:t> </a:t>
            </a:r>
            <a:endParaRPr lang="es-ES_tradnl" sz="1200" b="1" dirty="0"/>
          </a:p>
        </p:txBody>
      </p:sp>
    </p:spTree>
    <p:extLst>
      <p:ext uri="{BB962C8B-B14F-4D97-AF65-F5344CB8AC3E}">
        <p14:creationId xmlns:p14="http://schemas.microsoft.com/office/powerpoint/2010/main" val="129653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293CF-6659-FA98-8C0C-0201611ABD19}"/>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6594E254-F2E9-4759-7C55-B9397B68D66E}"/>
              </a:ext>
            </a:extLst>
          </p:cNvPr>
          <p:cNvSpPr txBox="1">
            <a:spLocks/>
          </p:cNvSpPr>
          <p:nvPr/>
        </p:nvSpPr>
        <p:spPr>
          <a:xfrm>
            <a:off x="1256679" y="379971"/>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ES_tradnl" dirty="0">
                <a:solidFill>
                  <a:schemeClr val="tx1"/>
                </a:solidFill>
              </a:rPr>
              <a:t>SFAMREG - </a:t>
            </a:r>
            <a:r>
              <a:rPr lang="es-CO" dirty="0">
                <a:solidFill>
                  <a:schemeClr val="tx1"/>
                </a:solidFill>
              </a:rPr>
              <a:t>Asignar código de estatus de forma masiva a los alumnos </a:t>
            </a:r>
            <a:br>
              <a:rPr lang="es-419" dirty="0">
                <a:solidFill>
                  <a:schemeClr val="tx1"/>
                </a:solidFill>
              </a:rPr>
            </a:br>
            <a:endParaRPr lang="es-ES_tradnl" dirty="0">
              <a:solidFill>
                <a:schemeClr val="tx1"/>
              </a:solidFill>
            </a:endParaRPr>
          </a:p>
        </p:txBody>
      </p:sp>
      <p:pic>
        <p:nvPicPr>
          <p:cNvPr id="7" name="Imagen 6">
            <a:extLst>
              <a:ext uri="{FF2B5EF4-FFF2-40B4-BE49-F238E27FC236}">
                <a16:creationId xmlns:a16="http://schemas.microsoft.com/office/drawing/2014/main" id="{D827494D-B907-1F40-247D-A102B5AAF259}"/>
              </a:ext>
            </a:extLst>
          </p:cNvPr>
          <p:cNvPicPr>
            <a:picLocks noChangeAspect="1"/>
          </p:cNvPicPr>
          <p:nvPr/>
        </p:nvPicPr>
        <p:blipFill>
          <a:blip r:embed="rId2"/>
          <a:stretch>
            <a:fillRect/>
          </a:stretch>
        </p:blipFill>
        <p:spPr>
          <a:xfrm>
            <a:off x="1304400" y="1512455"/>
            <a:ext cx="9583200" cy="3062621"/>
          </a:xfrm>
          <a:prstGeom prst="rect">
            <a:avLst/>
          </a:prstGeom>
        </p:spPr>
      </p:pic>
      <p:pic>
        <p:nvPicPr>
          <p:cNvPr id="9" name="Imagen 8">
            <a:extLst>
              <a:ext uri="{FF2B5EF4-FFF2-40B4-BE49-F238E27FC236}">
                <a16:creationId xmlns:a16="http://schemas.microsoft.com/office/drawing/2014/main" id="{CFF9B8DF-37FF-3162-6637-59A48215E136}"/>
              </a:ext>
            </a:extLst>
          </p:cNvPr>
          <p:cNvPicPr>
            <a:picLocks noChangeAspect="1"/>
          </p:cNvPicPr>
          <p:nvPr/>
        </p:nvPicPr>
        <p:blipFill>
          <a:blip r:embed="rId3"/>
          <a:stretch>
            <a:fillRect/>
          </a:stretch>
        </p:blipFill>
        <p:spPr>
          <a:xfrm>
            <a:off x="1094679" y="2934495"/>
            <a:ext cx="162000" cy="162000"/>
          </a:xfrm>
          <a:prstGeom prst="rect">
            <a:avLst/>
          </a:prstGeom>
        </p:spPr>
      </p:pic>
      <p:pic>
        <p:nvPicPr>
          <p:cNvPr id="11" name="Imagen 10">
            <a:extLst>
              <a:ext uri="{FF2B5EF4-FFF2-40B4-BE49-F238E27FC236}">
                <a16:creationId xmlns:a16="http://schemas.microsoft.com/office/drawing/2014/main" id="{2C275F9F-6040-213F-0EE7-7A0C4E0FAC1F}"/>
              </a:ext>
            </a:extLst>
          </p:cNvPr>
          <p:cNvPicPr>
            <a:picLocks noChangeAspect="1"/>
          </p:cNvPicPr>
          <p:nvPr/>
        </p:nvPicPr>
        <p:blipFill>
          <a:blip r:embed="rId4"/>
          <a:stretch>
            <a:fillRect/>
          </a:stretch>
        </p:blipFill>
        <p:spPr>
          <a:xfrm>
            <a:off x="3808285" y="2073302"/>
            <a:ext cx="162000" cy="162000"/>
          </a:xfrm>
          <a:prstGeom prst="rect">
            <a:avLst/>
          </a:prstGeom>
        </p:spPr>
      </p:pic>
      <p:pic>
        <p:nvPicPr>
          <p:cNvPr id="13" name="Imagen 12">
            <a:extLst>
              <a:ext uri="{FF2B5EF4-FFF2-40B4-BE49-F238E27FC236}">
                <a16:creationId xmlns:a16="http://schemas.microsoft.com/office/drawing/2014/main" id="{DF9586A7-D39E-3E1E-C841-1CF0F17FFE5C}"/>
              </a:ext>
            </a:extLst>
          </p:cNvPr>
          <p:cNvPicPr>
            <a:picLocks noChangeAspect="1"/>
          </p:cNvPicPr>
          <p:nvPr/>
        </p:nvPicPr>
        <p:blipFill>
          <a:blip r:embed="rId5"/>
          <a:stretch>
            <a:fillRect/>
          </a:stretch>
        </p:blipFill>
        <p:spPr>
          <a:xfrm>
            <a:off x="8240767" y="2061072"/>
            <a:ext cx="162000" cy="162000"/>
          </a:xfrm>
          <a:prstGeom prst="rect">
            <a:avLst/>
          </a:prstGeom>
        </p:spPr>
      </p:pic>
      <p:sp>
        <p:nvSpPr>
          <p:cNvPr id="14" name="Rectángulo: esquinas redondeadas 13">
            <a:extLst>
              <a:ext uri="{FF2B5EF4-FFF2-40B4-BE49-F238E27FC236}">
                <a16:creationId xmlns:a16="http://schemas.microsoft.com/office/drawing/2014/main" id="{C1DBA9FE-7510-FB77-A817-CAAB11BE8D03}"/>
              </a:ext>
            </a:extLst>
          </p:cNvPr>
          <p:cNvSpPr/>
          <p:nvPr/>
        </p:nvSpPr>
        <p:spPr>
          <a:xfrm>
            <a:off x="1304400" y="4713060"/>
            <a:ext cx="3048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5. </a:t>
            </a:r>
            <a:r>
              <a:rPr lang="es-ES_tradnl" sz="1200" dirty="0"/>
              <a:t>Se dirige a la pestaña </a:t>
            </a:r>
            <a:r>
              <a:rPr lang="es-ES_tradnl" sz="1200" b="1" dirty="0"/>
              <a:t>Resultados.</a:t>
            </a:r>
          </a:p>
        </p:txBody>
      </p:sp>
      <p:sp>
        <p:nvSpPr>
          <p:cNvPr id="15" name="Rectángulo: esquinas redondeadas 14">
            <a:extLst>
              <a:ext uri="{FF2B5EF4-FFF2-40B4-BE49-F238E27FC236}">
                <a16:creationId xmlns:a16="http://schemas.microsoft.com/office/drawing/2014/main" id="{44787F39-8AF5-A01F-F348-9A52FAC9B8E1}"/>
              </a:ext>
            </a:extLst>
          </p:cNvPr>
          <p:cNvSpPr/>
          <p:nvPr/>
        </p:nvSpPr>
        <p:spPr>
          <a:xfrm>
            <a:off x="1304401" y="5205284"/>
            <a:ext cx="5667900"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6. </a:t>
            </a:r>
            <a:r>
              <a:rPr lang="es-ES_tradnl" sz="1200" dirty="0"/>
              <a:t>Se evidencia la carga de los </a:t>
            </a:r>
            <a:r>
              <a:rPr lang="es-ES_tradnl" sz="1200" dirty="0" err="1"/>
              <a:t>ID´s</a:t>
            </a:r>
            <a:r>
              <a:rPr lang="es-ES_tradnl" sz="1200" dirty="0"/>
              <a:t> ingresados en la selección de población.  </a:t>
            </a:r>
            <a:endParaRPr lang="es-ES_tradnl" sz="1200" b="1" dirty="0"/>
          </a:p>
        </p:txBody>
      </p:sp>
      <p:sp>
        <p:nvSpPr>
          <p:cNvPr id="16" name="Rectángulo: esquinas redondeadas 15">
            <a:extLst>
              <a:ext uri="{FF2B5EF4-FFF2-40B4-BE49-F238E27FC236}">
                <a16:creationId xmlns:a16="http://schemas.microsoft.com/office/drawing/2014/main" id="{3851C8F6-A304-62F8-21DA-461CE1D4815E}"/>
              </a:ext>
            </a:extLst>
          </p:cNvPr>
          <p:cNvSpPr/>
          <p:nvPr/>
        </p:nvSpPr>
        <p:spPr>
          <a:xfrm>
            <a:off x="1304399" y="5697508"/>
            <a:ext cx="566790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7. </a:t>
            </a:r>
            <a:r>
              <a:rPr lang="es-ES_tradnl" sz="1200" dirty="0"/>
              <a:t>Se visualiza la notificación de la carga correcta de los registros.   </a:t>
            </a:r>
            <a:endParaRPr lang="es-ES_tradnl" sz="1200" b="1" dirty="0"/>
          </a:p>
        </p:txBody>
      </p:sp>
    </p:spTree>
    <p:extLst>
      <p:ext uri="{BB962C8B-B14F-4D97-AF65-F5344CB8AC3E}">
        <p14:creationId xmlns:p14="http://schemas.microsoft.com/office/powerpoint/2010/main" val="427645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6079-A6E6-18A7-51FC-40A76C55E626}"/>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5AF038C6-4ECD-FA2F-037E-9012738B3874}"/>
              </a:ext>
            </a:extLst>
          </p:cNvPr>
          <p:cNvSpPr txBox="1">
            <a:spLocks/>
          </p:cNvSpPr>
          <p:nvPr/>
        </p:nvSpPr>
        <p:spPr>
          <a:xfrm>
            <a:off x="1280539" y="40887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ES_tradnl" dirty="0">
                <a:solidFill>
                  <a:schemeClr val="tx1"/>
                </a:solidFill>
              </a:rPr>
              <a:t>SFAMREG - </a:t>
            </a:r>
            <a:r>
              <a:rPr lang="es-CO" dirty="0">
                <a:solidFill>
                  <a:schemeClr val="tx1"/>
                </a:solidFill>
              </a:rPr>
              <a:t>Asignar código de estatus de forma masiva a los alumnos </a:t>
            </a:r>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621BE30F-4076-F6CC-EE74-8CAAB2FEA17D}"/>
              </a:ext>
            </a:extLst>
          </p:cNvPr>
          <p:cNvPicPr>
            <a:picLocks noChangeAspect="1"/>
          </p:cNvPicPr>
          <p:nvPr/>
        </p:nvPicPr>
        <p:blipFill>
          <a:blip r:embed="rId2"/>
          <a:stretch>
            <a:fillRect/>
          </a:stretch>
        </p:blipFill>
        <p:spPr>
          <a:xfrm>
            <a:off x="1304400" y="1542254"/>
            <a:ext cx="9583200" cy="2935981"/>
          </a:xfrm>
          <a:prstGeom prst="rect">
            <a:avLst/>
          </a:prstGeom>
        </p:spPr>
      </p:pic>
      <p:sp>
        <p:nvSpPr>
          <p:cNvPr id="7" name="Rectángulo: esquinas redondeadas 6">
            <a:extLst>
              <a:ext uri="{FF2B5EF4-FFF2-40B4-BE49-F238E27FC236}">
                <a16:creationId xmlns:a16="http://schemas.microsoft.com/office/drawing/2014/main" id="{217EA785-9207-17B3-8862-31382BDF2987}"/>
              </a:ext>
            </a:extLst>
          </p:cNvPr>
          <p:cNvSpPr/>
          <p:nvPr/>
        </p:nvSpPr>
        <p:spPr>
          <a:xfrm>
            <a:off x="1304400" y="5047231"/>
            <a:ext cx="318187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8. </a:t>
            </a:r>
            <a:r>
              <a:rPr lang="es-ES_tradnl" sz="1200" dirty="0"/>
              <a:t>Se marca la opción </a:t>
            </a:r>
            <a:r>
              <a:rPr lang="es-ES_tradnl" sz="1200" b="1" dirty="0"/>
              <a:t>Seleccionar todo.</a:t>
            </a:r>
          </a:p>
        </p:txBody>
      </p:sp>
      <p:pic>
        <p:nvPicPr>
          <p:cNvPr id="9" name="Imagen 8">
            <a:extLst>
              <a:ext uri="{FF2B5EF4-FFF2-40B4-BE49-F238E27FC236}">
                <a16:creationId xmlns:a16="http://schemas.microsoft.com/office/drawing/2014/main" id="{DDDC73FB-B66D-F8B3-7D81-514F19F72AD6}"/>
              </a:ext>
            </a:extLst>
          </p:cNvPr>
          <p:cNvPicPr>
            <a:picLocks noChangeAspect="1"/>
          </p:cNvPicPr>
          <p:nvPr/>
        </p:nvPicPr>
        <p:blipFill>
          <a:blip r:embed="rId3"/>
          <a:stretch>
            <a:fillRect/>
          </a:stretch>
        </p:blipFill>
        <p:spPr>
          <a:xfrm>
            <a:off x="1304400" y="4468710"/>
            <a:ext cx="9583200" cy="399717"/>
          </a:xfrm>
          <a:prstGeom prst="rect">
            <a:avLst/>
          </a:prstGeom>
        </p:spPr>
      </p:pic>
      <p:pic>
        <p:nvPicPr>
          <p:cNvPr id="11" name="Imagen 10">
            <a:extLst>
              <a:ext uri="{FF2B5EF4-FFF2-40B4-BE49-F238E27FC236}">
                <a16:creationId xmlns:a16="http://schemas.microsoft.com/office/drawing/2014/main" id="{D831CFE3-A897-3944-7AC2-15574B975BBF}"/>
              </a:ext>
            </a:extLst>
          </p:cNvPr>
          <p:cNvPicPr>
            <a:picLocks noChangeAspect="1"/>
          </p:cNvPicPr>
          <p:nvPr/>
        </p:nvPicPr>
        <p:blipFill>
          <a:blip r:embed="rId4"/>
          <a:stretch>
            <a:fillRect/>
          </a:stretch>
        </p:blipFill>
        <p:spPr>
          <a:xfrm>
            <a:off x="10143784" y="4558690"/>
            <a:ext cx="162000" cy="162000"/>
          </a:xfrm>
          <a:prstGeom prst="rect">
            <a:avLst/>
          </a:prstGeom>
        </p:spPr>
      </p:pic>
      <p:pic>
        <p:nvPicPr>
          <p:cNvPr id="13" name="Imagen 12">
            <a:extLst>
              <a:ext uri="{FF2B5EF4-FFF2-40B4-BE49-F238E27FC236}">
                <a16:creationId xmlns:a16="http://schemas.microsoft.com/office/drawing/2014/main" id="{F6CD37D8-FD8D-3880-2550-FC0A3D49C415}"/>
              </a:ext>
            </a:extLst>
          </p:cNvPr>
          <p:cNvPicPr>
            <a:picLocks noChangeAspect="1"/>
          </p:cNvPicPr>
          <p:nvPr/>
        </p:nvPicPr>
        <p:blipFill>
          <a:blip r:embed="rId5"/>
          <a:stretch>
            <a:fillRect/>
          </a:stretch>
        </p:blipFill>
        <p:spPr>
          <a:xfrm>
            <a:off x="1626034" y="4114785"/>
            <a:ext cx="162000" cy="162000"/>
          </a:xfrm>
          <a:prstGeom prst="rect">
            <a:avLst/>
          </a:prstGeom>
        </p:spPr>
      </p:pic>
      <p:pic>
        <p:nvPicPr>
          <p:cNvPr id="15" name="Imagen 14">
            <a:extLst>
              <a:ext uri="{FF2B5EF4-FFF2-40B4-BE49-F238E27FC236}">
                <a16:creationId xmlns:a16="http://schemas.microsoft.com/office/drawing/2014/main" id="{72AFF801-1E1A-F343-4D29-56516369D137}"/>
              </a:ext>
            </a:extLst>
          </p:cNvPr>
          <p:cNvPicPr>
            <a:picLocks noChangeAspect="1"/>
          </p:cNvPicPr>
          <p:nvPr/>
        </p:nvPicPr>
        <p:blipFill>
          <a:blip r:embed="rId6"/>
          <a:stretch>
            <a:fillRect/>
          </a:stretch>
        </p:blipFill>
        <p:spPr>
          <a:xfrm>
            <a:off x="1090269" y="2943874"/>
            <a:ext cx="162000" cy="162000"/>
          </a:xfrm>
          <a:prstGeom prst="rect">
            <a:avLst/>
          </a:prstGeom>
        </p:spPr>
      </p:pic>
      <p:pic>
        <p:nvPicPr>
          <p:cNvPr id="17" name="Imagen 16">
            <a:extLst>
              <a:ext uri="{FF2B5EF4-FFF2-40B4-BE49-F238E27FC236}">
                <a16:creationId xmlns:a16="http://schemas.microsoft.com/office/drawing/2014/main" id="{63F3D817-087C-534D-F945-B67AEFC96054}"/>
              </a:ext>
            </a:extLst>
          </p:cNvPr>
          <p:cNvPicPr>
            <a:picLocks noChangeAspect="1"/>
          </p:cNvPicPr>
          <p:nvPr/>
        </p:nvPicPr>
        <p:blipFill>
          <a:blip r:embed="rId7"/>
          <a:stretch>
            <a:fillRect/>
          </a:stretch>
        </p:blipFill>
        <p:spPr>
          <a:xfrm>
            <a:off x="6193880" y="2455169"/>
            <a:ext cx="162000" cy="162000"/>
          </a:xfrm>
          <a:prstGeom prst="rect">
            <a:avLst/>
          </a:prstGeom>
        </p:spPr>
      </p:pic>
      <p:sp>
        <p:nvSpPr>
          <p:cNvPr id="18" name="Rectángulo: esquinas redondeadas 17">
            <a:extLst>
              <a:ext uri="{FF2B5EF4-FFF2-40B4-BE49-F238E27FC236}">
                <a16:creationId xmlns:a16="http://schemas.microsoft.com/office/drawing/2014/main" id="{6B45B04D-9D4C-E7B5-467F-8181466825AC}"/>
              </a:ext>
            </a:extLst>
          </p:cNvPr>
          <p:cNvSpPr/>
          <p:nvPr/>
        </p:nvSpPr>
        <p:spPr>
          <a:xfrm>
            <a:off x="1304400" y="5580275"/>
            <a:ext cx="318187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9. </a:t>
            </a:r>
            <a:r>
              <a:rPr lang="es-ES_tradnl" sz="1200" dirty="0"/>
              <a:t>Se valida el Check en la lista de </a:t>
            </a:r>
            <a:r>
              <a:rPr lang="es-ES_tradnl" sz="1200" dirty="0" err="1"/>
              <a:t>ID´s</a:t>
            </a:r>
            <a:r>
              <a:rPr lang="es-ES_tradnl" sz="1200" dirty="0"/>
              <a:t>. </a:t>
            </a:r>
          </a:p>
        </p:txBody>
      </p:sp>
      <p:sp>
        <p:nvSpPr>
          <p:cNvPr id="19" name="Rectángulo: esquinas redondeadas 18">
            <a:extLst>
              <a:ext uri="{FF2B5EF4-FFF2-40B4-BE49-F238E27FC236}">
                <a16:creationId xmlns:a16="http://schemas.microsoft.com/office/drawing/2014/main" id="{722AE016-B583-AE9C-247D-560743B972F4}"/>
              </a:ext>
            </a:extLst>
          </p:cNvPr>
          <p:cNvSpPr/>
          <p:nvPr/>
        </p:nvSpPr>
        <p:spPr>
          <a:xfrm>
            <a:off x="7705724" y="5049808"/>
            <a:ext cx="318187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10. </a:t>
            </a:r>
            <a:r>
              <a:rPr lang="es-ES_tradnl" sz="1200" dirty="0"/>
              <a:t>Se marca la opción </a:t>
            </a:r>
            <a:r>
              <a:rPr lang="es-ES_tradnl" sz="1200" b="1" dirty="0"/>
              <a:t>Enviar</a:t>
            </a:r>
            <a:r>
              <a:rPr lang="es-ES_tradnl" sz="1200" dirty="0"/>
              <a:t> </a:t>
            </a:r>
          </a:p>
        </p:txBody>
      </p:sp>
      <p:sp>
        <p:nvSpPr>
          <p:cNvPr id="20" name="Rectángulo: esquinas redondeadas 19">
            <a:extLst>
              <a:ext uri="{FF2B5EF4-FFF2-40B4-BE49-F238E27FC236}">
                <a16:creationId xmlns:a16="http://schemas.microsoft.com/office/drawing/2014/main" id="{2A65BD52-8BB4-C2A2-BD66-DED8327F9E40}"/>
              </a:ext>
            </a:extLst>
          </p:cNvPr>
          <p:cNvSpPr/>
          <p:nvPr/>
        </p:nvSpPr>
        <p:spPr>
          <a:xfrm>
            <a:off x="7705725" y="5580275"/>
            <a:ext cx="318187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11. </a:t>
            </a:r>
            <a:r>
              <a:rPr lang="es-ES_tradnl" sz="1200" dirty="0"/>
              <a:t>Se da clic en </a:t>
            </a:r>
            <a:r>
              <a:rPr lang="es-ES_tradnl" sz="1200" b="1" dirty="0"/>
              <a:t>Guardar.</a:t>
            </a:r>
            <a:endParaRPr lang="es-ES_tradnl" sz="1200" dirty="0"/>
          </a:p>
        </p:txBody>
      </p:sp>
    </p:spTree>
    <p:extLst>
      <p:ext uri="{BB962C8B-B14F-4D97-AF65-F5344CB8AC3E}">
        <p14:creationId xmlns:p14="http://schemas.microsoft.com/office/powerpoint/2010/main" val="872361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7872-9282-C321-8405-A0EC34DD457E}"/>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08198DA6-24C1-F236-21DA-BD0C2939C331}"/>
              </a:ext>
            </a:extLst>
          </p:cNvPr>
          <p:cNvSpPr txBox="1">
            <a:spLocks/>
          </p:cNvSpPr>
          <p:nvPr/>
        </p:nvSpPr>
        <p:spPr>
          <a:xfrm>
            <a:off x="1280539" y="408874"/>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ES_tradnl" dirty="0">
                <a:solidFill>
                  <a:schemeClr val="tx1"/>
                </a:solidFill>
              </a:rPr>
              <a:t>SFAMREG - </a:t>
            </a:r>
            <a:r>
              <a:rPr lang="es-CO" dirty="0">
                <a:solidFill>
                  <a:schemeClr val="tx1"/>
                </a:solidFill>
              </a:rPr>
              <a:t>Asignar código de estatus de forma masiva a los alumnos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7134579F-AB5E-3C2E-EB31-2E61EE9D4E98}"/>
              </a:ext>
            </a:extLst>
          </p:cNvPr>
          <p:cNvPicPr>
            <a:picLocks noChangeAspect="1"/>
          </p:cNvPicPr>
          <p:nvPr/>
        </p:nvPicPr>
        <p:blipFill>
          <a:blip r:embed="rId2"/>
          <a:stretch>
            <a:fillRect/>
          </a:stretch>
        </p:blipFill>
        <p:spPr>
          <a:xfrm>
            <a:off x="1304400" y="1536799"/>
            <a:ext cx="9583200" cy="3094419"/>
          </a:xfrm>
          <a:prstGeom prst="rect">
            <a:avLst/>
          </a:prstGeom>
        </p:spPr>
      </p:pic>
      <p:pic>
        <p:nvPicPr>
          <p:cNvPr id="7" name="Imagen 6">
            <a:extLst>
              <a:ext uri="{FF2B5EF4-FFF2-40B4-BE49-F238E27FC236}">
                <a16:creationId xmlns:a16="http://schemas.microsoft.com/office/drawing/2014/main" id="{721EA024-842D-DEE9-E507-17A049035071}"/>
              </a:ext>
            </a:extLst>
          </p:cNvPr>
          <p:cNvPicPr>
            <a:picLocks noChangeAspect="1"/>
          </p:cNvPicPr>
          <p:nvPr/>
        </p:nvPicPr>
        <p:blipFill>
          <a:blip r:embed="rId3"/>
          <a:stretch>
            <a:fillRect/>
          </a:stretch>
        </p:blipFill>
        <p:spPr>
          <a:xfrm>
            <a:off x="8991259" y="3150683"/>
            <a:ext cx="162000" cy="162000"/>
          </a:xfrm>
          <a:prstGeom prst="rect">
            <a:avLst/>
          </a:prstGeom>
        </p:spPr>
      </p:pic>
      <p:pic>
        <p:nvPicPr>
          <p:cNvPr id="9" name="Imagen 8">
            <a:extLst>
              <a:ext uri="{FF2B5EF4-FFF2-40B4-BE49-F238E27FC236}">
                <a16:creationId xmlns:a16="http://schemas.microsoft.com/office/drawing/2014/main" id="{F158124A-9276-5321-5C24-A8BD1598EA84}"/>
              </a:ext>
            </a:extLst>
          </p:cNvPr>
          <p:cNvPicPr>
            <a:picLocks noChangeAspect="1"/>
          </p:cNvPicPr>
          <p:nvPr/>
        </p:nvPicPr>
        <p:blipFill>
          <a:blip r:embed="rId4"/>
          <a:stretch>
            <a:fillRect/>
          </a:stretch>
        </p:blipFill>
        <p:spPr>
          <a:xfrm>
            <a:off x="7741084" y="2149909"/>
            <a:ext cx="162000" cy="162000"/>
          </a:xfrm>
          <a:prstGeom prst="rect">
            <a:avLst/>
          </a:prstGeom>
        </p:spPr>
      </p:pic>
      <p:sp>
        <p:nvSpPr>
          <p:cNvPr id="10" name="Rectángulo: esquinas redondeadas 9">
            <a:extLst>
              <a:ext uri="{FF2B5EF4-FFF2-40B4-BE49-F238E27FC236}">
                <a16:creationId xmlns:a16="http://schemas.microsoft.com/office/drawing/2014/main" id="{66686461-CE38-B6C2-E94F-9D19BF4DB897}"/>
              </a:ext>
            </a:extLst>
          </p:cNvPr>
          <p:cNvSpPr/>
          <p:nvPr/>
        </p:nvSpPr>
        <p:spPr>
          <a:xfrm>
            <a:off x="1380600" y="4860588"/>
            <a:ext cx="478207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12. </a:t>
            </a:r>
            <a:r>
              <a:rPr lang="es-ES_tradnl" sz="1200" dirty="0"/>
              <a:t>Se evidencia que el proceso se ejecuta correctamente</a:t>
            </a:r>
            <a:r>
              <a:rPr lang="es-ES_tradnl" sz="1200" b="1" dirty="0"/>
              <a:t>.</a:t>
            </a:r>
          </a:p>
        </p:txBody>
      </p:sp>
      <p:sp>
        <p:nvSpPr>
          <p:cNvPr id="11" name="Rectángulo: esquinas redondeadas 10">
            <a:extLst>
              <a:ext uri="{FF2B5EF4-FFF2-40B4-BE49-F238E27FC236}">
                <a16:creationId xmlns:a16="http://schemas.microsoft.com/office/drawing/2014/main" id="{6DF3D0C4-8ABD-EF2D-B1C0-8F9CEBB50205}"/>
              </a:ext>
            </a:extLst>
          </p:cNvPr>
          <p:cNvSpPr/>
          <p:nvPr/>
        </p:nvSpPr>
        <p:spPr>
          <a:xfrm>
            <a:off x="1380600" y="5444198"/>
            <a:ext cx="4782075" cy="71847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13. </a:t>
            </a:r>
            <a:r>
              <a:rPr lang="es-ES_tradnl" sz="1200" dirty="0"/>
              <a:t>Se visualiza en las columnas: </a:t>
            </a:r>
          </a:p>
          <a:p>
            <a:pPr marL="171450" indent="-171450">
              <a:buFont typeface="Arial" panose="020B0604020202020204" pitchFamily="34" charset="0"/>
              <a:buChar char="•"/>
            </a:pPr>
            <a:r>
              <a:rPr lang="es-ES_tradnl" sz="1200" b="1" dirty="0"/>
              <a:t>Actualizar resultados: </a:t>
            </a:r>
            <a:r>
              <a:rPr lang="es-ES_tradnl" sz="1200" dirty="0"/>
              <a:t>Sí</a:t>
            </a:r>
          </a:p>
          <a:p>
            <a:pPr marL="171450" indent="-171450">
              <a:buFont typeface="Arial" panose="020B0604020202020204" pitchFamily="34" charset="0"/>
              <a:buChar char="•"/>
            </a:pPr>
            <a:r>
              <a:rPr lang="es-ES_tradnl" sz="1200" b="1" dirty="0"/>
              <a:t>Mensaje: </a:t>
            </a:r>
            <a:r>
              <a:rPr lang="es-CO" sz="1200" dirty="0"/>
              <a:t>Solicitud inscripción procesada con éxito</a:t>
            </a:r>
            <a:r>
              <a:rPr lang="es-ES_tradnl" sz="1200" dirty="0"/>
              <a:t>  </a:t>
            </a:r>
          </a:p>
        </p:txBody>
      </p:sp>
    </p:spTree>
    <p:extLst>
      <p:ext uri="{BB962C8B-B14F-4D97-AF65-F5344CB8AC3E}">
        <p14:creationId xmlns:p14="http://schemas.microsoft.com/office/powerpoint/2010/main" val="4280056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65F97-F4FC-F15C-7A35-F411ABE3404F}"/>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8B486942-A27B-FDF4-8ACF-97687042AB73}"/>
              </a:ext>
            </a:extLst>
          </p:cNvPr>
          <p:cNvSpPr txBox="1">
            <a:spLocks/>
          </p:cNvSpPr>
          <p:nvPr/>
        </p:nvSpPr>
        <p:spPr>
          <a:xfrm>
            <a:off x="1218674" y="595560"/>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9" name="Imagen 8">
            <a:extLst>
              <a:ext uri="{FF2B5EF4-FFF2-40B4-BE49-F238E27FC236}">
                <a16:creationId xmlns:a16="http://schemas.microsoft.com/office/drawing/2014/main" id="{1164D157-38EF-DDCE-7C3F-4FCF4398B99C}"/>
              </a:ext>
            </a:extLst>
          </p:cNvPr>
          <p:cNvPicPr>
            <a:picLocks noChangeAspect="1"/>
          </p:cNvPicPr>
          <p:nvPr/>
        </p:nvPicPr>
        <p:blipFill>
          <a:blip r:embed="rId2"/>
          <a:stretch>
            <a:fillRect/>
          </a:stretch>
        </p:blipFill>
        <p:spPr>
          <a:xfrm>
            <a:off x="1304400" y="1474288"/>
            <a:ext cx="9583200" cy="2099606"/>
          </a:xfrm>
          <a:prstGeom prst="rect">
            <a:avLst/>
          </a:prstGeom>
        </p:spPr>
      </p:pic>
      <p:sp>
        <p:nvSpPr>
          <p:cNvPr id="10" name="Rectángulo: esquinas redondeadas 9">
            <a:extLst>
              <a:ext uri="{FF2B5EF4-FFF2-40B4-BE49-F238E27FC236}">
                <a16:creationId xmlns:a16="http://schemas.microsoft.com/office/drawing/2014/main" id="{70D23D2F-6DF6-A54A-3C99-0627028026A3}"/>
              </a:ext>
            </a:extLst>
          </p:cNvPr>
          <p:cNvSpPr/>
          <p:nvPr/>
        </p:nvSpPr>
        <p:spPr>
          <a:xfrm>
            <a:off x="1380599" y="4381370"/>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Se ingresa </a:t>
            </a:r>
            <a:r>
              <a:rPr lang="es-ES_tradnl" sz="1200" b="1" dirty="0"/>
              <a:t>ID</a:t>
            </a:r>
            <a:r>
              <a:rPr lang="es-ES_tradnl" sz="1200" dirty="0"/>
              <a:t> a validar.</a:t>
            </a:r>
            <a:endParaRPr lang="es-ES_tradnl" sz="1200" b="1" dirty="0"/>
          </a:p>
        </p:txBody>
      </p:sp>
      <p:sp>
        <p:nvSpPr>
          <p:cNvPr id="11" name="Rectángulo: esquinas redondeadas 10">
            <a:extLst>
              <a:ext uri="{FF2B5EF4-FFF2-40B4-BE49-F238E27FC236}">
                <a16:creationId xmlns:a16="http://schemas.microsoft.com/office/drawing/2014/main" id="{056288FD-206D-0380-3F8B-13ABEF3DF868}"/>
              </a:ext>
            </a:extLst>
          </p:cNvPr>
          <p:cNvSpPr/>
          <p:nvPr/>
        </p:nvSpPr>
        <p:spPr>
          <a:xfrm>
            <a:off x="1380600" y="3889072"/>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Periodo</a:t>
            </a:r>
            <a:r>
              <a:rPr lang="es-ES_tradnl" sz="1200" dirty="0"/>
              <a:t> correspondiente. </a:t>
            </a:r>
            <a:endParaRPr lang="es-ES_tradnl" sz="1200" b="1" dirty="0"/>
          </a:p>
        </p:txBody>
      </p:sp>
      <p:sp>
        <p:nvSpPr>
          <p:cNvPr id="12" name="Rectángulo: esquinas redondeadas 11">
            <a:extLst>
              <a:ext uri="{FF2B5EF4-FFF2-40B4-BE49-F238E27FC236}">
                <a16:creationId xmlns:a16="http://schemas.microsoft.com/office/drawing/2014/main" id="{2426B396-5B2E-0CDA-9034-E5BC2FDC69CF}"/>
              </a:ext>
            </a:extLst>
          </p:cNvPr>
          <p:cNvSpPr/>
          <p:nvPr/>
        </p:nvSpPr>
        <p:spPr>
          <a:xfrm>
            <a:off x="8524875" y="3818424"/>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Dar clic en </a:t>
            </a:r>
            <a:r>
              <a:rPr lang="es-ES_tradnl" sz="1200" b="1" dirty="0"/>
              <a:t>IR</a:t>
            </a:r>
          </a:p>
        </p:txBody>
      </p:sp>
      <p:pic>
        <p:nvPicPr>
          <p:cNvPr id="14" name="Imagen 13">
            <a:extLst>
              <a:ext uri="{FF2B5EF4-FFF2-40B4-BE49-F238E27FC236}">
                <a16:creationId xmlns:a16="http://schemas.microsoft.com/office/drawing/2014/main" id="{C4DFA913-7956-B40C-CF2E-A03F402C3FC6}"/>
              </a:ext>
            </a:extLst>
          </p:cNvPr>
          <p:cNvPicPr>
            <a:picLocks noChangeAspect="1"/>
          </p:cNvPicPr>
          <p:nvPr/>
        </p:nvPicPr>
        <p:blipFill>
          <a:blip r:embed="rId3"/>
          <a:stretch>
            <a:fillRect/>
          </a:stretch>
        </p:blipFill>
        <p:spPr>
          <a:xfrm>
            <a:off x="6000675" y="2073058"/>
            <a:ext cx="162000" cy="162000"/>
          </a:xfrm>
          <a:prstGeom prst="rect">
            <a:avLst/>
          </a:prstGeom>
        </p:spPr>
      </p:pic>
      <p:pic>
        <p:nvPicPr>
          <p:cNvPr id="16" name="Imagen 15">
            <a:extLst>
              <a:ext uri="{FF2B5EF4-FFF2-40B4-BE49-F238E27FC236}">
                <a16:creationId xmlns:a16="http://schemas.microsoft.com/office/drawing/2014/main" id="{3B892BE9-ACA0-273B-823F-121703FC2E76}"/>
              </a:ext>
            </a:extLst>
          </p:cNvPr>
          <p:cNvPicPr>
            <a:picLocks noChangeAspect="1"/>
          </p:cNvPicPr>
          <p:nvPr/>
        </p:nvPicPr>
        <p:blipFill>
          <a:blip r:embed="rId4"/>
          <a:stretch>
            <a:fillRect/>
          </a:stretch>
        </p:blipFill>
        <p:spPr>
          <a:xfrm>
            <a:off x="1504425" y="2073058"/>
            <a:ext cx="162000" cy="162000"/>
          </a:xfrm>
          <a:prstGeom prst="rect">
            <a:avLst/>
          </a:prstGeom>
        </p:spPr>
      </p:pic>
      <p:pic>
        <p:nvPicPr>
          <p:cNvPr id="18" name="Imagen 17">
            <a:extLst>
              <a:ext uri="{FF2B5EF4-FFF2-40B4-BE49-F238E27FC236}">
                <a16:creationId xmlns:a16="http://schemas.microsoft.com/office/drawing/2014/main" id="{98DC68D6-35F1-C1A0-6C5C-126CB76AD710}"/>
              </a:ext>
            </a:extLst>
          </p:cNvPr>
          <p:cNvPicPr>
            <a:picLocks noChangeAspect="1"/>
          </p:cNvPicPr>
          <p:nvPr/>
        </p:nvPicPr>
        <p:blipFill>
          <a:blip r:embed="rId5"/>
          <a:stretch>
            <a:fillRect/>
          </a:stretch>
        </p:blipFill>
        <p:spPr>
          <a:xfrm>
            <a:off x="10234234" y="2073058"/>
            <a:ext cx="162000" cy="162000"/>
          </a:xfrm>
          <a:prstGeom prst="rect">
            <a:avLst/>
          </a:prstGeom>
        </p:spPr>
      </p:pic>
    </p:spTree>
    <p:extLst>
      <p:ext uri="{BB962C8B-B14F-4D97-AF65-F5344CB8AC3E}">
        <p14:creationId xmlns:p14="http://schemas.microsoft.com/office/powerpoint/2010/main" val="2673634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1EADE-5086-4E83-92E3-5FF1AE176894}"/>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F4A6DC6-2D96-DEF3-1497-92EA8F927B93}"/>
              </a:ext>
            </a:extLst>
          </p:cNvPr>
          <p:cNvSpPr/>
          <p:nvPr/>
        </p:nvSpPr>
        <p:spPr>
          <a:xfrm>
            <a:off x="1380598" y="5802588"/>
            <a:ext cx="5577151" cy="5588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solidFill>
                  <a:schemeClr val="bg1"/>
                </a:solidFill>
              </a:rPr>
              <a:t>4. </a:t>
            </a:r>
            <a:r>
              <a:rPr lang="es-ES_tradnl" sz="1200" dirty="0">
                <a:solidFill>
                  <a:schemeClr val="bg1"/>
                </a:solidFill>
              </a:rPr>
              <a:t>Cuando se ingresa a </a:t>
            </a:r>
            <a:r>
              <a:rPr lang="es-CO" sz="1200" b="1" dirty="0">
                <a:solidFill>
                  <a:schemeClr val="bg1"/>
                </a:solidFill>
              </a:rPr>
              <a:t>SFAREGS</a:t>
            </a:r>
            <a:r>
              <a:rPr lang="es-ES_tradnl" sz="1200" b="1" dirty="0">
                <a:solidFill>
                  <a:schemeClr val="bg1"/>
                </a:solidFill>
              </a:rPr>
              <a:t>, </a:t>
            </a:r>
            <a:r>
              <a:rPr lang="es-ES_tradnl" sz="1200" dirty="0">
                <a:solidFill>
                  <a:schemeClr val="bg1"/>
                </a:solidFill>
              </a:rPr>
              <a:t>se visualiza el registro </a:t>
            </a:r>
            <a:r>
              <a:rPr lang="es-ES_tradnl" sz="1200" b="1" dirty="0">
                <a:solidFill>
                  <a:schemeClr val="bg1"/>
                </a:solidFill>
              </a:rPr>
              <a:t>Estatus: EL</a:t>
            </a:r>
            <a:r>
              <a:rPr lang="es-ES_tradnl" sz="1200" dirty="0">
                <a:solidFill>
                  <a:schemeClr val="bg1"/>
                </a:solidFill>
              </a:rPr>
              <a:t> en el bloque </a:t>
            </a:r>
            <a:r>
              <a:rPr lang="es-ES_tradnl" sz="1200" b="1" dirty="0">
                <a:solidFill>
                  <a:schemeClr val="bg1"/>
                </a:solidFill>
              </a:rPr>
              <a:t>Inscripción</a:t>
            </a:r>
            <a:r>
              <a:rPr lang="es-ES_tradnl" sz="1200" dirty="0">
                <a:solidFill>
                  <a:schemeClr val="bg1"/>
                </a:solidFill>
              </a:rPr>
              <a:t> de manera correcta.</a:t>
            </a:r>
            <a:endParaRPr lang="es-ES_tradnl" sz="1200" b="1" dirty="0">
              <a:solidFill>
                <a:schemeClr val="bg1"/>
              </a:solidFill>
            </a:endParaRPr>
          </a:p>
        </p:txBody>
      </p:sp>
      <p:sp>
        <p:nvSpPr>
          <p:cNvPr id="6" name="Title 12">
            <a:extLst>
              <a:ext uri="{FF2B5EF4-FFF2-40B4-BE49-F238E27FC236}">
                <a16:creationId xmlns:a16="http://schemas.microsoft.com/office/drawing/2014/main" id="{39250800-2635-279F-AA76-51706DEFAA1E}"/>
              </a:ext>
            </a:extLst>
          </p:cNvPr>
          <p:cNvSpPr txBox="1">
            <a:spLocks/>
          </p:cNvSpPr>
          <p:nvPr/>
        </p:nvSpPr>
        <p:spPr>
          <a:xfrm>
            <a:off x="1304399" y="211143"/>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A38E7B13-FEB3-E6CE-4E9B-8EE5E0EECFA3}"/>
              </a:ext>
            </a:extLst>
          </p:cNvPr>
          <p:cNvPicPr>
            <a:picLocks noChangeAspect="1"/>
          </p:cNvPicPr>
          <p:nvPr/>
        </p:nvPicPr>
        <p:blipFill>
          <a:blip r:embed="rId2"/>
          <a:stretch>
            <a:fillRect/>
          </a:stretch>
        </p:blipFill>
        <p:spPr>
          <a:xfrm>
            <a:off x="1304399" y="775990"/>
            <a:ext cx="9583200" cy="4464161"/>
          </a:xfrm>
          <a:prstGeom prst="rect">
            <a:avLst/>
          </a:prstGeom>
        </p:spPr>
      </p:pic>
      <p:pic>
        <p:nvPicPr>
          <p:cNvPr id="7" name="Imagen 6">
            <a:extLst>
              <a:ext uri="{FF2B5EF4-FFF2-40B4-BE49-F238E27FC236}">
                <a16:creationId xmlns:a16="http://schemas.microsoft.com/office/drawing/2014/main" id="{2AB3A5C2-4A8A-4800-38C4-61A87BB27339}"/>
              </a:ext>
            </a:extLst>
          </p:cNvPr>
          <p:cNvPicPr>
            <a:picLocks noChangeAspect="1"/>
          </p:cNvPicPr>
          <p:nvPr/>
        </p:nvPicPr>
        <p:blipFill>
          <a:blip r:embed="rId3"/>
          <a:stretch>
            <a:fillRect/>
          </a:stretch>
        </p:blipFill>
        <p:spPr>
          <a:xfrm>
            <a:off x="1380598" y="5240151"/>
            <a:ext cx="9507001" cy="375125"/>
          </a:xfrm>
          <a:prstGeom prst="rect">
            <a:avLst/>
          </a:prstGeom>
        </p:spPr>
      </p:pic>
      <p:pic>
        <p:nvPicPr>
          <p:cNvPr id="5" name="Imagen 4">
            <a:extLst>
              <a:ext uri="{FF2B5EF4-FFF2-40B4-BE49-F238E27FC236}">
                <a16:creationId xmlns:a16="http://schemas.microsoft.com/office/drawing/2014/main" id="{D5068FB0-8A29-A0A1-EF35-99FE3EF88529}"/>
              </a:ext>
            </a:extLst>
          </p:cNvPr>
          <p:cNvPicPr>
            <a:picLocks noChangeAspect="1"/>
          </p:cNvPicPr>
          <p:nvPr/>
        </p:nvPicPr>
        <p:blipFill>
          <a:blip r:embed="rId4"/>
          <a:stretch>
            <a:fillRect/>
          </a:stretch>
        </p:blipFill>
        <p:spPr>
          <a:xfrm>
            <a:off x="1076630" y="1695755"/>
            <a:ext cx="162000" cy="162000"/>
          </a:xfrm>
          <a:prstGeom prst="rect">
            <a:avLst/>
          </a:prstGeom>
        </p:spPr>
      </p:pic>
      <p:sp>
        <p:nvSpPr>
          <p:cNvPr id="8" name="Rectángulo: esquinas redondeadas 7">
            <a:extLst>
              <a:ext uri="{FF2B5EF4-FFF2-40B4-BE49-F238E27FC236}">
                <a16:creationId xmlns:a16="http://schemas.microsoft.com/office/drawing/2014/main" id="{C59922F4-561B-29A9-0C20-CBD0EC8136C9}"/>
              </a:ext>
            </a:extLst>
          </p:cNvPr>
          <p:cNvSpPr/>
          <p:nvPr/>
        </p:nvSpPr>
        <p:spPr>
          <a:xfrm>
            <a:off x="8429625" y="5802588"/>
            <a:ext cx="2457974" cy="55884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solidFill>
                  <a:schemeClr val="bg1"/>
                </a:solidFill>
              </a:rPr>
              <a:t>5. </a:t>
            </a:r>
            <a:r>
              <a:rPr lang="es-CO" sz="1200" dirty="0">
                <a:solidFill>
                  <a:schemeClr val="bg1"/>
                </a:solidFill>
              </a:rPr>
              <a:t>Dar clic en</a:t>
            </a:r>
            <a:r>
              <a:rPr lang="es-CO" sz="1200" b="1" dirty="0">
                <a:solidFill>
                  <a:schemeClr val="bg1"/>
                </a:solidFill>
              </a:rPr>
              <a:t> Bloque siguiente.</a:t>
            </a:r>
            <a:endParaRPr lang="es-ES_tradnl" sz="1200" b="1" dirty="0">
              <a:solidFill>
                <a:schemeClr val="bg1"/>
              </a:solidFill>
            </a:endParaRPr>
          </a:p>
        </p:txBody>
      </p:sp>
      <p:pic>
        <p:nvPicPr>
          <p:cNvPr id="10" name="Imagen 9">
            <a:extLst>
              <a:ext uri="{FF2B5EF4-FFF2-40B4-BE49-F238E27FC236}">
                <a16:creationId xmlns:a16="http://schemas.microsoft.com/office/drawing/2014/main" id="{B472A03A-E62D-1D6B-D813-57DAC15C7742}"/>
              </a:ext>
            </a:extLst>
          </p:cNvPr>
          <p:cNvPicPr>
            <a:picLocks noChangeAspect="1"/>
          </p:cNvPicPr>
          <p:nvPr/>
        </p:nvPicPr>
        <p:blipFill>
          <a:blip r:embed="rId5"/>
          <a:stretch>
            <a:fillRect/>
          </a:stretch>
        </p:blipFill>
        <p:spPr>
          <a:xfrm>
            <a:off x="2038655" y="5330008"/>
            <a:ext cx="162000" cy="162000"/>
          </a:xfrm>
          <a:prstGeom prst="rect">
            <a:avLst/>
          </a:prstGeom>
        </p:spPr>
      </p:pic>
    </p:spTree>
    <p:extLst>
      <p:ext uri="{BB962C8B-B14F-4D97-AF65-F5344CB8AC3E}">
        <p14:creationId xmlns:p14="http://schemas.microsoft.com/office/powerpoint/2010/main" val="3857922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9BD2-B347-2787-8608-1365E391F707}"/>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93382189-B6D1-9CE9-E00D-AA463AD175CB}"/>
              </a:ext>
            </a:extLst>
          </p:cNvPr>
          <p:cNvSpPr/>
          <p:nvPr/>
        </p:nvSpPr>
        <p:spPr>
          <a:xfrm>
            <a:off x="1371077" y="5770453"/>
            <a:ext cx="2448450"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6. </a:t>
            </a:r>
            <a:r>
              <a:rPr lang="es-ES_tradnl" sz="1200" dirty="0"/>
              <a:t>Se ingresa el </a:t>
            </a:r>
            <a:r>
              <a:rPr lang="es-ES_tradnl" sz="1200" b="1" dirty="0"/>
              <a:t>plan de estudios. </a:t>
            </a:r>
          </a:p>
        </p:txBody>
      </p:sp>
      <p:pic>
        <p:nvPicPr>
          <p:cNvPr id="7" name="Imagen 6">
            <a:extLst>
              <a:ext uri="{FF2B5EF4-FFF2-40B4-BE49-F238E27FC236}">
                <a16:creationId xmlns:a16="http://schemas.microsoft.com/office/drawing/2014/main" id="{91C8A15E-4C93-367A-A750-72D1B9721CCE}"/>
              </a:ext>
            </a:extLst>
          </p:cNvPr>
          <p:cNvPicPr>
            <a:picLocks noChangeAspect="1"/>
          </p:cNvPicPr>
          <p:nvPr/>
        </p:nvPicPr>
        <p:blipFill>
          <a:blip r:embed="rId2"/>
          <a:stretch>
            <a:fillRect/>
          </a:stretch>
        </p:blipFill>
        <p:spPr>
          <a:xfrm>
            <a:off x="1337738" y="813553"/>
            <a:ext cx="9616538" cy="4506505"/>
          </a:xfrm>
          <a:prstGeom prst="rect">
            <a:avLst/>
          </a:prstGeom>
        </p:spPr>
      </p:pic>
      <p:sp>
        <p:nvSpPr>
          <p:cNvPr id="8" name="Title 12">
            <a:extLst>
              <a:ext uri="{FF2B5EF4-FFF2-40B4-BE49-F238E27FC236}">
                <a16:creationId xmlns:a16="http://schemas.microsoft.com/office/drawing/2014/main" id="{76D9310B-C19D-8BAD-59FA-4D210FF3F2CF}"/>
              </a:ext>
            </a:extLst>
          </p:cNvPr>
          <p:cNvSpPr txBox="1">
            <a:spLocks/>
          </p:cNvSpPr>
          <p:nvPr/>
        </p:nvSpPr>
        <p:spPr>
          <a:xfrm>
            <a:off x="1242488" y="241565"/>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10" name="Imagen 9">
            <a:extLst>
              <a:ext uri="{FF2B5EF4-FFF2-40B4-BE49-F238E27FC236}">
                <a16:creationId xmlns:a16="http://schemas.microsoft.com/office/drawing/2014/main" id="{299EA448-27A8-2887-8466-685250801E1A}"/>
              </a:ext>
            </a:extLst>
          </p:cNvPr>
          <p:cNvPicPr>
            <a:picLocks noChangeAspect="1"/>
          </p:cNvPicPr>
          <p:nvPr/>
        </p:nvPicPr>
        <p:blipFill>
          <a:blip r:embed="rId3"/>
          <a:stretch>
            <a:fillRect/>
          </a:stretch>
        </p:blipFill>
        <p:spPr>
          <a:xfrm>
            <a:off x="1371076" y="5198784"/>
            <a:ext cx="9583200" cy="395132"/>
          </a:xfrm>
          <a:prstGeom prst="rect">
            <a:avLst/>
          </a:prstGeom>
        </p:spPr>
      </p:pic>
      <p:sp>
        <p:nvSpPr>
          <p:cNvPr id="11" name="Rectángulo: esquinas redondeadas 10">
            <a:extLst>
              <a:ext uri="{FF2B5EF4-FFF2-40B4-BE49-F238E27FC236}">
                <a16:creationId xmlns:a16="http://schemas.microsoft.com/office/drawing/2014/main" id="{3440B7E5-D00F-AB4D-A6CC-6EE7921234B8}"/>
              </a:ext>
            </a:extLst>
          </p:cNvPr>
          <p:cNvSpPr/>
          <p:nvPr/>
        </p:nvSpPr>
        <p:spPr>
          <a:xfrm>
            <a:off x="4890693" y="5770452"/>
            <a:ext cx="2448451"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7. </a:t>
            </a:r>
            <a:r>
              <a:rPr lang="es-ES_tradnl" sz="1200" dirty="0"/>
              <a:t>Se da clic en </a:t>
            </a:r>
            <a:r>
              <a:rPr lang="es-ES_tradnl" sz="1200" b="1" dirty="0"/>
              <a:t>Guardar</a:t>
            </a:r>
            <a:r>
              <a:rPr lang="es-ES_tradnl" sz="1200" dirty="0"/>
              <a:t> o </a:t>
            </a:r>
            <a:r>
              <a:rPr lang="es-ES_tradnl" sz="1200" b="1" dirty="0"/>
              <a:t>F10</a:t>
            </a:r>
            <a:r>
              <a:rPr lang="es-ES_tradnl" sz="1200" dirty="0"/>
              <a:t>.</a:t>
            </a:r>
            <a:endParaRPr lang="es-ES_tradnl" sz="1200" b="1" dirty="0"/>
          </a:p>
        </p:txBody>
      </p:sp>
      <p:pic>
        <p:nvPicPr>
          <p:cNvPr id="13" name="Imagen 12">
            <a:extLst>
              <a:ext uri="{FF2B5EF4-FFF2-40B4-BE49-F238E27FC236}">
                <a16:creationId xmlns:a16="http://schemas.microsoft.com/office/drawing/2014/main" id="{6B3E0A2D-B9A2-3F62-4864-2EAFA2B6B888}"/>
              </a:ext>
            </a:extLst>
          </p:cNvPr>
          <p:cNvPicPr>
            <a:picLocks noChangeAspect="1"/>
          </p:cNvPicPr>
          <p:nvPr/>
        </p:nvPicPr>
        <p:blipFill>
          <a:blip r:embed="rId4"/>
          <a:stretch>
            <a:fillRect/>
          </a:stretch>
        </p:blipFill>
        <p:spPr>
          <a:xfrm>
            <a:off x="1137943" y="2895280"/>
            <a:ext cx="162000" cy="162000"/>
          </a:xfrm>
          <a:prstGeom prst="rect">
            <a:avLst/>
          </a:prstGeom>
        </p:spPr>
      </p:pic>
      <p:pic>
        <p:nvPicPr>
          <p:cNvPr id="15" name="Imagen 14">
            <a:extLst>
              <a:ext uri="{FF2B5EF4-FFF2-40B4-BE49-F238E27FC236}">
                <a16:creationId xmlns:a16="http://schemas.microsoft.com/office/drawing/2014/main" id="{C151A9B3-22E9-6487-A1ED-B364EAA91017}"/>
              </a:ext>
            </a:extLst>
          </p:cNvPr>
          <p:cNvPicPr>
            <a:picLocks noChangeAspect="1"/>
          </p:cNvPicPr>
          <p:nvPr/>
        </p:nvPicPr>
        <p:blipFill>
          <a:blip r:embed="rId5"/>
          <a:stretch>
            <a:fillRect/>
          </a:stretch>
        </p:blipFill>
        <p:spPr>
          <a:xfrm>
            <a:off x="10256330" y="5332288"/>
            <a:ext cx="162000" cy="162000"/>
          </a:xfrm>
          <a:prstGeom prst="rect">
            <a:avLst/>
          </a:prstGeom>
        </p:spPr>
      </p:pic>
      <p:pic>
        <p:nvPicPr>
          <p:cNvPr id="17" name="Imagen 16">
            <a:extLst>
              <a:ext uri="{FF2B5EF4-FFF2-40B4-BE49-F238E27FC236}">
                <a16:creationId xmlns:a16="http://schemas.microsoft.com/office/drawing/2014/main" id="{94446A3D-5F64-8DC6-DD06-1041C7FDFC08}"/>
              </a:ext>
            </a:extLst>
          </p:cNvPr>
          <p:cNvPicPr>
            <a:picLocks noChangeAspect="1"/>
          </p:cNvPicPr>
          <p:nvPr/>
        </p:nvPicPr>
        <p:blipFill>
          <a:blip r:embed="rId6"/>
          <a:stretch>
            <a:fillRect/>
          </a:stretch>
        </p:blipFill>
        <p:spPr>
          <a:xfrm>
            <a:off x="10992071" y="1367105"/>
            <a:ext cx="162000" cy="162000"/>
          </a:xfrm>
          <a:prstGeom prst="rect">
            <a:avLst/>
          </a:prstGeom>
        </p:spPr>
      </p:pic>
      <p:sp>
        <p:nvSpPr>
          <p:cNvPr id="18" name="Rectángulo: esquinas redondeadas 17">
            <a:extLst>
              <a:ext uri="{FF2B5EF4-FFF2-40B4-BE49-F238E27FC236}">
                <a16:creationId xmlns:a16="http://schemas.microsoft.com/office/drawing/2014/main" id="{68D651F7-287D-879E-7295-0FE49C530536}"/>
              </a:ext>
            </a:extLst>
          </p:cNvPr>
          <p:cNvSpPr/>
          <p:nvPr/>
        </p:nvSpPr>
        <p:spPr>
          <a:xfrm>
            <a:off x="8505825" y="5770452"/>
            <a:ext cx="2448451"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8. </a:t>
            </a:r>
            <a:r>
              <a:rPr lang="es-ES_tradnl" sz="1200" dirty="0"/>
              <a:t>Se evidencia registro correcto.</a:t>
            </a:r>
            <a:endParaRPr lang="es-ES_tradnl" sz="1200" b="1" dirty="0"/>
          </a:p>
        </p:txBody>
      </p:sp>
      <p:sp>
        <p:nvSpPr>
          <p:cNvPr id="19" name="Rectángulo 18">
            <a:extLst>
              <a:ext uri="{FF2B5EF4-FFF2-40B4-BE49-F238E27FC236}">
                <a16:creationId xmlns:a16="http://schemas.microsoft.com/office/drawing/2014/main" id="{508FC90A-0755-16F6-F14F-7A0C65837B7A}"/>
              </a:ext>
            </a:extLst>
          </p:cNvPr>
          <p:cNvSpPr/>
          <p:nvPr/>
        </p:nvSpPr>
        <p:spPr>
          <a:xfrm>
            <a:off x="1647825" y="5310533"/>
            <a:ext cx="333375" cy="174230"/>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768636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36E0-86DE-3B2E-746D-7F1D3054DCEC}"/>
            </a:ext>
          </a:extLst>
        </p:cNvPr>
        <p:cNvGrpSpPr/>
        <p:nvPr/>
      </p:nvGrpSpPr>
      <p:grpSpPr>
        <a:xfrm>
          <a:off x="0" y="0"/>
          <a:ext cx="0" cy="0"/>
          <a:chOff x="0" y="0"/>
          <a:chExt cx="0" cy="0"/>
        </a:xfrm>
      </p:grpSpPr>
      <p:sp>
        <p:nvSpPr>
          <p:cNvPr id="8" name="Title 12">
            <a:extLst>
              <a:ext uri="{FF2B5EF4-FFF2-40B4-BE49-F238E27FC236}">
                <a16:creationId xmlns:a16="http://schemas.microsoft.com/office/drawing/2014/main" id="{CB3F35B8-A483-6559-7737-1A4A8C9FDD24}"/>
              </a:ext>
            </a:extLst>
          </p:cNvPr>
          <p:cNvSpPr txBox="1">
            <a:spLocks/>
          </p:cNvSpPr>
          <p:nvPr/>
        </p:nvSpPr>
        <p:spPr>
          <a:xfrm>
            <a:off x="1252013" y="180720"/>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702CB7BD-EA9C-1790-6DBE-4A6CF2F4C300}"/>
              </a:ext>
            </a:extLst>
          </p:cNvPr>
          <p:cNvPicPr>
            <a:picLocks noChangeAspect="1"/>
          </p:cNvPicPr>
          <p:nvPr/>
        </p:nvPicPr>
        <p:blipFill>
          <a:blip r:embed="rId2"/>
          <a:stretch>
            <a:fillRect/>
          </a:stretch>
        </p:blipFill>
        <p:spPr>
          <a:xfrm>
            <a:off x="1304400" y="716555"/>
            <a:ext cx="9583200" cy="4506802"/>
          </a:xfrm>
          <a:prstGeom prst="rect">
            <a:avLst/>
          </a:prstGeom>
        </p:spPr>
      </p:pic>
      <p:sp>
        <p:nvSpPr>
          <p:cNvPr id="5" name="Rectángulo: esquinas redondeadas 4">
            <a:extLst>
              <a:ext uri="{FF2B5EF4-FFF2-40B4-BE49-F238E27FC236}">
                <a16:creationId xmlns:a16="http://schemas.microsoft.com/office/drawing/2014/main" id="{3B4658EF-D946-84FB-B77D-0F9995BFDCAE}"/>
              </a:ext>
            </a:extLst>
          </p:cNvPr>
          <p:cNvSpPr/>
          <p:nvPr/>
        </p:nvSpPr>
        <p:spPr>
          <a:xfrm>
            <a:off x="1356787" y="5757186"/>
            <a:ext cx="3505725"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9. </a:t>
            </a:r>
            <a:r>
              <a:rPr lang="es-ES_tradnl" sz="1200" dirty="0"/>
              <a:t>Se ubica en el bloque </a:t>
            </a:r>
            <a:r>
              <a:rPr lang="es-ES_tradnl" sz="1200" b="1" dirty="0"/>
              <a:t>Información de curso.  </a:t>
            </a:r>
          </a:p>
        </p:txBody>
      </p:sp>
      <p:pic>
        <p:nvPicPr>
          <p:cNvPr id="9" name="Imagen 8">
            <a:extLst>
              <a:ext uri="{FF2B5EF4-FFF2-40B4-BE49-F238E27FC236}">
                <a16:creationId xmlns:a16="http://schemas.microsoft.com/office/drawing/2014/main" id="{0F087774-7FC4-52F8-9109-8C774EA6D21D}"/>
              </a:ext>
            </a:extLst>
          </p:cNvPr>
          <p:cNvPicPr>
            <a:picLocks noChangeAspect="1"/>
          </p:cNvPicPr>
          <p:nvPr/>
        </p:nvPicPr>
        <p:blipFill>
          <a:blip r:embed="rId3"/>
          <a:stretch>
            <a:fillRect/>
          </a:stretch>
        </p:blipFill>
        <p:spPr>
          <a:xfrm>
            <a:off x="1090013" y="3702417"/>
            <a:ext cx="162000" cy="162000"/>
          </a:xfrm>
          <a:prstGeom prst="rect">
            <a:avLst/>
          </a:prstGeom>
        </p:spPr>
      </p:pic>
      <p:sp>
        <p:nvSpPr>
          <p:cNvPr id="12" name="Rectángulo: esquinas redondeadas 11">
            <a:extLst>
              <a:ext uri="{FF2B5EF4-FFF2-40B4-BE49-F238E27FC236}">
                <a16:creationId xmlns:a16="http://schemas.microsoft.com/office/drawing/2014/main" id="{2863C7AC-357D-C8E2-F9C3-922E47B56956}"/>
              </a:ext>
            </a:extLst>
          </p:cNvPr>
          <p:cNvSpPr/>
          <p:nvPr/>
        </p:nvSpPr>
        <p:spPr>
          <a:xfrm>
            <a:off x="8491536" y="5701607"/>
            <a:ext cx="2448451"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10. </a:t>
            </a:r>
            <a:r>
              <a:rPr lang="es-ES_tradnl" sz="1200" dirty="0"/>
              <a:t>Se da clic en </a:t>
            </a:r>
            <a:r>
              <a:rPr lang="es-ES_tradnl" sz="1200" b="1" dirty="0"/>
              <a:t>Guardar</a:t>
            </a:r>
            <a:r>
              <a:rPr lang="es-ES_tradnl" sz="1200" dirty="0"/>
              <a:t> o </a:t>
            </a:r>
            <a:r>
              <a:rPr lang="es-ES_tradnl" sz="1200" b="1" dirty="0"/>
              <a:t>F10</a:t>
            </a:r>
            <a:r>
              <a:rPr lang="es-ES_tradnl" sz="1200" dirty="0"/>
              <a:t>.</a:t>
            </a:r>
            <a:endParaRPr lang="es-ES_tradnl" sz="1200" b="1" dirty="0"/>
          </a:p>
        </p:txBody>
      </p:sp>
      <p:pic>
        <p:nvPicPr>
          <p:cNvPr id="16" name="Imagen 15">
            <a:extLst>
              <a:ext uri="{FF2B5EF4-FFF2-40B4-BE49-F238E27FC236}">
                <a16:creationId xmlns:a16="http://schemas.microsoft.com/office/drawing/2014/main" id="{010BB9E9-625E-3009-D633-2B54BB8F56FF}"/>
              </a:ext>
            </a:extLst>
          </p:cNvPr>
          <p:cNvPicPr>
            <a:picLocks noChangeAspect="1"/>
          </p:cNvPicPr>
          <p:nvPr/>
        </p:nvPicPr>
        <p:blipFill>
          <a:blip r:embed="rId4"/>
          <a:stretch>
            <a:fillRect/>
          </a:stretch>
        </p:blipFill>
        <p:spPr>
          <a:xfrm>
            <a:off x="1356787" y="5223357"/>
            <a:ext cx="9583200" cy="365694"/>
          </a:xfrm>
          <a:prstGeom prst="rect">
            <a:avLst/>
          </a:prstGeom>
        </p:spPr>
      </p:pic>
      <p:pic>
        <p:nvPicPr>
          <p:cNvPr id="20" name="Imagen 19">
            <a:extLst>
              <a:ext uri="{FF2B5EF4-FFF2-40B4-BE49-F238E27FC236}">
                <a16:creationId xmlns:a16="http://schemas.microsoft.com/office/drawing/2014/main" id="{B5444227-E694-A1D3-4C04-30AE2F179819}"/>
              </a:ext>
            </a:extLst>
          </p:cNvPr>
          <p:cNvPicPr>
            <a:picLocks noChangeAspect="1"/>
          </p:cNvPicPr>
          <p:nvPr/>
        </p:nvPicPr>
        <p:blipFill>
          <a:blip r:embed="rId5"/>
          <a:stretch>
            <a:fillRect/>
          </a:stretch>
        </p:blipFill>
        <p:spPr>
          <a:xfrm>
            <a:off x="10229509" y="5284202"/>
            <a:ext cx="162000" cy="162000"/>
          </a:xfrm>
          <a:prstGeom prst="rect">
            <a:avLst/>
          </a:prstGeom>
        </p:spPr>
      </p:pic>
    </p:spTree>
    <p:extLst>
      <p:ext uri="{BB962C8B-B14F-4D97-AF65-F5344CB8AC3E}">
        <p14:creationId xmlns:p14="http://schemas.microsoft.com/office/powerpoint/2010/main" val="38313804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6D6F7-5779-C325-5CB1-9497572C0A9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6EA6720-0740-B56C-7F3D-3D5D91589D10}"/>
              </a:ext>
            </a:extLst>
          </p:cNvPr>
          <p:cNvPicPr>
            <a:picLocks noChangeAspect="1"/>
          </p:cNvPicPr>
          <p:nvPr/>
        </p:nvPicPr>
        <p:blipFill>
          <a:blip r:embed="rId2"/>
          <a:stretch>
            <a:fillRect/>
          </a:stretch>
        </p:blipFill>
        <p:spPr>
          <a:xfrm>
            <a:off x="1304400" y="1990384"/>
            <a:ext cx="9583200" cy="2132374"/>
          </a:xfrm>
          <a:prstGeom prst="rect">
            <a:avLst/>
          </a:prstGeom>
        </p:spPr>
      </p:pic>
      <p:sp>
        <p:nvSpPr>
          <p:cNvPr id="5" name="Title 12">
            <a:extLst>
              <a:ext uri="{FF2B5EF4-FFF2-40B4-BE49-F238E27FC236}">
                <a16:creationId xmlns:a16="http://schemas.microsoft.com/office/drawing/2014/main" id="{2C9E4F67-D099-1ACE-53BD-14CC8885DE31}"/>
              </a:ext>
            </a:extLst>
          </p:cNvPr>
          <p:cNvSpPr txBox="1">
            <a:spLocks/>
          </p:cNvSpPr>
          <p:nvPr/>
        </p:nvSpPr>
        <p:spPr>
          <a:xfrm>
            <a:off x="1304400" y="833771"/>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8" name="Rectángulo: esquinas redondeadas 7">
            <a:extLst>
              <a:ext uri="{FF2B5EF4-FFF2-40B4-BE49-F238E27FC236}">
                <a16:creationId xmlns:a16="http://schemas.microsoft.com/office/drawing/2014/main" id="{4213D812-AEB7-3C3F-B450-3B46DF1858EA}"/>
              </a:ext>
            </a:extLst>
          </p:cNvPr>
          <p:cNvSpPr/>
          <p:nvPr/>
        </p:nvSpPr>
        <p:spPr>
          <a:xfrm>
            <a:off x="1308901" y="4606588"/>
            <a:ext cx="4362975"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11. </a:t>
            </a:r>
            <a:r>
              <a:rPr lang="es-ES_tradnl" sz="1200" dirty="0"/>
              <a:t>Se evidencia la estimación de cuota procesada.</a:t>
            </a:r>
            <a:endParaRPr lang="es-ES_tradnl" sz="1200" b="1" dirty="0"/>
          </a:p>
        </p:txBody>
      </p:sp>
      <p:pic>
        <p:nvPicPr>
          <p:cNvPr id="10" name="Imagen 9">
            <a:extLst>
              <a:ext uri="{FF2B5EF4-FFF2-40B4-BE49-F238E27FC236}">
                <a16:creationId xmlns:a16="http://schemas.microsoft.com/office/drawing/2014/main" id="{CD2CEF56-D653-A5E9-CF45-739000362E48}"/>
              </a:ext>
            </a:extLst>
          </p:cNvPr>
          <p:cNvPicPr>
            <a:picLocks noChangeAspect="1"/>
          </p:cNvPicPr>
          <p:nvPr/>
        </p:nvPicPr>
        <p:blipFill>
          <a:blip r:embed="rId3"/>
          <a:stretch>
            <a:fillRect/>
          </a:stretch>
        </p:blipFill>
        <p:spPr>
          <a:xfrm>
            <a:off x="10940550" y="2438059"/>
            <a:ext cx="162000" cy="162000"/>
          </a:xfrm>
          <a:prstGeom prst="rect">
            <a:avLst/>
          </a:prstGeom>
        </p:spPr>
      </p:pic>
    </p:spTree>
    <p:extLst>
      <p:ext uri="{BB962C8B-B14F-4D97-AF65-F5344CB8AC3E}">
        <p14:creationId xmlns:p14="http://schemas.microsoft.com/office/powerpoint/2010/main" val="39038446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78EDB-5B3C-F77D-B816-8ED2FEE3B319}"/>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7E56D415-9C38-6148-DA5D-0024072E2698}"/>
              </a:ext>
            </a:extLst>
          </p:cNvPr>
          <p:cNvSpPr/>
          <p:nvPr/>
        </p:nvSpPr>
        <p:spPr>
          <a:xfrm>
            <a:off x="1404412" y="4804200"/>
            <a:ext cx="6129863" cy="49083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evidencia en </a:t>
            </a:r>
            <a:r>
              <a:rPr lang="es-ES_tradnl" sz="1200" b="1" dirty="0"/>
              <a:t>TSAAREV</a:t>
            </a:r>
            <a:r>
              <a:rPr lang="es-ES_tradnl" sz="1200" dirty="0"/>
              <a:t> el registro correcto de los concepto de estimación de cuota. </a:t>
            </a:r>
          </a:p>
        </p:txBody>
      </p:sp>
      <p:sp>
        <p:nvSpPr>
          <p:cNvPr id="6" name="Title 12">
            <a:extLst>
              <a:ext uri="{FF2B5EF4-FFF2-40B4-BE49-F238E27FC236}">
                <a16:creationId xmlns:a16="http://schemas.microsoft.com/office/drawing/2014/main" id="{87AB1901-ECCD-FDC0-167E-370503B6FE84}"/>
              </a:ext>
            </a:extLst>
          </p:cNvPr>
          <p:cNvSpPr txBox="1">
            <a:spLocks/>
          </p:cNvSpPr>
          <p:nvPr/>
        </p:nvSpPr>
        <p:spPr>
          <a:xfrm>
            <a:off x="1304399" y="32511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TSAAREV - </a:t>
            </a:r>
            <a:r>
              <a:rPr lang="es-CO" dirty="0">
                <a:solidFill>
                  <a:schemeClr val="tx1"/>
                </a:solidFill>
              </a:rPr>
              <a:t>Revisión del detalle de la cuenta - Alumnos</a:t>
            </a:r>
          </a:p>
          <a:p>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9CFA53A9-4D0E-E30C-2026-96178B8D9065}"/>
              </a:ext>
            </a:extLst>
          </p:cNvPr>
          <p:cNvPicPr>
            <a:picLocks noChangeAspect="1"/>
          </p:cNvPicPr>
          <p:nvPr/>
        </p:nvPicPr>
        <p:blipFill>
          <a:blip r:embed="rId2"/>
          <a:stretch>
            <a:fillRect/>
          </a:stretch>
        </p:blipFill>
        <p:spPr>
          <a:xfrm>
            <a:off x="1404412" y="1395115"/>
            <a:ext cx="9583200" cy="3237635"/>
          </a:xfrm>
          <a:prstGeom prst="rect">
            <a:avLst/>
          </a:prstGeom>
        </p:spPr>
      </p:pic>
    </p:spTree>
    <p:extLst>
      <p:ext uri="{BB962C8B-B14F-4D97-AF65-F5344CB8AC3E}">
        <p14:creationId xmlns:p14="http://schemas.microsoft.com/office/powerpoint/2010/main" val="1766286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43473-AC76-2B1D-F9BE-3FA884D30799}"/>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6905D033-0715-A9AB-8E8D-8465DD911A2B}"/>
              </a:ext>
            </a:extLst>
          </p:cNvPr>
          <p:cNvSpPr/>
          <p:nvPr/>
        </p:nvSpPr>
        <p:spPr>
          <a:xfrm>
            <a:off x="1292469" y="3355569"/>
            <a:ext cx="9607061" cy="53340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a:t>
            </a:r>
            <a:r>
              <a:rPr lang="es-CO" sz="1200" b="1" dirty="0"/>
              <a:t>SFAFAUD</a:t>
            </a:r>
            <a:r>
              <a:rPr lang="es-CO" sz="1200" dirty="0"/>
              <a:t> puede revisar cómo se calcularon y aplicaron los cobros a un estudiante en un período académico.</a:t>
            </a:r>
            <a:endParaRPr lang="es-ES_tradnl" sz="1200" dirty="0"/>
          </a:p>
        </p:txBody>
      </p:sp>
      <p:pic>
        <p:nvPicPr>
          <p:cNvPr id="7" name="Imagen 6">
            <a:extLst>
              <a:ext uri="{FF2B5EF4-FFF2-40B4-BE49-F238E27FC236}">
                <a16:creationId xmlns:a16="http://schemas.microsoft.com/office/drawing/2014/main" id="{9278981F-240D-2871-316B-11C6AB919C8E}"/>
              </a:ext>
            </a:extLst>
          </p:cNvPr>
          <p:cNvPicPr>
            <a:picLocks noChangeAspect="1"/>
          </p:cNvPicPr>
          <p:nvPr/>
        </p:nvPicPr>
        <p:blipFill>
          <a:blip r:embed="rId2"/>
          <a:stretch>
            <a:fillRect/>
          </a:stretch>
        </p:blipFill>
        <p:spPr>
          <a:xfrm>
            <a:off x="1304399" y="1843826"/>
            <a:ext cx="9583200" cy="1261079"/>
          </a:xfrm>
          <a:prstGeom prst="rect">
            <a:avLst/>
          </a:prstGeom>
        </p:spPr>
      </p:pic>
      <p:sp>
        <p:nvSpPr>
          <p:cNvPr id="9" name="Title 12">
            <a:extLst>
              <a:ext uri="{FF2B5EF4-FFF2-40B4-BE49-F238E27FC236}">
                <a16:creationId xmlns:a16="http://schemas.microsoft.com/office/drawing/2014/main" id="{E192B2F8-6B17-08B4-0636-2E9D699A11A2}"/>
              </a:ext>
            </a:extLst>
          </p:cNvPr>
          <p:cNvSpPr txBox="1">
            <a:spLocks/>
          </p:cNvSpPr>
          <p:nvPr/>
        </p:nvSpPr>
        <p:spPr>
          <a:xfrm>
            <a:off x="1248713" y="472311"/>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3" name="Rectángulo: esquinas redondeadas 12">
            <a:extLst>
              <a:ext uri="{FF2B5EF4-FFF2-40B4-BE49-F238E27FC236}">
                <a16:creationId xmlns:a16="http://schemas.microsoft.com/office/drawing/2014/main" id="{1E891BB6-0B0A-D5D4-00B2-665A8306FB84}"/>
              </a:ext>
            </a:extLst>
          </p:cNvPr>
          <p:cNvSpPr/>
          <p:nvPr/>
        </p:nvSpPr>
        <p:spPr>
          <a:xfrm>
            <a:off x="1304399" y="4361410"/>
            <a:ext cx="311520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ID</a:t>
            </a:r>
            <a:r>
              <a:rPr lang="es-ES_tradnl" sz="1200" dirty="0"/>
              <a:t> a validar.</a:t>
            </a:r>
            <a:endParaRPr lang="es-ES_tradnl" sz="1200" b="1" dirty="0"/>
          </a:p>
        </p:txBody>
      </p:sp>
      <p:sp>
        <p:nvSpPr>
          <p:cNvPr id="14" name="Rectángulo: esquinas redondeadas 13">
            <a:extLst>
              <a:ext uri="{FF2B5EF4-FFF2-40B4-BE49-F238E27FC236}">
                <a16:creationId xmlns:a16="http://schemas.microsoft.com/office/drawing/2014/main" id="{6E190F37-89F9-32D3-749F-800DA219495F}"/>
              </a:ext>
            </a:extLst>
          </p:cNvPr>
          <p:cNvSpPr/>
          <p:nvPr/>
        </p:nvSpPr>
        <p:spPr>
          <a:xfrm>
            <a:off x="8601074" y="4361930"/>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Dar clic en </a:t>
            </a:r>
            <a:r>
              <a:rPr lang="es-ES_tradnl" sz="1200" b="1" dirty="0"/>
              <a:t>IR</a:t>
            </a:r>
          </a:p>
        </p:txBody>
      </p:sp>
      <p:pic>
        <p:nvPicPr>
          <p:cNvPr id="16" name="Imagen 15">
            <a:extLst>
              <a:ext uri="{FF2B5EF4-FFF2-40B4-BE49-F238E27FC236}">
                <a16:creationId xmlns:a16="http://schemas.microsoft.com/office/drawing/2014/main" id="{A7D7DA4F-A170-F5B1-EA86-7F90435616A2}"/>
              </a:ext>
            </a:extLst>
          </p:cNvPr>
          <p:cNvPicPr>
            <a:picLocks noChangeAspect="1"/>
          </p:cNvPicPr>
          <p:nvPr/>
        </p:nvPicPr>
        <p:blipFill>
          <a:blip r:embed="rId3"/>
          <a:stretch>
            <a:fillRect/>
          </a:stretch>
        </p:blipFill>
        <p:spPr>
          <a:xfrm>
            <a:off x="10277780" y="2469945"/>
            <a:ext cx="162000" cy="162000"/>
          </a:xfrm>
          <a:prstGeom prst="rect">
            <a:avLst/>
          </a:prstGeom>
        </p:spPr>
      </p:pic>
      <p:pic>
        <p:nvPicPr>
          <p:cNvPr id="18" name="Imagen 17">
            <a:extLst>
              <a:ext uri="{FF2B5EF4-FFF2-40B4-BE49-F238E27FC236}">
                <a16:creationId xmlns:a16="http://schemas.microsoft.com/office/drawing/2014/main" id="{E5FF7BC9-8D1F-305A-0816-AD9CEEEB3CC3}"/>
              </a:ext>
            </a:extLst>
          </p:cNvPr>
          <p:cNvPicPr>
            <a:picLocks noChangeAspect="1"/>
          </p:cNvPicPr>
          <p:nvPr/>
        </p:nvPicPr>
        <p:blipFill>
          <a:blip r:embed="rId4"/>
          <a:stretch>
            <a:fillRect/>
          </a:stretch>
        </p:blipFill>
        <p:spPr>
          <a:xfrm>
            <a:off x="1739954" y="2469945"/>
            <a:ext cx="162000" cy="162000"/>
          </a:xfrm>
          <a:prstGeom prst="rect">
            <a:avLst/>
          </a:prstGeom>
        </p:spPr>
      </p:pic>
    </p:spTree>
    <p:extLst>
      <p:ext uri="{BB962C8B-B14F-4D97-AF65-F5344CB8AC3E}">
        <p14:creationId xmlns:p14="http://schemas.microsoft.com/office/powerpoint/2010/main" val="1659287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BBC5-8AD2-0F58-72AB-40EF019E2A6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57CBB5A-F99C-7EBD-23D9-D005822D15FF}"/>
              </a:ext>
            </a:extLst>
          </p:cNvPr>
          <p:cNvPicPr>
            <a:picLocks noChangeAspect="1"/>
          </p:cNvPicPr>
          <p:nvPr/>
        </p:nvPicPr>
        <p:blipFill>
          <a:blip r:embed="rId2"/>
          <a:stretch>
            <a:fillRect/>
          </a:stretch>
        </p:blipFill>
        <p:spPr>
          <a:xfrm>
            <a:off x="1304399" y="1689250"/>
            <a:ext cx="9583200" cy="2408317"/>
          </a:xfrm>
          <a:prstGeom prst="rect">
            <a:avLst/>
          </a:prstGeom>
        </p:spPr>
      </p:pic>
      <p:pic>
        <p:nvPicPr>
          <p:cNvPr id="8" name="Imagen 7">
            <a:extLst>
              <a:ext uri="{FF2B5EF4-FFF2-40B4-BE49-F238E27FC236}">
                <a16:creationId xmlns:a16="http://schemas.microsoft.com/office/drawing/2014/main" id="{55BFBA10-4F2C-97B6-D602-EF9F271CD061}"/>
              </a:ext>
            </a:extLst>
          </p:cNvPr>
          <p:cNvPicPr>
            <a:picLocks noChangeAspect="1"/>
          </p:cNvPicPr>
          <p:nvPr/>
        </p:nvPicPr>
        <p:blipFill>
          <a:blip r:embed="rId3"/>
          <a:srcRect b="50000"/>
          <a:stretch>
            <a:fillRect/>
          </a:stretch>
        </p:blipFill>
        <p:spPr>
          <a:xfrm>
            <a:off x="1304398" y="4051654"/>
            <a:ext cx="9583200" cy="357061"/>
          </a:xfrm>
          <a:prstGeom prst="rect">
            <a:avLst/>
          </a:prstGeom>
        </p:spPr>
      </p:pic>
      <p:sp>
        <p:nvSpPr>
          <p:cNvPr id="9" name="Title 12">
            <a:extLst>
              <a:ext uri="{FF2B5EF4-FFF2-40B4-BE49-F238E27FC236}">
                <a16:creationId xmlns:a16="http://schemas.microsoft.com/office/drawing/2014/main" id="{87F547CC-6ABD-21E6-61CE-3E39EC60631B}"/>
              </a:ext>
            </a:extLst>
          </p:cNvPr>
          <p:cNvSpPr txBox="1">
            <a:spLocks/>
          </p:cNvSpPr>
          <p:nvPr/>
        </p:nvSpPr>
        <p:spPr>
          <a:xfrm>
            <a:off x="1248713" y="4754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7C7FE9FD-143B-0882-16C6-245962F41881}"/>
              </a:ext>
            </a:extLst>
          </p:cNvPr>
          <p:cNvSpPr/>
          <p:nvPr/>
        </p:nvSpPr>
        <p:spPr>
          <a:xfrm>
            <a:off x="1304398" y="4611612"/>
            <a:ext cx="5753627"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Se visualiza el historial de auditoria de estimación de cuota de inscripción.</a:t>
            </a:r>
            <a:endParaRPr lang="es-ES_tradnl" sz="1200" b="1" dirty="0"/>
          </a:p>
        </p:txBody>
      </p:sp>
      <p:sp>
        <p:nvSpPr>
          <p:cNvPr id="11" name="Rectángulo: esquinas redondeadas 10">
            <a:extLst>
              <a:ext uri="{FF2B5EF4-FFF2-40B4-BE49-F238E27FC236}">
                <a16:creationId xmlns:a16="http://schemas.microsoft.com/office/drawing/2014/main" id="{EC71CDF5-95C9-170D-92CB-A9C93025408D}"/>
              </a:ext>
            </a:extLst>
          </p:cNvPr>
          <p:cNvSpPr/>
          <p:nvPr/>
        </p:nvSpPr>
        <p:spPr>
          <a:xfrm>
            <a:off x="1304399" y="5168750"/>
            <a:ext cx="298185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4. </a:t>
            </a:r>
            <a:r>
              <a:rPr lang="es-ES_tradnl" sz="1200" dirty="0"/>
              <a:t>Indicar </a:t>
            </a:r>
            <a:r>
              <a:rPr lang="es-ES_tradnl" sz="1200" b="1" dirty="0"/>
              <a:t>Bloque Siguiente.</a:t>
            </a:r>
          </a:p>
        </p:txBody>
      </p:sp>
      <p:pic>
        <p:nvPicPr>
          <p:cNvPr id="13" name="Imagen 12">
            <a:extLst>
              <a:ext uri="{FF2B5EF4-FFF2-40B4-BE49-F238E27FC236}">
                <a16:creationId xmlns:a16="http://schemas.microsoft.com/office/drawing/2014/main" id="{A274922D-9A1B-953E-F897-30175C2CB4A2}"/>
              </a:ext>
            </a:extLst>
          </p:cNvPr>
          <p:cNvPicPr>
            <a:picLocks noChangeAspect="1"/>
          </p:cNvPicPr>
          <p:nvPr/>
        </p:nvPicPr>
        <p:blipFill>
          <a:blip r:embed="rId4"/>
          <a:stretch>
            <a:fillRect/>
          </a:stretch>
        </p:blipFill>
        <p:spPr>
          <a:xfrm>
            <a:off x="1086713" y="4085334"/>
            <a:ext cx="162000" cy="162000"/>
          </a:xfrm>
          <a:prstGeom prst="rect">
            <a:avLst/>
          </a:prstGeom>
        </p:spPr>
      </p:pic>
      <p:pic>
        <p:nvPicPr>
          <p:cNvPr id="15" name="Imagen 14">
            <a:extLst>
              <a:ext uri="{FF2B5EF4-FFF2-40B4-BE49-F238E27FC236}">
                <a16:creationId xmlns:a16="http://schemas.microsoft.com/office/drawing/2014/main" id="{55CE57C6-F6E3-0827-BE66-BFD9F85877D1}"/>
              </a:ext>
            </a:extLst>
          </p:cNvPr>
          <p:cNvPicPr>
            <a:picLocks noChangeAspect="1"/>
          </p:cNvPicPr>
          <p:nvPr/>
        </p:nvPicPr>
        <p:blipFill>
          <a:blip r:embed="rId5"/>
          <a:stretch>
            <a:fillRect/>
          </a:stretch>
        </p:blipFill>
        <p:spPr>
          <a:xfrm>
            <a:off x="1086713" y="2631849"/>
            <a:ext cx="162000" cy="162000"/>
          </a:xfrm>
          <a:prstGeom prst="rect">
            <a:avLst/>
          </a:prstGeom>
        </p:spPr>
      </p:pic>
    </p:spTree>
    <p:extLst>
      <p:ext uri="{BB962C8B-B14F-4D97-AF65-F5344CB8AC3E}">
        <p14:creationId xmlns:p14="http://schemas.microsoft.com/office/powerpoint/2010/main" val="2479657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678DC-8F10-FC11-5710-2D2429CC81E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37EB28F-24D3-D601-7452-1646778FF8EE}"/>
              </a:ext>
            </a:extLst>
          </p:cNvPr>
          <p:cNvPicPr>
            <a:picLocks noChangeAspect="1"/>
          </p:cNvPicPr>
          <p:nvPr/>
        </p:nvPicPr>
        <p:blipFill>
          <a:blip r:embed="rId2"/>
          <a:stretch>
            <a:fillRect/>
          </a:stretch>
        </p:blipFill>
        <p:spPr>
          <a:xfrm>
            <a:off x="1304398" y="1488623"/>
            <a:ext cx="9583200" cy="3709304"/>
          </a:xfrm>
          <a:prstGeom prst="rect">
            <a:avLst/>
          </a:prstGeom>
        </p:spPr>
      </p:pic>
      <p:sp>
        <p:nvSpPr>
          <p:cNvPr id="7" name="Title 12">
            <a:extLst>
              <a:ext uri="{FF2B5EF4-FFF2-40B4-BE49-F238E27FC236}">
                <a16:creationId xmlns:a16="http://schemas.microsoft.com/office/drawing/2014/main" id="{27546949-A561-798F-62E7-454CB7E9FDB2}"/>
              </a:ext>
            </a:extLst>
          </p:cNvPr>
          <p:cNvSpPr txBox="1">
            <a:spLocks/>
          </p:cNvSpPr>
          <p:nvPr/>
        </p:nvSpPr>
        <p:spPr>
          <a:xfrm>
            <a:off x="1248713" y="5135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8" name="Rectángulo: esquinas redondeadas 7">
            <a:extLst>
              <a:ext uri="{FF2B5EF4-FFF2-40B4-BE49-F238E27FC236}">
                <a16:creationId xmlns:a16="http://schemas.microsoft.com/office/drawing/2014/main" id="{9DDED244-B943-BCEC-FF59-48A4E753E24D}"/>
              </a:ext>
            </a:extLst>
          </p:cNvPr>
          <p:cNvSpPr/>
          <p:nvPr/>
        </p:nvSpPr>
        <p:spPr>
          <a:xfrm>
            <a:off x="1371073" y="5478387"/>
            <a:ext cx="6201302"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5. </a:t>
            </a:r>
            <a:r>
              <a:rPr lang="es-ES_tradnl" sz="1200" dirty="0"/>
              <a:t>Se visualiza el historial de auditoria de estimación de cuota de inscripción a detalle.</a:t>
            </a:r>
            <a:endParaRPr lang="es-ES_tradnl" sz="1200" b="1" dirty="0"/>
          </a:p>
        </p:txBody>
      </p:sp>
      <p:pic>
        <p:nvPicPr>
          <p:cNvPr id="10" name="Imagen 9">
            <a:extLst>
              <a:ext uri="{FF2B5EF4-FFF2-40B4-BE49-F238E27FC236}">
                <a16:creationId xmlns:a16="http://schemas.microsoft.com/office/drawing/2014/main" id="{C3670E76-32E9-B3F2-1D22-B6D72107DB0D}"/>
              </a:ext>
            </a:extLst>
          </p:cNvPr>
          <p:cNvPicPr>
            <a:picLocks noChangeAspect="1"/>
          </p:cNvPicPr>
          <p:nvPr/>
        </p:nvPicPr>
        <p:blipFill>
          <a:blip r:embed="rId3"/>
          <a:stretch>
            <a:fillRect/>
          </a:stretch>
        </p:blipFill>
        <p:spPr>
          <a:xfrm>
            <a:off x="1104298" y="2676830"/>
            <a:ext cx="162000" cy="162000"/>
          </a:xfrm>
          <a:prstGeom prst="rect">
            <a:avLst/>
          </a:prstGeom>
        </p:spPr>
      </p:pic>
    </p:spTree>
    <p:extLst>
      <p:ext uri="{BB962C8B-B14F-4D97-AF65-F5344CB8AC3E}">
        <p14:creationId xmlns:p14="http://schemas.microsoft.com/office/powerpoint/2010/main" val="37137443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4AF7F-1550-DC39-029A-D5B937AC12A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8F6D11F9-9A88-4236-5A34-35BCB52ABF61}"/>
              </a:ext>
            </a:extLst>
          </p:cNvPr>
          <p:cNvSpPr>
            <a:spLocks noGrp="1"/>
          </p:cNvSpPr>
          <p:nvPr>
            <p:ph type="body" sz="quarter" idx="10"/>
          </p:nvPr>
        </p:nvSpPr>
        <p:spPr>
          <a:xfrm>
            <a:off x="905255" y="2222558"/>
            <a:ext cx="10363202" cy="1333891"/>
          </a:xfrm>
        </p:spPr>
        <p:txBody>
          <a:bodyPr/>
          <a:lstStyle/>
          <a:p>
            <a:pPr algn="l"/>
            <a:r>
              <a:rPr lang="es-CO" dirty="0"/>
              <a:t>Definir la estimación de cuotas de inscripción por NRC</a:t>
            </a:r>
          </a:p>
        </p:txBody>
      </p:sp>
      <p:sp>
        <p:nvSpPr>
          <p:cNvPr id="3" name="Marcador de texto 2">
            <a:extLst>
              <a:ext uri="{FF2B5EF4-FFF2-40B4-BE49-F238E27FC236}">
                <a16:creationId xmlns:a16="http://schemas.microsoft.com/office/drawing/2014/main" id="{9B33B685-301B-E420-2D6D-F40235885F76}"/>
              </a:ext>
            </a:extLst>
          </p:cNvPr>
          <p:cNvSpPr>
            <a:spLocks noGrp="1"/>
          </p:cNvSpPr>
          <p:nvPr>
            <p:ph type="body" sz="quarter" idx="11"/>
          </p:nvPr>
        </p:nvSpPr>
        <p:spPr>
          <a:xfrm>
            <a:off x="905255" y="3968496"/>
            <a:ext cx="3511297" cy="389915"/>
          </a:xfrm>
        </p:spPr>
        <p:txBody>
          <a:bodyPr/>
          <a:lstStyle/>
          <a:p>
            <a:pPr algn="l"/>
            <a:r>
              <a:rPr lang="es-CO" dirty="0"/>
              <a:t>Gestionar la matrícula </a:t>
            </a:r>
          </a:p>
        </p:txBody>
      </p:sp>
    </p:spTree>
    <p:extLst>
      <p:ext uri="{BB962C8B-B14F-4D97-AF65-F5344CB8AC3E}">
        <p14:creationId xmlns:p14="http://schemas.microsoft.com/office/powerpoint/2010/main" val="762912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441D-E967-4E92-82B7-3E2C79779F01}"/>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0C6916DA-71AB-2A7A-8AFB-29C8647D90E6}"/>
              </a:ext>
            </a:extLst>
          </p:cNvPr>
          <p:cNvSpPr/>
          <p:nvPr/>
        </p:nvSpPr>
        <p:spPr>
          <a:xfrm>
            <a:off x="1352285" y="4933950"/>
            <a:ext cx="9487425" cy="7471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Previamente en </a:t>
            </a:r>
            <a:r>
              <a:rPr lang="es-CO" sz="1200" b="1" dirty="0"/>
              <a:t>SFARGFE</a:t>
            </a:r>
            <a:r>
              <a:rPr lang="es-CO" sz="1200" dirty="0"/>
              <a:t> se deben registrar las reglas que se utilizará para determinar la estimación de cuotas de inscripción por </a:t>
            </a:r>
            <a:r>
              <a:rPr lang="es-CO" sz="1200" b="1" dirty="0"/>
              <a:t>NRC</a:t>
            </a:r>
            <a:r>
              <a:rPr lang="es-CO" sz="1200" dirty="0"/>
              <a:t>. Esta configuración es indispensable, ya que define los criterios bajo los cuales se realizará el cálculo o asignación de cuotas de inscripción.</a:t>
            </a:r>
            <a:endParaRPr lang="es-ES_tradnl" sz="1200" dirty="0"/>
          </a:p>
        </p:txBody>
      </p:sp>
      <p:sp>
        <p:nvSpPr>
          <p:cNvPr id="6" name="Title 12">
            <a:extLst>
              <a:ext uri="{FF2B5EF4-FFF2-40B4-BE49-F238E27FC236}">
                <a16:creationId xmlns:a16="http://schemas.microsoft.com/office/drawing/2014/main" id="{8E75F2A5-355B-8730-66F1-9A7A69A4E89E}"/>
              </a:ext>
            </a:extLst>
          </p:cNvPr>
          <p:cNvSpPr txBox="1">
            <a:spLocks/>
          </p:cNvSpPr>
          <p:nvPr/>
        </p:nvSpPr>
        <p:spPr>
          <a:xfrm>
            <a:off x="1304398" y="396256"/>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SFARGFE - </a:t>
            </a:r>
            <a:r>
              <a:rPr lang="es-CO" dirty="0">
                <a:solidFill>
                  <a:schemeClr val="tx1"/>
                </a:solidFill>
              </a:rPr>
              <a:t>Reglas de estimación de cuota de inscripción</a:t>
            </a:r>
            <a:r>
              <a:rPr lang="es-ES_tradnl" dirty="0">
                <a:solidFill>
                  <a:schemeClr val="tx1"/>
                </a:solidFill>
              </a:rPr>
              <a:t> </a:t>
            </a:r>
            <a:r>
              <a:rPr lang="es-ES_tradnl" dirty="0"/>
              <a:t>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90CC76BC-AC1B-77E8-269C-20CA91824FA7}"/>
              </a:ext>
            </a:extLst>
          </p:cNvPr>
          <p:cNvPicPr>
            <a:picLocks noChangeAspect="1"/>
          </p:cNvPicPr>
          <p:nvPr/>
        </p:nvPicPr>
        <p:blipFill>
          <a:blip r:embed="rId2"/>
          <a:stretch>
            <a:fillRect/>
          </a:stretch>
        </p:blipFill>
        <p:spPr>
          <a:xfrm>
            <a:off x="1304399" y="1630789"/>
            <a:ext cx="9583200" cy="2967183"/>
          </a:xfrm>
          <a:prstGeom prst="rect">
            <a:avLst/>
          </a:prstGeom>
        </p:spPr>
      </p:pic>
    </p:spTree>
    <p:extLst>
      <p:ext uri="{BB962C8B-B14F-4D97-AF65-F5344CB8AC3E}">
        <p14:creationId xmlns:p14="http://schemas.microsoft.com/office/powerpoint/2010/main" val="140110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6163F-2E5A-2DEC-B5A7-A3E334A63B9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E65749F-B654-56E9-07A8-77B0A4EAF0DB}"/>
              </a:ext>
            </a:extLst>
          </p:cNvPr>
          <p:cNvPicPr>
            <a:picLocks noChangeAspect="1"/>
          </p:cNvPicPr>
          <p:nvPr/>
        </p:nvPicPr>
        <p:blipFill>
          <a:blip r:embed="rId2"/>
          <a:stretch>
            <a:fillRect/>
          </a:stretch>
        </p:blipFill>
        <p:spPr>
          <a:xfrm>
            <a:off x="1290075" y="1609768"/>
            <a:ext cx="9583200" cy="2141246"/>
          </a:xfrm>
          <a:prstGeom prst="rect">
            <a:avLst/>
          </a:prstGeom>
        </p:spPr>
      </p:pic>
      <p:sp>
        <p:nvSpPr>
          <p:cNvPr id="6" name="Title 12">
            <a:extLst>
              <a:ext uri="{FF2B5EF4-FFF2-40B4-BE49-F238E27FC236}">
                <a16:creationId xmlns:a16="http://schemas.microsoft.com/office/drawing/2014/main" id="{F869688F-EE2E-F445-AD78-7CEBF45A1BCB}"/>
              </a:ext>
            </a:extLst>
          </p:cNvPr>
          <p:cNvSpPr txBox="1">
            <a:spLocks/>
          </p:cNvSpPr>
          <p:nvPr/>
        </p:nvSpPr>
        <p:spPr>
          <a:xfrm>
            <a:off x="1290075" y="665638"/>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DC064FF6-D8F2-A0A0-551E-98A8E82A3FFD}"/>
              </a:ext>
            </a:extLst>
          </p:cNvPr>
          <p:cNvSpPr/>
          <p:nvPr/>
        </p:nvSpPr>
        <p:spPr>
          <a:xfrm>
            <a:off x="1380599" y="4381370"/>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Se ingresa </a:t>
            </a:r>
            <a:r>
              <a:rPr lang="es-ES_tradnl" sz="1200" b="1" dirty="0"/>
              <a:t>ID</a:t>
            </a:r>
            <a:r>
              <a:rPr lang="es-ES_tradnl" sz="1200" dirty="0"/>
              <a:t> a validar.</a:t>
            </a:r>
            <a:endParaRPr lang="es-ES_tradnl" sz="1200" b="1" dirty="0"/>
          </a:p>
        </p:txBody>
      </p:sp>
      <p:sp>
        <p:nvSpPr>
          <p:cNvPr id="11" name="Rectángulo: esquinas redondeadas 10">
            <a:extLst>
              <a:ext uri="{FF2B5EF4-FFF2-40B4-BE49-F238E27FC236}">
                <a16:creationId xmlns:a16="http://schemas.microsoft.com/office/drawing/2014/main" id="{0F1C4592-1F12-7A6A-3948-F20D7EE62A57}"/>
              </a:ext>
            </a:extLst>
          </p:cNvPr>
          <p:cNvSpPr/>
          <p:nvPr/>
        </p:nvSpPr>
        <p:spPr>
          <a:xfrm>
            <a:off x="1380600" y="3889072"/>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Periodo</a:t>
            </a:r>
            <a:r>
              <a:rPr lang="es-ES_tradnl" sz="1200" dirty="0"/>
              <a:t> correspondiente. </a:t>
            </a:r>
            <a:endParaRPr lang="es-ES_tradnl" sz="1200" b="1" dirty="0"/>
          </a:p>
        </p:txBody>
      </p:sp>
      <p:sp>
        <p:nvSpPr>
          <p:cNvPr id="12" name="Rectángulo: esquinas redondeadas 11">
            <a:extLst>
              <a:ext uri="{FF2B5EF4-FFF2-40B4-BE49-F238E27FC236}">
                <a16:creationId xmlns:a16="http://schemas.microsoft.com/office/drawing/2014/main" id="{323F3F71-4F63-50DA-7302-5525F27A58C3}"/>
              </a:ext>
            </a:extLst>
          </p:cNvPr>
          <p:cNvSpPr/>
          <p:nvPr/>
        </p:nvSpPr>
        <p:spPr>
          <a:xfrm>
            <a:off x="8524875" y="3818424"/>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Dar clic en </a:t>
            </a:r>
            <a:r>
              <a:rPr lang="es-ES_tradnl" sz="1200" b="1" dirty="0"/>
              <a:t>IR</a:t>
            </a:r>
          </a:p>
        </p:txBody>
      </p:sp>
      <p:pic>
        <p:nvPicPr>
          <p:cNvPr id="14" name="Imagen 13">
            <a:extLst>
              <a:ext uri="{FF2B5EF4-FFF2-40B4-BE49-F238E27FC236}">
                <a16:creationId xmlns:a16="http://schemas.microsoft.com/office/drawing/2014/main" id="{6C10E0D0-D00E-1A2C-EBC6-4AE6077E64C5}"/>
              </a:ext>
            </a:extLst>
          </p:cNvPr>
          <p:cNvPicPr>
            <a:picLocks noChangeAspect="1"/>
          </p:cNvPicPr>
          <p:nvPr/>
        </p:nvPicPr>
        <p:blipFill>
          <a:blip r:embed="rId3"/>
          <a:stretch>
            <a:fillRect/>
          </a:stretch>
        </p:blipFill>
        <p:spPr>
          <a:xfrm>
            <a:off x="6000675" y="2235058"/>
            <a:ext cx="162000" cy="162000"/>
          </a:xfrm>
          <a:prstGeom prst="rect">
            <a:avLst/>
          </a:prstGeom>
        </p:spPr>
      </p:pic>
      <p:pic>
        <p:nvPicPr>
          <p:cNvPr id="16" name="Imagen 15">
            <a:extLst>
              <a:ext uri="{FF2B5EF4-FFF2-40B4-BE49-F238E27FC236}">
                <a16:creationId xmlns:a16="http://schemas.microsoft.com/office/drawing/2014/main" id="{2B7E3311-BAB2-B5B4-8AD2-C9C4BEAD32BA}"/>
              </a:ext>
            </a:extLst>
          </p:cNvPr>
          <p:cNvPicPr>
            <a:picLocks noChangeAspect="1"/>
          </p:cNvPicPr>
          <p:nvPr/>
        </p:nvPicPr>
        <p:blipFill>
          <a:blip r:embed="rId4"/>
          <a:stretch>
            <a:fillRect/>
          </a:stretch>
        </p:blipFill>
        <p:spPr>
          <a:xfrm>
            <a:off x="1513950" y="2235058"/>
            <a:ext cx="162000" cy="162000"/>
          </a:xfrm>
          <a:prstGeom prst="rect">
            <a:avLst/>
          </a:prstGeom>
        </p:spPr>
      </p:pic>
      <p:pic>
        <p:nvPicPr>
          <p:cNvPr id="18" name="Imagen 17">
            <a:extLst>
              <a:ext uri="{FF2B5EF4-FFF2-40B4-BE49-F238E27FC236}">
                <a16:creationId xmlns:a16="http://schemas.microsoft.com/office/drawing/2014/main" id="{79737BC2-C7B5-D8A6-5F58-4CB9FB935415}"/>
              </a:ext>
            </a:extLst>
          </p:cNvPr>
          <p:cNvPicPr>
            <a:picLocks noChangeAspect="1"/>
          </p:cNvPicPr>
          <p:nvPr/>
        </p:nvPicPr>
        <p:blipFill>
          <a:blip r:embed="rId5"/>
          <a:stretch>
            <a:fillRect/>
          </a:stretch>
        </p:blipFill>
        <p:spPr>
          <a:xfrm>
            <a:off x="10262809" y="2245991"/>
            <a:ext cx="162000" cy="162000"/>
          </a:xfrm>
          <a:prstGeom prst="rect">
            <a:avLst/>
          </a:prstGeom>
        </p:spPr>
      </p:pic>
    </p:spTree>
    <p:extLst>
      <p:ext uri="{BB962C8B-B14F-4D97-AF65-F5344CB8AC3E}">
        <p14:creationId xmlns:p14="http://schemas.microsoft.com/office/powerpoint/2010/main" val="2975356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ECA9-BCFF-C206-1360-996F149A3876}"/>
            </a:ext>
          </a:extLst>
        </p:cNvPr>
        <p:cNvGrpSpPr/>
        <p:nvPr/>
      </p:nvGrpSpPr>
      <p:grpSpPr>
        <a:xfrm>
          <a:off x="0" y="0"/>
          <a:ext cx="0" cy="0"/>
          <a:chOff x="0" y="0"/>
          <a:chExt cx="0" cy="0"/>
        </a:xfrm>
      </p:grpSpPr>
      <p:sp>
        <p:nvSpPr>
          <p:cNvPr id="8" name="Title 12">
            <a:extLst>
              <a:ext uri="{FF2B5EF4-FFF2-40B4-BE49-F238E27FC236}">
                <a16:creationId xmlns:a16="http://schemas.microsoft.com/office/drawing/2014/main" id="{8F2432D4-8931-FD64-A833-4CF1263AB3B3}"/>
              </a:ext>
            </a:extLst>
          </p:cNvPr>
          <p:cNvSpPr txBox="1">
            <a:spLocks/>
          </p:cNvSpPr>
          <p:nvPr/>
        </p:nvSpPr>
        <p:spPr>
          <a:xfrm>
            <a:off x="1257155" y="230239"/>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5" name="Rectángulo: esquinas redondeadas 4">
            <a:extLst>
              <a:ext uri="{FF2B5EF4-FFF2-40B4-BE49-F238E27FC236}">
                <a16:creationId xmlns:a16="http://schemas.microsoft.com/office/drawing/2014/main" id="{EA321377-5ED4-371B-C44D-D06ECC95FF9B}"/>
              </a:ext>
            </a:extLst>
          </p:cNvPr>
          <p:cNvSpPr/>
          <p:nvPr/>
        </p:nvSpPr>
        <p:spPr>
          <a:xfrm>
            <a:off x="1356787" y="5757186"/>
            <a:ext cx="4358213"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4. </a:t>
            </a:r>
            <a:r>
              <a:rPr lang="es-ES_tradnl" sz="1200" dirty="0"/>
              <a:t>Se insertan los NRC correspondientes al </a:t>
            </a:r>
            <a:r>
              <a:rPr lang="es-ES_tradnl" sz="1200" dirty="0" err="1"/>
              <a:t>ID´s</a:t>
            </a:r>
            <a:r>
              <a:rPr lang="es-ES_tradnl" sz="1200" dirty="0"/>
              <a:t> a procesar. </a:t>
            </a:r>
            <a:r>
              <a:rPr lang="es-ES_tradnl" sz="1200" b="1" dirty="0"/>
              <a:t>  </a:t>
            </a:r>
          </a:p>
        </p:txBody>
      </p:sp>
      <p:sp>
        <p:nvSpPr>
          <p:cNvPr id="12" name="Rectángulo: esquinas redondeadas 11">
            <a:extLst>
              <a:ext uri="{FF2B5EF4-FFF2-40B4-BE49-F238E27FC236}">
                <a16:creationId xmlns:a16="http://schemas.microsoft.com/office/drawing/2014/main" id="{9C147DE6-8153-801B-6EC4-216A9B67470A}"/>
              </a:ext>
            </a:extLst>
          </p:cNvPr>
          <p:cNvSpPr/>
          <p:nvPr/>
        </p:nvSpPr>
        <p:spPr>
          <a:xfrm>
            <a:off x="8491536" y="5701607"/>
            <a:ext cx="2448451"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5. </a:t>
            </a:r>
            <a:r>
              <a:rPr lang="es-ES_tradnl" sz="1200" dirty="0"/>
              <a:t>Se da clic en </a:t>
            </a:r>
            <a:r>
              <a:rPr lang="es-ES_tradnl" sz="1200" b="1" dirty="0"/>
              <a:t>Guardar</a:t>
            </a:r>
            <a:r>
              <a:rPr lang="es-ES_tradnl" sz="1200" dirty="0"/>
              <a:t> o </a:t>
            </a:r>
            <a:r>
              <a:rPr lang="es-ES_tradnl" sz="1200" b="1" dirty="0"/>
              <a:t>F10</a:t>
            </a:r>
            <a:r>
              <a:rPr lang="es-ES_tradnl" sz="1200" dirty="0"/>
              <a:t>.</a:t>
            </a:r>
            <a:endParaRPr lang="es-ES_tradnl" sz="1200" b="1" dirty="0"/>
          </a:p>
        </p:txBody>
      </p:sp>
      <p:pic>
        <p:nvPicPr>
          <p:cNvPr id="16" name="Imagen 15">
            <a:extLst>
              <a:ext uri="{FF2B5EF4-FFF2-40B4-BE49-F238E27FC236}">
                <a16:creationId xmlns:a16="http://schemas.microsoft.com/office/drawing/2014/main" id="{50D0DB8A-9105-5498-B6F1-95F02644B671}"/>
              </a:ext>
            </a:extLst>
          </p:cNvPr>
          <p:cNvPicPr>
            <a:picLocks noChangeAspect="1"/>
          </p:cNvPicPr>
          <p:nvPr/>
        </p:nvPicPr>
        <p:blipFill>
          <a:blip r:embed="rId2"/>
          <a:stretch>
            <a:fillRect/>
          </a:stretch>
        </p:blipFill>
        <p:spPr>
          <a:xfrm>
            <a:off x="1356787" y="5266640"/>
            <a:ext cx="9583200" cy="365694"/>
          </a:xfrm>
          <a:prstGeom prst="rect">
            <a:avLst/>
          </a:prstGeom>
        </p:spPr>
      </p:pic>
      <p:pic>
        <p:nvPicPr>
          <p:cNvPr id="3" name="Imagen 2">
            <a:extLst>
              <a:ext uri="{FF2B5EF4-FFF2-40B4-BE49-F238E27FC236}">
                <a16:creationId xmlns:a16="http://schemas.microsoft.com/office/drawing/2014/main" id="{73AD9739-3831-F0B2-7B7F-60B2135B0631}"/>
              </a:ext>
            </a:extLst>
          </p:cNvPr>
          <p:cNvPicPr>
            <a:picLocks noChangeAspect="1"/>
          </p:cNvPicPr>
          <p:nvPr/>
        </p:nvPicPr>
        <p:blipFill>
          <a:blip r:embed="rId3"/>
          <a:stretch>
            <a:fillRect/>
          </a:stretch>
        </p:blipFill>
        <p:spPr>
          <a:xfrm>
            <a:off x="1304400" y="806536"/>
            <a:ext cx="9583200" cy="4492125"/>
          </a:xfrm>
          <a:prstGeom prst="rect">
            <a:avLst/>
          </a:prstGeom>
        </p:spPr>
      </p:pic>
      <p:pic>
        <p:nvPicPr>
          <p:cNvPr id="7" name="Imagen 6">
            <a:extLst>
              <a:ext uri="{FF2B5EF4-FFF2-40B4-BE49-F238E27FC236}">
                <a16:creationId xmlns:a16="http://schemas.microsoft.com/office/drawing/2014/main" id="{D6C6C158-DE6C-80AE-B3C8-067862C4BAF0}"/>
              </a:ext>
            </a:extLst>
          </p:cNvPr>
          <p:cNvPicPr>
            <a:picLocks noChangeAspect="1"/>
          </p:cNvPicPr>
          <p:nvPr/>
        </p:nvPicPr>
        <p:blipFill>
          <a:blip r:embed="rId4"/>
          <a:stretch>
            <a:fillRect/>
          </a:stretch>
        </p:blipFill>
        <p:spPr>
          <a:xfrm>
            <a:off x="10230155" y="5337141"/>
            <a:ext cx="162000" cy="162000"/>
          </a:xfrm>
          <a:prstGeom prst="rect">
            <a:avLst/>
          </a:prstGeom>
        </p:spPr>
      </p:pic>
      <p:pic>
        <p:nvPicPr>
          <p:cNvPr id="11" name="Imagen 10">
            <a:extLst>
              <a:ext uri="{FF2B5EF4-FFF2-40B4-BE49-F238E27FC236}">
                <a16:creationId xmlns:a16="http://schemas.microsoft.com/office/drawing/2014/main" id="{664BE1D9-E9E2-9C07-F5A1-ECD60904F2A8}"/>
              </a:ext>
            </a:extLst>
          </p:cNvPr>
          <p:cNvPicPr>
            <a:picLocks noChangeAspect="1"/>
          </p:cNvPicPr>
          <p:nvPr/>
        </p:nvPicPr>
        <p:blipFill>
          <a:blip r:embed="rId5"/>
          <a:stretch>
            <a:fillRect/>
          </a:stretch>
        </p:blipFill>
        <p:spPr>
          <a:xfrm>
            <a:off x="1095155" y="3617405"/>
            <a:ext cx="162000" cy="162000"/>
          </a:xfrm>
          <a:prstGeom prst="rect">
            <a:avLst/>
          </a:prstGeom>
        </p:spPr>
      </p:pic>
    </p:spTree>
    <p:extLst>
      <p:ext uri="{BB962C8B-B14F-4D97-AF65-F5344CB8AC3E}">
        <p14:creationId xmlns:p14="http://schemas.microsoft.com/office/powerpoint/2010/main" val="11462828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83D8-4EB8-3BDB-5BF8-465A75AA80B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F64C05C-91B2-D9FF-4235-DA5952DCC7E0}"/>
              </a:ext>
            </a:extLst>
          </p:cNvPr>
          <p:cNvPicPr>
            <a:picLocks noChangeAspect="1"/>
          </p:cNvPicPr>
          <p:nvPr/>
        </p:nvPicPr>
        <p:blipFill>
          <a:blip r:embed="rId2"/>
          <a:stretch>
            <a:fillRect/>
          </a:stretch>
        </p:blipFill>
        <p:spPr>
          <a:xfrm>
            <a:off x="1304400" y="1990384"/>
            <a:ext cx="9583200" cy="2132374"/>
          </a:xfrm>
          <a:prstGeom prst="rect">
            <a:avLst/>
          </a:prstGeom>
        </p:spPr>
      </p:pic>
      <p:sp>
        <p:nvSpPr>
          <p:cNvPr id="5" name="Title 12">
            <a:extLst>
              <a:ext uri="{FF2B5EF4-FFF2-40B4-BE49-F238E27FC236}">
                <a16:creationId xmlns:a16="http://schemas.microsoft.com/office/drawing/2014/main" id="{9355A3DC-41B3-136B-BF3D-A94C1047565F}"/>
              </a:ext>
            </a:extLst>
          </p:cNvPr>
          <p:cNvSpPr txBox="1">
            <a:spLocks/>
          </p:cNvSpPr>
          <p:nvPr/>
        </p:nvSpPr>
        <p:spPr>
          <a:xfrm>
            <a:off x="1304400" y="833771"/>
            <a:ext cx="8734952" cy="474990"/>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8" name="Rectángulo: esquinas redondeadas 7">
            <a:extLst>
              <a:ext uri="{FF2B5EF4-FFF2-40B4-BE49-F238E27FC236}">
                <a16:creationId xmlns:a16="http://schemas.microsoft.com/office/drawing/2014/main" id="{D5A14340-CFEA-7CC9-BB5B-7F8EB9BC2BDE}"/>
              </a:ext>
            </a:extLst>
          </p:cNvPr>
          <p:cNvSpPr/>
          <p:nvPr/>
        </p:nvSpPr>
        <p:spPr>
          <a:xfrm>
            <a:off x="1308901" y="4511338"/>
            <a:ext cx="4362975"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6. </a:t>
            </a:r>
            <a:r>
              <a:rPr lang="es-ES_tradnl" sz="1200" dirty="0"/>
              <a:t>Se evidencia la estimación de cuota procesada.</a:t>
            </a:r>
            <a:endParaRPr lang="es-ES_tradnl" sz="1200" b="1" dirty="0"/>
          </a:p>
        </p:txBody>
      </p:sp>
      <p:pic>
        <p:nvPicPr>
          <p:cNvPr id="3" name="Imagen 2">
            <a:extLst>
              <a:ext uri="{FF2B5EF4-FFF2-40B4-BE49-F238E27FC236}">
                <a16:creationId xmlns:a16="http://schemas.microsoft.com/office/drawing/2014/main" id="{5C119BC0-50CA-6453-67E0-944287960CFB}"/>
              </a:ext>
            </a:extLst>
          </p:cNvPr>
          <p:cNvPicPr>
            <a:picLocks noChangeAspect="1"/>
          </p:cNvPicPr>
          <p:nvPr/>
        </p:nvPicPr>
        <p:blipFill>
          <a:blip r:embed="rId3"/>
          <a:stretch>
            <a:fillRect/>
          </a:stretch>
        </p:blipFill>
        <p:spPr>
          <a:xfrm>
            <a:off x="10935225" y="2600630"/>
            <a:ext cx="162000" cy="162000"/>
          </a:xfrm>
          <a:prstGeom prst="rect">
            <a:avLst/>
          </a:prstGeom>
        </p:spPr>
      </p:pic>
    </p:spTree>
    <p:extLst>
      <p:ext uri="{BB962C8B-B14F-4D97-AF65-F5344CB8AC3E}">
        <p14:creationId xmlns:p14="http://schemas.microsoft.com/office/powerpoint/2010/main" val="2044947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C7F9-FCD6-6CC8-290F-BFDA675DBDC6}"/>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58CE0FA7-36AF-C2AB-9CCB-4E78A9F97E8E}"/>
              </a:ext>
            </a:extLst>
          </p:cNvPr>
          <p:cNvSpPr/>
          <p:nvPr/>
        </p:nvSpPr>
        <p:spPr>
          <a:xfrm>
            <a:off x="1471087" y="4880400"/>
            <a:ext cx="6529913" cy="49083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evidencia en </a:t>
            </a:r>
            <a:r>
              <a:rPr lang="es-ES_tradnl" sz="1200" b="1" dirty="0"/>
              <a:t>TSAAREV</a:t>
            </a:r>
            <a:r>
              <a:rPr lang="es-ES_tradnl" sz="1200" dirty="0"/>
              <a:t> el registro correcto de los concepto de estimación de cuota por </a:t>
            </a:r>
            <a:r>
              <a:rPr lang="es-ES_tradnl" sz="1200" b="1" dirty="0"/>
              <a:t>NRC.</a:t>
            </a:r>
            <a:r>
              <a:rPr lang="es-ES_tradnl" sz="1200" dirty="0"/>
              <a:t> </a:t>
            </a:r>
          </a:p>
        </p:txBody>
      </p:sp>
      <p:sp>
        <p:nvSpPr>
          <p:cNvPr id="6" name="Title 12">
            <a:extLst>
              <a:ext uri="{FF2B5EF4-FFF2-40B4-BE49-F238E27FC236}">
                <a16:creationId xmlns:a16="http://schemas.microsoft.com/office/drawing/2014/main" id="{B3FDB22E-5441-689F-1C37-80E57E8141FB}"/>
              </a:ext>
            </a:extLst>
          </p:cNvPr>
          <p:cNvSpPr txBox="1">
            <a:spLocks/>
          </p:cNvSpPr>
          <p:nvPr/>
        </p:nvSpPr>
        <p:spPr>
          <a:xfrm>
            <a:off x="1304399" y="32511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TSAAREV - </a:t>
            </a:r>
            <a:r>
              <a:rPr lang="es-CO" dirty="0">
                <a:solidFill>
                  <a:schemeClr val="tx1"/>
                </a:solidFill>
              </a:rPr>
              <a:t>Revisión del detalle de la cuenta - Alumnos</a:t>
            </a:r>
          </a:p>
          <a:p>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EFDC6C85-6D43-6994-D2D7-28FA8C7AF9AE}"/>
              </a:ext>
            </a:extLst>
          </p:cNvPr>
          <p:cNvPicPr>
            <a:picLocks noChangeAspect="1"/>
          </p:cNvPicPr>
          <p:nvPr/>
        </p:nvPicPr>
        <p:blipFill>
          <a:blip r:embed="rId2"/>
          <a:stretch>
            <a:fillRect/>
          </a:stretch>
        </p:blipFill>
        <p:spPr>
          <a:xfrm>
            <a:off x="1399650" y="1381990"/>
            <a:ext cx="9583200" cy="3211046"/>
          </a:xfrm>
          <a:prstGeom prst="rect">
            <a:avLst/>
          </a:prstGeom>
        </p:spPr>
      </p:pic>
    </p:spTree>
    <p:extLst>
      <p:ext uri="{BB962C8B-B14F-4D97-AF65-F5344CB8AC3E}">
        <p14:creationId xmlns:p14="http://schemas.microsoft.com/office/powerpoint/2010/main" val="8349283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BFE57-B32D-9B73-0C69-C56BE20E97C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858A0279-FF3E-7251-AD4C-BA41A4C243C0}"/>
              </a:ext>
            </a:extLst>
          </p:cNvPr>
          <p:cNvPicPr>
            <a:picLocks noChangeAspect="1"/>
          </p:cNvPicPr>
          <p:nvPr/>
        </p:nvPicPr>
        <p:blipFill>
          <a:blip r:embed="rId2"/>
          <a:stretch>
            <a:fillRect/>
          </a:stretch>
        </p:blipFill>
        <p:spPr>
          <a:xfrm>
            <a:off x="1360084" y="1844740"/>
            <a:ext cx="9583200" cy="1437480"/>
          </a:xfrm>
          <a:prstGeom prst="rect">
            <a:avLst/>
          </a:prstGeom>
        </p:spPr>
      </p:pic>
      <p:sp>
        <p:nvSpPr>
          <p:cNvPr id="3" name="Rectángulo: esquinas redondeadas 2">
            <a:extLst>
              <a:ext uri="{FF2B5EF4-FFF2-40B4-BE49-F238E27FC236}">
                <a16:creationId xmlns:a16="http://schemas.microsoft.com/office/drawing/2014/main" id="{27178A1E-A7F1-F6CE-D160-7F9C29FB7D7B}"/>
              </a:ext>
            </a:extLst>
          </p:cNvPr>
          <p:cNvSpPr/>
          <p:nvPr/>
        </p:nvSpPr>
        <p:spPr>
          <a:xfrm>
            <a:off x="1360084" y="3464323"/>
            <a:ext cx="9607061" cy="53340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a:t>
            </a:r>
            <a:r>
              <a:rPr lang="es-CO" sz="1200" b="1" dirty="0"/>
              <a:t>SFAFAUD</a:t>
            </a:r>
            <a:r>
              <a:rPr lang="es-CO" sz="1200" dirty="0"/>
              <a:t> puede revisar cómo se calcularon y aplicaron los cobros a un estudiante en un período académico.</a:t>
            </a:r>
            <a:endParaRPr lang="es-ES_tradnl" sz="1200" dirty="0"/>
          </a:p>
        </p:txBody>
      </p:sp>
      <p:sp>
        <p:nvSpPr>
          <p:cNvPr id="9" name="Title 12">
            <a:extLst>
              <a:ext uri="{FF2B5EF4-FFF2-40B4-BE49-F238E27FC236}">
                <a16:creationId xmlns:a16="http://schemas.microsoft.com/office/drawing/2014/main" id="{4252CBB6-6979-B3A8-5511-41DB3E93FE56}"/>
              </a:ext>
            </a:extLst>
          </p:cNvPr>
          <p:cNvSpPr txBox="1">
            <a:spLocks/>
          </p:cNvSpPr>
          <p:nvPr/>
        </p:nvSpPr>
        <p:spPr>
          <a:xfrm>
            <a:off x="1248713" y="472311"/>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3" name="Rectángulo: esquinas redondeadas 12">
            <a:extLst>
              <a:ext uri="{FF2B5EF4-FFF2-40B4-BE49-F238E27FC236}">
                <a16:creationId xmlns:a16="http://schemas.microsoft.com/office/drawing/2014/main" id="{21EDD906-7DBF-FFFF-6E9F-5E9C7D813042}"/>
              </a:ext>
            </a:extLst>
          </p:cNvPr>
          <p:cNvSpPr/>
          <p:nvPr/>
        </p:nvSpPr>
        <p:spPr>
          <a:xfrm>
            <a:off x="1360084" y="4323310"/>
            <a:ext cx="311520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ID</a:t>
            </a:r>
            <a:r>
              <a:rPr lang="es-ES_tradnl" sz="1200" dirty="0"/>
              <a:t> a validar.</a:t>
            </a:r>
            <a:endParaRPr lang="es-ES_tradnl" sz="1200" b="1" dirty="0"/>
          </a:p>
        </p:txBody>
      </p:sp>
      <p:sp>
        <p:nvSpPr>
          <p:cNvPr id="14" name="Rectángulo: esquinas redondeadas 13">
            <a:extLst>
              <a:ext uri="{FF2B5EF4-FFF2-40B4-BE49-F238E27FC236}">
                <a16:creationId xmlns:a16="http://schemas.microsoft.com/office/drawing/2014/main" id="{8735202B-EA54-677F-BC2D-6093EE8C155F}"/>
              </a:ext>
            </a:extLst>
          </p:cNvPr>
          <p:cNvSpPr/>
          <p:nvPr/>
        </p:nvSpPr>
        <p:spPr>
          <a:xfrm>
            <a:off x="8656759" y="4323310"/>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Dar clic en </a:t>
            </a:r>
            <a:r>
              <a:rPr lang="es-ES_tradnl" sz="1200" b="1" dirty="0"/>
              <a:t>IR</a:t>
            </a:r>
          </a:p>
        </p:txBody>
      </p:sp>
      <p:pic>
        <p:nvPicPr>
          <p:cNvPr id="16" name="Imagen 15">
            <a:extLst>
              <a:ext uri="{FF2B5EF4-FFF2-40B4-BE49-F238E27FC236}">
                <a16:creationId xmlns:a16="http://schemas.microsoft.com/office/drawing/2014/main" id="{B7D029DC-440B-E231-24B7-9853AFA2D827}"/>
              </a:ext>
            </a:extLst>
          </p:cNvPr>
          <p:cNvPicPr>
            <a:picLocks noChangeAspect="1"/>
          </p:cNvPicPr>
          <p:nvPr/>
        </p:nvPicPr>
        <p:blipFill>
          <a:blip r:embed="rId3"/>
          <a:stretch>
            <a:fillRect/>
          </a:stretch>
        </p:blipFill>
        <p:spPr>
          <a:xfrm>
            <a:off x="10277780" y="2508045"/>
            <a:ext cx="162000" cy="162000"/>
          </a:xfrm>
          <a:prstGeom prst="rect">
            <a:avLst/>
          </a:prstGeom>
        </p:spPr>
      </p:pic>
      <p:pic>
        <p:nvPicPr>
          <p:cNvPr id="18" name="Imagen 17">
            <a:extLst>
              <a:ext uri="{FF2B5EF4-FFF2-40B4-BE49-F238E27FC236}">
                <a16:creationId xmlns:a16="http://schemas.microsoft.com/office/drawing/2014/main" id="{C89204D7-F918-36AB-BE9E-83FB8C292ED3}"/>
              </a:ext>
            </a:extLst>
          </p:cNvPr>
          <p:cNvPicPr>
            <a:picLocks noChangeAspect="1"/>
          </p:cNvPicPr>
          <p:nvPr/>
        </p:nvPicPr>
        <p:blipFill>
          <a:blip r:embed="rId4"/>
          <a:stretch>
            <a:fillRect/>
          </a:stretch>
        </p:blipFill>
        <p:spPr>
          <a:xfrm>
            <a:off x="1739954" y="2479470"/>
            <a:ext cx="162000" cy="162000"/>
          </a:xfrm>
          <a:prstGeom prst="rect">
            <a:avLst/>
          </a:prstGeom>
        </p:spPr>
      </p:pic>
    </p:spTree>
    <p:extLst>
      <p:ext uri="{BB962C8B-B14F-4D97-AF65-F5344CB8AC3E}">
        <p14:creationId xmlns:p14="http://schemas.microsoft.com/office/powerpoint/2010/main" val="33746483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E1E14-1E0A-F122-EFB3-E8408FA8171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5642D94B-B93D-20C4-AC5A-3DE5DBD24AE0}"/>
              </a:ext>
            </a:extLst>
          </p:cNvPr>
          <p:cNvPicPr>
            <a:picLocks noChangeAspect="1"/>
          </p:cNvPicPr>
          <p:nvPr/>
        </p:nvPicPr>
        <p:blipFill>
          <a:blip r:embed="rId2"/>
          <a:stretch>
            <a:fillRect/>
          </a:stretch>
        </p:blipFill>
        <p:spPr>
          <a:xfrm>
            <a:off x="1360083" y="1374044"/>
            <a:ext cx="9583200" cy="3546932"/>
          </a:xfrm>
          <a:prstGeom prst="rect">
            <a:avLst/>
          </a:prstGeom>
        </p:spPr>
      </p:pic>
      <p:pic>
        <p:nvPicPr>
          <p:cNvPr id="8" name="Imagen 7">
            <a:extLst>
              <a:ext uri="{FF2B5EF4-FFF2-40B4-BE49-F238E27FC236}">
                <a16:creationId xmlns:a16="http://schemas.microsoft.com/office/drawing/2014/main" id="{617CD778-CBFD-2FA8-B234-A4C0427AFEB6}"/>
              </a:ext>
            </a:extLst>
          </p:cNvPr>
          <p:cNvPicPr>
            <a:picLocks noChangeAspect="1"/>
          </p:cNvPicPr>
          <p:nvPr/>
        </p:nvPicPr>
        <p:blipFill>
          <a:blip r:embed="rId3"/>
          <a:srcRect b="50000"/>
          <a:stretch>
            <a:fillRect/>
          </a:stretch>
        </p:blipFill>
        <p:spPr>
          <a:xfrm>
            <a:off x="1360084" y="4813654"/>
            <a:ext cx="9583200" cy="357061"/>
          </a:xfrm>
          <a:prstGeom prst="rect">
            <a:avLst/>
          </a:prstGeom>
        </p:spPr>
      </p:pic>
      <p:sp>
        <p:nvSpPr>
          <p:cNvPr id="9" name="Title 12">
            <a:extLst>
              <a:ext uri="{FF2B5EF4-FFF2-40B4-BE49-F238E27FC236}">
                <a16:creationId xmlns:a16="http://schemas.microsoft.com/office/drawing/2014/main" id="{CFFDAFEF-C97A-29C8-97B6-2E247AB09174}"/>
              </a:ext>
            </a:extLst>
          </p:cNvPr>
          <p:cNvSpPr txBox="1">
            <a:spLocks/>
          </p:cNvSpPr>
          <p:nvPr/>
        </p:nvSpPr>
        <p:spPr>
          <a:xfrm>
            <a:off x="1248713" y="4754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6D197986-8D76-B599-C493-A9E521BB48C2}"/>
              </a:ext>
            </a:extLst>
          </p:cNvPr>
          <p:cNvSpPr/>
          <p:nvPr/>
        </p:nvSpPr>
        <p:spPr>
          <a:xfrm>
            <a:off x="1360084" y="5373612"/>
            <a:ext cx="5753627"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Se visualiza el historial de auditoria de estimación de cuota de inscripción.</a:t>
            </a:r>
            <a:endParaRPr lang="es-ES_tradnl" sz="1200" b="1" dirty="0"/>
          </a:p>
        </p:txBody>
      </p:sp>
      <p:sp>
        <p:nvSpPr>
          <p:cNvPr id="11" name="Rectángulo: esquinas redondeadas 10">
            <a:extLst>
              <a:ext uri="{FF2B5EF4-FFF2-40B4-BE49-F238E27FC236}">
                <a16:creationId xmlns:a16="http://schemas.microsoft.com/office/drawing/2014/main" id="{5342A0E7-6D86-85B6-2F47-C219CF2D06B8}"/>
              </a:ext>
            </a:extLst>
          </p:cNvPr>
          <p:cNvSpPr/>
          <p:nvPr/>
        </p:nvSpPr>
        <p:spPr>
          <a:xfrm>
            <a:off x="1360083" y="5819531"/>
            <a:ext cx="298185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4. </a:t>
            </a:r>
            <a:r>
              <a:rPr lang="es-ES_tradnl" sz="1200" dirty="0"/>
              <a:t>Indicar </a:t>
            </a:r>
            <a:r>
              <a:rPr lang="es-ES_tradnl" sz="1200" b="1" dirty="0"/>
              <a:t>Bloque Siguiente.</a:t>
            </a:r>
          </a:p>
        </p:txBody>
      </p:sp>
      <p:pic>
        <p:nvPicPr>
          <p:cNvPr id="6" name="Imagen 5">
            <a:extLst>
              <a:ext uri="{FF2B5EF4-FFF2-40B4-BE49-F238E27FC236}">
                <a16:creationId xmlns:a16="http://schemas.microsoft.com/office/drawing/2014/main" id="{AC366F64-5A65-B23A-5304-1E356560CF2C}"/>
              </a:ext>
            </a:extLst>
          </p:cNvPr>
          <p:cNvPicPr>
            <a:picLocks noChangeAspect="1"/>
          </p:cNvPicPr>
          <p:nvPr/>
        </p:nvPicPr>
        <p:blipFill>
          <a:blip r:embed="rId4"/>
          <a:stretch>
            <a:fillRect/>
          </a:stretch>
        </p:blipFill>
        <p:spPr>
          <a:xfrm>
            <a:off x="1142398" y="4839976"/>
            <a:ext cx="162000" cy="162000"/>
          </a:xfrm>
          <a:prstGeom prst="rect">
            <a:avLst/>
          </a:prstGeom>
        </p:spPr>
      </p:pic>
      <p:pic>
        <p:nvPicPr>
          <p:cNvPr id="12" name="Imagen 11">
            <a:extLst>
              <a:ext uri="{FF2B5EF4-FFF2-40B4-BE49-F238E27FC236}">
                <a16:creationId xmlns:a16="http://schemas.microsoft.com/office/drawing/2014/main" id="{79813C73-7911-6626-0E22-250CC351757D}"/>
              </a:ext>
            </a:extLst>
          </p:cNvPr>
          <p:cNvPicPr>
            <a:picLocks noChangeAspect="1"/>
          </p:cNvPicPr>
          <p:nvPr/>
        </p:nvPicPr>
        <p:blipFill>
          <a:blip r:embed="rId5"/>
          <a:stretch>
            <a:fillRect/>
          </a:stretch>
        </p:blipFill>
        <p:spPr>
          <a:xfrm>
            <a:off x="1142398" y="2191379"/>
            <a:ext cx="162000" cy="162000"/>
          </a:xfrm>
          <a:prstGeom prst="rect">
            <a:avLst/>
          </a:prstGeom>
        </p:spPr>
      </p:pic>
    </p:spTree>
    <p:extLst>
      <p:ext uri="{BB962C8B-B14F-4D97-AF65-F5344CB8AC3E}">
        <p14:creationId xmlns:p14="http://schemas.microsoft.com/office/powerpoint/2010/main" val="9770475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9676-2C19-7E3B-66B4-ED9229B806DA}"/>
            </a:ext>
          </a:extLst>
        </p:cNvPr>
        <p:cNvGrpSpPr/>
        <p:nvPr/>
      </p:nvGrpSpPr>
      <p:grpSpPr>
        <a:xfrm>
          <a:off x="0" y="0"/>
          <a:ext cx="0" cy="0"/>
          <a:chOff x="0" y="0"/>
          <a:chExt cx="0" cy="0"/>
        </a:xfrm>
      </p:grpSpPr>
      <p:sp>
        <p:nvSpPr>
          <p:cNvPr id="7" name="Title 12">
            <a:extLst>
              <a:ext uri="{FF2B5EF4-FFF2-40B4-BE49-F238E27FC236}">
                <a16:creationId xmlns:a16="http://schemas.microsoft.com/office/drawing/2014/main" id="{41E0885C-D947-D11D-36D1-4CF304E4FF17}"/>
              </a:ext>
            </a:extLst>
          </p:cNvPr>
          <p:cNvSpPr txBox="1">
            <a:spLocks/>
          </p:cNvSpPr>
          <p:nvPr/>
        </p:nvSpPr>
        <p:spPr>
          <a:xfrm>
            <a:off x="1248713" y="5135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8" name="Rectángulo: esquinas redondeadas 7">
            <a:extLst>
              <a:ext uri="{FF2B5EF4-FFF2-40B4-BE49-F238E27FC236}">
                <a16:creationId xmlns:a16="http://schemas.microsoft.com/office/drawing/2014/main" id="{5A6BAA7F-12DB-5348-6059-DE25A58F9F38}"/>
              </a:ext>
            </a:extLst>
          </p:cNvPr>
          <p:cNvSpPr/>
          <p:nvPr/>
        </p:nvSpPr>
        <p:spPr>
          <a:xfrm>
            <a:off x="1371073" y="5478387"/>
            <a:ext cx="6201302"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5. </a:t>
            </a:r>
            <a:r>
              <a:rPr lang="es-ES_tradnl" sz="1200" dirty="0"/>
              <a:t>Se visualiza el historial de auditoria de estimación de cuota de inscripción a detalle.</a:t>
            </a:r>
            <a:endParaRPr lang="es-ES_tradnl" sz="1200" b="1" dirty="0"/>
          </a:p>
        </p:txBody>
      </p:sp>
      <p:pic>
        <p:nvPicPr>
          <p:cNvPr id="10" name="Imagen 9">
            <a:extLst>
              <a:ext uri="{FF2B5EF4-FFF2-40B4-BE49-F238E27FC236}">
                <a16:creationId xmlns:a16="http://schemas.microsoft.com/office/drawing/2014/main" id="{810D6657-58D0-9399-556D-599CFF358737}"/>
              </a:ext>
            </a:extLst>
          </p:cNvPr>
          <p:cNvPicPr>
            <a:picLocks noChangeAspect="1"/>
          </p:cNvPicPr>
          <p:nvPr/>
        </p:nvPicPr>
        <p:blipFill>
          <a:blip r:embed="rId2"/>
          <a:stretch>
            <a:fillRect/>
          </a:stretch>
        </p:blipFill>
        <p:spPr>
          <a:xfrm>
            <a:off x="1104298" y="2695880"/>
            <a:ext cx="162000" cy="162000"/>
          </a:xfrm>
          <a:prstGeom prst="rect">
            <a:avLst/>
          </a:prstGeom>
        </p:spPr>
      </p:pic>
      <p:pic>
        <p:nvPicPr>
          <p:cNvPr id="3" name="Imagen 2">
            <a:extLst>
              <a:ext uri="{FF2B5EF4-FFF2-40B4-BE49-F238E27FC236}">
                <a16:creationId xmlns:a16="http://schemas.microsoft.com/office/drawing/2014/main" id="{F362C968-C04C-4CA2-D6FC-D6D119DC3107}"/>
              </a:ext>
            </a:extLst>
          </p:cNvPr>
          <p:cNvPicPr>
            <a:picLocks noChangeAspect="1"/>
          </p:cNvPicPr>
          <p:nvPr/>
        </p:nvPicPr>
        <p:blipFill>
          <a:blip r:embed="rId3"/>
          <a:stretch>
            <a:fillRect/>
          </a:stretch>
        </p:blipFill>
        <p:spPr>
          <a:xfrm>
            <a:off x="1304398" y="1485900"/>
            <a:ext cx="9583200" cy="3713490"/>
          </a:xfrm>
          <a:prstGeom prst="rect">
            <a:avLst/>
          </a:prstGeom>
        </p:spPr>
      </p:pic>
    </p:spTree>
    <p:extLst>
      <p:ext uri="{BB962C8B-B14F-4D97-AF65-F5344CB8AC3E}">
        <p14:creationId xmlns:p14="http://schemas.microsoft.com/office/powerpoint/2010/main" val="29896873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5D482-58FA-4F95-0FC2-B4EB6770CB8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A53C8467-1038-CB83-5B2F-A75FB18020C9}"/>
              </a:ext>
            </a:extLst>
          </p:cNvPr>
          <p:cNvSpPr>
            <a:spLocks noGrp="1"/>
          </p:cNvSpPr>
          <p:nvPr>
            <p:ph type="body" sz="quarter" idx="10"/>
          </p:nvPr>
        </p:nvSpPr>
        <p:spPr>
          <a:xfrm>
            <a:off x="905255" y="2222558"/>
            <a:ext cx="10363202" cy="1333891"/>
          </a:xfrm>
        </p:spPr>
        <p:txBody>
          <a:bodyPr/>
          <a:lstStyle/>
          <a:p>
            <a:pPr algn="l"/>
            <a:r>
              <a:rPr lang="es-CO" dirty="0"/>
              <a:t>Definir la estimación de cuotas de inscripción por Lotes</a:t>
            </a:r>
          </a:p>
        </p:txBody>
      </p:sp>
      <p:sp>
        <p:nvSpPr>
          <p:cNvPr id="3" name="Marcador de texto 2">
            <a:extLst>
              <a:ext uri="{FF2B5EF4-FFF2-40B4-BE49-F238E27FC236}">
                <a16:creationId xmlns:a16="http://schemas.microsoft.com/office/drawing/2014/main" id="{BFFEA116-3DFB-2CCB-3D2C-B5AF7CF40566}"/>
              </a:ext>
            </a:extLst>
          </p:cNvPr>
          <p:cNvSpPr>
            <a:spLocks noGrp="1"/>
          </p:cNvSpPr>
          <p:nvPr>
            <p:ph type="body" sz="quarter" idx="11"/>
          </p:nvPr>
        </p:nvSpPr>
        <p:spPr>
          <a:xfrm>
            <a:off x="905255" y="3968496"/>
            <a:ext cx="3511297" cy="389915"/>
          </a:xfrm>
        </p:spPr>
        <p:txBody>
          <a:bodyPr/>
          <a:lstStyle/>
          <a:p>
            <a:pPr algn="l"/>
            <a:r>
              <a:rPr lang="es-CO" dirty="0"/>
              <a:t>Gestionar la matrícula </a:t>
            </a:r>
          </a:p>
        </p:txBody>
      </p:sp>
    </p:spTree>
    <p:extLst>
      <p:ext uri="{BB962C8B-B14F-4D97-AF65-F5344CB8AC3E}">
        <p14:creationId xmlns:p14="http://schemas.microsoft.com/office/powerpoint/2010/main" val="11275289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A35A-0691-D89B-CE4C-96FDE8CEF311}"/>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4ADED4C5-1937-3644-CB83-F13648C31DA9}"/>
              </a:ext>
            </a:extLst>
          </p:cNvPr>
          <p:cNvSpPr/>
          <p:nvPr/>
        </p:nvSpPr>
        <p:spPr>
          <a:xfrm>
            <a:off x="1352285" y="5335133"/>
            <a:ext cx="9487425" cy="6275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SFRFASC</a:t>
            </a:r>
            <a:r>
              <a:rPr lang="es-CO" sz="1200" dirty="0"/>
              <a:t> – </a:t>
            </a:r>
            <a:r>
              <a:rPr lang="es-CO" sz="1200" b="1" dirty="0"/>
              <a:t>Estimación de cuota por lotes </a:t>
            </a:r>
            <a:r>
              <a:rPr lang="es-CO" sz="1200" dirty="0"/>
              <a:t>este proceso permite, a partir de una </a:t>
            </a:r>
            <a:r>
              <a:rPr lang="es-CO" sz="1200" b="1" dirty="0"/>
              <a:t>selección de población</a:t>
            </a:r>
            <a:r>
              <a:rPr lang="es-CO" sz="1200" dirty="0"/>
              <a:t>, aplicar de forma masiva las reglas de cobro directamente en </a:t>
            </a:r>
            <a:r>
              <a:rPr lang="es-CO" sz="1200" b="1" dirty="0"/>
              <a:t>TSAAREV</a:t>
            </a:r>
            <a:r>
              <a:rPr lang="es-CO" sz="1200" dirty="0"/>
              <a:t>, impactando la cuenta corriente del estudiante. </a:t>
            </a:r>
            <a:endParaRPr lang="es-ES_tradnl" sz="1200" dirty="0"/>
          </a:p>
        </p:txBody>
      </p:sp>
      <p:sp>
        <p:nvSpPr>
          <p:cNvPr id="6" name="Title 12">
            <a:extLst>
              <a:ext uri="{FF2B5EF4-FFF2-40B4-BE49-F238E27FC236}">
                <a16:creationId xmlns:a16="http://schemas.microsoft.com/office/drawing/2014/main" id="{63459F6F-2191-434A-E9A3-1E383B68AC4A}"/>
              </a:ext>
            </a:extLst>
          </p:cNvPr>
          <p:cNvSpPr txBox="1">
            <a:spLocks/>
          </p:cNvSpPr>
          <p:nvPr/>
        </p:nvSpPr>
        <p:spPr>
          <a:xfrm>
            <a:off x="1256512" y="5294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 </a:t>
            </a:r>
            <a:br>
              <a:rPr lang="es-419" dirty="0">
                <a:solidFill>
                  <a:schemeClr val="tx1"/>
                </a:solidFill>
              </a:rPr>
            </a:br>
            <a:endParaRPr lang="es-ES_tradnl" dirty="0">
              <a:solidFill>
                <a:schemeClr val="tx1"/>
              </a:solidFill>
            </a:endParaRPr>
          </a:p>
        </p:txBody>
      </p:sp>
      <p:pic>
        <p:nvPicPr>
          <p:cNvPr id="12" name="Imagen 11">
            <a:extLst>
              <a:ext uri="{FF2B5EF4-FFF2-40B4-BE49-F238E27FC236}">
                <a16:creationId xmlns:a16="http://schemas.microsoft.com/office/drawing/2014/main" id="{88940A41-28F5-92D1-B213-50DA9FE72AC8}"/>
              </a:ext>
            </a:extLst>
          </p:cNvPr>
          <p:cNvPicPr>
            <a:picLocks noChangeAspect="1"/>
          </p:cNvPicPr>
          <p:nvPr/>
        </p:nvPicPr>
        <p:blipFill>
          <a:blip r:embed="rId2"/>
          <a:stretch>
            <a:fillRect/>
          </a:stretch>
        </p:blipFill>
        <p:spPr>
          <a:xfrm>
            <a:off x="1304398" y="1261482"/>
            <a:ext cx="9583200" cy="3868310"/>
          </a:xfrm>
          <a:prstGeom prst="rect">
            <a:avLst/>
          </a:prstGeom>
        </p:spPr>
      </p:pic>
    </p:spTree>
    <p:extLst>
      <p:ext uri="{BB962C8B-B14F-4D97-AF65-F5344CB8AC3E}">
        <p14:creationId xmlns:p14="http://schemas.microsoft.com/office/powerpoint/2010/main" val="1521002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2D92A-C5B7-247F-86E5-38FC109489A2}"/>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5D133189-7404-E113-394C-271180E6BA48}"/>
              </a:ext>
            </a:extLst>
          </p:cNvPr>
          <p:cNvSpPr/>
          <p:nvPr/>
        </p:nvSpPr>
        <p:spPr>
          <a:xfrm>
            <a:off x="1400174" y="4966523"/>
            <a:ext cx="9487425" cy="7471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Previamente en </a:t>
            </a:r>
            <a:r>
              <a:rPr lang="es-CO" sz="1200" b="1" dirty="0"/>
              <a:t>SFARGFE</a:t>
            </a:r>
            <a:r>
              <a:rPr lang="es-CO" sz="1200" dirty="0"/>
              <a:t> se deben registrar las reglas que se utilizará para determinar la estimación de cuotas de inscripción. Esta configuración es indispensable, ya que define los criterios bajo los cuales se realizará el cálculo o asignación de cuotas de inscripción.</a:t>
            </a:r>
            <a:endParaRPr lang="es-ES_tradnl" sz="1200" dirty="0"/>
          </a:p>
        </p:txBody>
      </p:sp>
      <p:sp>
        <p:nvSpPr>
          <p:cNvPr id="6" name="Title 12">
            <a:extLst>
              <a:ext uri="{FF2B5EF4-FFF2-40B4-BE49-F238E27FC236}">
                <a16:creationId xmlns:a16="http://schemas.microsoft.com/office/drawing/2014/main" id="{CCF4BEE6-2661-BE52-EB54-F30EBD42D4DC}"/>
              </a:ext>
            </a:extLst>
          </p:cNvPr>
          <p:cNvSpPr txBox="1">
            <a:spLocks/>
          </p:cNvSpPr>
          <p:nvPr/>
        </p:nvSpPr>
        <p:spPr>
          <a:xfrm>
            <a:off x="1304398" y="352916"/>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SFARGFE - </a:t>
            </a:r>
            <a:r>
              <a:rPr lang="es-CO" dirty="0">
                <a:solidFill>
                  <a:schemeClr val="tx1"/>
                </a:solidFill>
              </a:rPr>
              <a:t>Reglas de estimación de cuota de inscripción</a:t>
            </a:r>
            <a:r>
              <a:rPr lang="es-ES_tradnl" dirty="0">
                <a:solidFill>
                  <a:schemeClr val="tx1"/>
                </a:solidFill>
              </a:rPr>
              <a:t> </a:t>
            </a:r>
            <a:r>
              <a:rPr lang="es-ES_tradnl" dirty="0"/>
              <a:t> </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37D4C0B4-1B14-A9FD-527D-E26A09A20102}"/>
              </a:ext>
            </a:extLst>
          </p:cNvPr>
          <p:cNvPicPr>
            <a:picLocks noChangeAspect="1"/>
          </p:cNvPicPr>
          <p:nvPr/>
        </p:nvPicPr>
        <p:blipFill>
          <a:blip r:embed="rId2"/>
          <a:stretch>
            <a:fillRect/>
          </a:stretch>
        </p:blipFill>
        <p:spPr>
          <a:xfrm>
            <a:off x="1352286" y="1517883"/>
            <a:ext cx="9583200" cy="2959444"/>
          </a:xfrm>
          <a:prstGeom prst="rect">
            <a:avLst/>
          </a:prstGeom>
        </p:spPr>
      </p:pic>
    </p:spTree>
    <p:extLst>
      <p:ext uri="{BB962C8B-B14F-4D97-AF65-F5344CB8AC3E}">
        <p14:creationId xmlns:p14="http://schemas.microsoft.com/office/powerpoint/2010/main" val="32577195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A305D-3D29-3E61-CF9B-C614A60502FB}"/>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E7026576-A305-4F27-414D-09EB45DA044F}"/>
              </a:ext>
            </a:extLst>
          </p:cNvPr>
          <p:cNvSpPr/>
          <p:nvPr/>
        </p:nvSpPr>
        <p:spPr>
          <a:xfrm>
            <a:off x="1292468" y="4538411"/>
            <a:ext cx="9607061" cy="10078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Como parte de los escenarios previos al proceso </a:t>
            </a:r>
            <a:r>
              <a:rPr lang="es-CO" sz="1200" b="1" dirty="0"/>
              <a:t>SFRFASC - Estimación de cuota por lotes</a:t>
            </a:r>
            <a:r>
              <a:rPr lang="es-CO" sz="1200" dirty="0"/>
              <a:t>, es necesario realizar la selección de población en </a:t>
            </a:r>
            <a:r>
              <a:rPr lang="es-CO" sz="1200" b="1" dirty="0"/>
              <a:t>GLAEXTR.</a:t>
            </a:r>
          </a:p>
          <a:p>
            <a:r>
              <a:rPr lang="es-CO" sz="1200" dirty="0"/>
              <a:t>Se cargan los </a:t>
            </a:r>
            <a:r>
              <a:rPr lang="es-CO" sz="1200" b="1" dirty="0" err="1"/>
              <a:t>ID´s</a:t>
            </a:r>
            <a:r>
              <a:rPr lang="es-CO" sz="1200" dirty="0"/>
              <a:t> de los estudiantes, esta selección permite identificar de manera precisa a la población que será considerada en la estimación, asegurando que únicamente se incluyan los estudiantes que cumplen con la condición requerida para continuar con el proceso.</a:t>
            </a:r>
            <a:endParaRPr lang="es-ES_tradnl" sz="1200" dirty="0"/>
          </a:p>
        </p:txBody>
      </p:sp>
      <p:sp>
        <p:nvSpPr>
          <p:cNvPr id="6" name="Title 12">
            <a:extLst>
              <a:ext uri="{FF2B5EF4-FFF2-40B4-BE49-F238E27FC236}">
                <a16:creationId xmlns:a16="http://schemas.microsoft.com/office/drawing/2014/main" id="{89675CC2-1210-A91E-438E-21864B7E5124}"/>
              </a:ext>
            </a:extLst>
          </p:cNvPr>
          <p:cNvSpPr txBox="1">
            <a:spLocks/>
          </p:cNvSpPr>
          <p:nvPr/>
        </p:nvSpPr>
        <p:spPr>
          <a:xfrm>
            <a:off x="1304399" y="417665"/>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GLAEXTR -</a:t>
            </a:r>
            <a:r>
              <a:rPr lang="es-CO" dirty="0">
                <a:solidFill>
                  <a:schemeClr val="tx1"/>
                </a:solidFill>
              </a:rPr>
              <a:t>Datos de extracción de selección de población</a:t>
            </a:r>
            <a:r>
              <a:rPr lang="es-ES_tradnl" dirty="0"/>
              <a:t>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FE173525-4A28-4B59-5FF8-608A8E2240C3}"/>
              </a:ext>
            </a:extLst>
          </p:cNvPr>
          <p:cNvPicPr>
            <a:picLocks noChangeAspect="1"/>
          </p:cNvPicPr>
          <p:nvPr/>
        </p:nvPicPr>
        <p:blipFill>
          <a:blip r:embed="rId2"/>
          <a:stretch>
            <a:fillRect/>
          </a:stretch>
        </p:blipFill>
        <p:spPr>
          <a:xfrm>
            <a:off x="1383004" y="1964004"/>
            <a:ext cx="9583200" cy="1926623"/>
          </a:xfrm>
          <a:prstGeom prst="rect">
            <a:avLst/>
          </a:prstGeom>
        </p:spPr>
      </p:pic>
    </p:spTree>
    <p:extLst>
      <p:ext uri="{BB962C8B-B14F-4D97-AF65-F5344CB8AC3E}">
        <p14:creationId xmlns:p14="http://schemas.microsoft.com/office/powerpoint/2010/main" val="2530431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F4B7-BD7D-788D-A5D5-616A97F9FD1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9094427-6823-1CF2-7B7C-7AA10281F6A7}"/>
              </a:ext>
            </a:extLst>
          </p:cNvPr>
          <p:cNvPicPr>
            <a:picLocks noChangeAspect="1"/>
          </p:cNvPicPr>
          <p:nvPr/>
        </p:nvPicPr>
        <p:blipFill>
          <a:blip r:embed="rId2"/>
          <a:stretch>
            <a:fillRect/>
          </a:stretch>
        </p:blipFill>
        <p:spPr>
          <a:xfrm>
            <a:off x="1304400" y="1621827"/>
            <a:ext cx="9583200" cy="2058539"/>
          </a:xfrm>
          <a:prstGeom prst="rect">
            <a:avLst/>
          </a:prstGeom>
        </p:spPr>
      </p:pic>
      <p:sp>
        <p:nvSpPr>
          <p:cNvPr id="6" name="Title 12">
            <a:extLst>
              <a:ext uri="{FF2B5EF4-FFF2-40B4-BE49-F238E27FC236}">
                <a16:creationId xmlns:a16="http://schemas.microsoft.com/office/drawing/2014/main" id="{01D2973F-A6CF-8EDB-B6D9-965CE5A83DEE}"/>
              </a:ext>
            </a:extLst>
          </p:cNvPr>
          <p:cNvSpPr txBox="1">
            <a:spLocks/>
          </p:cNvSpPr>
          <p:nvPr/>
        </p:nvSpPr>
        <p:spPr>
          <a:xfrm>
            <a:off x="1232925" y="558839"/>
            <a:ext cx="9654676" cy="92492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C130C8D2-5FAC-88FB-BC47-91703E46163E}"/>
              </a:ext>
            </a:extLst>
          </p:cNvPr>
          <p:cNvSpPr/>
          <p:nvPr/>
        </p:nvSpPr>
        <p:spPr>
          <a:xfrm>
            <a:off x="1380599" y="4381370"/>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Se ingresa </a:t>
            </a:r>
            <a:r>
              <a:rPr lang="es-ES_tradnl" sz="1200" b="1" dirty="0"/>
              <a:t>ID</a:t>
            </a:r>
            <a:r>
              <a:rPr lang="es-ES_tradnl" sz="1200" dirty="0"/>
              <a:t> a validar.</a:t>
            </a:r>
            <a:endParaRPr lang="es-ES_tradnl" sz="1200" b="1" dirty="0"/>
          </a:p>
        </p:txBody>
      </p:sp>
      <p:sp>
        <p:nvSpPr>
          <p:cNvPr id="11" name="Rectángulo: esquinas redondeadas 10">
            <a:extLst>
              <a:ext uri="{FF2B5EF4-FFF2-40B4-BE49-F238E27FC236}">
                <a16:creationId xmlns:a16="http://schemas.microsoft.com/office/drawing/2014/main" id="{FCBF3491-D9A8-5A8C-F19F-006B7D92A54E}"/>
              </a:ext>
            </a:extLst>
          </p:cNvPr>
          <p:cNvSpPr/>
          <p:nvPr/>
        </p:nvSpPr>
        <p:spPr>
          <a:xfrm>
            <a:off x="1380600" y="3889072"/>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Periodo</a:t>
            </a:r>
            <a:r>
              <a:rPr lang="es-ES_tradnl" sz="1200" dirty="0"/>
              <a:t> correspondiente. </a:t>
            </a:r>
            <a:endParaRPr lang="es-ES_tradnl" sz="1200" b="1" dirty="0"/>
          </a:p>
        </p:txBody>
      </p:sp>
      <p:sp>
        <p:nvSpPr>
          <p:cNvPr id="12" name="Rectángulo: esquinas redondeadas 11">
            <a:extLst>
              <a:ext uri="{FF2B5EF4-FFF2-40B4-BE49-F238E27FC236}">
                <a16:creationId xmlns:a16="http://schemas.microsoft.com/office/drawing/2014/main" id="{494F959D-F7A3-967D-87B1-F77330FA0752}"/>
              </a:ext>
            </a:extLst>
          </p:cNvPr>
          <p:cNvSpPr/>
          <p:nvPr/>
        </p:nvSpPr>
        <p:spPr>
          <a:xfrm>
            <a:off x="8524875" y="3818424"/>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Dar clic en </a:t>
            </a:r>
            <a:r>
              <a:rPr lang="es-ES_tradnl" sz="1200" b="1" dirty="0"/>
              <a:t>IR</a:t>
            </a:r>
          </a:p>
        </p:txBody>
      </p:sp>
      <p:pic>
        <p:nvPicPr>
          <p:cNvPr id="14" name="Imagen 13">
            <a:extLst>
              <a:ext uri="{FF2B5EF4-FFF2-40B4-BE49-F238E27FC236}">
                <a16:creationId xmlns:a16="http://schemas.microsoft.com/office/drawing/2014/main" id="{A0FB681F-7AB0-C84D-DEA5-3F352980ABED}"/>
              </a:ext>
            </a:extLst>
          </p:cNvPr>
          <p:cNvPicPr>
            <a:picLocks noChangeAspect="1"/>
          </p:cNvPicPr>
          <p:nvPr/>
        </p:nvPicPr>
        <p:blipFill>
          <a:blip r:embed="rId3"/>
          <a:stretch>
            <a:fillRect/>
          </a:stretch>
        </p:blipFill>
        <p:spPr>
          <a:xfrm>
            <a:off x="5702605" y="2211208"/>
            <a:ext cx="162000" cy="162000"/>
          </a:xfrm>
          <a:prstGeom prst="rect">
            <a:avLst/>
          </a:prstGeom>
        </p:spPr>
      </p:pic>
      <p:pic>
        <p:nvPicPr>
          <p:cNvPr id="16" name="Imagen 15">
            <a:extLst>
              <a:ext uri="{FF2B5EF4-FFF2-40B4-BE49-F238E27FC236}">
                <a16:creationId xmlns:a16="http://schemas.microsoft.com/office/drawing/2014/main" id="{8D2A9C59-C737-B865-3E31-D40AA7AD0001}"/>
              </a:ext>
            </a:extLst>
          </p:cNvPr>
          <p:cNvPicPr>
            <a:picLocks noChangeAspect="1"/>
          </p:cNvPicPr>
          <p:nvPr/>
        </p:nvPicPr>
        <p:blipFill>
          <a:blip r:embed="rId4"/>
          <a:stretch>
            <a:fillRect/>
          </a:stretch>
        </p:blipFill>
        <p:spPr>
          <a:xfrm>
            <a:off x="1444746" y="2211208"/>
            <a:ext cx="162000" cy="162000"/>
          </a:xfrm>
          <a:prstGeom prst="rect">
            <a:avLst/>
          </a:prstGeom>
        </p:spPr>
      </p:pic>
      <p:pic>
        <p:nvPicPr>
          <p:cNvPr id="18" name="Imagen 17">
            <a:extLst>
              <a:ext uri="{FF2B5EF4-FFF2-40B4-BE49-F238E27FC236}">
                <a16:creationId xmlns:a16="http://schemas.microsoft.com/office/drawing/2014/main" id="{F9B9CB1B-F871-C0D5-48CE-7DA99C6F55E4}"/>
              </a:ext>
            </a:extLst>
          </p:cNvPr>
          <p:cNvPicPr>
            <a:picLocks noChangeAspect="1"/>
          </p:cNvPicPr>
          <p:nvPr/>
        </p:nvPicPr>
        <p:blipFill>
          <a:blip r:embed="rId5"/>
          <a:stretch>
            <a:fillRect/>
          </a:stretch>
        </p:blipFill>
        <p:spPr>
          <a:xfrm>
            <a:off x="10281859" y="2211208"/>
            <a:ext cx="162000" cy="162000"/>
          </a:xfrm>
          <a:prstGeom prst="rect">
            <a:avLst/>
          </a:prstGeom>
        </p:spPr>
      </p:pic>
    </p:spTree>
    <p:extLst>
      <p:ext uri="{BB962C8B-B14F-4D97-AF65-F5344CB8AC3E}">
        <p14:creationId xmlns:p14="http://schemas.microsoft.com/office/powerpoint/2010/main" val="15170950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46DC5-D697-4A73-3B10-4A8BB968D5C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B7CF09F-0F01-FA0F-A2A7-2D962ECD9DFB}"/>
              </a:ext>
            </a:extLst>
          </p:cNvPr>
          <p:cNvPicPr>
            <a:picLocks noChangeAspect="1"/>
          </p:cNvPicPr>
          <p:nvPr/>
        </p:nvPicPr>
        <p:blipFill>
          <a:blip r:embed="rId2"/>
          <a:stretch>
            <a:fillRect/>
          </a:stretch>
        </p:blipFill>
        <p:spPr>
          <a:xfrm>
            <a:off x="1304400" y="1061379"/>
            <a:ext cx="9583200" cy="4301947"/>
          </a:xfrm>
          <a:prstGeom prst="rect">
            <a:avLst/>
          </a:prstGeom>
        </p:spPr>
      </p:pic>
      <p:pic>
        <p:nvPicPr>
          <p:cNvPr id="5" name="Imagen 4">
            <a:extLst>
              <a:ext uri="{FF2B5EF4-FFF2-40B4-BE49-F238E27FC236}">
                <a16:creationId xmlns:a16="http://schemas.microsoft.com/office/drawing/2014/main" id="{BC38ED55-74EA-C363-1860-8D96701E5D71}"/>
              </a:ext>
            </a:extLst>
          </p:cNvPr>
          <p:cNvPicPr>
            <a:picLocks noChangeAspect="1"/>
          </p:cNvPicPr>
          <p:nvPr/>
        </p:nvPicPr>
        <p:blipFill>
          <a:blip r:embed="rId3"/>
          <a:stretch>
            <a:fillRect/>
          </a:stretch>
        </p:blipFill>
        <p:spPr>
          <a:xfrm>
            <a:off x="1304400" y="5214279"/>
            <a:ext cx="9583200" cy="365694"/>
          </a:xfrm>
          <a:prstGeom prst="rect">
            <a:avLst/>
          </a:prstGeom>
        </p:spPr>
      </p:pic>
      <p:sp>
        <p:nvSpPr>
          <p:cNvPr id="7" name="Rectángulo: esquinas redondeadas 6">
            <a:extLst>
              <a:ext uri="{FF2B5EF4-FFF2-40B4-BE49-F238E27FC236}">
                <a16:creationId xmlns:a16="http://schemas.microsoft.com/office/drawing/2014/main" id="{A30C2670-32E7-D3A3-539D-9EEF3BB9CA87}"/>
              </a:ext>
            </a:extLst>
          </p:cNvPr>
          <p:cNvSpPr/>
          <p:nvPr/>
        </p:nvSpPr>
        <p:spPr>
          <a:xfrm>
            <a:off x="1352287" y="5699948"/>
            <a:ext cx="9487425" cy="7471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Previamente en </a:t>
            </a:r>
            <a:r>
              <a:rPr lang="es-CO" sz="1200" b="1" dirty="0"/>
              <a:t>SFAREGS</a:t>
            </a:r>
            <a:r>
              <a:rPr lang="es-CO" sz="1200" dirty="0"/>
              <a:t> se deben registrar  el </a:t>
            </a:r>
            <a:r>
              <a:rPr lang="es-CO" sz="1200" b="1" dirty="0"/>
              <a:t>Estatus de ingreso (EL – elegible para inscripción) </a:t>
            </a:r>
            <a:r>
              <a:rPr lang="es-CO" sz="1200" dirty="0"/>
              <a:t>y también debe estar registrado en </a:t>
            </a:r>
            <a:r>
              <a:rPr lang="es-CO" sz="1200" b="1" dirty="0"/>
              <a:t>Estatus de ingreso de Plan de Estudios</a:t>
            </a:r>
            <a:r>
              <a:rPr lang="es-CO" sz="1200" dirty="0"/>
              <a:t>. Esta configuración es indispensable para que el proceso </a:t>
            </a:r>
            <a:r>
              <a:rPr lang="es-CO" sz="1200" b="1" dirty="0"/>
              <a:t>SFRFASC - Estimación de cuota por lotes</a:t>
            </a:r>
            <a:r>
              <a:rPr lang="es-CO" sz="1200" dirty="0"/>
              <a:t>, se ejecute de manera correcta. </a:t>
            </a:r>
            <a:endParaRPr lang="es-ES_tradnl" sz="1200" dirty="0"/>
          </a:p>
        </p:txBody>
      </p:sp>
      <p:sp>
        <p:nvSpPr>
          <p:cNvPr id="8" name="Title 12">
            <a:extLst>
              <a:ext uri="{FF2B5EF4-FFF2-40B4-BE49-F238E27FC236}">
                <a16:creationId xmlns:a16="http://schemas.microsoft.com/office/drawing/2014/main" id="{17753A70-F8BB-9155-F5AE-797F42F65A66}"/>
              </a:ext>
            </a:extLst>
          </p:cNvPr>
          <p:cNvSpPr txBox="1">
            <a:spLocks/>
          </p:cNvSpPr>
          <p:nvPr/>
        </p:nvSpPr>
        <p:spPr>
          <a:xfrm>
            <a:off x="1232924" y="136450"/>
            <a:ext cx="9654676" cy="92492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Tree>
    <p:extLst>
      <p:ext uri="{BB962C8B-B14F-4D97-AF65-F5344CB8AC3E}">
        <p14:creationId xmlns:p14="http://schemas.microsoft.com/office/powerpoint/2010/main" val="38075334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A4D04-6802-D0C8-9777-7372431083D7}"/>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FF9D2EF7-79B9-B7D8-B367-C8211C0F4DEE}"/>
              </a:ext>
            </a:extLst>
          </p:cNvPr>
          <p:cNvSpPr txBox="1">
            <a:spLocks/>
          </p:cNvSpPr>
          <p:nvPr/>
        </p:nvSpPr>
        <p:spPr>
          <a:xfrm>
            <a:off x="1209412" y="805389"/>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CC2A5E9C-3548-C065-1321-105FD378956B}"/>
              </a:ext>
            </a:extLst>
          </p:cNvPr>
          <p:cNvPicPr>
            <a:picLocks noChangeAspect="1"/>
          </p:cNvPicPr>
          <p:nvPr/>
        </p:nvPicPr>
        <p:blipFill>
          <a:blip r:embed="rId2"/>
          <a:stretch>
            <a:fillRect/>
          </a:stretch>
        </p:blipFill>
        <p:spPr>
          <a:xfrm>
            <a:off x="1304399" y="1787983"/>
            <a:ext cx="9583200" cy="1381856"/>
          </a:xfrm>
          <a:prstGeom prst="rect">
            <a:avLst/>
          </a:prstGeom>
        </p:spPr>
      </p:pic>
      <p:sp>
        <p:nvSpPr>
          <p:cNvPr id="5" name="Rectángulo: esquinas redondeadas 4">
            <a:extLst>
              <a:ext uri="{FF2B5EF4-FFF2-40B4-BE49-F238E27FC236}">
                <a16:creationId xmlns:a16="http://schemas.microsoft.com/office/drawing/2014/main" id="{2699E836-6EFB-A1E6-C92B-0D1C7DDED918}"/>
              </a:ext>
            </a:extLst>
          </p:cNvPr>
          <p:cNvSpPr/>
          <p:nvPr/>
        </p:nvSpPr>
        <p:spPr>
          <a:xfrm>
            <a:off x="1304399" y="3467355"/>
            <a:ext cx="2993235" cy="4416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1</a:t>
            </a:r>
            <a:r>
              <a:rPr lang="en-US" sz="1200" dirty="0">
                <a:solidFill>
                  <a:schemeClr val="bg1"/>
                </a:solidFill>
              </a:rPr>
              <a:t>. Se debe indicar el proceso </a:t>
            </a:r>
            <a:r>
              <a:rPr lang="en-US" sz="1200" b="1" dirty="0">
                <a:solidFill>
                  <a:schemeClr val="bg1"/>
                </a:solidFill>
              </a:rPr>
              <a:t>SFRFASC. </a:t>
            </a:r>
          </a:p>
        </p:txBody>
      </p:sp>
      <p:sp>
        <p:nvSpPr>
          <p:cNvPr id="7" name="Rectángulo: esquinas redondeadas 6">
            <a:extLst>
              <a:ext uri="{FF2B5EF4-FFF2-40B4-BE49-F238E27FC236}">
                <a16:creationId xmlns:a16="http://schemas.microsoft.com/office/drawing/2014/main" id="{B75B017E-614F-81B2-4516-0D81EA7D41A6}"/>
              </a:ext>
            </a:extLst>
          </p:cNvPr>
          <p:cNvSpPr/>
          <p:nvPr/>
        </p:nvSpPr>
        <p:spPr>
          <a:xfrm>
            <a:off x="8668566" y="3467354"/>
            <a:ext cx="2219033" cy="4416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2</a:t>
            </a:r>
            <a:r>
              <a:rPr lang="en-US" sz="1200" dirty="0">
                <a:solidFill>
                  <a:schemeClr val="bg1"/>
                </a:solidFill>
              </a:rPr>
              <a:t>. Dar click en la opción </a:t>
            </a:r>
            <a:r>
              <a:rPr lang="en-US" sz="1200" b="1" dirty="0">
                <a:solidFill>
                  <a:schemeClr val="bg1"/>
                </a:solidFill>
              </a:rPr>
              <a:t>IR</a:t>
            </a:r>
          </a:p>
        </p:txBody>
      </p:sp>
      <p:pic>
        <p:nvPicPr>
          <p:cNvPr id="10" name="Imagen 9">
            <a:extLst>
              <a:ext uri="{FF2B5EF4-FFF2-40B4-BE49-F238E27FC236}">
                <a16:creationId xmlns:a16="http://schemas.microsoft.com/office/drawing/2014/main" id="{46D1B875-6645-95AA-A081-E633FA3FF24C}"/>
              </a:ext>
            </a:extLst>
          </p:cNvPr>
          <p:cNvPicPr>
            <a:picLocks noChangeAspect="1"/>
          </p:cNvPicPr>
          <p:nvPr/>
        </p:nvPicPr>
        <p:blipFill>
          <a:blip r:embed="rId3"/>
          <a:stretch>
            <a:fillRect/>
          </a:stretch>
        </p:blipFill>
        <p:spPr>
          <a:xfrm>
            <a:off x="10287305" y="2369451"/>
            <a:ext cx="162000" cy="162000"/>
          </a:xfrm>
          <a:prstGeom prst="rect">
            <a:avLst/>
          </a:prstGeom>
        </p:spPr>
      </p:pic>
      <p:pic>
        <p:nvPicPr>
          <p:cNvPr id="13" name="Imagen 12">
            <a:extLst>
              <a:ext uri="{FF2B5EF4-FFF2-40B4-BE49-F238E27FC236}">
                <a16:creationId xmlns:a16="http://schemas.microsoft.com/office/drawing/2014/main" id="{254407C8-7361-2F04-C239-F649FB7D4327}"/>
              </a:ext>
            </a:extLst>
          </p:cNvPr>
          <p:cNvPicPr>
            <a:picLocks noChangeAspect="1"/>
          </p:cNvPicPr>
          <p:nvPr/>
        </p:nvPicPr>
        <p:blipFill>
          <a:blip r:embed="rId4"/>
          <a:stretch>
            <a:fillRect/>
          </a:stretch>
        </p:blipFill>
        <p:spPr>
          <a:xfrm>
            <a:off x="1445059" y="2369451"/>
            <a:ext cx="162000" cy="162000"/>
          </a:xfrm>
          <a:prstGeom prst="rect">
            <a:avLst/>
          </a:prstGeom>
        </p:spPr>
      </p:pic>
    </p:spTree>
    <p:extLst>
      <p:ext uri="{BB962C8B-B14F-4D97-AF65-F5344CB8AC3E}">
        <p14:creationId xmlns:p14="http://schemas.microsoft.com/office/powerpoint/2010/main" val="29489555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71B6-D788-C203-6025-8DAEC445B2E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962AB65C-D580-5750-49CA-098F9EA59FE3}"/>
              </a:ext>
            </a:extLst>
          </p:cNvPr>
          <p:cNvPicPr>
            <a:picLocks noChangeAspect="1"/>
          </p:cNvPicPr>
          <p:nvPr/>
        </p:nvPicPr>
        <p:blipFill>
          <a:blip r:embed="rId2"/>
          <a:stretch>
            <a:fillRect/>
          </a:stretch>
        </p:blipFill>
        <p:spPr>
          <a:xfrm>
            <a:off x="1304400" y="1129300"/>
            <a:ext cx="9583200" cy="3862335"/>
          </a:xfrm>
          <a:prstGeom prst="rect">
            <a:avLst/>
          </a:prstGeom>
        </p:spPr>
      </p:pic>
      <p:sp>
        <p:nvSpPr>
          <p:cNvPr id="6" name="Title 12">
            <a:extLst>
              <a:ext uri="{FF2B5EF4-FFF2-40B4-BE49-F238E27FC236}">
                <a16:creationId xmlns:a16="http://schemas.microsoft.com/office/drawing/2014/main" id="{C1F56BE3-D8B5-96CB-0280-01DC99FDD38F}"/>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97EB1C5A-9A38-AFFE-8B6D-15B7F18BFC09}"/>
              </a:ext>
            </a:extLst>
          </p:cNvPr>
          <p:cNvSpPr/>
          <p:nvPr/>
        </p:nvSpPr>
        <p:spPr>
          <a:xfrm>
            <a:off x="1399650" y="5244369"/>
            <a:ext cx="3569352"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3. </a:t>
            </a:r>
            <a:r>
              <a:rPr lang="en-US" sz="1200" dirty="0">
                <a:solidFill>
                  <a:schemeClr val="bg1"/>
                </a:solidFill>
              </a:rPr>
              <a:t>Se asigna </a:t>
            </a:r>
            <a:r>
              <a:rPr lang="en-US" sz="1200" b="1" dirty="0">
                <a:solidFill>
                  <a:schemeClr val="bg1"/>
                </a:solidFill>
              </a:rPr>
              <a:t>DATABASE</a:t>
            </a:r>
            <a:r>
              <a:rPr lang="en-US" sz="1200" dirty="0">
                <a:solidFill>
                  <a:schemeClr val="bg1"/>
                </a:solidFill>
              </a:rPr>
              <a:t> en Impresora del Sistema. </a:t>
            </a:r>
          </a:p>
        </p:txBody>
      </p:sp>
      <p:pic>
        <p:nvPicPr>
          <p:cNvPr id="5" name="Imagen 4">
            <a:extLst>
              <a:ext uri="{FF2B5EF4-FFF2-40B4-BE49-F238E27FC236}">
                <a16:creationId xmlns:a16="http://schemas.microsoft.com/office/drawing/2014/main" id="{C0394D7F-F7F6-6BFF-8B2A-79D6893D5342}"/>
              </a:ext>
            </a:extLst>
          </p:cNvPr>
          <p:cNvPicPr>
            <a:picLocks noChangeAspect="1"/>
          </p:cNvPicPr>
          <p:nvPr/>
        </p:nvPicPr>
        <p:blipFill>
          <a:blip r:embed="rId3"/>
          <a:stretch>
            <a:fillRect/>
          </a:stretch>
        </p:blipFill>
        <p:spPr>
          <a:xfrm>
            <a:off x="1132875" y="2047534"/>
            <a:ext cx="162000" cy="162000"/>
          </a:xfrm>
          <a:prstGeom prst="rect">
            <a:avLst/>
          </a:prstGeom>
        </p:spPr>
      </p:pic>
    </p:spTree>
    <p:extLst>
      <p:ext uri="{BB962C8B-B14F-4D97-AF65-F5344CB8AC3E}">
        <p14:creationId xmlns:p14="http://schemas.microsoft.com/office/powerpoint/2010/main" val="10186872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3A06E-764A-EEEF-B61A-79CCCACEDF3B}"/>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A8DA52E3-A4FF-8A0E-97DA-F6B667A834C4}"/>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F6CB7BAE-3AB5-2599-A906-BE4E5594B65E}"/>
              </a:ext>
            </a:extLst>
          </p:cNvPr>
          <p:cNvSpPr/>
          <p:nvPr/>
        </p:nvSpPr>
        <p:spPr>
          <a:xfrm>
            <a:off x="1380599" y="4964329"/>
            <a:ext cx="5772676"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n-US" sz="1200" b="1" dirty="0">
                <a:solidFill>
                  <a:schemeClr val="bg1"/>
                </a:solidFill>
              </a:rPr>
              <a:t>4. </a:t>
            </a:r>
            <a:r>
              <a:rPr lang="en-US" sz="1200" dirty="0">
                <a:solidFill>
                  <a:schemeClr val="bg1"/>
                </a:solidFill>
              </a:rPr>
              <a:t>Se deben </a:t>
            </a:r>
            <a:r>
              <a:rPr lang="en-US" sz="1200" dirty="0" err="1">
                <a:solidFill>
                  <a:schemeClr val="bg1"/>
                </a:solidFill>
              </a:rPr>
              <a:t>diligenciar</a:t>
            </a:r>
            <a:r>
              <a:rPr lang="en-US" sz="1200" dirty="0">
                <a:solidFill>
                  <a:schemeClr val="bg1"/>
                </a:solidFill>
              </a:rPr>
              <a:t> los campos </a:t>
            </a:r>
            <a:r>
              <a:rPr lang="en-US" sz="1200" dirty="0" err="1">
                <a:solidFill>
                  <a:schemeClr val="bg1"/>
                </a:solidFill>
              </a:rPr>
              <a:t>correspondientes</a:t>
            </a:r>
            <a:r>
              <a:rPr lang="en-US" sz="1200" dirty="0">
                <a:solidFill>
                  <a:schemeClr val="bg1"/>
                </a:solidFill>
              </a:rPr>
              <a:t> a la </a:t>
            </a:r>
            <a:r>
              <a:rPr lang="en-US" sz="1200" b="1" dirty="0" err="1">
                <a:solidFill>
                  <a:schemeClr val="bg1"/>
                </a:solidFill>
              </a:rPr>
              <a:t>selección</a:t>
            </a:r>
            <a:r>
              <a:rPr lang="en-US" sz="1200" b="1" dirty="0">
                <a:solidFill>
                  <a:schemeClr val="bg1"/>
                </a:solidFill>
              </a:rPr>
              <a:t> de población.  </a:t>
            </a:r>
          </a:p>
        </p:txBody>
      </p:sp>
      <p:pic>
        <p:nvPicPr>
          <p:cNvPr id="9" name="Imagen 8">
            <a:extLst>
              <a:ext uri="{FF2B5EF4-FFF2-40B4-BE49-F238E27FC236}">
                <a16:creationId xmlns:a16="http://schemas.microsoft.com/office/drawing/2014/main" id="{FF22EDEA-4782-3BCF-2985-F3BFE5F149E3}"/>
              </a:ext>
            </a:extLst>
          </p:cNvPr>
          <p:cNvPicPr>
            <a:picLocks noChangeAspect="1"/>
          </p:cNvPicPr>
          <p:nvPr/>
        </p:nvPicPr>
        <p:blipFill>
          <a:blip r:embed="rId2"/>
          <a:stretch>
            <a:fillRect/>
          </a:stretch>
        </p:blipFill>
        <p:spPr>
          <a:xfrm>
            <a:off x="1104823" y="2591105"/>
            <a:ext cx="162000" cy="162000"/>
          </a:xfrm>
          <a:prstGeom prst="rect">
            <a:avLst/>
          </a:prstGeom>
        </p:spPr>
      </p:pic>
      <p:pic>
        <p:nvPicPr>
          <p:cNvPr id="11" name="Imagen 10">
            <a:extLst>
              <a:ext uri="{FF2B5EF4-FFF2-40B4-BE49-F238E27FC236}">
                <a16:creationId xmlns:a16="http://schemas.microsoft.com/office/drawing/2014/main" id="{086AECFE-4CFE-36BA-E414-E1E13B3FDD7B}"/>
              </a:ext>
            </a:extLst>
          </p:cNvPr>
          <p:cNvPicPr>
            <a:picLocks noChangeAspect="1"/>
          </p:cNvPicPr>
          <p:nvPr/>
        </p:nvPicPr>
        <p:blipFill>
          <a:blip r:embed="rId3"/>
          <a:stretch>
            <a:fillRect/>
          </a:stretch>
        </p:blipFill>
        <p:spPr>
          <a:xfrm>
            <a:off x="1304400" y="1484471"/>
            <a:ext cx="9583200" cy="3181062"/>
          </a:xfrm>
          <a:prstGeom prst="rect">
            <a:avLst/>
          </a:prstGeom>
        </p:spPr>
      </p:pic>
      <p:sp>
        <p:nvSpPr>
          <p:cNvPr id="12" name="Rectángulo: esquinas redondeadas 11">
            <a:extLst>
              <a:ext uri="{FF2B5EF4-FFF2-40B4-BE49-F238E27FC236}">
                <a16:creationId xmlns:a16="http://schemas.microsoft.com/office/drawing/2014/main" id="{C2459E95-492A-CBDF-4612-8C24481C536A}"/>
              </a:ext>
            </a:extLst>
          </p:cNvPr>
          <p:cNvSpPr/>
          <p:nvPr/>
        </p:nvSpPr>
        <p:spPr>
          <a:xfrm>
            <a:off x="1380599" y="5859679"/>
            <a:ext cx="6391801"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n-US" sz="1200" b="1" dirty="0">
                <a:solidFill>
                  <a:schemeClr val="bg1"/>
                </a:solidFill>
              </a:rPr>
              <a:t>NOTA: </a:t>
            </a:r>
            <a:r>
              <a:rPr lang="en-US" sz="1200" dirty="0">
                <a:solidFill>
                  <a:schemeClr val="bg1"/>
                </a:solidFill>
              </a:rPr>
              <a:t>Tomar los datos de la imagen </a:t>
            </a:r>
            <a:r>
              <a:rPr lang="en-US" sz="1200" dirty="0" err="1">
                <a:solidFill>
                  <a:schemeClr val="bg1"/>
                </a:solidFill>
              </a:rPr>
              <a:t>como</a:t>
            </a:r>
            <a:r>
              <a:rPr lang="en-US" sz="1200" dirty="0">
                <a:solidFill>
                  <a:schemeClr val="bg1"/>
                </a:solidFill>
              </a:rPr>
              <a:t> </a:t>
            </a:r>
            <a:r>
              <a:rPr lang="en-US" sz="1200" dirty="0" err="1">
                <a:solidFill>
                  <a:schemeClr val="bg1"/>
                </a:solidFill>
              </a:rPr>
              <a:t>guia</a:t>
            </a:r>
            <a:r>
              <a:rPr lang="en-US" sz="1200" dirty="0">
                <a:solidFill>
                  <a:schemeClr val="bg1"/>
                </a:solidFill>
              </a:rPr>
              <a:t> para </a:t>
            </a:r>
            <a:r>
              <a:rPr lang="en-US" sz="1200" dirty="0" err="1">
                <a:solidFill>
                  <a:schemeClr val="bg1"/>
                </a:solidFill>
              </a:rPr>
              <a:t>ejecutar</a:t>
            </a:r>
            <a:r>
              <a:rPr lang="en-US" sz="1200" dirty="0">
                <a:solidFill>
                  <a:schemeClr val="bg1"/>
                </a:solidFill>
              </a:rPr>
              <a:t> el proceso </a:t>
            </a:r>
            <a:r>
              <a:rPr lang="en-US" sz="1200" dirty="0" err="1">
                <a:solidFill>
                  <a:schemeClr val="bg1"/>
                </a:solidFill>
              </a:rPr>
              <a:t>correctamente</a:t>
            </a:r>
            <a:r>
              <a:rPr lang="en-US" sz="1200" dirty="0">
                <a:solidFill>
                  <a:schemeClr val="bg1"/>
                </a:solidFill>
              </a:rPr>
              <a:t>. </a:t>
            </a:r>
            <a:endParaRPr lang="en-US" sz="1200" b="1" dirty="0">
              <a:solidFill>
                <a:schemeClr val="bg1"/>
              </a:solidFill>
            </a:endParaRPr>
          </a:p>
        </p:txBody>
      </p:sp>
    </p:spTree>
    <p:extLst>
      <p:ext uri="{BB962C8B-B14F-4D97-AF65-F5344CB8AC3E}">
        <p14:creationId xmlns:p14="http://schemas.microsoft.com/office/powerpoint/2010/main" val="17807773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3F2F5-06C2-1E75-05E6-478D9D21D704}"/>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BBA97319-B08D-30E1-47A0-8282A183FAF5}"/>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F08FB909-0EEF-D3BB-D158-4A20C24EBF6D}"/>
              </a:ext>
            </a:extLst>
          </p:cNvPr>
          <p:cNvSpPr/>
          <p:nvPr/>
        </p:nvSpPr>
        <p:spPr>
          <a:xfrm>
            <a:off x="1390125" y="5168169"/>
            <a:ext cx="3569352"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5. </a:t>
            </a:r>
            <a:r>
              <a:rPr lang="en-US" sz="1200" dirty="0" err="1">
                <a:solidFill>
                  <a:schemeClr val="bg1"/>
                </a:solidFill>
              </a:rPr>
              <a:t>Indicar</a:t>
            </a:r>
            <a:r>
              <a:rPr lang="en-US" sz="1200" dirty="0">
                <a:solidFill>
                  <a:schemeClr val="bg1"/>
                </a:solidFill>
              </a:rPr>
              <a:t> datos del Segundo Bloque. </a:t>
            </a:r>
            <a:endParaRPr lang="en-US" sz="1200" b="1" dirty="0">
              <a:solidFill>
                <a:schemeClr val="bg1"/>
              </a:solidFill>
            </a:endParaRPr>
          </a:p>
        </p:txBody>
      </p:sp>
      <p:pic>
        <p:nvPicPr>
          <p:cNvPr id="5" name="Imagen 4">
            <a:extLst>
              <a:ext uri="{FF2B5EF4-FFF2-40B4-BE49-F238E27FC236}">
                <a16:creationId xmlns:a16="http://schemas.microsoft.com/office/drawing/2014/main" id="{058A412D-C070-2FAE-19D0-8A8CBB123220}"/>
              </a:ext>
            </a:extLst>
          </p:cNvPr>
          <p:cNvPicPr>
            <a:picLocks noChangeAspect="1"/>
          </p:cNvPicPr>
          <p:nvPr/>
        </p:nvPicPr>
        <p:blipFill>
          <a:blip r:embed="rId2"/>
          <a:stretch>
            <a:fillRect/>
          </a:stretch>
        </p:blipFill>
        <p:spPr>
          <a:xfrm>
            <a:off x="1304400" y="1204431"/>
            <a:ext cx="9583200" cy="3601806"/>
          </a:xfrm>
          <a:prstGeom prst="rect">
            <a:avLst/>
          </a:prstGeom>
        </p:spPr>
      </p:pic>
      <p:pic>
        <p:nvPicPr>
          <p:cNvPr id="8" name="Imagen 7">
            <a:extLst>
              <a:ext uri="{FF2B5EF4-FFF2-40B4-BE49-F238E27FC236}">
                <a16:creationId xmlns:a16="http://schemas.microsoft.com/office/drawing/2014/main" id="{311C75E7-05FC-2A12-7CD3-FA0E5D543619}"/>
              </a:ext>
            </a:extLst>
          </p:cNvPr>
          <p:cNvPicPr>
            <a:picLocks noChangeAspect="1"/>
          </p:cNvPicPr>
          <p:nvPr/>
        </p:nvPicPr>
        <p:blipFill>
          <a:blip r:embed="rId3"/>
          <a:stretch>
            <a:fillRect/>
          </a:stretch>
        </p:blipFill>
        <p:spPr>
          <a:xfrm>
            <a:off x="1095299" y="2324405"/>
            <a:ext cx="162000" cy="162000"/>
          </a:xfrm>
          <a:prstGeom prst="rect">
            <a:avLst/>
          </a:prstGeom>
        </p:spPr>
      </p:pic>
      <p:sp>
        <p:nvSpPr>
          <p:cNvPr id="9" name="Rectángulo: esquinas redondeadas 8">
            <a:extLst>
              <a:ext uri="{FF2B5EF4-FFF2-40B4-BE49-F238E27FC236}">
                <a16:creationId xmlns:a16="http://schemas.microsoft.com/office/drawing/2014/main" id="{7271ED69-1FB4-E261-52F7-8112C007F48F}"/>
              </a:ext>
            </a:extLst>
          </p:cNvPr>
          <p:cNvSpPr/>
          <p:nvPr/>
        </p:nvSpPr>
        <p:spPr>
          <a:xfrm>
            <a:off x="1390125" y="5734701"/>
            <a:ext cx="6391801"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n-US" sz="1200" b="1" dirty="0">
                <a:solidFill>
                  <a:schemeClr val="bg1"/>
                </a:solidFill>
              </a:rPr>
              <a:t>NOTA: </a:t>
            </a:r>
            <a:r>
              <a:rPr lang="en-US" sz="1200" dirty="0">
                <a:solidFill>
                  <a:schemeClr val="bg1"/>
                </a:solidFill>
              </a:rPr>
              <a:t>Tomar los datos de la imagen </a:t>
            </a:r>
            <a:r>
              <a:rPr lang="en-US" sz="1200" dirty="0" err="1">
                <a:solidFill>
                  <a:schemeClr val="bg1"/>
                </a:solidFill>
              </a:rPr>
              <a:t>como</a:t>
            </a:r>
            <a:r>
              <a:rPr lang="en-US" sz="1200" dirty="0">
                <a:solidFill>
                  <a:schemeClr val="bg1"/>
                </a:solidFill>
              </a:rPr>
              <a:t> </a:t>
            </a:r>
            <a:r>
              <a:rPr lang="en-US" sz="1200" dirty="0" err="1">
                <a:solidFill>
                  <a:schemeClr val="bg1"/>
                </a:solidFill>
              </a:rPr>
              <a:t>guia</a:t>
            </a:r>
            <a:r>
              <a:rPr lang="en-US" sz="1200" dirty="0">
                <a:solidFill>
                  <a:schemeClr val="bg1"/>
                </a:solidFill>
              </a:rPr>
              <a:t> para </a:t>
            </a:r>
            <a:r>
              <a:rPr lang="en-US" sz="1200" dirty="0" err="1">
                <a:solidFill>
                  <a:schemeClr val="bg1"/>
                </a:solidFill>
              </a:rPr>
              <a:t>ejecutar</a:t>
            </a:r>
            <a:r>
              <a:rPr lang="en-US" sz="1200" dirty="0">
                <a:solidFill>
                  <a:schemeClr val="bg1"/>
                </a:solidFill>
              </a:rPr>
              <a:t> el proceso </a:t>
            </a:r>
            <a:r>
              <a:rPr lang="en-US" sz="1200" dirty="0" err="1">
                <a:solidFill>
                  <a:schemeClr val="bg1"/>
                </a:solidFill>
              </a:rPr>
              <a:t>correctamente</a:t>
            </a:r>
            <a:r>
              <a:rPr lang="en-US" sz="1200" dirty="0">
                <a:solidFill>
                  <a:schemeClr val="bg1"/>
                </a:solidFill>
              </a:rPr>
              <a:t>. </a:t>
            </a:r>
            <a:endParaRPr lang="en-US" sz="1200" b="1" dirty="0">
              <a:solidFill>
                <a:schemeClr val="bg1"/>
              </a:solidFill>
            </a:endParaRPr>
          </a:p>
        </p:txBody>
      </p:sp>
    </p:spTree>
    <p:extLst>
      <p:ext uri="{BB962C8B-B14F-4D97-AF65-F5344CB8AC3E}">
        <p14:creationId xmlns:p14="http://schemas.microsoft.com/office/powerpoint/2010/main" val="1281640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CA23-4093-9F1E-CBC1-518E295BC4CE}"/>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7310900A-3DB2-658C-E091-AC417209AD7F}"/>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237F3B67-280E-D5C6-00B2-BEE998558D6D}"/>
              </a:ext>
            </a:extLst>
          </p:cNvPr>
          <p:cNvSpPr/>
          <p:nvPr/>
        </p:nvSpPr>
        <p:spPr>
          <a:xfrm>
            <a:off x="1399650" y="5583202"/>
            <a:ext cx="9583200" cy="5810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Definidos los parámetros a ejecutar, se selecciona en la opción “envío” </a:t>
            </a:r>
            <a:r>
              <a:rPr lang="es-CO" sz="1200" b="1" dirty="0">
                <a:solidFill>
                  <a:schemeClr val="bg1"/>
                </a:solidFill>
              </a:rPr>
              <a:t>Guardar Parámetros Como</a:t>
            </a:r>
            <a:r>
              <a:rPr lang="es-CO" sz="1200" dirty="0">
                <a:solidFill>
                  <a:schemeClr val="bg1"/>
                </a:solidFill>
              </a:rPr>
              <a:t>, y se da </a:t>
            </a:r>
            <a:r>
              <a:rPr lang="es-CO" sz="1200" dirty="0" err="1">
                <a:solidFill>
                  <a:schemeClr val="bg1"/>
                </a:solidFill>
              </a:rPr>
              <a:t>check</a:t>
            </a:r>
            <a:r>
              <a:rPr lang="es-CO" sz="1200" dirty="0">
                <a:solidFill>
                  <a:schemeClr val="bg1"/>
                </a:solidFill>
              </a:rPr>
              <a:t> en </a:t>
            </a:r>
            <a:r>
              <a:rPr lang="es-CO" sz="1200" b="1" dirty="0">
                <a:solidFill>
                  <a:schemeClr val="bg1"/>
                </a:solidFill>
              </a:rPr>
              <a:t>Guardar</a:t>
            </a:r>
            <a:r>
              <a:rPr lang="es-CO" sz="1200" dirty="0">
                <a:solidFill>
                  <a:schemeClr val="bg1"/>
                </a:solidFill>
              </a:rPr>
              <a:t> para generar el proceso.</a:t>
            </a:r>
          </a:p>
        </p:txBody>
      </p:sp>
      <p:pic>
        <p:nvPicPr>
          <p:cNvPr id="8" name="Imagen 7">
            <a:extLst>
              <a:ext uri="{FF2B5EF4-FFF2-40B4-BE49-F238E27FC236}">
                <a16:creationId xmlns:a16="http://schemas.microsoft.com/office/drawing/2014/main" id="{E5204B39-57C9-7538-7426-A05FF5295163}"/>
              </a:ext>
            </a:extLst>
          </p:cNvPr>
          <p:cNvPicPr>
            <a:picLocks noChangeAspect="1"/>
          </p:cNvPicPr>
          <p:nvPr/>
        </p:nvPicPr>
        <p:blipFill>
          <a:blip r:embed="rId2"/>
          <a:stretch>
            <a:fillRect/>
          </a:stretch>
        </p:blipFill>
        <p:spPr>
          <a:xfrm>
            <a:off x="1304400" y="4835524"/>
            <a:ext cx="9583200" cy="439688"/>
          </a:xfrm>
          <a:prstGeom prst="rect">
            <a:avLst/>
          </a:prstGeom>
        </p:spPr>
      </p:pic>
      <p:pic>
        <p:nvPicPr>
          <p:cNvPr id="10" name="Imagen 9">
            <a:extLst>
              <a:ext uri="{FF2B5EF4-FFF2-40B4-BE49-F238E27FC236}">
                <a16:creationId xmlns:a16="http://schemas.microsoft.com/office/drawing/2014/main" id="{66F563EC-A95D-D7F9-2B29-B06C443ABC45}"/>
              </a:ext>
            </a:extLst>
          </p:cNvPr>
          <p:cNvPicPr>
            <a:picLocks noChangeAspect="1"/>
          </p:cNvPicPr>
          <p:nvPr/>
        </p:nvPicPr>
        <p:blipFill>
          <a:blip r:embed="rId3"/>
          <a:stretch>
            <a:fillRect/>
          </a:stretch>
        </p:blipFill>
        <p:spPr>
          <a:xfrm>
            <a:off x="1304400" y="984285"/>
            <a:ext cx="9583200" cy="3851239"/>
          </a:xfrm>
          <a:prstGeom prst="rect">
            <a:avLst/>
          </a:prstGeom>
        </p:spPr>
      </p:pic>
      <p:pic>
        <p:nvPicPr>
          <p:cNvPr id="12" name="Imagen 11">
            <a:extLst>
              <a:ext uri="{FF2B5EF4-FFF2-40B4-BE49-F238E27FC236}">
                <a16:creationId xmlns:a16="http://schemas.microsoft.com/office/drawing/2014/main" id="{D8DE4162-E96E-B0C1-46F6-B902BBC5009E}"/>
              </a:ext>
            </a:extLst>
          </p:cNvPr>
          <p:cNvPicPr>
            <a:picLocks noChangeAspect="1"/>
          </p:cNvPicPr>
          <p:nvPr/>
        </p:nvPicPr>
        <p:blipFill>
          <a:blip r:embed="rId4"/>
          <a:stretch>
            <a:fillRect/>
          </a:stretch>
        </p:blipFill>
        <p:spPr>
          <a:xfrm>
            <a:off x="1733855" y="4342585"/>
            <a:ext cx="162000" cy="162000"/>
          </a:xfrm>
          <a:prstGeom prst="rect">
            <a:avLst/>
          </a:prstGeom>
        </p:spPr>
      </p:pic>
      <p:pic>
        <p:nvPicPr>
          <p:cNvPr id="14" name="Imagen 13">
            <a:extLst>
              <a:ext uri="{FF2B5EF4-FFF2-40B4-BE49-F238E27FC236}">
                <a16:creationId xmlns:a16="http://schemas.microsoft.com/office/drawing/2014/main" id="{DBD96BF1-6E66-4ECE-F4C9-62613A6024CC}"/>
              </a:ext>
            </a:extLst>
          </p:cNvPr>
          <p:cNvPicPr>
            <a:picLocks noChangeAspect="1"/>
          </p:cNvPicPr>
          <p:nvPr/>
        </p:nvPicPr>
        <p:blipFill>
          <a:blip r:embed="rId5"/>
          <a:stretch>
            <a:fillRect/>
          </a:stretch>
        </p:blipFill>
        <p:spPr>
          <a:xfrm>
            <a:off x="10170605" y="4959543"/>
            <a:ext cx="162000" cy="162000"/>
          </a:xfrm>
          <a:prstGeom prst="rect">
            <a:avLst/>
          </a:prstGeom>
        </p:spPr>
      </p:pic>
    </p:spTree>
    <p:extLst>
      <p:ext uri="{BB962C8B-B14F-4D97-AF65-F5344CB8AC3E}">
        <p14:creationId xmlns:p14="http://schemas.microsoft.com/office/powerpoint/2010/main" val="18947334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028A-3FBF-7670-FA51-E3B5C2CE3D9F}"/>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715BDE13-715E-CF91-8B45-C45C5015E96C}"/>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FD089279-A14D-1A77-C5B2-BAAA4A4FEEC6}"/>
              </a:ext>
            </a:extLst>
          </p:cNvPr>
          <p:cNvSpPr/>
          <p:nvPr/>
        </p:nvSpPr>
        <p:spPr>
          <a:xfrm>
            <a:off x="1219199" y="3731812"/>
            <a:ext cx="9583200"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b="1" dirty="0">
                <a:solidFill>
                  <a:schemeClr val="bg1"/>
                </a:solidFill>
              </a:rPr>
              <a:t>8. </a:t>
            </a:r>
            <a:r>
              <a:rPr lang="es-CO" sz="1200" dirty="0">
                <a:solidFill>
                  <a:schemeClr val="bg1"/>
                </a:solidFill>
              </a:rPr>
              <a:t>Tras la aplicación del proceso </a:t>
            </a:r>
            <a:r>
              <a:rPr lang="es-CO" sz="1200" b="1" dirty="0">
                <a:solidFill>
                  <a:schemeClr val="bg1"/>
                </a:solidFill>
              </a:rPr>
              <a:t>SFRFASC</a:t>
            </a:r>
            <a:r>
              <a:rPr lang="es-CO" sz="1200" dirty="0">
                <a:solidFill>
                  <a:schemeClr val="bg1"/>
                </a:solidFill>
              </a:rPr>
              <a:t>, se generan las salidas .LOG y .LIS para validación del resultado de la ejecución del proceso</a:t>
            </a:r>
            <a:endParaRPr lang="en-US" sz="1200" dirty="0">
              <a:solidFill>
                <a:schemeClr val="bg1"/>
              </a:solidFill>
            </a:endParaRPr>
          </a:p>
        </p:txBody>
      </p:sp>
      <p:pic>
        <p:nvPicPr>
          <p:cNvPr id="5" name="Imagen 4">
            <a:extLst>
              <a:ext uri="{FF2B5EF4-FFF2-40B4-BE49-F238E27FC236}">
                <a16:creationId xmlns:a16="http://schemas.microsoft.com/office/drawing/2014/main" id="{C5C8F3BF-85C6-644D-1E9C-5A0CDE7F6C4A}"/>
              </a:ext>
            </a:extLst>
          </p:cNvPr>
          <p:cNvPicPr>
            <a:picLocks noChangeAspect="1"/>
          </p:cNvPicPr>
          <p:nvPr/>
        </p:nvPicPr>
        <p:blipFill>
          <a:blip r:embed="rId2"/>
          <a:stretch>
            <a:fillRect/>
          </a:stretch>
        </p:blipFill>
        <p:spPr>
          <a:xfrm>
            <a:off x="1219199" y="1904590"/>
            <a:ext cx="9583200" cy="1436732"/>
          </a:xfrm>
          <a:prstGeom prst="rect">
            <a:avLst/>
          </a:prstGeom>
        </p:spPr>
      </p:pic>
      <p:pic>
        <p:nvPicPr>
          <p:cNvPr id="9" name="Imagen 8">
            <a:extLst>
              <a:ext uri="{FF2B5EF4-FFF2-40B4-BE49-F238E27FC236}">
                <a16:creationId xmlns:a16="http://schemas.microsoft.com/office/drawing/2014/main" id="{477AF0FA-9D66-B99D-5F8E-21B173C6ADDD}"/>
              </a:ext>
            </a:extLst>
          </p:cNvPr>
          <p:cNvPicPr>
            <a:picLocks noChangeAspect="1"/>
          </p:cNvPicPr>
          <p:nvPr/>
        </p:nvPicPr>
        <p:blipFill>
          <a:blip r:embed="rId3"/>
          <a:stretch>
            <a:fillRect/>
          </a:stretch>
        </p:blipFill>
        <p:spPr>
          <a:xfrm>
            <a:off x="10829851" y="2508581"/>
            <a:ext cx="162000" cy="162000"/>
          </a:xfrm>
          <a:prstGeom prst="rect">
            <a:avLst/>
          </a:prstGeom>
        </p:spPr>
      </p:pic>
    </p:spTree>
    <p:extLst>
      <p:ext uri="{BB962C8B-B14F-4D97-AF65-F5344CB8AC3E}">
        <p14:creationId xmlns:p14="http://schemas.microsoft.com/office/powerpoint/2010/main" val="36902583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9BF9D-8510-2CA0-BF95-E0E63FF0581C}"/>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3B591AFF-7688-25F1-FFBF-CF8BA629FF76}"/>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B5896FFA-DBF9-B524-98A1-D8278876EDB8}"/>
              </a:ext>
            </a:extLst>
          </p:cNvPr>
          <p:cNvPicPr>
            <a:picLocks noChangeAspect="1"/>
          </p:cNvPicPr>
          <p:nvPr/>
        </p:nvPicPr>
        <p:blipFill>
          <a:blip r:embed="rId2"/>
          <a:stretch>
            <a:fillRect/>
          </a:stretch>
        </p:blipFill>
        <p:spPr>
          <a:xfrm>
            <a:off x="1304400" y="1181955"/>
            <a:ext cx="9583200" cy="3502515"/>
          </a:xfrm>
          <a:prstGeom prst="rect">
            <a:avLst/>
          </a:prstGeom>
        </p:spPr>
      </p:pic>
      <p:sp>
        <p:nvSpPr>
          <p:cNvPr id="7" name="Rectángulo: esquinas redondeadas 6">
            <a:extLst>
              <a:ext uri="{FF2B5EF4-FFF2-40B4-BE49-F238E27FC236}">
                <a16:creationId xmlns:a16="http://schemas.microsoft.com/office/drawing/2014/main" id="{ECA93049-70C7-A4FD-9F08-07039713812F}"/>
              </a:ext>
            </a:extLst>
          </p:cNvPr>
          <p:cNvSpPr/>
          <p:nvPr/>
        </p:nvSpPr>
        <p:spPr>
          <a:xfrm>
            <a:off x="1391522" y="5099113"/>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Para revisar las salidas .LOG y .LIS se debe ingresar a la sección superior del menú, opción </a:t>
            </a:r>
            <a:r>
              <a:rPr lang="es-CO" sz="1200" b="1" dirty="0">
                <a:solidFill>
                  <a:schemeClr val="bg1"/>
                </a:solidFill>
              </a:rPr>
              <a:t>"Relacionado</a:t>
            </a:r>
            <a:r>
              <a:rPr lang="es-CO" sz="1200" dirty="0">
                <a:solidFill>
                  <a:schemeClr val="bg1"/>
                </a:solidFill>
              </a:rPr>
              <a:t>" y posteriormente la </a:t>
            </a:r>
            <a:r>
              <a:rPr lang="es-CO" sz="1200" b="1" dirty="0">
                <a:solidFill>
                  <a:schemeClr val="bg1"/>
                </a:solidFill>
              </a:rPr>
              <a:t>opción "Revisar Salida [GJIREVO]"</a:t>
            </a:r>
          </a:p>
        </p:txBody>
      </p:sp>
      <p:pic>
        <p:nvPicPr>
          <p:cNvPr id="9" name="Imagen 8">
            <a:extLst>
              <a:ext uri="{FF2B5EF4-FFF2-40B4-BE49-F238E27FC236}">
                <a16:creationId xmlns:a16="http://schemas.microsoft.com/office/drawing/2014/main" id="{1AAE829B-280D-C55C-9F92-7B5E4E2DCB3B}"/>
              </a:ext>
            </a:extLst>
          </p:cNvPr>
          <p:cNvPicPr>
            <a:picLocks noChangeAspect="1"/>
          </p:cNvPicPr>
          <p:nvPr/>
        </p:nvPicPr>
        <p:blipFill>
          <a:blip r:embed="rId3"/>
          <a:stretch>
            <a:fillRect/>
          </a:stretch>
        </p:blipFill>
        <p:spPr>
          <a:xfrm>
            <a:off x="8848384" y="2057059"/>
            <a:ext cx="162000" cy="162000"/>
          </a:xfrm>
          <a:prstGeom prst="rect">
            <a:avLst/>
          </a:prstGeom>
        </p:spPr>
      </p:pic>
      <p:pic>
        <p:nvPicPr>
          <p:cNvPr id="11" name="Imagen 10">
            <a:extLst>
              <a:ext uri="{FF2B5EF4-FFF2-40B4-BE49-F238E27FC236}">
                <a16:creationId xmlns:a16="http://schemas.microsoft.com/office/drawing/2014/main" id="{97043E53-1A48-4A02-E6E5-DDE8C30F6C0A}"/>
              </a:ext>
            </a:extLst>
          </p:cNvPr>
          <p:cNvPicPr>
            <a:picLocks noChangeAspect="1"/>
          </p:cNvPicPr>
          <p:nvPr/>
        </p:nvPicPr>
        <p:blipFill>
          <a:blip r:embed="rId4"/>
          <a:stretch>
            <a:fillRect/>
          </a:stretch>
        </p:blipFill>
        <p:spPr>
          <a:xfrm>
            <a:off x="10890927" y="1512017"/>
            <a:ext cx="162000" cy="162000"/>
          </a:xfrm>
          <a:prstGeom prst="rect">
            <a:avLst/>
          </a:prstGeom>
        </p:spPr>
      </p:pic>
    </p:spTree>
    <p:extLst>
      <p:ext uri="{BB962C8B-B14F-4D97-AF65-F5344CB8AC3E}">
        <p14:creationId xmlns:p14="http://schemas.microsoft.com/office/powerpoint/2010/main" val="4391761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D8144-BA36-508D-48D9-6AC140E94706}"/>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F4B2ABA0-5D05-4AE7-2CBF-0E80CC4753DF}"/>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9474862B-43A1-D298-C11B-2F77F671ABE7}"/>
              </a:ext>
            </a:extLst>
          </p:cNvPr>
          <p:cNvPicPr>
            <a:picLocks noChangeAspect="1"/>
          </p:cNvPicPr>
          <p:nvPr/>
        </p:nvPicPr>
        <p:blipFill>
          <a:blip r:embed="rId2"/>
          <a:stretch>
            <a:fillRect/>
          </a:stretch>
        </p:blipFill>
        <p:spPr>
          <a:xfrm>
            <a:off x="1304400" y="1019175"/>
            <a:ext cx="9583200" cy="4356909"/>
          </a:xfrm>
          <a:prstGeom prst="rect">
            <a:avLst/>
          </a:prstGeom>
        </p:spPr>
      </p:pic>
      <p:sp>
        <p:nvSpPr>
          <p:cNvPr id="9" name="Rectángulo: esquinas redondeadas 8">
            <a:extLst>
              <a:ext uri="{FF2B5EF4-FFF2-40B4-BE49-F238E27FC236}">
                <a16:creationId xmlns:a16="http://schemas.microsoft.com/office/drawing/2014/main" id="{70075C58-D076-28BA-9A49-707BD50FC954}"/>
              </a:ext>
            </a:extLst>
          </p:cNvPr>
          <p:cNvSpPr/>
          <p:nvPr/>
        </p:nvSpPr>
        <p:spPr>
          <a:xfrm>
            <a:off x="1304400" y="5661111"/>
            <a:ext cx="958320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En la nueva ventana, tras asegurarse que el campo </a:t>
            </a:r>
            <a:r>
              <a:rPr lang="es-CO" sz="1200" b="1" dirty="0">
                <a:solidFill>
                  <a:schemeClr val="bg1"/>
                </a:solidFill>
              </a:rPr>
              <a:t>“Número"</a:t>
            </a:r>
            <a:r>
              <a:rPr lang="es-CO" sz="1200" dirty="0">
                <a:solidFill>
                  <a:schemeClr val="bg1"/>
                </a:solidFill>
              </a:rPr>
              <a:t> coincida con el número del proceso ejecutado, desde el campo </a:t>
            </a:r>
            <a:r>
              <a:rPr lang="es-CO" sz="1200" b="1" dirty="0">
                <a:solidFill>
                  <a:schemeClr val="bg1"/>
                </a:solidFill>
              </a:rPr>
              <a:t>“Nombre de archivo"</a:t>
            </a:r>
            <a:r>
              <a:rPr lang="es-CO" sz="1200" dirty="0">
                <a:solidFill>
                  <a:schemeClr val="bg1"/>
                </a:solidFill>
              </a:rPr>
              <a:t> se ha de seleccionar aquel archivo que se desee visualizar, los cuales se diferencia por las extensiones </a:t>
            </a:r>
            <a:r>
              <a:rPr lang="es-CO" sz="1200" b="1" dirty="0">
                <a:solidFill>
                  <a:schemeClr val="bg1"/>
                </a:solidFill>
              </a:rPr>
              <a:t>.lis o .log</a:t>
            </a:r>
            <a:r>
              <a:rPr lang="es-CO" sz="1200" dirty="0">
                <a:solidFill>
                  <a:schemeClr val="bg1"/>
                </a:solidFill>
              </a:rPr>
              <a:t>.</a:t>
            </a:r>
          </a:p>
        </p:txBody>
      </p:sp>
      <p:pic>
        <p:nvPicPr>
          <p:cNvPr id="11" name="Imagen 10">
            <a:extLst>
              <a:ext uri="{FF2B5EF4-FFF2-40B4-BE49-F238E27FC236}">
                <a16:creationId xmlns:a16="http://schemas.microsoft.com/office/drawing/2014/main" id="{33ADCB1A-67F0-0F9C-F486-3041ADB7B28D}"/>
              </a:ext>
            </a:extLst>
          </p:cNvPr>
          <p:cNvPicPr>
            <a:picLocks noChangeAspect="1"/>
          </p:cNvPicPr>
          <p:nvPr/>
        </p:nvPicPr>
        <p:blipFill>
          <a:blip r:embed="rId3"/>
          <a:stretch>
            <a:fillRect/>
          </a:stretch>
        </p:blipFill>
        <p:spPr>
          <a:xfrm>
            <a:off x="7682218" y="1642684"/>
            <a:ext cx="162000" cy="162000"/>
          </a:xfrm>
          <a:prstGeom prst="rect">
            <a:avLst/>
          </a:prstGeom>
        </p:spPr>
      </p:pic>
      <p:pic>
        <p:nvPicPr>
          <p:cNvPr id="13" name="Imagen 12">
            <a:extLst>
              <a:ext uri="{FF2B5EF4-FFF2-40B4-BE49-F238E27FC236}">
                <a16:creationId xmlns:a16="http://schemas.microsoft.com/office/drawing/2014/main" id="{5B041379-D507-BEF7-1CBE-CC46E0F948CB}"/>
              </a:ext>
            </a:extLst>
          </p:cNvPr>
          <p:cNvPicPr>
            <a:picLocks noChangeAspect="1"/>
          </p:cNvPicPr>
          <p:nvPr/>
        </p:nvPicPr>
        <p:blipFill>
          <a:blip r:embed="rId4"/>
          <a:stretch>
            <a:fillRect/>
          </a:stretch>
        </p:blipFill>
        <p:spPr>
          <a:xfrm>
            <a:off x="10293784" y="1642684"/>
            <a:ext cx="162000" cy="162000"/>
          </a:xfrm>
          <a:prstGeom prst="rect">
            <a:avLst/>
          </a:prstGeom>
        </p:spPr>
      </p:pic>
      <p:pic>
        <p:nvPicPr>
          <p:cNvPr id="15" name="Imagen 14">
            <a:extLst>
              <a:ext uri="{FF2B5EF4-FFF2-40B4-BE49-F238E27FC236}">
                <a16:creationId xmlns:a16="http://schemas.microsoft.com/office/drawing/2014/main" id="{7CE87CE4-64A1-C0CC-A207-F6C536249535}"/>
              </a:ext>
            </a:extLst>
          </p:cNvPr>
          <p:cNvPicPr>
            <a:picLocks noChangeAspect="1"/>
          </p:cNvPicPr>
          <p:nvPr/>
        </p:nvPicPr>
        <p:blipFill>
          <a:blip r:embed="rId5"/>
          <a:stretch>
            <a:fillRect/>
          </a:stretch>
        </p:blipFill>
        <p:spPr>
          <a:xfrm>
            <a:off x="7844218" y="5053316"/>
            <a:ext cx="162000" cy="162000"/>
          </a:xfrm>
          <a:prstGeom prst="rect">
            <a:avLst/>
          </a:prstGeom>
        </p:spPr>
      </p:pic>
      <p:pic>
        <p:nvPicPr>
          <p:cNvPr id="17" name="Imagen 16">
            <a:extLst>
              <a:ext uri="{FF2B5EF4-FFF2-40B4-BE49-F238E27FC236}">
                <a16:creationId xmlns:a16="http://schemas.microsoft.com/office/drawing/2014/main" id="{0963AB77-33EE-65F5-EC07-E2CC68ED2A0D}"/>
              </a:ext>
            </a:extLst>
          </p:cNvPr>
          <p:cNvPicPr>
            <a:picLocks noChangeAspect="1"/>
          </p:cNvPicPr>
          <p:nvPr/>
        </p:nvPicPr>
        <p:blipFill>
          <a:blip r:embed="rId6"/>
          <a:stretch>
            <a:fillRect/>
          </a:stretch>
        </p:blipFill>
        <p:spPr>
          <a:xfrm>
            <a:off x="4064093" y="3348000"/>
            <a:ext cx="162000" cy="162000"/>
          </a:xfrm>
          <a:prstGeom prst="rect">
            <a:avLst/>
          </a:prstGeom>
        </p:spPr>
      </p:pic>
      <p:pic>
        <p:nvPicPr>
          <p:cNvPr id="19" name="Imagen 18">
            <a:extLst>
              <a:ext uri="{FF2B5EF4-FFF2-40B4-BE49-F238E27FC236}">
                <a16:creationId xmlns:a16="http://schemas.microsoft.com/office/drawing/2014/main" id="{A6979320-04C3-D8AE-9B3D-0DAA5FD6B2F8}"/>
              </a:ext>
            </a:extLst>
          </p:cNvPr>
          <p:cNvPicPr>
            <a:picLocks noChangeAspect="1"/>
          </p:cNvPicPr>
          <p:nvPr/>
        </p:nvPicPr>
        <p:blipFill>
          <a:blip r:embed="rId7"/>
          <a:stretch>
            <a:fillRect/>
          </a:stretch>
        </p:blipFill>
        <p:spPr>
          <a:xfrm>
            <a:off x="3457159" y="1804684"/>
            <a:ext cx="162000" cy="162000"/>
          </a:xfrm>
          <a:prstGeom prst="rect">
            <a:avLst/>
          </a:prstGeom>
        </p:spPr>
      </p:pic>
    </p:spTree>
    <p:extLst>
      <p:ext uri="{BB962C8B-B14F-4D97-AF65-F5344CB8AC3E}">
        <p14:creationId xmlns:p14="http://schemas.microsoft.com/office/powerpoint/2010/main" val="28962389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89729-DD7D-78C7-D111-FF2AD3EE42E5}"/>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705F3FCC-5F9F-D0ED-BBF9-15D5247804A2}"/>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8A3755F6-7898-112E-B1FB-20CDFE23E2B6}"/>
              </a:ext>
            </a:extLst>
          </p:cNvPr>
          <p:cNvPicPr>
            <a:picLocks noChangeAspect="1"/>
          </p:cNvPicPr>
          <p:nvPr/>
        </p:nvPicPr>
        <p:blipFill>
          <a:blip r:embed="rId2"/>
          <a:stretch>
            <a:fillRect/>
          </a:stretch>
        </p:blipFill>
        <p:spPr>
          <a:xfrm>
            <a:off x="1304400" y="1094366"/>
            <a:ext cx="9583200" cy="4209209"/>
          </a:xfrm>
          <a:prstGeom prst="rect">
            <a:avLst/>
          </a:prstGeom>
        </p:spPr>
      </p:pic>
      <p:sp>
        <p:nvSpPr>
          <p:cNvPr id="4" name="Rectángulo: esquinas redondeadas 3">
            <a:extLst>
              <a:ext uri="{FF2B5EF4-FFF2-40B4-BE49-F238E27FC236}">
                <a16:creationId xmlns:a16="http://schemas.microsoft.com/office/drawing/2014/main" id="{FF16FC12-25F5-665D-9146-528151426309}"/>
              </a:ext>
            </a:extLst>
          </p:cNvPr>
          <p:cNvSpPr/>
          <p:nvPr/>
        </p:nvSpPr>
        <p:spPr>
          <a:xfrm>
            <a:off x="1307195" y="5625655"/>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Si el archivo corresponde al </a:t>
            </a:r>
            <a:r>
              <a:rPr lang="es-CO" sz="1200" b="1" dirty="0">
                <a:solidFill>
                  <a:schemeClr val="bg1"/>
                </a:solidFill>
              </a:rPr>
              <a:t>.LIS</a:t>
            </a:r>
            <a:r>
              <a:rPr lang="es-CO" sz="1200" dirty="0">
                <a:solidFill>
                  <a:schemeClr val="bg1"/>
                </a:solidFill>
              </a:rPr>
              <a:t>, se han de corroborar la cantidad de registros aplicados como evidencia de su correcta operación.</a:t>
            </a:r>
          </a:p>
        </p:txBody>
      </p:sp>
      <p:pic>
        <p:nvPicPr>
          <p:cNvPr id="7" name="Imagen 6">
            <a:extLst>
              <a:ext uri="{FF2B5EF4-FFF2-40B4-BE49-F238E27FC236}">
                <a16:creationId xmlns:a16="http://schemas.microsoft.com/office/drawing/2014/main" id="{B6994D4C-53D0-7188-6556-2AA07486C042}"/>
              </a:ext>
            </a:extLst>
          </p:cNvPr>
          <p:cNvPicPr>
            <a:picLocks noChangeAspect="1"/>
          </p:cNvPicPr>
          <p:nvPr/>
        </p:nvPicPr>
        <p:blipFill>
          <a:blip r:embed="rId3"/>
          <a:stretch>
            <a:fillRect/>
          </a:stretch>
        </p:blipFill>
        <p:spPr>
          <a:xfrm>
            <a:off x="6257584" y="3285041"/>
            <a:ext cx="162000" cy="162000"/>
          </a:xfrm>
          <a:prstGeom prst="rect">
            <a:avLst/>
          </a:prstGeom>
        </p:spPr>
      </p:pic>
    </p:spTree>
    <p:extLst>
      <p:ext uri="{BB962C8B-B14F-4D97-AF65-F5344CB8AC3E}">
        <p14:creationId xmlns:p14="http://schemas.microsoft.com/office/powerpoint/2010/main" val="21323244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C9E95-8E88-7E16-9813-FCD46C77D017}"/>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D9986CE4-3803-71F2-F4D8-7BFDD9FBE715}"/>
              </a:ext>
            </a:extLst>
          </p:cNvPr>
          <p:cNvSpPr txBox="1">
            <a:spLocks/>
          </p:cNvSpPr>
          <p:nvPr/>
        </p:nvSpPr>
        <p:spPr>
          <a:xfrm>
            <a:off x="1219199" y="467216"/>
            <a:ext cx="8477777"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SFRFASC - Estimación de cuota por lotes</a:t>
            </a:r>
            <a:r>
              <a:rPr lang="es-ES_tradnl" dirty="0">
                <a:solidFill>
                  <a:schemeClr val="tx1"/>
                </a:solidFill>
              </a:rPr>
              <a:t> </a:t>
            </a:r>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BCCE4829-FD81-C427-E1FB-3B03A7BBF814}"/>
              </a:ext>
            </a:extLst>
          </p:cNvPr>
          <p:cNvPicPr>
            <a:picLocks noChangeAspect="1"/>
          </p:cNvPicPr>
          <p:nvPr/>
        </p:nvPicPr>
        <p:blipFill>
          <a:blip r:embed="rId2"/>
          <a:stretch>
            <a:fillRect/>
          </a:stretch>
        </p:blipFill>
        <p:spPr>
          <a:xfrm>
            <a:off x="1304400" y="1235788"/>
            <a:ext cx="9583200" cy="3402912"/>
          </a:xfrm>
          <a:prstGeom prst="rect">
            <a:avLst/>
          </a:prstGeom>
        </p:spPr>
      </p:pic>
      <p:pic>
        <p:nvPicPr>
          <p:cNvPr id="9" name="Imagen 8">
            <a:extLst>
              <a:ext uri="{FF2B5EF4-FFF2-40B4-BE49-F238E27FC236}">
                <a16:creationId xmlns:a16="http://schemas.microsoft.com/office/drawing/2014/main" id="{1A0B1162-CBC8-12DD-4C42-16FB879A0BBF}"/>
              </a:ext>
            </a:extLst>
          </p:cNvPr>
          <p:cNvPicPr>
            <a:picLocks noChangeAspect="1"/>
          </p:cNvPicPr>
          <p:nvPr/>
        </p:nvPicPr>
        <p:blipFill>
          <a:blip r:embed="rId3"/>
          <a:stretch>
            <a:fillRect/>
          </a:stretch>
        </p:blipFill>
        <p:spPr>
          <a:xfrm>
            <a:off x="4400209" y="3193790"/>
            <a:ext cx="162000" cy="162000"/>
          </a:xfrm>
          <a:prstGeom prst="rect">
            <a:avLst/>
          </a:prstGeom>
        </p:spPr>
      </p:pic>
      <p:sp>
        <p:nvSpPr>
          <p:cNvPr id="10" name="Rectángulo: esquinas redondeadas 9">
            <a:extLst>
              <a:ext uri="{FF2B5EF4-FFF2-40B4-BE49-F238E27FC236}">
                <a16:creationId xmlns:a16="http://schemas.microsoft.com/office/drawing/2014/main" id="{79D35FE2-45A2-6F7B-7C34-F8762184D57B}"/>
              </a:ext>
            </a:extLst>
          </p:cNvPr>
          <p:cNvSpPr/>
          <p:nvPr/>
        </p:nvSpPr>
        <p:spPr>
          <a:xfrm>
            <a:off x="1409175" y="5121730"/>
            <a:ext cx="733388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rPr>
              <a:t>Si el archivo corresponde al </a:t>
            </a:r>
            <a:r>
              <a:rPr lang="es-CO" sz="1200" b="1" dirty="0">
                <a:solidFill>
                  <a:schemeClr val="bg1"/>
                </a:solidFill>
              </a:rPr>
              <a:t>.LOG, </a:t>
            </a:r>
            <a:r>
              <a:rPr lang="es-CO" sz="1200" dirty="0">
                <a:solidFill>
                  <a:schemeClr val="bg1"/>
                </a:solidFill>
              </a:rPr>
              <a:t>se han corroborar que el proceso no haya terminado con errores.</a:t>
            </a:r>
          </a:p>
        </p:txBody>
      </p:sp>
    </p:spTree>
    <p:extLst>
      <p:ext uri="{BB962C8B-B14F-4D97-AF65-F5344CB8AC3E}">
        <p14:creationId xmlns:p14="http://schemas.microsoft.com/office/powerpoint/2010/main" val="30334921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98BCB-243B-242B-62A1-BA4481B1DD35}"/>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E3E377EB-D2D9-EBB8-9CCC-52AF1FB94FB7}"/>
              </a:ext>
            </a:extLst>
          </p:cNvPr>
          <p:cNvSpPr/>
          <p:nvPr/>
        </p:nvSpPr>
        <p:spPr>
          <a:xfrm>
            <a:off x="1304399" y="4794675"/>
            <a:ext cx="6787088" cy="49083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evidencia en </a:t>
            </a:r>
            <a:r>
              <a:rPr lang="es-ES_tradnl" sz="1200" b="1" dirty="0"/>
              <a:t>TSAAREV</a:t>
            </a:r>
            <a:r>
              <a:rPr lang="es-ES_tradnl" sz="1200" dirty="0"/>
              <a:t> el registro correcto de los concepto de estimación de cuota por </a:t>
            </a:r>
            <a:r>
              <a:rPr lang="es-ES_tradnl" sz="1200" b="1" dirty="0"/>
              <a:t>Lotes.</a:t>
            </a:r>
            <a:r>
              <a:rPr lang="es-ES_tradnl" sz="1200" dirty="0"/>
              <a:t> </a:t>
            </a:r>
          </a:p>
        </p:txBody>
      </p:sp>
      <p:sp>
        <p:nvSpPr>
          <p:cNvPr id="6" name="Title 12">
            <a:extLst>
              <a:ext uri="{FF2B5EF4-FFF2-40B4-BE49-F238E27FC236}">
                <a16:creationId xmlns:a16="http://schemas.microsoft.com/office/drawing/2014/main" id="{7F3EADCB-1FEA-5513-3093-E0166CB084A6}"/>
              </a:ext>
            </a:extLst>
          </p:cNvPr>
          <p:cNvSpPr txBox="1">
            <a:spLocks/>
          </p:cNvSpPr>
          <p:nvPr/>
        </p:nvSpPr>
        <p:spPr>
          <a:xfrm>
            <a:off x="1304399" y="325110"/>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TSAAREV - </a:t>
            </a:r>
            <a:r>
              <a:rPr lang="es-CO" dirty="0">
                <a:solidFill>
                  <a:schemeClr val="tx1"/>
                </a:solidFill>
              </a:rPr>
              <a:t>Revisión del detalle de la cuenta - Alumnos</a:t>
            </a:r>
          </a:p>
          <a:p>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41441702-41D9-16C3-BA9B-1510D7BA88C9}"/>
              </a:ext>
            </a:extLst>
          </p:cNvPr>
          <p:cNvPicPr>
            <a:picLocks noChangeAspect="1"/>
          </p:cNvPicPr>
          <p:nvPr/>
        </p:nvPicPr>
        <p:blipFill>
          <a:blip r:embed="rId2"/>
          <a:stretch>
            <a:fillRect/>
          </a:stretch>
        </p:blipFill>
        <p:spPr>
          <a:xfrm>
            <a:off x="1304400" y="1448665"/>
            <a:ext cx="9583200" cy="2967058"/>
          </a:xfrm>
          <a:prstGeom prst="rect">
            <a:avLst/>
          </a:prstGeom>
        </p:spPr>
      </p:pic>
    </p:spTree>
    <p:extLst>
      <p:ext uri="{BB962C8B-B14F-4D97-AF65-F5344CB8AC3E}">
        <p14:creationId xmlns:p14="http://schemas.microsoft.com/office/powerpoint/2010/main" val="1735556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8BD9-D918-C2E9-3E32-06EB4B2015F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06C6A14-5B9F-97B2-2BF3-0F700200853A}"/>
              </a:ext>
            </a:extLst>
          </p:cNvPr>
          <p:cNvPicPr>
            <a:picLocks noChangeAspect="1"/>
          </p:cNvPicPr>
          <p:nvPr/>
        </p:nvPicPr>
        <p:blipFill>
          <a:blip r:embed="rId2"/>
          <a:stretch>
            <a:fillRect/>
          </a:stretch>
        </p:blipFill>
        <p:spPr>
          <a:xfrm>
            <a:off x="1304398" y="1779322"/>
            <a:ext cx="9583200" cy="1457445"/>
          </a:xfrm>
          <a:prstGeom prst="rect">
            <a:avLst/>
          </a:prstGeom>
        </p:spPr>
      </p:pic>
      <p:sp>
        <p:nvSpPr>
          <p:cNvPr id="3" name="Rectángulo: esquinas redondeadas 2">
            <a:extLst>
              <a:ext uri="{FF2B5EF4-FFF2-40B4-BE49-F238E27FC236}">
                <a16:creationId xmlns:a16="http://schemas.microsoft.com/office/drawing/2014/main" id="{11D9325E-39F3-9E45-0095-21ADC9A96FB7}"/>
              </a:ext>
            </a:extLst>
          </p:cNvPr>
          <p:cNvSpPr/>
          <p:nvPr/>
        </p:nvSpPr>
        <p:spPr>
          <a:xfrm>
            <a:off x="1360084" y="3464323"/>
            <a:ext cx="9607061" cy="53340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a:t>
            </a:r>
            <a:r>
              <a:rPr lang="es-CO" sz="1200" b="1" dirty="0"/>
              <a:t>SFAFAUD</a:t>
            </a:r>
            <a:r>
              <a:rPr lang="es-CO" sz="1200" dirty="0"/>
              <a:t> puede revisar cómo se calcularon y aplicaron los cobros a un estudiante en un período académico.</a:t>
            </a:r>
            <a:endParaRPr lang="es-ES_tradnl" sz="1200" dirty="0"/>
          </a:p>
        </p:txBody>
      </p:sp>
      <p:sp>
        <p:nvSpPr>
          <p:cNvPr id="9" name="Title 12">
            <a:extLst>
              <a:ext uri="{FF2B5EF4-FFF2-40B4-BE49-F238E27FC236}">
                <a16:creationId xmlns:a16="http://schemas.microsoft.com/office/drawing/2014/main" id="{D8EC41DD-59CB-6372-7817-EBC1CB73DBBC}"/>
              </a:ext>
            </a:extLst>
          </p:cNvPr>
          <p:cNvSpPr txBox="1">
            <a:spLocks/>
          </p:cNvSpPr>
          <p:nvPr/>
        </p:nvSpPr>
        <p:spPr>
          <a:xfrm>
            <a:off x="1248713" y="472311"/>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3" name="Rectángulo: esquinas redondeadas 12">
            <a:extLst>
              <a:ext uri="{FF2B5EF4-FFF2-40B4-BE49-F238E27FC236}">
                <a16:creationId xmlns:a16="http://schemas.microsoft.com/office/drawing/2014/main" id="{5DAB6ADF-E2D8-EA31-70D7-EAA8AF0210C6}"/>
              </a:ext>
            </a:extLst>
          </p:cNvPr>
          <p:cNvSpPr/>
          <p:nvPr/>
        </p:nvSpPr>
        <p:spPr>
          <a:xfrm>
            <a:off x="1360084" y="4323310"/>
            <a:ext cx="311520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ID</a:t>
            </a:r>
            <a:r>
              <a:rPr lang="es-ES_tradnl" sz="1200" dirty="0"/>
              <a:t> a validar.</a:t>
            </a:r>
            <a:endParaRPr lang="es-ES_tradnl" sz="1200" b="1" dirty="0"/>
          </a:p>
        </p:txBody>
      </p:sp>
      <p:sp>
        <p:nvSpPr>
          <p:cNvPr id="14" name="Rectángulo: esquinas redondeadas 13">
            <a:extLst>
              <a:ext uri="{FF2B5EF4-FFF2-40B4-BE49-F238E27FC236}">
                <a16:creationId xmlns:a16="http://schemas.microsoft.com/office/drawing/2014/main" id="{ABE26E81-DBC2-EE80-F3F1-4B7652B9329E}"/>
              </a:ext>
            </a:extLst>
          </p:cNvPr>
          <p:cNvSpPr/>
          <p:nvPr/>
        </p:nvSpPr>
        <p:spPr>
          <a:xfrm>
            <a:off x="8656759" y="4323310"/>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Dar clic en </a:t>
            </a:r>
            <a:r>
              <a:rPr lang="es-ES_tradnl" sz="1200" b="1" dirty="0"/>
              <a:t>IR</a:t>
            </a:r>
          </a:p>
        </p:txBody>
      </p:sp>
      <p:pic>
        <p:nvPicPr>
          <p:cNvPr id="16" name="Imagen 15">
            <a:extLst>
              <a:ext uri="{FF2B5EF4-FFF2-40B4-BE49-F238E27FC236}">
                <a16:creationId xmlns:a16="http://schemas.microsoft.com/office/drawing/2014/main" id="{DD20ED03-5A5E-832B-47A4-DFD2E3A85CFE}"/>
              </a:ext>
            </a:extLst>
          </p:cNvPr>
          <p:cNvPicPr>
            <a:picLocks noChangeAspect="1"/>
          </p:cNvPicPr>
          <p:nvPr/>
        </p:nvPicPr>
        <p:blipFill>
          <a:blip r:embed="rId3"/>
          <a:stretch>
            <a:fillRect/>
          </a:stretch>
        </p:blipFill>
        <p:spPr>
          <a:xfrm>
            <a:off x="10230155" y="2427044"/>
            <a:ext cx="162000" cy="162000"/>
          </a:xfrm>
          <a:prstGeom prst="rect">
            <a:avLst/>
          </a:prstGeom>
        </p:spPr>
      </p:pic>
      <p:pic>
        <p:nvPicPr>
          <p:cNvPr id="18" name="Imagen 17">
            <a:extLst>
              <a:ext uri="{FF2B5EF4-FFF2-40B4-BE49-F238E27FC236}">
                <a16:creationId xmlns:a16="http://schemas.microsoft.com/office/drawing/2014/main" id="{3EC6044B-2EE6-B324-4A78-C9EC27B99727}"/>
              </a:ext>
            </a:extLst>
          </p:cNvPr>
          <p:cNvPicPr>
            <a:picLocks noChangeAspect="1"/>
          </p:cNvPicPr>
          <p:nvPr/>
        </p:nvPicPr>
        <p:blipFill>
          <a:blip r:embed="rId4"/>
          <a:stretch>
            <a:fillRect/>
          </a:stretch>
        </p:blipFill>
        <p:spPr>
          <a:xfrm>
            <a:off x="1671220" y="2427045"/>
            <a:ext cx="162000" cy="162000"/>
          </a:xfrm>
          <a:prstGeom prst="rect">
            <a:avLst/>
          </a:prstGeom>
        </p:spPr>
      </p:pic>
    </p:spTree>
    <p:extLst>
      <p:ext uri="{BB962C8B-B14F-4D97-AF65-F5344CB8AC3E}">
        <p14:creationId xmlns:p14="http://schemas.microsoft.com/office/powerpoint/2010/main" val="18037443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C3552-5BE9-D7B8-05FC-247EB98F4725}"/>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AB2E0476-9395-10AF-F7E9-BD2E0233ABE5}"/>
              </a:ext>
            </a:extLst>
          </p:cNvPr>
          <p:cNvPicPr>
            <a:picLocks noChangeAspect="1"/>
          </p:cNvPicPr>
          <p:nvPr/>
        </p:nvPicPr>
        <p:blipFill>
          <a:blip r:embed="rId2"/>
          <a:srcRect b="50000"/>
          <a:stretch>
            <a:fillRect/>
          </a:stretch>
        </p:blipFill>
        <p:spPr>
          <a:xfrm>
            <a:off x="1441084" y="3989192"/>
            <a:ext cx="9583200" cy="357061"/>
          </a:xfrm>
          <a:prstGeom prst="rect">
            <a:avLst/>
          </a:prstGeom>
        </p:spPr>
      </p:pic>
      <p:sp>
        <p:nvSpPr>
          <p:cNvPr id="9" name="Title 12">
            <a:extLst>
              <a:ext uri="{FF2B5EF4-FFF2-40B4-BE49-F238E27FC236}">
                <a16:creationId xmlns:a16="http://schemas.microsoft.com/office/drawing/2014/main" id="{9AD4AFA4-1E2A-84B5-812B-570EC15F7396}"/>
              </a:ext>
            </a:extLst>
          </p:cNvPr>
          <p:cNvSpPr txBox="1">
            <a:spLocks/>
          </p:cNvSpPr>
          <p:nvPr/>
        </p:nvSpPr>
        <p:spPr>
          <a:xfrm>
            <a:off x="1248713" y="4754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FA23D0B3-58BE-A14B-1C3C-80F58D624FDF}"/>
              </a:ext>
            </a:extLst>
          </p:cNvPr>
          <p:cNvSpPr/>
          <p:nvPr/>
        </p:nvSpPr>
        <p:spPr>
          <a:xfrm>
            <a:off x="1385399" y="4800907"/>
            <a:ext cx="5753627"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Se visualiza el historial de auditoria de estimación de cuota de inscripción.</a:t>
            </a:r>
            <a:endParaRPr lang="es-ES_tradnl" sz="1200" b="1" dirty="0"/>
          </a:p>
        </p:txBody>
      </p:sp>
      <p:sp>
        <p:nvSpPr>
          <p:cNvPr id="11" name="Rectángulo: esquinas redondeadas 10">
            <a:extLst>
              <a:ext uri="{FF2B5EF4-FFF2-40B4-BE49-F238E27FC236}">
                <a16:creationId xmlns:a16="http://schemas.microsoft.com/office/drawing/2014/main" id="{BBAD8116-ADFD-9E8A-971D-BC6595FEAFDE}"/>
              </a:ext>
            </a:extLst>
          </p:cNvPr>
          <p:cNvSpPr/>
          <p:nvPr/>
        </p:nvSpPr>
        <p:spPr>
          <a:xfrm>
            <a:off x="1385398" y="5246826"/>
            <a:ext cx="2981851"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4. </a:t>
            </a:r>
            <a:r>
              <a:rPr lang="es-ES_tradnl" sz="1200" dirty="0"/>
              <a:t>Indicar </a:t>
            </a:r>
            <a:r>
              <a:rPr lang="es-ES_tradnl" sz="1200" b="1" dirty="0"/>
              <a:t>Bloque Siguiente.</a:t>
            </a:r>
          </a:p>
        </p:txBody>
      </p:sp>
      <p:pic>
        <p:nvPicPr>
          <p:cNvPr id="6" name="Imagen 5">
            <a:extLst>
              <a:ext uri="{FF2B5EF4-FFF2-40B4-BE49-F238E27FC236}">
                <a16:creationId xmlns:a16="http://schemas.microsoft.com/office/drawing/2014/main" id="{45368DCF-C12C-47CD-17DF-D3BF3BBD1BF6}"/>
              </a:ext>
            </a:extLst>
          </p:cNvPr>
          <p:cNvPicPr>
            <a:picLocks noChangeAspect="1"/>
          </p:cNvPicPr>
          <p:nvPr/>
        </p:nvPicPr>
        <p:blipFill>
          <a:blip r:embed="rId3"/>
          <a:stretch>
            <a:fillRect/>
          </a:stretch>
        </p:blipFill>
        <p:spPr>
          <a:xfrm>
            <a:off x="1223398" y="4027292"/>
            <a:ext cx="162000" cy="162000"/>
          </a:xfrm>
          <a:prstGeom prst="rect">
            <a:avLst/>
          </a:prstGeom>
        </p:spPr>
      </p:pic>
      <p:pic>
        <p:nvPicPr>
          <p:cNvPr id="12" name="Imagen 11">
            <a:extLst>
              <a:ext uri="{FF2B5EF4-FFF2-40B4-BE49-F238E27FC236}">
                <a16:creationId xmlns:a16="http://schemas.microsoft.com/office/drawing/2014/main" id="{108C4410-7162-C317-B8CD-3CAD2C39D8E8}"/>
              </a:ext>
            </a:extLst>
          </p:cNvPr>
          <p:cNvPicPr>
            <a:picLocks noChangeAspect="1"/>
          </p:cNvPicPr>
          <p:nvPr/>
        </p:nvPicPr>
        <p:blipFill>
          <a:blip r:embed="rId4"/>
          <a:stretch>
            <a:fillRect/>
          </a:stretch>
        </p:blipFill>
        <p:spPr>
          <a:xfrm>
            <a:off x="1142398" y="2610479"/>
            <a:ext cx="162000" cy="162000"/>
          </a:xfrm>
          <a:prstGeom prst="rect">
            <a:avLst/>
          </a:prstGeom>
        </p:spPr>
      </p:pic>
      <p:pic>
        <p:nvPicPr>
          <p:cNvPr id="4" name="Imagen 3">
            <a:extLst>
              <a:ext uri="{FF2B5EF4-FFF2-40B4-BE49-F238E27FC236}">
                <a16:creationId xmlns:a16="http://schemas.microsoft.com/office/drawing/2014/main" id="{D671E11B-1F16-FD38-3F71-95C45F454032}"/>
              </a:ext>
            </a:extLst>
          </p:cNvPr>
          <p:cNvPicPr>
            <a:picLocks noChangeAspect="1"/>
          </p:cNvPicPr>
          <p:nvPr/>
        </p:nvPicPr>
        <p:blipFill>
          <a:blip r:embed="rId5"/>
          <a:stretch>
            <a:fillRect/>
          </a:stretch>
        </p:blipFill>
        <p:spPr>
          <a:xfrm>
            <a:off x="1360084" y="1687285"/>
            <a:ext cx="9583200" cy="2319405"/>
          </a:xfrm>
          <a:prstGeom prst="rect">
            <a:avLst/>
          </a:prstGeom>
        </p:spPr>
      </p:pic>
    </p:spTree>
    <p:extLst>
      <p:ext uri="{BB962C8B-B14F-4D97-AF65-F5344CB8AC3E}">
        <p14:creationId xmlns:p14="http://schemas.microsoft.com/office/powerpoint/2010/main" val="1979811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9DE1D-87EF-793A-D52C-4F93BD8DEE84}"/>
            </a:ext>
          </a:extLst>
        </p:cNvPr>
        <p:cNvGrpSpPr/>
        <p:nvPr/>
      </p:nvGrpSpPr>
      <p:grpSpPr>
        <a:xfrm>
          <a:off x="0" y="0"/>
          <a:ext cx="0" cy="0"/>
          <a:chOff x="0" y="0"/>
          <a:chExt cx="0" cy="0"/>
        </a:xfrm>
      </p:grpSpPr>
      <p:sp>
        <p:nvSpPr>
          <p:cNvPr id="7" name="Title 12">
            <a:extLst>
              <a:ext uri="{FF2B5EF4-FFF2-40B4-BE49-F238E27FC236}">
                <a16:creationId xmlns:a16="http://schemas.microsoft.com/office/drawing/2014/main" id="{7128CB96-DA0C-3DDF-6858-281E92586240}"/>
              </a:ext>
            </a:extLst>
          </p:cNvPr>
          <p:cNvSpPr txBox="1">
            <a:spLocks/>
          </p:cNvSpPr>
          <p:nvPr/>
        </p:nvSpPr>
        <p:spPr>
          <a:xfrm>
            <a:off x="1248713" y="513589"/>
            <a:ext cx="969457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ES_tradnl" dirty="0">
                <a:solidFill>
                  <a:schemeClr val="tx1"/>
                </a:solidFill>
              </a:rPr>
              <a:t> SFAFAUD - </a:t>
            </a:r>
            <a:r>
              <a:rPr lang="es-CO" dirty="0">
                <a:solidFill>
                  <a:schemeClr val="tx1"/>
                </a:solidFill>
              </a:rPr>
              <a:t>Historial de auditoría de estimación de cuota de inscripción</a:t>
            </a:r>
          </a:p>
          <a:p>
            <a:r>
              <a:rPr lang="es-ES_tradnl" dirty="0">
                <a:solidFill>
                  <a:schemeClr val="tx1"/>
                </a:solidFill>
              </a:rPr>
              <a:t> </a:t>
            </a:r>
            <a:endParaRPr lang="es-CO" dirty="0">
              <a:solidFill>
                <a:schemeClr val="tx1"/>
              </a:solidFill>
            </a:endParaRPr>
          </a:p>
          <a:p>
            <a:br>
              <a:rPr lang="es-419" dirty="0">
                <a:solidFill>
                  <a:schemeClr val="tx1"/>
                </a:solidFill>
              </a:rPr>
            </a:br>
            <a:endParaRPr lang="es-ES_tradnl" dirty="0">
              <a:solidFill>
                <a:schemeClr val="tx1"/>
              </a:solidFill>
            </a:endParaRPr>
          </a:p>
        </p:txBody>
      </p:sp>
      <p:sp>
        <p:nvSpPr>
          <p:cNvPr id="8" name="Rectángulo: esquinas redondeadas 7">
            <a:extLst>
              <a:ext uri="{FF2B5EF4-FFF2-40B4-BE49-F238E27FC236}">
                <a16:creationId xmlns:a16="http://schemas.microsoft.com/office/drawing/2014/main" id="{96C34FF2-4EFD-B7CF-20C8-3CA8078C5D80}"/>
              </a:ext>
            </a:extLst>
          </p:cNvPr>
          <p:cNvSpPr/>
          <p:nvPr/>
        </p:nvSpPr>
        <p:spPr>
          <a:xfrm>
            <a:off x="1399648" y="5487912"/>
            <a:ext cx="6601352"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5. </a:t>
            </a:r>
            <a:r>
              <a:rPr lang="es-ES_tradnl" sz="1200" dirty="0"/>
              <a:t>Se visualiza el historial de auditoria de estimación de cuota de inscripción por lotes a detalle.</a:t>
            </a:r>
            <a:endParaRPr lang="es-ES_tradnl" sz="1200" b="1" dirty="0"/>
          </a:p>
        </p:txBody>
      </p:sp>
      <p:pic>
        <p:nvPicPr>
          <p:cNvPr id="10" name="Imagen 9">
            <a:extLst>
              <a:ext uri="{FF2B5EF4-FFF2-40B4-BE49-F238E27FC236}">
                <a16:creationId xmlns:a16="http://schemas.microsoft.com/office/drawing/2014/main" id="{8925A024-9589-78DC-23F8-04EA40D89079}"/>
              </a:ext>
            </a:extLst>
          </p:cNvPr>
          <p:cNvPicPr>
            <a:picLocks noChangeAspect="1"/>
          </p:cNvPicPr>
          <p:nvPr/>
        </p:nvPicPr>
        <p:blipFill>
          <a:blip r:embed="rId2"/>
          <a:stretch>
            <a:fillRect/>
          </a:stretch>
        </p:blipFill>
        <p:spPr>
          <a:xfrm>
            <a:off x="1146596" y="2772080"/>
            <a:ext cx="162000" cy="162000"/>
          </a:xfrm>
          <a:prstGeom prst="rect">
            <a:avLst/>
          </a:prstGeom>
        </p:spPr>
      </p:pic>
      <p:pic>
        <p:nvPicPr>
          <p:cNvPr id="4" name="Imagen 3">
            <a:extLst>
              <a:ext uri="{FF2B5EF4-FFF2-40B4-BE49-F238E27FC236}">
                <a16:creationId xmlns:a16="http://schemas.microsoft.com/office/drawing/2014/main" id="{5A808AE4-419A-A703-09C9-1DE6F419B3B5}"/>
              </a:ext>
            </a:extLst>
          </p:cNvPr>
          <p:cNvPicPr>
            <a:picLocks noChangeAspect="1"/>
          </p:cNvPicPr>
          <p:nvPr/>
        </p:nvPicPr>
        <p:blipFill>
          <a:blip r:embed="rId3"/>
          <a:stretch>
            <a:fillRect/>
          </a:stretch>
        </p:blipFill>
        <p:spPr>
          <a:xfrm>
            <a:off x="1304398" y="1563377"/>
            <a:ext cx="9583200" cy="3731246"/>
          </a:xfrm>
          <a:prstGeom prst="rect">
            <a:avLst/>
          </a:prstGeom>
        </p:spPr>
      </p:pic>
    </p:spTree>
    <p:extLst>
      <p:ext uri="{BB962C8B-B14F-4D97-AF65-F5344CB8AC3E}">
        <p14:creationId xmlns:p14="http://schemas.microsoft.com/office/powerpoint/2010/main" val="31657982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B3AF7-0773-6BAC-50DA-F54C97145D07}"/>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EEC6367-B63A-1A11-E194-174950C77F04}"/>
              </a:ext>
            </a:extLst>
          </p:cNvPr>
          <p:cNvSpPr>
            <a:spLocks noGrp="1"/>
          </p:cNvSpPr>
          <p:nvPr>
            <p:ph type="body" sz="quarter" idx="10"/>
          </p:nvPr>
        </p:nvSpPr>
        <p:spPr>
          <a:xfrm>
            <a:off x="841247" y="2659467"/>
            <a:ext cx="10363202" cy="1333891"/>
          </a:xfrm>
        </p:spPr>
        <p:txBody>
          <a:bodyPr/>
          <a:lstStyle/>
          <a:p>
            <a:pPr algn="l"/>
            <a:r>
              <a:rPr lang="es-CO" dirty="0"/>
              <a:t>Gestión para la estimación de reembolso de cuotas de inscripción.</a:t>
            </a:r>
          </a:p>
        </p:txBody>
      </p:sp>
      <p:sp>
        <p:nvSpPr>
          <p:cNvPr id="3" name="Marcador de texto 2">
            <a:extLst>
              <a:ext uri="{FF2B5EF4-FFF2-40B4-BE49-F238E27FC236}">
                <a16:creationId xmlns:a16="http://schemas.microsoft.com/office/drawing/2014/main" id="{2454AB0B-513D-5B6B-F3B6-8B90D78FE8A3}"/>
              </a:ext>
            </a:extLst>
          </p:cNvPr>
          <p:cNvSpPr>
            <a:spLocks noGrp="1"/>
          </p:cNvSpPr>
          <p:nvPr>
            <p:ph type="body" sz="quarter" idx="11"/>
          </p:nvPr>
        </p:nvSpPr>
        <p:spPr>
          <a:xfrm>
            <a:off x="841247" y="4088796"/>
            <a:ext cx="3511297" cy="389915"/>
          </a:xfrm>
        </p:spPr>
        <p:txBody>
          <a:bodyPr/>
          <a:lstStyle/>
          <a:p>
            <a:pPr algn="l"/>
            <a:r>
              <a:rPr lang="es-CO" dirty="0"/>
              <a:t>Gestionar la matrícula</a:t>
            </a:r>
          </a:p>
        </p:txBody>
      </p:sp>
    </p:spTree>
    <p:extLst>
      <p:ext uri="{BB962C8B-B14F-4D97-AF65-F5344CB8AC3E}">
        <p14:creationId xmlns:p14="http://schemas.microsoft.com/office/powerpoint/2010/main" val="38605559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9AAA0-34C4-1806-DC49-90795208FD12}"/>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324AE675-9BA1-83A9-55F8-5821F40AD36A}"/>
              </a:ext>
            </a:extLst>
          </p:cNvPr>
          <p:cNvSpPr/>
          <p:nvPr/>
        </p:nvSpPr>
        <p:spPr>
          <a:xfrm>
            <a:off x="1352285" y="5335133"/>
            <a:ext cx="9487425" cy="8846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SFPESTU – Actualizar Registro de Inscripción </a:t>
            </a:r>
            <a:r>
              <a:rPr lang="es-CO" sz="1200" dirty="0"/>
              <a:t>permite actualizar de forma masiva el Registro de Inscripción de los estudiantes, modificando principalmente su estatus de inscripción. Como resultado de este cambio, se recalcula o ajusta la estimación de cuotas reflejada en la cuenta corriente del estudiante, asegurando que los cargos correspondan al nuevo estatus registrado.</a:t>
            </a:r>
            <a:endParaRPr lang="es-ES_tradnl" sz="1200" dirty="0"/>
          </a:p>
        </p:txBody>
      </p:sp>
      <p:sp>
        <p:nvSpPr>
          <p:cNvPr id="6" name="Title 12">
            <a:extLst>
              <a:ext uri="{FF2B5EF4-FFF2-40B4-BE49-F238E27FC236}">
                <a16:creationId xmlns:a16="http://schemas.microsoft.com/office/drawing/2014/main" id="{57FC9553-AFA5-976D-03CD-18B109FACBD8}"/>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2" name="Imagen 1">
            <a:extLst>
              <a:ext uri="{FF2B5EF4-FFF2-40B4-BE49-F238E27FC236}">
                <a16:creationId xmlns:a16="http://schemas.microsoft.com/office/drawing/2014/main" id="{84DA6B05-8754-963E-6985-01A8732841ED}"/>
              </a:ext>
            </a:extLst>
          </p:cNvPr>
          <p:cNvPicPr>
            <a:picLocks noChangeAspect="1"/>
          </p:cNvPicPr>
          <p:nvPr/>
        </p:nvPicPr>
        <p:blipFill>
          <a:blip r:embed="rId2"/>
          <a:stretch>
            <a:fillRect/>
          </a:stretch>
        </p:blipFill>
        <p:spPr>
          <a:xfrm>
            <a:off x="1275168" y="1081368"/>
            <a:ext cx="9583200" cy="4133537"/>
          </a:xfrm>
          <a:prstGeom prst="rect">
            <a:avLst/>
          </a:prstGeom>
        </p:spPr>
      </p:pic>
    </p:spTree>
    <p:extLst>
      <p:ext uri="{BB962C8B-B14F-4D97-AF65-F5344CB8AC3E}">
        <p14:creationId xmlns:p14="http://schemas.microsoft.com/office/powerpoint/2010/main" val="7660501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16270-4609-11D1-7F20-EF4D24956FA7}"/>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3CC6E5F3-2B09-0F3C-8B5C-7DCCF520EA65}"/>
              </a:ext>
            </a:extLst>
          </p:cNvPr>
          <p:cNvSpPr/>
          <p:nvPr/>
        </p:nvSpPr>
        <p:spPr>
          <a:xfrm>
            <a:off x="1359143" y="4327052"/>
            <a:ext cx="9607061" cy="11099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Como parte de los escenarios previos al proceso </a:t>
            </a:r>
            <a:r>
              <a:rPr lang="es-CO" sz="1200" b="1" dirty="0"/>
              <a:t>SFPESTU – Actualizar Registro de Inscripción</a:t>
            </a:r>
            <a:r>
              <a:rPr lang="es-CO" sz="1200" dirty="0"/>
              <a:t>, es necesario realizar la selección de población en </a:t>
            </a:r>
            <a:r>
              <a:rPr lang="es-CO" sz="1200" b="1" dirty="0"/>
              <a:t>GLAEXTR.</a:t>
            </a:r>
          </a:p>
          <a:p>
            <a:r>
              <a:rPr lang="es-CO" sz="1200" dirty="0"/>
              <a:t>Se cargan los </a:t>
            </a:r>
            <a:r>
              <a:rPr lang="es-CO" sz="1200" b="1" dirty="0" err="1"/>
              <a:t>ID´s</a:t>
            </a:r>
            <a:r>
              <a:rPr lang="es-CO" sz="1200" dirty="0"/>
              <a:t> de los estudiantes, esta selección permite identificar de manera precisa a la población que será considerada en el ajuste de reembolsos de la estimación, asegurando que únicamente se modifiquen los registros de los estudiantes que cumplen con la condición requerida para continuar con el proceso.</a:t>
            </a:r>
            <a:endParaRPr lang="es-ES_tradnl" sz="1200" dirty="0"/>
          </a:p>
        </p:txBody>
      </p:sp>
      <p:sp>
        <p:nvSpPr>
          <p:cNvPr id="6" name="Title 12">
            <a:extLst>
              <a:ext uri="{FF2B5EF4-FFF2-40B4-BE49-F238E27FC236}">
                <a16:creationId xmlns:a16="http://schemas.microsoft.com/office/drawing/2014/main" id="{DFB8983D-867D-CA42-83FB-CE8909CA07CF}"/>
              </a:ext>
            </a:extLst>
          </p:cNvPr>
          <p:cNvSpPr txBox="1">
            <a:spLocks/>
          </p:cNvSpPr>
          <p:nvPr/>
        </p:nvSpPr>
        <p:spPr>
          <a:xfrm>
            <a:off x="1304399" y="417665"/>
            <a:ext cx="9583201" cy="898555"/>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Escenario Previo: </a:t>
            </a:r>
            <a:r>
              <a:rPr lang="es-ES_tradnl" dirty="0">
                <a:solidFill>
                  <a:schemeClr val="tx1"/>
                </a:solidFill>
              </a:rPr>
              <a:t>GLAEXTR -</a:t>
            </a:r>
            <a:r>
              <a:rPr lang="es-CO" dirty="0">
                <a:solidFill>
                  <a:schemeClr val="tx1"/>
                </a:solidFill>
              </a:rPr>
              <a:t>Datos de extracción de selección de población</a:t>
            </a:r>
            <a:r>
              <a:rPr lang="es-ES_tradnl" dirty="0"/>
              <a:t> </a:t>
            </a:r>
            <a:br>
              <a:rPr lang="es-419" dirty="0">
                <a:solidFill>
                  <a:schemeClr val="tx1"/>
                </a:solidFill>
              </a:rPr>
            </a:br>
            <a:endParaRPr lang="es-ES_tradnl" dirty="0">
              <a:solidFill>
                <a:schemeClr val="tx1"/>
              </a:solidFill>
            </a:endParaRPr>
          </a:p>
        </p:txBody>
      </p:sp>
      <p:pic>
        <p:nvPicPr>
          <p:cNvPr id="4" name="Imagen 3">
            <a:extLst>
              <a:ext uri="{FF2B5EF4-FFF2-40B4-BE49-F238E27FC236}">
                <a16:creationId xmlns:a16="http://schemas.microsoft.com/office/drawing/2014/main" id="{2D76BB64-D259-D08F-71E1-F29E2683B75C}"/>
              </a:ext>
            </a:extLst>
          </p:cNvPr>
          <p:cNvPicPr>
            <a:picLocks noChangeAspect="1"/>
          </p:cNvPicPr>
          <p:nvPr/>
        </p:nvPicPr>
        <p:blipFill>
          <a:blip r:embed="rId2"/>
          <a:stretch>
            <a:fillRect/>
          </a:stretch>
        </p:blipFill>
        <p:spPr>
          <a:xfrm>
            <a:off x="1383004" y="1964004"/>
            <a:ext cx="9583200" cy="1926623"/>
          </a:xfrm>
          <a:prstGeom prst="rect">
            <a:avLst/>
          </a:prstGeom>
        </p:spPr>
      </p:pic>
    </p:spTree>
    <p:extLst>
      <p:ext uri="{BB962C8B-B14F-4D97-AF65-F5344CB8AC3E}">
        <p14:creationId xmlns:p14="http://schemas.microsoft.com/office/powerpoint/2010/main" val="41161453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FE73A-E13D-17EE-4F97-A37B52503634}"/>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BF8C4565-AC28-EB6F-CE14-2690455159C5}"/>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8" name="Imagen 7">
            <a:extLst>
              <a:ext uri="{FF2B5EF4-FFF2-40B4-BE49-F238E27FC236}">
                <a16:creationId xmlns:a16="http://schemas.microsoft.com/office/drawing/2014/main" id="{E6BAE1C8-5623-E1B6-520F-B6667244E460}"/>
              </a:ext>
            </a:extLst>
          </p:cNvPr>
          <p:cNvPicPr>
            <a:picLocks noChangeAspect="1"/>
          </p:cNvPicPr>
          <p:nvPr/>
        </p:nvPicPr>
        <p:blipFill>
          <a:blip r:embed="rId2"/>
          <a:stretch>
            <a:fillRect/>
          </a:stretch>
        </p:blipFill>
        <p:spPr>
          <a:xfrm>
            <a:off x="1275168" y="1924486"/>
            <a:ext cx="9583200" cy="1317004"/>
          </a:xfrm>
          <a:prstGeom prst="rect">
            <a:avLst/>
          </a:prstGeom>
        </p:spPr>
      </p:pic>
      <p:sp>
        <p:nvSpPr>
          <p:cNvPr id="9" name="Rectángulo: esquinas redondeadas 8">
            <a:extLst>
              <a:ext uri="{FF2B5EF4-FFF2-40B4-BE49-F238E27FC236}">
                <a16:creationId xmlns:a16="http://schemas.microsoft.com/office/drawing/2014/main" id="{3D3A8B87-3C6F-038F-2941-E16FF20FA8ED}"/>
              </a:ext>
            </a:extLst>
          </p:cNvPr>
          <p:cNvSpPr/>
          <p:nvPr/>
        </p:nvSpPr>
        <p:spPr>
          <a:xfrm>
            <a:off x="1304399" y="3467355"/>
            <a:ext cx="2993235" cy="4416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1</a:t>
            </a:r>
            <a:r>
              <a:rPr lang="en-US" sz="1200" dirty="0">
                <a:solidFill>
                  <a:schemeClr val="bg1"/>
                </a:solidFill>
              </a:rPr>
              <a:t>. Se debe indicar el proceso </a:t>
            </a:r>
            <a:r>
              <a:rPr lang="en-US" sz="1200" b="1" dirty="0">
                <a:solidFill>
                  <a:schemeClr val="bg1"/>
                </a:solidFill>
              </a:rPr>
              <a:t>SFPESTU.</a:t>
            </a:r>
          </a:p>
        </p:txBody>
      </p:sp>
      <p:sp>
        <p:nvSpPr>
          <p:cNvPr id="10" name="Rectángulo: esquinas redondeadas 9">
            <a:extLst>
              <a:ext uri="{FF2B5EF4-FFF2-40B4-BE49-F238E27FC236}">
                <a16:creationId xmlns:a16="http://schemas.microsoft.com/office/drawing/2014/main" id="{2BF74F30-9EF5-B716-5EF4-EE0D385D8BF8}"/>
              </a:ext>
            </a:extLst>
          </p:cNvPr>
          <p:cNvSpPr/>
          <p:nvPr/>
        </p:nvSpPr>
        <p:spPr>
          <a:xfrm>
            <a:off x="8668566" y="3467354"/>
            <a:ext cx="2219033" cy="4416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2</a:t>
            </a:r>
            <a:r>
              <a:rPr lang="en-US" sz="1200" dirty="0">
                <a:solidFill>
                  <a:schemeClr val="bg1"/>
                </a:solidFill>
              </a:rPr>
              <a:t>. Dar click en la opción </a:t>
            </a:r>
            <a:r>
              <a:rPr lang="en-US" sz="1200" b="1" dirty="0">
                <a:solidFill>
                  <a:schemeClr val="bg1"/>
                </a:solidFill>
              </a:rPr>
              <a:t>IR</a:t>
            </a:r>
          </a:p>
        </p:txBody>
      </p:sp>
      <p:pic>
        <p:nvPicPr>
          <p:cNvPr id="12" name="Imagen 11">
            <a:extLst>
              <a:ext uri="{FF2B5EF4-FFF2-40B4-BE49-F238E27FC236}">
                <a16:creationId xmlns:a16="http://schemas.microsoft.com/office/drawing/2014/main" id="{D225583B-8321-17E0-AA24-100B433E534B}"/>
              </a:ext>
            </a:extLst>
          </p:cNvPr>
          <p:cNvPicPr>
            <a:picLocks noChangeAspect="1"/>
          </p:cNvPicPr>
          <p:nvPr/>
        </p:nvPicPr>
        <p:blipFill>
          <a:blip r:embed="rId3"/>
          <a:stretch>
            <a:fillRect/>
          </a:stretch>
        </p:blipFill>
        <p:spPr>
          <a:xfrm>
            <a:off x="10258730" y="2561197"/>
            <a:ext cx="162000" cy="162000"/>
          </a:xfrm>
          <a:prstGeom prst="rect">
            <a:avLst/>
          </a:prstGeom>
        </p:spPr>
      </p:pic>
      <p:pic>
        <p:nvPicPr>
          <p:cNvPr id="14" name="Imagen 13">
            <a:extLst>
              <a:ext uri="{FF2B5EF4-FFF2-40B4-BE49-F238E27FC236}">
                <a16:creationId xmlns:a16="http://schemas.microsoft.com/office/drawing/2014/main" id="{A6CCB472-F822-2035-583F-E670D8F3B0A9}"/>
              </a:ext>
            </a:extLst>
          </p:cNvPr>
          <p:cNvPicPr>
            <a:picLocks noChangeAspect="1"/>
          </p:cNvPicPr>
          <p:nvPr/>
        </p:nvPicPr>
        <p:blipFill>
          <a:blip r:embed="rId4"/>
          <a:stretch>
            <a:fillRect/>
          </a:stretch>
        </p:blipFill>
        <p:spPr>
          <a:xfrm>
            <a:off x="1473634" y="2551672"/>
            <a:ext cx="162000" cy="162000"/>
          </a:xfrm>
          <a:prstGeom prst="rect">
            <a:avLst/>
          </a:prstGeom>
        </p:spPr>
      </p:pic>
    </p:spTree>
    <p:extLst>
      <p:ext uri="{BB962C8B-B14F-4D97-AF65-F5344CB8AC3E}">
        <p14:creationId xmlns:p14="http://schemas.microsoft.com/office/powerpoint/2010/main" val="23198729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C0E1-E607-80F6-9A9A-BEE5AECDBECC}"/>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8448FBF1-0D99-A3E4-43D5-B908BEB2A7C4}"/>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9D6A309C-A0AF-6E54-9F00-C80AFAB67854}"/>
              </a:ext>
            </a:extLst>
          </p:cNvPr>
          <p:cNvPicPr>
            <a:picLocks noChangeAspect="1"/>
          </p:cNvPicPr>
          <p:nvPr/>
        </p:nvPicPr>
        <p:blipFill>
          <a:blip r:embed="rId2"/>
          <a:stretch>
            <a:fillRect/>
          </a:stretch>
        </p:blipFill>
        <p:spPr>
          <a:xfrm>
            <a:off x="1304397" y="1005168"/>
            <a:ext cx="9583200" cy="4121377"/>
          </a:xfrm>
          <a:prstGeom prst="rect">
            <a:avLst/>
          </a:prstGeom>
        </p:spPr>
      </p:pic>
      <p:sp>
        <p:nvSpPr>
          <p:cNvPr id="2" name="Rectángulo: esquinas redondeadas 1">
            <a:extLst>
              <a:ext uri="{FF2B5EF4-FFF2-40B4-BE49-F238E27FC236}">
                <a16:creationId xmlns:a16="http://schemas.microsoft.com/office/drawing/2014/main" id="{5AB66D0B-3054-8D82-E2A1-41449EE31977}"/>
              </a:ext>
            </a:extLst>
          </p:cNvPr>
          <p:cNvSpPr/>
          <p:nvPr/>
        </p:nvSpPr>
        <p:spPr>
          <a:xfrm>
            <a:off x="1399650" y="5244369"/>
            <a:ext cx="3569352"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3. </a:t>
            </a:r>
            <a:r>
              <a:rPr lang="en-US" sz="1200" dirty="0">
                <a:solidFill>
                  <a:schemeClr val="bg1"/>
                </a:solidFill>
              </a:rPr>
              <a:t>Se asigna </a:t>
            </a:r>
            <a:r>
              <a:rPr lang="en-US" sz="1200" b="1" dirty="0">
                <a:solidFill>
                  <a:schemeClr val="bg1"/>
                </a:solidFill>
              </a:rPr>
              <a:t>DATABASE</a:t>
            </a:r>
            <a:r>
              <a:rPr lang="en-US" sz="1200" dirty="0">
                <a:solidFill>
                  <a:schemeClr val="bg1"/>
                </a:solidFill>
              </a:rPr>
              <a:t> en Impresora del Sistema. </a:t>
            </a:r>
          </a:p>
        </p:txBody>
      </p:sp>
      <p:pic>
        <p:nvPicPr>
          <p:cNvPr id="4" name="Imagen 3">
            <a:extLst>
              <a:ext uri="{FF2B5EF4-FFF2-40B4-BE49-F238E27FC236}">
                <a16:creationId xmlns:a16="http://schemas.microsoft.com/office/drawing/2014/main" id="{EE3E0794-7573-A0F6-3C72-F97F8B5ABF1E}"/>
              </a:ext>
            </a:extLst>
          </p:cNvPr>
          <p:cNvPicPr>
            <a:picLocks noChangeAspect="1"/>
          </p:cNvPicPr>
          <p:nvPr/>
        </p:nvPicPr>
        <p:blipFill>
          <a:blip r:embed="rId3"/>
          <a:stretch>
            <a:fillRect/>
          </a:stretch>
        </p:blipFill>
        <p:spPr>
          <a:xfrm>
            <a:off x="1476034" y="1980859"/>
            <a:ext cx="162000" cy="162000"/>
          </a:xfrm>
          <a:prstGeom prst="rect">
            <a:avLst/>
          </a:prstGeom>
        </p:spPr>
      </p:pic>
    </p:spTree>
    <p:extLst>
      <p:ext uri="{BB962C8B-B14F-4D97-AF65-F5344CB8AC3E}">
        <p14:creationId xmlns:p14="http://schemas.microsoft.com/office/powerpoint/2010/main" val="28494599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E14BD-02BB-FAE7-8F11-D6DC8CD6C04F}"/>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6BBC24E2-3583-21AB-6086-A83EE6C3F869}"/>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F2F27644-E8AB-23D0-3A5B-343CBDD259C7}"/>
              </a:ext>
            </a:extLst>
          </p:cNvPr>
          <p:cNvPicPr>
            <a:picLocks noChangeAspect="1"/>
          </p:cNvPicPr>
          <p:nvPr/>
        </p:nvPicPr>
        <p:blipFill>
          <a:blip r:embed="rId2"/>
          <a:stretch>
            <a:fillRect/>
          </a:stretch>
        </p:blipFill>
        <p:spPr>
          <a:xfrm>
            <a:off x="1293824" y="1247621"/>
            <a:ext cx="9583200" cy="3754295"/>
          </a:xfrm>
          <a:prstGeom prst="rect">
            <a:avLst/>
          </a:prstGeom>
        </p:spPr>
      </p:pic>
      <p:sp>
        <p:nvSpPr>
          <p:cNvPr id="7" name="Rectángulo: esquinas redondeadas 6">
            <a:extLst>
              <a:ext uri="{FF2B5EF4-FFF2-40B4-BE49-F238E27FC236}">
                <a16:creationId xmlns:a16="http://schemas.microsoft.com/office/drawing/2014/main" id="{C598F243-1B7B-47F4-8C93-D8968A7224A5}"/>
              </a:ext>
            </a:extLst>
          </p:cNvPr>
          <p:cNvSpPr/>
          <p:nvPr/>
        </p:nvSpPr>
        <p:spPr>
          <a:xfrm>
            <a:off x="1380599" y="5116729"/>
            <a:ext cx="5772676"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n-US" sz="1200" b="1" dirty="0">
                <a:solidFill>
                  <a:schemeClr val="bg1"/>
                </a:solidFill>
              </a:rPr>
              <a:t>4. </a:t>
            </a:r>
            <a:r>
              <a:rPr lang="en-US" sz="1200" dirty="0">
                <a:solidFill>
                  <a:schemeClr val="bg1"/>
                </a:solidFill>
              </a:rPr>
              <a:t>Se deben </a:t>
            </a:r>
            <a:r>
              <a:rPr lang="en-US" sz="1200" dirty="0" err="1">
                <a:solidFill>
                  <a:schemeClr val="bg1"/>
                </a:solidFill>
              </a:rPr>
              <a:t>diligenciar</a:t>
            </a:r>
            <a:r>
              <a:rPr lang="en-US" sz="1200" dirty="0">
                <a:solidFill>
                  <a:schemeClr val="bg1"/>
                </a:solidFill>
              </a:rPr>
              <a:t> los campos </a:t>
            </a:r>
            <a:r>
              <a:rPr lang="en-US" sz="1200" dirty="0" err="1">
                <a:solidFill>
                  <a:schemeClr val="bg1"/>
                </a:solidFill>
              </a:rPr>
              <a:t>correspondientes</a:t>
            </a:r>
            <a:r>
              <a:rPr lang="en-US" sz="1200" dirty="0">
                <a:solidFill>
                  <a:schemeClr val="bg1"/>
                </a:solidFill>
              </a:rPr>
              <a:t> a la </a:t>
            </a:r>
            <a:r>
              <a:rPr lang="en-US" sz="1200" b="1" dirty="0" err="1">
                <a:solidFill>
                  <a:schemeClr val="bg1"/>
                </a:solidFill>
              </a:rPr>
              <a:t>selección</a:t>
            </a:r>
            <a:r>
              <a:rPr lang="en-US" sz="1200" b="1" dirty="0">
                <a:solidFill>
                  <a:schemeClr val="bg1"/>
                </a:solidFill>
              </a:rPr>
              <a:t> de población.  </a:t>
            </a:r>
          </a:p>
        </p:txBody>
      </p:sp>
      <p:sp>
        <p:nvSpPr>
          <p:cNvPr id="8" name="Rectángulo: esquinas redondeadas 7">
            <a:extLst>
              <a:ext uri="{FF2B5EF4-FFF2-40B4-BE49-F238E27FC236}">
                <a16:creationId xmlns:a16="http://schemas.microsoft.com/office/drawing/2014/main" id="{8DEE6212-A9BB-182C-1DF5-C2A2BAB0D71C}"/>
              </a:ext>
            </a:extLst>
          </p:cNvPr>
          <p:cNvSpPr/>
          <p:nvPr/>
        </p:nvSpPr>
        <p:spPr>
          <a:xfrm>
            <a:off x="1380599" y="5716804"/>
            <a:ext cx="6391801"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n-US" sz="1200" b="1" dirty="0">
                <a:solidFill>
                  <a:schemeClr val="bg1"/>
                </a:solidFill>
              </a:rPr>
              <a:t>NOTA: </a:t>
            </a:r>
            <a:r>
              <a:rPr lang="en-US" sz="1200" dirty="0">
                <a:solidFill>
                  <a:schemeClr val="bg1"/>
                </a:solidFill>
              </a:rPr>
              <a:t>Tomar los datos de la imagen </a:t>
            </a:r>
            <a:r>
              <a:rPr lang="en-US" sz="1200" dirty="0" err="1">
                <a:solidFill>
                  <a:schemeClr val="bg1"/>
                </a:solidFill>
              </a:rPr>
              <a:t>como</a:t>
            </a:r>
            <a:r>
              <a:rPr lang="en-US" sz="1200" dirty="0">
                <a:solidFill>
                  <a:schemeClr val="bg1"/>
                </a:solidFill>
              </a:rPr>
              <a:t> </a:t>
            </a:r>
            <a:r>
              <a:rPr lang="en-US" sz="1200" dirty="0" err="1">
                <a:solidFill>
                  <a:schemeClr val="bg1"/>
                </a:solidFill>
              </a:rPr>
              <a:t>guia</a:t>
            </a:r>
            <a:r>
              <a:rPr lang="en-US" sz="1200" dirty="0">
                <a:solidFill>
                  <a:schemeClr val="bg1"/>
                </a:solidFill>
              </a:rPr>
              <a:t> para </a:t>
            </a:r>
            <a:r>
              <a:rPr lang="en-US" sz="1200" dirty="0" err="1">
                <a:solidFill>
                  <a:schemeClr val="bg1"/>
                </a:solidFill>
              </a:rPr>
              <a:t>ejecutar</a:t>
            </a:r>
            <a:r>
              <a:rPr lang="en-US" sz="1200" dirty="0">
                <a:solidFill>
                  <a:schemeClr val="bg1"/>
                </a:solidFill>
              </a:rPr>
              <a:t> el proceso </a:t>
            </a:r>
            <a:r>
              <a:rPr lang="en-US" sz="1200" dirty="0" err="1">
                <a:solidFill>
                  <a:schemeClr val="bg1"/>
                </a:solidFill>
              </a:rPr>
              <a:t>correctamente</a:t>
            </a:r>
            <a:r>
              <a:rPr lang="en-US" sz="1200" dirty="0">
                <a:solidFill>
                  <a:schemeClr val="bg1"/>
                </a:solidFill>
              </a:rPr>
              <a:t>. </a:t>
            </a:r>
            <a:endParaRPr lang="en-US" sz="1200" b="1" dirty="0">
              <a:solidFill>
                <a:schemeClr val="bg1"/>
              </a:solidFill>
            </a:endParaRPr>
          </a:p>
        </p:txBody>
      </p:sp>
      <p:pic>
        <p:nvPicPr>
          <p:cNvPr id="10" name="Imagen 9">
            <a:extLst>
              <a:ext uri="{FF2B5EF4-FFF2-40B4-BE49-F238E27FC236}">
                <a16:creationId xmlns:a16="http://schemas.microsoft.com/office/drawing/2014/main" id="{6410DCCD-32F0-ADD7-C1C5-02772825DBCF}"/>
              </a:ext>
            </a:extLst>
          </p:cNvPr>
          <p:cNvPicPr>
            <a:picLocks noChangeAspect="1"/>
          </p:cNvPicPr>
          <p:nvPr/>
        </p:nvPicPr>
        <p:blipFill>
          <a:blip r:embed="rId3"/>
          <a:stretch>
            <a:fillRect/>
          </a:stretch>
        </p:blipFill>
        <p:spPr>
          <a:xfrm>
            <a:off x="1094118" y="2372030"/>
            <a:ext cx="162000" cy="162000"/>
          </a:xfrm>
          <a:prstGeom prst="rect">
            <a:avLst/>
          </a:prstGeom>
        </p:spPr>
      </p:pic>
    </p:spTree>
    <p:extLst>
      <p:ext uri="{BB962C8B-B14F-4D97-AF65-F5344CB8AC3E}">
        <p14:creationId xmlns:p14="http://schemas.microsoft.com/office/powerpoint/2010/main" val="6280200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9CF-76D3-CC1D-2C88-44CDD3465B72}"/>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08052082-3D9E-F1E1-A51D-CB5E0335EB7C}"/>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sp>
        <p:nvSpPr>
          <p:cNvPr id="2" name="Rectángulo: esquinas redondeadas 1">
            <a:extLst>
              <a:ext uri="{FF2B5EF4-FFF2-40B4-BE49-F238E27FC236}">
                <a16:creationId xmlns:a16="http://schemas.microsoft.com/office/drawing/2014/main" id="{ADF3BF07-0ACB-4B24-C471-F9DC13EF3CA3}"/>
              </a:ext>
            </a:extLst>
          </p:cNvPr>
          <p:cNvSpPr/>
          <p:nvPr/>
        </p:nvSpPr>
        <p:spPr>
          <a:xfrm>
            <a:off x="1399650" y="5583202"/>
            <a:ext cx="9583200" cy="5810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Definidos los parámetros a ejecutar, se selecciona en la opción “envío” </a:t>
            </a:r>
            <a:r>
              <a:rPr lang="es-CO" sz="1200" b="1" dirty="0">
                <a:solidFill>
                  <a:schemeClr val="bg1"/>
                </a:solidFill>
              </a:rPr>
              <a:t>Guardar Parámetros Como</a:t>
            </a:r>
            <a:r>
              <a:rPr lang="es-CO" sz="1200" dirty="0">
                <a:solidFill>
                  <a:schemeClr val="bg1"/>
                </a:solidFill>
              </a:rPr>
              <a:t>, y se da </a:t>
            </a:r>
            <a:r>
              <a:rPr lang="es-CO" sz="1200" dirty="0" err="1">
                <a:solidFill>
                  <a:schemeClr val="bg1"/>
                </a:solidFill>
              </a:rPr>
              <a:t>check</a:t>
            </a:r>
            <a:r>
              <a:rPr lang="es-CO" sz="1200" dirty="0">
                <a:solidFill>
                  <a:schemeClr val="bg1"/>
                </a:solidFill>
              </a:rPr>
              <a:t> en </a:t>
            </a:r>
            <a:r>
              <a:rPr lang="es-CO" sz="1200" b="1" dirty="0">
                <a:solidFill>
                  <a:schemeClr val="bg1"/>
                </a:solidFill>
              </a:rPr>
              <a:t>Guardar</a:t>
            </a:r>
            <a:r>
              <a:rPr lang="es-CO" sz="1200" dirty="0">
                <a:solidFill>
                  <a:schemeClr val="bg1"/>
                </a:solidFill>
              </a:rPr>
              <a:t> para generar el proceso.</a:t>
            </a:r>
          </a:p>
        </p:txBody>
      </p:sp>
      <p:pic>
        <p:nvPicPr>
          <p:cNvPr id="5" name="Imagen 4">
            <a:extLst>
              <a:ext uri="{FF2B5EF4-FFF2-40B4-BE49-F238E27FC236}">
                <a16:creationId xmlns:a16="http://schemas.microsoft.com/office/drawing/2014/main" id="{02125A0F-ED26-2ED1-600F-5A6FA0382159}"/>
              </a:ext>
            </a:extLst>
          </p:cNvPr>
          <p:cNvPicPr>
            <a:picLocks noChangeAspect="1"/>
          </p:cNvPicPr>
          <p:nvPr/>
        </p:nvPicPr>
        <p:blipFill>
          <a:blip r:embed="rId2"/>
          <a:stretch>
            <a:fillRect/>
          </a:stretch>
        </p:blipFill>
        <p:spPr>
          <a:xfrm>
            <a:off x="1304400" y="1005168"/>
            <a:ext cx="9583200" cy="3875338"/>
          </a:xfrm>
          <a:prstGeom prst="rect">
            <a:avLst/>
          </a:prstGeom>
        </p:spPr>
      </p:pic>
      <p:pic>
        <p:nvPicPr>
          <p:cNvPr id="11" name="Imagen 10">
            <a:extLst>
              <a:ext uri="{FF2B5EF4-FFF2-40B4-BE49-F238E27FC236}">
                <a16:creationId xmlns:a16="http://schemas.microsoft.com/office/drawing/2014/main" id="{44143294-063A-D6BA-1F20-629186B09BC8}"/>
              </a:ext>
            </a:extLst>
          </p:cNvPr>
          <p:cNvPicPr>
            <a:picLocks noChangeAspect="1"/>
          </p:cNvPicPr>
          <p:nvPr/>
        </p:nvPicPr>
        <p:blipFill>
          <a:blip r:embed="rId3"/>
          <a:stretch>
            <a:fillRect/>
          </a:stretch>
        </p:blipFill>
        <p:spPr>
          <a:xfrm>
            <a:off x="1399650" y="4787170"/>
            <a:ext cx="9583200" cy="444684"/>
          </a:xfrm>
          <a:prstGeom prst="rect">
            <a:avLst/>
          </a:prstGeom>
        </p:spPr>
      </p:pic>
      <p:pic>
        <p:nvPicPr>
          <p:cNvPr id="13" name="Imagen 12">
            <a:extLst>
              <a:ext uri="{FF2B5EF4-FFF2-40B4-BE49-F238E27FC236}">
                <a16:creationId xmlns:a16="http://schemas.microsoft.com/office/drawing/2014/main" id="{A7E55C05-366D-5359-B8BE-7E3598E9ACFA}"/>
              </a:ext>
            </a:extLst>
          </p:cNvPr>
          <p:cNvPicPr>
            <a:picLocks noChangeAspect="1"/>
          </p:cNvPicPr>
          <p:nvPr/>
        </p:nvPicPr>
        <p:blipFill>
          <a:blip r:embed="rId4"/>
          <a:stretch>
            <a:fillRect/>
          </a:stretch>
        </p:blipFill>
        <p:spPr>
          <a:xfrm>
            <a:off x="10258730" y="4938037"/>
            <a:ext cx="162000" cy="162000"/>
          </a:xfrm>
          <a:prstGeom prst="rect">
            <a:avLst/>
          </a:prstGeom>
        </p:spPr>
      </p:pic>
      <p:pic>
        <p:nvPicPr>
          <p:cNvPr id="15" name="Imagen 14">
            <a:extLst>
              <a:ext uri="{FF2B5EF4-FFF2-40B4-BE49-F238E27FC236}">
                <a16:creationId xmlns:a16="http://schemas.microsoft.com/office/drawing/2014/main" id="{1BE83290-5968-3380-29FA-B40FA0F4235E}"/>
              </a:ext>
            </a:extLst>
          </p:cNvPr>
          <p:cNvPicPr>
            <a:picLocks noChangeAspect="1"/>
          </p:cNvPicPr>
          <p:nvPr/>
        </p:nvPicPr>
        <p:blipFill>
          <a:blip r:embed="rId5"/>
          <a:stretch>
            <a:fillRect/>
          </a:stretch>
        </p:blipFill>
        <p:spPr>
          <a:xfrm>
            <a:off x="1798130" y="4358716"/>
            <a:ext cx="162000" cy="162000"/>
          </a:xfrm>
          <a:prstGeom prst="rect">
            <a:avLst/>
          </a:prstGeom>
        </p:spPr>
      </p:pic>
    </p:spTree>
    <p:extLst>
      <p:ext uri="{BB962C8B-B14F-4D97-AF65-F5344CB8AC3E}">
        <p14:creationId xmlns:p14="http://schemas.microsoft.com/office/powerpoint/2010/main" val="19578737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597CD-49BF-C504-BB4B-3814EB0376FC}"/>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EAAA6824-875F-F283-F177-3B753FCB3DC8}"/>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23400A26-85F9-37C3-80C2-8E4C15C87E0A}"/>
              </a:ext>
            </a:extLst>
          </p:cNvPr>
          <p:cNvPicPr>
            <a:picLocks noChangeAspect="1"/>
          </p:cNvPicPr>
          <p:nvPr/>
        </p:nvPicPr>
        <p:blipFill>
          <a:blip r:embed="rId2"/>
          <a:stretch>
            <a:fillRect/>
          </a:stretch>
        </p:blipFill>
        <p:spPr>
          <a:xfrm>
            <a:off x="1293824" y="1830222"/>
            <a:ext cx="9583200" cy="1764669"/>
          </a:xfrm>
          <a:prstGeom prst="rect">
            <a:avLst/>
          </a:prstGeom>
        </p:spPr>
      </p:pic>
      <p:sp>
        <p:nvSpPr>
          <p:cNvPr id="4" name="Rectángulo: esquinas redondeadas 3">
            <a:extLst>
              <a:ext uri="{FF2B5EF4-FFF2-40B4-BE49-F238E27FC236}">
                <a16:creationId xmlns:a16="http://schemas.microsoft.com/office/drawing/2014/main" id="{097C8F19-9006-8886-822D-B13F8019B6F5}"/>
              </a:ext>
            </a:extLst>
          </p:cNvPr>
          <p:cNvSpPr/>
          <p:nvPr/>
        </p:nvSpPr>
        <p:spPr>
          <a:xfrm>
            <a:off x="1314976" y="3512737"/>
            <a:ext cx="9583200"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b="1" dirty="0">
                <a:solidFill>
                  <a:schemeClr val="bg1"/>
                </a:solidFill>
              </a:rPr>
              <a:t>7. </a:t>
            </a:r>
            <a:r>
              <a:rPr lang="es-CO" sz="1200" dirty="0">
                <a:solidFill>
                  <a:schemeClr val="bg1"/>
                </a:solidFill>
              </a:rPr>
              <a:t>Tras la aplicación del proceso </a:t>
            </a:r>
            <a:r>
              <a:rPr lang="es-CO" sz="1200" b="1" dirty="0">
                <a:solidFill>
                  <a:schemeClr val="bg1"/>
                </a:solidFill>
              </a:rPr>
              <a:t>SFPESTU</a:t>
            </a:r>
            <a:r>
              <a:rPr lang="es-CO" sz="1200" dirty="0">
                <a:solidFill>
                  <a:schemeClr val="bg1"/>
                </a:solidFill>
              </a:rPr>
              <a:t>, se generan las salidas .LOG y .LIS para validación del resultado de la ejecución del proceso</a:t>
            </a:r>
            <a:endParaRPr lang="en-US" sz="1200" dirty="0">
              <a:solidFill>
                <a:schemeClr val="bg1"/>
              </a:solidFill>
            </a:endParaRPr>
          </a:p>
        </p:txBody>
      </p:sp>
      <p:pic>
        <p:nvPicPr>
          <p:cNvPr id="8" name="Imagen 7">
            <a:extLst>
              <a:ext uri="{FF2B5EF4-FFF2-40B4-BE49-F238E27FC236}">
                <a16:creationId xmlns:a16="http://schemas.microsoft.com/office/drawing/2014/main" id="{DDFE5E99-C077-4E77-FF4F-56D722C695FF}"/>
              </a:ext>
            </a:extLst>
          </p:cNvPr>
          <p:cNvPicPr>
            <a:picLocks noChangeAspect="1"/>
          </p:cNvPicPr>
          <p:nvPr/>
        </p:nvPicPr>
        <p:blipFill>
          <a:blip r:embed="rId3"/>
          <a:stretch>
            <a:fillRect/>
          </a:stretch>
        </p:blipFill>
        <p:spPr>
          <a:xfrm>
            <a:off x="6285581" y="2271598"/>
            <a:ext cx="162000" cy="162000"/>
          </a:xfrm>
          <a:prstGeom prst="rect">
            <a:avLst/>
          </a:prstGeom>
        </p:spPr>
      </p:pic>
    </p:spTree>
    <p:extLst>
      <p:ext uri="{BB962C8B-B14F-4D97-AF65-F5344CB8AC3E}">
        <p14:creationId xmlns:p14="http://schemas.microsoft.com/office/powerpoint/2010/main" val="30771032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432CF-62FE-E511-14F0-F73E2814DB1C}"/>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C11934DC-C8A8-822C-66B1-67DD759E1CEB}"/>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2C8EE7D0-4543-2A48-7815-3B062A8B75CA}"/>
              </a:ext>
            </a:extLst>
          </p:cNvPr>
          <p:cNvPicPr>
            <a:picLocks noChangeAspect="1"/>
          </p:cNvPicPr>
          <p:nvPr/>
        </p:nvPicPr>
        <p:blipFill>
          <a:blip r:embed="rId2"/>
          <a:stretch>
            <a:fillRect/>
          </a:stretch>
        </p:blipFill>
        <p:spPr>
          <a:xfrm>
            <a:off x="1275168" y="1332207"/>
            <a:ext cx="9583200" cy="3371126"/>
          </a:xfrm>
          <a:prstGeom prst="rect">
            <a:avLst/>
          </a:prstGeom>
        </p:spPr>
      </p:pic>
      <p:sp>
        <p:nvSpPr>
          <p:cNvPr id="4" name="Rectángulo: esquinas redondeadas 3">
            <a:extLst>
              <a:ext uri="{FF2B5EF4-FFF2-40B4-BE49-F238E27FC236}">
                <a16:creationId xmlns:a16="http://schemas.microsoft.com/office/drawing/2014/main" id="{841F7D3B-D7B8-523F-AD1A-7B578A0B4B00}"/>
              </a:ext>
            </a:extLst>
          </p:cNvPr>
          <p:cNvSpPr/>
          <p:nvPr/>
        </p:nvSpPr>
        <p:spPr>
          <a:xfrm>
            <a:off x="1391522" y="5099113"/>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Para revisar las salidas .LOG y .LIS se debe ingresar a la sección superior del menú, opción </a:t>
            </a:r>
            <a:r>
              <a:rPr lang="es-CO" sz="1200" b="1" dirty="0">
                <a:solidFill>
                  <a:schemeClr val="bg1"/>
                </a:solidFill>
              </a:rPr>
              <a:t>"Relacionado</a:t>
            </a:r>
            <a:r>
              <a:rPr lang="es-CO" sz="1200" dirty="0">
                <a:solidFill>
                  <a:schemeClr val="bg1"/>
                </a:solidFill>
              </a:rPr>
              <a:t>" y posteriormente la </a:t>
            </a:r>
            <a:r>
              <a:rPr lang="es-CO" sz="1200" b="1" dirty="0">
                <a:solidFill>
                  <a:schemeClr val="bg1"/>
                </a:solidFill>
              </a:rPr>
              <a:t>opción "Revisar Salida [GJIREVO]"</a:t>
            </a:r>
          </a:p>
        </p:txBody>
      </p:sp>
      <p:pic>
        <p:nvPicPr>
          <p:cNvPr id="7" name="Imagen 6">
            <a:extLst>
              <a:ext uri="{FF2B5EF4-FFF2-40B4-BE49-F238E27FC236}">
                <a16:creationId xmlns:a16="http://schemas.microsoft.com/office/drawing/2014/main" id="{4026D5C0-2DFE-93B6-490A-FC584BDFBCDC}"/>
              </a:ext>
            </a:extLst>
          </p:cNvPr>
          <p:cNvPicPr>
            <a:picLocks noChangeAspect="1"/>
          </p:cNvPicPr>
          <p:nvPr/>
        </p:nvPicPr>
        <p:blipFill>
          <a:blip r:embed="rId3"/>
          <a:stretch>
            <a:fillRect/>
          </a:stretch>
        </p:blipFill>
        <p:spPr>
          <a:xfrm>
            <a:off x="10296830" y="2219630"/>
            <a:ext cx="162000" cy="162000"/>
          </a:xfrm>
          <a:prstGeom prst="rect">
            <a:avLst/>
          </a:prstGeom>
        </p:spPr>
      </p:pic>
      <p:pic>
        <p:nvPicPr>
          <p:cNvPr id="9" name="Imagen 8">
            <a:extLst>
              <a:ext uri="{FF2B5EF4-FFF2-40B4-BE49-F238E27FC236}">
                <a16:creationId xmlns:a16="http://schemas.microsoft.com/office/drawing/2014/main" id="{5A982885-A276-55E5-9FC9-6F1BC6673001}"/>
              </a:ext>
            </a:extLst>
          </p:cNvPr>
          <p:cNvPicPr>
            <a:picLocks noChangeAspect="1"/>
          </p:cNvPicPr>
          <p:nvPr/>
        </p:nvPicPr>
        <p:blipFill>
          <a:blip r:embed="rId4"/>
          <a:stretch>
            <a:fillRect/>
          </a:stretch>
        </p:blipFill>
        <p:spPr>
          <a:xfrm>
            <a:off x="10905632" y="1658837"/>
            <a:ext cx="162000" cy="162000"/>
          </a:xfrm>
          <a:prstGeom prst="rect">
            <a:avLst/>
          </a:prstGeom>
        </p:spPr>
      </p:pic>
    </p:spTree>
    <p:extLst>
      <p:ext uri="{BB962C8B-B14F-4D97-AF65-F5344CB8AC3E}">
        <p14:creationId xmlns:p14="http://schemas.microsoft.com/office/powerpoint/2010/main" val="21776947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91AD6-5A67-D716-BEAF-38B405BE31F4}"/>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EABD8F64-0EDA-69D5-B11D-3CA13748A52F}"/>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6955A67C-E343-75FF-3194-F8AFCFAF26F6}"/>
              </a:ext>
            </a:extLst>
          </p:cNvPr>
          <p:cNvPicPr>
            <a:picLocks noChangeAspect="1"/>
          </p:cNvPicPr>
          <p:nvPr/>
        </p:nvPicPr>
        <p:blipFill>
          <a:blip r:embed="rId2"/>
          <a:stretch>
            <a:fillRect/>
          </a:stretch>
        </p:blipFill>
        <p:spPr>
          <a:xfrm>
            <a:off x="1296319" y="1005168"/>
            <a:ext cx="9583200" cy="4456837"/>
          </a:xfrm>
          <a:prstGeom prst="rect">
            <a:avLst/>
          </a:prstGeom>
        </p:spPr>
      </p:pic>
      <p:sp>
        <p:nvSpPr>
          <p:cNvPr id="4" name="Rectángulo: esquinas redondeadas 3">
            <a:extLst>
              <a:ext uri="{FF2B5EF4-FFF2-40B4-BE49-F238E27FC236}">
                <a16:creationId xmlns:a16="http://schemas.microsoft.com/office/drawing/2014/main" id="{BD1B7FA1-64CF-EEFF-6867-F68A88F56E2F}"/>
              </a:ext>
            </a:extLst>
          </p:cNvPr>
          <p:cNvSpPr/>
          <p:nvPr/>
        </p:nvSpPr>
        <p:spPr>
          <a:xfrm>
            <a:off x="1312481" y="5602591"/>
            <a:ext cx="958320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En la nueva ventana, tras asegurarse que el campo </a:t>
            </a:r>
            <a:r>
              <a:rPr lang="es-CO" sz="1200" b="1" dirty="0">
                <a:solidFill>
                  <a:schemeClr val="bg1"/>
                </a:solidFill>
              </a:rPr>
              <a:t>“Número"</a:t>
            </a:r>
            <a:r>
              <a:rPr lang="es-CO" sz="1200" dirty="0">
                <a:solidFill>
                  <a:schemeClr val="bg1"/>
                </a:solidFill>
              </a:rPr>
              <a:t> coincida con el número del proceso ejecutado, desde el campo </a:t>
            </a:r>
            <a:r>
              <a:rPr lang="es-CO" sz="1200" b="1" dirty="0">
                <a:solidFill>
                  <a:schemeClr val="bg1"/>
                </a:solidFill>
              </a:rPr>
              <a:t>“Nombre de archivo"</a:t>
            </a:r>
            <a:r>
              <a:rPr lang="es-CO" sz="1200" dirty="0">
                <a:solidFill>
                  <a:schemeClr val="bg1"/>
                </a:solidFill>
              </a:rPr>
              <a:t> se ha de seleccionar aquel archivo que se desee visualizar, los cuales se diferencia por las extensiones </a:t>
            </a:r>
            <a:r>
              <a:rPr lang="es-CO" sz="1200" b="1" dirty="0">
                <a:solidFill>
                  <a:schemeClr val="bg1"/>
                </a:solidFill>
              </a:rPr>
              <a:t>.lis o .log</a:t>
            </a:r>
            <a:r>
              <a:rPr lang="es-CO" sz="1200" dirty="0">
                <a:solidFill>
                  <a:schemeClr val="bg1"/>
                </a:solidFill>
              </a:rPr>
              <a:t>.</a:t>
            </a:r>
          </a:p>
        </p:txBody>
      </p:sp>
      <p:pic>
        <p:nvPicPr>
          <p:cNvPr id="7" name="Imagen 6">
            <a:extLst>
              <a:ext uri="{FF2B5EF4-FFF2-40B4-BE49-F238E27FC236}">
                <a16:creationId xmlns:a16="http://schemas.microsoft.com/office/drawing/2014/main" id="{3C0D7D1E-5FFF-72DD-2A41-631BA6375DAB}"/>
              </a:ext>
            </a:extLst>
          </p:cNvPr>
          <p:cNvPicPr>
            <a:picLocks noChangeAspect="1"/>
          </p:cNvPicPr>
          <p:nvPr/>
        </p:nvPicPr>
        <p:blipFill>
          <a:blip r:embed="rId3"/>
          <a:stretch>
            <a:fillRect/>
          </a:stretch>
        </p:blipFill>
        <p:spPr>
          <a:xfrm>
            <a:off x="3419134" y="1773784"/>
            <a:ext cx="162000" cy="162000"/>
          </a:xfrm>
          <a:prstGeom prst="rect">
            <a:avLst/>
          </a:prstGeom>
        </p:spPr>
      </p:pic>
      <p:pic>
        <p:nvPicPr>
          <p:cNvPr id="9" name="Imagen 8">
            <a:extLst>
              <a:ext uri="{FF2B5EF4-FFF2-40B4-BE49-F238E27FC236}">
                <a16:creationId xmlns:a16="http://schemas.microsoft.com/office/drawing/2014/main" id="{0B69B8C2-E798-4EE2-B5FC-67C37126961B}"/>
              </a:ext>
            </a:extLst>
          </p:cNvPr>
          <p:cNvPicPr>
            <a:picLocks noChangeAspect="1"/>
          </p:cNvPicPr>
          <p:nvPr/>
        </p:nvPicPr>
        <p:blipFill>
          <a:blip r:embed="rId4"/>
          <a:stretch>
            <a:fillRect/>
          </a:stretch>
        </p:blipFill>
        <p:spPr>
          <a:xfrm>
            <a:off x="10312834" y="1640359"/>
            <a:ext cx="162000" cy="162000"/>
          </a:xfrm>
          <a:prstGeom prst="rect">
            <a:avLst/>
          </a:prstGeom>
        </p:spPr>
      </p:pic>
      <p:pic>
        <p:nvPicPr>
          <p:cNvPr id="11" name="Imagen 10">
            <a:extLst>
              <a:ext uri="{FF2B5EF4-FFF2-40B4-BE49-F238E27FC236}">
                <a16:creationId xmlns:a16="http://schemas.microsoft.com/office/drawing/2014/main" id="{53300B10-6777-16D2-E2D0-6B98DE64BAD9}"/>
              </a:ext>
            </a:extLst>
          </p:cNvPr>
          <p:cNvPicPr>
            <a:picLocks noChangeAspect="1"/>
          </p:cNvPicPr>
          <p:nvPr/>
        </p:nvPicPr>
        <p:blipFill>
          <a:blip r:embed="rId5"/>
          <a:stretch>
            <a:fillRect/>
          </a:stretch>
        </p:blipFill>
        <p:spPr>
          <a:xfrm>
            <a:off x="7839077" y="5003217"/>
            <a:ext cx="162000" cy="162000"/>
          </a:xfrm>
          <a:prstGeom prst="rect">
            <a:avLst/>
          </a:prstGeom>
        </p:spPr>
      </p:pic>
      <p:pic>
        <p:nvPicPr>
          <p:cNvPr id="13" name="Imagen 12">
            <a:extLst>
              <a:ext uri="{FF2B5EF4-FFF2-40B4-BE49-F238E27FC236}">
                <a16:creationId xmlns:a16="http://schemas.microsoft.com/office/drawing/2014/main" id="{031DBAE1-38F5-7A7B-E5CC-C0B3A4BF55DF}"/>
              </a:ext>
            </a:extLst>
          </p:cNvPr>
          <p:cNvPicPr>
            <a:picLocks noChangeAspect="1"/>
          </p:cNvPicPr>
          <p:nvPr/>
        </p:nvPicPr>
        <p:blipFill>
          <a:blip r:embed="rId6"/>
          <a:stretch>
            <a:fillRect/>
          </a:stretch>
        </p:blipFill>
        <p:spPr>
          <a:xfrm>
            <a:off x="3969259" y="3348000"/>
            <a:ext cx="162000" cy="162000"/>
          </a:xfrm>
          <a:prstGeom prst="rect">
            <a:avLst/>
          </a:prstGeom>
        </p:spPr>
      </p:pic>
      <p:pic>
        <p:nvPicPr>
          <p:cNvPr id="15" name="Imagen 14">
            <a:extLst>
              <a:ext uri="{FF2B5EF4-FFF2-40B4-BE49-F238E27FC236}">
                <a16:creationId xmlns:a16="http://schemas.microsoft.com/office/drawing/2014/main" id="{0C180B5D-E90B-1988-C178-476928ADABC6}"/>
              </a:ext>
            </a:extLst>
          </p:cNvPr>
          <p:cNvPicPr>
            <a:picLocks noChangeAspect="1"/>
          </p:cNvPicPr>
          <p:nvPr/>
        </p:nvPicPr>
        <p:blipFill>
          <a:blip r:embed="rId7"/>
          <a:stretch>
            <a:fillRect/>
          </a:stretch>
        </p:blipFill>
        <p:spPr>
          <a:xfrm>
            <a:off x="7677077" y="1611784"/>
            <a:ext cx="162000" cy="162000"/>
          </a:xfrm>
          <a:prstGeom prst="rect">
            <a:avLst/>
          </a:prstGeom>
        </p:spPr>
      </p:pic>
    </p:spTree>
    <p:extLst>
      <p:ext uri="{BB962C8B-B14F-4D97-AF65-F5344CB8AC3E}">
        <p14:creationId xmlns:p14="http://schemas.microsoft.com/office/powerpoint/2010/main" val="3467553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3280A-F68C-978F-4742-B0A585E12196}"/>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A54DE32E-6A2F-87C6-524C-AA94E0271818}"/>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98A7AE25-CEE3-F43C-639E-911508235FDE}"/>
              </a:ext>
            </a:extLst>
          </p:cNvPr>
          <p:cNvPicPr>
            <a:picLocks noChangeAspect="1"/>
          </p:cNvPicPr>
          <p:nvPr/>
        </p:nvPicPr>
        <p:blipFill>
          <a:blip r:embed="rId2"/>
          <a:stretch>
            <a:fillRect/>
          </a:stretch>
        </p:blipFill>
        <p:spPr>
          <a:xfrm>
            <a:off x="1304400" y="1005168"/>
            <a:ext cx="9583200" cy="4609514"/>
          </a:xfrm>
          <a:prstGeom prst="rect">
            <a:avLst/>
          </a:prstGeom>
        </p:spPr>
      </p:pic>
      <p:sp>
        <p:nvSpPr>
          <p:cNvPr id="4" name="Rectángulo: esquinas redondeadas 3">
            <a:extLst>
              <a:ext uri="{FF2B5EF4-FFF2-40B4-BE49-F238E27FC236}">
                <a16:creationId xmlns:a16="http://schemas.microsoft.com/office/drawing/2014/main" id="{122585EF-033C-D7FE-F013-8E7358B2210F}"/>
              </a:ext>
            </a:extLst>
          </p:cNvPr>
          <p:cNvSpPr/>
          <p:nvPr/>
        </p:nvSpPr>
        <p:spPr>
          <a:xfrm>
            <a:off x="1315276" y="5790614"/>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Si el archivo corresponde al </a:t>
            </a:r>
            <a:r>
              <a:rPr lang="es-CO" sz="1200" b="1" dirty="0">
                <a:solidFill>
                  <a:schemeClr val="bg1"/>
                </a:solidFill>
              </a:rPr>
              <a:t>.LIS</a:t>
            </a:r>
            <a:r>
              <a:rPr lang="es-CO" sz="1200" dirty="0">
                <a:solidFill>
                  <a:schemeClr val="bg1"/>
                </a:solidFill>
              </a:rPr>
              <a:t>, se han de corroborar la cantidad de registros aplicados como evidencia de su correcta operación.</a:t>
            </a:r>
          </a:p>
        </p:txBody>
      </p:sp>
      <p:pic>
        <p:nvPicPr>
          <p:cNvPr id="7" name="Imagen 6">
            <a:extLst>
              <a:ext uri="{FF2B5EF4-FFF2-40B4-BE49-F238E27FC236}">
                <a16:creationId xmlns:a16="http://schemas.microsoft.com/office/drawing/2014/main" id="{B1D75E5D-3EBD-41F8-1E28-06FBDCD46584}"/>
              </a:ext>
            </a:extLst>
          </p:cNvPr>
          <p:cNvPicPr>
            <a:picLocks noChangeAspect="1"/>
          </p:cNvPicPr>
          <p:nvPr/>
        </p:nvPicPr>
        <p:blipFill>
          <a:blip r:embed="rId3"/>
          <a:stretch>
            <a:fillRect/>
          </a:stretch>
        </p:blipFill>
        <p:spPr>
          <a:xfrm>
            <a:off x="3076234" y="5057434"/>
            <a:ext cx="162000" cy="162000"/>
          </a:xfrm>
          <a:prstGeom prst="rect">
            <a:avLst/>
          </a:prstGeom>
        </p:spPr>
      </p:pic>
    </p:spTree>
    <p:extLst>
      <p:ext uri="{BB962C8B-B14F-4D97-AF65-F5344CB8AC3E}">
        <p14:creationId xmlns:p14="http://schemas.microsoft.com/office/powerpoint/2010/main" val="16171843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889C-D8B7-CA5D-A799-21D348DAFD56}"/>
            </a:ext>
          </a:extLst>
        </p:cNvPr>
        <p:cNvGrpSpPr/>
        <p:nvPr/>
      </p:nvGrpSpPr>
      <p:grpSpPr>
        <a:xfrm>
          <a:off x="0" y="0"/>
          <a:ext cx="0" cy="0"/>
          <a:chOff x="0" y="0"/>
          <a:chExt cx="0" cy="0"/>
        </a:xfrm>
      </p:grpSpPr>
      <p:sp>
        <p:nvSpPr>
          <p:cNvPr id="6" name="Title 12">
            <a:extLst>
              <a:ext uri="{FF2B5EF4-FFF2-40B4-BE49-F238E27FC236}">
                <a16:creationId xmlns:a16="http://schemas.microsoft.com/office/drawing/2014/main" id="{EB895908-EA3D-ACE2-A7D9-1B2A79DD832A}"/>
              </a:ext>
            </a:extLst>
          </p:cNvPr>
          <p:cNvSpPr txBox="1">
            <a:spLocks/>
          </p:cNvSpPr>
          <p:nvPr/>
        </p:nvSpPr>
        <p:spPr>
          <a:xfrm>
            <a:off x="1275168" y="453209"/>
            <a:ext cx="9620513" cy="55195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Proceso: </a:t>
            </a:r>
            <a:r>
              <a:rPr lang="es-CO" dirty="0">
                <a:solidFill>
                  <a:schemeClr val="tx1"/>
                </a:solidFill>
              </a:rPr>
              <a:t>SFPESTU – Actualizar Registro de Inscripción</a:t>
            </a:r>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8DCC1440-B452-32A9-8EAC-6C4819232652}"/>
              </a:ext>
            </a:extLst>
          </p:cNvPr>
          <p:cNvPicPr>
            <a:picLocks noChangeAspect="1"/>
          </p:cNvPicPr>
          <p:nvPr/>
        </p:nvPicPr>
        <p:blipFill>
          <a:blip r:embed="rId2"/>
          <a:stretch>
            <a:fillRect/>
          </a:stretch>
        </p:blipFill>
        <p:spPr>
          <a:xfrm>
            <a:off x="1304400" y="1700217"/>
            <a:ext cx="9583200" cy="2388305"/>
          </a:xfrm>
          <a:prstGeom prst="rect">
            <a:avLst/>
          </a:prstGeom>
        </p:spPr>
      </p:pic>
      <p:sp>
        <p:nvSpPr>
          <p:cNvPr id="8" name="Rectángulo: esquinas redondeadas 7">
            <a:extLst>
              <a:ext uri="{FF2B5EF4-FFF2-40B4-BE49-F238E27FC236}">
                <a16:creationId xmlns:a16="http://schemas.microsoft.com/office/drawing/2014/main" id="{8EA4AD1C-5996-8444-AC40-EFF04663005E}"/>
              </a:ext>
            </a:extLst>
          </p:cNvPr>
          <p:cNvSpPr/>
          <p:nvPr/>
        </p:nvSpPr>
        <p:spPr>
          <a:xfrm>
            <a:off x="1304400" y="4657301"/>
            <a:ext cx="733388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rPr>
              <a:t>Si el archivo corresponde al </a:t>
            </a:r>
            <a:r>
              <a:rPr lang="es-CO" sz="1200" b="1" dirty="0">
                <a:solidFill>
                  <a:schemeClr val="bg1"/>
                </a:solidFill>
              </a:rPr>
              <a:t>.LOG, </a:t>
            </a:r>
            <a:r>
              <a:rPr lang="es-CO" sz="1200" dirty="0">
                <a:solidFill>
                  <a:schemeClr val="bg1"/>
                </a:solidFill>
              </a:rPr>
              <a:t>se han corroborar que el proceso no haya terminado con errores.</a:t>
            </a:r>
          </a:p>
        </p:txBody>
      </p:sp>
      <p:pic>
        <p:nvPicPr>
          <p:cNvPr id="10" name="Imagen 9">
            <a:extLst>
              <a:ext uri="{FF2B5EF4-FFF2-40B4-BE49-F238E27FC236}">
                <a16:creationId xmlns:a16="http://schemas.microsoft.com/office/drawing/2014/main" id="{A0131132-C57E-36E8-BE5A-01867372F673}"/>
              </a:ext>
            </a:extLst>
          </p:cNvPr>
          <p:cNvPicPr>
            <a:picLocks noChangeAspect="1"/>
          </p:cNvPicPr>
          <p:nvPr/>
        </p:nvPicPr>
        <p:blipFill>
          <a:blip r:embed="rId3"/>
          <a:stretch>
            <a:fillRect/>
          </a:stretch>
        </p:blipFill>
        <p:spPr>
          <a:xfrm>
            <a:off x="2923834" y="3486150"/>
            <a:ext cx="162000" cy="162000"/>
          </a:xfrm>
          <a:prstGeom prst="rect">
            <a:avLst/>
          </a:prstGeom>
        </p:spPr>
      </p:pic>
    </p:spTree>
    <p:extLst>
      <p:ext uri="{BB962C8B-B14F-4D97-AF65-F5344CB8AC3E}">
        <p14:creationId xmlns:p14="http://schemas.microsoft.com/office/powerpoint/2010/main" val="26690248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612FC-69FD-B325-6E72-211F839BB52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873B9AE5-076D-07B0-8FEF-01D0D3A4858E}"/>
              </a:ext>
            </a:extLst>
          </p:cNvPr>
          <p:cNvPicPr>
            <a:picLocks noChangeAspect="1"/>
          </p:cNvPicPr>
          <p:nvPr/>
        </p:nvPicPr>
        <p:blipFill>
          <a:blip r:embed="rId2"/>
          <a:stretch>
            <a:fillRect/>
          </a:stretch>
        </p:blipFill>
        <p:spPr>
          <a:xfrm>
            <a:off x="1268663" y="1529843"/>
            <a:ext cx="9583200" cy="2171859"/>
          </a:xfrm>
          <a:prstGeom prst="rect">
            <a:avLst/>
          </a:prstGeom>
        </p:spPr>
      </p:pic>
      <p:sp>
        <p:nvSpPr>
          <p:cNvPr id="6" name="Title 12">
            <a:extLst>
              <a:ext uri="{FF2B5EF4-FFF2-40B4-BE49-F238E27FC236}">
                <a16:creationId xmlns:a16="http://schemas.microsoft.com/office/drawing/2014/main" id="{7D227D7D-C79C-A806-EBEA-F58C069A5AB4}"/>
              </a:ext>
            </a:extLst>
          </p:cNvPr>
          <p:cNvSpPr txBox="1">
            <a:spLocks/>
          </p:cNvSpPr>
          <p:nvPr/>
        </p:nvSpPr>
        <p:spPr>
          <a:xfrm>
            <a:off x="1232925" y="558839"/>
            <a:ext cx="9654676" cy="546061"/>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sp>
        <p:nvSpPr>
          <p:cNvPr id="10" name="Rectángulo: esquinas redondeadas 9">
            <a:extLst>
              <a:ext uri="{FF2B5EF4-FFF2-40B4-BE49-F238E27FC236}">
                <a16:creationId xmlns:a16="http://schemas.microsoft.com/office/drawing/2014/main" id="{1F9878F6-6323-C547-7327-084DAE26FEDE}"/>
              </a:ext>
            </a:extLst>
          </p:cNvPr>
          <p:cNvSpPr/>
          <p:nvPr/>
        </p:nvSpPr>
        <p:spPr>
          <a:xfrm>
            <a:off x="1380599" y="4381370"/>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Se ingresa </a:t>
            </a:r>
            <a:r>
              <a:rPr lang="es-ES_tradnl" sz="1200" b="1" dirty="0"/>
              <a:t>ID</a:t>
            </a:r>
            <a:r>
              <a:rPr lang="es-ES_tradnl" sz="1200" dirty="0"/>
              <a:t> a validar.</a:t>
            </a:r>
            <a:endParaRPr lang="es-ES_tradnl" sz="1200" b="1" dirty="0"/>
          </a:p>
        </p:txBody>
      </p:sp>
      <p:sp>
        <p:nvSpPr>
          <p:cNvPr id="11" name="Rectángulo: esquinas redondeadas 10">
            <a:extLst>
              <a:ext uri="{FF2B5EF4-FFF2-40B4-BE49-F238E27FC236}">
                <a16:creationId xmlns:a16="http://schemas.microsoft.com/office/drawing/2014/main" id="{64DD6944-AACA-D657-7F18-DC8DAD343299}"/>
              </a:ext>
            </a:extLst>
          </p:cNvPr>
          <p:cNvSpPr/>
          <p:nvPr/>
        </p:nvSpPr>
        <p:spPr>
          <a:xfrm>
            <a:off x="1380600" y="3889072"/>
            <a:ext cx="38867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Se ingresa </a:t>
            </a:r>
            <a:r>
              <a:rPr lang="es-ES_tradnl" sz="1200" b="1" dirty="0"/>
              <a:t>Periodo</a:t>
            </a:r>
            <a:r>
              <a:rPr lang="es-ES_tradnl" sz="1200" dirty="0"/>
              <a:t> correspondiente. </a:t>
            </a:r>
            <a:endParaRPr lang="es-ES_tradnl" sz="1200" b="1" dirty="0"/>
          </a:p>
        </p:txBody>
      </p:sp>
      <p:sp>
        <p:nvSpPr>
          <p:cNvPr id="12" name="Rectángulo: esquinas redondeadas 11">
            <a:extLst>
              <a:ext uri="{FF2B5EF4-FFF2-40B4-BE49-F238E27FC236}">
                <a16:creationId xmlns:a16="http://schemas.microsoft.com/office/drawing/2014/main" id="{D5E921FD-7ADC-569F-2580-4A21E0BE86E0}"/>
              </a:ext>
            </a:extLst>
          </p:cNvPr>
          <p:cNvSpPr/>
          <p:nvPr/>
        </p:nvSpPr>
        <p:spPr>
          <a:xfrm>
            <a:off x="8524875" y="3818424"/>
            <a:ext cx="2286525" cy="3542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3. </a:t>
            </a:r>
            <a:r>
              <a:rPr lang="es-ES_tradnl" sz="1200" dirty="0"/>
              <a:t>Dar clic en </a:t>
            </a:r>
            <a:r>
              <a:rPr lang="es-ES_tradnl" sz="1200" b="1" dirty="0"/>
              <a:t>IR</a:t>
            </a:r>
          </a:p>
        </p:txBody>
      </p:sp>
      <p:pic>
        <p:nvPicPr>
          <p:cNvPr id="14" name="Imagen 13">
            <a:extLst>
              <a:ext uri="{FF2B5EF4-FFF2-40B4-BE49-F238E27FC236}">
                <a16:creationId xmlns:a16="http://schemas.microsoft.com/office/drawing/2014/main" id="{35246F4B-E04F-6328-F457-1212588E56B0}"/>
              </a:ext>
            </a:extLst>
          </p:cNvPr>
          <p:cNvPicPr>
            <a:picLocks noChangeAspect="1"/>
          </p:cNvPicPr>
          <p:nvPr/>
        </p:nvPicPr>
        <p:blipFill>
          <a:blip r:embed="rId3"/>
          <a:stretch>
            <a:fillRect/>
          </a:stretch>
        </p:blipFill>
        <p:spPr>
          <a:xfrm>
            <a:off x="5969738" y="2155466"/>
            <a:ext cx="162000" cy="162000"/>
          </a:xfrm>
          <a:prstGeom prst="rect">
            <a:avLst/>
          </a:prstGeom>
        </p:spPr>
      </p:pic>
      <p:pic>
        <p:nvPicPr>
          <p:cNvPr id="16" name="Imagen 15">
            <a:extLst>
              <a:ext uri="{FF2B5EF4-FFF2-40B4-BE49-F238E27FC236}">
                <a16:creationId xmlns:a16="http://schemas.microsoft.com/office/drawing/2014/main" id="{8B1C7801-975E-8A7A-28D5-04C0A0591DCE}"/>
              </a:ext>
            </a:extLst>
          </p:cNvPr>
          <p:cNvPicPr>
            <a:picLocks noChangeAspect="1"/>
          </p:cNvPicPr>
          <p:nvPr/>
        </p:nvPicPr>
        <p:blipFill>
          <a:blip r:embed="rId4"/>
          <a:stretch>
            <a:fillRect/>
          </a:stretch>
        </p:blipFill>
        <p:spPr>
          <a:xfrm>
            <a:off x="1482846" y="2144386"/>
            <a:ext cx="162000" cy="162000"/>
          </a:xfrm>
          <a:prstGeom prst="rect">
            <a:avLst/>
          </a:prstGeom>
        </p:spPr>
      </p:pic>
      <p:pic>
        <p:nvPicPr>
          <p:cNvPr id="18" name="Imagen 17">
            <a:extLst>
              <a:ext uri="{FF2B5EF4-FFF2-40B4-BE49-F238E27FC236}">
                <a16:creationId xmlns:a16="http://schemas.microsoft.com/office/drawing/2014/main" id="{E89E171E-8BB6-0738-55CF-0D30B17326CC}"/>
              </a:ext>
            </a:extLst>
          </p:cNvPr>
          <p:cNvPicPr>
            <a:picLocks noChangeAspect="1"/>
          </p:cNvPicPr>
          <p:nvPr/>
        </p:nvPicPr>
        <p:blipFill>
          <a:blip r:embed="rId5"/>
          <a:stretch>
            <a:fillRect/>
          </a:stretch>
        </p:blipFill>
        <p:spPr>
          <a:xfrm>
            <a:off x="10262809" y="2174444"/>
            <a:ext cx="162000" cy="162000"/>
          </a:xfrm>
          <a:prstGeom prst="rect">
            <a:avLst/>
          </a:prstGeom>
        </p:spPr>
      </p:pic>
    </p:spTree>
    <p:extLst>
      <p:ext uri="{BB962C8B-B14F-4D97-AF65-F5344CB8AC3E}">
        <p14:creationId xmlns:p14="http://schemas.microsoft.com/office/powerpoint/2010/main" val="34328589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95EB-4F58-9BB4-2FFA-A4D76B4290F5}"/>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FDC5F9D4-6757-6CCE-5DED-E950967F3A43}"/>
              </a:ext>
            </a:extLst>
          </p:cNvPr>
          <p:cNvSpPr/>
          <p:nvPr/>
        </p:nvSpPr>
        <p:spPr>
          <a:xfrm>
            <a:off x="1435913" y="5728883"/>
            <a:ext cx="9487425" cy="7471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visualiza en </a:t>
            </a:r>
            <a:r>
              <a:rPr lang="es-CO" sz="1200" b="1" dirty="0"/>
              <a:t>SFAREGS</a:t>
            </a:r>
            <a:r>
              <a:rPr lang="es-CO" sz="1200" dirty="0"/>
              <a:t> el </a:t>
            </a:r>
            <a:r>
              <a:rPr lang="es-CO" sz="1200" b="1" dirty="0"/>
              <a:t>Estatus de ingreso (RE – Retiro) </a:t>
            </a:r>
            <a:r>
              <a:rPr lang="es-CO" sz="1200" dirty="0"/>
              <a:t>y también evidencia el cambio en </a:t>
            </a:r>
            <a:r>
              <a:rPr lang="es-CO" sz="1200" b="1" dirty="0"/>
              <a:t>Estatus de ingreso de Plan de Estudios (RE – Retiro)</a:t>
            </a:r>
            <a:r>
              <a:rPr lang="es-CO" sz="1200" dirty="0"/>
              <a:t>. Esta configuración es registrada de forma masiva como resultado del proceso </a:t>
            </a:r>
            <a:r>
              <a:rPr lang="es-CO" sz="1200" b="1" dirty="0"/>
              <a:t>SFPESTU – Actualizar Registro de Inscripción</a:t>
            </a:r>
            <a:r>
              <a:rPr lang="es-CO" sz="1200" dirty="0"/>
              <a:t>, de debe dar clic en </a:t>
            </a:r>
            <a:r>
              <a:rPr lang="es-CO" sz="1200" b="1" dirty="0"/>
              <a:t>GUARDAR </a:t>
            </a:r>
            <a:r>
              <a:rPr lang="es-CO" sz="1200" dirty="0"/>
              <a:t>o </a:t>
            </a:r>
            <a:r>
              <a:rPr lang="es-CO" sz="1200" b="1" dirty="0"/>
              <a:t>F10 </a:t>
            </a:r>
            <a:r>
              <a:rPr lang="es-CO" sz="1200" dirty="0"/>
              <a:t>para ajuste de la estimación de cuota. </a:t>
            </a:r>
            <a:endParaRPr lang="es-ES_tradnl" sz="1200" dirty="0"/>
          </a:p>
        </p:txBody>
      </p:sp>
      <p:pic>
        <p:nvPicPr>
          <p:cNvPr id="3" name="Imagen 2">
            <a:extLst>
              <a:ext uri="{FF2B5EF4-FFF2-40B4-BE49-F238E27FC236}">
                <a16:creationId xmlns:a16="http://schemas.microsoft.com/office/drawing/2014/main" id="{4F0ABD48-AB90-9283-863A-86BE86D58314}"/>
              </a:ext>
            </a:extLst>
          </p:cNvPr>
          <p:cNvPicPr>
            <a:picLocks noChangeAspect="1"/>
          </p:cNvPicPr>
          <p:nvPr/>
        </p:nvPicPr>
        <p:blipFill>
          <a:blip r:embed="rId2"/>
          <a:stretch>
            <a:fillRect/>
          </a:stretch>
        </p:blipFill>
        <p:spPr>
          <a:xfrm>
            <a:off x="1388023" y="717712"/>
            <a:ext cx="9583200" cy="4531785"/>
          </a:xfrm>
          <a:prstGeom prst="rect">
            <a:avLst/>
          </a:prstGeom>
        </p:spPr>
      </p:pic>
      <p:sp>
        <p:nvSpPr>
          <p:cNvPr id="6" name="Title 12">
            <a:extLst>
              <a:ext uri="{FF2B5EF4-FFF2-40B4-BE49-F238E27FC236}">
                <a16:creationId xmlns:a16="http://schemas.microsoft.com/office/drawing/2014/main" id="{3ADBD71C-116D-C283-C098-3D99E54A5200}"/>
              </a:ext>
            </a:extLst>
          </p:cNvPr>
          <p:cNvSpPr txBox="1">
            <a:spLocks/>
          </p:cNvSpPr>
          <p:nvPr/>
        </p:nvSpPr>
        <p:spPr>
          <a:xfrm>
            <a:off x="1268662" y="238326"/>
            <a:ext cx="9654676" cy="546061"/>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10" name="Imagen 9">
            <a:extLst>
              <a:ext uri="{FF2B5EF4-FFF2-40B4-BE49-F238E27FC236}">
                <a16:creationId xmlns:a16="http://schemas.microsoft.com/office/drawing/2014/main" id="{7B4D21AA-1F3C-5C82-554D-1E61BA557311}"/>
              </a:ext>
            </a:extLst>
          </p:cNvPr>
          <p:cNvPicPr>
            <a:picLocks noChangeAspect="1"/>
          </p:cNvPicPr>
          <p:nvPr/>
        </p:nvPicPr>
        <p:blipFill>
          <a:blip r:embed="rId3"/>
          <a:stretch>
            <a:fillRect/>
          </a:stretch>
        </p:blipFill>
        <p:spPr>
          <a:xfrm>
            <a:off x="1388023" y="5142853"/>
            <a:ext cx="9583200" cy="389927"/>
          </a:xfrm>
          <a:prstGeom prst="rect">
            <a:avLst/>
          </a:prstGeom>
        </p:spPr>
      </p:pic>
      <p:pic>
        <p:nvPicPr>
          <p:cNvPr id="12" name="Imagen 11">
            <a:extLst>
              <a:ext uri="{FF2B5EF4-FFF2-40B4-BE49-F238E27FC236}">
                <a16:creationId xmlns:a16="http://schemas.microsoft.com/office/drawing/2014/main" id="{D326323D-69F0-7045-85F4-4D5CDA058CC6}"/>
              </a:ext>
            </a:extLst>
          </p:cNvPr>
          <p:cNvPicPr>
            <a:picLocks noChangeAspect="1"/>
          </p:cNvPicPr>
          <p:nvPr/>
        </p:nvPicPr>
        <p:blipFill>
          <a:blip r:embed="rId4"/>
          <a:stretch>
            <a:fillRect/>
          </a:stretch>
        </p:blipFill>
        <p:spPr>
          <a:xfrm>
            <a:off x="10277780" y="5279180"/>
            <a:ext cx="162000" cy="162000"/>
          </a:xfrm>
          <a:prstGeom prst="rect">
            <a:avLst/>
          </a:prstGeom>
        </p:spPr>
      </p:pic>
      <p:pic>
        <p:nvPicPr>
          <p:cNvPr id="14" name="Imagen 13">
            <a:extLst>
              <a:ext uri="{FF2B5EF4-FFF2-40B4-BE49-F238E27FC236}">
                <a16:creationId xmlns:a16="http://schemas.microsoft.com/office/drawing/2014/main" id="{0A613560-E0A4-67F0-6688-48D9AD746FDD}"/>
              </a:ext>
            </a:extLst>
          </p:cNvPr>
          <p:cNvPicPr>
            <a:picLocks noChangeAspect="1"/>
          </p:cNvPicPr>
          <p:nvPr/>
        </p:nvPicPr>
        <p:blipFill>
          <a:blip r:embed="rId5"/>
          <a:stretch>
            <a:fillRect/>
          </a:stretch>
        </p:blipFill>
        <p:spPr>
          <a:xfrm>
            <a:off x="1226023" y="1864805"/>
            <a:ext cx="162000" cy="162000"/>
          </a:xfrm>
          <a:prstGeom prst="rect">
            <a:avLst/>
          </a:prstGeom>
        </p:spPr>
      </p:pic>
    </p:spTree>
    <p:extLst>
      <p:ext uri="{BB962C8B-B14F-4D97-AF65-F5344CB8AC3E}">
        <p14:creationId xmlns:p14="http://schemas.microsoft.com/office/powerpoint/2010/main" val="293169457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FA7E0-F0B5-0041-F398-0852BA3E4B23}"/>
            </a:ext>
          </a:extLst>
        </p:cNvPr>
        <p:cNvGrpSpPr/>
        <p:nvPr/>
      </p:nvGrpSpPr>
      <p:grpSpPr>
        <a:xfrm>
          <a:off x="0" y="0"/>
          <a:ext cx="0" cy="0"/>
          <a:chOff x="0" y="0"/>
          <a:chExt cx="0" cy="0"/>
        </a:xfrm>
      </p:grpSpPr>
      <p:sp>
        <p:nvSpPr>
          <p:cNvPr id="8" name="Title 12">
            <a:extLst>
              <a:ext uri="{FF2B5EF4-FFF2-40B4-BE49-F238E27FC236}">
                <a16:creationId xmlns:a16="http://schemas.microsoft.com/office/drawing/2014/main" id="{EBA4F90A-4725-A4A9-A651-099B045C1F8A}"/>
              </a:ext>
            </a:extLst>
          </p:cNvPr>
          <p:cNvSpPr txBox="1">
            <a:spLocks/>
          </p:cNvSpPr>
          <p:nvPr/>
        </p:nvSpPr>
        <p:spPr>
          <a:xfrm>
            <a:off x="1280811" y="393625"/>
            <a:ext cx="9654676" cy="92492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Operación: </a:t>
            </a:r>
            <a:r>
              <a:rPr lang="es-CO" dirty="0">
                <a:solidFill>
                  <a:schemeClr val="tx1"/>
                </a:solidFill>
              </a:rPr>
              <a:t>SFAREGS - Inscripción de curso de alumno </a:t>
            </a:r>
            <a:br>
              <a:rPr lang="es-419" dirty="0">
                <a:solidFill>
                  <a:schemeClr val="tx1"/>
                </a:solidFill>
              </a:rPr>
            </a:br>
            <a:endParaRPr lang="es-ES_tradnl" dirty="0">
              <a:solidFill>
                <a:schemeClr val="tx1"/>
              </a:solidFill>
            </a:endParaRPr>
          </a:p>
        </p:txBody>
      </p:sp>
      <p:pic>
        <p:nvPicPr>
          <p:cNvPr id="5" name="Imagen 4">
            <a:extLst>
              <a:ext uri="{FF2B5EF4-FFF2-40B4-BE49-F238E27FC236}">
                <a16:creationId xmlns:a16="http://schemas.microsoft.com/office/drawing/2014/main" id="{9008F7C4-5428-20F4-21CE-B7D9D2DEAAD7}"/>
              </a:ext>
            </a:extLst>
          </p:cNvPr>
          <p:cNvPicPr>
            <a:picLocks noChangeAspect="1"/>
          </p:cNvPicPr>
          <p:nvPr/>
        </p:nvPicPr>
        <p:blipFill>
          <a:blip r:embed="rId2"/>
          <a:stretch>
            <a:fillRect/>
          </a:stretch>
        </p:blipFill>
        <p:spPr>
          <a:xfrm>
            <a:off x="1352287" y="1540127"/>
            <a:ext cx="9583200" cy="2205736"/>
          </a:xfrm>
          <a:prstGeom prst="rect">
            <a:avLst/>
          </a:prstGeom>
        </p:spPr>
      </p:pic>
      <p:sp>
        <p:nvSpPr>
          <p:cNvPr id="2" name="Rectángulo: esquinas redondeadas 1">
            <a:extLst>
              <a:ext uri="{FF2B5EF4-FFF2-40B4-BE49-F238E27FC236}">
                <a16:creationId xmlns:a16="http://schemas.microsoft.com/office/drawing/2014/main" id="{3519FE99-AF7F-84AF-F9D6-BB534F2D571C}"/>
              </a:ext>
            </a:extLst>
          </p:cNvPr>
          <p:cNvSpPr/>
          <p:nvPr/>
        </p:nvSpPr>
        <p:spPr>
          <a:xfrm>
            <a:off x="1352287" y="3967436"/>
            <a:ext cx="4362975" cy="3955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6. </a:t>
            </a:r>
            <a:r>
              <a:rPr lang="es-ES_tradnl" sz="1200" dirty="0"/>
              <a:t>Se evidencia la estimación de cuota procesada.</a:t>
            </a:r>
            <a:endParaRPr lang="es-ES_tradnl" sz="1200" b="1" dirty="0"/>
          </a:p>
        </p:txBody>
      </p:sp>
      <p:pic>
        <p:nvPicPr>
          <p:cNvPr id="6" name="Imagen 5">
            <a:extLst>
              <a:ext uri="{FF2B5EF4-FFF2-40B4-BE49-F238E27FC236}">
                <a16:creationId xmlns:a16="http://schemas.microsoft.com/office/drawing/2014/main" id="{2DCF07C2-B71C-2E27-A409-175831869EE2}"/>
              </a:ext>
            </a:extLst>
          </p:cNvPr>
          <p:cNvPicPr>
            <a:picLocks noChangeAspect="1"/>
          </p:cNvPicPr>
          <p:nvPr/>
        </p:nvPicPr>
        <p:blipFill>
          <a:blip r:embed="rId3"/>
          <a:stretch>
            <a:fillRect/>
          </a:stretch>
        </p:blipFill>
        <p:spPr>
          <a:xfrm>
            <a:off x="10964062" y="2152955"/>
            <a:ext cx="162000" cy="162000"/>
          </a:xfrm>
          <a:prstGeom prst="rect">
            <a:avLst/>
          </a:prstGeom>
        </p:spPr>
      </p:pic>
    </p:spTree>
    <p:extLst>
      <p:ext uri="{BB962C8B-B14F-4D97-AF65-F5344CB8AC3E}">
        <p14:creationId xmlns:p14="http://schemas.microsoft.com/office/powerpoint/2010/main" val="11457112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EED5C-0B72-530B-BDB4-3B73D49B3FD4}"/>
            </a:ext>
          </a:extLst>
        </p:cNvPr>
        <p:cNvGrpSpPr/>
        <p:nvPr/>
      </p:nvGrpSpPr>
      <p:grpSpPr>
        <a:xfrm>
          <a:off x="0" y="0"/>
          <a:ext cx="0" cy="0"/>
          <a:chOff x="0" y="0"/>
          <a:chExt cx="0" cy="0"/>
        </a:xfrm>
      </p:grpSpPr>
      <p:sp>
        <p:nvSpPr>
          <p:cNvPr id="7" name="Rectángulo: esquinas redondeadas 6">
            <a:extLst>
              <a:ext uri="{FF2B5EF4-FFF2-40B4-BE49-F238E27FC236}">
                <a16:creationId xmlns:a16="http://schemas.microsoft.com/office/drawing/2014/main" id="{5A2A8493-7498-FED3-77A7-821EEA8F5D85}"/>
              </a:ext>
            </a:extLst>
          </p:cNvPr>
          <p:cNvSpPr/>
          <p:nvPr/>
        </p:nvSpPr>
        <p:spPr>
          <a:xfrm>
            <a:off x="1352287" y="5207260"/>
            <a:ext cx="6045209" cy="34817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evidencia en</a:t>
            </a:r>
            <a:r>
              <a:rPr lang="es-ES_tradnl" sz="1200" b="1" dirty="0"/>
              <a:t> TSAAREV </a:t>
            </a:r>
            <a:r>
              <a:rPr lang="es-ES_tradnl" sz="1200" dirty="0"/>
              <a:t>el registro en negativo de la estimación de regla de cobro.</a:t>
            </a:r>
          </a:p>
        </p:txBody>
      </p:sp>
      <p:sp>
        <p:nvSpPr>
          <p:cNvPr id="8" name="Title 12">
            <a:extLst>
              <a:ext uri="{FF2B5EF4-FFF2-40B4-BE49-F238E27FC236}">
                <a16:creationId xmlns:a16="http://schemas.microsoft.com/office/drawing/2014/main" id="{749B9528-CA62-2377-58A0-4656EBFC49F5}"/>
              </a:ext>
            </a:extLst>
          </p:cNvPr>
          <p:cNvSpPr txBox="1">
            <a:spLocks/>
          </p:cNvSpPr>
          <p:nvPr/>
        </p:nvSpPr>
        <p:spPr>
          <a:xfrm>
            <a:off x="1185036" y="287326"/>
            <a:ext cx="9654676" cy="924929"/>
          </a:xfrm>
          <a:prstGeom prst="rect">
            <a:avLst/>
          </a:prstGeom>
        </p:spPr>
        <p:txBody>
          <a:bodyPr/>
          <a:lstStyle>
            <a:defPPr>
              <a:defRPr lang="en-US"/>
            </a:defPPr>
            <a:lvl1pPr>
              <a:lnSpc>
                <a:spcPct val="90000"/>
              </a:lnSpc>
              <a:spcBef>
                <a:spcPct val="0"/>
              </a:spcBef>
              <a:buNone/>
              <a:defRPr sz="3000" b="1">
                <a:solidFill>
                  <a:schemeClr val="accent1"/>
                </a:solidFill>
                <a:latin typeface="+mj-lt"/>
                <a:ea typeface="+mj-ea"/>
                <a:cs typeface="+mj-cs"/>
              </a:defRPr>
            </a:lvl1pPr>
          </a:lstStyle>
          <a:p>
            <a:r>
              <a:rPr lang="es-ES_tradnl" dirty="0"/>
              <a:t>Resultado: </a:t>
            </a:r>
            <a:r>
              <a:rPr lang="es-CO" dirty="0">
                <a:solidFill>
                  <a:schemeClr val="tx1"/>
                </a:solidFill>
              </a:rPr>
              <a:t>TSAAREV - Revisión del detalle de la cuenta - Alumnos</a:t>
            </a:r>
          </a:p>
          <a:p>
            <a:r>
              <a:rPr lang="es-CO" dirty="0">
                <a:solidFill>
                  <a:schemeClr val="tx1"/>
                </a:solidFill>
              </a:rPr>
              <a:t> </a:t>
            </a:r>
            <a:br>
              <a:rPr lang="es-419" dirty="0">
                <a:solidFill>
                  <a:schemeClr val="tx1"/>
                </a:solidFill>
              </a:rPr>
            </a:br>
            <a:endParaRPr lang="es-ES_tradnl" dirty="0">
              <a:solidFill>
                <a:schemeClr val="tx1"/>
              </a:solidFill>
            </a:endParaRPr>
          </a:p>
        </p:txBody>
      </p:sp>
      <p:pic>
        <p:nvPicPr>
          <p:cNvPr id="3" name="Imagen 2">
            <a:extLst>
              <a:ext uri="{FF2B5EF4-FFF2-40B4-BE49-F238E27FC236}">
                <a16:creationId xmlns:a16="http://schemas.microsoft.com/office/drawing/2014/main" id="{F4BAD0BC-BF1E-9C51-09B6-B26343DD9F6D}"/>
              </a:ext>
            </a:extLst>
          </p:cNvPr>
          <p:cNvPicPr>
            <a:picLocks noChangeAspect="1"/>
          </p:cNvPicPr>
          <p:nvPr/>
        </p:nvPicPr>
        <p:blipFill>
          <a:blip r:embed="rId2"/>
          <a:stretch>
            <a:fillRect/>
          </a:stretch>
        </p:blipFill>
        <p:spPr>
          <a:xfrm>
            <a:off x="1304400" y="1384858"/>
            <a:ext cx="9583200" cy="3342860"/>
          </a:xfrm>
          <a:prstGeom prst="rect">
            <a:avLst/>
          </a:prstGeom>
        </p:spPr>
      </p:pic>
    </p:spTree>
    <p:extLst>
      <p:ext uri="{BB962C8B-B14F-4D97-AF65-F5344CB8AC3E}">
        <p14:creationId xmlns:p14="http://schemas.microsoft.com/office/powerpoint/2010/main" val="16788018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475218"/>
            <a:ext cx="2361877" cy="6066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2133866"/>
            <a:ext cx="11118458" cy="402258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endParaRPr lang="es-419" sz="2000" dirty="0">
              <a:latin typeface="Helvetica Neue" panose="02000503000000020004" pitchFamily="2" charset="0"/>
            </a:endParaRPr>
          </a:p>
        </p:txBody>
      </p:sp>
      <p:sp>
        <p:nvSpPr>
          <p:cNvPr id="5" name="CuadroTexto 4">
            <a:extLst>
              <a:ext uri="{FF2B5EF4-FFF2-40B4-BE49-F238E27FC236}">
                <a16:creationId xmlns:a16="http://schemas.microsoft.com/office/drawing/2014/main" id="{3F8FB440-62D0-3827-9E61-1AAC5833FC9F}"/>
              </a:ext>
            </a:extLst>
          </p:cNvPr>
          <p:cNvSpPr txBox="1"/>
          <p:nvPr/>
        </p:nvSpPr>
        <p:spPr>
          <a:xfrm>
            <a:off x="463619" y="2133866"/>
            <a:ext cx="10801790" cy="3248916"/>
          </a:xfrm>
          <a:prstGeom prst="rect">
            <a:avLst/>
          </a:prstGeom>
        </p:spPr>
        <p:txBody>
          <a:bodyPr/>
          <a:lstStyle>
            <a:defPPr>
              <a:defRPr lang="en-US"/>
            </a:defPPr>
            <a:lvl1pPr marL="228600" indent="-228600">
              <a:lnSpc>
                <a:spcPct val="110000"/>
              </a:lnSpc>
              <a:spcBef>
                <a:spcPts val="0"/>
              </a:spcBef>
              <a:spcAft>
                <a:spcPts val="600"/>
              </a:spcAft>
              <a:buClr>
                <a:srgbClr val="0CB4B4"/>
              </a:buClr>
              <a:buFont typeface="Arial" panose="020B0604020202020204" pitchFamily="34" charset="0"/>
              <a:buBlip>
                <a:blip r:embed="rId2"/>
              </a:buBlip>
              <a:defRPr sz="2000"/>
            </a:lvl1pPr>
            <a:lvl2pPr marL="577850" indent="-233363">
              <a:lnSpc>
                <a:spcPct val="110000"/>
              </a:lnSpc>
              <a:spcBef>
                <a:spcPts val="0"/>
              </a:spcBef>
              <a:spcAft>
                <a:spcPts val="600"/>
              </a:spcAft>
              <a:buFont typeface="Wingdings" pitchFamily="2" charset="2"/>
              <a:buChar char="§"/>
              <a:tabLst/>
              <a:defRPr sz="1600"/>
            </a:lvl2pPr>
            <a:lvl3pPr marL="923925" indent="-233363">
              <a:lnSpc>
                <a:spcPct val="110000"/>
              </a:lnSpc>
              <a:spcBef>
                <a:spcPts val="0"/>
              </a:spcBef>
              <a:spcAft>
                <a:spcPts val="600"/>
              </a:spcAft>
              <a:buFont typeface="Courier New" panose="02070309020205020404" pitchFamily="49" charset="0"/>
              <a:buChar char="o"/>
              <a:tabLst/>
              <a:defRPr sz="1600"/>
            </a:lvl3pPr>
            <a:lvl4pPr marL="1258888" indent="-223838">
              <a:lnSpc>
                <a:spcPct val="110000"/>
              </a:lnSpc>
              <a:spcBef>
                <a:spcPts val="0"/>
              </a:spcBef>
              <a:spcAft>
                <a:spcPts val="600"/>
              </a:spcAft>
              <a:buFont typeface="Arial" panose="020B0604020202020204" pitchFamily="34" charset="0"/>
              <a:buChar char="•"/>
              <a:tabLst/>
              <a:defRPr sz="1600"/>
            </a:lvl4pPr>
            <a:lvl5pPr marL="1604963" indent="-223838">
              <a:lnSpc>
                <a:spcPct val="110000"/>
              </a:lnSpc>
              <a:spcBef>
                <a:spcPts val="0"/>
              </a:spcBef>
              <a:spcAft>
                <a:spcPts val="600"/>
              </a:spcAft>
              <a:buFont typeface="Wingdings" pitchFamily="2" charset="2"/>
              <a:buChar char="§"/>
              <a:tabLst/>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s-CO" dirty="0"/>
              <a:t>Gestionar la Matrícula:</a:t>
            </a:r>
          </a:p>
          <a:p>
            <a:r>
              <a:rPr lang="es-CO" dirty="0"/>
              <a:t>Se configuran los estatus de inscripción para calcular los cobros de matrícula, arancel o pensión.</a:t>
            </a:r>
          </a:p>
          <a:p>
            <a:r>
              <a:rPr lang="es-CO" dirty="0"/>
              <a:t>Se definen los estatus de ingreso y cursos que determinan cobros y reembolsos.</a:t>
            </a:r>
          </a:p>
          <a:p>
            <a:r>
              <a:rPr lang="es-CO" dirty="0"/>
              <a:t>Se establecen fechas y porcentajes de reembolso para cada estatus de inscripción.</a:t>
            </a:r>
          </a:p>
          <a:p>
            <a:r>
              <a:rPr lang="es-CO" dirty="0"/>
              <a:t>Se validan los valores a cobrar según periodo, programa, plan de estudios y cursos inscritos.</a:t>
            </a:r>
          </a:p>
          <a:p>
            <a:r>
              <a:rPr lang="es-CO" dirty="0"/>
              <a:t>Se ejecutan masivamente los cambios de los estatus de inscripción, considerando modificaciones como retiros o bajas y recalculando los cobros.</a:t>
            </a:r>
          </a:p>
        </p:txBody>
      </p:sp>
    </p:spTree>
    <p:extLst>
      <p:ext uri="{BB962C8B-B14F-4D97-AF65-F5344CB8AC3E}">
        <p14:creationId xmlns:p14="http://schemas.microsoft.com/office/powerpoint/2010/main" val="29008127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dirty="0"/>
              <a:t>faver.herreramejia@ellucian.com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12449</TotalTime>
  <Words>4523</Words>
  <Application>Microsoft Office PowerPoint</Application>
  <PresentationFormat>Widescreen</PresentationFormat>
  <Paragraphs>329</Paragraphs>
  <Slides>94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94</vt:i4>
      </vt:variant>
    </vt:vector>
  </HeadingPairs>
  <TitlesOfParts>
    <vt:vector size="102" baseType="lpstr">
      <vt:lpstr>Aptos</vt:lpstr>
      <vt:lpstr>Aptos Display</vt:lpstr>
      <vt:lpstr>Arial</vt:lpstr>
      <vt:lpstr>Courier New</vt:lpstr>
      <vt:lpstr>Helvetica Neue</vt:lpstr>
      <vt:lpstr>Wingdings</vt:lpstr>
      <vt:lpstr>Ellucian Main Layouts</vt:lpstr>
      <vt:lpstr>2_Ellucian Main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375</cp:revision>
  <dcterms:created xsi:type="dcterms:W3CDTF">2024-12-23T17:11:20Z</dcterms:created>
  <dcterms:modified xsi:type="dcterms:W3CDTF">2026-06-19T15:22:06Z</dcterms:modified>
</cp:coreProperties>
</file>