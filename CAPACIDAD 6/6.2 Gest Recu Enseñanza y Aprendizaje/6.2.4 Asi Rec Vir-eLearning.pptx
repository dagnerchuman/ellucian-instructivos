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</p:sldMasterIdLst>
  <p:notesMasterIdLst>
    <p:notesMasterId r:id="rId19"/>
  </p:notesMasterIdLst>
  <p:sldIdLst>
    <p:sldId id="257" r:id="rId3"/>
    <p:sldId id="423" r:id="rId4"/>
    <p:sldId id="476" r:id="rId5"/>
    <p:sldId id="569" r:id="rId6"/>
    <p:sldId id="350" r:id="rId7"/>
    <p:sldId id="421" r:id="rId8"/>
    <p:sldId id="261" r:id="rId9"/>
    <p:sldId id="478" r:id="rId10"/>
    <p:sldId id="469" r:id="rId11"/>
    <p:sldId id="509" r:id="rId12"/>
    <p:sldId id="562" r:id="rId13"/>
    <p:sldId id="561" r:id="rId14"/>
    <p:sldId id="512" r:id="rId15"/>
    <p:sldId id="554" r:id="rId16"/>
    <p:sldId id="571" r:id="rId17"/>
    <p:sldId id="50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754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073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4712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317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6425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20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2435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14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57517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09293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354267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75450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39591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360301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27603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7454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89644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35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80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646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80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155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4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791322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804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58840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04463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70522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49414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628566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37251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1291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35952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54107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33747441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C8BDE-26A2-4CA4-7B76-435520FABDE6}"/>
              </a:ext>
            </a:extLst>
          </p:cNvPr>
          <p:cNvSpPr/>
          <p:nvPr userDrawn="1"/>
        </p:nvSpPr>
        <p:spPr>
          <a:xfrm>
            <a:off x="9231086" y="6466114"/>
            <a:ext cx="2394857" cy="255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409D3-05DD-5BB3-E4AB-78BC829122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4981" y="6466114"/>
            <a:ext cx="2059561" cy="2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4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97210E-F77F-FC83-35AC-354521633B48}"/>
              </a:ext>
            </a:extLst>
          </p:cNvPr>
          <p:cNvSpPr/>
          <p:nvPr userDrawn="1"/>
        </p:nvSpPr>
        <p:spPr>
          <a:xfrm>
            <a:off x="9209314" y="6520543"/>
            <a:ext cx="2373083" cy="20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B1F561-E713-5880-220B-48D33B2D01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8032" y="6497678"/>
            <a:ext cx="2062965" cy="24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623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B655AC-D933-0DA3-131C-D66FAC3EB545}"/>
              </a:ext>
            </a:extLst>
          </p:cNvPr>
          <p:cNvSpPr/>
          <p:nvPr userDrawn="1"/>
        </p:nvSpPr>
        <p:spPr>
          <a:xfrm>
            <a:off x="9229060" y="6507126"/>
            <a:ext cx="2415415" cy="255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1B87B-17E5-9FBE-6747-AA98A94CAA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85073" y="6496178"/>
            <a:ext cx="1962700" cy="26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320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7094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550112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32154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699916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142610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726038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3798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97522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3459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265226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365807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776632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523474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61616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213000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63442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79623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70815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99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9069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71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15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222707"/>
          </a:xfrm>
        </p:spPr>
        <p:txBody>
          <a:bodyPr/>
          <a:lstStyle/>
          <a:p>
            <a:r>
              <a:rPr lang="es-419" sz="4400" dirty="0"/>
              <a:t>Asignar Recursos Virtuales (eLearning)</a:t>
            </a:r>
            <a:endParaRPr lang="es-CL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ES" sz="1800" dirty="0"/>
              <a:t>Instructivo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CL" dirty="0"/>
              <a:t>Consultor.</a:t>
            </a:r>
          </a:p>
          <a:p>
            <a:r>
              <a:rPr lang="es-CL" dirty="0"/>
              <a:t>Cargo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C314F4C-4497-9D6D-1E7E-B089CB5733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dirty="0"/>
              <a:t>Mes, Año</a:t>
            </a:r>
          </a:p>
        </p:txBody>
      </p:sp>
      <p:pic>
        <p:nvPicPr>
          <p:cNvPr id="9" name="Marcador de posición de imagen 8" descr="Una persona con una laptop en una mesa&#10;&#10;El contenido generado por IA puede ser incorrecto.">
            <a:extLst>
              <a:ext uri="{FF2B5EF4-FFF2-40B4-BE49-F238E27FC236}">
                <a16:creationId xmlns:a16="http://schemas.microsoft.com/office/drawing/2014/main" id="{F2BE61EA-C6FA-3A16-5F42-FD54A720BDD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094100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Asignar Recursos Virtuales (eLearning)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Asignar Recursos Virtuales (eLearning)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382194" y="1839686"/>
            <a:ext cx="2531719" cy="76241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2191108"/>
            <a:ext cx="10136257" cy="40705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/>
              <a:t>Generada la programación de una asignatura para ser impartida por medio de uno o varios NRC, se requiere asignar aquellos recursos que permitan el desarrollo de esta, como lo fueran los docentes, espacios físicos, recursos pedagógicos (syllabus y bibliografía) y recursos virtuales (eLearning). </a:t>
            </a:r>
            <a:endParaRPr lang="es-ES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programación académica – Asignación de Recursos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programación académica – Asignación de Recursos – Asignar Recursos Virtuales (eLearning)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C44132-7390-2B51-3979-E21558C8E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589440"/>
            <a:ext cx="11582399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2371240"/>
            <a:ext cx="10136257" cy="38904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spcAft>
                <a:spcPts val="600"/>
              </a:spcAft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/>
              <a:t>Se asocian las secciones virtuales con socios de integración, para facilitar la sincronización de datos con el LMS.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programación académica – Asignación de Recursos – Asignar Recursos Virtuales (eLearning)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927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194708C-D289-FFAF-1AB9-EBA181457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54" y="1198675"/>
            <a:ext cx="10262892" cy="466592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Configuración: Código de sistema de socia de integración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D5E806EA-793C-6056-8003-0CDE8AA0F2BC}"/>
              </a:ext>
            </a:extLst>
          </p:cNvPr>
          <p:cNvSpPr/>
          <p:nvPr/>
        </p:nvSpPr>
        <p:spPr>
          <a:xfrm>
            <a:off x="1526523" y="3287761"/>
            <a:ext cx="8335477" cy="125506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En la tabla de validación del código de sistema de socio de integración (GTVINTP) deben estar creados los códigos de los sistemas de ILM con los que se integrará Banner a través del LMS.</a:t>
            </a:r>
          </a:p>
        </p:txBody>
      </p:sp>
    </p:spTree>
    <p:extLst>
      <p:ext uri="{BB962C8B-B14F-4D97-AF65-F5344CB8AC3E}">
        <p14:creationId xmlns:p14="http://schemas.microsoft.com/office/powerpoint/2010/main" val="543455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9393-86CF-9C62-8786-3989D3C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DC4E7E-C0FA-691C-0CD1-1BA952BD9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40630"/>
            <a:ext cx="10753103" cy="489440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3452BE-82C4-02F2-05C2-708A5DE49A5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189986E-4A8A-B3DF-FD6E-F9B1E5B0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Configuración: </a:t>
            </a:r>
            <a:r>
              <a:rPr lang="es-419" dirty="0">
                <a:solidFill>
                  <a:schemeClr val="accent1"/>
                </a:solidFill>
              </a:rPr>
              <a:t>Reglas de socio de integración 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7D69621D-3AE9-C543-E14D-C9E70669F2A2}"/>
              </a:ext>
            </a:extLst>
          </p:cNvPr>
          <p:cNvSpPr/>
          <p:nvPr/>
        </p:nvSpPr>
        <p:spPr>
          <a:xfrm>
            <a:off x="1526523" y="3287761"/>
            <a:ext cx="8335477" cy="125506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En la página Reglas de socio de integración (GORINTG) deben estar relacionados los sistemas de integración con los códigos definidos en GTVINTP.</a:t>
            </a:r>
          </a:p>
        </p:txBody>
      </p:sp>
    </p:spTree>
    <p:extLst>
      <p:ext uri="{BB962C8B-B14F-4D97-AF65-F5344CB8AC3E}">
        <p14:creationId xmlns:p14="http://schemas.microsoft.com/office/powerpoint/2010/main" val="416577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7568-CB6B-6039-5AD6-328817231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C0AB79-87BB-615B-7F06-7E88B94A1E9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7F5D71F-097F-7D1C-6242-4B9A4376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Premisa: SSASECT Horario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68691431-82E0-E1E9-D141-F3CF61E138C2}"/>
              </a:ext>
            </a:extLst>
          </p:cNvPr>
          <p:cNvSpPr/>
          <p:nvPr/>
        </p:nvSpPr>
        <p:spPr>
          <a:xfrm>
            <a:off x="1778449" y="4192830"/>
            <a:ext cx="8335477" cy="125506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requiere que los NRC a los cuales se fuera a asociar los recursos virtuales se encuentren programados.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380E28-E913-04D1-A289-D6531B7A9E4F}"/>
              </a:ext>
            </a:extLst>
          </p:cNvPr>
          <p:cNvSpPr/>
          <p:nvPr/>
        </p:nvSpPr>
        <p:spPr>
          <a:xfrm>
            <a:off x="1423342" y="1396358"/>
            <a:ext cx="6145857" cy="2038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FEB958F-C85C-0301-CD37-3A9EC3DE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1" y="1096038"/>
            <a:ext cx="10057817" cy="26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9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dirty="0"/>
              <a:t>Asignar Recursos Virtuales (eLearning)</a:t>
            </a:r>
            <a:endParaRPr lang="es-419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743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98C2F74-B586-3398-125B-D99626AB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981248"/>
            <a:ext cx="10966303" cy="499092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Virtuales (eLearning)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Asignar Recursos Virtuales (SSASECT)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10816C7C-74F2-E214-9E66-26A28649BA00}"/>
              </a:ext>
            </a:extLst>
          </p:cNvPr>
          <p:cNvSpPr/>
          <p:nvPr/>
        </p:nvSpPr>
        <p:spPr>
          <a:xfrm>
            <a:off x="2463257" y="3429000"/>
            <a:ext cx="7087143" cy="122914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Para la carga del recurso correspondiente al sistema de e-learning con el que la asignatura estará asociado, se requiere ingresar a la página SASSECT con el período y NRC que se va a relacionar: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Ingrese en el campo Socio de Integración, el código correspondiente al sistema relacionado.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Guarde la información.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FC289F54-292A-0AE4-EFE1-A9AD9C7C0CC4}"/>
              </a:ext>
            </a:extLst>
          </p:cNvPr>
          <p:cNvSpPr/>
          <p:nvPr/>
        </p:nvSpPr>
        <p:spPr>
          <a:xfrm>
            <a:off x="5806296" y="2518356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1</a:t>
            </a:r>
            <a:endParaRPr lang="es-419" sz="1100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72A4D79-CD0B-342E-AD0E-D066BB403508}"/>
              </a:ext>
            </a:extLst>
          </p:cNvPr>
          <p:cNvSpPr/>
          <p:nvPr/>
        </p:nvSpPr>
        <p:spPr>
          <a:xfrm>
            <a:off x="4350101" y="2373281"/>
            <a:ext cx="1388226" cy="16373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39C090DD-7E4F-43E4-86AB-B1F0C4E897C3}"/>
              </a:ext>
            </a:extLst>
          </p:cNvPr>
          <p:cNvSpPr/>
          <p:nvPr/>
        </p:nvSpPr>
        <p:spPr>
          <a:xfrm>
            <a:off x="10951569" y="5889332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2</a:t>
            </a:r>
            <a:endParaRPr lang="es-419" sz="1100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6CF466-8E3B-FEB9-8EE1-2ECB3802A4C8}"/>
              </a:ext>
            </a:extLst>
          </p:cNvPr>
          <p:cNvSpPr/>
          <p:nvPr/>
        </p:nvSpPr>
        <p:spPr>
          <a:xfrm>
            <a:off x="11212690" y="5663684"/>
            <a:ext cx="472069" cy="23588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438943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dirty="0"/>
              <a:t>Asignar Recursos Virtuales (eLearning)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7" y="2192540"/>
            <a:ext cx="10624467" cy="3979659"/>
          </a:xfrm>
        </p:spPr>
        <p:txBody>
          <a:bodyPr/>
          <a:lstStyle/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dirty="0"/>
              <a:t>Banner permite cargar como Socio Integrador el sistema con el que se integrará el LMS para que la información del NRC se transfiera al sistema que corresponda.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ES_tradnl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97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dirty="0"/>
              <a:t>Consultor.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Correo@ellucian.com</a:t>
            </a:r>
          </a:p>
        </p:txBody>
      </p:sp>
    </p:spTree>
    <p:extLst>
      <p:ext uri="{BB962C8B-B14F-4D97-AF65-F5344CB8AC3E}">
        <p14:creationId xmlns:p14="http://schemas.microsoft.com/office/powerpoint/2010/main" val="3192274581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A599B5A2-9FB4-43D0-8DD2-7AE7CFBE6EE5}" vid="{5FE6AC23-0F88-4612-B1AD-D84E4AF26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Ellucian_April 2025</Template>
  <TotalTime>6452</TotalTime>
  <Words>448</Words>
  <Application>Microsoft Office PowerPoint</Application>
  <PresentationFormat>Widescreen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Ellucian_April 2025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Proceso gestionar la programación académica – Asignación de Recursos</vt:lpstr>
      <vt:lpstr>PowerPoint Presentation</vt:lpstr>
      <vt:lpstr>PowerPoint Presentation</vt:lpstr>
      <vt:lpstr>Overview: Proceso gestionar la programación académica – Asignación de Recursos – Asignar Recursos Virtuales (eLearning)</vt:lpstr>
      <vt:lpstr>CONFIGURACIONES</vt:lpstr>
      <vt:lpstr>Configuración: Código de sistema de socia de integración </vt:lpstr>
      <vt:lpstr>Configuración: Reglas de socio de integración  </vt:lpstr>
      <vt:lpstr>Premisa: SSASECT Horario </vt:lpstr>
      <vt:lpstr>Asignar Recursos Virtuales (eLearning)</vt:lpstr>
      <vt:lpstr>Asignar Recursos Virtuales (SSASECT)</vt:lpstr>
      <vt:lpstr>RESUMEN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Trapp, Eduardo</cp:lastModifiedBy>
  <cp:revision>255</cp:revision>
  <dcterms:created xsi:type="dcterms:W3CDTF">2023-07-17T20:07:38Z</dcterms:created>
  <dcterms:modified xsi:type="dcterms:W3CDTF">2026-04-17T00:37:24Z</dcterms:modified>
</cp:coreProperties>
</file>