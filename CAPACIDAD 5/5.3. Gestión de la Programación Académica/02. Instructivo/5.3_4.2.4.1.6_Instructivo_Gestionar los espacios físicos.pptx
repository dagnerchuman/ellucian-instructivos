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1" r:id="rId1"/>
    <p:sldMasterId id="2147483750" r:id="rId2"/>
  </p:sldMasterIdLst>
  <p:notesMasterIdLst>
    <p:notesMasterId r:id="rId21"/>
  </p:notesMasterIdLst>
  <p:sldIdLst>
    <p:sldId id="257" r:id="rId3"/>
    <p:sldId id="423" r:id="rId4"/>
    <p:sldId id="476" r:id="rId5"/>
    <p:sldId id="483" r:id="rId6"/>
    <p:sldId id="555" r:id="rId7"/>
    <p:sldId id="556" r:id="rId8"/>
    <p:sldId id="350" r:id="rId9"/>
    <p:sldId id="421" r:id="rId10"/>
    <p:sldId id="352" r:id="rId11"/>
    <p:sldId id="478" r:id="rId12"/>
    <p:sldId id="469" r:id="rId13"/>
    <p:sldId id="355" r:id="rId14"/>
    <p:sldId id="481" r:id="rId15"/>
    <p:sldId id="480" r:id="rId16"/>
    <p:sldId id="479" r:id="rId17"/>
    <p:sldId id="482" r:id="rId18"/>
    <p:sldId id="345" r:id="rId19"/>
    <p:sldId id="322"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4B06FD8-FBF7-48A6-EC94-7EAC12BBF7D7}" name="Mardones, Francisco" initials="MF" userId="S::Francisco.Mardones@ellucian.com::216dec8c-35d0-45c5-a341-2c26a655750e"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A00B0"/>
    <a:srgbClr val="0CA8B4"/>
    <a:srgbClr val="33CCCC"/>
    <a:srgbClr val="0CB4B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C2527F8-4B93-49B5-8044-D977F347472D}" v="6" dt="2025-07-08T23:25:33.389"/>
  </p1510:revLst>
</p1510:revInfo>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111" d="100"/>
          <a:sy n="111" d="100"/>
        </p:scale>
        <p:origin x="594" y="96"/>
      </p:cViewPr>
      <p:guideLst/>
    </p:cSldViewPr>
  </p:slideViewPr>
  <p:notesTextViewPr>
    <p:cViewPr>
      <p:scale>
        <a:sx n="1" d="1"/>
        <a:sy n="1" d="1"/>
      </p:scale>
      <p:origin x="0" y="0"/>
    </p:cViewPr>
  </p:notesTextViewPr>
  <p:notesViewPr>
    <p:cSldViewPr snapToGrid="0">
      <p:cViewPr varScale="1">
        <p:scale>
          <a:sx n="48" d="100"/>
          <a:sy n="48" d="100"/>
        </p:scale>
        <p:origin x="2684" y="44"/>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microsoft.com/office/2016/11/relationships/changesInfo" Target="changesInfos/changesInfo1.xml"/><Relationship Id="rId3" Type="http://schemas.openxmlformats.org/officeDocument/2006/relationships/slide" Target="slides/slide1.xml"/><Relationship Id="rId21" Type="http://schemas.openxmlformats.org/officeDocument/2006/relationships/notesMaster" Target="notesMasters/notes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viewProps" Target="viewProps.xml"/><Relationship Id="rId28" Type="http://schemas.microsoft.com/office/2018/10/relationships/authors" Target="author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aryn Ramos" userId="Eq3iuvi080P7eBGwdfan1+Mp8teSwPEntKii68/GBC8=" providerId="None" clId="Web-{EC2527F8-4B93-49B5-8044-D977F347472D}"/>
    <pc:docChg chg="modSld">
      <pc:chgData name="Karyn Ramos" userId="Eq3iuvi080P7eBGwdfan1+Mp8teSwPEntKii68/GBC8=" providerId="None" clId="Web-{EC2527F8-4B93-49B5-8044-D977F347472D}" dt="2025-07-08T23:25:26.576" v="1" actId="20577"/>
      <pc:docMkLst>
        <pc:docMk/>
      </pc:docMkLst>
      <pc:sldChg chg="modSp">
        <pc:chgData name="Karyn Ramos" userId="Eq3iuvi080P7eBGwdfan1+Mp8teSwPEntKii68/GBC8=" providerId="None" clId="Web-{EC2527F8-4B93-49B5-8044-D977F347472D}" dt="2025-07-08T23:25:26.576" v="1" actId="20577"/>
        <pc:sldMkLst>
          <pc:docMk/>
          <pc:sldMk cId="3353114955" sldId="257"/>
        </pc:sldMkLst>
        <pc:spChg chg="mod">
          <ac:chgData name="Karyn Ramos" userId="Eq3iuvi080P7eBGwdfan1+Mp8teSwPEntKii68/GBC8=" providerId="None" clId="Web-{EC2527F8-4B93-49B5-8044-D977F347472D}" dt="2025-07-08T23:25:26.576" v="1" actId="20577"/>
          <ac:spMkLst>
            <pc:docMk/>
            <pc:sldMk cId="3353114955" sldId="257"/>
            <ac:spMk id="6" creationId="{A443CD79-4398-E2BF-7DA3-6D4242DEF819}"/>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L"/>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7422212-D69D-41E4-A547-75F507D8A64A}" type="datetimeFigureOut">
              <a:rPr lang="es-CL" smtClean="0"/>
              <a:t>06-07-2026</a:t>
            </a:fld>
            <a:endParaRPr lang="es-CL"/>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L"/>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L"/>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L"/>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6582945-6648-41CA-B880-4B10E0E03327}" type="slidenum">
              <a:rPr lang="es-CL" smtClean="0"/>
              <a:t>‹Nº›</a:t>
            </a:fld>
            <a:endParaRPr lang="es-CL"/>
          </a:p>
        </p:txBody>
      </p:sp>
    </p:spTree>
    <p:extLst>
      <p:ext uri="{BB962C8B-B14F-4D97-AF65-F5344CB8AC3E}">
        <p14:creationId xmlns:p14="http://schemas.microsoft.com/office/powerpoint/2010/main" val="12590852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Purple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 Placeholder 17">
            <a:extLst>
              <a:ext uri="{FF2B5EF4-FFF2-40B4-BE49-F238E27FC236}">
                <a16:creationId xmlns:a16="http://schemas.microsoft.com/office/drawing/2014/main" id="{9A07DC58-1A21-92BE-DFA2-CB4F91284969}"/>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bg1"/>
                </a:solidFill>
              </a:defRPr>
            </a:lvl1pPr>
          </a:lstStyle>
          <a:p>
            <a:pPr lvl="0"/>
            <a:r>
              <a:rPr lang="en-US" dirty="0"/>
              <a:t>Headline culpa qui official arum </a:t>
            </a:r>
            <a:r>
              <a:rPr lang="en-US" dirty="0" err="1"/>
              <a:t>quidem</a:t>
            </a:r>
            <a:r>
              <a:rPr lang="en-US" dirty="0"/>
              <a:t> rerum facilis</a:t>
            </a:r>
          </a:p>
        </p:txBody>
      </p:sp>
      <p:sp>
        <p:nvSpPr>
          <p:cNvPr id="19" name="Text Placeholder 17">
            <a:extLst>
              <a:ext uri="{FF2B5EF4-FFF2-40B4-BE49-F238E27FC236}">
                <a16:creationId xmlns:a16="http://schemas.microsoft.com/office/drawing/2014/main" id="{0A31E1B8-B722-2D65-909E-9A914A5A076E}"/>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sp>
        <p:nvSpPr>
          <p:cNvPr id="20" name="Text Placeholder 17">
            <a:extLst>
              <a:ext uri="{FF2B5EF4-FFF2-40B4-BE49-F238E27FC236}">
                <a16:creationId xmlns:a16="http://schemas.microsoft.com/office/drawing/2014/main" id="{6E9C32C0-6005-3B19-7D13-32AC67121CFE}"/>
              </a:ext>
            </a:extLst>
          </p:cNvPr>
          <p:cNvSpPr>
            <a:spLocks noGrp="1"/>
          </p:cNvSpPr>
          <p:nvPr>
            <p:ph type="body" sz="quarter" idx="12" hasCustomPrompt="1"/>
          </p:nvPr>
        </p:nvSpPr>
        <p:spPr>
          <a:xfrm>
            <a:off x="556902" y="5458457"/>
            <a:ext cx="3229036" cy="464486"/>
          </a:xfrm>
        </p:spPr>
        <p:txBody>
          <a:bodyPr/>
          <a:lstStyle>
            <a:lvl1pPr marL="0" indent="0">
              <a:lnSpc>
                <a:spcPct val="110000"/>
              </a:lnSpc>
              <a:spcBef>
                <a:spcPts val="0"/>
              </a:spcBef>
              <a:spcAft>
                <a:spcPts val="0"/>
              </a:spcAft>
              <a:buNone/>
              <a:defRPr sz="1400" b="0">
                <a:solidFill>
                  <a:schemeClr val="bg1"/>
                </a:solidFill>
              </a:defRPr>
            </a:lvl1pPr>
          </a:lstStyle>
          <a:p>
            <a:pPr lvl="0"/>
            <a:r>
              <a:rPr lang="en-US" dirty="0"/>
              <a:t>First &amp; Last Name</a:t>
            </a:r>
            <a:br>
              <a:rPr lang="en-US" dirty="0"/>
            </a:br>
            <a:r>
              <a:rPr lang="en-US" dirty="0"/>
              <a:t>Job Title</a:t>
            </a:r>
          </a:p>
        </p:txBody>
      </p:sp>
      <p:sp>
        <p:nvSpPr>
          <p:cNvPr id="21" name="Text Placeholder 17">
            <a:extLst>
              <a:ext uri="{FF2B5EF4-FFF2-40B4-BE49-F238E27FC236}">
                <a16:creationId xmlns:a16="http://schemas.microsoft.com/office/drawing/2014/main" id="{48946FB4-67EB-F51C-A1FC-5421BE4D22B9}"/>
              </a:ext>
            </a:extLst>
          </p:cNvPr>
          <p:cNvSpPr>
            <a:spLocks noGrp="1"/>
          </p:cNvSpPr>
          <p:nvPr>
            <p:ph type="body" sz="quarter" idx="13" hasCustomPrompt="1"/>
          </p:nvPr>
        </p:nvSpPr>
        <p:spPr>
          <a:xfrm>
            <a:off x="556901" y="6253018"/>
            <a:ext cx="3229036" cy="227498"/>
          </a:xfrm>
        </p:spPr>
        <p:txBody>
          <a:bodyPr/>
          <a:lstStyle>
            <a:lvl1pPr marL="0" indent="0" algn="l">
              <a:lnSpc>
                <a:spcPct val="110000"/>
              </a:lnSpc>
              <a:spcBef>
                <a:spcPts val="0"/>
              </a:spcBef>
              <a:spcAft>
                <a:spcPts val="0"/>
              </a:spcAft>
              <a:buNone/>
              <a:defRPr sz="1400" b="0">
                <a:solidFill>
                  <a:schemeClr val="bg1"/>
                </a:solidFill>
              </a:defRPr>
            </a:lvl1pPr>
          </a:lstStyle>
          <a:p>
            <a:pPr lvl="0"/>
            <a:r>
              <a:rPr lang="en-US" dirty="0"/>
              <a:t>Month, Year</a:t>
            </a:r>
          </a:p>
        </p:txBody>
      </p:sp>
      <p:pic>
        <p:nvPicPr>
          <p:cNvPr id="2" name="Graphic 1">
            <a:extLst>
              <a:ext uri="{FF2B5EF4-FFF2-40B4-BE49-F238E27FC236}">
                <a16:creationId xmlns:a16="http://schemas.microsoft.com/office/drawing/2014/main" id="{5A8556FD-943F-2CA8-3B15-1C7401E71D1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5" name="TextBox 4">
            <a:extLst>
              <a:ext uri="{FF2B5EF4-FFF2-40B4-BE49-F238E27FC236}">
                <a16:creationId xmlns:a16="http://schemas.microsoft.com/office/drawing/2014/main" id="{C6B12A91-8583-2E4C-B1C8-7E1F64EF24C9}"/>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20791426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urple Cover Imag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Graphic 12">
            <a:extLst>
              <a:ext uri="{FF2B5EF4-FFF2-40B4-BE49-F238E27FC236}">
                <a16:creationId xmlns:a16="http://schemas.microsoft.com/office/drawing/2014/main" id="{E308F59C-932F-DFB8-2AAA-2B651473632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18" name="Text Placeholder 17">
            <a:extLst>
              <a:ext uri="{FF2B5EF4-FFF2-40B4-BE49-F238E27FC236}">
                <a16:creationId xmlns:a16="http://schemas.microsoft.com/office/drawing/2014/main" id="{9A07DC58-1A21-92BE-DFA2-CB4F91284969}"/>
              </a:ext>
            </a:extLst>
          </p:cNvPr>
          <p:cNvSpPr>
            <a:spLocks noGrp="1"/>
          </p:cNvSpPr>
          <p:nvPr>
            <p:ph type="body" sz="quarter" idx="10" hasCustomPrompt="1"/>
          </p:nvPr>
        </p:nvSpPr>
        <p:spPr>
          <a:xfrm>
            <a:off x="556902" y="2249757"/>
            <a:ext cx="5427132" cy="1748877"/>
          </a:xfrm>
        </p:spPr>
        <p:txBody>
          <a:bodyPr/>
          <a:lstStyle>
            <a:lvl1pPr marL="0" indent="0">
              <a:lnSpc>
                <a:spcPct val="90000"/>
              </a:lnSpc>
              <a:spcBef>
                <a:spcPts val="0"/>
              </a:spcBef>
              <a:buNone/>
              <a:defRPr sz="4200" b="1">
                <a:solidFill>
                  <a:schemeClr val="bg1"/>
                </a:solidFill>
              </a:defRPr>
            </a:lvl1pPr>
          </a:lstStyle>
          <a:p>
            <a:pPr lvl="0"/>
            <a:r>
              <a:rPr lang="en-US" dirty="0"/>
              <a:t>Headline culpa qui official arum </a:t>
            </a:r>
            <a:r>
              <a:rPr lang="en-US" dirty="0" err="1"/>
              <a:t>quidem</a:t>
            </a:r>
            <a:r>
              <a:rPr lang="en-US" dirty="0"/>
              <a:t> rerum facilis</a:t>
            </a:r>
          </a:p>
        </p:txBody>
      </p:sp>
      <p:sp>
        <p:nvSpPr>
          <p:cNvPr id="19" name="Text Placeholder 17">
            <a:extLst>
              <a:ext uri="{FF2B5EF4-FFF2-40B4-BE49-F238E27FC236}">
                <a16:creationId xmlns:a16="http://schemas.microsoft.com/office/drawing/2014/main" id="{0A31E1B8-B722-2D65-909E-9A914A5A076E}"/>
              </a:ext>
            </a:extLst>
          </p:cNvPr>
          <p:cNvSpPr>
            <a:spLocks noGrp="1"/>
          </p:cNvSpPr>
          <p:nvPr>
            <p:ph type="body" sz="quarter" idx="11" hasCustomPrompt="1"/>
          </p:nvPr>
        </p:nvSpPr>
        <p:spPr>
          <a:xfrm>
            <a:off x="556902" y="4116116"/>
            <a:ext cx="5427132" cy="663515"/>
          </a:xfrm>
        </p:spPr>
        <p:txBody>
          <a:bodyPr/>
          <a:lstStyle>
            <a:lvl1pPr marL="0" indent="0">
              <a:spcBef>
                <a:spcPts val="0"/>
              </a:spcBef>
              <a:buNone/>
              <a:defRPr sz="20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20" name="Text Placeholder 17">
            <a:extLst>
              <a:ext uri="{FF2B5EF4-FFF2-40B4-BE49-F238E27FC236}">
                <a16:creationId xmlns:a16="http://schemas.microsoft.com/office/drawing/2014/main" id="{6E9C32C0-6005-3B19-7D13-32AC67121CFE}"/>
              </a:ext>
            </a:extLst>
          </p:cNvPr>
          <p:cNvSpPr>
            <a:spLocks noGrp="1"/>
          </p:cNvSpPr>
          <p:nvPr>
            <p:ph type="body" sz="quarter" idx="12" hasCustomPrompt="1"/>
          </p:nvPr>
        </p:nvSpPr>
        <p:spPr>
          <a:xfrm>
            <a:off x="556902" y="5609784"/>
            <a:ext cx="3032274" cy="398058"/>
          </a:xfrm>
        </p:spPr>
        <p:txBody>
          <a:bodyPr/>
          <a:lstStyle>
            <a:lvl1pPr marL="0" indent="0">
              <a:lnSpc>
                <a:spcPct val="110000"/>
              </a:lnSpc>
              <a:spcBef>
                <a:spcPts val="0"/>
              </a:spcBef>
              <a:spcAft>
                <a:spcPts val="0"/>
              </a:spcAft>
              <a:buNone/>
              <a:defRPr sz="1200" b="0">
                <a:solidFill>
                  <a:schemeClr val="bg1"/>
                </a:solidFill>
              </a:defRPr>
            </a:lvl1pPr>
          </a:lstStyle>
          <a:p>
            <a:pPr lvl="0"/>
            <a:r>
              <a:rPr lang="en-US" dirty="0"/>
              <a:t>First &amp; Last Name</a:t>
            </a:r>
            <a:br>
              <a:rPr lang="en-US" dirty="0"/>
            </a:br>
            <a:r>
              <a:rPr lang="en-US" dirty="0"/>
              <a:t>Job Title</a:t>
            </a:r>
          </a:p>
        </p:txBody>
      </p:sp>
      <p:sp>
        <p:nvSpPr>
          <p:cNvPr id="21" name="Text Placeholder 17">
            <a:extLst>
              <a:ext uri="{FF2B5EF4-FFF2-40B4-BE49-F238E27FC236}">
                <a16:creationId xmlns:a16="http://schemas.microsoft.com/office/drawing/2014/main" id="{48946FB4-67EB-F51C-A1FC-5421BE4D22B9}"/>
              </a:ext>
            </a:extLst>
          </p:cNvPr>
          <p:cNvSpPr>
            <a:spLocks noGrp="1"/>
          </p:cNvSpPr>
          <p:nvPr>
            <p:ph type="body" sz="quarter" idx="13" hasCustomPrompt="1"/>
          </p:nvPr>
        </p:nvSpPr>
        <p:spPr>
          <a:xfrm>
            <a:off x="556902" y="6230769"/>
            <a:ext cx="2228873" cy="194925"/>
          </a:xfrm>
        </p:spPr>
        <p:txBody>
          <a:bodyPr/>
          <a:lstStyle>
            <a:lvl1pPr marL="0" indent="0" algn="l">
              <a:lnSpc>
                <a:spcPct val="110000"/>
              </a:lnSpc>
              <a:spcBef>
                <a:spcPts val="0"/>
              </a:spcBef>
              <a:spcAft>
                <a:spcPts val="0"/>
              </a:spcAft>
              <a:buNone/>
              <a:defRPr sz="1200" b="0">
                <a:solidFill>
                  <a:schemeClr val="bg1"/>
                </a:solidFill>
              </a:defRPr>
            </a:lvl1pPr>
          </a:lstStyle>
          <a:p>
            <a:pPr lvl="0"/>
            <a:r>
              <a:rPr lang="en-US" dirty="0"/>
              <a:t>Month, Year</a:t>
            </a:r>
          </a:p>
        </p:txBody>
      </p:sp>
      <p:sp>
        <p:nvSpPr>
          <p:cNvPr id="12" name="Picture Placeholder 11">
            <a:extLst>
              <a:ext uri="{FF2B5EF4-FFF2-40B4-BE49-F238E27FC236}">
                <a16:creationId xmlns:a16="http://schemas.microsoft.com/office/drawing/2014/main" id="{8ED3A513-644B-6B1D-40F3-221E3E565B2F}"/>
              </a:ext>
            </a:extLst>
          </p:cNvPr>
          <p:cNvSpPr>
            <a:spLocks noGrp="1"/>
          </p:cNvSpPr>
          <p:nvPr>
            <p:ph type="pic" sz="quarter" idx="14" hasCustomPrompt="1"/>
          </p:nvPr>
        </p:nvSpPr>
        <p:spPr>
          <a:xfrm>
            <a:off x="6690226" y="573882"/>
            <a:ext cx="5501774" cy="5710237"/>
          </a:xfrm>
          <a:custGeom>
            <a:avLst/>
            <a:gdLst>
              <a:gd name="connsiteX0" fmla="*/ 0 w 5501774"/>
              <a:gd name="connsiteY0" fmla="*/ 0 h 5710237"/>
              <a:gd name="connsiteX1" fmla="*/ 2675908 w 5501774"/>
              <a:gd name="connsiteY1" fmla="*/ 0 h 5710237"/>
              <a:gd name="connsiteX2" fmla="*/ 2675908 w 5501774"/>
              <a:gd name="connsiteY2" fmla="*/ 1 h 5710237"/>
              <a:gd name="connsiteX3" fmla="*/ 5501774 w 5501774"/>
              <a:gd name="connsiteY3" fmla="*/ 1 h 5710237"/>
              <a:gd name="connsiteX4" fmla="*/ 5501774 w 5501774"/>
              <a:gd name="connsiteY4" fmla="*/ 1513523 h 5710237"/>
              <a:gd name="connsiteX5" fmla="*/ 2675908 w 5501774"/>
              <a:gd name="connsiteY5" fmla="*/ 1513523 h 5710237"/>
              <a:gd name="connsiteX6" fmla="*/ 2675908 w 5501774"/>
              <a:gd name="connsiteY6" fmla="*/ 2093595 h 5710237"/>
              <a:gd name="connsiteX7" fmla="*/ 4971924 w 5501774"/>
              <a:gd name="connsiteY7" fmla="*/ 2093595 h 5710237"/>
              <a:gd name="connsiteX8" fmla="*/ 4971924 w 5501774"/>
              <a:gd name="connsiteY8" fmla="*/ 3607117 h 5710237"/>
              <a:gd name="connsiteX9" fmla="*/ 2675908 w 5501774"/>
              <a:gd name="connsiteY9" fmla="*/ 3607117 h 5710237"/>
              <a:gd name="connsiteX10" fmla="*/ 2675908 w 5501774"/>
              <a:gd name="connsiteY10" fmla="*/ 4196715 h 5710237"/>
              <a:gd name="connsiteX11" fmla="*/ 5501774 w 5501774"/>
              <a:gd name="connsiteY11" fmla="*/ 4196715 h 5710237"/>
              <a:gd name="connsiteX12" fmla="*/ 5501774 w 5501774"/>
              <a:gd name="connsiteY12" fmla="*/ 5710237 h 5710237"/>
              <a:gd name="connsiteX13" fmla="*/ 2675908 w 5501774"/>
              <a:gd name="connsiteY13" fmla="*/ 5710237 h 5710237"/>
              <a:gd name="connsiteX14" fmla="*/ 1951722 w 5501774"/>
              <a:gd name="connsiteY14" fmla="*/ 5710237 h 5710237"/>
              <a:gd name="connsiteX15" fmla="*/ 0 w 5501774"/>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501774" h="5710237">
                <a:moveTo>
                  <a:pt x="0" y="0"/>
                </a:moveTo>
                <a:lnTo>
                  <a:pt x="2675908" y="0"/>
                </a:lnTo>
                <a:lnTo>
                  <a:pt x="2675908" y="1"/>
                </a:lnTo>
                <a:lnTo>
                  <a:pt x="5501774" y="1"/>
                </a:lnTo>
                <a:lnTo>
                  <a:pt x="5501774" y="1513523"/>
                </a:lnTo>
                <a:lnTo>
                  <a:pt x="2675908" y="1513523"/>
                </a:lnTo>
                <a:lnTo>
                  <a:pt x="2675908" y="2093595"/>
                </a:lnTo>
                <a:lnTo>
                  <a:pt x="4971924" y="2093595"/>
                </a:lnTo>
                <a:lnTo>
                  <a:pt x="4971924" y="3607117"/>
                </a:lnTo>
                <a:lnTo>
                  <a:pt x="2675908" y="3607117"/>
                </a:lnTo>
                <a:lnTo>
                  <a:pt x="2675908" y="4196715"/>
                </a:lnTo>
                <a:lnTo>
                  <a:pt x="5501774" y="4196715"/>
                </a:lnTo>
                <a:lnTo>
                  <a:pt x="5501774" y="5710237"/>
                </a:lnTo>
                <a:lnTo>
                  <a:pt x="2675908" y="5710237"/>
                </a:lnTo>
                <a:lnTo>
                  <a:pt x="1951722" y="5710237"/>
                </a:lnTo>
                <a:lnTo>
                  <a:pt x="0" y="5710237"/>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2" name="TextBox 1">
            <a:extLst>
              <a:ext uri="{FF2B5EF4-FFF2-40B4-BE49-F238E27FC236}">
                <a16:creationId xmlns:a16="http://schemas.microsoft.com/office/drawing/2014/main" id="{8F1688B8-4AFA-00EF-A18F-CE0BE044452E}"/>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14403263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Green Cover Imag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Graphic 12">
            <a:extLst>
              <a:ext uri="{FF2B5EF4-FFF2-40B4-BE49-F238E27FC236}">
                <a16:creationId xmlns:a16="http://schemas.microsoft.com/office/drawing/2014/main" id="{E308F59C-932F-DFB8-2AAA-2B651473632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18" name="Text Placeholder 17">
            <a:extLst>
              <a:ext uri="{FF2B5EF4-FFF2-40B4-BE49-F238E27FC236}">
                <a16:creationId xmlns:a16="http://schemas.microsoft.com/office/drawing/2014/main" id="{9A07DC58-1A21-92BE-DFA2-CB4F91284969}"/>
              </a:ext>
            </a:extLst>
          </p:cNvPr>
          <p:cNvSpPr>
            <a:spLocks noGrp="1"/>
          </p:cNvSpPr>
          <p:nvPr>
            <p:ph type="body" sz="quarter" idx="10" hasCustomPrompt="1"/>
          </p:nvPr>
        </p:nvSpPr>
        <p:spPr>
          <a:xfrm>
            <a:off x="556902" y="2249757"/>
            <a:ext cx="5427132" cy="1748877"/>
          </a:xfrm>
        </p:spPr>
        <p:txBody>
          <a:bodyPr/>
          <a:lstStyle>
            <a:lvl1pPr marL="0" indent="0">
              <a:lnSpc>
                <a:spcPct val="90000"/>
              </a:lnSpc>
              <a:spcBef>
                <a:spcPts val="0"/>
              </a:spcBef>
              <a:buNone/>
              <a:defRPr sz="4200" b="1">
                <a:solidFill>
                  <a:schemeClr val="tx1"/>
                </a:solidFill>
              </a:defRPr>
            </a:lvl1pPr>
          </a:lstStyle>
          <a:p>
            <a:pPr lvl="0"/>
            <a:r>
              <a:rPr lang="en-US" dirty="0"/>
              <a:t>Headline culpa qui official arum </a:t>
            </a:r>
            <a:r>
              <a:rPr lang="en-US" dirty="0" err="1"/>
              <a:t>quidem</a:t>
            </a:r>
            <a:r>
              <a:rPr lang="en-US" dirty="0"/>
              <a:t> rerum facilis</a:t>
            </a:r>
          </a:p>
        </p:txBody>
      </p:sp>
      <p:sp>
        <p:nvSpPr>
          <p:cNvPr id="19" name="Text Placeholder 17">
            <a:extLst>
              <a:ext uri="{FF2B5EF4-FFF2-40B4-BE49-F238E27FC236}">
                <a16:creationId xmlns:a16="http://schemas.microsoft.com/office/drawing/2014/main" id="{0A31E1B8-B722-2D65-909E-9A914A5A076E}"/>
              </a:ext>
            </a:extLst>
          </p:cNvPr>
          <p:cNvSpPr>
            <a:spLocks noGrp="1"/>
          </p:cNvSpPr>
          <p:nvPr>
            <p:ph type="body" sz="quarter" idx="11" hasCustomPrompt="1"/>
          </p:nvPr>
        </p:nvSpPr>
        <p:spPr>
          <a:xfrm>
            <a:off x="556902" y="4116116"/>
            <a:ext cx="5427132" cy="663515"/>
          </a:xfrm>
        </p:spPr>
        <p:txBody>
          <a:bodyPr/>
          <a:lstStyle>
            <a:lvl1pPr marL="0" indent="0">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20" name="Text Placeholder 17">
            <a:extLst>
              <a:ext uri="{FF2B5EF4-FFF2-40B4-BE49-F238E27FC236}">
                <a16:creationId xmlns:a16="http://schemas.microsoft.com/office/drawing/2014/main" id="{6E9C32C0-6005-3B19-7D13-32AC67121CFE}"/>
              </a:ext>
            </a:extLst>
          </p:cNvPr>
          <p:cNvSpPr>
            <a:spLocks noGrp="1"/>
          </p:cNvSpPr>
          <p:nvPr>
            <p:ph type="body" sz="quarter" idx="12" hasCustomPrompt="1"/>
          </p:nvPr>
        </p:nvSpPr>
        <p:spPr>
          <a:xfrm>
            <a:off x="556902" y="5609784"/>
            <a:ext cx="3032274" cy="398058"/>
          </a:xfrm>
        </p:spPr>
        <p:txBody>
          <a:bodyPr/>
          <a:lstStyle>
            <a:lvl1pPr marL="0" indent="0">
              <a:lnSpc>
                <a:spcPct val="110000"/>
              </a:lnSpc>
              <a:spcBef>
                <a:spcPts val="0"/>
              </a:spcBef>
              <a:spcAft>
                <a:spcPts val="0"/>
              </a:spcAft>
              <a:buNone/>
              <a:defRPr sz="1200" b="0">
                <a:solidFill>
                  <a:schemeClr val="tx1"/>
                </a:solidFill>
              </a:defRPr>
            </a:lvl1pPr>
          </a:lstStyle>
          <a:p>
            <a:pPr lvl="0"/>
            <a:r>
              <a:rPr lang="en-US" dirty="0"/>
              <a:t>First &amp; Last Name</a:t>
            </a:r>
            <a:br>
              <a:rPr lang="en-US" dirty="0"/>
            </a:br>
            <a:r>
              <a:rPr lang="en-US" dirty="0"/>
              <a:t>Job Title</a:t>
            </a:r>
          </a:p>
        </p:txBody>
      </p:sp>
      <p:sp>
        <p:nvSpPr>
          <p:cNvPr id="21" name="Text Placeholder 17">
            <a:extLst>
              <a:ext uri="{FF2B5EF4-FFF2-40B4-BE49-F238E27FC236}">
                <a16:creationId xmlns:a16="http://schemas.microsoft.com/office/drawing/2014/main" id="{48946FB4-67EB-F51C-A1FC-5421BE4D22B9}"/>
              </a:ext>
            </a:extLst>
          </p:cNvPr>
          <p:cNvSpPr>
            <a:spLocks noGrp="1"/>
          </p:cNvSpPr>
          <p:nvPr>
            <p:ph type="body" sz="quarter" idx="13" hasCustomPrompt="1"/>
          </p:nvPr>
        </p:nvSpPr>
        <p:spPr>
          <a:xfrm>
            <a:off x="556902" y="6230769"/>
            <a:ext cx="2228873" cy="194925"/>
          </a:xfrm>
        </p:spPr>
        <p:txBody>
          <a:bodyPr/>
          <a:lstStyle>
            <a:lvl1pPr marL="0" indent="0" algn="l">
              <a:lnSpc>
                <a:spcPct val="110000"/>
              </a:lnSpc>
              <a:spcBef>
                <a:spcPts val="0"/>
              </a:spcBef>
              <a:spcAft>
                <a:spcPts val="0"/>
              </a:spcAft>
              <a:buNone/>
              <a:defRPr sz="1200" b="0">
                <a:solidFill>
                  <a:schemeClr val="tx1"/>
                </a:solidFill>
              </a:defRPr>
            </a:lvl1pPr>
          </a:lstStyle>
          <a:p>
            <a:pPr lvl="0"/>
            <a:r>
              <a:rPr lang="en-US" dirty="0"/>
              <a:t>Month, Year</a:t>
            </a:r>
          </a:p>
        </p:txBody>
      </p:sp>
      <p:sp>
        <p:nvSpPr>
          <p:cNvPr id="12" name="Picture Placeholder 11">
            <a:extLst>
              <a:ext uri="{FF2B5EF4-FFF2-40B4-BE49-F238E27FC236}">
                <a16:creationId xmlns:a16="http://schemas.microsoft.com/office/drawing/2014/main" id="{8ED3A513-644B-6B1D-40F3-221E3E565B2F}"/>
              </a:ext>
            </a:extLst>
          </p:cNvPr>
          <p:cNvSpPr>
            <a:spLocks noGrp="1"/>
          </p:cNvSpPr>
          <p:nvPr>
            <p:ph type="pic" sz="quarter" idx="14" hasCustomPrompt="1"/>
          </p:nvPr>
        </p:nvSpPr>
        <p:spPr>
          <a:xfrm>
            <a:off x="6690226" y="573882"/>
            <a:ext cx="5501774" cy="5710237"/>
          </a:xfrm>
          <a:custGeom>
            <a:avLst/>
            <a:gdLst>
              <a:gd name="connsiteX0" fmla="*/ 0 w 5501774"/>
              <a:gd name="connsiteY0" fmla="*/ 0 h 5710237"/>
              <a:gd name="connsiteX1" fmla="*/ 2675908 w 5501774"/>
              <a:gd name="connsiteY1" fmla="*/ 0 h 5710237"/>
              <a:gd name="connsiteX2" fmla="*/ 2675908 w 5501774"/>
              <a:gd name="connsiteY2" fmla="*/ 1 h 5710237"/>
              <a:gd name="connsiteX3" fmla="*/ 5501774 w 5501774"/>
              <a:gd name="connsiteY3" fmla="*/ 1 h 5710237"/>
              <a:gd name="connsiteX4" fmla="*/ 5501774 w 5501774"/>
              <a:gd name="connsiteY4" fmla="*/ 1513523 h 5710237"/>
              <a:gd name="connsiteX5" fmla="*/ 2675908 w 5501774"/>
              <a:gd name="connsiteY5" fmla="*/ 1513523 h 5710237"/>
              <a:gd name="connsiteX6" fmla="*/ 2675908 w 5501774"/>
              <a:gd name="connsiteY6" fmla="*/ 2093595 h 5710237"/>
              <a:gd name="connsiteX7" fmla="*/ 4971924 w 5501774"/>
              <a:gd name="connsiteY7" fmla="*/ 2093595 h 5710237"/>
              <a:gd name="connsiteX8" fmla="*/ 4971924 w 5501774"/>
              <a:gd name="connsiteY8" fmla="*/ 3607117 h 5710237"/>
              <a:gd name="connsiteX9" fmla="*/ 2675908 w 5501774"/>
              <a:gd name="connsiteY9" fmla="*/ 3607117 h 5710237"/>
              <a:gd name="connsiteX10" fmla="*/ 2675908 w 5501774"/>
              <a:gd name="connsiteY10" fmla="*/ 4196715 h 5710237"/>
              <a:gd name="connsiteX11" fmla="*/ 5501774 w 5501774"/>
              <a:gd name="connsiteY11" fmla="*/ 4196715 h 5710237"/>
              <a:gd name="connsiteX12" fmla="*/ 5501774 w 5501774"/>
              <a:gd name="connsiteY12" fmla="*/ 5710237 h 5710237"/>
              <a:gd name="connsiteX13" fmla="*/ 2675908 w 5501774"/>
              <a:gd name="connsiteY13" fmla="*/ 5710237 h 5710237"/>
              <a:gd name="connsiteX14" fmla="*/ 1951722 w 5501774"/>
              <a:gd name="connsiteY14" fmla="*/ 5710237 h 5710237"/>
              <a:gd name="connsiteX15" fmla="*/ 0 w 5501774"/>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501774" h="5710237">
                <a:moveTo>
                  <a:pt x="0" y="0"/>
                </a:moveTo>
                <a:lnTo>
                  <a:pt x="2675908" y="0"/>
                </a:lnTo>
                <a:lnTo>
                  <a:pt x="2675908" y="1"/>
                </a:lnTo>
                <a:lnTo>
                  <a:pt x="5501774" y="1"/>
                </a:lnTo>
                <a:lnTo>
                  <a:pt x="5501774" y="1513523"/>
                </a:lnTo>
                <a:lnTo>
                  <a:pt x="2675908" y="1513523"/>
                </a:lnTo>
                <a:lnTo>
                  <a:pt x="2675908" y="2093595"/>
                </a:lnTo>
                <a:lnTo>
                  <a:pt x="4971924" y="2093595"/>
                </a:lnTo>
                <a:lnTo>
                  <a:pt x="4971924" y="3607117"/>
                </a:lnTo>
                <a:lnTo>
                  <a:pt x="2675908" y="3607117"/>
                </a:lnTo>
                <a:lnTo>
                  <a:pt x="2675908" y="4196715"/>
                </a:lnTo>
                <a:lnTo>
                  <a:pt x="5501774" y="4196715"/>
                </a:lnTo>
                <a:lnTo>
                  <a:pt x="5501774" y="5710237"/>
                </a:lnTo>
                <a:lnTo>
                  <a:pt x="2675908" y="5710237"/>
                </a:lnTo>
                <a:lnTo>
                  <a:pt x="1951722" y="5710237"/>
                </a:lnTo>
                <a:lnTo>
                  <a:pt x="0" y="5710237"/>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4" name="TextBox 3">
            <a:extLst>
              <a:ext uri="{FF2B5EF4-FFF2-40B4-BE49-F238E27FC236}">
                <a16:creationId xmlns:a16="http://schemas.microsoft.com/office/drawing/2014/main" id="{D2E118B2-5580-3101-C2BB-4FB39252D744}"/>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15382592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urple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0A86818C-B6FC-21B3-0821-EE3D8DAE5AE3}"/>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bg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2BC038CA-3E14-5783-3761-76D8A4C63EC0}"/>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pic>
        <p:nvPicPr>
          <p:cNvPr id="10" name="Graphic 9">
            <a:extLst>
              <a:ext uri="{FF2B5EF4-FFF2-40B4-BE49-F238E27FC236}">
                <a16:creationId xmlns:a16="http://schemas.microsoft.com/office/drawing/2014/main" id="{A9D3FE11-F167-1622-761B-F4BFADB0B0E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2" name="Text Placeholder 17">
            <a:extLst>
              <a:ext uri="{FF2B5EF4-FFF2-40B4-BE49-F238E27FC236}">
                <a16:creationId xmlns:a16="http://schemas.microsoft.com/office/drawing/2014/main" id="{EBAA974E-55D6-2A02-03A4-AAB7F36BF1B1}"/>
              </a:ext>
            </a:extLst>
          </p:cNvPr>
          <p:cNvSpPr>
            <a:spLocks noGrp="1"/>
          </p:cNvSpPr>
          <p:nvPr>
            <p:ph type="body" sz="quarter" idx="12" hasCustomPrompt="1"/>
          </p:nvPr>
        </p:nvSpPr>
        <p:spPr>
          <a:xfrm>
            <a:off x="556902" y="5458457"/>
            <a:ext cx="3229036" cy="464486"/>
          </a:xfrm>
        </p:spPr>
        <p:txBody>
          <a:bodyPr/>
          <a:lstStyle>
            <a:lvl1pPr marL="0" indent="0">
              <a:lnSpc>
                <a:spcPct val="110000"/>
              </a:lnSpc>
              <a:spcBef>
                <a:spcPts val="0"/>
              </a:spcBef>
              <a:spcAft>
                <a:spcPts val="0"/>
              </a:spcAft>
              <a:buNone/>
              <a:defRPr sz="1400" b="0">
                <a:solidFill>
                  <a:schemeClr val="bg1"/>
                </a:solidFill>
              </a:defRPr>
            </a:lvl1pPr>
          </a:lstStyle>
          <a:p>
            <a:pPr lvl="0"/>
            <a:r>
              <a:rPr lang="en-US" dirty="0"/>
              <a:t>First &amp; Last Name</a:t>
            </a:r>
            <a:br>
              <a:rPr lang="en-US" dirty="0"/>
            </a:br>
            <a:r>
              <a:rPr lang="en-US" dirty="0"/>
              <a:t>Job Title</a:t>
            </a:r>
          </a:p>
        </p:txBody>
      </p:sp>
      <p:sp>
        <p:nvSpPr>
          <p:cNvPr id="4" name="Text Placeholder 17">
            <a:extLst>
              <a:ext uri="{FF2B5EF4-FFF2-40B4-BE49-F238E27FC236}">
                <a16:creationId xmlns:a16="http://schemas.microsoft.com/office/drawing/2014/main" id="{69C30255-143C-EB1C-95B6-9319F7AB9F7D}"/>
              </a:ext>
            </a:extLst>
          </p:cNvPr>
          <p:cNvSpPr>
            <a:spLocks noGrp="1"/>
          </p:cNvSpPr>
          <p:nvPr>
            <p:ph type="body" sz="quarter" idx="13" hasCustomPrompt="1"/>
          </p:nvPr>
        </p:nvSpPr>
        <p:spPr>
          <a:xfrm>
            <a:off x="556901" y="6253018"/>
            <a:ext cx="3229036" cy="227498"/>
          </a:xfrm>
        </p:spPr>
        <p:txBody>
          <a:bodyPr/>
          <a:lstStyle>
            <a:lvl1pPr marL="0" indent="0" algn="l">
              <a:lnSpc>
                <a:spcPct val="110000"/>
              </a:lnSpc>
              <a:spcBef>
                <a:spcPts val="0"/>
              </a:spcBef>
              <a:spcAft>
                <a:spcPts val="0"/>
              </a:spcAft>
              <a:buNone/>
              <a:defRPr sz="1400" b="0">
                <a:solidFill>
                  <a:schemeClr val="bg1"/>
                </a:solidFill>
              </a:defRPr>
            </a:lvl1pPr>
          </a:lstStyle>
          <a:p>
            <a:pPr lvl="0"/>
            <a:r>
              <a:rPr lang="en-US" dirty="0"/>
              <a:t>Month, Year</a:t>
            </a:r>
          </a:p>
        </p:txBody>
      </p:sp>
      <p:sp>
        <p:nvSpPr>
          <p:cNvPr id="7" name="TextBox 6">
            <a:extLst>
              <a:ext uri="{FF2B5EF4-FFF2-40B4-BE49-F238E27FC236}">
                <a16:creationId xmlns:a16="http://schemas.microsoft.com/office/drawing/2014/main" id="{67E32664-E882-9D71-52FE-71612364F8CE}"/>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36752909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Warm Gray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A2941D41-B5B7-CCE1-1B2C-89AAD5DACBE0}"/>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tx1"/>
                </a:solidFill>
              </a:defRPr>
            </a:lvl1pPr>
          </a:lstStyle>
          <a:p>
            <a:pPr lvl="0"/>
            <a:r>
              <a:rPr lang="en-US" dirty="0"/>
              <a:t>Headline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6600B585-62A4-8333-3077-9DD14A781807}"/>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pic>
        <p:nvPicPr>
          <p:cNvPr id="11" name="Graphic 10">
            <a:extLst>
              <a:ext uri="{FF2B5EF4-FFF2-40B4-BE49-F238E27FC236}">
                <a16:creationId xmlns:a16="http://schemas.microsoft.com/office/drawing/2014/main" id="{21C3DEEA-3CCE-EBD2-6CE3-835C44C810E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2" name="Text Placeholder 17">
            <a:extLst>
              <a:ext uri="{FF2B5EF4-FFF2-40B4-BE49-F238E27FC236}">
                <a16:creationId xmlns:a16="http://schemas.microsoft.com/office/drawing/2014/main" id="{74440542-6D19-B6BD-7831-2A113C1E6A79}"/>
              </a:ext>
            </a:extLst>
          </p:cNvPr>
          <p:cNvSpPr>
            <a:spLocks noGrp="1"/>
          </p:cNvSpPr>
          <p:nvPr>
            <p:ph type="body" sz="quarter" idx="12" hasCustomPrompt="1"/>
          </p:nvPr>
        </p:nvSpPr>
        <p:spPr>
          <a:xfrm>
            <a:off x="556902" y="5458457"/>
            <a:ext cx="3229036" cy="464486"/>
          </a:xfrm>
        </p:spPr>
        <p:txBody>
          <a:bodyPr/>
          <a:lstStyle>
            <a:lvl1pPr marL="0" indent="0">
              <a:lnSpc>
                <a:spcPct val="110000"/>
              </a:lnSpc>
              <a:spcBef>
                <a:spcPts val="0"/>
              </a:spcBef>
              <a:spcAft>
                <a:spcPts val="0"/>
              </a:spcAft>
              <a:buNone/>
              <a:defRPr sz="1400" b="0">
                <a:solidFill>
                  <a:schemeClr val="tx1"/>
                </a:solidFill>
              </a:defRPr>
            </a:lvl1pPr>
          </a:lstStyle>
          <a:p>
            <a:pPr lvl="0"/>
            <a:r>
              <a:rPr lang="en-US" dirty="0"/>
              <a:t>First &amp; Last Name</a:t>
            </a:r>
            <a:br>
              <a:rPr lang="en-US" dirty="0"/>
            </a:br>
            <a:r>
              <a:rPr lang="en-US" dirty="0"/>
              <a:t>Job Title</a:t>
            </a:r>
          </a:p>
        </p:txBody>
      </p:sp>
      <p:sp>
        <p:nvSpPr>
          <p:cNvPr id="4" name="Text Placeholder 17">
            <a:extLst>
              <a:ext uri="{FF2B5EF4-FFF2-40B4-BE49-F238E27FC236}">
                <a16:creationId xmlns:a16="http://schemas.microsoft.com/office/drawing/2014/main" id="{30B08173-A7BE-6F86-6CDE-43EC9BEEB3CB}"/>
              </a:ext>
            </a:extLst>
          </p:cNvPr>
          <p:cNvSpPr>
            <a:spLocks noGrp="1"/>
          </p:cNvSpPr>
          <p:nvPr>
            <p:ph type="body" sz="quarter" idx="13" hasCustomPrompt="1"/>
          </p:nvPr>
        </p:nvSpPr>
        <p:spPr>
          <a:xfrm>
            <a:off x="556901" y="6253018"/>
            <a:ext cx="3229036" cy="227498"/>
          </a:xfrm>
        </p:spPr>
        <p:txBody>
          <a:bodyPr/>
          <a:lstStyle>
            <a:lvl1pPr marL="0" indent="0" algn="l">
              <a:lnSpc>
                <a:spcPct val="110000"/>
              </a:lnSpc>
              <a:spcBef>
                <a:spcPts val="0"/>
              </a:spcBef>
              <a:spcAft>
                <a:spcPts val="0"/>
              </a:spcAft>
              <a:buNone/>
              <a:defRPr sz="1400" b="0">
                <a:solidFill>
                  <a:schemeClr val="tx1"/>
                </a:solidFill>
              </a:defRPr>
            </a:lvl1pPr>
          </a:lstStyle>
          <a:p>
            <a:pPr lvl="0"/>
            <a:r>
              <a:rPr lang="en-US" dirty="0"/>
              <a:t>Month, Year</a:t>
            </a:r>
          </a:p>
        </p:txBody>
      </p:sp>
      <p:sp>
        <p:nvSpPr>
          <p:cNvPr id="8" name="TextBox 7">
            <a:extLst>
              <a:ext uri="{FF2B5EF4-FFF2-40B4-BE49-F238E27FC236}">
                <a16:creationId xmlns:a16="http://schemas.microsoft.com/office/drawing/2014/main" id="{AC9D9DE1-FE9F-14AE-4A3F-F4173038006F}"/>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15644656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2C Cover">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B2127B1-FA67-CE8D-CD90-41309DF1AC6C}"/>
              </a:ext>
            </a:extLst>
          </p:cNvPr>
          <p:cNvSpPr/>
          <p:nvPr/>
        </p:nvSpPr>
        <p:spPr>
          <a:xfrm>
            <a:off x="0" y="6282612"/>
            <a:ext cx="1418253" cy="57538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FF108B6B-C056-2E89-CB24-74221272E2EC}"/>
              </a:ext>
            </a:extLst>
          </p:cNvPr>
          <p:cNvSpPr/>
          <p:nvPr/>
        </p:nvSpPr>
        <p:spPr>
          <a:xfrm>
            <a:off x="0" y="650240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46737573-4583-0401-B46C-004DF090DAB6}"/>
              </a:ext>
            </a:extLst>
          </p:cNvPr>
          <p:cNvSpPr/>
          <p:nvPr/>
        </p:nvSpPr>
        <p:spPr>
          <a:xfrm>
            <a:off x="0" y="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 Placeholder 17">
            <a:extLst>
              <a:ext uri="{FF2B5EF4-FFF2-40B4-BE49-F238E27FC236}">
                <a16:creationId xmlns:a16="http://schemas.microsoft.com/office/drawing/2014/main" id="{52C18FF9-32C7-751D-36F8-EF5124DF2BE2}"/>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23" name="Text Placeholder 17">
            <a:extLst>
              <a:ext uri="{FF2B5EF4-FFF2-40B4-BE49-F238E27FC236}">
                <a16:creationId xmlns:a16="http://schemas.microsoft.com/office/drawing/2014/main" id="{D8DE661F-53B2-6E8E-9238-FE6484215B1A}"/>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pic>
        <p:nvPicPr>
          <p:cNvPr id="26" name="Graphic 25">
            <a:extLst>
              <a:ext uri="{FF2B5EF4-FFF2-40B4-BE49-F238E27FC236}">
                <a16:creationId xmlns:a16="http://schemas.microsoft.com/office/drawing/2014/main" id="{2590016B-4462-F023-25AF-B00C9285325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5" name="Text Placeholder 17">
            <a:extLst>
              <a:ext uri="{FF2B5EF4-FFF2-40B4-BE49-F238E27FC236}">
                <a16:creationId xmlns:a16="http://schemas.microsoft.com/office/drawing/2014/main" id="{7C710057-3FB3-19E3-5D75-F018F116AE47}"/>
              </a:ext>
            </a:extLst>
          </p:cNvPr>
          <p:cNvSpPr>
            <a:spLocks noGrp="1"/>
          </p:cNvSpPr>
          <p:nvPr>
            <p:ph type="body" sz="quarter" idx="12" hasCustomPrompt="1"/>
          </p:nvPr>
        </p:nvSpPr>
        <p:spPr>
          <a:xfrm>
            <a:off x="556902" y="5260553"/>
            <a:ext cx="3229036" cy="464486"/>
          </a:xfrm>
        </p:spPr>
        <p:txBody>
          <a:bodyPr/>
          <a:lstStyle>
            <a:lvl1pPr marL="0" indent="0">
              <a:lnSpc>
                <a:spcPct val="110000"/>
              </a:lnSpc>
              <a:spcBef>
                <a:spcPts val="0"/>
              </a:spcBef>
              <a:spcAft>
                <a:spcPts val="0"/>
              </a:spcAft>
              <a:buNone/>
              <a:defRPr sz="1400" b="0">
                <a:solidFill>
                  <a:schemeClr val="tx1"/>
                </a:solidFill>
              </a:defRPr>
            </a:lvl1pPr>
          </a:lstStyle>
          <a:p>
            <a:pPr lvl="0"/>
            <a:r>
              <a:rPr lang="en-US" dirty="0"/>
              <a:t>First &amp; Last Name</a:t>
            </a:r>
            <a:br>
              <a:rPr lang="en-US" dirty="0"/>
            </a:br>
            <a:r>
              <a:rPr lang="en-US" dirty="0"/>
              <a:t>Job Title</a:t>
            </a:r>
          </a:p>
        </p:txBody>
      </p:sp>
      <p:sp>
        <p:nvSpPr>
          <p:cNvPr id="6" name="Text Placeholder 17">
            <a:extLst>
              <a:ext uri="{FF2B5EF4-FFF2-40B4-BE49-F238E27FC236}">
                <a16:creationId xmlns:a16="http://schemas.microsoft.com/office/drawing/2014/main" id="{C41EE674-4BC9-86D6-67E5-FF509240DDED}"/>
              </a:ext>
            </a:extLst>
          </p:cNvPr>
          <p:cNvSpPr>
            <a:spLocks noGrp="1"/>
          </p:cNvSpPr>
          <p:nvPr>
            <p:ph type="body" sz="quarter" idx="13" hasCustomPrompt="1"/>
          </p:nvPr>
        </p:nvSpPr>
        <p:spPr>
          <a:xfrm>
            <a:off x="556901" y="6055114"/>
            <a:ext cx="3229036" cy="227498"/>
          </a:xfrm>
        </p:spPr>
        <p:txBody>
          <a:bodyPr/>
          <a:lstStyle>
            <a:lvl1pPr marL="0" indent="0" algn="l">
              <a:lnSpc>
                <a:spcPct val="110000"/>
              </a:lnSpc>
              <a:spcBef>
                <a:spcPts val="0"/>
              </a:spcBef>
              <a:spcAft>
                <a:spcPts val="0"/>
              </a:spcAft>
              <a:buNone/>
              <a:defRPr sz="1400" b="0">
                <a:solidFill>
                  <a:schemeClr val="tx1"/>
                </a:solidFill>
              </a:defRPr>
            </a:lvl1pPr>
          </a:lstStyle>
          <a:p>
            <a:pPr lvl="0"/>
            <a:r>
              <a:rPr lang="en-US" dirty="0"/>
              <a:t>Month, Year</a:t>
            </a:r>
          </a:p>
        </p:txBody>
      </p:sp>
      <p:sp>
        <p:nvSpPr>
          <p:cNvPr id="7" name="TextBox 6">
            <a:extLst>
              <a:ext uri="{FF2B5EF4-FFF2-40B4-BE49-F238E27FC236}">
                <a16:creationId xmlns:a16="http://schemas.microsoft.com/office/drawing/2014/main" id="{AE8FAC4F-619C-5E6B-F2B0-D001F5A51111}"/>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39947477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2C Cover Image">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B2127B1-FA67-CE8D-CD90-41309DF1AC6C}"/>
              </a:ext>
            </a:extLst>
          </p:cNvPr>
          <p:cNvSpPr/>
          <p:nvPr/>
        </p:nvSpPr>
        <p:spPr>
          <a:xfrm>
            <a:off x="0" y="6282612"/>
            <a:ext cx="1418253" cy="57538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FF108B6B-C056-2E89-CB24-74221272E2EC}"/>
              </a:ext>
            </a:extLst>
          </p:cNvPr>
          <p:cNvSpPr/>
          <p:nvPr/>
        </p:nvSpPr>
        <p:spPr>
          <a:xfrm>
            <a:off x="0" y="650240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46737573-4583-0401-B46C-004DF090DAB6}"/>
              </a:ext>
            </a:extLst>
          </p:cNvPr>
          <p:cNvSpPr/>
          <p:nvPr/>
        </p:nvSpPr>
        <p:spPr>
          <a:xfrm>
            <a:off x="0" y="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FBB43B24-12DD-1DD6-963C-7ADA857CCDC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5" name="Text Placeholder 17">
            <a:extLst>
              <a:ext uri="{FF2B5EF4-FFF2-40B4-BE49-F238E27FC236}">
                <a16:creationId xmlns:a16="http://schemas.microsoft.com/office/drawing/2014/main" id="{A39E11EF-D17E-E6F4-B66D-C68ABBCCF813}"/>
              </a:ext>
            </a:extLst>
          </p:cNvPr>
          <p:cNvSpPr>
            <a:spLocks noGrp="1"/>
          </p:cNvSpPr>
          <p:nvPr>
            <p:ph type="body" sz="quarter" idx="10" hasCustomPrompt="1"/>
          </p:nvPr>
        </p:nvSpPr>
        <p:spPr>
          <a:xfrm>
            <a:off x="556902" y="2249757"/>
            <a:ext cx="5427132" cy="1748877"/>
          </a:xfrm>
        </p:spPr>
        <p:txBody>
          <a:bodyPr/>
          <a:lstStyle>
            <a:lvl1pPr marL="0" indent="0">
              <a:lnSpc>
                <a:spcPct val="90000"/>
              </a:lnSpc>
              <a:spcBef>
                <a:spcPts val="0"/>
              </a:spcBef>
              <a:buNone/>
              <a:defRPr sz="4200" b="1">
                <a:solidFill>
                  <a:schemeClr val="tx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64D279B7-3D21-DC76-5BCE-6A2D109B8EDB}"/>
              </a:ext>
            </a:extLst>
          </p:cNvPr>
          <p:cNvSpPr>
            <a:spLocks noGrp="1"/>
          </p:cNvSpPr>
          <p:nvPr>
            <p:ph type="body" sz="quarter" idx="11" hasCustomPrompt="1"/>
          </p:nvPr>
        </p:nvSpPr>
        <p:spPr>
          <a:xfrm>
            <a:off x="556902" y="4116116"/>
            <a:ext cx="5427132" cy="663515"/>
          </a:xfrm>
        </p:spPr>
        <p:txBody>
          <a:bodyPr/>
          <a:lstStyle>
            <a:lvl1pPr marL="0" indent="0">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3" name="Picture Placeholder 12">
            <a:extLst>
              <a:ext uri="{FF2B5EF4-FFF2-40B4-BE49-F238E27FC236}">
                <a16:creationId xmlns:a16="http://schemas.microsoft.com/office/drawing/2014/main" id="{04B738B6-E606-753D-F43C-ADBDF91B7E2D}"/>
              </a:ext>
            </a:extLst>
          </p:cNvPr>
          <p:cNvSpPr>
            <a:spLocks noGrp="1"/>
          </p:cNvSpPr>
          <p:nvPr>
            <p:ph type="pic" sz="quarter" idx="16" hasCustomPrompt="1"/>
          </p:nvPr>
        </p:nvSpPr>
        <p:spPr>
          <a:xfrm>
            <a:off x="6689725" y="355598"/>
            <a:ext cx="5502275" cy="6146801"/>
          </a:xfrm>
          <a:custGeom>
            <a:avLst/>
            <a:gdLst>
              <a:gd name="connsiteX0" fmla="*/ 0 w 5502275"/>
              <a:gd name="connsiteY0" fmla="*/ 0 h 6135556"/>
              <a:gd name="connsiteX1" fmla="*/ 5502275 w 5502275"/>
              <a:gd name="connsiteY1" fmla="*/ 0 h 6135556"/>
              <a:gd name="connsiteX2" fmla="*/ 5502275 w 5502275"/>
              <a:gd name="connsiteY2" fmla="*/ 218283 h 6135556"/>
              <a:gd name="connsiteX3" fmla="*/ 5502275 w 5502275"/>
              <a:gd name="connsiteY3" fmla="*/ 1268413 h 6135556"/>
              <a:gd name="connsiteX4" fmla="*/ 5502275 w 5502275"/>
              <a:gd name="connsiteY4" fmla="*/ 1731805 h 6135556"/>
              <a:gd name="connsiteX5" fmla="*/ 2676409 w 5502275"/>
              <a:gd name="connsiteY5" fmla="*/ 1731805 h 6135556"/>
              <a:gd name="connsiteX6" fmla="*/ 2676409 w 5502275"/>
              <a:gd name="connsiteY6" fmla="*/ 2311877 h 6135556"/>
              <a:gd name="connsiteX7" fmla="*/ 4972425 w 5502275"/>
              <a:gd name="connsiteY7" fmla="*/ 2311877 h 6135556"/>
              <a:gd name="connsiteX8" fmla="*/ 4972425 w 5502275"/>
              <a:gd name="connsiteY8" fmla="*/ 3825399 h 6135556"/>
              <a:gd name="connsiteX9" fmla="*/ 2676409 w 5502275"/>
              <a:gd name="connsiteY9" fmla="*/ 3825399 h 6135556"/>
              <a:gd name="connsiteX10" fmla="*/ 2676409 w 5502275"/>
              <a:gd name="connsiteY10" fmla="*/ 4414997 h 6135556"/>
              <a:gd name="connsiteX11" fmla="*/ 5502275 w 5502275"/>
              <a:gd name="connsiteY11" fmla="*/ 4414997 h 6135556"/>
              <a:gd name="connsiteX12" fmla="*/ 5502275 w 5502275"/>
              <a:gd name="connsiteY12" fmla="*/ 4867143 h 6135556"/>
              <a:gd name="connsiteX13" fmla="*/ 5502275 w 5502275"/>
              <a:gd name="connsiteY13" fmla="*/ 5928519 h 6135556"/>
              <a:gd name="connsiteX14" fmla="*/ 5502275 w 5502275"/>
              <a:gd name="connsiteY14" fmla="*/ 6135556 h 6135556"/>
              <a:gd name="connsiteX15" fmla="*/ 0 w 5502275"/>
              <a:gd name="connsiteY15" fmla="*/ 6135556 h 6135556"/>
              <a:gd name="connsiteX16" fmla="*/ 0 w 5502275"/>
              <a:gd name="connsiteY16" fmla="*/ 4867143 h 6135556"/>
              <a:gd name="connsiteX17" fmla="*/ 501 w 5502275"/>
              <a:gd name="connsiteY17" fmla="*/ 4867143 h 6135556"/>
              <a:gd name="connsiteX18" fmla="*/ 501 w 5502275"/>
              <a:gd name="connsiteY18" fmla="*/ 1268413 h 6135556"/>
              <a:gd name="connsiteX19" fmla="*/ 0 w 5502275"/>
              <a:gd name="connsiteY19" fmla="*/ 1268413 h 6135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502275" h="6135556">
                <a:moveTo>
                  <a:pt x="0" y="0"/>
                </a:moveTo>
                <a:lnTo>
                  <a:pt x="5502275" y="0"/>
                </a:lnTo>
                <a:lnTo>
                  <a:pt x="5502275" y="218283"/>
                </a:lnTo>
                <a:lnTo>
                  <a:pt x="5502275" y="1268413"/>
                </a:lnTo>
                <a:lnTo>
                  <a:pt x="5502275" y="1731805"/>
                </a:lnTo>
                <a:lnTo>
                  <a:pt x="2676409" y="1731805"/>
                </a:lnTo>
                <a:lnTo>
                  <a:pt x="2676409" y="2311877"/>
                </a:lnTo>
                <a:lnTo>
                  <a:pt x="4972425" y="2311877"/>
                </a:lnTo>
                <a:lnTo>
                  <a:pt x="4972425" y="3825399"/>
                </a:lnTo>
                <a:lnTo>
                  <a:pt x="2676409" y="3825399"/>
                </a:lnTo>
                <a:lnTo>
                  <a:pt x="2676409" y="4414997"/>
                </a:lnTo>
                <a:lnTo>
                  <a:pt x="5502275" y="4414997"/>
                </a:lnTo>
                <a:lnTo>
                  <a:pt x="5502275" y="4867143"/>
                </a:lnTo>
                <a:lnTo>
                  <a:pt x="5502275" y="5928519"/>
                </a:lnTo>
                <a:lnTo>
                  <a:pt x="5502275" y="6135556"/>
                </a:lnTo>
                <a:lnTo>
                  <a:pt x="0" y="6135556"/>
                </a:lnTo>
                <a:lnTo>
                  <a:pt x="0" y="4867143"/>
                </a:lnTo>
                <a:lnTo>
                  <a:pt x="501" y="4867143"/>
                </a:lnTo>
                <a:lnTo>
                  <a:pt x="501" y="1268413"/>
                </a:lnTo>
                <a:lnTo>
                  <a:pt x="0" y="1268413"/>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10" name="Text Placeholder 17">
            <a:extLst>
              <a:ext uri="{FF2B5EF4-FFF2-40B4-BE49-F238E27FC236}">
                <a16:creationId xmlns:a16="http://schemas.microsoft.com/office/drawing/2014/main" id="{1E88AEE2-3A55-B667-5D40-BB6299F48205}"/>
              </a:ext>
            </a:extLst>
          </p:cNvPr>
          <p:cNvSpPr>
            <a:spLocks noGrp="1"/>
          </p:cNvSpPr>
          <p:nvPr>
            <p:ph type="body" sz="quarter" idx="12" hasCustomPrompt="1"/>
          </p:nvPr>
        </p:nvSpPr>
        <p:spPr>
          <a:xfrm>
            <a:off x="556902" y="5260553"/>
            <a:ext cx="3229036" cy="464486"/>
          </a:xfrm>
        </p:spPr>
        <p:txBody>
          <a:bodyPr/>
          <a:lstStyle>
            <a:lvl1pPr marL="0" indent="0">
              <a:lnSpc>
                <a:spcPct val="110000"/>
              </a:lnSpc>
              <a:spcBef>
                <a:spcPts val="0"/>
              </a:spcBef>
              <a:spcAft>
                <a:spcPts val="0"/>
              </a:spcAft>
              <a:buNone/>
              <a:defRPr sz="1400" b="0">
                <a:solidFill>
                  <a:schemeClr val="tx1"/>
                </a:solidFill>
              </a:defRPr>
            </a:lvl1pPr>
          </a:lstStyle>
          <a:p>
            <a:pPr lvl="0"/>
            <a:r>
              <a:rPr lang="en-US" dirty="0"/>
              <a:t>First &amp; Last Name</a:t>
            </a:r>
            <a:br>
              <a:rPr lang="en-US" dirty="0"/>
            </a:br>
            <a:r>
              <a:rPr lang="en-US" dirty="0"/>
              <a:t>Job Title</a:t>
            </a:r>
          </a:p>
        </p:txBody>
      </p:sp>
      <p:sp>
        <p:nvSpPr>
          <p:cNvPr id="11" name="Text Placeholder 17">
            <a:extLst>
              <a:ext uri="{FF2B5EF4-FFF2-40B4-BE49-F238E27FC236}">
                <a16:creationId xmlns:a16="http://schemas.microsoft.com/office/drawing/2014/main" id="{D376FEF2-D482-FF48-0E21-E85BCDCAE008}"/>
              </a:ext>
            </a:extLst>
          </p:cNvPr>
          <p:cNvSpPr>
            <a:spLocks noGrp="1"/>
          </p:cNvSpPr>
          <p:nvPr>
            <p:ph type="body" sz="quarter" idx="13" hasCustomPrompt="1"/>
          </p:nvPr>
        </p:nvSpPr>
        <p:spPr>
          <a:xfrm>
            <a:off x="556901" y="6055114"/>
            <a:ext cx="3229036" cy="227498"/>
          </a:xfrm>
        </p:spPr>
        <p:txBody>
          <a:bodyPr/>
          <a:lstStyle>
            <a:lvl1pPr marL="0" indent="0" algn="l">
              <a:lnSpc>
                <a:spcPct val="110000"/>
              </a:lnSpc>
              <a:spcBef>
                <a:spcPts val="0"/>
              </a:spcBef>
              <a:spcAft>
                <a:spcPts val="0"/>
              </a:spcAft>
              <a:buNone/>
              <a:defRPr sz="1400" b="0">
                <a:solidFill>
                  <a:schemeClr val="tx1"/>
                </a:solidFill>
              </a:defRPr>
            </a:lvl1pPr>
          </a:lstStyle>
          <a:p>
            <a:pPr lvl="0"/>
            <a:r>
              <a:rPr lang="en-US" dirty="0"/>
              <a:t>Month, Year</a:t>
            </a:r>
          </a:p>
        </p:txBody>
      </p:sp>
      <p:sp>
        <p:nvSpPr>
          <p:cNvPr id="7" name="TextBox 6">
            <a:extLst>
              <a:ext uri="{FF2B5EF4-FFF2-40B4-BE49-F238E27FC236}">
                <a16:creationId xmlns:a16="http://schemas.microsoft.com/office/drawing/2014/main" id="{E35B847D-2BA6-4533-FDD7-9CCF9A96A36C}"/>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10285862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Blank Foo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7783493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Headline">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5" y="361822"/>
            <a:ext cx="11122188"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Tree>
    <p:extLst>
      <p:ext uri="{BB962C8B-B14F-4D97-AF65-F5344CB8AC3E}">
        <p14:creationId xmlns:p14="http://schemas.microsoft.com/office/powerpoint/2010/main" val="4027943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ontent-01">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90" y="1763901"/>
            <a:ext cx="8599914" cy="278794"/>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90" y="2229208"/>
            <a:ext cx="8599914" cy="597151"/>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012872"/>
            <a:ext cx="8599572" cy="989438"/>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Tree>
    <p:extLst>
      <p:ext uri="{BB962C8B-B14F-4D97-AF65-F5344CB8AC3E}">
        <p14:creationId xmlns:p14="http://schemas.microsoft.com/office/powerpoint/2010/main" val="6582975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ntent-02">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95" y="1763901"/>
            <a:ext cx="475720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95" y="2426711"/>
            <a:ext cx="4757205" cy="901850"/>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529440"/>
            <a:ext cx="4757015" cy="989438"/>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
        <p:nvSpPr>
          <p:cNvPr id="4" name="Text Placeholder 17">
            <a:extLst>
              <a:ext uri="{FF2B5EF4-FFF2-40B4-BE49-F238E27FC236}">
                <a16:creationId xmlns:a16="http://schemas.microsoft.com/office/drawing/2014/main" id="{D20FA87A-09E8-BDB2-1C69-54F54B22BE31}"/>
              </a:ext>
            </a:extLst>
          </p:cNvPr>
          <p:cNvSpPr>
            <a:spLocks noGrp="1"/>
          </p:cNvSpPr>
          <p:nvPr>
            <p:ph type="body" sz="quarter" idx="15" hasCustomPrompt="1"/>
          </p:nvPr>
        </p:nvSpPr>
        <p:spPr>
          <a:xfrm>
            <a:off x="6303835" y="1763901"/>
            <a:ext cx="475720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6" name="Text Placeholder 8">
            <a:extLst>
              <a:ext uri="{FF2B5EF4-FFF2-40B4-BE49-F238E27FC236}">
                <a16:creationId xmlns:a16="http://schemas.microsoft.com/office/drawing/2014/main" id="{349B6786-5FA4-2087-2C3C-22F8A8E171CC}"/>
              </a:ext>
            </a:extLst>
          </p:cNvPr>
          <p:cNvSpPr>
            <a:spLocks noGrp="1"/>
          </p:cNvSpPr>
          <p:nvPr>
            <p:ph type="body" sz="quarter" idx="16" hasCustomPrompt="1"/>
          </p:nvPr>
        </p:nvSpPr>
        <p:spPr>
          <a:xfrm>
            <a:off x="6303835" y="2426711"/>
            <a:ext cx="4757205" cy="901850"/>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7" name="Text Placeholder 12">
            <a:extLst>
              <a:ext uri="{FF2B5EF4-FFF2-40B4-BE49-F238E27FC236}">
                <a16:creationId xmlns:a16="http://schemas.microsoft.com/office/drawing/2014/main" id="{86BD890A-D326-FD3F-EDA2-9599F756B623}"/>
              </a:ext>
            </a:extLst>
          </p:cNvPr>
          <p:cNvSpPr>
            <a:spLocks noGrp="1"/>
          </p:cNvSpPr>
          <p:nvPr>
            <p:ph type="body" sz="quarter" idx="17"/>
          </p:nvPr>
        </p:nvSpPr>
        <p:spPr>
          <a:xfrm>
            <a:off x="6303555" y="3529440"/>
            <a:ext cx="4757015" cy="989438"/>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Tree>
    <p:extLst>
      <p:ext uri="{BB962C8B-B14F-4D97-AF65-F5344CB8AC3E}">
        <p14:creationId xmlns:p14="http://schemas.microsoft.com/office/powerpoint/2010/main" val="121037592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03">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90" y="1763901"/>
            <a:ext cx="3217042"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90" y="2426711"/>
            <a:ext cx="3217042"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740277"/>
            <a:ext cx="3216914" cy="989438"/>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
        <p:nvSpPr>
          <p:cNvPr id="16" name="Text Placeholder 17">
            <a:extLst>
              <a:ext uri="{FF2B5EF4-FFF2-40B4-BE49-F238E27FC236}">
                <a16:creationId xmlns:a16="http://schemas.microsoft.com/office/drawing/2014/main" id="{5A431E8C-C0AC-DBC9-2391-1C619D591E69}"/>
              </a:ext>
            </a:extLst>
          </p:cNvPr>
          <p:cNvSpPr>
            <a:spLocks noGrp="1"/>
          </p:cNvSpPr>
          <p:nvPr>
            <p:ph type="body" sz="quarter" idx="15" hasCustomPrompt="1"/>
          </p:nvPr>
        </p:nvSpPr>
        <p:spPr>
          <a:xfrm>
            <a:off x="4393750" y="1763901"/>
            <a:ext cx="3217042"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7" name="Text Placeholder 8">
            <a:extLst>
              <a:ext uri="{FF2B5EF4-FFF2-40B4-BE49-F238E27FC236}">
                <a16:creationId xmlns:a16="http://schemas.microsoft.com/office/drawing/2014/main" id="{7C89246B-18AE-5DA8-795F-679BD7C0617D}"/>
              </a:ext>
            </a:extLst>
          </p:cNvPr>
          <p:cNvSpPr>
            <a:spLocks noGrp="1"/>
          </p:cNvSpPr>
          <p:nvPr>
            <p:ph type="body" sz="quarter" idx="16" hasCustomPrompt="1"/>
          </p:nvPr>
        </p:nvSpPr>
        <p:spPr>
          <a:xfrm>
            <a:off x="4393750" y="2426711"/>
            <a:ext cx="3217042"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8" name="Text Placeholder 12">
            <a:extLst>
              <a:ext uri="{FF2B5EF4-FFF2-40B4-BE49-F238E27FC236}">
                <a16:creationId xmlns:a16="http://schemas.microsoft.com/office/drawing/2014/main" id="{4F617632-1F8F-2092-32FC-7367A36B4B50}"/>
              </a:ext>
            </a:extLst>
          </p:cNvPr>
          <p:cNvSpPr>
            <a:spLocks noGrp="1"/>
          </p:cNvSpPr>
          <p:nvPr>
            <p:ph type="body" sz="quarter" idx="17"/>
          </p:nvPr>
        </p:nvSpPr>
        <p:spPr>
          <a:xfrm>
            <a:off x="4393475" y="3740277"/>
            <a:ext cx="3216914" cy="989438"/>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
        <p:nvSpPr>
          <p:cNvPr id="19" name="Text Placeholder 17">
            <a:extLst>
              <a:ext uri="{FF2B5EF4-FFF2-40B4-BE49-F238E27FC236}">
                <a16:creationId xmlns:a16="http://schemas.microsoft.com/office/drawing/2014/main" id="{03C76AD3-B446-33B3-D6A6-D34A7B1A9CA9}"/>
              </a:ext>
            </a:extLst>
          </p:cNvPr>
          <p:cNvSpPr>
            <a:spLocks noGrp="1"/>
          </p:cNvSpPr>
          <p:nvPr>
            <p:ph type="body" sz="quarter" idx="18" hasCustomPrompt="1"/>
          </p:nvPr>
        </p:nvSpPr>
        <p:spPr>
          <a:xfrm>
            <a:off x="8264710" y="1763901"/>
            <a:ext cx="3217042"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20" name="Text Placeholder 8">
            <a:extLst>
              <a:ext uri="{FF2B5EF4-FFF2-40B4-BE49-F238E27FC236}">
                <a16:creationId xmlns:a16="http://schemas.microsoft.com/office/drawing/2014/main" id="{EA4DB68B-5ABD-7BD4-0D0C-E218D955694D}"/>
              </a:ext>
            </a:extLst>
          </p:cNvPr>
          <p:cNvSpPr>
            <a:spLocks noGrp="1"/>
          </p:cNvSpPr>
          <p:nvPr>
            <p:ph type="body" sz="quarter" idx="19" hasCustomPrompt="1"/>
          </p:nvPr>
        </p:nvSpPr>
        <p:spPr>
          <a:xfrm>
            <a:off x="8264710" y="2426711"/>
            <a:ext cx="3217042"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21" name="Text Placeholder 12">
            <a:extLst>
              <a:ext uri="{FF2B5EF4-FFF2-40B4-BE49-F238E27FC236}">
                <a16:creationId xmlns:a16="http://schemas.microsoft.com/office/drawing/2014/main" id="{9E284295-AA76-A820-A4B4-F649763A5346}"/>
              </a:ext>
            </a:extLst>
          </p:cNvPr>
          <p:cNvSpPr>
            <a:spLocks noGrp="1"/>
          </p:cNvSpPr>
          <p:nvPr>
            <p:ph type="body" sz="quarter" idx="20"/>
          </p:nvPr>
        </p:nvSpPr>
        <p:spPr>
          <a:xfrm>
            <a:off x="8264435" y="3740277"/>
            <a:ext cx="3216914" cy="989438"/>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Tree>
    <p:extLst>
      <p:ext uri="{BB962C8B-B14F-4D97-AF65-F5344CB8AC3E}">
        <p14:creationId xmlns:p14="http://schemas.microsoft.com/office/powerpoint/2010/main" val="317005465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04">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86"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86"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740277"/>
            <a:ext cx="2478986" cy="1294137"/>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
        <p:nvSpPr>
          <p:cNvPr id="4" name="Text Placeholder 17">
            <a:extLst>
              <a:ext uri="{FF2B5EF4-FFF2-40B4-BE49-F238E27FC236}">
                <a16:creationId xmlns:a16="http://schemas.microsoft.com/office/drawing/2014/main" id="{A7841F65-A264-9942-011F-C0257234F038}"/>
              </a:ext>
            </a:extLst>
          </p:cNvPr>
          <p:cNvSpPr>
            <a:spLocks noGrp="1"/>
          </p:cNvSpPr>
          <p:nvPr>
            <p:ph type="body" sz="quarter" idx="15" hasCustomPrompt="1"/>
          </p:nvPr>
        </p:nvSpPr>
        <p:spPr>
          <a:xfrm>
            <a:off x="3370044"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6" name="Text Placeholder 8">
            <a:extLst>
              <a:ext uri="{FF2B5EF4-FFF2-40B4-BE49-F238E27FC236}">
                <a16:creationId xmlns:a16="http://schemas.microsoft.com/office/drawing/2014/main" id="{C15516F4-558F-C634-22F7-1F2C190C2A1A}"/>
              </a:ext>
            </a:extLst>
          </p:cNvPr>
          <p:cNvSpPr>
            <a:spLocks noGrp="1"/>
          </p:cNvSpPr>
          <p:nvPr>
            <p:ph type="body" sz="quarter" idx="16" hasCustomPrompt="1"/>
          </p:nvPr>
        </p:nvSpPr>
        <p:spPr>
          <a:xfrm>
            <a:off x="3370044"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7" name="Text Placeholder 12">
            <a:extLst>
              <a:ext uri="{FF2B5EF4-FFF2-40B4-BE49-F238E27FC236}">
                <a16:creationId xmlns:a16="http://schemas.microsoft.com/office/drawing/2014/main" id="{D46D04B0-DA90-F948-8623-D10B3ED438A3}"/>
              </a:ext>
            </a:extLst>
          </p:cNvPr>
          <p:cNvSpPr>
            <a:spLocks noGrp="1"/>
          </p:cNvSpPr>
          <p:nvPr>
            <p:ph type="body" sz="quarter" idx="17"/>
          </p:nvPr>
        </p:nvSpPr>
        <p:spPr>
          <a:xfrm>
            <a:off x="3369773" y="3740277"/>
            <a:ext cx="2478986" cy="1294137"/>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
        <p:nvSpPr>
          <p:cNvPr id="8" name="Text Placeholder 17">
            <a:extLst>
              <a:ext uri="{FF2B5EF4-FFF2-40B4-BE49-F238E27FC236}">
                <a16:creationId xmlns:a16="http://schemas.microsoft.com/office/drawing/2014/main" id="{C45E5508-18D4-B8A0-9554-18C8CC7BA633}"/>
              </a:ext>
            </a:extLst>
          </p:cNvPr>
          <p:cNvSpPr>
            <a:spLocks noGrp="1"/>
          </p:cNvSpPr>
          <p:nvPr>
            <p:ph type="body" sz="quarter" idx="18" hasCustomPrompt="1"/>
          </p:nvPr>
        </p:nvSpPr>
        <p:spPr>
          <a:xfrm>
            <a:off x="6217771"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10" name="Text Placeholder 8">
            <a:extLst>
              <a:ext uri="{FF2B5EF4-FFF2-40B4-BE49-F238E27FC236}">
                <a16:creationId xmlns:a16="http://schemas.microsoft.com/office/drawing/2014/main" id="{9B9FC0B2-A2E1-EE23-DD92-95D99FB7FCBC}"/>
              </a:ext>
            </a:extLst>
          </p:cNvPr>
          <p:cNvSpPr>
            <a:spLocks noGrp="1"/>
          </p:cNvSpPr>
          <p:nvPr>
            <p:ph type="body" sz="quarter" idx="19" hasCustomPrompt="1"/>
          </p:nvPr>
        </p:nvSpPr>
        <p:spPr>
          <a:xfrm>
            <a:off x="6217771"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11" name="Text Placeholder 12">
            <a:extLst>
              <a:ext uri="{FF2B5EF4-FFF2-40B4-BE49-F238E27FC236}">
                <a16:creationId xmlns:a16="http://schemas.microsoft.com/office/drawing/2014/main" id="{9AD3BD22-757B-EEDC-2BED-851D01FAD009}"/>
              </a:ext>
            </a:extLst>
          </p:cNvPr>
          <p:cNvSpPr>
            <a:spLocks noGrp="1"/>
          </p:cNvSpPr>
          <p:nvPr>
            <p:ph type="body" sz="quarter" idx="20"/>
          </p:nvPr>
        </p:nvSpPr>
        <p:spPr>
          <a:xfrm>
            <a:off x="6217500" y="3740277"/>
            <a:ext cx="2478986" cy="1294137"/>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
        <p:nvSpPr>
          <p:cNvPr id="12" name="Text Placeholder 17">
            <a:extLst>
              <a:ext uri="{FF2B5EF4-FFF2-40B4-BE49-F238E27FC236}">
                <a16:creationId xmlns:a16="http://schemas.microsoft.com/office/drawing/2014/main" id="{5E75D8B7-36BA-C036-3008-ED7181EA29CE}"/>
              </a:ext>
            </a:extLst>
          </p:cNvPr>
          <p:cNvSpPr>
            <a:spLocks noGrp="1"/>
          </p:cNvSpPr>
          <p:nvPr>
            <p:ph type="body" sz="quarter" idx="21" hasCustomPrompt="1"/>
          </p:nvPr>
        </p:nvSpPr>
        <p:spPr>
          <a:xfrm>
            <a:off x="9065399"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14" name="Text Placeholder 8">
            <a:extLst>
              <a:ext uri="{FF2B5EF4-FFF2-40B4-BE49-F238E27FC236}">
                <a16:creationId xmlns:a16="http://schemas.microsoft.com/office/drawing/2014/main" id="{BD2C72CE-2AC1-03E8-EC6E-6628A5C8EE8B}"/>
              </a:ext>
            </a:extLst>
          </p:cNvPr>
          <p:cNvSpPr>
            <a:spLocks noGrp="1"/>
          </p:cNvSpPr>
          <p:nvPr>
            <p:ph type="body" sz="quarter" idx="22" hasCustomPrompt="1"/>
          </p:nvPr>
        </p:nvSpPr>
        <p:spPr>
          <a:xfrm>
            <a:off x="9065399"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15" name="Text Placeholder 12">
            <a:extLst>
              <a:ext uri="{FF2B5EF4-FFF2-40B4-BE49-F238E27FC236}">
                <a16:creationId xmlns:a16="http://schemas.microsoft.com/office/drawing/2014/main" id="{C86AC0A8-2096-FDDC-FEAB-27E8D3456BF7}"/>
              </a:ext>
            </a:extLst>
          </p:cNvPr>
          <p:cNvSpPr>
            <a:spLocks noGrp="1"/>
          </p:cNvSpPr>
          <p:nvPr>
            <p:ph type="body" sz="quarter" idx="23"/>
          </p:nvPr>
        </p:nvSpPr>
        <p:spPr>
          <a:xfrm>
            <a:off x="9065128" y="3740277"/>
            <a:ext cx="2478986" cy="1294137"/>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Tree>
    <p:extLst>
      <p:ext uri="{BB962C8B-B14F-4D97-AF65-F5344CB8AC3E}">
        <p14:creationId xmlns:p14="http://schemas.microsoft.com/office/powerpoint/2010/main" val="161637933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 Placeholder 7">
            <a:extLst>
              <a:ext uri="{FF2B5EF4-FFF2-40B4-BE49-F238E27FC236}">
                <a16:creationId xmlns:a16="http://schemas.microsoft.com/office/drawing/2014/main" id="{1CE7E595-5C3F-0BAF-330D-65E2AD801F66}"/>
              </a:ext>
            </a:extLst>
          </p:cNvPr>
          <p:cNvSpPr>
            <a:spLocks noGrp="1"/>
          </p:cNvSpPr>
          <p:nvPr>
            <p:ph type="body" sz="quarter" idx="18" hasCustomPrompt="1"/>
          </p:nvPr>
        </p:nvSpPr>
        <p:spPr>
          <a:xfrm>
            <a:off x="4571323" y="1133918"/>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9" name="Text Placeholder 7">
            <a:extLst>
              <a:ext uri="{FF2B5EF4-FFF2-40B4-BE49-F238E27FC236}">
                <a16:creationId xmlns:a16="http://schemas.microsoft.com/office/drawing/2014/main" id="{00B49552-BA81-9DEE-DBCE-F9356D66374D}"/>
              </a:ext>
            </a:extLst>
          </p:cNvPr>
          <p:cNvSpPr>
            <a:spLocks noGrp="1"/>
          </p:cNvSpPr>
          <p:nvPr>
            <p:ph type="body" sz="quarter" idx="19" hasCustomPrompt="1"/>
          </p:nvPr>
        </p:nvSpPr>
        <p:spPr>
          <a:xfrm>
            <a:off x="4571323" y="1793136"/>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0" name="Text Placeholder 7">
            <a:extLst>
              <a:ext uri="{FF2B5EF4-FFF2-40B4-BE49-F238E27FC236}">
                <a16:creationId xmlns:a16="http://schemas.microsoft.com/office/drawing/2014/main" id="{03CD231C-30AC-3339-A90C-FF099FDCE126}"/>
              </a:ext>
            </a:extLst>
          </p:cNvPr>
          <p:cNvSpPr>
            <a:spLocks noGrp="1"/>
          </p:cNvSpPr>
          <p:nvPr>
            <p:ph type="body" sz="quarter" idx="20" hasCustomPrompt="1"/>
          </p:nvPr>
        </p:nvSpPr>
        <p:spPr>
          <a:xfrm>
            <a:off x="4571323" y="2452355"/>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1" name="Text Placeholder 7">
            <a:extLst>
              <a:ext uri="{FF2B5EF4-FFF2-40B4-BE49-F238E27FC236}">
                <a16:creationId xmlns:a16="http://schemas.microsoft.com/office/drawing/2014/main" id="{8982B152-EDC0-3186-CD84-DAB96BF42494}"/>
              </a:ext>
            </a:extLst>
          </p:cNvPr>
          <p:cNvSpPr>
            <a:spLocks noGrp="1"/>
          </p:cNvSpPr>
          <p:nvPr>
            <p:ph type="body" sz="quarter" idx="21" hasCustomPrompt="1"/>
          </p:nvPr>
        </p:nvSpPr>
        <p:spPr>
          <a:xfrm>
            <a:off x="4571323" y="3111573"/>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8" name="Text Placeholder 7">
            <a:extLst>
              <a:ext uri="{FF2B5EF4-FFF2-40B4-BE49-F238E27FC236}">
                <a16:creationId xmlns:a16="http://schemas.microsoft.com/office/drawing/2014/main" id="{356610AF-C4CC-A0BF-AEC5-6E3BDD36D990}"/>
              </a:ext>
            </a:extLst>
          </p:cNvPr>
          <p:cNvSpPr>
            <a:spLocks noGrp="1"/>
          </p:cNvSpPr>
          <p:nvPr>
            <p:ph type="body" sz="quarter" idx="22" hasCustomPrompt="1"/>
          </p:nvPr>
        </p:nvSpPr>
        <p:spPr>
          <a:xfrm>
            <a:off x="4571323" y="3770791"/>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9" name="Text Placeholder 7">
            <a:extLst>
              <a:ext uri="{FF2B5EF4-FFF2-40B4-BE49-F238E27FC236}">
                <a16:creationId xmlns:a16="http://schemas.microsoft.com/office/drawing/2014/main" id="{71249665-4BF1-BC80-9E3E-27C6AC131E05}"/>
              </a:ext>
            </a:extLst>
          </p:cNvPr>
          <p:cNvSpPr>
            <a:spLocks noGrp="1"/>
          </p:cNvSpPr>
          <p:nvPr>
            <p:ph type="body" sz="quarter" idx="23" hasCustomPrompt="1"/>
          </p:nvPr>
        </p:nvSpPr>
        <p:spPr>
          <a:xfrm>
            <a:off x="4571323" y="4430010"/>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20" name="Text Placeholder 7">
            <a:extLst>
              <a:ext uri="{FF2B5EF4-FFF2-40B4-BE49-F238E27FC236}">
                <a16:creationId xmlns:a16="http://schemas.microsoft.com/office/drawing/2014/main" id="{5AF120EB-8D6E-49DB-0DA5-20F61C819518}"/>
              </a:ext>
            </a:extLst>
          </p:cNvPr>
          <p:cNvSpPr>
            <a:spLocks noGrp="1"/>
          </p:cNvSpPr>
          <p:nvPr>
            <p:ph type="body" sz="quarter" idx="24" hasCustomPrompt="1"/>
          </p:nvPr>
        </p:nvSpPr>
        <p:spPr>
          <a:xfrm>
            <a:off x="4571323" y="5089229"/>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pic>
        <p:nvPicPr>
          <p:cNvPr id="21" name="Graphic 20">
            <a:extLst>
              <a:ext uri="{FF2B5EF4-FFF2-40B4-BE49-F238E27FC236}">
                <a16:creationId xmlns:a16="http://schemas.microsoft.com/office/drawing/2014/main" id="{B6EDFCBE-296B-864F-13E7-245D40ED0C39}"/>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647542" y="1793136"/>
            <a:ext cx="789191" cy="789191"/>
          </a:xfrm>
          <a:prstGeom prst="rect">
            <a:avLst/>
          </a:prstGeom>
        </p:spPr>
      </p:pic>
      <p:pic>
        <p:nvPicPr>
          <p:cNvPr id="22" name="Graphic 21">
            <a:extLst>
              <a:ext uri="{FF2B5EF4-FFF2-40B4-BE49-F238E27FC236}">
                <a16:creationId xmlns:a16="http://schemas.microsoft.com/office/drawing/2014/main" id="{D5A0CFA2-F296-A8B7-CB70-C9D00D9E3C9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5" name="Text Placeholder 17">
            <a:extLst>
              <a:ext uri="{FF2B5EF4-FFF2-40B4-BE49-F238E27FC236}">
                <a16:creationId xmlns:a16="http://schemas.microsoft.com/office/drawing/2014/main" id="{7CD097DB-9618-CDB1-1F1F-B033BC4801EA}"/>
              </a:ext>
            </a:extLst>
          </p:cNvPr>
          <p:cNvSpPr>
            <a:spLocks noGrp="1"/>
          </p:cNvSpPr>
          <p:nvPr>
            <p:ph type="body" sz="quarter" idx="10" hasCustomPrompt="1"/>
          </p:nvPr>
        </p:nvSpPr>
        <p:spPr>
          <a:xfrm>
            <a:off x="352660" y="2735750"/>
            <a:ext cx="3358665" cy="944810"/>
          </a:xfrm>
        </p:spPr>
        <p:txBody>
          <a:bodyPr wrap="square">
            <a:spAutoFit/>
          </a:bodyPr>
          <a:lstStyle>
            <a:lvl1pPr marL="0" indent="0" algn="ctr">
              <a:lnSpc>
                <a:spcPct val="90000"/>
              </a:lnSpc>
              <a:spcBef>
                <a:spcPts val="0"/>
              </a:spcBef>
              <a:buNone/>
              <a:defRPr sz="3400" b="1">
                <a:solidFill>
                  <a:schemeClr val="bg1"/>
                </a:solidFill>
              </a:defRPr>
            </a:lvl1pPr>
          </a:lstStyle>
          <a:p>
            <a:pPr lvl="0"/>
            <a:r>
              <a:rPr lang="en-US" dirty="0"/>
              <a:t>Agenda or Table of Contents</a:t>
            </a:r>
          </a:p>
        </p:txBody>
      </p:sp>
    </p:spTree>
    <p:extLst>
      <p:ext uri="{BB962C8B-B14F-4D97-AF65-F5344CB8AC3E}">
        <p14:creationId xmlns:p14="http://schemas.microsoft.com/office/powerpoint/2010/main" val="384784222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Breaker PU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238843"/>
            <a:ext cx="10363202" cy="1333891"/>
          </a:xfrm>
        </p:spPr>
        <p:txBody>
          <a:bodyPr/>
          <a:lstStyle>
            <a:lvl1pPr marL="0" indent="0" algn="ctr">
              <a:lnSpc>
                <a:spcPct val="90000"/>
              </a:lnSpc>
              <a:spcBef>
                <a:spcPts val="0"/>
              </a:spcBef>
              <a:buNone/>
              <a:defRPr sz="4800" b="1">
                <a:solidFill>
                  <a:schemeClr val="bg1"/>
                </a:solidFill>
              </a:defRPr>
            </a:lvl1pPr>
          </a:lstStyle>
          <a:p>
            <a:pPr lvl="0"/>
            <a:r>
              <a:rPr lang="en-US" dirty="0"/>
              <a:t>Breaker slide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3750468"/>
            <a:ext cx="10363202" cy="389915"/>
          </a:xfrm>
        </p:spPr>
        <p:txBody>
          <a:bodyPr>
            <a:spAutoFit/>
          </a:bodyPr>
          <a:lstStyle>
            <a:lvl1pPr marL="0" indent="0" algn="ctr">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pic>
        <p:nvPicPr>
          <p:cNvPr id="5" name="Graphic 4">
            <a:extLst>
              <a:ext uri="{FF2B5EF4-FFF2-40B4-BE49-F238E27FC236}">
                <a16:creationId xmlns:a16="http://schemas.microsoft.com/office/drawing/2014/main" id="{11D55CDA-462C-A7FF-EE12-3FDD8DDBC2F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9C2795BC-99C0-3605-DA72-63D94FCF0973}"/>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10" name="TextBox 9">
            <a:extLst>
              <a:ext uri="{FF2B5EF4-FFF2-40B4-BE49-F238E27FC236}">
                <a16:creationId xmlns:a16="http://schemas.microsoft.com/office/drawing/2014/main" id="{490D0730-EC65-31BF-A4FA-992A99E0E4CF}"/>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316392411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Breaker Dark PU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238843"/>
            <a:ext cx="10363202" cy="1333891"/>
          </a:xfrm>
        </p:spPr>
        <p:txBody>
          <a:bodyPr/>
          <a:lstStyle>
            <a:lvl1pPr marL="0" indent="0" algn="ctr">
              <a:lnSpc>
                <a:spcPct val="90000"/>
              </a:lnSpc>
              <a:spcBef>
                <a:spcPts val="0"/>
              </a:spcBef>
              <a:buNone/>
              <a:defRPr sz="4800" b="1">
                <a:solidFill>
                  <a:schemeClr val="bg1"/>
                </a:solidFill>
              </a:defRPr>
            </a:lvl1pPr>
          </a:lstStyle>
          <a:p>
            <a:pPr lvl="0"/>
            <a:r>
              <a:rPr lang="en-US" dirty="0"/>
              <a:t>Breaker slide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3750468"/>
            <a:ext cx="10363202" cy="389915"/>
          </a:xfrm>
        </p:spPr>
        <p:txBody>
          <a:bodyPr>
            <a:spAutoFit/>
          </a:bodyPr>
          <a:lstStyle>
            <a:lvl1pPr marL="0" indent="0" algn="ctr">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pic>
        <p:nvPicPr>
          <p:cNvPr id="5" name="Graphic 4">
            <a:extLst>
              <a:ext uri="{FF2B5EF4-FFF2-40B4-BE49-F238E27FC236}">
                <a16:creationId xmlns:a16="http://schemas.microsoft.com/office/drawing/2014/main" id="{BE3200C5-B5A9-AC44-9200-784DFC63364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A2BD6F6F-F10E-C53F-032B-188519D8D1C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2" name="TextBox 1">
            <a:extLst>
              <a:ext uri="{FF2B5EF4-FFF2-40B4-BE49-F238E27FC236}">
                <a16:creationId xmlns:a16="http://schemas.microsoft.com/office/drawing/2014/main" id="{8460C111-1CB1-186F-BF66-55001B5779EA}"/>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147456540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Breaker Gray">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238843"/>
            <a:ext cx="10363202" cy="1333891"/>
          </a:xfrm>
        </p:spPr>
        <p:txBody>
          <a:bodyPr/>
          <a:lstStyle>
            <a:lvl1pPr marL="0" indent="0" algn="ctr">
              <a:lnSpc>
                <a:spcPct val="90000"/>
              </a:lnSpc>
              <a:spcBef>
                <a:spcPts val="0"/>
              </a:spcBef>
              <a:buNone/>
              <a:defRPr sz="4800" b="1">
                <a:solidFill>
                  <a:schemeClr val="tx1"/>
                </a:solidFill>
              </a:defRPr>
            </a:lvl1pPr>
          </a:lstStyle>
          <a:p>
            <a:pPr lvl="0"/>
            <a:r>
              <a:rPr lang="en-US" dirty="0"/>
              <a:t>Breaker slide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3750468"/>
            <a:ext cx="10363202" cy="389915"/>
          </a:xfrm>
        </p:spPr>
        <p:txBody>
          <a:bodyPr>
            <a:spAutoFit/>
          </a:bodyPr>
          <a:lstStyle>
            <a:lvl1pPr marL="0" indent="0" algn="ctr">
              <a:spcBef>
                <a:spcPts val="0"/>
              </a:spcBef>
              <a:buNone/>
              <a:defRPr sz="24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pic>
        <p:nvPicPr>
          <p:cNvPr id="5" name="Graphic 4">
            <a:extLst>
              <a:ext uri="{FF2B5EF4-FFF2-40B4-BE49-F238E27FC236}">
                <a16:creationId xmlns:a16="http://schemas.microsoft.com/office/drawing/2014/main" id="{8E4133EC-B264-3D5F-9CF5-94A59CFE1B1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4515307C-7F1F-2BB9-1D42-4EAB1A2F58C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2" name="TextBox 1">
            <a:extLst>
              <a:ext uri="{FF2B5EF4-FFF2-40B4-BE49-F238E27FC236}">
                <a16:creationId xmlns:a16="http://schemas.microsoft.com/office/drawing/2014/main" id="{642BD9AE-C83A-9EF9-F573-61A0E81EA594}"/>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203144464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PUR Half">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6096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2147403"/>
            <a:ext cx="5334046" cy="944810"/>
          </a:xfrm>
        </p:spPr>
        <p:txBody>
          <a:bodyPr>
            <a:spAutoFit/>
          </a:bodyPr>
          <a:lstStyle>
            <a:lvl1pPr marL="0" indent="0" algn="l">
              <a:lnSpc>
                <a:spcPct val="90000"/>
              </a:lnSpc>
              <a:spcBef>
                <a:spcPts val="0"/>
              </a:spcBef>
              <a:buNone/>
              <a:defRPr sz="3400" b="1">
                <a:solidFill>
                  <a:schemeClr val="bg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83108"/>
            <a:ext cx="5334046" cy="663451"/>
          </a:xfrm>
        </p:spPr>
        <p:txBody>
          <a:bodyPr wrap="square">
            <a:spAutoFit/>
          </a:bodyPr>
          <a:lstStyle>
            <a:lvl1pPr marL="0" indent="0" algn="l">
              <a:spcBef>
                <a:spcPts val="0"/>
              </a:spcBef>
              <a:buNone/>
              <a:defRPr sz="20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8" name="Text Placeholder 17">
            <a:extLst>
              <a:ext uri="{FF2B5EF4-FFF2-40B4-BE49-F238E27FC236}">
                <a16:creationId xmlns:a16="http://schemas.microsoft.com/office/drawing/2014/main" id="{2D4575E4-C207-8E90-E726-B9033C8488D1}"/>
              </a:ext>
            </a:extLst>
          </p:cNvPr>
          <p:cNvSpPr>
            <a:spLocks noGrp="1"/>
          </p:cNvSpPr>
          <p:nvPr>
            <p:ph type="body" sz="quarter" idx="12" hasCustomPrompt="1"/>
          </p:nvPr>
        </p:nvSpPr>
        <p:spPr>
          <a:xfrm>
            <a:off x="6563360" y="1763901"/>
            <a:ext cx="523292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1D16B016-4F74-45FD-A9CC-07A8056565CD}"/>
              </a:ext>
            </a:extLst>
          </p:cNvPr>
          <p:cNvSpPr>
            <a:spLocks noGrp="1"/>
          </p:cNvSpPr>
          <p:nvPr>
            <p:ph type="body" sz="quarter" idx="13" hasCustomPrompt="1"/>
          </p:nvPr>
        </p:nvSpPr>
        <p:spPr>
          <a:xfrm>
            <a:off x="6563360" y="2426711"/>
            <a:ext cx="523292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10" name="Text Placeholder 12">
            <a:extLst>
              <a:ext uri="{FF2B5EF4-FFF2-40B4-BE49-F238E27FC236}">
                <a16:creationId xmlns:a16="http://schemas.microsoft.com/office/drawing/2014/main" id="{06B0A9AB-D9A3-1E08-3001-30A9D645FFA9}"/>
              </a:ext>
            </a:extLst>
          </p:cNvPr>
          <p:cNvSpPr>
            <a:spLocks noGrp="1"/>
          </p:cNvSpPr>
          <p:nvPr>
            <p:ph type="body" sz="quarter" idx="14"/>
          </p:nvPr>
        </p:nvSpPr>
        <p:spPr>
          <a:xfrm>
            <a:off x="6563089" y="3740277"/>
            <a:ext cx="523271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2" name="Graphic 1">
            <a:extLst>
              <a:ext uri="{FF2B5EF4-FFF2-40B4-BE49-F238E27FC236}">
                <a16:creationId xmlns:a16="http://schemas.microsoft.com/office/drawing/2014/main" id="{017A8F2F-9330-25BE-0D2E-902E66CDE27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427843905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Gray Half">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A1D1E00-2C7E-EB5E-B9AA-70EC4E40EAA1}"/>
              </a:ext>
            </a:extLst>
          </p:cNvPr>
          <p:cNvSpPr/>
          <p:nvPr/>
        </p:nvSpPr>
        <p:spPr>
          <a:xfrm>
            <a:off x="0" y="0"/>
            <a:ext cx="6096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2FE01EFE-63CA-D3D5-C581-993880DA8B04}"/>
              </a:ext>
            </a:extLst>
          </p:cNvPr>
          <p:cNvSpPr>
            <a:spLocks noGrp="1"/>
          </p:cNvSpPr>
          <p:nvPr>
            <p:ph type="body" sz="quarter" idx="10" hasCustomPrompt="1"/>
          </p:nvPr>
        </p:nvSpPr>
        <p:spPr>
          <a:xfrm>
            <a:off x="386034" y="2147403"/>
            <a:ext cx="5334046" cy="944810"/>
          </a:xfrm>
        </p:spPr>
        <p:txBody>
          <a:bodyPr>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5AE79D15-E07D-A51E-4EAF-87E654A74472}"/>
              </a:ext>
            </a:extLst>
          </p:cNvPr>
          <p:cNvSpPr>
            <a:spLocks noGrp="1"/>
          </p:cNvSpPr>
          <p:nvPr>
            <p:ph type="body" sz="quarter" idx="11" hasCustomPrompt="1"/>
          </p:nvPr>
        </p:nvSpPr>
        <p:spPr>
          <a:xfrm>
            <a:off x="386034" y="3283108"/>
            <a:ext cx="5334046" cy="663451"/>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7" name="Text Placeholder 17">
            <a:extLst>
              <a:ext uri="{FF2B5EF4-FFF2-40B4-BE49-F238E27FC236}">
                <a16:creationId xmlns:a16="http://schemas.microsoft.com/office/drawing/2014/main" id="{B23AFD1E-0CBC-F8B7-0767-9DD68D6AA30C}"/>
              </a:ext>
            </a:extLst>
          </p:cNvPr>
          <p:cNvSpPr>
            <a:spLocks noGrp="1"/>
          </p:cNvSpPr>
          <p:nvPr>
            <p:ph type="body" sz="quarter" idx="12" hasCustomPrompt="1"/>
          </p:nvPr>
        </p:nvSpPr>
        <p:spPr>
          <a:xfrm>
            <a:off x="6563360" y="1763901"/>
            <a:ext cx="523292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8" name="Text Placeholder 8">
            <a:extLst>
              <a:ext uri="{FF2B5EF4-FFF2-40B4-BE49-F238E27FC236}">
                <a16:creationId xmlns:a16="http://schemas.microsoft.com/office/drawing/2014/main" id="{CF81A4C6-9E62-AA06-E7C6-9A7067E4CE38}"/>
              </a:ext>
            </a:extLst>
          </p:cNvPr>
          <p:cNvSpPr>
            <a:spLocks noGrp="1"/>
          </p:cNvSpPr>
          <p:nvPr>
            <p:ph type="body" sz="quarter" idx="13" hasCustomPrompt="1"/>
          </p:nvPr>
        </p:nvSpPr>
        <p:spPr>
          <a:xfrm>
            <a:off x="6563360" y="2426711"/>
            <a:ext cx="523292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9" name="Text Placeholder 12">
            <a:extLst>
              <a:ext uri="{FF2B5EF4-FFF2-40B4-BE49-F238E27FC236}">
                <a16:creationId xmlns:a16="http://schemas.microsoft.com/office/drawing/2014/main" id="{C2B39BD8-F2D4-82FD-6B93-90DE2A49E686}"/>
              </a:ext>
            </a:extLst>
          </p:cNvPr>
          <p:cNvSpPr>
            <a:spLocks noGrp="1"/>
          </p:cNvSpPr>
          <p:nvPr>
            <p:ph type="body" sz="quarter" idx="14"/>
          </p:nvPr>
        </p:nvSpPr>
        <p:spPr>
          <a:xfrm>
            <a:off x="6563089" y="3740277"/>
            <a:ext cx="523271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12" name="Graphic 11">
            <a:extLst>
              <a:ext uri="{FF2B5EF4-FFF2-40B4-BE49-F238E27FC236}">
                <a16:creationId xmlns:a16="http://schemas.microsoft.com/office/drawing/2014/main" id="{989C4F93-BF72-9EDD-88A7-D06234565936}"/>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118144235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Green Half">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A1D1E00-2C7E-EB5E-B9AA-70EC4E40EAA1}"/>
              </a:ext>
            </a:extLst>
          </p:cNvPr>
          <p:cNvSpPr/>
          <p:nvPr/>
        </p:nvSpPr>
        <p:spPr>
          <a:xfrm>
            <a:off x="0" y="0"/>
            <a:ext cx="6096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2FE01EFE-63CA-D3D5-C581-993880DA8B04}"/>
              </a:ext>
            </a:extLst>
          </p:cNvPr>
          <p:cNvSpPr>
            <a:spLocks noGrp="1"/>
          </p:cNvSpPr>
          <p:nvPr>
            <p:ph type="body" sz="quarter" idx="10" hasCustomPrompt="1"/>
          </p:nvPr>
        </p:nvSpPr>
        <p:spPr>
          <a:xfrm>
            <a:off x="386034" y="2147403"/>
            <a:ext cx="5334046" cy="944810"/>
          </a:xfrm>
        </p:spPr>
        <p:txBody>
          <a:bodyPr>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5AE79D15-E07D-A51E-4EAF-87E654A74472}"/>
              </a:ext>
            </a:extLst>
          </p:cNvPr>
          <p:cNvSpPr>
            <a:spLocks noGrp="1"/>
          </p:cNvSpPr>
          <p:nvPr>
            <p:ph type="body" sz="quarter" idx="11" hasCustomPrompt="1"/>
          </p:nvPr>
        </p:nvSpPr>
        <p:spPr>
          <a:xfrm>
            <a:off x="386034" y="3283108"/>
            <a:ext cx="5334046" cy="663451"/>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7" name="Text Placeholder 17">
            <a:extLst>
              <a:ext uri="{FF2B5EF4-FFF2-40B4-BE49-F238E27FC236}">
                <a16:creationId xmlns:a16="http://schemas.microsoft.com/office/drawing/2014/main" id="{B23AFD1E-0CBC-F8B7-0767-9DD68D6AA30C}"/>
              </a:ext>
            </a:extLst>
          </p:cNvPr>
          <p:cNvSpPr>
            <a:spLocks noGrp="1"/>
          </p:cNvSpPr>
          <p:nvPr>
            <p:ph type="body" sz="quarter" idx="12" hasCustomPrompt="1"/>
          </p:nvPr>
        </p:nvSpPr>
        <p:spPr>
          <a:xfrm>
            <a:off x="6563360" y="1763901"/>
            <a:ext cx="523292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8" name="Text Placeholder 8">
            <a:extLst>
              <a:ext uri="{FF2B5EF4-FFF2-40B4-BE49-F238E27FC236}">
                <a16:creationId xmlns:a16="http://schemas.microsoft.com/office/drawing/2014/main" id="{CF81A4C6-9E62-AA06-E7C6-9A7067E4CE38}"/>
              </a:ext>
            </a:extLst>
          </p:cNvPr>
          <p:cNvSpPr>
            <a:spLocks noGrp="1"/>
          </p:cNvSpPr>
          <p:nvPr>
            <p:ph type="body" sz="quarter" idx="13" hasCustomPrompt="1"/>
          </p:nvPr>
        </p:nvSpPr>
        <p:spPr>
          <a:xfrm>
            <a:off x="6563360" y="2426711"/>
            <a:ext cx="523292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9" name="Text Placeholder 12">
            <a:extLst>
              <a:ext uri="{FF2B5EF4-FFF2-40B4-BE49-F238E27FC236}">
                <a16:creationId xmlns:a16="http://schemas.microsoft.com/office/drawing/2014/main" id="{C2B39BD8-F2D4-82FD-6B93-90DE2A49E686}"/>
              </a:ext>
            </a:extLst>
          </p:cNvPr>
          <p:cNvSpPr>
            <a:spLocks noGrp="1"/>
          </p:cNvSpPr>
          <p:nvPr>
            <p:ph type="body" sz="quarter" idx="14"/>
          </p:nvPr>
        </p:nvSpPr>
        <p:spPr>
          <a:xfrm>
            <a:off x="6563089" y="3740277"/>
            <a:ext cx="523271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12" name="Graphic 11">
            <a:extLst>
              <a:ext uri="{FF2B5EF4-FFF2-40B4-BE49-F238E27FC236}">
                <a16:creationId xmlns:a16="http://schemas.microsoft.com/office/drawing/2014/main" id="{AB1728AA-35B4-4BD9-8922-5A10B50EFB77}"/>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340411128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PUR Thir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1647736"/>
            <a:ext cx="3312206" cy="1415709"/>
          </a:xfrm>
        </p:spPr>
        <p:txBody>
          <a:bodyPr wrap="square">
            <a:spAutoFit/>
          </a:bodyPr>
          <a:lstStyle>
            <a:lvl1pPr marL="0" indent="0" algn="l">
              <a:lnSpc>
                <a:spcPct val="90000"/>
              </a:lnSpc>
              <a:spcBef>
                <a:spcPts val="0"/>
              </a:spcBef>
              <a:buNone/>
              <a:defRPr sz="3400" b="1">
                <a:solidFill>
                  <a:schemeClr val="bg1"/>
                </a:solidFill>
              </a:defRPr>
            </a:lvl1pPr>
          </a:lstStyle>
          <a:p>
            <a:pPr lvl="0"/>
            <a:r>
              <a:rPr lang="en-US" dirty="0"/>
              <a:t>Headline culpa qui official arum </a:t>
            </a:r>
            <a:r>
              <a:rPr lang="en-US" dirty="0" err="1"/>
              <a:t>quidem</a:t>
            </a:r>
            <a:r>
              <a:rPr lang="en-US" dirty="0"/>
              <a:t> rerum</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11988"/>
            <a:ext cx="3312206" cy="1002006"/>
          </a:xfrm>
        </p:spPr>
        <p:txBody>
          <a:bodyPr wrap="square">
            <a:spAutoFit/>
          </a:bodyPr>
          <a:lstStyle>
            <a:lvl1pPr marL="0" indent="0" algn="l">
              <a:spcBef>
                <a:spcPts val="0"/>
              </a:spcBef>
              <a:buNone/>
              <a:defRPr sz="20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2" name="Text Placeholder 17">
            <a:extLst>
              <a:ext uri="{FF2B5EF4-FFF2-40B4-BE49-F238E27FC236}">
                <a16:creationId xmlns:a16="http://schemas.microsoft.com/office/drawing/2014/main" id="{247F7AFC-9E1C-DD0B-41C1-05088976F5FF}"/>
              </a:ext>
            </a:extLst>
          </p:cNvPr>
          <p:cNvSpPr>
            <a:spLocks noGrp="1"/>
          </p:cNvSpPr>
          <p:nvPr>
            <p:ph type="body" sz="quarter" idx="12" hasCustomPrompt="1"/>
          </p:nvPr>
        </p:nvSpPr>
        <p:spPr>
          <a:xfrm>
            <a:off x="457159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3" name="Text Placeholder 8">
            <a:extLst>
              <a:ext uri="{FF2B5EF4-FFF2-40B4-BE49-F238E27FC236}">
                <a16:creationId xmlns:a16="http://schemas.microsoft.com/office/drawing/2014/main" id="{0E7A1DE1-A6A1-A8B0-1E59-2D30FDB4CB2B}"/>
              </a:ext>
            </a:extLst>
          </p:cNvPr>
          <p:cNvSpPr>
            <a:spLocks noGrp="1"/>
          </p:cNvSpPr>
          <p:nvPr>
            <p:ph type="body" sz="quarter" idx="13" hasCustomPrompt="1"/>
          </p:nvPr>
        </p:nvSpPr>
        <p:spPr>
          <a:xfrm>
            <a:off x="457159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4" name="Text Placeholder 12">
            <a:extLst>
              <a:ext uri="{FF2B5EF4-FFF2-40B4-BE49-F238E27FC236}">
                <a16:creationId xmlns:a16="http://schemas.microsoft.com/office/drawing/2014/main" id="{F338C581-FDC0-BE86-1CD1-D9586D8EB8A0}"/>
              </a:ext>
            </a:extLst>
          </p:cNvPr>
          <p:cNvSpPr>
            <a:spLocks noGrp="1"/>
          </p:cNvSpPr>
          <p:nvPr>
            <p:ph type="body" sz="quarter" idx="14"/>
          </p:nvPr>
        </p:nvSpPr>
        <p:spPr>
          <a:xfrm>
            <a:off x="4571323" y="3624112"/>
            <a:ext cx="336327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15" name="Text Placeholder 17">
            <a:extLst>
              <a:ext uri="{FF2B5EF4-FFF2-40B4-BE49-F238E27FC236}">
                <a16:creationId xmlns:a16="http://schemas.microsoft.com/office/drawing/2014/main" id="{8BE05EDD-6AF1-AF29-FB86-197BB73F5255}"/>
              </a:ext>
            </a:extLst>
          </p:cNvPr>
          <p:cNvSpPr>
            <a:spLocks noGrp="1"/>
          </p:cNvSpPr>
          <p:nvPr>
            <p:ph type="body" sz="quarter" idx="15" hasCustomPrompt="1"/>
          </p:nvPr>
        </p:nvSpPr>
        <p:spPr>
          <a:xfrm>
            <a:off x="844255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6" name="Text Placeholder 8">
            <a:extLst>
              <a:ext uri="{FF2B5EF4-FFF2-40B4-BE49-F238E27FC236}">
                <a16:creationId xmlns:a16="http://schemas.microsoft.com/office/drawing/2014/main" id="{7F1C9870-651A-8301-4A2C-6EE5FB7ABFD6}"/>
              </a:ext>
            </a:extLst>
          </p:cNvPr>
          <p:cNvSpPr>
            <a:spLocks noGrp="1"/>
          </p:cNvSpPr>
          <p:nvPr>
            <p:ph type="body" sz="quarter" idx="16" hasCustomPrompt="1"/>
          </p:nvPr>
        </p:nvSpPr>
        <p:spPr>
          <a:xfrm>
            <a:off x="844255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7" name="Text Placeholder 12">
            <a:extLst>
              <a:ext uri="{FF2B5EF4-FFF2-40B4-BE49-F238E27FC236}">
                <a16:creationId xmlns:a16="http://schemas.microsoft.com/office/drawing/2014/main" id="{CB3B220D-3CAD-B3DC-8F6C-B8A398E8864A}"/>
              </a:ext>
            </a:extLst>
          </p:cNvPr>
          <p:cNvSpPr>
            <a:spLocks noGrp="1"/>
          </p:cNvSpPr>
          <p:nvPr>
            <p:ph type="body" sz="quarter" idx="17"/>
          </p:nvPr>
        </p:nvSpPr>
        <p:spPr>
          <a:xfrm>
            <a:off x="8442283" y="3624112"/>
            <a:ext cx="336327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2" name="Graphic 1">
            <a:extLst>
              <a:ext uri="{FF2B5EF4-FFF2-40B4-BE49-F238E27FC236}">
                <a16:creationId xmlns:a16="http://schemas.microsoft.com/office/drawing/2014/main" id="{01D50BC8-C95D-425B-652A-2D581ADCD81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11899356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Gray Thir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1647736"/>
            <a:ext cx="3312206" cy="1415709"/>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11988"/>
            <a:ext cx="3312206" cy="1002006"/>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2" name="Text Placeholder 17">
            <a:extLst>
              <a:ext uri="{FF2B5EF4-FFF2-40B4-BE49-F238E27FC236}">
                <a16:creationId xmlns:a16="http://schemas.microsoft.com/office/drawing/2014/main" id="{247F7AFC-9E1C-DD0B-41C1-05088976F5FF}"/>
              </a:ext>
            </a:extLst>
          </p:cNvPr>
          <p:cNvSpPr>
            <a:spLocks noGrp="1"/>
          </p:cNvSpPr>
          <p:nvPr>
            <p:ph type="body" sz="quarter" idx="12" hasCustomPrompt="1"/>
          </p:nvPr>
        </p:nvSpPr>
        <p:spPr>
          <a:xfrm>
            <a:off x="457159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3" name="Text Placeholder 8">
            <a:extLst>
              <a:ext uri="{FF2B5EF4-FFF2-40B4-BE49-F238E27FC236}">
                <a16:creationId xmlns:a16="http://schemas.microsoft.com/office/drawing/2014/main" id="{0E7A1DE1-A6A1-A8B0-1E59-2D30FDB4CB2B}"/>
              </a:ext>
            </a:extLst>
          </p:cNvPr>
          <p:cNvSpPr>
            <a:spLocks noGrp="1"/>
          </p:cNvSpPr>
          <p:nvPr>
            <p:ph type="body" sz="quarter" idx="13" hasCustomPrompt="1"/>
          </p:nvPr>
        </p:nvSpPr>
        <p:spPr>
          <a:xfrm>
            <a:off x="457159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4" name="Text Placeholder 12">
            <a:extLst>
              <a:ext uri="{FF2B5EF4-FFF2-40B4-BE49-F238E27FC236}">
                <a16:creationId xmlns:a16="http://schemas.microsoft.com/office/drawing/2014/main" id="{F338C581-FDC0-BE86-1CD1-D9586D8EB8A0}"/>
              </a:ext>
            </a:extLst>
          </p:cNvPr>
          <p:cNvSpPr>
            <a:spLocks noGrp="1"/>
          </p:cNvSpPr>
          <p:nvPr>
            <p:ph type="body" sz="quarter" idx="14"/>
          </p:nvPr>
        </p:nvSpPr>
        <p:spPr>
          <a:xfrm>
            <a:off x="4571323" y="3624112"/>
            <a:ext cx="336327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15" name="Text Placeholder 17">
            <a:extLst>
              <a:ext uri="{FF2B5EF4-FFF2-40B4-BE49-F238E27FC236}">
                <a16:creationId xmlns:a16="http://schemas.microsoft.com/office/drawing/2014/main" id="{8BE05EDD-6AF1-AF29-FB86-197BB73F5255}"/>
              </a:ext>
            </a:extLst>
          </p:cNvPr>
          <p:cNvSpPr>
            <a:spLocks noGrp="1"/>
          </p:cNvSpPr>
          <p:nvPr>
            <p:ph type="body" sz="quarter" idx="15" hasCustomPrompt="1"/>
          </p:nvPr>
        </p:nvSpPr>
        <p:spPr>
          <a:xfrm>
            <a:off x="844255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6" name="Text Placeholder 8">
            <a:extLst>
              <a:ext uri="{FF2B5EF4-FFF2-40B4-BE49-F238E27FC236}">
                <a16:creationId xmlns:a16="http://schemas.microsoft.com/office/drawing/2014/main" id="{7F1C9870-651A-8301-4A2C-6EE5FB7ABFD6}"/>
              </a:ext>
            </a:extLst>
          </p:cNvPr>
          <p:cNvSpPr>
            <a:spLocks noGrp="1"/>
          </p:cNvSpPr>
          <p:nvPr>
            <p:ph type="body" sz="quarter" idx="16" hasCustomPrompt="1"/>
          </p:nvPr>
        </p:nvSpPr>
        <p:spPr>
          <a:xfrm>
            <a:off x="844255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7" name="Text Placeholder 12">
            <a:extLst>
              <a:ext uri="{FF2B5EF4-FFF2-40B4-BE49-F238E27FC236}">
                <a16:creationId xmlns:a16="http://schemas.microsoft.com/office/drawing/2014/main" id="{CB3B220D-3CAD-B3DC-8F6C-B8A398E8864A}"/>
              </a:ext>
            </a:extLst>
          </p:cNvPr>
          <p:cNvSpPr>
            <a:spLocks noGrp="1"/>
          </p:cNvSpPr>
          <p:nvPr>
            <p:ph type="body" sz="quarter" idx="17"/>
          </p:nvPr>
        </p:nvSpPr>
        <p:spPr>
          <a:xfrm>
            <a:off x="8442283" y="3624112"/>
            <a:ext cx="336327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9" name="Graphic 8">
            <a:extLst>
              <a:ext uri="{FF2B5EF4-FFF2-40B4-BE49-F238E27FC236}">
                <a16:creationId xmlns:a16="http://schemas.microsoft.com/office/drawing/2014/main" id="{E5FB72CE-435D-5F45-16B1-4A77B79AF3C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360916516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Green Thir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1647736"/>
            <a:ext cx="3312206" cy="1415709"/>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11988"/>
            <a:ext cx="3312206" cy="1002006"/>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2" name="Text Placeholder 17">
            <a:extLst>
              <a:ext uri="{FF2B5EF4-FFF2-40B4-BE49-F238E27FC236}">
                <a16:creationId xmlns:a16="http://schemas.microsoft.com/office/drawing/2014/main" id="{247F7AFC-9E1C-DD0B-41C1-05088976F5FF}"/>
              </a:ext>
            </a:extLst>
          </p:cNvPr>
          <p:cNvSpPr>
            <a:spLocks noGrp="1"/>
          </p:cNvSpPr>
          <p:nvPr>
            <p:ph type="body" sz="quarter" idx="12" hasCustomPrompt="1"/>
          </p:nvPr>
        </p:nvSpPr>
        <p:spPr>
          <a:xfrm>
            <a:off x="457159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3" name="Text Placeholder 8">
            <a:extLst>
              <a:ext uri="{FF2B5EF4-FFF2-40B4-BE49-F238E27FC236}">
                <a16:creationId xmlns:a16="http://schemas.microsoft.com/office/drawing/2014/main" id="{0E7A1DE1-A6A1-A8B0-1E59-2D30FDB4CB2B}"/>
              </a:ext>
            </a:extLst>
          </p:cNvPr>
          <p:cNvSpPr>
            <a:spLocks noGrp="1"/>
          </p:cNvSpPr>
          <p:nvPr>
            <p:ph type="body" sz="quarter" idx="13" hasCustomPrompt="1"/>
          </p:nvPr>
        </p:nvSpPr>
        <p:spPr>
          <a:xfrm>
            <a:off x="457159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4" name="Text Placeholder 12">
            <a:extLst>
              <a:ext uri="{FF2B5EF4-FFF2-40B4-BE49-F238E27FC236}">
                <a16:creationId xmlns:a16="http://schemas.microsoft.com/office/drawing/2014/main" id="{F338C581-FDC0-BE86-1CD1-D9586D8EB8A0}"/>
              </a:ext>
            </a:extLst>
          </p:cNvPr>
          <p:cNvSpPr>
            <a:spLocks noGrp="1"/>
          </p:cNvSpPr>
          <p:nvPr>
            <p:ph type="body" sz="quarter" idx="14"/>
          </p:nvPr>
        </p:nvSpPr>
        <p:spPr>
          <a:xfrm>
            <a:off x="4571323" y="3624112"/>
            <a:ext cx="336327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15" name="Text Placeholder 17">
            <a:extLst>
              <a:ext uri="{FF2B5EF4-FFF2-40B4-BE49-F238E27FC236}">
                <a16:creationId xmlns:a16="http://schemas.microsoft.com/office/drawing/2014/main" id="{8BE05EDD-6AF1-AF29-FB86-197BB73F5255}"/>
              </a:ext>
            </a:extLst>
          </p:cNvPr>
          <p:cNvSpPr>
            <a:spLocks noGrp="1"/>
          </p:cNvSpPr>
          <p:nvPr>
            <p:ph type="body" sz="quarter" idx="15" hasCustomPrompt="1"/>
          </p:nvPr>
        </p:nvSpPr>
        <p:spPr>
          <a:xfrm>
            <a:off x="844255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6" name="Text Placeholder 8">
            <a:extLst>
              <a:ext uri="{FF2B5EF4-FFF2-40B4-BE49-F238E27FC236}">
                <a16:creationId xmlns:a16="http://schemas.microsoft.com/office/drawing/2014/main" id="{7F1C9870-651A-8301-4A2C-6EE5FB7ABFD6}"/>
              </a:ext>
            </a:extLst>
          </p:cNvPr>
          <p:cNvSpPr>
            <a:spLocks noGrp="1"/>
          </p:cNvSpPr>
          <p:nvPr>
            <p:ph type="body" sz="quarter" idx="16" hasCustomPrompt="1"/>
          </p:nvPr>
        </p:nvSpPr>
        <p:spPr>
          <a:xfrm>
            <a:off x="844255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7" name="Text Placeholder 12">
            <a:extLst>
              <a:ext uri="{FF2B5EF4-FFF2-40B4-BE49-F238E27FC236}">
                <a16:creationId xmlns:a16="http://schemas.microsoft.com/office/drawing/2014/main" id="{CB3B220D-3CAD-B3DC-8F6C-B8A398E8864A}"/>
              </a:ext>
            </a:extLst>
          </p:cNvPr>
          <p:cNvSpPr>
            <a:spLocks noGrp="1"/>
          </p:cNvSpPr>
          <p:nvPr>
            <p:ph type="body" sz="quarter" idx="17"/>
          </p:nvPr>
        </p:nvSpPr>
        <p:spPr>
          <a:xfrm>
            <a:off x="8442283" y="3624112"/>
            <a:ext cx="336327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9" name="Graphic 8">
            <a:extLst>
              <a:ext uri="{FF2B5EF4-FFF2-40B4-BE49-F238E27FC236}">
                <a16:creationId xmlns:a16="http://schemas.microsoft.com/office/drawing/2014/main" id="{65A4C054-B1C8-E492-ADA1-D665C51553FA}"/>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379236449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Image-Right">
    <p:spTree>
      <p:nvGrpSpPr>
        <p:cNvPr id="1" name=""/>
        <p:cNvGrpSpPr/>
        <p:nvPr/>
      </p:nvGrpSpPr>
      <p:grpSpPr>
        <a:xfrm>
          <a:off x="0" y="0"/>
          <a:ext cx="0" cy="0"/>
          <a:chOff x="0" y="0"/>
          <a:chExt cx="0" cy="0"/>
        </a:xfrm>
      </p:grpSpPr>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807451"/>
            <a:ext cx="5008909" cy="944810"/>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endParaRPr lang="en-US" dirty="0"/>
          </a:p>
        </p:txBody>
      </p:sp>
      <p:sp>
        <p:nvSpPr>
          <p:cNvPr id="8" name="Text Placeholder 17">
            <a:extLst>
              <a:ext uri="{FF2B5EF4-FFF2-40B4-BE49-F238E27FC236}">
                <a16:creationId xmlns:a16="http://schemas.microsoft.com/office/drawing/2014/main" id="{2D4575E4-C207-8E90-E726-B9033C8488D1}"/>
              </a:ext>
            </a:extLst>
          </p:cNvPr>
          <p:cNvSpPr>
            <a:spLocks noGrp="1"/>
          </p:cNvSpPr>
          <p:nvPr>
            <p:ph type="body" sz="quarter" idx="12" hasCustomPrompt="1"/>
          </p:nvPr>
        </p:nvSpPr>
        <p:spPr>
          <a:xfrm>
            <a:off x="386305" y="2162915"/>
            <a:ext cx="500865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1D16B016-4F74-45FD-A9CC-07A8056565CD}"/>
              </a:ext>
            </a:extLst>
          </p:cNvPr>
          <p:cNvSpPr>
            <a:spLocks noGrp="1"/>
          </p:cNvSpPr>
          <p:nvPr>
            <p:ph type="body" sz="quarter" idx="13" hasCustomPrompt="1"/>
          </p:nvPr>
        </p:nvSpPr>
        <p:spPr>
          <a:xfrm>
            <a:off x="386305" y="2825725"/>
            <a:ext cx="500865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10" name="Text Placeholder 12">
            <a:extLst>
              <a:ext uri="{FF2B5EF4-FFF2-40B4-BE49-F238E27FC236}">
                <a16:creationId xmlns:a16="http://schemas.microsoft.com/office/drawing/2014/main" id="{06B0A9AB-D9A3-1E08-3001-30A9D645FFA9}"/>
              </a:ext>
            </a:extLst>
          </p:cNvPr>
          <p:cNvSpPr>
            <a:spLocks noGrp="1"/>
          </p:cNvSpPr>
          <p:nvPr>
            <p:ph type="body" sz="quarter" idx="14"/>
          </p:nvPr>
        </p:nvSpPr>
        <p:spPr>
          <a:xfrm>
            <a:off x="386035" y="4139291"/>
            <a:ext cx="5008456"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Picture Placeholder 6">
            <a:extLst>
              <a:ext uri="{FF2B5EF4-FFF2-40B4-BE49-F238E27FC236}">
                <a16:creationId xmlns:a16="http://schemas.microsoft.com/office/drawing/2014/main" id="{B668D94B-8222-405F-8341-EB39E2CA0283}"/>
              </a:ext>
            </a:extLst>
          </p:cNvPr>
          <p:cNvSpPr>
            <a:spLocks noGrp="1"/>
          </p:cNvSpPr>
          <p:nvPr>
            <p:ph type="pic" sz="quarter" idx="15" hasCustomPrompt="1"/>
          </p:nvPr>
        </p:nvSpPr>
        <p:spPr>
          <a:xfrm>
            <a:off x="6096000" y="0"/>
            <a:ext cx="6096000" cy="6858000"/>
          </a:xfrm>
        </p:spPr>
        <p:txBody>
          <a:bodyPr anchor="ctr" anchorCtr="0">
            <a:noAutofit/>
          </a:bodyPr>
          <a:lstStyle>
            <a:lvl1pPr marL="0" indent="0" algn="ctr">
              <a:buNone/>
              <a:defRPr/>
            </a:lvl1pPr>
          </a:lstStyle>
          <a:p>
            <a:r>
              <a:rPr lang="en-US" dirty="0"/>
              <a:t>[Click to insert image]</a:t>
            </a:r>
          </a:p>
        </p:txBody>
      </p:sp>
    </p:spTree>
    <p:extLst>
      <p:ext uri="{BB962C8B-B14F-4D97-AF65-F5344CB8AC3E}">
        <p14:creationId xmlns:p14="http://schemas.microsoft.com/office/powerpoint/2010/main" val="380065093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Image-Left">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B668D94B-8222-405F-8341-EB39E2CA0283}"/>
              </a:ext>
            </a:extLst>
          </p:cNvPr>
          <p:cNvSpPr>
            <a:spLocks noGrp="1"/>
          </p:cNvSpPr>
          <p:nvPr>
            <p:ph type="pic" sz="quarter" idx="15" hasCustomPrompt="1"/>
          </p:nvPr>
        </p:nvSpPr>
        <p:spPr>
          <a:xfrm>
            <a:off x="0" y="0"/>
            <a:ext cx="6096000" cy="6858000"/>
          </a:xfrm>
        </p:spPr>
        <p:txBody>
          <a:bodyPr anchor="ctr" anchorCtr="0">
            <a:noAutofit/>
          </a:bodyPr>
          <a:lstStyle>
            <a:lvl1pPr marL="0" indent="0" algn="ctr">
              <a:buNone/>
              <a:defRPr/>
            </a:lvl1pPr>
          </a:lstStyle>
          <a:p>
            <a:r>
              <a:rPr lang="en-US" dirty="0"/>
              <a:t>[Click to insert image]</a:t>
            </a:r>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6664914" y="807451"/>
            <a:ext cx="5008909" cy="944810"/>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endParaRPr lang="en-US" dirty="0"/>
          </a:p>
        </p:txBody>
      </p:sp>
      <p:sp>
        <p:nvSpPr>
          <p:cNvPr id="8" name="Text Placeholder 17">
            <a:extLst>
              <a:ext uri="{FF2B5EF4-FFF2-40B4-BE49-F238E27FC236}">
                <a16:creationId xmlns:a16="http://schemas.microsoft.com/office/drawing/2014/main" id="{2D4575E4-C207-8E90-E726-B9033C8488D1}"/>
              </a:ext>
            </a:extLst>
          </p:cNvPr>
          <p:cNvSpPr>
            <a:spLocks noGrp="1"/>
          </p:cNvSpPr>
          <p:nvPr>
            <p:ph type="body" sz="quarter" idx="12" hasCustomPrompt="1"/>
          </p:nvPr>
        </p:nvSpPr>
        <p:spPr>
          <a:xfrm>
            <a:off x="6665185" y="2162915"/>
            <a:ext cx="500865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1D16B016-4F74-45FD-A9CC-07A8056565CD}"/>
              </a:ext>
            </a:extLst>
          </p:cNvPr>
          <p:cNvSpPr>
            <a:spLocks noGrp="1"/>
          </p:cNvSpPr>
          <p:nvPr>
            <p:ph type="body" sz="quarter" idx="13" hasCustomPrompt="1"/>
          </p:nvPr>
        </p:nvSpPr>
        <p:spPr>
          <a:xfrm>
            <a:off x="6665185" y="2825725"/>
            <a:ext cx="500865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10" name="Text Placeholder 12">
            <a:extLst>
              <a:ext uri="{FF2B5EF4-FFF2-40B4-BE49-F238E27FC236}">
                <a16:creationId xmlns:a16="http://schemas.microsoft.com/office/drawing/2014/main" id="{06B0A9AB-D9A3-1E08-3001-30A9D645FFA9}"/>
              </a:ext>
            </a:extLst>
          </p:cNvPr>
          <p:cNvSpPr>
            <a:spLocks noGrp="1"/>
          </p:cNvSpPr>
          <p:nvPr>
            <p:ph type="body" sz="quarter" idx="14"/>
          </p:nvPr>
        </p:nvSpPr>
        <p:spPr>
          <a:xfrm>
            <a:off x="6664915" y="4139291"/>
            <a:ext cx="5008456"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Tree>
    <p:extLst>
      <p:ext uri="{BB962C8B-B14F-4D97-AF65-F5344CB8AC3E}">
        <p14:creationId xmlns:p14="http://schemas.microsoft.com/office/powerpoint/2010/main" val="311896631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Full Page Image">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B668D94B-8222-405F-8341-EB39E2CA0283}"/>
              </a:ext>
            </a:extLst>
          </p:cNvPr>
          <p:cNvSpPr>
            <a:spLocks noGrp="1"/>
          </p:cNvSpPr>
          <p:nvPr>
            <p:ph type="pic" sz="quarter" idx="15" hasCustomPrompt="1"/>
          </p:nvPr>
        </p:nvSpPr>
        <p:spPr>
          <a:xfrm>
            <a:off x="0" y="0"/>
            <a:ext cx="12192000" cy="6858000"/>
          </a:xfrm>
        </p:spPr>
        <p:txBody>
          <a:bodyPr anchor="ctr" anchorCtr="0">
            <a:noAutofit/>
          </a:bodyPr>
          <a:lstStyle>
            <a:lvl1pPr marL="0" indent="0" algn="ctr">
              <a:buNone/>
              <a:defRPr/>
            </a:lvl1pPr>
          </a:lstStyle>
          <a:p>
            <a:r>
              <a:rPr lang="en-US" dirty="0"/>
              <a:t>[Click to insert image]</a:t>
            </a:r>
          </a:p>
        </p:txBody>
      </p:sp>
    </p:spTree>
    <p:extLst>
      <p:ext uri="{BB962C8B-B14F-4D97-AF65-F5344CB8AC3E}">
        <p14:creationId xmlns:p14="http://schemas.microsoft.com/office/powerpoint/2010/main" val="319646286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EFrame Image Purple">
    <p:spTree>
      <p:nvGrpSpPr>
        <p:cNvPr id="1" name=""/>
        <p:cNvGrpSpPr/>
        <p:nvPr/>
      </p:nvGrpSpPr>
      <p:grpSpPr>
        <a:xfrm>
          <a:off x="0" y="0"/>
          <a:ext cx="0" cy="0"/>
          <a:chOff x="0" y="0"/>
          <a:chExt cx="0" cy="0"/>
        </a:xfrm>
      </p:grpSpPr>
      <p:sp>
        <p:nvSpPr>
          <p:cNvPr id="51" name="Rectangle 50">
            <a:extLst>
              <a:ext uri="{FF2B5EF4-FFF2-40B4-BE49-F238E27FC236}">
                <a16:creationId xmlns:a16="http://schemas.microsoft.com/office/drawing/2014/main" id="{5AACD76F-5A98-DE42-2012-2E4698A70B32}"/>
              </a:ext>
            </a:extLst>
          </p:cNvPr>
          <p:cNvSpPr/>
          <p:nvPr/>
        </p:nvSpPr>
        <p:spPr>
          <a:xfrm>
            <a:off x="0" y="0"/>
            <a:ext cx="12192000"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Picture Placeholder 43">
            <a:extLst>
              <a:ext uri="{FF2B5EF4-FFF2-40B4-BE49-F238E27FC236}">
                <a16:creationId xmlns:a16="http://schemas.microsoft.com/office/drawing/2014/main" id="{C5980322-EF45-73EA-F45B-05C3C55E7CE2}"/>
              </a:ext>
            </a:extLst>
          </p:cNvPr>
          <p:cNvSpPr>
            <a:spLocks noGrp="1"/>
          </p:cNvSpPr>
          <p:nvPr>
            <p:ph type="pic" sz="quarter" idx="13" hasCustomPrompt="1"/>
          </p:nvPr>
        </p:nvSpPr>
        <p:spPr>
          <a:xfrm>
            <a:off x="5337810" y="573881"/>
            <a:ext cx="6854190" cy="5710237"/>
          </a:xfrm>
          <a:custGeom>
            <a:avLst/>
            <a:gdLst>
              <a:gd name="connsiteX0" fmla="*/ 0 w 6854190"/>
              <a:gd name="connsiteY0" fmla="*/ 0 h 5710237"/>
              <a:gd name="connsiteX1" fmla="*/ 3816350 w 6854190"/>
              <a:gd name="connsiteY1" fmla="*/ 0 h 5710237"/>
              <a:gd name="connsiteX2" fmla="*/ 3816350 w 6854190"/>
              <a:gd name="connsiteY2" fmla="*/ 1 h 5710237"/>
              <a:gd name="connsiteX3" fmla="*/ 6854190 w 6854190"/>
              <a:gd name="connsiteY3" fmla="*/ 1 h 5710237"/>
              <a:gd name="connsiteX4" fmla="*/ 6854190 w 6854190"/>
              <a:gd name="connsiteY4" fmla="*/ 1513523 h 5710237"/>
              <a:gd name="connsiteX5" fmla="*/ 3816350 w 6854190"/>
              <a:gd name="connsiteY5" fmla="*/ 1513523 h 5710237"/>
              <a:gd name="connsiteX6" fmla="*/ 3816350 w 6854190"/>
              <a:gd name="connsiteY6" fmla="*/ 2093595 h 5710237"/>
              <a:gd name="connsiteX7" fmla="*/ 6284595 w 6854190"/>
              <a:gd name="connsiteY7" fmla="*/ 2093595 h 5710237"/>
              <a:gd name="connsiteX8" fmla="*/ 6284595 w 6854190"/>
              <a:gd name="connsiteY8" fmla="*/ 3607117 h 5710237"/>
              <a:gd name="connsiteX9" fmla="*/ 3816350 w 6854190"/>
              <a:gd name="connsiteY9" fmla="*/ 3607117 h 5710237"/>
              <a:gd name="connsiteX10" fmla="*/ 3816350 w 6854190"/>
              <a:gd name="connsiteY10" fmla="*/ 4196715 h 5710237"/>
              <a:gd name="connsiteX11" fmla="*/ 6854190 w 6854190"/>
              <a:gd name="connsiteY11" fmla="*/ 4196715 h 5710237"/>
              <a:gd name="connsiteX12" fmla="*/ 6854190 w 6854190"/>
              <a:gd name="connsiteY12" fmla="*/ 5710237 h 5710237"/>
              <a:gd name="connsiteX13" fmla="*/ 3816350 w 6854190"/>
              <a:gd name="connsiteY13" fmla="*/ 5710237 h 5710237"/>
              <a:gd name="connsiteX14" fmla="*/ 3037840 w 6854190"/>
              <a:gd name="connsiteY14" fmla="*/ 5710237 h 5710237"/>
              <a:gd name="connsiteX15" fmla="*/ 0 w 6854190"/>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854190" h="5710237">
                <a:moveTo>
                  <a:pt x="0" y="0"/>
                </a:moveTo>
                <a:lnTo>
                  <a:pt x="3816350" y="0"/>
                </a:lnTo>
                <a:lnTo>
                  <a:pt x="3816350" y="1"/>
                </a:lnTo>
                <a:lnTo>
                  <a:pt x="6854190" y="1"/>
                </a:lnTo>
                <a:lnTo>
                  <a:pt x="6854190" y="1513523"/>
                </a:lnTo>
                <a:lnTo>
                  <a:pt x="3816350" y="1513523"/>
                </a:lnTo>
                <a:lnTo>
                  <a:pt x="3816350" y="2093595"/>
                </a:lnTo>
                <a:lnTo>
                  <a:pt x="6284595" y="2093595"/>
                </a:lnTo>
                <a:lnTo>
                  <a:pt x="6284595" y="3607117"/>
                </a:lnTo>
                <a:lnTo>
                  <a:pt x="3816350" y="3607117"/>
                </a:lnTo>
                <a:lnTo>
                  <a:pt x="3816350" y="4196715"/>
                </a:lnTo>
                <a:lnTo>
                  <a:pt x="6854190" y="4196715"/>
                </a:lnTo>
                <a:lnTo>
                  <a:pt x="6854190" y="5710237"/>
                </a:lnTo>
                <a:lnTo>
                  <a:pt x="3816350" y="5710237"/>
                </a:lnTo>
                <a:lnTo>
                  <a:pt x="3037840" y="5710237"/>
                </a:lnTo>
                <a:lnTo>
                  <a:pt x="0" y="5710237"/>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47" name="Text Placeholder 17">
            <a:extLst>
              <a:ext uri="{FF2B5EF4-FFF2-40B4-BE49-F238E27FC236}">
                <a16:creationId xmlns:a16="http://schemas.microsoft.com/office/drawing/2014/main" id="{72A36242-E96D-BCC5-8B9A-F727F91C17DD}"/>
              </a:ext>
            </a:extLst>
          </p:cNvPr>
          <p:cNvSpPr>
            <a:spLocks noGrp="1"/>
          </p:cNvSpPr>
          <p:nvPr>
            <p:ph type="body" sz="quarter" idx="10" hasCustomPrompt="1"/>
          </p:nvPr>
        </p:nvSpPr>
        <p:spPr>
          <a:xfrm>
            <a:off x="386035" y="1112251"/>
            <a:ext cx="4317994" cy="944810"/>
          </a:xfrm>
        </p:spPr>
        <p:txBody>
          <a:bodyPr wrap="square">
            <a:spAutoFit/>
          </a:bodyPr>
          <a:lstStyle>
            <a:lvl1pPr marL="0" indent="0" algn="l">
              <a:lnSpc>
                <a:spcPct val="90000"/>
              </a:lnSpc>
              <a:spcBef>
                <a:spcPts val="0"/>
              </a:spcBef>
              <a:buNone/>
              <a:defRPr sz="3400" b="1">
                <a:solidFill>
                  <a:schemeClr val="bg1"/>
                </a:solidFill>
              </a:defRPr>
            </a:lvl1pPr>
          </a:lstStyle>
          <a:p>
            <a:pPr lvl="0"/>
            <a:r>
              <a:rPr lang="en-US" dirty="0"/>
              <a:t>Headline culpa qui official arum </a:t>
            </a:r>
            <a:r>
              <a:rPr lang="en-US" dirty="0" err="1"/>
              <a:t>quidem</a:t>
            </a:r>
            <a:endParaRPr lang="en-US" dirty="0"/>
          </a:p>
        </p:txBody>
      </p:sp>
      <p:sp>
        <p:nvSpPr>
          <p:cNvPr id="48" name="Text Placeholder 17">
            <a:extLst>
              <a:ext uri="{FF2B5EF4-FFF2-40B4-BE49-F238E27FC236}">
                <a16:creationId xmlns:a16="http://schemas.microsoft.com/office/drawing/2014/main" id="{E033C30C-F4BF-DEFA-8C82-E924E66CF321}"/>
              </a:ext>
            </a:extLst>
          </p:cNvPr>
          <p:cNvSpPr>
            <a:spLocks noGrp="1"/>
          </p:cNvSpPr>
          <p:nvPr>
            <p:ph type="body" sz="quarter" idx="12" hasCustomPrompt="1"/>
          </p:nvPr>
        </p:nvSpPr>
        <p:spPr>
          <a:xfrm>
            <a:off x="386305" y="2467715"/>
            <a:ext cx="4317775" cy="555793"/>
          </a:xfrm>
        </p:spPr>
        <p:txBody>
          <a:bodyPr wrap="square">
            <a:spAutoFit/>
          </a:bodyPr>
          <a:lstStyle>
            <a:lvl1pPr marL="0" indent="0">
              <a:lnSpc>
                <a:spcPct val="90000"/>
              </a:lnSpc>
              <a:spcBef>
                <a:spcPts val="0"/>
              </a:spcBef>
              <a:buNone/>
              <a:defRPr sz="2000" b="1">
                <a:solidFill>
                  <a:schemeClr val="bg1"/>
                </a:solidFill>
              </a:defRPr>
            </a:lvl1pPr>
          </a:lstStyle>
          <a:p>
            <a:pPr lvl="0"/>
            <a:r>
              <a:rPr lang="en-US" dirty="0"/>
              <a:t>Subhead culpa qui official arum </a:t>
            </a:r>
            <a:r>
              <a:rPr lang="en-US" dirty="0" err="1"/>
              <a:t>quidem</a:t>
            </a:r>
            <a:r>
              <a:rPr lang="en-US" dirty="0"/>
              <a:t> rerum facilis</a:t>
            </a:r>
          </a:p>
        </p:txBody>
      </p:sp>
      <p:sp>
        <p:nvSpPr>
          <p:cNvPr id="49" name="Text Placeholder 8">
            <a:extLst>
              <a:ext uri="{FF2B5EF4-FFF2-40B4-BE49-F238E27FC236}">
                <a16:creationId xmlns:a16="http://schemas.microsoft.com/office/drawing/2014/main" id="{A0F481E4-FC0E-C80A-C2EC-B76F27D262A7}"/>
              </a:ext>
            </a:extLst>
          </p:cNvPr>
          <p:cNvSpPr>
            <a:spLocks noGrp="1"/>
          </p:cNvSpPr>
          <p:nvPr>
            <p:ph type="body" sz="quarter" idx="14" hasCustomPrompt="1"/>
          </p:nvPr>
        </p:nvSpPr>
        <p:spPr>
          <a:xfrm>
            <a:off x="386305" y="3130525"/>
            <a:ext cx="4317775" cy="901850"/>
          </a:xfrm>
        </p:spPr>
        <p:txBody>
          <a:bodyPr wrap="square">
            <a:spAutoFit/>
          </a:bodyPr>
          <a:lstStyle>
            <a:lvl1pPr marL="0" indent="0">
              <a:buNone/>
              <a:defRPr sz="1800">
                <a:solidFill>
                  <a:schemeClr val="bg1"/>
                </a:solidFill>
              </a:defRPr>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a:t>
            </a:r>
          </a:p>
        </p:txBody>
      </p:sp>
      <p:sp>
        <p:nvSpPr>
          <p:cNvPr id="50" name="Text Placeholder 12">
            <a:extLst>
              <a:ext uri="{FF2B5EF4-FFF2-40B4-BE49-F238E27FC236}">
                <a16:creationId xmlns:a16="http://schemas.microsoft.com/office/drawing/2014/main" id="{F28319CA-55ED-F435-6422-E7CAE3A4E5C8}"/>
              </a:ext>
            </a:extLst>
          </p:cNvPr>
          <p:cNvSpPr>
            <a:spLocks noGrp="1"/>
          </p:cNvSpPr>
          <p:nvPr>
            <p:ph type="body" sz="quarter" idx="15"/>
          </p:nvPr>
        </p:nvSpPr>
        <p:spPr>
          <a:xfrm>
            <a:off x="386035" y="4155118"/>
            <a:ext cx="4317603" cy="1684948"/>
          </a:xfrm>
        </p:spPr>
        <p:txBody>
          <a:bodyPr wrap="square">
            <a:sp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2" name="Graphic 1">
            <a:extLst>
              <a:ext uri="{FF2B5EF4-FFF2-40B4-BE49-F238E27FC236}">
                <a16:creationId xmlns:a16="http://schemas.microsoft.com/office/drawing/2014/main" id="{E2FA6E33-C1DD-C1DE-7C6F-82957792F31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3" name="TextBox 2">
            <a:extLst>
              <a:ext uri="{FF2B5EF4-FFF2-40B4-BE49-F238E27FC236}">
                <a16:creationId xmlns:a16="http://schemas.microsoft.com/office/drawing/2014/main" id="{8D073452-E314-EB2D-1FC4-135DC2D7775F}"/>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4" name="TextBox 3">
            <a:extLst>
              <a:ext uri="{FF2B5EF4-FFF2-40B4-BE49-F238E27FC236}">
                <a16:creationId xmlns:a16="http://schemas.microsoft.com/office/drawing/2014/main" id="{A28DAA59-27D2-784E-D2A1-F51D07814DEC}"/>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233038541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Quote Purpl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531927"/>
            <a:ext cx="10363202" cy="1579278"/>
          </a:xfrm>
        </p:spPr>
        <p:txBody>
          <a:bodyPr/>
          <a:lstStyle>
            <a:lvl1pPr marL="0" indent="0" algn="ctr">
              <a:lnSpc>
                <a:spcPct val="110000"/>
              </a:lnSpc>
              <a:spcBef>
                <a:spcPts val="0"/>
              </a:spcBef>
              <a:buNone/>
              <a:defRPr sz="3200" b="0" i="1">
                <a:solidFill>
                  <a:schemeClr val="bg1"/>
                </a:solidFill>
              </a:defRPr>
            </a:lvl1pPr>
          </a:lstStyle>
          <a:p>
            <a:r>
              <a:rPr lang="en-US" dirty="0">
                <a:effectLst/>
                <a:latin typeface="Helvetica Neue" panose="02000503000000020004" pitchFamily="2" charset="0"/>
              </a:rPr>
              <a:t>Lorem ipsum dolor sit </a:t>
            </a:r>
            <a:r>
              <a:rPr lang="en-US" dirty="0" err="1">
                <a:effectLst/>
                <a:latin typeface="Helvetica Neue" panose="02000503000000020004" pitchFamily="2" charset="0"/>
              </a:rPr>
              <a:t>amet</a:t>
            </a:r>
            <a:r>
              <a:rPr lang="en-US" dirty="0">
                <a:effectLst/>
                <a:latin typeface="Helvetica Neue" panose="02000503000000020004" pitchFamily="2" charset="0"/>
              </a:rPr>
              <a:t>, </a:t>
            </a:r>
            <a:r>
              <a:rPr lang="en-US" dirty="0" err="1">
                <a:effectLst/>
                <a:latin typeface="Helvetica Neue" panose="02000503000000020004" pitchFamily="2" charset="0"/>
              </a:rPr>
              <a:t>consectetur</a:t>
            </a:r>
            <a:r>
              <a:rPr lang="en-US" dirty="0">
                <a:effectLst/>
                <a:latin typeface="Helvetica Neue" panose="02000503000000020004" pitchFamily="2" charset="0"/>
              </a:rPr>
              <a:t> </a:t>
            </a:r>
            <a:r>
              <a:rPr lang="en-US" dirty="0" err="1">
                <a:effectLst/>
                <a:latin typeface="Helvetica Neue" panose="02000503000000020004" pitchFamily="2" charset="0"/>
              </a:rPr>
              <a:t>adipiscing</a:t>
            </a:r>
            <a:r>
              <a:rPr lang="en-US" dirty="0">
                <a:effectLst/>
                <a:latin typeface="Helvetica Neue" panose="02000503000000020004" pitchFamily="2" charset="0"/>
              </a:rPr>
              <a:t> </a:t>
            </a:r>
            <a:r>
              <a:rPr lang="en-US" dirty="0" err="1">
                <a:effectLst/>
                <a:latin typeface="Helvetica Neue" panose="02000503000000020004" pitchFamily="2" charset="0"/>
              </a:rPr>
              <a:t>elit</a:t>
            </a:r>
            <a:r>
              <a:rPr lang="en-US" dirty="0">
                <a:effectLst/>
                <a:latin typeface="Helvetica Neue" panose="02000503000000020004" pitchFamily="2" charset="0"/>
              </a:rPr>
              <a:t> sed do </a:t>
            </a:r>
            <a:r>
              <a:rPr lang="en-US" dirty="0" err="1">
                <a:effectLst/>
                <a:latin typeface="Helvetica Neue" panose="02000503000000020004" pitchFamily="2" charset="0"/>
              </a:rPr>
              <a:t>eiusmod</a:t>
            </a:r>
            <a:r>
              <a:rPr lang="en-US" dirty="0">
                <a:effectLst/>
                <a:latin typeface="Helvetica Neue" panose="02000503000000020004" pitchFamily="2" charset="0"/>
              </a:rPr>
              <a:t> </a:t>
            </a:r>
            <a:r>
              <a:rPr lang="en-US" dirty="0" err="1">
                <a:effectLst/>
                <a:latin typeface="Helvetica Neue" panose="02000503000000020004" pitchFamily="2" charset="0"/>
              </a:rPr>
              <a:t>tempor</a:t>
            </a:r>
            <a:r>
              <a:rPr lang="en-US" dirty="0">
                <a:effectLst/>
                <a:latin typeface="Helvetica Neue" panose="02000503000000020004" pitchFamily="2" charset="0"/>
              </a:rPr>
              <a:t> </a:t>
            </a:r>
            <a:r>
              <a:rPr lang="en-US" dirty="0" err="1">
                <a:effectLst/>
                <a:latin typeface="Helvetica Neue" panose="02000503000000020004" pitchFamily="2" charset="0"/>
              </a:rPr>
              <a:t>incididunt</a:t>
            </a:r>
            <a:r>
              <a:rPr lang="en-US" dirty="0">
                <a:effectLst/>
                <a:latin typeface="Helvetica Neue" panose="02000503000000020004" pitchFamily="2" charset="0"/>
              </a:rPr>
              <a:t> </a:t>
            </a:r>
            <a:r>
              <a:rPr lang="en-US" dirty="0" err="1">
                <a:effectLst/>
                <a:latin typeface="Helvetica Neue" panose="02000503000000020004" pitchFamily="2" charset="0"/>
              </a:rPr>
              <a:t>ut</a:t>
            </a:r>
            <a:r>
              <a:rPr lang="en-US" dirty="0">
                <a:effectLst/>
                <a:latin typeface="Helvetica Neue" panose="02000503000000020004" pitchFamily="2" charset="0"/>
              </a:rPr>
              <a:t> labore et dolore magna </a:t>
            </a:r>
            <a:r>
              <a:rPr lang="en-US" dirty="0" err="1">
                <a:effectLst/>
                <a:latin typeface="Helvetica Neue" panose="02000503000000020004" pitchFamily="2" charset="0"/>
              </a:rPr>
              <a:t>aliqua</a:t>
            </a:r>
            <a:r>
              <a:rPr lang="en-US" dirty="0">
                <a:effectLst/>
                <a:latin typeface="Helvetica Neue" panose="02000503000000020004" pitchFamily="2" charset="0"/>
              </a:rPr>
              <a:t>. Ut </a:t>
            </a:r>
            <a:r>
              <a:rPr lang="en-US" dirty="0" err="1">
                <a:effectLst/>
                <a:latin typeface="Helvetica Neue" panose="02000503000000020004" pitchFamily="2" charset="0"/>
              </a:rPr>
              <a:t>enim</a:t>
            </a:r>
            <a:r>
              <a:rPr lang="en-US" dirty="0">
                <a:effectLst/>
                <a:latin typeface="Helvetica Neue" panose="02000503000000020004" pitchFamily="2" charset="0"/>
              </a:rPr>
              <a:t> ad minim </a:t>
            </a:r>
            <a:r>
              <a:rPr lang="en-US" dirty="0" err="1">
                <a:effectLst/>
                <a:latin typeface="Helvetica Neue" panose="02000503000000020004" pitchFamily="2" charset="0"/>
              </a:rPr>
              <a:t>veniam</a:t>
            </a:r>
            <a:r>
              <a:rPr lang="en-US" dirty="0">
                <a:effectLst/>
                <a:latin typeface="Helvetica Neue" panose="02000503000000020004" pitchFamily="2" charset="0"/>
              </a:rPr>
              <a:t>.</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4515781"/>
            <a:ext cx="10363202" cy="292452"/>
          </a:xfrm>
        </p:spPr>
        <p:txBody>
          <a:bodyPr>
            <a:spAutoFit/>
          </a:bodyPr>
          <a:lstStyle>
            <a:lvl1pPr marL="0" indent="0" algn="ctr">
              <a:spcBef>
                <a:spcPts val="0"/>
              </a:spcBef>
              <a:buNone/>
              <a:defRPr sz="1800" b="1">
                <a:solidFill>
                  <a:schemeClr val="bg1"/>
                </a:solidFill>
              </a:defRPr>
            </a:lvl1pPr>
          </a:lstStyle>
          <a:p>
            <a:pPr lvl="0"/>
            <a:r>
              <a:rPr lang="en-US" dirty="0"/>
              <a:t>First &amp; Last Name</a:t>
            </a:r>
          </a:p>
        </p:txBody>
      </p:sp>
      <p:pic>
        <p:nvPicPr>
          <p:cNvPr id="5" name="Graphic 4">
            <a:extLst>
              <a:ext uri="{FF2B5EF4-FFF2-40B4-BE49-F238E27FC236}">
                <a16:creationId xmlns:a16="http://schemas.microsoft.com/office/drawing/2014/main" id="{11D55CDA-462C-A7FF-EE12-3FDD8DDBC2F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9C2795BC-99C0-3605-DA72-63D94FCF0973}"/>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2" name="Text Placeholder 17">
            <a:extLst>
              <a:ext uri="{FF2B5EF4-FFF2-40B4-BE49-F238E27FC236}">
                <a16:creationId xmlns:a16="http://schemas.microsoft.com/office/drawing/2014/main" id="{D05DB1F1-ACC3-B191-E3E7-7348B83D3D7B}"/>
              </a:ext>
            </a:extLst>
          </p:cNvPr>
          <p:cNvSpPr>
            <a:spLocks noGrp="1"/>
          </p:cNvSpPr>
          <p:nvPr>
            <p:ph type="body" sz="quarter" idx="12" hasCustomPrompt="1"/>
          </p:nvPr>
        </p:nvSpPr>
        <p:spPr>
          <a:xfrm>
            <a:off x="914399" y="4893468"/>
            <a:ext cx="10363202" cy="260008"/>
          </a:xfrm>
        </p:spPr>
        <p:txBody>
          <a:bodyPr>
            <a:spAutoFit/>
          </a:bodyPr>
          <a:lstStyle>
            <a:lvl1pPr marL="0" indent="0" algn="ctr">
              <a:spcBef>
                <a:spcPts val="0"/>
              </a:spcBef>
              <a:buNone/>
              <a:defRPr sz="1600" b="0">
                <a:solidFill>
                  <a:schemeClr val="bg1"/>
                </a:solidFill>
              </a:defRPr>
            </a:lvl1pPr>
          </a:lstStyle>
          <a:p>
            <a:pPr lvl="0"/>
            <a:r>
              <a:rPr lang="en-US" dirty="0"/>
              <a:t>Title and Company or Institution</a:t>
            </a:r>
          </a:p>
        </p:txBody>
      </p:sp>
      <p:pic>
        <p:nvPicPr>
          <p:cNvPr id="4" name="Graphic 3">
            <a:extLst>
              <a:ext uri="{FF2B5EF4-FFF2-40B4-BE49-F238E27FC236}">
                <a16:creationId xmlns:a16="http://schemas.microsoft.com/office/drawing/2014/main" id="{3F44E2C7-6484-3A24-48A0-1EC4CE2E334F}"/>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5618540" y="1374718"/>
            <a:ext cx="954921" cy="954921"/>
          </a:xfrm>
          <a:prstGeom prst="rect">
            <a:avLst/>
          </a:prstGeom>
        </p:spPr>
      </p:pic>
      <p:sp>
        <p:nvSpPr>
          <p:cNvPr id="8" name="TextBox 7">
            <a:extLst>
              <a:ext uri="{FF2B5EF4-FFF2-40B4-BE49-F238E27FC236}">
                <a16:creationId xmlns:a16="http://schemas.microsoft.com/office/drawing/2014/main" id="{56538370-0C99-95AF-B7F2-D3F6183791A0}"/>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225240048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Quote Gray">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8E4133EC-B264-3D5F-9CF5-94A59CFE1B1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4515307C-7F1F-2BB9-1D42-4EAB1A2F58C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2" name="Text Placeholder 17">
            <a:extLst>
              <a:ext uri="{FF2B5EF4-FFF2-40B4-BE49-F238E27FC236}">
                <a16:creationId xmlns:a16="http://schemas.microsoft.com/office/drawing/2014/main" id="{97C25E61-6B43-DBD5-C2CE-87847F39AAE2}"/>
              </a:ext>
            </a:extLst>
          </p:cNvPr>
          <p:cNvSpPr>
            <a:spLocks noGrp="1"/>
          </p:cNvSpPr>
          <p:nvPr>
            <p:ph type="body" sz="quarter" idx="10" hasCustomPrompt="1"/>
          </p:nvPr>
        </p:nvSpPr>
        <p:spPr>
          <a:xfrm>
            <a:off x="914399" y="2531927"/>
            <a:ext cx="10363202" cy="1579278"/>
          </a:xfrm>
        </p:spPr>
        <p:txBody>
          <a:bodyPr/>
          <a:lstStyle>
            <a:lvl1pPr marL="0" indent="0" algn="ctr">
              <a:lnSpc>
                <a:spcPct val="110000"/>
              </a:lnSpc>
              <a:spcBef>
                <a:spcPts val="0"/>
              </a:spcBef>
              <a:buNone/>
              <a:defRPr sz="3200" b="0" i="1">
                <a:solidFill>
                  <a:schemeClr val="tx1"/>
                </a:solidFill>
              </a:defRPr>
            </a:lvl1pPr>
          </a:lstStyle>
          <a:p>
            <a:r>
              <a:rPr lang="en-US" dirty="0">
                <a:effectLst/>
                <a:latin typeface="Helvetica Neue" panose="02000503000000020004" pitchFamily="2" charset="0"/>
              </a:rPr>
              <a:t>Lorem ipsum dolor sit </a:t>
            </a:r>
            <a:r>
              <a:rPr lang="en-US" dirty="0" err="1">
                <a:effectLst/>
                <a:latin typeface="Helvetica Neue" panose="02000503000000020004" pitchFamily="2" charset="0"/>
              </a:rPr>
              <a:t>amet</a:t>
            </a:r>
            <a:r>
              <a:rPr lang="en-US" dirty="0">
                <a:effectLst/>
                <a:latin typeface="Helvetica Neue" panose="02000503000000020004" pitchFamily="2" charset="0"/>
              </a:rPr>
              <a:t>, </a:t>
            </a:r>
            <a:r>
              <a:rPr lang="en-US" dirty="0" err="1">
                <a:effectLst/>
                <a:latin typeface="Helvetica Neue" panose="02000503000000020004" pitchFamily="2" charset="0"/>
              </a:rPr>
              <a:t>consectetur</a:t>
            </a:r>
            <a:r>
              <a:rPr lang="en-US" dirty="0">
                <a:effectLst/>
                <a:latin typeface="Helvetica Neue" panose="02000503000000020004" pitchFamily="2" charset="0"/>
              </a:rPr>
              <a:t> </a:t>
            </a:r>
            <a:r>
              <a:rPr lang="en-US" dirty="0" err="1">
                <a:effectLst/>
                <a:latin typeface="Helvetica Neue" panose="02000503000000020004" pitchFamily="2" charset="0"/>
              </a:rPr>
              <a:t>adipiscing</a:t>
            </a:r>
            <a:r>
              <a:rPr lang="en-US" dirty="0">
                <a:effectLst/>
                <a:latin typeface="Helvetica Neue" panose="02000503000000020004" pitchFamily="2" charset="0"/>
              </a:rPr>
              <a:t> </a:t>
            </a:r>
            <a:r>
              <a:rPr lang="en-US" dirty="0" err="1">
                <a:effectLst/>
                <a:latin typeface="Helvetica Neue" panose="02000503000000020004" pitchFamily="2" charset="0"/>
              </a:rPr>
              <a:t>elit</a:t>
            </a:r>
            <a:r>
              <a:rPr lang="en-US" dirty="0">
                <a:effectLst/>
                <a:latin typeface="Helvetica Neue" panose="02000503000000020004" pitchFamily="2" charset="0"/>
              </a:rPr>
              <a:t> sed do </a:t>
            </a:r>
            <a:r>
              <a:rPr lang="en-US" dirty="0" err="1">
                <a:effectLst/>
                <a:latin typeface="Helvetica Neue" panose="02000503000000020004" pitchFamily="2" charset="0"/>
              </a:rPr>
              <a:t>eiusmod</a:t>
            </a:r>
            <a:r>
              <a:rPr lang="en-US" dirty="0">
                <a:effectLst/>
                <a:latin typeface="Helvetica Neue" panose="02000503000000020004" pitchFamily="2" charset="0"/>
              </a:rPr>
              <a:t> </a:t>
            </a:r>
            <a:r>
              <a:rPr lang="en-US" dirty="0" err="1">
                <a:effectLst/>
                <a:latin typeface="Helvetica Neue" panose="02000503000000020004" pitchFamily="2" charset="0"/>
              </a:rPr>
              <a:t>tempor</a:t>
            </a:r>
            <a:r>
              <a:rPr lang="en-US" dirty="0">
                <a:effectLst/>
                <a:latin typeface="Helvetica Neue" panose="02000503000000020004" pitchFamily="2" charset="0"/>
              </a:rPr>
              <a:t> </a:t>
            </a:r>
            <a:r>
              <a:rPr lang="en-US" dirty="0" err="1">
                <a:effectLst/>
                <a:latin typeface="Helvetica Neue" panose="02000503000000020004" pitchFamily="2" charset="0"/>
              </a:rPr>
              <a:t>incididunt</a:t>
            </a:r>
            <a:r>
              <a:rPr lang="en-US" dirty="0">
                <a:effectLst/>
                <a:latin typeface="Helvetica Neue" panose="02000503000000020004" pitchFamily="2" charset="0"/>
              </a:rPr>
              <a:t> </a:t>
            </a:r>
            <a:r>
              <a:rPr lang="en-US" dirty="0" err="1">
                <a:effectLst/>
                <a:latin typeface="Helvetica Neue" panose="02000503000000020004" pitchFamily="2" charset="0"/>
              </a:rPr>
              <a:t>ut</a:t>
            </a:r>
            <a:r>
              <a:rPr lang="en-US" dirty="0">
                <a:effectLst/>
                <a:latin typeface="Helvetica Neue" panose="02000503000000020004" pitchFamily="2" charset="0"/>
              </a:rPr>
              <a:t> labore et dolore magna </a:t>
            </a:r>
            <a:r>
              <a:rPr lang="en-US" dirty="0" err="1">
                <a:effectLst/>
                <a:latin typeface="Helvetica Neue" panose="02000503000000020004" pitchFamily="2" charset="0"/>
              </a:rPr>
              <a:t>aliqua</a:t>
            </a:r>
            <a:r>
              <a:rPr lang="en-US" dirty="0">
                <a:effectLst/>
                <a:latin typeface="Helvetica Neue" panose="02000503000000020004" pitchFamily="2" charset="0"/>
              </a:rPr>
              <a:t>. Ut </a:t>
            </a:r>
            <a:r>
              <a:rPr lang="en-US" dirty="0" err="1">
                <a:effectLst/>
                <a:latin typeface="Helvetica Neue" panose="02000503000000020004" pitchFamily="2" charset="0"/>
              </a:rPr>
              <a:t>enim</a:t>
            </a:r>
            <a:r>
              <a:rPr lang="en-US" dirty="0">
                <a:effectLst/>
                <a:latin typeface="Helvetica Neue" panose="02000503000000020004" pitchFamily="2" charset="0"/>
              </a:rPr>
              <a:t> ad minim </a:t>
            </a:r>
            <a:r>
              <a:rPr lang="en-US" dirty="0" err="1">
                <a:effectLst/>
                <a:latin typeface="Helvetica Neue" panose="02000503000000020004" pitchFamily="2" charset="0"/>
              </a:rPr>
              <a:t>veniam</a:t>
            </a:r>
            <a:r>
              <a:rPr lang="en-US" dirty="0">
                <a:effectLst/>
                <a:latin typeface="Helvetica Neue" panose="02000503000000020004" pitchFamily="2" charset="0"/>
              </a:rPr>
              <a:t>.</a:t>
            </a:r>
          </a:p>
        </p:txBody>
      </p:sp>
      <p:sp>
        <p:nvSpPr>
          <p:cNvPr id="4" name="Text Placeholder 17">
            <a:extLst>
              <a:ext uri="{FF2B5EF4-FFF2-40B4-BE49-F238E27FC236}">
                <a16:creationId xmlns:a16="http://schemas.microsoft.com/office/drawing/2014/main" id="{FCEE0479-D5F9-CE3F-36E7-238BA0F4577F}"/>
              </a:ext>
            </a:extLst>
          </p:cNvPr>
          <p:cNvSpPr>
            <a:spLocks noGrp="1"/>
          </p:cNvSpPr>
          <p:nvPr>
            <p:ph type="body" sz="quarter" idx="11" hasCustomPrompt="1"/>
          </p:nvPr>
        </p:nvSpPr>
        <p:spPr>
          <a:xfrm>
            <a:off x="914399" y="4515781"/>
            <a:ext cx="10363202" cy="292452"/>
          </a:xfrm>
        </p:spPr>
        <p:txBody>
          <a:bodyPr>
            <a:spAutoFit/>
          </a:bodyPr>
          <a:lstStyle>
            <a:lvl1pPr marL="0" indent="0" algn="ctr">
              <a:spcBef>
                <a:spcPts val="0"/>
              </a:spcBef>
              <a:buNone/>
              <a:defRPr sz="1800" b="1">
                <a:solidFill>
                  <a:schemeClr val="tx1"/>
                </a:solidFill>
              </a:defRPr>
            </a:lvl1pPr>
          </a:lstStyle>
          <a:p>
            <a:pPr lvl="0"/>
            <a:r>
              <a:rPr lang="en-US" dirty="0"/>
              <a:t>First &amp; Last Name</a:t>
            </a:r>
          </a:p>
        </p:txBody>
      </p:sp>
      <p:sp>
        <p:nvSpPr>
          <p:cNvPr id="8" name="Text Placeholder 17">
            <a:extLst>
              <a:ext uri="{FF2B5EF4-FFF2-40B4-BE49-F238E27FC236}">
                <a16:creationId xmlns:a16="http://schemas.microsoft.com/office/drawing/2014/main" id="{A76AF4FC-9A53-DBD9-C4E3-8F3D9D7DB7DB}"/>
              </a:ext>
            </a:extLst>
          </p:cNvPr>
          <p:cNvSpPr>
            <a:spLocks noGrp="1"/>
          </p:cNvSpPr>
          <p:nvPr>
            <p:ph type="body" sz="quarter" idx="12" hasCustomPrompt="1"/>
          </p:nvPr>
        </p:nvSpPr>
        <p:spPr>
          <a:xfrm>
            <a:off x="914399" y="4893468"/>
            <a:ext cx="10363202" cy="260008"/>
          </a:xfrm>
        </p:spPr>
        <p:txBody>
          <a:bodyPr>
            <a:spAutoFit/>
          </a:bodyPr>
          <a:lstStyle>
            <a:lvl1pPr marL="0" indent="0" algn="ctr">
              <a:spcBef>
                <a:spcPts val="0"/>
              </a:spcBef>
              <a:buNone/>
              <a:defRPr sz="1600" b="0">
                <a:solidFill>
                  <a:schemeClr val="tx1"/>
                </a:solidFill>
              </a:defRPr>
            </a:lvl1pPr>
          </a:lstStyle>
          <a:p>
            <a:pPr lvl="0"/>
            <a:r>
              <a:rPr lang="en-US" dirty="0"/>
              <a:t>Title and Company or Institution</a:t>
            </a:r>
          </a:p>
        </p:txBody>
      </p:sp>
      <p:pic>
        <p:nvPicPr>
          <p:cNvPr id="11" name="Graphic 10">
            <a:extLst>
              <a:ext uri="{FF2B5EF4-FFF2-40B4-BE49-F238E27FC236}">
                <a16:creationId xmlns:a16="http://schemas.microsoft.com/office/drawing/2014/main" id="{FF551E89-4ED8-FCF0-7E9B-2446F24111FB}"/>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5618540" y="1374718"/>
            <a:ext cx="954921" cy="954921"/>
          </a:xfrm>
          <a:prstGeom prst="rect">
            <a:avLst/>
          </a:prstGeom>
        </p:spPr>
      </p:pic>
      <p:sp>
        <p:nvSpPr>
          <p:cNvPr id="6" name="TextBox 5">
            <a:extLst>
              <a:ext uri="{FF2B5EF4-FFF2-40B4-BE49-F238E27FC236}">
                <a16:creationId xmlns:a16="http://schemas.microsoft.com/office/drawing/2014/main" id="{759FA4B8-B22A-02CB-D4E5-CDAF1F338C84}"/>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147694338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Purple Color Ladder">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3374222F-BE28-8D9C-1B92-E635F1CBA88D}"/>
              </a:ext>
            </a:extLst>
          </p:cNvPr>
          <p:cNvSpPr/>
          <p:nvPr/>
        </p:nvSpPr>
        <p:spPr>
          <a:xfrm>
            <a:off x="0" y="-25400"/>
            <a:ext cx="12192000" cy="2628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1DE53FD-96AB-3992-7C02-A065E96271A5}"/>
              </a:ext>
            </a:extLst>
          </p:cNvPr>
          <p:cNvSpPr/>
          <p:nvPr/>
        </p:nvSpPr>
        <p:spPr>
          <a:xfrm>
            <a:off x="0" y="2311400"/>
            <a:ext cx="12192000" cy="222250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946AE80-BBF4-E9AC-E514-521942D4F333}"/>
              </a:ext>
            </a:extLst>
          </p:cNvPr>
          <p:cNvSpPr/>
          <p:nvPr/>
        </p:nvSpPr>
        <p:spPr>
          <a:xfrm>
            <a:off x="0" y="4254500"/>
            <a:ext cx="12192000" cy="1473199"/>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2EC5E17-B3B5-4976-1ABF-427FA62F2672}"/>
              </a:ext>
            </a:extLst>
          </p:cNvPr>
          <p:cNvSpPr/>
          <p:nvPr/>
        </p:nvSpPr>
        <p:spPr>
          <a:xfrm>
            <a:off x="0" y="5562599"/>
            <a:ext cx="12192000" cy="88157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DCC5AC45-371A-D1F2-3506-59FB4F407F5D}"/>
              </a:ext>
            </a:extLst>
          </p:cNvPr>
          <p:cNvSpPr/>
          <p:nvPr/>
        </p:nvSpPr>
        <p:spPr>
          <a:xfrm>
            <a:off x="0" y="6351180"/>
            <a:ext cx="12192000" cy="50681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 Placeholder 15">
            <a:extLst>
              <a:ext uri="{FF2B5EF4-FFF2-40B4-BE49-F238E27FC236}">
                <a16:creationId xmlns:a16="http://schemas.microsoft.com/office/drawing/2014/main" id="{F3AC560F-803C-C500-7A06-7D72D570ACAA}"/>
              </a:ext>
            </a:extLst>
          </p:cNvPr>
          <p:cNvSpPr>
            <a:spLocks noGrp="1"/>
          </p:cNvSpPr>
          <p:nvPr>
            <p:ph type="body" sz="quarter" idx="10" hasCustomPrompt="1"/>
          </p:nvPr>
        </p:nvSpPr>
        <p:spPr>
          <a:xfrm>
            <a:off x="338598" y="266700"/>
            <a:ext cx="11510502" cy="430887"/>
          </a:xfrm>
        </p:spPr>
        <p:txBody>
          <a:bodyPr/>
          <a:lstStyle>
            <a:lvl1pPr marL="0" indent="0">
              <a:lnSpc>
                <a:spcPct val="100000"/>
              </a:lnSpc>
              <a:spcAft>
                <a:spcPts val="0"/>
              </a:spcAft>
              <a:buNone/>
              <a:defRPr sz="2800" b="1"/>
            </a:lvl1pPr>
          </a:lstStyle>
          <a:p>
            <a:pPr lvl="0"/>
            <a:r>
              <a:rPr lang="en-US" dirty="0"/>
              <a:t>Insert Eyebrow copy</a:t>
            </a:r>
          </a:p>
        </p:txBody>
      </p:sp>
      <p:sp>
        <p:nvSpPr>
          <p:cNvPr id="17" name="Text Placeholder 15">
            <a:extLst>
              <a:ext uri="{FF2B5EF4-FFF2-40B4-BE49-F238E27FC236}">
                <a16:creationId xmlns:a16="http://schemas.microsoft.com/office/drawing/2014/main" id="{D7175254-6888-0D7A-73D9-BAB846174361}"/>
              </a:ext>
            </a:extLst>
          </p:cNvPr>
          <p:cNvSpPr>
            <a:spLocks noGrp="1"/>
          </p:cNvSpPr>
          <p:nvPr>
            <p:ph type="body" sz="quarter" idx="11" hasCustomPrompt="1"/>
          </p:nvPr>
        </p:nvSpPr>
        <p:spPr>
          <a:xfrm>
            <a:off x="338598" y="768078"/>
            <a:ext cx="11510502" cy="1477328"/>
          </a:xfrm>
        </p:spPr>
        <p:txBody>
          <a:bodyPr/>
          <a:lstStyle>
            <a:lvl1pPr marL="0" indent="0">
              <a:lnSpc>
                <a:spcPct val="100000"/>
              </a:lnSpc>
              <a:spcAft>
                <a:spcPts val="0"/>
              </a:spcAft>
              <a:buNone/>
              <a:defRPr sz="9600" b="1"/>
            </a:lvl1pPr>
          </a:lstStyle>
          <a:p>
            <a:pPr lvl="0"/>
            <a:r>
              <a:rPr lang="en-US" dirty="0"/>
              <a:t>Main Headline</a:t>
            </a:r>
          </a:p>
        </p:txBody>
      </p:sp>
      <p:sp>
        <p:nvSpPr>
          <p:cNvPr id="18" name="Text Placeholder 15">
            <a:extLst>
              <a:ext uri="{FF2B5EF4-FFF2-40B4-BE49-F238E27FC236}">
                <a16:creationId xmlns:a16="http://schemas.microsoft.com/office/drawing/2014/main" id="{C700BDF8-0D95-F5D3-DE70-6F94479F0798}"/>
              </a:ext>
            </a:extLst>
          </p:cNvPr>
          <p:cNvSpPr>
            <a:spLocks noGrp="1"/>
          </p:cNvSpPr>
          <p:nvPr>
            <p:ph type="body" sz="quarter" idx="12" hasCustomPrompt="1"/>
          </p:nvPr>
        </p:nvSpPr>
        <p:spPr>
          <a:xfrm>
            <a:off x="338598" y="2311399"/>
            <a:ext cx="11510502" cy="1943101"/>
          </a:xfrm>
        </p:spPr>
        <p:txBody>
          <a:bodyPr anchor="ctr" anchorCtr="0">
            <a:noAutofit/>
          </a:bodyPr>
          <a:lstStyle>
            <a:lvl1pPr marL="0" indent="0">
              <a:lnSpc>
                <a:spcPct val="100000"/>
              </a:lnSpc>
              <a:spcAft>
                <a:spcPts val="0"/>
              </a:spcAft>
              <a:buNone/>
              <a:defRPr sz="7200" b="1"/>
            </a:lvl1pPr>
          </a:lstStyle>
          <a:p>
            <a:pPr lvl="0"/>
            <a:r>
              <a:rPr lang="en-US" dirty="0"/>
              <a:t>Second level statement </a:t>
            </a:r>
          </a:p>
        </p:txBody>
      </p:sp>
      <p:sp>
        <p:nvSpPr>
          <p:cNvPr id="19" name="Text Placeholder 15">
            <a:extLst>
              <a:ext uri="{FF2B5EF4-FFF2-40B4-BE49-F238E27FC236}">
                <a16:creationId xmlns:a16="http://schemas.microsoft.com/office/drawing/2014/main" id="{3EFF4A6F-B443-2BFD-5274-C4CEDB33249F}"/>
              </a:ext>
            </a:extLst>
          </p:cNvPr>
          <p:cNvSpPr>
            <a:spLocks noGrp="1"/>
          </p:cNvSpPr>
          <p:nvPr>
            <p:ph type="body" sz="quarter" idx="13" hasCustomPrompt="1"/>
          </p:nvPr>
        </p:nvSpPr>
        <p:spPr>
          <a:xfrm>
            <a:off x="325898" y="4254499"/>
            <a:ext cx="11510502" cy="1308099"/>
          </a:xfrm>
        </p:spPr>
        <p:txBody>
          <a:bodyPr anchor="ctr" anchorCtr="0">
            <a:noAutofit/>
          </a:bodyPr>
          <a:lstStyle>
            <a:lvl1pPr marL="0" indent="0">
              <a:lnSpc>
                <a:spcPct val="100000"/>
              </a:lnSpc>
              <a:spcAft>
                <a:spcPts val="0"/>
              </a:spcAft>
              <a:buNone/>
              <a:defRPr sz="5400" b="0"/>
            </a:lvl1pPr>
          </a:lstStyle>
          <a:p>
            <a:pPr lvl="0"/>
            <a:r>
              <a:rPr lang="en-US" dirty="0"/>
              <a:t>Third level statement</a:t>
            </a:r>
          </a:p>
        </p:txBody>
      </p:sp>
      <p:sp>
        <p:nvSpPr>
          <p:cNvPr id="20" name="Text Placeholder 15">
            <a:extLst>
              <a:ext uri="{FF2B5EF4-FFF2-40B4-BE49-F238E27FC236}">
                <a16:creationId xmlns:a16="http://schemas.microsoft.com/office/drawing/2014/main" id="{68C87247-A369-32C8-E069-B1E624079C76}"/>
              </a:ext>
            </a:extLst>
          </p:cNvPr>
          <p:cNvSpPr>
            <a:spLocks noGrp="1"/>
          </p:cNvSpPr>
          <p:nvPr>
            <p:ph type="body" sz="quarter" idx="14" hasCustomPrompt="1"/>
          </p:nvPr>
        </p:nvSpPr>
        <p:spPr>
          <a:xfrm>
            <a:off x="325898" y="5562598"/>
            <a:ext cx="11510502" cy="736601"/>
          </a:xfrm>
        </p:spPr>
        <p:txBody>
          <a:bodyPr anchor="ctr" anchorCtr="0">
            <a:noAutofit/>
          </a:bodyPr>
          <a:lstStyle>
            <a:lvl1pPr marL="0" indent="0">
              <a:lnSpc>
                <a:spcPct val="100000"/>
              </a:lnSpc>
              <a:spcAft>
                <a:spcPts val="0"/>
              </a:spcAft>
              <a:buNone/>
              <a:defRPr sz="3600" b="0">
                <a:solidFill>
                  <a:schemeClr val="bg1"/>
                </a:solidFill>
              </a:defRPr>
            </a:lvl1pPr>
          </a:lstStyle>
          <a:p>
            <a:pPr lvl="0"/>
            <a:r>
              <a:rPr lang="en-US" dirty="0"/>
              <a:t>Fourth level statement</a:t>
            </a:r>
          </a:p>
        </p:txBody>
      </p:sp>
      <p:pic>
        <p:nvPicPr>
          <p:cNvPr id="2" name="Graphic 1">
            <a:extLst>
              <a:ext uri="{FF2B5EF4-FFF2-40B4-BE49-F238E27FC236}">
                <a16:creationId xmlns:a16="http://schemas.microsoft.com/office/drawing/2014/main" id="{320A3CFF-FF3A-806C-4272-4BD562E4527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4" name="TextBox 3">
            <a:extLst>
              <a:ext uri="{FF2B5EF4-FFF2-40B4-BE49-F238E27FC236}">
                <a16:creationId xmlns:a16="http://schemas.microsoft.com/office/drawing/2014/main" id="{83CB4FD4-52E5-7743-832E-878711B6912D}"/>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6" name="TextBox 5">
            <a:extLst>
              <a:ext uri="{FF2B5EF4-FFF2-40B4-BE49-F238E27FC236}">
                <a16:creationId xmlns:a16="http://schemas.microsoft.com/office/drawing/2014/main" id="{8955BA75-BCED-43A8-374C-ED5B5EB749B9}"/>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401791436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Green Color Ladder">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3374222F-BE28-8D9C-1B92-E635F1CBA88D}"/>
              </a:ext>
            </a:extLst>
          </p:cNvPr>
          <p:cNvSpPr/>
          <p:nvPr/>
        </p:nvSpPr>
        <p:spPr>
          <a:xfrm>
            <a:off x="0" y="-25400"/>
            <a:ext cx="12192000" cy="2628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1DE53FD-96AB-3992-7C02-A065E96271A5}"/>
              </a:ext>
            </a:extLst>
          </p:cNvPr>
          <p:cNvSpPr/>
          <p:nvPr/>
        </p:nvSpPr>
        <p:spPr>
          <a:xfrm>
            <a:off x="0" y="2311400"/>
            <a:ext cx="12192000" cy="2222500"/>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946AE80-BBF4-E9AC-E514-521942D4F333}"/>
              </a:ext>
            </a:extLst>
          </p:cNvPr>
          <p:cNvSpPr/>
          <p:nvPr/>
        </p:nvSpPr>
        <p:spPr>
          <a:xfrm>
            <a:off x="0" y="4254500"/>
            <a:ext cx="12192000" cy="1473199"/>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2EC5E17-B3B5-4976-1ABF-427FA62F2672}"/>
              </a:ext>
            </a:extLst>
          </p:cNvPr>
          <p:cNvSpPr/>
          <p:nvPr/>
        </p:nvSpPr>
        <p:spPr>
          <a:xfrm>
            <a:off x="0" y="5562599"/>
            <a:ext cx="12192000" cy="881579"/>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 Placeholder 15">
            <a:extLst>
              <a:ext uri="{FF2B5EF4-FFF2-40B4-BE49-F238E27FC236}">
                <a16:creationId xmlns:a16="http://schemas.microsoft.com/office/drawing/2014/main" id="{F3AC560F-803C-C500-7A06-7D72D570ACAA}"/>
              </a:ext>
            </a:extLst>
          </p:cNvPr>
          <p:cNvSpPr>
            <a:spLocks noGrp="1"/>
          </p:cNvSpPr>
          <p:nvPr>
            <p:ph type="body" sz="quarter" idx="10" hasCustomPrompt="1"/>
          </p:nvPr>
        </p:nvSpPr>
        <p:spPr>
          <a:xfrm>
            <a:off x="338598" y="266700"/>
            <a:ext cx="11510502" cy="430887"/>
          </a:xfrm>
        </p:spPr>
        <p:txBody>
          <a:bodyPr/>
          <a:lstStyle>
            <a:lvl1pPr marL="0" indent="0">
              <a:lnSpc>
                <a:spcPct val="100000"/>
              </a:lnSpc>
              <a:spcAft>
                <a:spcPts val="0"/>
              </a:spcAft>
              <a:buNone/>
              <a:defRPr sz="2800" b="1"/>
            </a:lvl1pPr>
          </a:lstStyle>
          <a:p>
            <a:pPr lvl="0"/>
            <a:r>
              <a:rPr lang="en-US" dirty="0"/>
              <a:t>Insert Eyebrow copy</a:t>
            </a:r>
          </a:p>
        </p:txBody>
      </p:sp>
      <p:sp>
        <p:nvSpPr>
          <p:cNvPr id="17" name="Text Placeholder 15">
            <a:extLst>
              <a:ext uri="{FF2B5EF4-FFF2-40B4-BE49-F238E27FC236}">
                <a16:creationId xmlns:a16="http://schemas.microsoft.com/office/drawing/2014/main" id="{D7175254-6888-0D7A-73D9-BAB846174361}"/>
              </a:ext>
            </a:extLst>
          </p:cNvPr>
          <p:cNvSpPr>
            <a:spLocks noGrp="1"/>
          </p:cNvSpPr>
          <p:nvPr>
            <p:ph type="body" sz="quarter" idx="11" hasCustomPrompt="1"/>
          </p:nvPr>
        </p:nvSpPr>
        <p:spPr>
          <a:xfrm>
            <a:off x="338598" y="768078"/>
            <a:ext cx="11510502" cy="1477328"/>
          </a:xfrm>
        </p:spPr>
        <p:txBody>
          <a:bodyPr/>
          <a:lstStyle>
            <a:lvl1pPr marL="0" indent="0">
              <a:lnSpc>
                <a:spcPct val="100000"/>
              </a:lnSpc>
              <a:spcAft>
                <a:spcPts val="0"/>
              </a:spcAft>
              <a:buNone/>
              <a:defRPr sz="9600" b="1"/>
            </a:lvl1pPr>
          </a:lstStyle>
          <a:p>
            <a:pPr lvl="0"/>
            <a:r>
              <a:rPr lang="en-US" dirty="0"/>
              <a:t>Main Headline</a:t>
            </a:r>
          </a:p>
        </p:txBody>
      </p:sp>
      <p:sp>
        <p:nvSpPr>
          <p:cNvPr id="18" name="Text Placeholder 15">
            <a:extLst>
              <a:ext uri="{FF2B5EF4-FFF2-40B4-BE49-F238E27FC236}">
                <a16:creationId xmlns:a16="http://schemas.microsoft.com/office/drawing/2014/main" id="{C700BDF8-0D95-F5D3-DE70-6F94479F0798}"/>
              </a:ext>
            </a:extLst>
          </p:cNvPr>
          <p:cNvSpPr>
            <a:spLocks noGrp="1"/>
          </p:cNvSpPr>
          <p:nvPr>
            <p:ph type="body" sz="quarter" idx="12" hasCustomPrompt="1"/>
          </p:nvPr>
        </p:nvSpPr>
        <p:spPr>
          <a:xfrm>
            <a:off x="338598" y="2311399"/>
            <a:ext cx="11510502" cy="1943101"/>
          </a:xfrm>
        </p:spPr>
        <p:txBody>
          <a:bodyPr anchor="ctr" anchorCtr="0">
            <a:noAutofit/>
          </a:bodyPr>
          <a:lstStyle>
            <a:lvl1pPr marL="0" indent="0">
              <a:lnSpc>
                <a:spcPct val="100000"/>
              </a:lnSpc>
              <a:spcAft>
                <a:spcPts val="0"/>
              </a:spcAft>
              <a:buNone/>
              <a:defRPr sz="7200" b="1"/>
            </a:lvl1pPr>
          </a:lstStyle>
          <a:p>
            <a:pPr lvl="0"/>
            <a:r>
              <a:rPr lang="en-US" dirty="0"/>
              <a:t>Second level statement </a:t>
            </a:r>
          </a:p>
        </p:txBody>
      </p:sp>
      <p:sp>
        <p:nvSpPr>
          <p:cNvPr id="19" name="Text Placeholder 15">
            <a:extLst>
              <a:ext uri="{FF2B5EF4-FFF2-40B4-BE49-F238E27FC236}">
                <a16:creationId xmlns:a16="http://schemas.microsoft.com/office/drawing/2014/main" id="{3EFF4A6F-B443-2BFD-5274-C4CEDB33249F}"/>
              </a:ext>
            </a:extLst>
          </p:cNvPr>
          <p:cNvSpPr>
            <a:spLocks noGrp="1"/>
          </p:cNvSpPr>
          <p:nvPr>
            <p:ph type="body" sz="quarter" idx="13" hasCustomPrompt="1"/>
          </p:nvPr>
        </p:nvSpPr>
        <p:spPr>
          <a:xfrm>
            <a:off x="325898" y="4254499"/>
            <a:ext cx="11510502" cy="1308099"/>
          </a:xfrm>
        </p:spPr>
        <p:txBody>
          <a:bodyPr anchor="ctr" anchorCtr="0">
            <a:noAutofit/>
          </a:bodyPr>
          <a:lstStyle>
            <a:lvl1pPr marL="0" indent="0">
              <a:lnSpc>
                <a:spcPct val="100000"/>
              </a:lnSpc>
              <a:spcAft>
                <a:spcPts val="0"/>
              </a:spcAft>
              <a:buNone/>
              <a:defRPr sz="5400" b="0"/>
            </a:lvl1pPr>
          </a:lstStyle>
          <a:p>
            <a:pPr lvl="0"/>
            <a:r>
              <a:rPr lang="en-US" dirty="0"/>
              <a:t>Third level statement</a:t>
            </a:r>
          </a:p>
        </p:txBody>
      </p:sp>
      <p:sp>
        <p:nvSpPr>
          <p:cNvPr id="20" name="Text Placeholder 15">
            <a:extLst>
              <a:ext uri="{FF2B5EF4-FFF2-40B4-BE49-F238E27FC236}">
                <a16:creationId xmlns:a16="http://schemas.microsoft.com/office/drawing/2014/main" id="{68C87247-A369-32C8-E069-B1E624079C76}"/>
              </a:ext>
            </a:extLst>
          </p:cNvPr>
          <p:cNvSpPr>
            <a:spLocks noGrp="1"/>
          </p:cNvSpPr>
          <p:nvPr>
            <p:ph type="body" sz="quarter" idx="14" hasCustomPrompt="1"/>
          </p:nvPr>
        </p:nvSpPr>
        <p:spPr>
          <a:xfrm>
            <a:off x="325898" y="5562598"/>
            <a:ext cx="11510502" cy="736601"/>
          </a:xfrm>
        </p:spPr>
        <p:txBody>
          <a:bodyPr anchor="ctr" anchorCtr="0">
            <a:noAutofit/>
          </a:bodyPr>
          <a:lstStyle>
            <a:lvl1pPr marL="0" indent="0">
              <a:lnSpc>
                <a:spcPct val="100000"/>
              </a:lnSpc>
              <a:spcAft>
                <a:spcPts val="0"/>
              </a:spcAft>
              <a:buNone/>
              <a:defRPr sz="3600" b="0"/>
            </a:lvl1pPr>
          </a:lstStyle>
          <a:p>
            <a:pPr lvl="0"/>
            <a:r>
              <a:rPr lang="en-US" dirty="0"/>
              <a:t>Fourth level statement</a:t>
            </a:r>
          </a:p>
        </p:txBody>
      </p:sp>
      <p:sp>
        <p:nvSpPr>
          <p:cNvPr id="2" name="Rectangle 1">
            <a:extLst>
              <a:ext uri="{FF2B5EF4-FFF2-40B4-BE49-F238E27FC236}">
                <a16:creationId xmlns:a16="http://schemas.microsoft.com/office/drawing/2014/main" id="{ABC92165-EA63-BA70-B09C-3AE3A0E3B988}"/>
              </a:ext>
            </a:extLst>
          </p:cNvPr>
          <p:cNvSpPr/>
          <p:nvPr/>
        </p:nvSpPr>
        <p:spPr>
          <a:xfrm>
            <a:off x="0" y="6351180"/>
            <a:ext cx="12192000" cy="50681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B8487BB2-49A0-1AD0-6AEA-A6BA00965FB2}"/>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36D645B4-C9BC-C447-40CC-BED53F5C40F2}"/>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4" name="TextBox 3">
            <a:extLst>
              <a:ext uri="{FF2B5EF4-FFF2-40B4-BE49-F238E27FC236}">
                <a16:creationId xmlns:a16="http://schemas.microsoft.com/office/drawing/2014/main" id="{06D9A09A-FC77-0C42-3399-4228AB66473E}"/>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201245254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Thank You">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3035BE7A-2092-E334-9925-A2CD0ED61EC1}"/>
              </a:ext>
            </a:extLst>
          </p:cNvPr>
          <p:cNvSpPr txBox="1"/>
          <p:nvPr/>
        </p:nvSpPr>
        <p:spPr>
          <a:xfrm>
            <a:off x="836428" y="2435962"/>
            <a:ext cx="10441173" cy="1769715"/>
          </a:xfrm>
          <a:prstGeom prst="rect">
            <a:avLst/>
          </a:prstGeom>
          <a:noFill/>
        </p:spPr>
        <p:txBody>
          <a:bodyPr wrap="square" lIns="0" tIns="0" rIns="0" bIns="0" rtlCol="0">
            <a:spAutoFit/>
          </a:bodyPr>
          <a:lstStyle/>
          <a:p>
            <a:pPr algn="ctr"/>
            <a:r>
              <a:rPr lang="en-US" sz="11500" b="1" dirty="0">
                <a:solidFill>
                  <a:schemeClr val="bg1"/>
                </a:solidFill>
              </a:rPr>
              <a:t>Thank You</a:t>
            </a:r>
          </a:p>
        </p:txBody>
      </p:sp>
      <p:sp>
        <p:nvSpPr>
          <p:cNvPr id="9" name="Text Placeholder 17">
            <a:extLst>
              <a:ext uri="{FF2B5EF4-FFF2-40B4-BE49-F238E27FC236}">
                <a16:creationId xmlns:a16="http://schemas.microsoft.com/office/drawing/2014/main" id="{C141F636-6F6B-39E0-D74A-E2DC465DEF1A}"/>
              </a:ext>
            </a:extLst>
          </p:cNvPr>
          <p:cNvSpPr>
            <a:spLocks noGrp="1"/>
          </p:cNvSpPr>
          <p:nvPr>
            <p:ph type="body" sz="quarter" idx="11" hasCustomPrompt="1"/>
          </p:nvPr>
        </p:nvSpPr>
        <p:spPr>
          <a:xfrm>
            <a:off x="2556897" y="4302308"/>
            <a:ext cx="7078206" cy="389915"/>
          </a:xfrm>
        </p:spPr>
        <p:txBody>
          <a:bodyPr>
            <a:spAutoFit/>
          </a:bodyPr>
          <a:lstStyle>
            <a:lvl1pPr marL="0" indent="0" algn="ctr">
              <a:spcBef>
                <a:spcPts val="0"/>
              </a:spcBef>
              <a:buNone/>
              <a:defRPr sz="2400" b="1">
                <a:solidFill>
                  <a:schemeClr val="bg1"/>
                </a:solidFill>
              </a:defRPr>
            </a:lvl1pPr>
          </a:lstStyle>
          <a:p>
            <a:pPr lvl="0"/>
            <a:r>
              <a:rPr lang="en-US" dirty="0"/>
              <a:t>Presenter Name</a:t>
            </a:r>
          </a:p>
        </p:txBody>
      </p:sp>
      <p:sp>
        <p:nvSpPr>
          <p:cNvPr id="11" name="Text Placeholder 17">
            <a:extLst>
              <a:ext uri="{FF2B5EF4-FFF2-40B4-BE49-F238E27FC236}">
                <a16:creationId xmlns:a16="http://schemas.microsoft.com/office/drawing/2014/main" id="{15F716EA-D293-96D7-C5A7-61FE08272CBD}"/>
              </a:ext>
            </a:extLst>
          </p:cNvPr>
          <p:cNvSpPr>
            <a:spLocks noGrp="1"/>
          </p:cNvSpPr>
          <p:nvPr>
            <p:ph type="body" sz="quarter" idx="12" hasCustomPrompt="1"/>
          </p:nvPr>
        </p:nvSpPr>
        <p:spPr>
          <a:xfrm>
            <a:off x="2556897" y="4735941"/>
            <a:ext cx="7078206" cy="324961"/>
          </a:xfrm>
        </p:spPr>
        <p:txBody>
          <a:bodyPr>
            <a:spAutoFit/>
          </a:bodyPr>
          <a:lstStyle>
            <a:lvl1pPr marL="0" indent="0" algn="ctr">
              <a:spcBef>
                <a:spcPts val="0"/>
              </a:spcBef>
              <a:buNone/>
              <a:defRPr sz="2000" b="0">
                <a:solidFill>
                  <a:schemeClr val="bg1"/>
                </a:solidFill>
              </a:defRPr>
            </a:lvl1pPr>
          </a:lstStyle>
          <a:p>
            <a:pPr lvl="0"/>
            <a:r>
              <a:rPr lang="en-US" dirty="0" err="1"/>
              <a:t>PresenterEmail@Ellucian.com</a:t>
            </a:r>
            <a:endParaRPr lang="en-US" dirty="0"/>
          </a:p>
        </p:txBody>
      </p:sp>
      <p:pic>
        <p:nvPicPr>
          <p:cNvPr id="2" name="Graphic 1">
            <a:extLst>
              <a:ext uri="{FF2B5EF4-FFF2-40B4-BE49-F238E27FC236}">
                <a16:creationId xmlns:a16="http://schemas.microsoft.com/office/drawing/2014/main" id="{7C871F66-B895-DB0B-1D73-90E74A3951CA}"/>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4" name="TextBox 3">
            <a:extLst>
              <a:ext uri="{FF2B5EF4-FFF2-40B4-BE49-F238E27FC236}">
                <a16:creationId xmlns:a16="http://schemas.microsoft.com/office/drawing/2014/main" id="{53435677-394B-4E5D-4CD3-2D77A2110358}"/>
              </a:ext>
            </a:extLst>
          </p:cNvPr>
          <p:cNvSpPr txBox="1"/>
          <p:nvPr/>
        </p:nvSpPr>
        <p:spPr>
          <a:xfrm>
            <a:off x="9635103" y="6562717"/>
            <a:ext cx="2371044"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25674929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Questions">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5" name="TextBox 4">
            <a:extLst>
              <a:ext uri="{FF2B5EF4-FFF2-40B4-BE49-F238E27FC236}">
                <a16:creationId xmlns:a16="http://schemas.microsoft.com/office/drawing/2014/main" id="{58229B27-8CB8-A4DF-B214-C621F3644437}"/>
              </a:ext>
            </a:extLst>
          </p:cNvPr>
          <p:cNvSpPr txBox="1"/>
          <p:nvPr/>
        </p:nvSpPr>
        <p:spPr>
          <a:xfrm>
            <a:off x="836428" y="2544142"/>
            <a:ext cx="10441173" cy="1769715"/>
          </a:xfrm>
          <a:prstGeom prst="rect">
            <a:avLst/>
          </a:prstGeom>
          <a:noFill/>
        </p:spPr>
        <p:txBody>
          <a:bodyPr wrap="square" lIns="0" tIns="0" rIns="0" bIns="0" rtlCol="0">
            <a:spAutoFit/>
          </a:bodyPr>
          <a:lstStyle/>
          <a:p>
            <a:pPr algn="ctr"/>
            <a:r>
              <a:rPr lang="en-US" sz="11500" b="1" dirty="0">
                <a:solidFill>
                  <a:schemeClr val="accent1"/>
                </a:solidFill>
              </a:rPr>
              <a:t>Questions?</a:t>
            </a:r>
          </a:p>
        </p:txBody>
      </p:sp>
      <p:pic>
        <p:nvPicPr>
          <p:cNvPr id="2" name="Graphic 1">
            <a:extLst>
              <a:ext uri="{FF2B5EF4-FFF2-40B4-BE49-F238E27FC236}">
                <a16:creationId xmlns:a16="http://schemas.microsoft.com/office/drawing/2014/main" id="{C0225686-2493-61CB-BED8-8CD6B90C882D}"/>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6" name="TextBox 5">
            <a:extLst>
              <a:ext uri="{FF2B5EF4-FFF2-40B4-BE49-F238E27FC236}">
                <a16:creationId xmlns:a16="http://schemas.microsoft.com/office/drawing/2014/main" id="{3757E6F9-39D1-A7B6-72FA-6CB25BEA039E}"/>
              </a:ext>
            </a:extLst>
          </p:cNvPr>
          <p:cNvSpPr txBox="1"/>
          <p:nvPr/>
        </p:nvSpPr>
        <p:spPr>
          <a:xfrm>
            <a:off x="9635103" y="6562717"/>
            <a:ext cx="2371044"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210981045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B18488C-B055-D09C-D997-3A7FCA29454A}"/>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419"/>
          </a:p>
        </p:txBody>
      </p:sp>
      <p:sp>
        <p:nvSpPr>
          <p:cNvPr id="3" name="Subtítulo 2">
            <a:extLst>
              <a:ext uri="{FF2B5EF4-FFF2-40B4-BE49-F238E27FC236}">
                <a16:creationId xmlns:a16="http://schemas.microsoft.com/office/drawing/2014/main" id="{4F822AF2-2615-432F-038F-912A880B9AB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419"/>
          </a:p>
        </p:txBody>
      </p:sp>
      <p:sp>
        <p:nvSpPr>
          <p:cNvPr id="4" name="Marcador de fecha 3">
            <a:extLst>
              <a:ext uri="{FF2B5EF4-FFF2-40B4-BE49-F238E27FC236}">
                <a16:creationId xmlns:a16="http://schemas.microsoft.com/office/drawing/2014/main" id="{726FCCEB-ACCA-75CB-F0DF-3F3BC5FBE983}"/>
              </a:ext>
            </a:extLst>
          </p:cNvPr>
          <p:cNvSpPr>
            <a:spLocks noGrp="1"/>
          </p:cNvSpPr>
          <p:nvPr>
            <p:ph type="dt" sz="half" idx="10"/>
          </p:nvPr>
        </p:nvSpPr>
        <p:spPr/>
        <p:txBody>
          <a:bodyPr/>
          <a:lstStyle/>
          <a:p>
            <a:fld id="{C9BA6134-9B25-412B-8FBF-B14BEDBA912D}" type="datetimeFigureOut">
              <a:rPr lang="es-CL" smtClean="0"/>
              <a:t>06-07-2026</a:t>
            </a:fld>
            <a:endParaRPr lang="es-CL"/>
          </a:p>
        </p:txBody>
      </p:sp>
      <p:sp>
        <p:nvSpPr>
          <p:cNvPr id="5" name="Marcador de pie de página 4">
            <a:extLst>
              <a:ext uri="{FF2B5EF4-FFF2-40B4-BE49-F238E27FC236}">
                <a16:creationId xmlns:a16="http://schemas.microsoft.com/office/drawing/2014/main" id="{6B0BEB1F-BCFD-D511-2592-8A4609C73ADD}"/>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F6FC865D-B77C-F26A-FE70-2498C9B6F62F}"/>
              </a:ext>
            </a:extLst>
          </p:cNvPr>
          <p:cNvSpPr>
            <a:spLocks noGrp="1"/>
          </p:cNvSpPr>
          <p:nvPr>
            <p:ph type="sldNum" sz="quarter" idx="12"/>
          </p:nvPr>
        </p:nvSpPr>
        <p:spPr/>
        <p:txBody>
          <a:bodyPr/>
          <a:lstStyle/>
          <a:p>
            <a:fld id="{BAD56BAB-9B7B-4C09-8A45-659D39241E09}" type="slidenum">
              <a:rPr lang="es-CL" smtClean="0"/>
              <a:t>‹Nº›</a:t>
            </a:fld>
            <a:endParaRPr lang="es-CL"/>
          </a:p>
        </p:txBody>
      </p:sp>
    </p:spTree>
    <p:extLst>
      <p:ext uri="{BB962C8B-B14F-4D97-AF65-F5344CB8AC3E}">
        <p14:creationId xmlns:p14="http://schemas.microsoft.com/office/powerpoint/2010/main" val="54727802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cSld name="Cover">
    <p:bg>
      <p:bgPr>
        <a:solidFill>
          <a:srgbClr val="33004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8D2615-324D-B5FF-2EBE-81DB544E729B}"/>
              </a:ext>
            </a:extLst>
          </p:cNvPr>
          <p:cNvSpPr>
            <a:spLocks noGrp="1"/>
          </p:cNvSpPr>
          <p:nvPr>
            <p:ph type="title"/>
          </p:nvPr>
        </p:nvSpPr>
        <p:spPr>
          <a:xfrm>
            <a:off x="609599" y="2285997"/>
            <a:ext cx="7317783" cy="1282485"/>
          </a:xfrm>
        </p:spPr>
        <p:txBody>
          <a:bodyPr lIns="0" anchor="b" anchorCtr="0">
            <a:noAutofit/>
          </a:bodyPr>
          <a:lstStyle>
            <a:lvl1pPr>
              <a:defRPr sz="3200" b="1">
                <a:solidFill>
                  <a:schemeClr val="bg1"/>
                </a:solidFill>
              </a:defRPr>
            </a:lvl1pPr>
          </a:lstStyle>
          <a:p>
            <a:r>
              <a:rPr lang="es-MX"/>
              <a:t>Haz clic para modificar el estilo de título del patrón</a:t>
            </a:r>
            <a:endParaRPr lang="en-US" dirty="0"/>
          </a:p>
        </p:txBody>
      </p:sp>
      <p:sp>
        <p:nvSpPr>
          <p:cNvPr id="6" name="Text Placeholder 5">
            <a:extLst>
              <a:ext uri="{FF2B5EF4-FFF2-40B4-BE49-F238E27FC236}">
                <a16:creationId xmlns:a16="http://schemas.microsoft.com/office/drawing/2014/main" id="{698C979F-7ABF-A5C6-5C58-6DD9C3DA76E9}"/>
              </a:ext>
            </a:extLst>
          </p:cNvPr>
          <p:cNvSpPr>
            <a:spLocks noGrp="1"/>
          </p:cNvSpPr>
          <p:nvPr>
            <p:ph type="body" sz="quarter" idx="18"/>
          </p:nvPr>
        </p:nvSpPr>
        <p:spPr>
          <a:xfrm>
            <a:off x="609599" y="3792020"/>
            <a:ext cx="7317783" cy="774441"/>
          </a:xfrm>
        </p:spPr>
        <p:txBody>
          <a:bodyPr lIns="0">
            <a:noAutofit/>
          </a:bodyPr>
          <a:lstStyle>
            <a:lvl1pPr marL="0" indent="0">
              <a:lnSpc>
                <a:spcPct val="100000"/>
              </a:lnSpc>
              <a:buClr>
                <a:schemeClr val="accent2"/>
              </a:buClr>
              <a:buFont typeface="Arial" panose="020B0604020202020204" pitchFamily="34" charset="0"/>
              <a:buNone/>
              <a:tabLst/>
              <a:defRPr sz="1800">
                <a:solidFill>
                  <a:schemeClr val="bg1"/>
                </a:solidFill>
              </a:defRPr>
            </a:lvl1pPr>
            <a:lvl2pPr marL="174625" indent="0">
              <a:lnSpc>
                <a:spcPct val="100000"/>
              </a:lnSpc>
              <a:buClr>
                <a:schemeClr val="accent2"/>
              </a:buClr>
              <a:buFont typeface="Arial" panose="020B0604020202020204" pitchFamily="34" charset="0"/>
              <a:buNone/>
              <a:tabLst/>
              <a:defRPr sz="1600">
                <a:solidFill>
                  <a:schemeClr val="bg1"/>
                </a:solidFill>
              </a:defRPr>
            </a:lvl2pPr>
            <a:lvl3pPr marL="342900" indent="0">
              <a:lnSpc>
                <a:spcPct val="100000"/>
              </a:lnSpc>
              <a:buClr>
                <a:schemeClr val="accent2"/>
              </a:buClr>
              <a:buFont typeface="Arial" panose="020B0604020202020204" pitchFamily="34" charset="0"/>
              <a:buNone/>
              <a:tabLst/>
              <a:defRPr sz="1400">
                <a:solidFill>
                  <a:schemeClr val="bg1"/>
                </a:solidFill>
              </a:defRPr>
            </a:lvl3pPr>
            <a:lvl4pPr marL="519112" indent="0">
              <a:lnSpc>
                <a:spcPct val="100000"/>
              </a:lnSpc>
              <a:buClr>
                <a:schemeClr val="accent2"/>
              </a:buClr>
              <a:buFont typeface="Arial" panose="020B0604020202020204" pitchFamily="34" charset="0"/>
              <a:buNone/>
              <a:tabLst/>
              <a:defRPr sz="1200">
                <a:solidFill>
                  <a:schemeClr val="bg1"/>
                </a:solidFill>
              </a:defRPr>
            </a:lvl4pPr>
            <a:lvl5pPr marL="685800" indent="0">
              <a:lnSpc>
                <a:spcPct val="100000"/>
              </a:lnSpc>
              <a:buClr>
                <a:schemeClr val="accent2"/>
              </a:buClr>
              <a:buFont typeface="Arial" panose="020B0604020202020204" pitchFamily="34" charset="0"/>
              <a:buNone/>
              <a:tabLst/>
              <a:defRPr sz="1200">
                <a:solidFill>
                  <a:schemeClr val="bg1"/>
                </a:solidFill>
              </a:defRPr>
            </a:lvl5pPr>
          </a:lstStyle>
          <a:p>
            <a:pPr marL="0" marR="0" lvl="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a:pPr>
            <a:r>
              <a:rPr lang="es-MX"/>
              <a:t>Haga clic para modificar los estilos de texto del patrón</a:t>
            </a:r>
          </a:p>
        </p:txBody>
      </p:sp>
      <p:sp>
        <p:nvSpPr>
          <p:cNvPr id="9" name="Text Placeholder 5">
            <a:extLst>
              <a:ext uri="{FF2B5EF4-FFF2-40B4-BE49-F238E27FC236}">
                <a16:creationId xmlns:a16="http://schemas.microsoft.com/office/drawing/2014/main" id="{7118141F-3632-B706-5864-39BC20F0FDE2}"/>
              </a:ext>
            </a:extLst>
          </p:cNvPr>
          <p:cNvSpPr>
            <a:spLocks noGrp="1"/>
          </p:cNvSpPr>
          <p:nvPr>
            <p:ph type="body" sz="quarter" idx="19" hasCustomPrompt="1"/>
          </p:nvPr>
        </p:nvSpPr>
        <p:spPr>
          <a:xfrm>
            <a:off x="609600" y="5186273"/>
            <a:ext cx="7092820" cy="1056694"/>
          </a:xfrm>
        </p:spPr>
        <p:txBody>
          <a:bodyPr lIns="0" anchor="b">
            <a:noAutofit/>
          </a:bodyPr>
          <a:lstStyle>
            <a:lvl1pPr marL="0" indent="0">
              <a:lnSpc>
                <a:spcPct val="100000"/>
              </a:lnSpc>
              <a:spcBef>
                <a:spcPts val="600"/>
              </a:spcBef>
              <a:buClr>
                <a:schemeClr val="accent2"/>
              </a:buClr>
              <a:buFont typeface="Arial" panose="020B0604020202020204" pitchFamily="34" charset="0"/>
              <a:buNone/>
              <a:tabLst/>
              <a:defRPr sz="1200">
                <a:solidFill>
                  <a:schemeClr val="bg1"/>
                </a:solidFill>
              </a:defRPr>
            </a:lvl1pPr>
            <a:lvl2pPr marL="174625" indent="0">
              <a:lnSpc>
                <a:spcPct val="100000"/>
              </a:lnSpc>
              <a:buClr>
                <a:schemeClr val="accent2"/>
              </a:buClr>
              <a:buFont typeface="Arial" panose="020B0604020202020204" pitchFamily="34" charset="0"/>
              <a:buNone/>
              <a:tabLst/>
              <a:defRPr sz="1600">
                <a:solidFill>
                  <a:schemeClr val="bg1"/>
                </a:solidFill>
              </a:defRPr>
            </a:lvl2pPr>
            <a:lvl3pPr marL="342900" indent="0">
              <a:lnSpc>
                <a:spcPct val="100000"/>
              </a:lnSpc>
              <a:buClr>
                <a:schemeClr val="accent2"/>
              </a:buClr>
              <a:buFont typeface="Arial" panose="020B0604020202020204" pitchFamily="34" charset="0"/>
              <a:buNone/>
              <a:tabLst/>
              <a:defRPr sz="1400">
                <a:solidFill>
                  <a:schemeClr val="bg1"/>
                </a:solidFill>
              </a:defRPr>
            </a:lvl3pPr>
            <a:lvl4pPr marL="519112" indent="0">
              <a:lnSpc>
                <a:spcPct val="100000"/>
              </a:lnSpc>
              <a:buClr>
                <a:schemeClr val="accent2"/>
              </a:buClr>
              <a:buFont typeface="Arial" panose="020B0604020202020204" pitchFamily="34" charset="0"/>
              <a:buNone/>
              <a:tabLst/>
              <a:defRPr sz="1200">
                <a:solidFill>
                  <a:schemeClr val="bg1"/>
                </a:solidFill>
              </a:defRPr>
            </a:lvl4pPr>
            <a:lvl5pPr marL="685800" indent="0">
              <a:lnSpc>
                <a:spcPct val="100000"/>
              </a:lnSpc>
              <a:buClr>
                <a:schemeClr val="accent2"/>
              </a:buClr>
              <a:buFont typeface="Arial" panose="020B0604020202020204" pitchFamily="34" charset="0"/>
              <a:buNone/>
              <a:tabLst/>
              <a:defRPr sz="1200">
                <a:solidFill>
                  <a:schemeClr val="bg1"/>
                </a:solidFill>
              </a:defRPr>
            </a:lvl5pPr>
          </a:lstStyle>
          <a:p>
            <a:pPr marL="0" marR="0" lvl="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a:pPr>
            <a:r>
              <a:rPr lang="en-US" dirty="0"/>
              <a:t>Name, Job Title</a:t>
            </a:r>
          </a:p>
          <a:p>
            <a:pPr marL="0" marR="0" lvl="0" indent="0" algn="l" defTabSz="914400" rtl="0" eaLnBrk="1" fontAlgn="auto" latinLnBrk="0" hangingPunct="1">
              <a:lnSpc>
                <a:spcPct val="100000"/>
              </a:lnSpc>
              <a:spcBef>
                <a:spcPts val="400"/>
              </a:spcBef>
              <a:spcAft>
                <a:spcPts val="0"/>
              </a:spcAft>
              <a:buClr>
                <a:schemeClr val="accent2"/>
              </a:buClr>
              <a:buSzTx/>
              <a:buFont typeface="Arial" panose="020B0604020202020204" pitchFamily="34" charset="0"/>
              <a:buNone/>
              <a:tabLst/>
              <a:defRPr/>
            </a:pPr>
            <a:r>
              <a:rPr lang="en-US" dirty="0"/>
              <a:t>Name, Job Title</a:t>
            </a:r>
          </a:p>
          <a:p>
            <a:pPr marL="0" marR="0" lvl="0" indent="0" algn="l" defTabSz="914400" rtl="0" eaLnBrk="1" fontAlgn="auto" latinLnBrk="0" hangingPunct="1">
              <a:lnSpc>
                <a:spcPct val="100000"/>
              </a:lnSpc>
              <a:spcBef>
                <a:spcPts val="400"/>
              </a:spcBef>
              <a:spcAft>
                <a:spcPts val="0"/>
              </a:spcAft>
              <a:buClr>
                <a:schemeClr val="accent2"/>
              </a:buClr>
              <a:buSzTx/>
              <a:buFont typeface="Arial" panose="020B0604020202020204" pitchFamily="34" charset="0"/>
              <a:buNone/>
              <a:tabLst/>
              <a:defRPr/>
            </a:pPr>
            <a:r>
              <a:rPr lang="en-US" dirty="0"/>
              <a:t>Name, Job Title</a:t>
            </a:r>
          </a:p>
        </p:txBody>
      </p:sp>
      <p:sp>
        <p:nvSpPr>
          <p:cNvPr id="12" name="Text Placeholder 11">
            <a:extLst>
              <a:ext uri="{FF2B5EF4-FFF2-40B4-BE49-F238E27FC236}">
                <a16:creationId xmlns:a16="http://schemas.microsoft.com/office/drawing/2014/main" id="{6176DD36-E885-ABAF-DBBD-C96AC12C7782}"/>
              </a:ext>
            </a:extLst>
          </p:cNvPr>
          <p:cNvSpPr>
            <a:spLocks noGrp="1"/>
          </p:cNvSpPr>
          <p:nvPr>
            <p:ph type="body" sz="quarter" idx="20" hasCustomPrompt="1"/>
          </p:nvPr>
        </p:nvSpPr>
        <p:spPr>
          <a:xfrm>
            <a:off x="9209088" y="5603032"/>
            <a:ext cx="2373312" cy="569168"/>
          </a:xfrm>
        </p:spPr>
        <p:txBody>
          <a:bodyPr rIns="0" bIns="0" anchor="b" anchorCtr="0">
            <a:noAutofit/>
          </a:bodyPr>
          <a:lstStyle>
            <a:lvl1pPr marL="0" indent="0" algn="r">
              <a:buNone/>
              <a:defRPr sz="1200">
                <a:solidFill>
                  <a:schemeClr val="bg1"/>
                </a:solidFill>
              </a:defRPr>
            </a:lvl1pPr>
            <a:lvl2pPr marL="457200" indent="0" algn="r">
              <a:buNone/>
              <a:defRPr sz="1600">
                <a:solidFill>
                  <a:schemeClr val="bg1"/>
                </a:solidFill>
              </a:defRPr>
            </a:lvl2pPr>
            <a:lvl3pPr marL="914400" indent="0" algn="r">
              <a:buNone/>
              <a:defRPr sz="1400">
                <a:solidFill>
                  <a:schemeClr val="bg1"/>
                </a:solidFill>
              </a:defRPr>
            </a:lvl3pPr>
            <a:lvl4pPr marL="1371600" indent="0" algn="r">
              <a:buNone/>
              <a:defRPr sz="1200">
                <a:solidFill>
                  <a:schemeClr val="bg1"/>
                </a:solidFill>
              </a:defRPr>
            </a:lvl4pPr>
            <a:lvl5pPr marL="1828800" indent="0" algn="r">
              <a:buNone/>
              <a:defRPr sz="1200">
                <a:solidFill>
                  <a:schemeClr val="bg1"/>
                </a:solidFill>
              </a:defRPr>
            </a:lvl5pPr>
          </a:lstStyle>
          <a:p>
            <a:pPr lvl="0"/>
            <a:r>
              <a:rPr lang="en-US" dirty="0"/>
              <a:t>Month XX, 20XX</a:t>
            </a:r>
          </a:p>
        </p:txBody>
      </p:sp>
    </p:spTree>
    <p:extLst>
      <p:ext uri="{BB962C8B-B14F-4D97-AF65-F5344CB8AC3E}">
        <p14:creationId xmlns:p14="http://schemas.microsoft.com/office/powerpoint/2010/main" val="3099209732"/>
      </p:ext>
    </p:extLst>
  </p:cSld>
  <p:clrMapOvr>
    <a:masterClrMapping/>
  </p:clrMapOvr>
  <p:extLst>
    <p:ext uri="{DCECCB84-F9BA-43D5-87BE-67443E8EF086}">
      <p15:sldGuideLst xmlns:p15="http://schemas.microsoft.com/office/powerpoint/2012/main"/>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cSld name="Section Divider">
    <p:bg>
      <p:bgPr>
        <a:solidFill>
          <a:schemeClr val="accent1"/>
        </a:solidFill>
        <a:effectLst/>
      </p:bgPr>
    </p:bg>
    <p:spTree>
      <p:nvGrpSpPr>
        <p:cNvPr id="1" name=""/>
        <p:cNvGrpSpPr/>
        <p:nvPr/>
      </p:nvGrpSpPr>
      <p:grpSpPr>
        <a:xfrm>
          <a:off x="0" y="0"/>
          <a:ext cx="0" cy="0"/>
          <a:chOff x="0" y="0"/>
          <a:chExt cx="0" cy="0"/>
        </a:xfrm>
      </p:grpSpPr>
      <p:sp>
        <p:nvSpPr>
          <p:cNvPr id="2" name="Vertical Text Placeholder 2">
            <a:extLst>
              <a:ext uri="{FF2B5EF4-FFF2-40B4-BE49-F238E27FC236}">
                <a16:creationId xmlns:a16="http://schemas.microsoft.com/office/drawing/2014/main" id="{B4E21473-327B-3C3B-2526-FD5AB3A4428E}"/>
              </a:ext>
            </a:extLst>
          </p:cNvPr>
          <p:cNvSpPr>
            <a:spLocks noGrp="1"/>
          </p:cNvSpPr>
          <p:nvPr>
            <p:ph type="body" orient="vert" sz="quarter" idx="10" hasCustomPrompt="1"/>
          </p:nvPr>
        </p:nvSpPr>
        <p:spPr>
          <a:xfrm>
            <a:off x="0" y="685800"/>
            <a:ext cx="609600" cy="5486399"/>
          </a:xfrm>
        </p:spPr>
        <p:txBody>
          <a:bodyPr vert="vert270" anchor="ctr" anchorCtr="0">
            <a:noAutofit/>
          </a:bodyPr>
          <a:lstStyle>
            <a:lvl1pPr marL="0" indent="0" algn="ctr">
              <a:buNone/>
              <a:defRPr sz="1200" spc="300">
                <a:solidFill>
                  <a:schemeClr val="bg1"/>
                </a:solidFill>
              </a:defRPr>
            </a:lvl1pPr>
            <a:lvl2pPr marL="457200" indent="0" algn="ctr">
              <a:buNone/>
              <a:defRPr sz="1200" spc="300">
                <a:solidFill>
                  <a:schemeClr val="bg1"/>
                </a:solidFill>
              </a:defRPr>
            </a:lvl2pPr>
            <a:lvl3pPr marL="914400" indent="0" algn="ctr">
              <a:buNone/>
              <a:defRPr sz="1100" spc="300">
                <a:solidFill>
                  <a:schemeClr val="bg1"/>
                </a:solidFill>
              </a:defRPr>
            </a:lvl3pPr>
            <a:lvl4pPr marL="1371600" indent="0" algn="ctr">
              <a:buNone/>
              <a:defRPr sz="1050" spc="300">
                <a:solidFill>
                  <a:schemeClr val="bg1"/>
                </a:solidFill>
              </a:defRPr>
            </a:lvl4pPr>
            <a:lvl5pPr marL="1828800" indent="0" algn="ctr">
              <a:buNone/>
              <a:defRPr sz="1050" spc="300">
                <a:solidFill>
                  <a:schemeClr val="bg1"/>
                </a:solidFill>
              </a:defRPr>
            </a:lvl5pPr>
          </a:lstStyle>
          <a:p>
            <a:pPr lvl="0"/>
            <a:r>
              <a:rPr lang="en-US" dirty="0"/>
              <a:t>CLICK TO EDIT MASTER TEXT STYLES</a:t>
            </a:r>
          </a:p>
        </p:txBody>
      </p:sp>
      <p:sp>
        <p:nvSpPr>
          <p:cNvPr id="6" name="Title 1">
            <a:extLst>
              <a:ext uri="{FF2B5EF4-FFF2-40B4-BE49-F238E27FC236}">
                <a16:creationId xmlns:a16="http://schemas.microsoft.com/office/drawing/2014/main" id="{30773A33-C933-040C-38F4-7E444DEDA5A7}"/>
              </a:ext>
            </a:extLst>
          </p:cNvPr>
          <p:cNvSpPr>
            <a:spLocks noGrp="1"/>
          </p:cNvSpPr>
          <p:nvPr>
            <p:ph type="title" hasCustomPrompt="1"/>
          </p:nvPr>
        </p:nvSpPr>
        <p:spPr>
          <a:xfrm>
            <a:off x="1104900" y="1800808"/>
            <a:ext cx="7092820" cy="1628192"/>
          </a:xfrm>
        </p:spPr>
        <p:txBody>
          <a:bodyPr lIns="0" bIns="0" anchor="b" anchorCtr="0">
            <a:noAutofit/>
          </a:bodyPr>
          <a:lstStyle>
            <a:lvl1pPr>
              <a:defRPr sz="3200" b="1">
                <a:solidFill>
                  <a:schemeClr val="bg1"/>
                </a:solidFill>
              </a:defRPr>
            </a:lvl1pPr>
          </a:lstStyle>
          <a:p>
            <a:r>
              <a:rPr lang="en-US" dirty="0"/>
              <a:t>Section Title (Max Two Lines)</a:t>
            </a:r>
          </a:p>
        </p:txBody>
      </p:sp>
      <p:sp>
        <p:nvSpPr>
          <p:cNvPr id="7" name="Text Placeholder 5">
            <a:extLst>
              <a:ext uri="{FF2B5EF4-FFF2-40B4-BE49-F238E27FC236}">
                <a16:creationId xmlns:a16="http://schemas.microsoft.com/office/drawing/2014/main" id="{03C54B7B-813E-7B62-27B5-633489321878}"/>
              </a:ext>
            </a:extLst>
          </p:cNvPr>
          <p:cNvSpPr>
            <a:spLocks noGrp="1"/>
          </p:cNvSpPr>
          <p:nvPr>
            <p:ph type="body" sz="quarter" idx="18" hasCustomPrompt="1"/>
          </p:nvPr>
        </p:nvSpPr>
        <p:spPr>
          <a:xfrm>
            <a:off x="1104900" y="3652538"/>
            <a:ext cx="7092820" cy="774441"/>
          </a:xfrm>
        </p:spPr>
        <p:txBody>
          <a:bodyPr lIns="0" tIns="0">
            <a:noAutofit/>
          </a:bodyPr>
          <a:lstStyle>
            <a:lvl1pPr marL="0" indent="0">
              <a:lnSpc>
                <a:spcPct val="100000"/>
              </a:lnSpc>
              <a:buClr>
                <a:schemeClr val="accent2"/>
              </a:buClr>
              <a:buFont typeface="Arial" panose="020B0604020202020204" pitchFamily="34" charset="0"/>
              <a:buNone/>
              <a:tabLst/>
              <a:defRPr sz="1800">
                <a:solidFill>
                  <a:schemeClr val="bg1"/>
                </a:solidFill>
              </a:defRPr>
            </a:lvl1pPr>
            <a:lvl2pPr marL="174625" indent="0">
              <a:lnSpc>
                <a:spcPct val="100000"/>
              </a:lnSpc>
              <a:buClr>
                <a:schemeClr val="accent2"/>
              </a:buClr>
              <a:buFont typeface="Arial" panose="020B0604020202020204" pitchFamily="34" charset="0"/>
              <a:buNone/>
              <a:tabLst/>
              <a:defRPr sz="1600">
                <a:solidFill>
                  <a:schemeClr val="bg1"/>
                </a:solidFill>
              </a:defRPr>
            </a:lvl2pPr>
            <a:lvl3pPr marL="342900" indent="0">
              <a:lnSpc>
                <a:spcPct val="100000"/>
              </a:lnSpc>
              <a:buClr>
                <a:schemeClr val="accent2"/>
              </a:buClr>
              <a:buFont typeface="Arial" panose="020B0604020202020204" pitchFamily="34" charset="0"/>
              <a:buNone/>
              <a:tabLst/>
              <a:defRPr sz="1400">
                <a:solidFill>
                  <a:schemeClr val="bg1"/>
                </a:solidFill>
              </a:defRPr>
            </a:lvl3pPr>
            <a:lvl4pPr marL="519112" indent="0">
              <a:lnSpc>
                <a:spcPct val="100000"/>
              </a:lnSpc>
              <a:buClr>
                <a:schemeClr val="accent2"/>
              </a:buClr>
              <a:buFont typeface="Arial" panose="020B0604020202020204" pitchFamily="34" charset="0"/>
              <a:buNone/>
              <a:tabLst/>
              <a:defRPr sz="1200">
                <a:solidFill>
                  <a:schemeClr val="bg1"/>
                </a:solidFill>
              </a:defRPr>
            </a:lvl4pPr>
            <a:lvl5pPr marL="685800" indent="0">
              <a:lnSpc>
                <a:spcPct val="100000"/>
              </a:lnSpc>
              <a:buClr>
                <a:schemeClr val="accent2"/>
              </a:buClr>
              <a:buFont typeface="Arial" panose="020B0604020202020204" pitchFamily="34" charset="0"/>
              <a:buNone/>
              <a:tabLst/>
              <a:defRPr sz="1200">
                <a:solidFill>
                  <a:schemeClr val="bg1"/>
                </a:solidFill>
              </a:defRPr>
            </a:lvl5pPr>
          </a:lstStyle>
          <a:p>
            <a:r>
              <a:rPr lang="en-US" dirty="0"/>
              <a:t>Subhead (not required, max two lines)</a:t>
            </a:r>
          </a:p>
          <a:p>
            <a:pPr lvl="0"/>
            <a:endParaRPr lang="en-US" dirty="0"/>
          </a:p>
        </p:txBody>
      </p:sp>
      <p:sp>
        <p:nvSpPr>
          <p:cNvPr id="13" name="Slide Number Placeholder 5">
            <a:extLst>
              <a:ext uri="{FF2B5EF4-FFF2-40B4-BE49-F238E27FC236}">
                <a16:creationId xmlns:a16="http://schemas.microsoft.com/office/drawing/2014/main" id="{C9736184-ED63-6779-B7C5-534556DC2145}"/>
              </a:ext>
            </a:extLst>
          </p:cNvPr>
          <p:cNvSpPr>
            <a:spLocks noGrp="1"/>
          </p:cNvSpPr>
          <p:nvPr>
            <p:ph type="sldNum" sz="quarter" idx="4"/>
          </p:nvPr>
        </p:nvSpPr>
        <p:spPr>
          <a:xfrm>
            <a:off x="0" y="6356349"/>
            <a:ext cx="622570" cy="365125"/>
          </a:xfrm>
          <a:prstGeom prst="rect">
            <a:avLst/>
          </a:prstGeom>
        </p:spPr>
        <p:txBody>
          <a:bodyPr vert="horz" lIns="91440" tIns="45720" rIns="91440" bIns="45720" rtlCol="0" anchor="ctr"/>
          <a:lstStyle>
            <a:lvl1pPr algn="ctr">
              <a:defRPr sz="1100">
                <a:solidFill>
                  <a:schemeClr val="bg1"/>
                </a:solidFill>
              </a:defRPr>
            </a:lvl1pPr>
          </a:lstStyle>
          <a:p>
            <a:fld id="{BAD56BAB-9B7B-4C09-8A45-659D39241E09}" type="slidenum">
              <a:rPr lang="es-CL" smtClean="0"/>
              <a:t>‹Nº›</a:t>
            </a:fld>
            <a:endParaRPr lang="es-CL"/>
          </a:p>
        </p:txBody>
      </p:sp>
    </p:spTree>
    <p:extLst>
      <p:ext uri="{BB962C8B-B14F-4D97-AF65-F5344CB8AC3E}">
        <p14:creationId xmlns:p14="http://schemas.microsoft.com/office/powerpoint/2010/main" val="2384082388"/>
      </p:ext>
    </p:extLst>
  </p:cSld>
  <p:clrMapOvr>
    <a:masterClrMapping/>
  </p:clrMapOvr>
  <p:extLst>
    <p:ext uri="{DCECCB84-F9BA-43D5-87BE-67443E8EF086}">
      <p15:sldGuideLst xmlns:p15="http://schemas.microsoft.com/office/powerpoint/2012/main"/>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cSld name="1-Up ">
    <p:bg>
      <p:bgPr>
        <a:solidFill>
          <a:schemeClr val="bg1">
            <a:alpha val="20231"/>
          </a:schemeClr>
        </a:solidFill>
        <a:effectLst/>
      </p:bgPr>
    </p:bg>
    <p:spTree>
      <p:nvGrpSpPr>
        <p:cNvPr id="1" name=""/>
        <p:cNvGrpSpPr/>
        <p:nvPr/>
      </p:nvGrpSpPr>
      <p:grpSpPr>
        <a:xfrm>
          <a:off x="0" y="0"/>
          <a:ext cx="0" cy="0"/>
          <a:chOff x="0" y="0"/>
          <a:chExt cx="0" cy="0"/>
        </a:xfrm>
      </p:grpSpPr>
      <p:sp>
        <p:nvSpPr>
          <p:cNvPr id="3" name="Text Placeholder 5">
            <a:extLst>
              <a:ext uri="{FF2B5EF4-FFF2-40B4-BE49-F238E27FC236}">
                <a16:creationId xmlns:a16="http://schemas.microsoft.com/office/drawing/2014/main" id="{2D92EE01-92FE-27B7-8491-8AE3AAC0FEF1}"/>
              </a:ext>
            </a:extLst>
          </p:cNvPr>
          <p:cNvSpPr>
            <a:spLocks noGrp="1"/>
          </p:cNvSpPr>
          <p:nvPr>
            <p:ph type="body" sz="quarter" idx="18"/>
          </p:nvPr>
        </p:nvSpPr>
        <p:spPr>
          <a:xfrm>
            <a:off x="1104900" y="1905002"/>
            <a:ext cx="10477499" cy="4267198"/>
          </a:xfrm>
        </p:spPr>
        <p:txBody>
          <a:bodyPr>
            <a:noAutofit/>
          </a:bodyPr>
          <a:lstStyle>
            <a:lvl1pPr marL="174625" indent="-174625">
              <a:lnSpc>
                <a:spcPct val="100000"/>
              </a:lnSpc>
              <a:buClr>
                <a:schemeClr val="accent2"/>
              </a:buClr>
              <a:buFont typeface="Arial" panose="020B0604020202020204" pitchFamily="34" charset="0"/>
              <a:buChar char="•"/>
              <a:tabLst/>
              <a:defRPr sz="1600">
                <a:solidFill>
                  <a:schemeClr val="tx1"/>
                </a:solidFill>
              </a:defRPr>
            </a:lvl1pPr>
            <a:lvl2pPr marL="342900" indent="-168275">
              <a:lnSpc>
                <a:spcPct val="100000"/>
              </a:lnSpc>
              <a:buClr>
                <a:schemeClr val="accent2"/>
              </a:buClr>
              <a:buFont typeface="Arial" panose="020B0604020202020204" pitchFamily="34" charset="0"/>
              <a:buChar char="•"/>
              <a:tabLst/>
              <a:defRPr sz="1600">
                <a:solidFill>
                  <a:schemeClr val="tx1"/>
                </a:solidFill>
              </a:defRPr>
            </a:lvl2pPr>
            <a:lvl3pPr marL="519113" indent="-176213">
              <a:lnSpc>
                <a:spcPct val="100000"/>
              </a:lnSpc>
              <a:buClr>
                <a:schemeClr val="accent2"/>
              </a:buClr>
              <a:buFont typeface="Arial" panose="020B0604020202020204" pitchFamily="34" charset="0"/>
              <a:buChar char="•"/>
              <a:tabLst/>
              <a:defRPr sz="1600">
                <a:solidFill>
                  <a:schemeClr val="tx1"/>
                </a:solidFill>
              </a:defRPr>
            </a:lvl3pPr>
            <a:lvl4pPr marL="685800" indent="-166688">
              <a:lnSpc>
                <a:spcPct val="100000"/>
              </a:lnSpc>
              <a:buClr>
                <a:schemeClr val="accent2"/>
              </a:buClr>
              <a:buFont typeface="Arial" panose="020B0604020202020204" pitchFamily="34" charset="0"/>
              <a:buChar char="•"/>
              <a:tabLst/>
              <a:defRPr sz="1600">
                <a:solidFill>
                  <a:schemeClr val="tx1"/>
                </a:solidFill>
              </a:defRPr>
            </a:lvl4pPr>
            <a:lvl5pPr marL="862013" indent="-176213">
              <a:lnSpc>
                <a:spcPct val="100000"/>
              </a:lnSpc>
              <a:buClr>
                <a:schemeClr val="accent2"/>
              </a:buClr>
              <a:buFont typeface="Arial" panose="020B0604020202020204" pitchFamily="34" charset="0"/>
              <a:buChar char="•"/>
              <a:tabLst/>
              <a:defRPr sz="1600">
                <a:solidFill>
                  <a:schemeClr val="tx1"/>
                </a:solidFill>
              </a:defRPr>
            </a:lvl5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Vertical Text Placeholder 13">
            <a:extLst>
              <a:ext uri="{FF2B5EF4-FFF2-40B4-BE49-F238E27FC236}">
                <a16:creationId xmlns:a16="http://schemas.microsoft.com/office/drawing/2014/main" id="{E932BD03-3866-775C-FCE1-9468113E4954}"/>
              </a:ext>
            </a:extLst>
          </p:cNvPr>
          <p:cNvSpPr>
            <a:spLocks noGrp="1"/>
          </p:cNvSpPr>
          <p:nvPr>
            <p:ph type="body" orient="vert" sz="quarter" idx="17" hasCustomPrompt="1"/>
          </p:nvPr>
        </p:nvSpPr>
        <p:spPr>
          <a:xfrm rot="10800000">
            <a:off x="0" y="685800"/>
            <a:ext cx="609600" cy="5486399"/>
          </a:xfrm>
        </p:spPr>
        <p:txBody>
          <a:bodyPr vert="eaVert" anchor="ctr">
            <a:noAutofit/>
          </a:bodyPr>
          <a:lstStyle>
            <a:lvl1pPr marL="0" indent="0" algn="ctr">
              <a:buNone/>
              <a:defRPr sz="1200" spc="300">
                <a:solidFill>
                  <a:schemeClr val="bg1">
                    <a:lumMod val="50000"/>
                  </a:schemeClr>
                </a:solidFill>
              </a:defRPr>
            </a:lvl1pPr>
          </a:lstStyle>
          <a:p>
            <a:pPr lvl="0"/>
            <a:r>
              <a:rPr lang="en-US" dirty="0"/>
              <a:t>SECTION TITLE</a:t>
            </a:r>
          </a:p>
        </p:txBody>
      </p:sp>
      <p:sp>
        <p:nvSpPr>
          <p:cNvPr id="8" name="Slide Number Placeholder 5">
            <a:extLst>
              <a:ext uri="{FF2B5EF4-FFF2-40B4-BE49-F238E27FC236}">
                <a16:creationId xmlns:a16="http://schemas.microsoft.com/office/drawing/2014/main" id="{D3877212-0337-0A89-2140-1837D97F8061}"/>
              </a:ext>
            </a:extLst>
          </p:cNvPr>
          <p:cNvSpPr>
            <a:spLocks noGrp="1"/>
          </p:cNvSpPr>
          <p:nvPr>
            <p:ph type="sldNum" sz="quarter" idx="4"/>
          </p:nvPr>
        </p:nvSpPr>
        <p:spPr>
          <a:xfrm>
            <a:off x="0" y="6356349"/>
            <a:ext cx="622570" cy="365125"/>
          </a:xfrm>
          <a:prstGeom prst="rect">
            <a:avLst/>
          </a:prstGeom>
        </p:spPr>
        <p:txBody>
          <a:bodyPr vert="horz" lIns="91440" tIns="45720" rIns="91440" bIns="45720" rtlCol="0" anchor="ctr"/>
          <a:lstStyle>
            <a:lvl1pPr algn="ctr">
              <a:defRPr sz="1100">
                <a:solidFill>
                  <a:schemeClr val="bg1">
                    <a:lumMod val="65000"/>
                  </a:schemeClr>
                </a:solidFill>
              </a:defRPr>
            </a:lvl1pPr>
          </a:lstStyle>
          <a:p>
            <a:fld id="{BAD56BAB-9B7B-4C09-8A45-659D39241E09}" type="slidenum">
              <a:rPr lang="es-CL" smtClean="0"/>
              <a:t>‹Nº›</a:t>
            </a:fld>
            <a:endParaRPr lang="es-CL"/>
          </a:p>
        </p:txBody>
      </p:sp>
      <p:sp>
        <p:nvSpPr>
          <p:cNvPr id="9" name="Title 2">
            <a:extLst>
              <a:ext uri="{FF2B5EF4-FFF2-40B4-BE49-F238E27FC236}">
                <a16:creationId xmlns:a16="http://schemas.microsoft.com/office/drawing/2014/main" id="{50D7E829-0820-3DB9-FA55-7C961469D717}"/>
              </a:ext>
            </a:extLst>
          </p:cNvPr>
          <p:cNvSpPr>
            <a:spLocks noGrp="1"/>
          </p:cNvSpPr>
          <p:nvPr>
            <p:ph type="title"/>
          </p:nvPr>
        </p:nvSpPr>
        <p:spPr>
          <a:xfrm>
            <a:off x="1104900" y="685800"/>
            <a:ext cx="10477497" cy="898555"/>
          </a:xfrm>
        </p:spPr>
        <p:txBody>
          <a:bodyPr anchor="t" anchorCtr="0">
            <a:noAutofit/>
          </a:bodyPr>
          <a:lstStyle>
            <a:lvl1pPr>
              <a:defRPr sz="3200" b="1">
                <a:solidFill>
                  <a:schemeClr val="tx1"/>
                </a:solidFill>
              </a:defRPr>
            </a:lvl1pPr>
          </a:lstStyle>
          <a:p>
            <a:r>
              <a:rPr lang="es-MX"/>
              <a:t>Haz clic para modificar el estilo de título del patrón</a:t>
            </a:r>
            <a:endParaRPr lang="en-US" dirty="0"/>
          </a:p>
        </p:txBody>
      </p:sp>
    </p:spTree>
    <p:extLst>
      <p:ext uri="{BB962C8B-B14F-4D97-AF65-F5344CB8AC3E}">
        <p14:creationId xmlns:p14="http://schemas.microsoft.com/office/powerpoint/2010/main" val="260649636"/>
      </p:ext>
    </p:extLst>
  </p:cSld>
  <p:clrMapOvr>
    <a:masterClrMapping/>
  </p:clrMapOvr>
  <p:extLst>
    <p:ext uri="{DCECCB84-F9BA-43D5-87BE-67443E8EF086}">
      <p15:sldGuideLst xmlns:p15="http://schemas.microsoft.com/office/powerpoint/2012/main"/>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En blanco">
    <p:spTree>
      <p:nvGrpSpPr>
        <p:cNvPr id="1" name=""/>
        <p:cNvGrpSpPr/>
        <p:nvPr/>
      </p:nvGrpSpPr>
      <p:grpSpPr>
        <a:xfrm>
          <a:off x="0" y="0"/>
          <a:ext cx="0" cy="0"/>
          <a:chOff x="0" y="0"/>
          <a:chExt cx="0" cy="0"/>
        </a:xfrm>
      </p:grpSpPr>
    </p:spTree>
    <p:extLst>
      <p:ext uri="{BB962C8B-B14F-4D97-AF65-F5344CB8AC3E}">
        <p14:creationId xmlns:p14="http://schemas.microsoft.com/office/powerpoint/2010/main" val="305463691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Blank Footer Black">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981C625F-C66F-1373-141C-E36C160D0D3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3" name="TextBox 2">
            <a:extLst>
              <a:ext uri="{FF2B5EF4-FFF2-40B4-BE49-F238E27FC236}">
                <a16:creationId xmlns:a16="http://schemas.microsoft.com/office/drawing/2014/main" id="{A8E6E8FD-F743-B760-4565-52A5B0B667B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4" name="TextBox 3">
            <a:extLst>
              <a:ext uri="{FF2B5EF4-FFF2-40B4-BE49-F238E27FC236}">
                <a16:creationId xmlns:a16="http://schemas.microsoft.com/office/drawing/2014/main" id="{8DF76087-D7C9-C1C3-5E17-263AB892AD6D}"/>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103841687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B Purple Half Lef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p:nvSpPr>
        <p:spPr>
          <a:xfrm>
            <a:off x="0" y="0"/>
            <a:ext cx="6096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Graphic 8">
            <a:extLst>
              <a:ext uri="{FF2B5EF4-FFF2-40B4-BE49-F238E27FC236}">
                <a16:creationId xmlns:a16="http://schemas.microsoft.com/office/drawing/2014/main" id="{EE1FD067-74D8-0E64-F510-C09BEC15D05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10" name="TextBox 9">
            <a:extLst>
              <a:ext uri="{FF2B5EF4-FFF2-40B4-BE49-F238E27FC236}">
                <a16:creationId xmlns:a16="http://schemas.microsoft.com/office/drawing/2014/main" id="{116E64D5-8E4A-3059-BC15-EB884BE08EC3}"/>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2" name="TextBox 1">
            <a:extLst>
              <a:ext uri="{FF2B5EF4-FFF2-40B4-BE49-F238E27FC236}">
                <a16:creationId xmlns:a16="http://schemas.microsoft.com/office/drawing/2014/main" id="{0DFD1F0B-69D7-F3A9-055F-2A986648AD27}"/>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1667612540"/>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B Purple Half Righ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p:nvSpPr>
        <p:spPr>
          <a:xfrm>
            <a:off x="6096000" y="0"/>
            <a:ext cx="6096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6DB79317-11D6-0AF3-4B54-BDA534C904B3}"/>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3C7209B0-4D3E-B28A-692D-AB3B431BDB03}"/>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2" name="TextBox 1">
            <a:extLst>
              <a:ext uri="{FF2B5EF4-FFF2-40B4-BE49-F238E27FC236}">
                <a16:creationId xmlns:a16="http://schemas.microsoft.com/office/drawing/2014/main" id="{65158A56-C172-10B2-D489-16D7DACEC5FE}"/>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3737781471"/>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B Gray Half Lef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p:nvSpPr>
        <p:spPr>
          <a:xfrm>
            <a:off x="0" y="0"/>
            <a:ext cx="6096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Graphic 1">
            <a:extLst>
              <a:ext uri="{FF2B5EF4-FFF2-40B4-BE49-F238E27FC236}">
                <a16:creationId xmlns:a16="http://schemas.microsoft.com/office/drawing/2014/main" id="{0ABA3577-65BA-7CC4-5395-E38F2A7AC772}"/>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4" name="TextBox 3">
            <a:extLst>
              <a:ext uri="{FF2B5EF4-FFF2-40B4-BE49-F238E27FC236}">
                <a16:creationId xmlns:a16="http://schemas.microsoft.com/office/drawing/2014/main" id="{E135DE03-26E8-0184-A39C-5A462BDC2DCF}"/>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5" name="TextBox 4">
            <a:extLst>
              <a:ext uri="{FF2B5EF4-FFF2-40B4-BE49-F238E27FC236}">
                <a16:creationId xmlns:a16="http://schemas.microsoft.com/office/drawing/2014/main" id="{19F91899-8397-C452-E914-5DA32F2E64BE}"/>
              </a:ext>
            </a:extLst>
          </p:cNvPr>
          <p:cNvSpPr txBox="1"/>
          <p:nvPr/>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1434009399"/>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B Gray Half Righ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p:nvSpPr>
        <p:spPr>
          <a:xfrm>
            <a:off x="6096000" y="0"/>
            <a:ext cx="6096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7695EB3C-8530-E0C8-4217-5508CF63DB53}"/>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59450D81-7260-A5B0-C045-065E98F3D872}"/>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2" name="TextBox 1">
            <a:extLst>
              <a:ext uri="{FF2B5EF4-FFF2-40B4-BE49-F238E27FC236}">
                <a16:creationId xmlns:a16="http://schemas.microsoft.com/office/drawing/2014/main" id="{C8E4D3A3-6199-EF4C-2D38-F8DA60A48FEE}"/>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1504154972"/>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B Green Half Lef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p:nvSpPr>
        <p:spPr>
          <a:xfrm>
            <a:off x="0" y="0"/>
            <a:ext cx="6096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Graphic 1">
            <a:extLst>
              <a:ext uri="{FF2B5EF4-FFF2-40B4-BE49-F238E27FC236}">
                <a16:creationId xmlns:a16="http://schemas.microsoft.com/office/drawing/2014/main" id="{40CB40AC-8E27-B4CE-FE98-617281F61892}"/>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5" name="TextBox 4">
            <a:extLst>
              <a:ext uri="{FF2B5EF4-FFF2-40B4-BE49-F238E27FC236}">
                <a16:creationId xmlns:a16="http://schemas.microsoft.com/office/drawing/2014/main" id="{08A44510-D9B6-3D27-0025-27FFAAD9F8AE}"/>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6" name="TextBox 5">
            <a:extLst>
              <a:ext uri="{FF2B5EF4-FFF2-40B4-BE49-F238E27FC236}">
                <a16:creationId xmlns:a16="http://schemas.microsoft.com/office/drawing/2014/main" id="{B9DBE2C0-3213-6D2D-4479-AD9B8089A641}"/>
              </a:ext>
            </a:extLst>
          </p:cNvPr>
          <p:cNvSpPr txBox="1"/>
          <p:nvPr/>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3298294276"/>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B Green Half Righ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p:nvSpPr>
        <p:spPr>
          <a:xfrm>
            <a:off x="6096000" y="0"/>
            <a:ext cx="6096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61839101-BBAA-D670-10CD-40BF5E0392E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DCCF7E87-236E-67B1-F9B1-5ACC27A1C0BF}"/>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2" name="TextBox 1">
            <a:extLst>
              <a:ext uri="{FF2B5EF4-FFF2-40B4-BE49-F238E27FC236}">
                <a16:creationId xmlns:a16="http://schemas.microsoft.com/office/drawing/2014/main" id="{8B6E2BFF-AA3C-F635-EDE7-1D4D95732292}"/>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2919767465"/>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B Purple Third Lef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788CB9F-7B69-6D25-41A0-F5D4BFE324C9}"/>
              </a:ext>
            </a:extLst>
          </p:cNvPr>
          <p:cNvSpPr/>
          <p:nvPr/>
        </p:nvSpPr>
        <p:spPr>
          <a:xfrm>
            <a:off x="0"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2E0AAAEA-1F16-516A-417D-DC9DF964E800}"/>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5" name="TextBox 4">
            <a:extLst>
              <a:ext uri="{FF2B5EF4-FFF2-40B4-BE49-F238E27FC236}">
                <a16:creationId xmlns:a16="http://schemas.microsoft.com/office/drawing/2014/main" id="{66FD55EF-B73C-D814-E528-7EF5EBB86F1C}"/>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4" name="TextBox 3">
            <a:extLst>
              <a:ext uri="{FF2B5EF4-FFF2-40B4-BE49-F238E27FC236}">
                <a16:creationId xmlns:a16="http://schemas.microsoft.com/office/drawing/2014/main" id="{4077C5A4-055F-072E-16C5-84527D1FFDB1}"/>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2550885819"/>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B Purple Third Righ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8A5C8E9-F647-20C1-E64B-5FADBF7E8499}"/>
              </a:ext>
            </a:extLst>
          </p:cNvPr>
          <p:cNvSpPr/>
          <p:nvPr/>
        </p:nvSpPr>
        <p:spPr>
          <a:xfrm>
            <a:off x="8128016"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C66E5DE2-889D-3DE4-3572-3DCEEA210F8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7C932288-F84C-D66E-3E63-ED023CEAD97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3" name="TextBox 2">
            <a:extLst>
              <a:ext uri="{FF2B5EF4-FFF2-40B4-BE49-F238E27FC236}">
                <a16:creationId xmlns:a16="http://schemas.microsoft.com/office/drawing/2014/main" id="{12AA4C6E-89CC-BA61-A575-3A36232457CA}"/>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604548511"/>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B Gray Third Lef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B3401B5-FB7E-EDEB-5D87-90FA593EF7F8}"/>
              </a:ext>
            </a:extLst>
          </p:cNvPr>
          <p:cNvSpPr/>
          <p:nvPr/>
        </p:nvSpPr>
        <p:spPr>
          <a:xfrm>
            <a:off x="0" y="0"/>
            <a:ext cx="4063984"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9D04E6AC-3638-47BF-6BFD-E68AF8093AD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5" name="TextBox 4">
            <a:extLst>
              <a:ext uri="{FF2B5EF4-FFF2-40B4-BE49-F238E27FC236}">
                <a16:creationId xmlns:a16="http://schemas.microsoft.com/office/drawing/2014/main" id="{AC033454-6E80-8B9B-BBCB-6434F5D21BAD}"/>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6" name="TextBox 5">
            <a:extLst>
              <a:ext uri="{FF2B5EF4-FFF2-40B4-BE49-F238E27FC236}">
                <a16:creationId xmlns:a16="http://schemas.microsoft.com/office/drawing/2014/main" id="{6F42D7DB-F5BA-604F-2A99-DBAB5A8DE7ED}"/>
              </a:ext>
            </a:extLst>
          </p:cNvPr>
          <p:cNvSpPr txBox="1"/>
          <p:nvPr/>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3791545354"/>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B Gray Third Righ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p:nvSpPr>
        <p:spPr>
          <a:xfrm>
            <a:off x="8128016" y="0"/>
            <a:ext cx="4063984"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145C3B88-0182-B843-BB3B-F145067D5C9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CC84ADAE-B350-C159-D672-6F29FE4CC4FD}"/>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3" name="TextBox 2">
            <a:extLst>
              <a:ext uri="{FF2B5EF4-FFF2-40B4-BE49-F238E27FC236}">
                <a16:creationId xmlns:a16="http://schemas.microsoft.com/office/drawing/2014/main" id="{83FB9DF3-A55E-DBF2-C049-8624E2CA3238}"/>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3409379923"/>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B Green Third Lef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B3401B5-FB7E-EDEB-5D87-90FA593EF7F8}"/>
              </a:ext>
            </a:extLst>
          </p:cNvPr>
          <p:cNvSpPr/>
          <p:nvPr/>
        </p:nvSpPr>
        <p:spPr>
          <a:xfrm>
            <a:off x="0" y="0"/>
            <a:ext cx="4063984"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3668F462-6E9A-C654-C321-DFBF69C7A66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5" name="TextBox 4">
            <a:extLst>
              <a:ext uri="{FF2B5EF4-FFF2-40B4-BE49-F238E27FC236}">
                <a16:creationId xmlns:a16="http://schemas.microsoft.com/office/drawing/2014/main" id="{2F75F911-FCDF-6D37-1A4E-6CFB26AAEB35}"/>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6" name="TextBox 5">
            <a:extLst>
              <a:ext uri="{FF2B5EF4-FFF2-40B4-BE49-F238E27FC236}">
                <a16:creationId xmlns:a16="http://schemas.microsoft.com/office/drawing/2014/main" id="{6F4A93C5-2125-4620-62DB-C8E3A6CA982A}"/>
              </a:ext>
            </a:extLst>
          </p:cNvPr>
          <p:cNvSpPr txBox="1"/>
          <p:nvPr/>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2869141794"/>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B Green Third Righ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p:nvSpPr>
        <p:spPr>
          <a:xfrm>
            <a:off x="8128016" y="0"/>
            <a:ext cx="4063984"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CE396D46-CDE6-66B6-0A7B-6DEC14B972B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36462404-BF65-8481-4332-5DF7AD5ED1C9}"/>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3" name="TextBox 2">
            <a:extLst>
              <a:ext uri="{FF2B5EF4-FFF2-40B4-BE49-F238E27FC236}">
                <a16:creationId xmlns:a16="http://schemas.microsoft.com/office/drawing/2014/main" id="{CC6232A2-9E4F-3C88-D771-7120FAD75090}"/>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3280841514"/>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Blank Pur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p:nvSpPr>
        <p:spPr>
          <a:xfrm>
            <a:off x="0" y="0"/>
            <a:ext cx="12192000"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7F4F974E-F629-0B9E-90C7-6BA76E29618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D8B03757-D8E3-42CD-21F7-B5A125EE77E1}"/>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3" name="TextBox 2">
            <a:extLst>
              <a:ext uri="{FF2B5EF4-FFF2-40B4-BE49-F238E27FC236}">
                <a16:creationId xmlns:a16="http://schemas.microsoft.com/office/drawing/2014/main" id="{221DA2E6-F483-60DE-DF61-B60C10DBDE89}"/>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1738768941"/>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Blank Dark Pur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p:nvSpPr>
        <p:spPr>
          <a:xfrm>
            <a:off x="0" y="0"/>
            <a:ext cx="1219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7F4F974E-F629-0B9E-90C7-6BA76E29618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D8B03757-D8E3-42CD-21F7-B5A125EE77E1}"/>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3" name="TextBox 2">
            <a:extLst>
              <a:ext uri="{FF2B5EF4-FFF2-40B4-BE49-F238E27FC236}">
                <a16:creationId xmlns:a16="http://schemas.microsoft.com/office/drawing/2014/main" id="{A593DCF4-AC60-B9D8-A985-C1CFC1A5AD75}"/>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4293916890"/>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Blank Dark Green">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p:nvSpPr>
        <p:spPr>
          <a:xfrm>
            <a:off x="0" y="0"/>
            <a:ext cx="12192000" cy="6858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7F4F974E-F629-0B9E-90C7-6BA76E29618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D8B03757-D8E3-42CD-21F7-B5A125EE77E1}"/>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3" name="TextBox 2">
            <a:extLst>
              <a:ext uri="{FF2B5EF4-FFF2-40B4-BE49-F238E27FC236}">
                <a16:creationId xmlns:a16="http://schemas.microsoft.com/office/drawing/2014/main" id="{EFFC058F-486D-43DF-4B5C-09387CA4F8E1}"/>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2856852189"/>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Blank Warm Gray">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9FF5FB22-C2EA-99F6-EF38-AD4BBB0C345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603AEA50-DA2C-915C-545F-713FCDF35A3F}"/>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3" name="TextBox 2">
            <a:extLst>
              <a:ext uri="{FF2B5EF4-FFF2-40B4-BE49-F238E27FC236}">
                <a16:creationId xmlns:a16="http://schemas.microsoft.com/office/drawing/2014/main" id="{9D0EA6DE-76EE-C5B8-0477-8D50A19F0758}"/>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2332805747"/>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Blank Foo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203918232"/>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image" Target="../media/image1.svg"/><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45.xml"/><Relationship Id="rId13" Type="http://schemas.openxmlformats.org/officeDocument/2006/relationships/slideLayout" Target="../slideLayouts/slideLayout50.xml"/><Relationship Id="rId18" Type="http://schemas.openxmlformats.org/officeDocument/2006/relationships/slideLayout" Target="../slideLayouts/slideLayout55.xml"/><Relationship Id="rId3" Type="http://schemas.openxmlformats.org/officeDocument/2006/relationships/slideLayout" Target="../slideLayouts/slideLayout40.xml"/><Relationship Id="rId7" Type="http://schemas.openxmlformats.org/officeDocument/2006/relationships/slideLayout" Target="../slideLayouts/slideLayout44.xml"/><Relationship Id="rId12" Type="http://schemas.openxmlformats.org/officeDocument/2006/relationships/slideLayout" Target="../slideLayouts/slideLayout49.xml"/><Relationship Id="rId17" Type="http://schemas.openxmlformats.org/officeDocument/2006/relationships/slideLayout" Target="../slideLayouts/slideLayout54.xml"/><Relationship Id="rId2" Type="http://schemas.openxmlformats.org/officeDocument/2006/relationships/slideLayout" Target="../slideLayouts/slideLayout39.xml"/><Relationship Id="rId16" Type="http://schemas.openxmlformats.org/officeDocument/2006/relationships/slideLayout" Target="../slideLayouts/slideLayout53.xml"/><Relationship Id="rId20" Type="http://schemas.openxmlformats.org/officeDocument/2006/relationships/theme" Target="../theme/theme2.xml"/><Relationship Id="rId1" Type="http://schemas.openxmlformats.org/officeDocument/2006/relationships/slideLayout" Target="../slideLayouts/slideLayout38.xml"/><Relationship Id="rId6" Type="http://schemas.openxmlformats.org/officeDocument/2006/relationships/slideLayout" Target="../slideLayouts/slideLayout43.xml"/><Relationship Id="rId11" Type="http://schemas.openxmlformats.org/officeDocument/2006/relationships/slideLayout" Target="../slideLayouts/slideLayout48.xml"/><Relationship Id="rId5" Type="http://schemas.openxmlformats.org/officeDocument/2006/relationships/slideLayout" Target="../slideLayouts/slideLayout42.xml"/><Relationship Id="rId15" Type="http://schemas.openxmlformats.org/officeDocument/2006/relationships/slideLayout" Target="../slideLayouts/slideLayout52.xml"/><Relationship Id="rId10" Type="http://schemas.openxmlformats.org/officeDocument/2006/relationships/slideLayout" Target="../slideLayouts/slideLayout47.xml"/><Relationship Id="rId19" Type="http://schemas.openxmlformats.org/officeDocument/2006/relationships/slideLayout" Target="../slideLayouts/slideLayout56.xml"/><Relationship Id="rId4" Type="http://schemas.openxmlformats.org/officeDocument/2006/relationships/slideLayout" Target="../slideLayouts/slideLayout41.xml"/><Relationship Id="rId9" Type="http://schemas.openxmlformats.org/officeDocument/2006/relationships/slideLayout" Target="../slideLayouts/slideLayout46.xml"/><Relationship Id="rId14" Type="http://schemas.openxmlformats.org/officeDocument/2006/relationships/slideLayout" Target="../slideLayouts/slideLayout5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7AE723A-1CD3-C976-D546-D7B1E1A72778}"/>
              </a:ext>
            </a:extLst>
          </p:cNvPr>
          <p:cNvSpPr>
            <a:spLocks noGrp="1"/>
          </p:cNvSpPr>
          <p:nvPr>
            <p:ph type="title"/>
          </p:nvPr>
        </p:nvSpPr>
        <p:spPr>
          <a:xfrm>
            <a:off x="838200" y="365125"/>
            <a:ext cx="10515600" cy="613309"/>
          </a:xfrm>
          <a:prstGeom prst="rect">
            <a:avLst/>
          </a:prstGeom>
        </p:spPr>
        <p:txBody>
          <a:bodyPr vert="horz" lIns="0" tIns="0" rIns="0" bIns="0" rtlCol="0" anchor="t" anchorCtr="0">
            <a:spAutoFit/>
          </a:bodyPr>
          <a:lstStyle/>
          <a:p>
            <a:r>
              <a:rPr lang="es-ES"/>
              <a:t>Haga clic para modificar el estilo de título del patrón</a:t>
            </a:r>
            <a:endParaRPr lang="en-US" dirty="0"/>
          </a:p>
        </p:txBody>
      </p:sp>
      <p:sp>
        <p:nvSpPr>
          <p:cNvPr id="3" name="Text Placeholder 2">
            <a:extLst>
              <a:ext uri="{FF2B5EF4-FFF2-40B4-BE49-F238E27FC236}">
                <a16:creationId xmlns:a16="http://schemas.microsoft.com/office/drawing/2014/main" id="{CF5A2E2D-CDA6-D65D-5A28-67459EB16D90}"/>
              </a:ext>
            </a:extLst>
          </p:cNvPr>
          <p:cNvSpPr>
            <a:spLocks noGrp="1"/>
          </p:cNvSpPr>
          <p:nvPr>
            <p:ph type="body" idx="1"/>
          </p:nvPr>
        </p:nvSpPr>
        <p:spPr>
          <a:xfrm>
            <a:off x="838200" y="1825625"/>
            <a:ext cx="10515600" cy="1684948"/>
          </a:xfrm>
          <a:prstGeom prst="rect">
            <a:avLst/>
          </a:prstGeom>
        </p:spPr>
        <p:txBody>
          <a:bodyPr vert="horz" lIns="0" tIns="0" rIns="0" bIns="0" rtlCol="0">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6" name="Graphic 5">
            <a:extLst>
              <a:ext uri="{FF2B5EF4-FFF2-40B4-BE49-F238E27FC236}">
                <a16:creationId xmlns:a16="http://schemas.microsoft.com/office/drawing/2014/main" id="{98C54377-C373-3751-A275-A17B11FE1BB6}"/>
              </a:ext>
            </a:extLst>
          </p:cNvPr>
          <p:cNvPicPr>
            <a:picLocks noChangeAspect="1"/>
          </p:cNvPicPr>
          <p:nvPr/>
        </p:nvPicPr>
        <p:blipFill>
          <a:blip>
            <a:extLst>
              <a:ext uri="{96DAC541-7B7A-43D3-8B79-37D633B846F1}">
                <asvg:svgBlip xmlns:asvg="http://schemas.microsoft.com/office/drawing/2016/SVG/main" r:embed="rId39"/>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E00D8F4A-848B-F513-FE1A-5A86C8B8CF84}"/>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4" name="TextBox 3">
            <a:extLst>
              <a:ext uri="{FF2B5EF4-FFF2-40B4-BE49-F238E27FC236}">
                <a16:creationId xmlns:a16="http://schemas.microsoft.com/office/drawing/2014/main" id="{EDA225B6-A2B9-C109-E112-6ACDED1B4458}"/>
              </a:ext>
            </a:extLst>
          </p:cNvPr>
          <p:cNvSpPr txBox="1"/>
          <p:nvPr/>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4026005760"/>
      </p:ext>
    </p:extLst>
  </p:cSld>
  <p:clrMap bg1="lt1" tx1="dk1" bg2="lt2" tx2="dk2" accent1="accent1" accent2="accent2" accent3="accent3" accent4="accent4" accent5="accent5" accent6="accent6" hlink="hlink" folHlink="folHlink"/>
  <p:sldLayoutIdLst>
    <p:sldLayoutId id="2147483712" r:id="rId1"/>
    <p:sldLayoutId id="2147483713" r:id="rId2"/>
    <p:sldLayoutId id="2147483714" r:id="rId3"/>
    <p:sldLayoutId id="2147483715" r:id="rId4"/>
    <p:sldLayoutId id="2147483716" r:id="rId5"/>
    <p:sldLayoutId id="2147483717" r:id="rId6"/>
    <p:sldLayoutId id="2147483718" r:id="rId7"/>
    <p:sldLayoutId id="2147483719" r:id="rId8"/>
    <p:sldLayoutId id="2147483720" r:id="rId9"/>
    <p:sldLayoutId id="2147483721" r:id="rId10"/>
    <p:sldLayoutId id="2147483722" r:id="rId11"/>
    <p:sldLayoutId id="2147483723" r:id="rId12"/>
    <p:sldLayoutId id="2147483724" r:id="rId13"/>
    <p:sldLayoutId id="2147483725" r:id="rId14"/>
    <p:sldLayoutId id="2147483726" r:id="rId15"/>
    <p:sldLayoutId id="2147483727" r:id="rId16"/>
    <p:sldLayoutId id="2147483728" r:id="rId17"/>
    <p:sldLayoutId id="2147483729" r:id="rId18"/>
    <p:sldLayoutId id="2147483730" r:id="rId19"/>
    <p:sldLayoutId id="2147483731" r:id="rId20"/>
    <p:sldLayoutId id="2147483732" r:id="rId21"/>
    <p:sldLayoutId id="2147483733" r:id="rId22"/>
    <p:sldLayoutId id="2147483734" r:id="rId23"/>
    <p:sldLayoutId id="2147483735" r:id="rId24"/>
    <p:sldLayoutId id="2147483736" r:id="rId25"/>
    <p:sldLayoutId id="2147483737" r:id="rId26"/>
    <p:sldLayoutId id="2147483738" r:id="rId27"/>
    <p:sldLayoutId id="2147483739" r:id="rId28"/>
    <p:sldLayoutId id="2147483740" r:id="rId29"/>
    <p:sldLayoutId id="2147483741" r:id="rId30"/>
    <p:sldLayoutId id="2147483742" r:id="rId31"/>
    <p:sldLayoutId id="2147483743" r:id="rId32"/>
    <p:sldLayoutId id="2147483744" r:id="rId33"/>
    <p:sldLayoutId id="2147483745" r:id="rId34"/>
    <p:sldLayoutId id="2147483746" r:id="rId35"/>
    <p:sldLayoutId id="2147483747" r:id="rId36"/>
    <p:sldLayoutId id="2147483748" r:id="rId37"/>
  </p:sldLayoutIdLst>
  <p:txStyles>
    <p:title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20937083"/>
      </p:ext>
    </p:extLst>
  </p:cSld>
  <p:clrMap bg1="lt1" tx1="dk1" bg2="lt2" tx2="dk2" accent1="accent1" accent2="accent2" accent3="accent3" accent4="accent4" accent5="accent5" accent6="accent6" hlink="hlink" folHlink="folHlink"/>
  <p:sldLayoutIdLst>
    <p:sldLayoutId id="2147483751" r:id="rId1"/>
    <p:sldLayoutId id="2147483752" r:id="rId2"/>
    <p:sldLayoutId id="2147483753" r:id="rId3"/>
    <p:sldLayoutId id="2147483754" r:id="rId4"/>
    <p:sldLayoutId id="2147483755" r:id="rId5"/>
    <p:sldLayoutId id="2147483756" r:id="rId6"/>
    <p:sldLayoutId id="2147483757" r:id="rId7"/>
    <p:sldLayoutId id="2147483758" r:id="rId8"/>
    <p:sldLayoutId id="2147483759" r:id="rId9"/>
    <p:sldLayoutId id="2147483760" r:id="rId10"/>
    <p:sldLayoutId id="2147483761" r:id="rId11"/>
    <p:sldLayoutId id="2147483762" r:id="rId12"/>
    <p:sldLayoutId id="2147483763" r:id="rId13"/>
    <p:sldLayoutId id="2147483764" r:id="rId14"/>
    <p:sldLayoutId id="2147483765" r:id="rId15"/>
    <p:sldLayoutId id="2147483766" r:id="rId16"/>
    <p:sldLayoutId id="2147483767" r:id="rId17"/>
    <p:sldLayoutId id="2147483768" r:id="rId18"/>
    <p:sldLayoutId id="2147483769" r:id="rId19"/>
  </p:sldLayoutIdLst>
  <p:txStyles>
    <p:title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7.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7.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18.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svg"/><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2">
            <a:extLst>
              <a:ext uri="{FF2B5EF4-FFF2-40B4-BE49-F238E27FC236}">
                <a16:creationId xmlns:a16="http://schemas.microsoft.com/office/drawing/2014/main" id="{DD381F98-39A1-4ACC-B642-A72023AF9BC1}"/>
              </a:ext>
            </a:extLst>
          </p:cNvPr>
          <p:cNvSpPr>
            <a:spLocks noGrp="1"/>
          </p:cNvSpPr>
          <p:nvPr>
            <p:ph type="body" sz="quarter" idx="10"/>
          </p:nvPr>
        </p:nvSpPr>
        <p:spPr>
          <a:xfrm>
            <a:off x="556902" y="2249757"/>
            <a:ext cx="5427132" cy="1222707"/>
          </a:xfrm>
        </p:spPr>
        <p:txBody>
          <a:bodyPr/>
          <a:lstStyle/>
          <a:p>
            <a:r>
              <a:rPr lang="es-419" sz="4400" noProof="0" dirty="0"/>
              <a:t>Gestionar los espacios físicos</a:t>
            </a:r>
            <a:endParaRPr lang="es-419" noProof="0" dirty="0">
              <a:latin typeface="+mj-lt"/>
            </a:endParaRPr>
          </a:p>
        </p:txBody>
      </p:sp>
      <p:sp>
        <p:nvSpPr>
          <p:cNvPr id="4" name="Marcador de texto 3">
            <a:extLst>
              <a:ext uri="{FF2B5EF4-FFF2-40B4-BE49-F238E27FC236}">
                <a16:creationId xmlns:a16="http://schemas.microsoft.com/office/drawing/2014/main" id="{A1EF17AF-28D3-D529-32AF-17D3B44889E9}"/>
              </a:ext>
            </a:extLst>
          </p:cNvPr>
          <p:cNvSpPr>
            <a:spLocks noGrp="1"/>
          </p:cNvSpPr>
          <p:nvPr>
            <p:ph type="body" sz="quarter" idx="11"/>
          </p:nvPr>
        </p:nvSpPr>
        <p:spPr>
          <a:xfrm>
            <a:off x="556902" y="4116116"/>
            <a:ext cx="5427132" cy="292452"/>
          </a:xfrm>
        </p:spPr>
        <p:txBody>
          <a:bodyPr/>
          <a:lstStyle/>
          <a:p>
            <a:r>
              <a:rPr lang="es-419" sz="1800" noProof="0" dirty="0"/>
              <a:t>Instructivo</a:t>
            </a:r>
            <a:endParaRPr lang="es-419" noProof="0" dirty="0"/>
          </a:p>
        </p:txBody>
      </p:sp>
      <p:sp>
        <p:nvSpPr>
          <p:cNvPr id="5" name="Marcador de texto 4">
            <a:extLst>
              <a:ext uri="{FF2B5EF4-FFF2-40B4-BE49-F238E27FC236}">
                <a16:creationId xmlns:a16="http://schemas.microsoft.com/office/drawing/2014/main" id="{2FA6B18F-EA2A-7CBC-3E93-C1F7F4E03498}"/>
              </a:ext>
            </a:extLst>
          </p:cNvPr>
          <p:cNvSpPr>
            <a:spLocks noGrp="1"/>
          </p:cNvSpPr>
          <p:nvPr>
            <p:ph type="body" sz="quarter" idx="12"/>
          </p:nvPr>
        </p:nvSpPr>
        <p:spPr>
          <a:xfrm>
            <a:off x="556902" y="5609784"/>
            <a:ext cx="3032274" cy="398058"/>
          </a:xfrm>
        </p:spPr>
        <p:txBody>
          <a:bodyPr/>
          <a:lstStyle/>
          <a:p>
            <a:r>
              <a:rPr lang="es-419" noProof="0" dirty="0"/>
              <a:t>Universidad Señor de SIPAN</a:t>
            </a:r>
          </a:p>
          <a:p>
            <a:endParaRPr lang="es-419" noProof="0" dirty="0"/>
          </a:p>
        </p:txBody>
      </p:sp>
      <p:sp>
        <p:nvSpPr>
          <p:cNvPr id="6" name="Marcador de texto 5">
            <a:extLst>
              <a:ext uri="{FF2B5EF4-FFF2-40B4-BE49-F238E27FC236}">
                <a16:creationId xmlns:a16="http://schemas.microsoft.com/office/drawing/2014/main" id="{A443CD79-4398-E2BF-7DA3-6D4242DEF819}"/>
              </a:ext>
            </a:extLst>
          </p:cNvPr>
          <p:cNvSpPr>
            <a:spLocks noGrp="1"/>
          </p:cNvSpPr>
          <p:nvPr>
            <p:ph type="body" sz="quarter" idx="13"/>
          </p:nvPr>
        </p:nvSpPr>
        <p:spPr/>
        <p:txBody>
          <a:bodyPr vert="horz" lIns="0" tIns="0" rIns="0" bIns="0" rtlCol="0" anchor="t">
            <a:spAutoFit/>
          </a:bodyPr>
          <a:lstStyle/>
          <a:p>
            <a:r>
              <a:rPr lang="es-419" dirty="0"/>
              <a:t>Julio</a:t>
            </a:r>
            <a:r>
              <a:rPr lang="es-419" noProof="0" dirty="0"/>
              <a:t>, 2026</a:t>
            </a:r>
          </a:p>
        </p:txBody>
      </p:sp>
      <p:pic>
        <p:nvPicPr>
          <p:cNvPr id="9" name="Marcador de posición de imagen 8" descr="Hombre usando laptop en la mesa&#10;&#10;El contenido generado por IA puede ser incorrecto.">
            <a:extLst>
              <a:ext uri="{FF2B5EF4-FFF2-40B4-BE49-F238E27FC236}">
                <a16:creationId xmlns:a16="http://schemas.microsoft.com/office/drawing/2014/main" id="{463F1222-4001-B2EF-6171-A04831BC2CC8}"/>
              </a:ext>
            </a:extLst>
          </p:cNvPr>
          <p:cNvPicPr>
            <a:picLocks noGrp="1" noChangeAspect="1"/>
          </p:cNvPicPr>
          <p:nvPr>
            <p:ph type="pic" sz="quarter" idx="14"/>
          </p:nvPr>
        </p:nvPicPr>
        <p:blipFill>
          <a:blip r:embed="rId2">
            <a:extLst>
              <a:ext uri="{28A0092B-C50C-407E-A947-70E740481C1C}">
                <a14:useLocalDpi xmlns:a14="http://schemas.microsoft.com/office/drawing/2010/main" val="0"/>
              </a:ext>
            </a:extLst>
          </a:blip>
          <a:srcRect t="15407" b="15407"/>
          <a:stretch>
            <a:fillRect/>
          </a:stretch>
        </p:blipFill>
        <p:spPr/>
      </p:pic>
    </p:spTree>
    <p:extLst>
      <p:ext uri="{BB962C8B-B14F-4D97-AF65-F5344CB8AC3E}">
        <p14:creationId xmlns:p14="http://schemas.microsoft.com/office/powerpoint/2010/main" val="33531149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Vertical Text Placeholder 9">
            <a:extLst>
              <a:ext uri="{FF2B5EF4-FFF2-40B4-BE49-F238E27FC236}">
                <a16:creationId xmlns:a16="http://schemas.microsoft.com/office/drawing/2014/main" id="{61C17162-17F1-530F-F6BC-4203C78DA55D}"/>
              </a:ext>
            </a:extLst>
          </p:cNvPr>
          <p:cNvSpPr>
            <a:spLocks noGrp="1"/>
          </p:cNvSpPr>
          <p:nvPr>
            <p:ph type="body" orient="vert" sz="quarter" idx="10"/>
          </p:nvPr>
        </p:nvSpPr>
        <p:spPr/>
        <p:txBody>
          <a:bodyPr/>
          <a:lstStyle/>
          <a:p>
            <a:r>
              <a:rPr lang="es-419" sz="1200" noProof="0" dirty="0"/>
              <a:t>Gestionar los espacios físicos</a:t>
            </a:r>
            <a:endParaRPr lang="es-419" noProof="0" dirty="0"/>
          </a:p>
        </p:txBody>
      </p:sp>
      <p:graphicFrame>
        <p:nvGraphicFramePr>
          <p:cNvPr id="4" name="Table 2">
            <a:extLst>
              <a:ext uri="{FF2B5EF4-FFF2-40B4-BE49-F238E27FC236}">
                <a16:creationId xmlns:a16="http://schemas.microsoft.com/office/drawing/2014/main" id="{86028BF8-A141-2E97-2FAA-0A37BCE60D2D}"/>
              </a:ext>
            </a:extLst>
          </p:cNvPr>
          <p:cNvGraphicFramePr>
            <a:graphicFrameLocks noGrp="1"/>
          </p:cNvGraphicFramePr>
          <p:nvPr>
            <p:extLst>
              <p:ext uri="{D42A27DB-BD31-4B8C-83A1-F6EECF244321}">
                <p14:modId xmlns:p14="http://schemas.microsoft.com/office/powerpoint/2010/main" val="2976800678"/>
              </p:ext>
            </p:extLst>
          </p:nvPr>
        </p:nvGraphicFramePr>
        <p:xfrm>
          <a:off x="786088" y="1651015"/>
          <a:ext cx="9058128" cy="3256796"/>
        </p:xfrm>
        <a:graphic>
          <a:graphicData uri="http://schemas.openxmlformats.org/drawingml/2006/table">
            <a:tbl>
              <a:tblPr>
                <a:tableStyleId>{5C22544A-7EE6-4342-B048-85BDC9FD1C3A}</a:tableStyleId>
              </a:tblPr>
              <a:tblGrid>
                <a:gridCol w="930128">
                  <a:extLst>
                    <a:ext uri="{9D8B030D-6E8A-4147-A177-3AD203B41FA5}">
                      <a16:colId xmlns:a16="http://schemas.microsoft.com/office/drawing/2014/main" val="1835725686"/>
                    </a:ext>
                  </a:extLst>
                </a:gridCol>
                <a:gridCol w="8128000">
                  <a:extLst>
                    <a:ext uri="{9D8B030D-6E8A-4147-A177-3AD203B41FA5}">
                      <a16:colId xmlns:a16="http://schemas.microsoft.com/office/drawing/2014/main" val="52046442"/>
                    </a:ext>
                  </a:extLst>
                </a:gridCol>
              </a:tblGrid>
              <a:tr h="814199">
                <a:tc>
                  <a:txBody>
                    <a:bodyPr/>
                    <a:lstStyle/>
                    <a:p>
                      <a:r>
                        <a:rPr lang="es-419" sz="2800" b="1" noProof="0" dirty="0">
                          <a:solidFill>
                            <a:schemeClr val="bg1"/>
                          </a:solidFill>
                        </a:rPr>
                        <a:t>01</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s-419" sz="2800" b="1" noProof="0" dirty="0" err="1">
                          <a:solidFill>
                            <a:schemeClr val="bg1"/>
                          </a:solidFill>
                        </a:rPr>
                        <a:t>Overview</a:t>
                      </a:r>
                      <a:endParaRPr lang="es-419" sz="2800" b="1" noProof="0" dirty="0">
                        <a:solidFill>
                          <a:schemeClr val="bg1"/>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41948859"/>
                  </a:ext>
                </a:extLst>
              </a:tr>
              <a:tr h="814199">
                <a:tc>
                  <a:txBody>
                    <a:bodyPr/>
                    <a:lstStyle/>
                    <a:p>
                      <a:r>
                        <a:rPr lang="es-419" sz="2800" b="1" noProof="0" dirty="0">
                          <a:solidFill>
                            <a:schemeClr val="bg1"/>
                          </a:solidFill>
                        </a:rPr>
                        <a:t>02</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s-419" sz="2800" b="1" noProof="0" dirty="0">
                          <a:solidFill>
                            <a:schemeClr val="bg1"/>
                          </a:solidFill>
                        </a:rPr>
                        <a:t>Configuraciones</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24980871"/>
                  </a:ext>
                </a:extLst>
              </a:tr>
              <a:tr h="814199">
                <a:tc>
                  <a:txBody>
                    <a:bodyPr/>
                    <a:lstStyle/>
                    <a:p>
                      <a:r>
                        <a:rPr lang="es-419" sz="2800" b="1" noProof="0" dirty="0">
                          <a:solidFill>
                            <a:schemeClr val="bg1"/>
                          </a:solidFill>
                        </a:rPr>
                        <a:t>03</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s-419" sz="2800" b="1" noProof="0" dirty="0">
                          <a:solidFill>
                            <a:schemeClr val="bg1"/>
                          </a:solidFill>
                        </a:rPr>
                        <a:t>Gestionar los espacios físicos</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19936347"/>
                  </a:ext>
                </a:extLst>
              </a:tr>
              <a:tr h="814199">
                <a:tc>
                  <a:txBody>
                    <a:bodyPr/>
                    <a:lstStyle/>
                    <a:p>
                      <a:r>
                        <a:rPr lang="es-419" sz="2800" b="1" noProof="0" dirty="0">
                          <a:solidFill>
                            <a:schemeClr val="bg1"/>
                          </a:solidFill>
                        </a:rPr>
                        <a:t>04</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s-419" sz="2800" b="1" noProof="0" dirty="0">
                          <a:solidFill>
                            <a:schemeClr val="bg1"/>
                          </a:solidFill>
                        </a:rPr>
                        <a:t>Resumen</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33436290"/>
                  </a:ext>
                </a:extLst>
              </a:tr>
            </a:tbl>
          </a:graphicData>
        </a:graphic>
      </p:graphicFrame>
    </p:spTree>
    <p:extLst>
      <p:ext uri="{BB962C8B-B14F-4D97-AF65-F5344CB8AC3E}">
        <p14:creationId xmlns:p14="http://schemas.microsoft.com/office/powerpoint/2010/main" val="42515711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Vertical Text Placeholder 9">
            <a:extLst>
              <a:ext uri="{FF2B5EF4-FFF2-40B4-BE49-F238E27FC236}">
                <a16:creationId xmlns:a16="http://schemas.microsoft.com/office/drawing/2014/main" id="{61C17162-17F1-530F-F6BC-4203C78DA55D}"/>
              </a:ext>
            </a:extLst>
          </p:cNvPr>
          <p:cNvSpPr>
            <a:spLocks noGrp="1"/>
          </p:cNvSpPr>
          <p:nvPr>
            <p:ph type="body" orient="vert" sz="quarter" idx="10"/>
          </p:nvPr>
        </p:nvSpPr>
        <p:spPr/>
        <p:txBody>
          <a:bodyPr/>
          <a:lstStyle/>
          <a:p>
            <a:r>
              <a:rPr lang="es-419" sz="1200" noProof="0" dirty="0"/>
              <a:t>Gestionar los espacios físicos</a:t>
            </a:r>
            <a:endParaRPr lang="es-419" noProof="0" dirty="0"/>
          </a:p>
        </p:txBody>
      </p:sp>
      <p:sp>
        <p:nvSpPr>
          <p:cNvPr id="16" name="Title 15">
            <a:extLst>
              <a:ext uri="{FF2B5EF4-FFF2-40B4-BE49-F238E27FC236}">
                <a16:creationId xmlns:a16="http://schemas.microsoft.com/office/drawing/2014/main" id="{E36F486A-1A18-4A72-1755-E54B412B189B}"/>
              </a:ext>
            </a:extLst>
          </p:cNvPr>
          <p:cNvSpPr>
            <a:spLocks noGrp="1"/>
          </p:cNvSpPr>
          <p:nvPr>
            <p:ph type="title"/>
          </p:nvPr>
        </p:nvSpPr>
        <p:spPr/>
        <p:txBody>
          <a:bodyPr/>
          <a:lstStyle/>
          <a:p>
            <a:r>
              <a:rPr lang="es-419" sz="3200" b="1" noProof="0" dirty="0" err="1">
                <a:solidFill>
                  <a:schemeClr val="bg1"/>
                </a:solidFill>
              </a:rPr>
              <a:t>Overview</a:t>
            </a:r>
            <a:endParaRPr lang="es-419" sz="3200" b="1" noProof="0" dirty="0">
              <a:solidFill>
                <a:schemeClr val="bg1"/>
              </a:solidFill>
            </a:endParaRPr>
          </a:p>
        </p:txBody>
      </p:sp>
      <p:sp>
        <p:nvSpPr>
          <p:cNvPr id="17" name="Text Placeholder 16">
            <a:extLst>
              <a:ext uri="{FF2B5EF4-FFF2-40B4-BE49-F238E27FC236}">
                <a16:creationId xmlns:a16="http://schemas.microsoft.com/office/drawing/2014/main" id="{4B4C8632-4464-5AEC-A279-4414A5A8BC79}"/>
              </a:ext>
            </a:extLst>
          </p:cNvPr>
          <p:cNvSpPr>
            <a:spLocks noGrp="1"/>
          </p:cNvSpPr>
          <p:nvPr>
            <p:ph type="body" sz="quarter" idx="18"/>
          </p:nvPr>
        </p:nvSpPr>
        <p:spPr/>
        <p:txBody>
          <a:bodyPr/>
          <a:lstStyle/>
          <a:p>
            <a:endParaRPr lang="es-419" noProof="0" dirty="0"/>
          </a:p>
        </p:txBody>
      </p:sp>
    </p:spTree>
    <p:extLst>
      <p:ext uri="{BB962C8B-B14F-4D97-AF65-F5344CB8AC3E}">
        <p14:creationId xmlns:p14="http://schemas.microsoft.com/office/powerpoint/2010/main" val="26505762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Vertical Text Placeholder 3">
            <a:extLst>
              <a:ext uri="{FF2B5EF4-FFF2-40B4-BE49-F238E27FC236}">
                <a16:creationId xmlns:a16="http://schemas.microsoft.com/office/drawing/2014/main" id="{E84A95C1-A1C4-874B-A0F8-44AB6CD99FF1}"/>
              </a:ext>
            </a:extLst>
          </p:cNvPr>
          <p:cNvSpPr>
            <a:spLocks noGrp="1"/>
          </p:cNvSpPr>
          <p:nvPr>
            <p:ph type="body" orient="vert" sz="quarter" idx="17"/>
          </p:nvPr>
        </p:nvSpPr>
        <p:spPr/>
        <p:txBody>
          <a:bodyPr/>
          <a:lstStyle/>
          <a:p>
            <a:r>
              <a:rPr lang="es-ES" sz="1200" dirty="0"/>
              <a:t>Gestionar Información de Docentes</a:t>
            </a:r>
            <a:endParaRPr lang="en-US" dirty="0"/>
          </a:p>
        </p:txBody>
      </p:sp>
      <p:sp>
        <p:nvSpPr>
          <p:cNvPr id="17" name="Slide Number Placeholder 16">
            <a:extLst>
              <a:ext uri="{FF2B5EF4-FFF2-40B4-BE49-F238E27FC236}">
                <a16:creationId xmlns:a16="http://schemas.microsoft.com/office/drawing/2014/main" id="{8AC1633D-9215-2128-452C-BEE52AEB6D5E}"/>
              </a:ext>
            </a:extLst>
          </p:cNvPr>
          <p:cNvSpPr>
            <a:spLocks noGrp="1"/>
          </p:cNvSpPr>
          <p:nvPr>
            <p:ph type="sldNum" sz="quarter" idx="4"/>
          </p:nvPr>
        </p:nvSpPr>
        <p:spPr/>
        <p:txBody>
          <a:bodyPr/>
          <a:lstStyle/>
          <a:p>
            <a:fld id="{4A16F8ED-7337-F64C-865A-41A1F48E54DF}" type="slidenum">
              <a:rPr lang="en-US" smtClean="0"/>
              <a:pPr/>
              <a:t>4</a:t>
            </a:fld>
            <a:endParaRPr lang="en-US" dirty="0"/>
          </a:p>
        </p:txBody>
      </p:sp>
      <p:sp>
        <p:nvSpPr>
          <p:cNvPr id="3" name="Title 2">
            <a:extLst>
              <a:ext uri="{FF2B5EF4-FFF2-40B4-BE49-F238E27FC236}">
                <a16:creationId xmlns:a16="http://schemas.microsoft.com/office/drawing/2014/main" id="{CE1505E3-5A51-3A2E-57EA-74DF6A59B9BE}"/>
              </a:ext>
            </a:extLst>
          </p:cNvPr>
          <p:cNvSpPr>
            <a:spLocks noGrp="1"/>
          </p:cNvSpPr>
          <p:nvPr>
            <p:ph type="title"/>
          </p:nvPr>
        </p:nvSpPr>
        <p:spPr>
          <a:xfrm>
            <a:off x="1463337" y="508268"/>
            <a:ext cx="9418021" cy="898555"/>
          </a:xfrm>
        </p:spPr>
        <p:txBody>
          <a:bodyPr/>
          <a:lstStyle/>
          <a:p>
            <a:r>
              <a:rPr lang="es-ES_tradnl" sz="3200" dirty="0">
                <a:solidFill>
                  <a:schemeClr val="tx2"/>
                </a:solidFill>
              </a:rPr>
              <a:t>Overview: </a:t>
            </a:r>
            <a:r>
              <a:rPr lang="es-ES_tradnl" sz="3200" b="1" dirty="0">
                <a:solidFill>
                  <a:schemeClr val="tx2"/>
                </a:solidFill>
              </a:rPr>
              <a:t>Mapa de capacidade</a:t>
            </a:r>
            <a:r>
              <a:rPr lang="es-ES_tradnl" dirty="0">
                <a:solidFill>
                  <a:schemeClr val="tx2"/>
                </a:solidFill>
              </a:rPr>
              <a:t>s</a:t>
            </a:r>
            <a:endParaRPr lang="en-US" dirty="0"/>
          </a:p>
        </p:txBody>
      </p:sp>
      <p:pic>
        <p:nvPicPr>
          <p:cNvPr id="2" name="Imagen 2">
            <a:extLst>
              <a:ext uri="{FF2B5EF4-FFF2-40B4-BE49-F238E27FC236}">
                <a16:creationId xmlns:a16="http://schemas.microsoft.com/office/drawing/2014/main" id="{6D376875-3136-5ACE-E996-9B4E075E371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5949" y="1203218"/>
            <a:ext cx="10180101" cy="4796619"/>
          </a:xfrm>
          <a:prstGeom prst="rect">
            <a:avLst/>
          </a:prstGeom>
        </p:spPr>
      </p:pic>
      <p:sp>
        <p:nvSpPr>
          <p:cNvPr id="6" name="Rectangle 5">
            <a:extLst>
              <a:ext uri="{FF2B5EF4-FFF2-40B4-BE49-F238E27FC236}">
                <a16:creationId xmlns:a16="http://schemas.microsoft.com/office/drawing/2014/main" id="{FF4DB912-CF9A-E979-C598-C656488BBE67}"/>
              </a:ext>
            </a:extLst>
          </p:cNvPr>
          <p:cNvSpPr/>
          <p:nvPr/>
        </p:nvSpPr>
        <p:spPr>
          <a:xfrm>
            <a:off x="1575480" y="4770407"/>
            <a:ext cx="3824656" cy="672861"/>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Tree>
    <p:extLst>
      <p:ext uri="{BB962C8B-B14F-4D97-AF65-F5344CB8AC3E}">
        <p14:creationId xmlns:p14="http://schemas.microsoft.com/office/powerpoint/2010/main" val="38987594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419" sz="1200" dirty="0"/>
              <a:t>Copiar oferta horaria de los cursos de un periodo anterior</a:t>
            </a:r>
            <a:endParaRPr lang="en-US" dirty="0"/>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p:txBody>
          <a:bodyPr/>
          <a:lstStyle/>
          <a:p>
            <a:r>
              <a:rPr lang="es-ES_tradnl" sz="3200" dirty="0" err="1">
                <a:solidFill>
                  <a:schemeClr val="tx2"/>
                </a:solidFill>
              </a:rPr>
              <a:t>Overview</a:t>
            </a:r>
            <a:r>
              <a:rPr lang="es-ES_tradnl" dirty="0">
                <a:solidFill>
                  <a:schemeClr val="tx2"/>
                </a:solidFill>
              </a:rPr>
              <a:t>: Capacidad operativa </a:t>
            </a:r>
            <a:r>
              <a:rPr lang="es-CO" dirty="0">
                <a:solidFill>
                  <a:schemeClr val="tx2"/>
                </a:solidFill>
              </a:rPr>
              <a:t>Gestión de la Programación Académica </a:t>
            </a:r>
            <a:endParaRPr lang="es-CL" dirty="0">
              <a:solidFill>
                <a:schemeClr val="tx2"/>
              </a:solidFill>
            </a:endParaRPr>
          </a:p>
        </p:txBody>
      </p:sp>
      <p:sp>
        <p:nvSpPr>
          <p:cNvPr id="7" name="Marcador de texto 1">
            <a:extLst>
              <a:ext uri="{FF2B5EF4-FFF2-40B4-BE49-F238E27FC236}">
                <a16:creationId xmlns:a16="http://schemas.microsoft.com/office/drawing/2014/main" id="{CB7A8793-8432-1052-4A39-DA1AAACF655C}"/>
              </a:ext>
            </a:extLst>
          </p:cNvPr>
          <p:cNvSpPr txBox="1">
            <a:spLocks/>
          </p:cNvSpPr>
          <p:nvPr/>
        </p:nvSpPr>
        <p:spPr>
          <a:xfrm>
            <a:off x="1104900" y="1584355"/>
            <a:ext cx="9698935" cy="4267198"/>
          </a:xfrm>
          <a:prstGeom prst="rect">
            <a:avLst/>
          </a:prstGeom>
        </p:spPr>
        <p:txBody>
          <a:bodyPr vert="horz" lIns="0" tIns="0" rIns="0" bIns="0" rtlCol="0" anchor="ctr">
            <a:noAutofit/>
          </a:bodyPr>
          <a:lstStyle>
            <a:lvl1pPr marL="174625" indent="-174625" algn="l" defTabSz="914400" rtl="0" eaLnBrk="1" latinLnBrk="0" hangingPunct="1">
              <a:lnSpc>
                <a:spcPct val="100000"/>
              </a:lnSpc>
              <a:spcBef>
                <a:spcPts val="0"/>
              </a:spcBef>
              <a:spcAft>
                <a:spcPts val="600"/>
              </a:spcAft>
              <a:buClr>
                <a:schemeClr val="accent2"/>
              </a:buClr>
              <a:buFont typeface="Arial" panose="020B0604020202020204" pitchFamily="34" charset="0"/>
              <a:buChar char="•"/>
              <a:tabLst/>
              <a:defRPr sz="1600" kern="1200">
                <a:solidFill>
                  <a:schemeClr val="tx1"/>
                </a:solidFill>
                <a:latin typeface="+mn-lt"/>
                <a:ea typeface="+mn-ea"/>
                <a:cs typeface="+mn-cs"/>
              </a:defRPr>
            </a:lvl1pPr>
            <a:lvl2pPr marL="342900" indent="-168275" algn="l" defTabSz="914400" rtl="0" eaLnBrk="1" latinLnBrk="0" hangingPunct="1">
              <a:lnSpc>
                <a:spcPct val="100000"/>
              </a:lnSpc>
              <a:spcBef>
                <a:spcPts val="0"/>
              </a:spcBef>
              <a:spcAft>
                <a:spcPts val="600"/>
              </a:spcAft>
              <a:buClr>
                <a:schemeClr val="accent2"/>
              </a:buClr>
              <a:buFont typeface="Arial" panose="020B0604020202020204" pitchFamily="34" charset="0"/>
              <a:buChar char="•"/>
              <a:tabLst/>
              <a:defRPr sz="1600" kern="1200">
                <a:solidFill>
                  <a:schemeClr val="tx1"/>
                </a:solidFill>
                <a:latin typeface="+mn-lt"/>
                <a:ea typeface="+mn-ea"/>
                <a:cs typeface="+mn-cs"/>
              </a:defRPr>
            </a:lvl2pPr>
            <a:lvl3pPr marL="519113" indent="-176213" algn="l" defTabSz="914400" rtl="0" eaLnBrk="1" latinLnBrk="0" hangingPunct="1">
              <a:lnSpc>
                <a:spcPct val="100000"/>
              </a:lnSpc>
              <a:spcBef>
                <a:spcPts val="0"/>
              </a:spcBef>
              <a:spcAft>
                <a:spcPts val="600"/>
              </a:spcAft>
              <a:buClr>
                <a:schemeClr val="accent2"/>
              </a:buClr>
              <a:buFont typeface="Arial" panose="020B0604020202020204" pitchFamily="34" charset="0"/>
              <a:buChar char="•"/>
              <a:tabLst/>
              <a:defRPr sz="1600" kern="1200">
                <a:solidFill>
                  <a:schemeClr val="tx1"/>
                </a:solidFill>
                <a:latin typeface="+mn-lt"/>
                <a:ea typeface="+mn-ea"/>
                <a:cs typeface="+mn-cs"/>
              </a:defRPr>
            </a:lvl3pPr>
            <a:lvl4pPr marL="685800" indent="-166688" algn="l" defTabSz="914400" rtl="0" eaLnBrk="1" latinLnBrk="0" hangingPunct="1">
              <a:lnSpc>
                <a:spcPct val="100000"/>
              </a:lnSpc>
              <a:spcBef>
                <a:spcPts val="0"/>
              </a:spcBef>
              <a:spcAft>
                <a:spcPts val="600"/>
              </a:spcAft>
              <a:buClr>
                <a:schemeClr val="accent2"/>
              </a:buClr>
              <a:buFont typeface="Arial" panose="020B0604020202020204" pitchFamily="34" charset="0"/>
              <a:buChar char="•"/>
              <a:tabLst/>
              <a:defRPr sz="1600" kern="1200">
                <a:solidFill>
                  <a:schemeClr val="tx1"/>
                </a:solidFill>
                <a:latin typeface="+mn-lt"/>
                <a:ea typeface="+mn-ea"/>
                <a:cs typeface="+mn-cs"/>
              </a:defRPr>
            </a:lvl4pPr>
            <a:lvl5pPr marL="862013" indent="-176213" algn="l" defTabSz="914400" rtl="0" eaLnBrk="1" latinLnBrk="0" hangingPunct="1">
              <a:lnSpc>
                <a:spcPct val="100000"/>
              </a:lnSpc>
              <a:spcBef>
                <a:spcPts val="0"/>
              </a:spcBef>
              <a:spcAft>
                <a:spcPts val="600"/>
              </a:spcAft>
              <a:buClr>
                <a:schemeClr val="accent2"/>
              </a:buClr>
              <a:buFont typeface="Arial" panose="020B0604020202020204" pitchFamily="34" charset="0"/>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buClr>
                <a:srgbClr val="0CB4B4"/>
              </a:buClr>
              <a:buFont typeface="Wingdings" panose="05000000000000000000" pitchFamily="2" charset="2"/>
              <a:buChar char="q"/>
            </a:pPr>
            <a:r>
              <a:rPr lang="es-419" sz="3200" b="1" dirty="0">
                <a:solidFill>
                  <a:srgbClr val="7030A0"/>
                </a:solidFill>
              </a:rPr>
              <a:t> </a:t>
            </a:r>
            <a:r>
              <a:rPr lang="es-419" sz="3200" dirty="0">
                <a:solidFill>
                  <a:srgbClr val="7030A0"/>
                </a:solidFill>
              </a:rPr>
              <a:t>Programación Académica</a:t>
            </a:r>
          </a:p>
          <a:p>
            <a:pPr marL="285750" indent="-285750">
              <a:buClr>
                <a:srgbClr val="0CB4B4"/>
              </a:buClr>
              <a:buFont typeface="Wingdings" panose="05000000000000000000" pitchFamily="2" charset="2"/>
              <a:buChar char="q"/>
            </a:pPr>
            <a:r>
              <a:rPr lang="es-419" sz="3200" dirty="0">
                <a:solidFill>
                  <a:srgbClr val="7030A0"/>
                </a:solidFill>
              </a:rPr>
              <a:t> </a:t>
            </a:r>
            <a:r>
              <a:rPr lang="es-419" sz="3200" b="1" dirty="0">
                <a:solidFill>
                  <a:srgbClr val="7030A0"/>
                </a:solidFill>
              </a:rPr>
              <a:t>Gestión de cursos(planta Física)</a:t>
            </a:r>
          </a:p>
          <a:p>
            <a:pPr marL="0" indent="0">
              <a:buClr>
                <a:srgbClr val="0CB4B4"/>
              </a:buClr>
              <a:buFont typeface="Arial" panose="020B0604020202020204" pitchFamily="34" charset="0"/>
              <a:buNone/>
            </a:pPr>
            <a:endParaRPr lang="es-CO" sz="3200" dirty="0"/>
          </a:p>
        </p:txBody>
      </p:sp>
    </p:spTree>
    <p:extLst>
      <p:ext uri="{BB962C8B-B14F-4D97-AF65-F5344CB8AC3E}">
        <p14:creationId xmlns:p14="http://schemas.microsoft.com/office/powerpoint/2010/main" val="5840020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21D2E5BD-8D92-BBEB-6DE7-7F46E2C205E5}"/>
              </a:ext>
            </a:extLst>
          </p:cNvPr>
          <p:cNvSpPr>
            <a:spLocks noGrp="1"/>
          </p:cNvSpPr>
          <p:nvPr>
            <p:ph type="body" sz="quarter" idx="18"/>
          </p:nvPr>
        </p:nvSpPr>
        <p:spPr>
          <a:xfrm>
            <a:off x="950845" y="1057296"/>
            <a:ext cx="10136257" cy="5412515"/>
          </a:xfrm>
        </p:spPr>
        <p:txBody>
          <a:bodyPr vert="horz" lIns="91440" tIns="45720" rIns="91440" bIns="45720" rtlCol="0" anchor="t">
            <a:noAutofit/>
          </a:bodyPr>
          <a:lstStyle/>
          <a:p>
            <a:pPr marL="0" indent="0" algn="just">
              <a:buClr>
                <a:srgbClr val="0CB4B4"/>
              </a:buClr>
              <a:buNone/>
            </a:pPr>
            <a:r>
              <a:rPr lang="es-CO" sz="1800" dirty="0"/>
              <a:t>Comprende el conjunto de actividades que realiza la institución para organizar y administrar la programación académica de cada periodo. Incluye la </a:t>
            </a:r>
            <a:r>
              <a:rPr lang="es-CO" sz="1800" b="1" dirty="0"/>
              <a:t>asignación de espacios físicos</a:t>
            </a:r>
            <a:r>
              <a:rPr lang="es-CO" sz="1800" dirty="0"/>
              <a:t> destinados a clases, laboratorios, conferencias, seminarios, exámenes y otras actividades académicas, así como la coordinación operativa necesaria para garantizar que dichos recursos estén disponibles y correctamente programados:</a:t>
            </a:r>
          </a:p>
          <a:p>
            <a:pPr algn="just"/>
            <a:r>
              <a:rPr lang="es-CO" sz="1800" b="1" dirty="0"/>
              <a:t>Características básicas</a:t>
            </a:r>
            <a:r>
              <a:rPr lang="es-CO" sz="1800" dirty="0"/>
              <a:t>: Determinar campus de impartición, fechas de inicio y finalización, modalidad (presencial, virtual, híbrida) y demás atributos relevantes.</a:t>
            </a:r>
          </a:p>
          <a:p>
            <a:pPr algn="just"/>
            <a:r>
              <a:rPr lang="es-CO" sz="1800" b="1" dirty="0"/>
              <a:t>Cupos disponibles</a:t>
            </a:r>
            <a:r>
              <a:rPr lang="es-CO" sz="1800" dirty="0"/>
              <a:t>: Establecer el número máximo de estudiantes que podrán inscribirse en cada sección.</a:t>
            </a:r>
          </a:p>
          <a:p>
            <a:pPr algn="just"/>
            <a:r>
              <a:rPr lang="es-CO" sz="1800" b="1" dirty="0"/>
              <a:t>Días y horarios</a:t>
            </a:r>
            <a:r>
              <a:rPr lang="es-CO" sz="1800" dirty="0"/>
              <a:t>: Configurar el calendario semanal de clases, especificando franjas horarias y frecuencia.</a:t>
            </a:r>
          </a:p>
          <a:p>
            <a:pPr algn="just"/>
            <a:r>
              <a:rPr lang="es-CO" sz="1800" b="1" dirty="0"/>
              <a:t>Prerrequisitos</a:t>
            </a:r>
            <a:r>
              <a:rPr lang="es-CO" sz="1800" dirty="0"/>
              <a:t>: Señalar los cursos o conocimientos previos necesarios para la inscripción.</a:t>
            </a:r>
          </a:p>
          <a:p>
            <a:pPr algn="just"/>
            <a:r>
              <a:rPr lang="es-CO" sz="1800" b="1" dirty="0"/>
              <a:t>Correquisitos</a:t>
            </a:r>
            <a:r>
              <a:rPr lang="es-CO" sz="1800" dirty="0"/>
              <a:t>: Indicar los cursos que deben ser inscritos simultáneamente.</a:t>
            </a:r>
          </a:p>
          <a:p>
            <a:pPr algn="just"/>
            <a:r>
              <a:rPr lang="es-CO" sz="1800" b="1" dirty="0"/>
              <a:t>Restricciones de inscripción</a:t>
            </a:r>
            <a:r>
              <a:rPr lang="es-CO" sz="1800" dirty="0"/>
              <a:t>: Establecer limitaciones específicas a nivel de sección (por ejemplo, programas académicos autorizados, niveles de avance).</a:t>
            </a:r>
          </a:p>
          <a:p>
            <a:pPr algn="just"/>
            <a:r>
              <a:rPr lang="es-CO" sz="1800" b="1" dirty="0"/>
              <a:t>Secciones ligadas y listas cruzadas</a:t>
            </a:r>
            <a:r>
              <a:rPr lang="es-CO" sz="1800" dirty="0"/>
              <a:t>: Configurar vínculos entre secciones que comparten contenidos o que se ofertan de manera conjunta.</a:t>
            </a:r>
          </a:p>
          <a:p>
            <a:pPr marL="0" indent="0" algn="just">
              <a:buClr>
                <a:srgbClr val="0CB4B4"/>
              </a:buClr>
              <a:buNone/>
            </a:pPr>
            <a:endParaRPr lang="es-ES" sz="1800" dirty="0">
              <a:solidFill>
                <a:srgbClr val="7030A0"/>
              </a:solidFill>
            </a:endParaRPr>
          </a:p>
        </p:txBody>
      </p:sp>
      <p:sp>
        <p:nvSpPr>
          <p:cNvPr id="3" name="Marcador de texto vertical 2">
            <a:extLst>
              <a:ext uri="{FF2B5EF4-FFF2-40B4-BE49-F238E27FC236}">
                <a16:creationId xmlns:a16="http://schemas.microsoft.com/office/drawing/2014/main" id="{22BE24A3-7467-74A8-A973-F32D51EBA4D3}"/>
              </a:ext>
            </a:extLst>
          </p:cNvPr>
          <p:cNvSpPr>
            <a:spLocks noGrp="1"/>
          </p:cNvSpPr>
          <p:nvPr>
            <p:ph type="body" orient="vert" sz="quarter" idx="17"/>
          </p:nvPr>
        </p:nvSpPr>
        <p:spPr/>
        <p:txBody>
          <a:bodyPr/>
          <a:lstStyle/>
          <a:p>
            <a:r>
              <a:rPr lang="es-419" sz="1200" dirty="0"/>
              <a:t>Copiar oferta horaria de los cursos de un periodo anterior</a:t>
            </a:r>
            <a:endParaRPr lang="en-US" dirty="0"/>
          </a:p>
        </p:txBody>
      </p:sp>
      <p:sp>
        <p:nvSpPr>
          <p:cNvPr id="4" name="Título 3">
            <a:extLst>
              <a:ext uri="{FF2B5EF4-FFF2-40B4-BE49-F238E27FC236}">
                <a16:creationId xmlns:a16="http://schemas.microsoft.com/office/drawing/2014/main" id="{296A5721-C06B-CE2D-66A9-59404F187719}"/>
              </a:ext>
            </a:extLst>
          </p:cNvPr>
          <p:cNvSpPr>
            <a:spLocks noGrp="1"/>
          </p:cNvSpPr>
          <p:nvPr>
            <p:ph type="title"/>
          </p:nvPr>
        </p:nvSpPr>
        <p:spPr>
          <a:xfrm>
            <a:off x="950845" y="322643"/>
            <a:ext cx="10477497" cy="898555"/>
          </a:xfrm>
        </p:spPr>
        <p:txBody>
          <a:bodyPr/>
          <a:lstStyle/>
          <a:p>
            <a:r>
              <a:rPr lang="es-ES_tradnl" dirty="0">
                <a:solidFill>
                  <a:schemeClr val="tx2"/>
                </a:solidFill>
              </a:rPr>
              <a:t>Overview: </a:t>
            </a:r>
            <a:r>
              <a:rPr lang="es-CO" dirty="0">
                <a:solidFill>
                  <a:schemeClr val="tx2"/>
                </a:solidFill>
              </a:rPr>
              <a:t>Gestión de la programación Académica</a:t>
            </a:r>
            <a:endParaRPr lang="es-CL" dirty="0">
              <a:solidFill>
                <a:schemeClr val="tx2"/>
              </a:solidFill>
            </a:endParaRPr>
          </a:p>
        </p:txBody>
      </p:sp>
    </p:spTree>
    <p:extLst>
      <p:ext uri="{BB962C8B-B14F-4D97-AF65-F5344CB8AC3E}">
        <p14:creationId xmlns:p14="http://schemas.microsoft.com/office/powerpoint/2010/main" val="5337544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21D2E5BD-8D92-BBEB-6DE7-7F46E2C205E5}"/>
              </a:ext>
            </a:extLst>
          </p:cNvPr>
          <p:cNvSpPr>
            <a:spLocks noGrp="1"/>
          </p:cNvSpPr>
          <p:nvPr>
            <p:ph type="body" sz="quarter" idx="18"/>
          </p:nvPr>
        </p:nvSpPr>
        <p:spPr>
          <a:xfrm>
            <a:off x="1027871" y="1789044"/>
            <a:ext cx="10136257" cy="4472608"/>
          </a:xfrm>
        </p:spPr>
        <p:txBody>
          <a:bodyPr vert="horz" lIns="91440" tIns="45720" rIns="91440" bIns="45720" rtlCol="0" anchor="t">
            <a:noAutofit/>
          </a:bodyPr>
          <a:lstStyle/>
          <a:p>
            <a:pPr marL="285750" indent="-285750">
              <a:buClr>
                <a:srgbClr val="0CB4B4"/>
              </a:buClr>
              <a:buFont typeface="Wingdings" panose="05000000000000000000" pitchFamily="2" charset="2"/>
              <a:buChar char="q"/>
            </a:pPr>
            <a:r>
              <a:rPr lang="es-419" sz="2400" noProof="0" dirty="0">
                <a:solidFill>
                  <a:srgbClr val="7030A0"/>
                </a:solidFill>
              </a:rPr>
              <a:t> Comprende crear y mantener los espacios físicos con los que cuenta la Institución, tales como Edificios y Aulas donde se impartirán las clases de los diversos programas o sucederán eventos de la Institución. Por ejemplo: Edificio “A”, Aula “101”.</a:t>
            </a:r>
          </a:p>
        </p:txBody>
      </p:sp>
      <p:sp>
        <p:nvSpPr>
          <p:cNvPr id="3" name="Marcador de texto vertical 2">
            <a:extLst>
              <a:ext uri="{FF2B5EF4-FFF2-40B4-BE49-F238E27FC236}">
                <a16:creationId xmlns:a16="http://schemas.microsoft.com/office/drawing/2014/main" id="{22BE24A3-7467-74A8-A973-F32D51EBA4D3}"/>
              </a:ext>
            </a:extLst>
          </p:cNvPr>
          <p:cNvSpPr>
            <a:spLocks noGrp="1"/>
          </p:cNvSpPr>
          <p:nvPr>
            <p:ph type="body" orient="vert" sz="quarter" idx="17"/>
          </p:nvPr>
        </p:nvSpPr>
        <p:spPr/>
        <p:txBody>
          <a:bodyPr/>
          <a:lstStyle/>
          <a:p>
            <a:r>
              <a:rPr lang="es-419" sz="1200" noProof="0" dirty="0"/>
              <a:t>Gestionar los espacios físicos</a:t>
            </a:r>
            <a:endParaRPr lang="es-419" noProof="0" dirty="0"/>
          </a:p>
        </p:txBody>
      </p:sp>
      <p:sp>
        <p:nvSpPr>
          <p:cNvPr id="4" name="Título 3">
            <a:extLst>
              <a:ext uri="{FF2B5EF4-FFF2-40B4-BE49-F238E27FC236}">
                <a16:creationId xmlns:a16="http://schemas.microsoft.com/office/drawing/2014/main" id="{296A5721-C06B-CE2D-66A9-59404F187719}"/>
              </a:ext>
            </a:extLst>
          </p:cNvPr>
          <p:cNvSpPr>
            <a:spLocks noGrp="1"/>
          </p:cNvSpPr>
          <p:nvPr>
            <p:ph type="title"/>
          </p:nvPr>
        </p:nvSpPr>
        <p:spPr/>
        <p:txBody>
          <a:bodyPr vert="horz" lIns="0" tIns="0" rIns="0" bIns="0" rtlCol="0" anchor="t" anchorCtr="0">
            <a:noAutofit/>
          </a:bodyPr>
          <a:lstStyle/>
          <a:p>
            <a:r>
              <a:rPr lang="es-419" noProof="0" dirty="0" err="1">
                <a:solidFill>
                  <a:schemeClr val="tx2"/>
                </a:solidFill>
              </a:rPr>
              <a:t>Overview</a:t>
            </a:r>
            <a:r>
              <a:rPr lang="es-419" noProof="0" dirty="0">
                <a:solidFill>
                  <a:schemeClr val="tx2"/>
                </a:solidFill>
              </a:rPr>
              <a:t>: </a:t>
            </a:r>
            <a:r>
              <a:rPr lang="es-419" dirty="0">
                <a:solidFill>
                  <a:srgbClr val="7030A0"/>
                </a:solidFill>
              </a:rPr>
              <a:t>Gestión de cursos(planta Física)</a:t>
            </a:r>
            <a:endParaRPr lang="es-419" noProof="0" dirty="0">
              <a:solidFill>
                <a:schemeClr val="tx2"/>
              </a:solidFill>
            </a:endParaRPr>
          </a:p>
        </p:txBody>
      </p:sp>
    </p:spTree>
    <p:extLst>
      <p:ext uri="{BB962C8B-B14F-4D97-AF65-F5344CB8AC3E}">
        <p14:creationId xmlns:p14="http://schemas.microsoft.com/office/powerpoint/2010/main" val="1678756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vertical 2">
            <a:extLst>
              <a:ext uri="{FF2B5EF4-FFF2-40B4-BE49-F238E27FC236}">
                <a16:creationId xmlns:a16="http://schemas.microsoft.com/office/drawing/2014/main" id="{22BE24A3-7467-74A8-A973-F32D51EBA4D3}"/>
              </a:ext>
            </a:extLst>
          </p:cNvPr>
          <p:cNvSpPr>
            <a:spLocks noGrp="1"/>
          </p:cNvSpPr>
          <p:nvPr>
            <p:ph type="body" orient="vert" sz="quarter" idx="17"/>
          </p:nvPr>
        </p:nvSpPr>
        <p:spPr/>
        <p:txBody>
          <a:bodyPr/>
          <a:lstStyle/>
          <a:p>
            <a:r>
              <a:rPr lang="es-419" sz="1200" noProof="0" dirty="0"/>
              <a:t>Gestionar los espacios físicos</a:t>
            </a:r>
            <a:endParaRPr lang="es-419" noProof="0" dirty="0"/>
          </a:p>
        </p:txBody>
      </p:sp>
      <p:sp>
        <p:nvSpPr>
          <p:cNvPr id="6" name="Título 3">
            <a:extLst>
              <a:ext uri="{FF2B5EF4-FFF2-40B4-BE49-F238E27FC236}">
                <a16:creationId xmlns:a16="http://schemas.microsoft.com/office/drawing/2014/main" id="{CCA54959-6279-D1AE-349E-8840E0B3CBEC}"/>
              </a:ext>
            </a:extLst>
          </p:cNvPr>
          <p:cNvSpPr txBox="1">
            <a:spLocks/>
          </p:cNvSpPr>
          <p:nvPr/>
        </p:nvSpPr>
        <p:spPr>
          <a:xfrm>
            <a:off x="1104900" y="685800"/>
            <a:ext cx="10477497" cy="898555"/>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a:lstStyle>
          <a:p>
            <a:r>
              <a:rPr lang="es-419" noProof="0" dirty="0" err="1">
                <a:solidFill>
                  <a:schemeClr val="tx2"/>
                </a:solidFill>
              </a:rPr>
              <a:t>Overview</a:t>
            </a:r>
            <a:r>
              <a:rPr lang="es-419" noProof="0" dirty="0">
                <a:solidFill>
                  <a:schemeClr val="tx2"/>
                </a:solidFill>
              </a:rPr>
              <a:t>: Gestionar cursos (Espacios Físicos)</a:t>
            </a:r>
            <a:endParaRPr lang="es-419" noProof="0" dirty="0"/>
          </a:p>
        </p:txBody>
      </p:sp>
      <p:pic>
        <p:nvPicPr>
          <p:cNvPr id="2" name="Imagen 1" descr="Texto&#10;&#10;Descripción generada automáticamente con confianza baja">
            <a:extLst>
              <a:ext uri="{FF2B5EF4-FFF2-40B4-BE49-F238E27FC236}">
                <a16:creationId xmlns:a16="http://schemas.microsoft.com/office/drawing/2014/main" id="{6A7B059C-6005-D34A-A3B7-9244D723C03E}"/>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4167" t="4025" r="4381" b="4762"/>
          <a:stretch/>
        </p:blipFill>
        <p:spPr bwMode="auto">
          <a:xfrm>
            <a:off x="1474632" y="2051289"/>
            <a:ext cx="9675766" cy="1537300"/>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6755469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419" sz="1200" noProof="0" dirty="0"/>
              <a:t>Gestionar los espacios físicos</a:t>
            </a:r>
            <a:endParaRPr lang="es-419" noProof="0" dirty="0"/>
          </a:p>
        </p:txBody>
      </p:sp>
      <p:pic>
        <p:nvPicPr>
          <p:cNvPr id="8" name="Imagen 7" descr="Imagen que contiene texto, mapa&#10;&#10;Descripción generada automáticamente">
            <a:extLst>
              <a:ext uri="{FF2B5EF4-FFF2-40B4-BE49-F238E27FC236}">
                <a16:creationId xmlns:a16="http://schemas.microsoft.com/office/drawing/2014/main" id="{171DEDFE-F050-E179-A066-C9F72BC68D9D}"/>
              </a:ext>
            </a:extLst>
          </p:cNvPr>
          <p:cNvPicPr>
            <a:picLocks noChangeAspect="1"/>
          </p:cNvPicPr>
          <p:nvPr/>
        </p:nvPicPr>
        <p:blipFill rotWithShape="1">
          <a:blip r:embed="rId2"/>
          <a:srcRect l="14657" t="34650" b="2103"/>
          <a:stretch/>
        </p:blipFill>
        <p:spPr>
          <a:xfrm>
            <a:off x="3194857" y="1306630"/>
            <a:ext cx="4750021" cy="5049719"/>
          </a:xfrm>
          <a:prstGeom prst="rect">
            <a:avLst/>
          </a:prstGeom>
        </p:spPr>
      </p:pic>
      <p:sp>
        <p:nvSpPr>
          <p:cNvPr id="9" name="CuadroTexto 8">
            <a:extLst>
              <a:ext uri="{FF2B5EF4-FFF2-40B4-BE49-F238E27FC236}">
                <a16:creationId xmlns:a16="http://schemas.microsoft.com/office/drawing/2014/main" id="{CDA0D89D-33DC-4151-D805-A43C6E21B822}"/>
              </a:ext>
            </a:extLst>
          </p:cNvPr>
          <p:cNvSpPr txBox="1"/>
          <p:nvPr/>
        </p:nvSpPr>
        <p:spPr>
          <a:xfrm>
            <a:off x="7738920" y="2693170"/>
            <a:ext cx="2111475" cy="584775"/>
          </a:xfrm>
          <a:prstGeom prst="rect">
            <a:avLst/>
          </a:prstGeom>
          <a:noFill/>
        </p:spPr>
        <p:txBody>
          <a:bodyPr wrap="none" rtlCol="0">
            <a:spAutoFit/>
          </a:bodyPr>
          <a:lstStyle/>
          <a:p>
            <a:r>
              <a:rPr lang="es-419" sz="3200" b="1" noProof="0" dirty="0"/>
              <a:t>Todo LAC</a:t>
            </a:r>
          </a:p>
        </p:txBody>
      </p:sp>
      <p:sp>
        <p:nvSpPr>
          <p:cNvPr id="7" name="Título 3">
            <a:extLst>
              <a:ext uri="{FF2B5EF4-FFF2-40B4-BE49-F238E27FC236}">
                <a16:creationId xmlns:a16="http://schemas.microsoft.com/office/drawing/2014/main" id="{41A78240-C607-71D5-FFEE-AC493BD21BE1}"/>
              </a:ext>
            </a:extLst>
          </p:cNvPr>
          <p:cNvSpPr txBox="1">
            <a:spLocks/>
          </p:cNvSpPr>
          <p:nvPr/>
        </p:nvSpPr>
        <p:spPr>
          <a:xfrm>
            <a:off x="1104900" y="276729"/>
            <a:ext cx="10477497" cy="898555"/>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a:lstStyle>
          <a:p>
            <a:r>
              <a:rPr lang="es-419" noProof="0" dirty="0" err="1">
                <a:solidFill>
                  <a:schemeClr val="tx2"/>
                </a:solidFill>
              </a:rPr>
              <a:t>Overview</a:t>
            </a:r>
            <a:r>
              <a:rPr lang="es-419" noProof="0" dirty="0">
                <a:solidFill>
                  <a:schemeClr val="tx2"/>
                </a:solidFill>
              </a:rPr>
              <a:t>: Gestionar los espacios físicos</a:t>
            </a:r>
            <a:endParaRPr lang="es-419" noProof="0" dirty="0"/>
          </a:p>
        </p:txBody>
      </p:sp>
    </p:spTree>
    <p:extLst>
      <p:ext uri="{BB962C8B-B14F-4D97-AF65-F5344CB8AC3E}">
        <p14:creationId xmlns:p14="http://schemas.microsoft.com/office/powerpoint/2010/main" val="14480981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21D2E5BD-8D92-BBEB-6DE7-7F46E2C205E5}"/>
              </a:ext>
            </a:extLst>
          </p:cNvPr>
          <p:cNvSpPr>
            <a:spLocks noGrp="1"/>
          </p:cNvSpPr>
          <p:nvPr>
            <p:ph type="body" sz="quarter" idx="18"/>
          </p:nvPr>
        </p:nvSpPr>
        <p:spPr>
          <a:xfrm>
            <a:off x="1027871" y="1789044"/>
            <a:ext cx="10136257" cy="4472608"/>
          </a:xfrm>
        </p:spPr>
        <p:txBody>
          <a:bodyPr vert="horz" lIns="91440" tIns="45720" rIns="91440" bIns="45720" rtlCol="0" anchor="t">
            <a:noAutofit/>
          </a:bodyPr>
          <a:lstStyle/>
          <a:p>
            <a:pPr marL="285750" indent="-285750">
              <a:buClr>
                <a:srgbClr val="0CB4B4"/>
              </a:buClr>
              <a:buFont typeface="Wingdings" panose="05000000000000000000" pitchFamily="2" charset="2"/>
              <a:buChar char="q"/>
            </a:pPr>
            <a:r>
              <a:rPr lang="es-419" sz="2400" noProof="0" dirty="0">
                <a:solidFill>
                  <a:srgbClr val="7030A0"/>
                </a:solidFill>
              </a:rPr>
              <a:t> Se distinguen dos conceptos importantes: los campus y los edificios.</a:t>
            </a:r>
          </a:p>
          <a:p>
            <a:pPr marL="454025" lvl="1" indent="-285750">
              <a:buClr>
                <a:srgbClr val="0CB4B4"/>
              </a:buClr>
              <a:buFont typeface="Wingdings" panose="05000000000000000000" pitchFamily="2" charset="2"/>
              <a:buChar char="q"/>
            </a:pPr>
            <a:r>
              <a:rPr lang="es-419" sz="2400" noProof="0" dirty="0">
                <a:solidFill>
                  <a:srgbClr val="7030A0"/>
                </a:solidFill>
              </a:rPr>
              <a:t>Los campus, en este ámbito, son los distintos terrenos de la institución en la cual están los edificios, y se identifican en Banner con un código único.</a:t>
            </a:r>
          </a:p>
          <a:p>
            <a:pPr marL="454025" lvl="1" indent="-285750">
              <a:buClr>
                <a:srgbClr val="0CB4B4"/>
              </a:buClr>
              <a:buFont typeface="Wingdings" panose="05000000000000000000" pitchFamily="2" charset="2"/>
              <a:buChar char="q"/>
            </a:pPr>
            <a:r>
              <a:rPr lang="es-419" sz="2400" noProof="0" dirty="0">
                <a:solidFill>
                  <a:srgbClr val="7030A0"/>
                </a:solidFill>
              </a:rPr>
              <a:t>Los edificios, son las estructuras a las que se les crearán salones de clases, así como salones para otros propósitos. Son creados con un código único y tienen una estructura como: capacidad, campus en el que se encuentran, entre otras similares</a:t>
            </a:r>
          </a:p>
          <a:p>
            <a:pPr marL="454025" lvl="1" indent="-285750">
              <a:buClr>
                <a:srgbClr val="0CB4B4"/>
              </a:buClr>
              <a:buFont typeface="Wingdings" panose="05000000000000000000" pitchFamily="2" charset="2"/>
              <a:buChar char="q"/>
            </a:pPr>
            <a:r>
              <a:rPr lang="es-419" sz="2400" noProof="0" dirty="0">
                <a:solidFill>
                  <a:srgbClr val="7030A0"/>
                </a:solidFill>
              </a:rPr>
              <a:t>Los salones, son los espacios dentro del edificio para propósitos mayoritariamente del ámbito (clases, laboratorios, conferencias, entre otros.)</a:t>
            </a:r>
          </a:p>
        </p:txBody>
      </p:sp>
      <p:sp>
        <p:nvSpPr>
          <p:cNvPr id="3" name="Marcador de texto vertical 2">
            <a:extLst>
              <a:ext uri="{FF2B5EF4-FFF2-40B4-BE49-F238E27FC236}">
                <a16:creationId xmlns:a16="http://schemas.microsoft.com/office/drawing/2014/main" id="{22BE24A3-7467-74A8-A973-F32D51EBA4D3}"/>
              </a:ext>
            </a:extLst>
          </p:cNvPr>
          <p:cNvSpPr>
            <a:spLocks noGrp="1"/>
          </p:cNvSpPr>
          <p:nvPr>
            <p:ph type="body" orient="vert" sz="quarter" idx="17"/>
          </p:nvPr>
        </p:nvSpPr>
        <p:spPr/>
        <p:txBody>
          <a:bodyPr/>
          <a:lstStyle/>
          <a:p>
            <a:r>
              <a:rPr lang="es-419" sz="1200" noProof="0" dirty="0"/>
              <a:t>Gestionar los espacios físicos</a:t>
            </a:r>
            <a:endParaRPr lang="es-419" noProof="0" dirty="0"/>
          </a:p>
        </p:txBody>
      </p:sp>
      <p:sp>
        <p:nvSpPr>
          <p:cNvPr id="4" name="Título 3">
            <a:extLst>
              <a:ext uri="{FF2B5EF4-FFF2-40B4-BE49-F238E27FC236}">
                <a16:creationId xmlns:a16="http://schemas.microsoft.com/office/drawing/2014/main" id="{296A5721-C06B-CE2D-66A9-59404F187719}"/>
              </a:ext>
            </a:extLst>
          </p:cNvPr>
          <p:cNvSpPr>
            <a:spLocks noGrp="1"/>
          </p:cNvSpPr>
          <p:nvPr>
            <p:ph type="title"/>
          </p:nvPr>
        </p:nvSpPr>
        <p:spPr/>
        <p:txBody>
          <a:bodyPr/>
          <a:lstStyle/>
          <a:p>
            <a:r>
              <a:rPr lang="es-419" noProof="0" dirty="0" err="1">
                <a:solidFill>
                  <a:schemeClr val="tx2"/>
                </a:solidFill>
              </a:rPr>
              <a:t>Overview</a:t>
            </a:r>
            <a:r>
              <a:rPr lang="es-419" noProof="0" dirty="0">
                <a:solidFill>
                  <a:schemeClr val="tx2"/>
                </a:solidFill>
              </a:rPr>
              <a:t>: Gestionar los espacios físicos</a:t>
            </a:r>
            <a:endParaRPr lang="es-419" noProof="0" dirty="0"/>
          </a:p>
        </p:txBody>
      </p:sp>
    </p:spTree>
    <p:extLst>
      <p:ext uri="{BB962C8B-B14F-4D97-AF65-F5344CB8AC3E}">
        <p14:creationId xmlns:p14="http://schemas.microsoft.com/office/powerpoint/2010/main" val="35599270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Vertical Text Placeholder 9">
            <a:extLst>
              <a:ext uri="{FF2B5EF4-FFF2-40B4-BE49-F238E27FC236}">
                <a16:creationId xmlns:a16="http://schemas.microsoft.com/office/drawing/2014/main" id="{61C17162-17F1-530F-F6BC-4203C78DA55D}"/>
              </a:ext>
            </a:extLst>
          </p:cNvPr>
          <p:cNvSpPr>
            <a:spLocks noGrp="1"/>
          </p:cNvSpPr>
          <p:nvPr>
            <p:ph type="body" orient="vert" sz="quarter" idx="10"/>
          </p:nvPr>
        </p:nvSpPr>
        <p:spPr/>
        <p:txBody>
          <a:bodyPr/>
          <a:lstStyle/>
          <a:p>
            <a:r>
              <a:rPr lang="es-419" sz="1200" noProof="0" dirty="0"/>
              <a:t>Gestionar los espacios físicos</a:t>
            </a:r>
            <a:endParaRPr lang="es-419" noProof="0" dirty="0"/>
          </a:p>
        </p:txBody>
      </p:sp>
      <p:sp>
        <p:nvSpPr>
          <p:cNvPr id="16" name="Title 15">
            <a:extLst>
              <a:ext uri="{FF2B5EF4-FFF2-40B4-BE49-F238E27FC236}">
                <a16:creationId xmlns:a16="http://schemas.microsoft.com/office/drawing/2014/main" id="{E36F486A-1A18-4A72-1755-E54B412B189B}"/>
              </a:ext>
            </a:extLst>
          </p:cNvPr>
          <p:cNvSpPr>
            <a:spLocks noGrp="1"/>
          </p:cNvSpPr>
          <p:nvPr>
            <p:ph type="title"/>
          </p:nvPr>
        </p:nvSpPr>
        <p:spPr/>
        <p:txBody>
          <a:bodyPr/>
          <a:lstStyle/>
          <a:p>
            <a:r>
              <a:rPr lang="es-419" noProof="0" dirty="0"/>
              <a:t>CONFIGURACIONES</a:t>
            </a:r>
          </a:p>
        </p:txBody>
      </p:sp>
      <p:sp>
        <p:nvSpPr>
          <p:cNvPr id="17" name="Text Placeholder 16">
            <a:extLst>
              <a:ext uri="{FF2B5EF4-FFF2-40B4-BE49-F238E27FC236}">
                <a16:creationId xmlns:a16="http://schemas.microsoft.com/office/drawing/2014/main" id="{4B4C8632-4464-5AEC-A279-4414A5A8BC79}"/>
              </a:ext>
            </a:extLst>
          </p:cNvPr>
          <p:cNvSpPr>
            <a:spLocks noGrp="1"/>
          </p:cNvSpPr>
          <p:nvPr>
            <p:ph type="body" sz="quarter" idx="18"/>
          </p:nvPr>
        </p:nvSpPr>
        <p:spPr/>
        <p:txBody>
          <a:bodyPr/>
          <a:lstStyle/>
          <a:p>
            <a:endParaRPr lang="es-419" noProof="0" dirty="0"/>
          </a:p>
        </p:txBody>
      </p:sp>
    </p:spTree>
    <p:extLst>
      <p:ext uri="{BB962C8B-B14F-4D97-AF65-F5344CB8AC3E}">
        <p14:creationId xmlns:p14="http://schemas.microsoft.com/office/powerpoint/2010/main" val="6906360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Imagen 13">
            <a:extLst>
              <a:ext uri="{FF2B5EF4-FFF2-40B4-BE49-F238E27FC236}">
                <a16:creationId xmlns:a16="http://schemas.microsoft.com/office/drawing/2014/main" id="{046B345C-B12A-5878-32EB-A0C6CEF9AEAB}"/>
              </a:ext>
            </a:extLst>
          </p:cNvPr>
          <p:cNvPicPr>
            <a:picLocks noChangeAspect="1"/>
          </p:cNvPicPr>
          <p:nvPr/>
        </p:nvPicPr>
        <p:blipFill>
          <a:blip r:embed="rId2"/>
          <a:stretch>
            <a:fillRect/>
          </a:stretch>
        </p:blipFill>
        <p:spPr>
          <a:xfrm>
            <a:off x="810247" y="1640308"/>
            <a:ext cx="10991273" cy="1650410"/>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419" sz="1200" noProof="0" dirty="0"/>
              <a:t>Gestionar los espacios físicos</a:t>
            </a:r>
            <a:endParaRPr lang="es-419" noProof="0" dirty="0"/>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327992"/>
            <a:ext cx="10271883" cy="626165"/>
          </a:xfrm>
        </p:spPr>
        <p:txBody>
          <a:bodyPr vert="horz" lIns="0" tIns="0" rIns="0" bIns="0" rtlCol="0" anchor="t" anchorCtr="0">
            <a:noAutofit/>
          </a:bodyPr>
          <a:lstStyle/>
          <a:p>
            <a:r>
              <a:rPr lang="es-419" noProof="0" dirty="0">
                <a:solidFill>
                  <a:schemeClr val="tx2"/>
                </a:solidFill>
              </a:rPr>
              <a:t>Configuraciones: STVCAMP Validación de código de campus</a:t>
            </a:r>
            <a:br>
              <a:rPr lang="es-419" noProof="0" dirty="0">
                <a:solidFill>
                  <a:schemeClr val="tx2"/>
                </a:solidFill>
              </a:rPr>
            </a:br>
            <a:endParaRPr lang="es-419" noProof="0" dirty="0">
              <a:solidFill>
                <a:schemeClr val="tx2"/>
              </a:solidFill>
            </a:endParaRPr>
          </a:p>
        </p:txBody>
      </p:sp>
      <p:sp>
        <p:nvSpPr>
          <p:cNvPr id="10" name="Rectángulo redondeado 5">
            <a:extLst>
              <a:ext uri="{FF2B5EF4-FFF2-40B4-BE49-F238E27FC236}">
                <a16:creationId xmlns:a16="http://schemas.microsoft.com/office/drawing/2014/main" id="{ACA3836E-4E0F-74F4-F518-D7898C3BB892}"/>
              </a:ext>
            </a:extLst>
          </p:cNvPr>
          <p:cNvSpPr/>
          <p:nvPr/>
        </p:nvSpPr>
        <p:spPr>
          <a:xfrm>
            <a:off x="2159770" y="3765862"/>
            <a:ext cx="7538412" cy="1451830"/>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419" sz="1400" noProof="0" dirty="0"/>
              <a:t>En esta página administrativa STVCAMP es donde se crean los distintos campus que serían administrados por la institución en el ámbito académico.</a:t>
            </a:r>
          </a:p>
          <a:p>
            <a:endParaRPr lang="es-419" sz="1400" noProof="0" dirty="0"/>
          </a:p>
          <a:p>
            <a:r>
              <a:rPr lang="es-419" sz="1400" noProof="0" dirty="0"/>
              <a:t>La definición y creación de los campus es una actividad de Procesos Académicos y está comprendido en el instructivo correspondiente </a:t>
            </a:r>
            <a:r>
              <a:rPr lang="es-419" sz="1400" dirty="0"/>
              <a:t>de </a:t>
            </a:r>
            <a:r>
              <a:rPr lang="es-419" sz="1400" noProof="0" dirty="0"/>
              <a:t>01. Gestión Curricular</a:t>
            </a:r>
          </a:p>
        </p:txBody>
      </p:sp>
    </p:spTree>
    <p:extLst>
      <p:ext uri="{BB962C8B-B14F-4D97-AF65-F5344CB8AC3E}">
        <p14:creationId xmlns:p14="http://schemas.microsoft.com/office/powerpoint/2010/main" val="33281055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F62AB1-8739-77AA-801B-EC465F91D137}"/>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40A8189C-5432-7511-5046-46D9B396C57F}"/>
              </a:ext>
            </a:extLst>
          </p:cNvPr>
          <p:cNvPicPr>
            <a:picLocks noChangeAspect="1"/>
          </p:cNvPicPr>
          <p:nvPr/>
        </p:nvPicPr>
        <p:blipFill>
          <a:blip r:embed="rId2"/>
          <a:stretch>
            <a:fillRect/>
          </a:stretch>
        </p:blipFill>
        <p:spPr>
          <a:xfrm>
            <a:off x="729672" y="1578257"/>
            <a:ext cx="11071848" cy="1680703"/>
          </a:xfrm>
          <a:prstGeom prst="rect">
            <a:avLst/>
          </a:prstGeom>
        </p:spPr>
      </p:pic>
      <p:sp>
        <p:nvSpPr>
          <p:cNvPr id="3" name="Marcador de texto vertical 2">
            <a:extLst>
              <a:ext uri="{FF2B5EF4-FFF2-40B4-BE49-F238E27FC236}">
                <a16:creationId xmlns:a16="http://schemas.microsoft.com/office/drawing/2014/main" id="{E5FB47A8-2D86-58A8-6DA3-31E7E91B2584}"/>
              </a:ext>
            </a:extLst>
          </p:cNvPr>
          <p:cNvSpPr>
            <a:spLocks noGrp="1"/>
          </p:cNvSpPr>
          <p:nvPr>
            <p:ph type="body" orient="vert" sz="quarter" idx="17"/>
          </p:nvPr>
        </p:nvSpPr>
        <p:spPr/>
        <p:txBody>
          <a:bodyPr/>
          <a:lstStyle/>
          <a:p>
            <a:r>
              <a:rPr lang="es-419" sz="1200" noProof="0" dirty="0"/>
              <a:t>Gestionar los espacios físicos</a:t>
            </a:r>
            <a:endParaRPr lang="es-419" noProof="0" dirty="0"/>
          </a:p>
        </p:txBody>
      </p:sp>
      <p:sp>
        <p:nvSpPr>
          <p:cNvPr id="4" name="Título 3">
            <a:extLst>
              <a:ext uri="{FF2B5EF4-FFF2-40B4-BE49-F238E27FC236}">
                <a16:creationId xmlns:a16="http://schemas.microsoft.com/office/drawing/2014/main" id="{C07F0E3C-2C2F-4378-C284-997684E712B1}"/>
              </a:ext>
            </a:extLst>
          </p:cNvPr>
          <p:cNvSpPr>
            <a:spLocks noGrp="1"/>
          </p:cNvSpPr>
          <p:nvPr>
            <p:ph type="title"/>
          </p:nvPr>
        </p:nvSpPr>
        <p:spPr>
          <a:xfrm>
            <a:off x="810247" y="327992"/>
            <a:ext cx="10271883" cy="626165"/>
          </a:xfrm>
        </p:spPr>
        <p:txBody>
          <a:bodyPr vert="horz" lIns="0" tIns="0" rIns="0" bIns="0" rtlCol="0" anchor="t" anchorCtr="0">
            <a:noAutofit/>
          </a:bodyPr>
          <a:lstStyle/>
          <a:p>
            <a:r>
              <a:rPr lang="es-419" noProof="0" dirty="0">
                <a:solidFill>
                  <a:schemeClr val="tx2"/>
                </a:solidFill>
              </a:rPr>
              <a:t>Configuraciones: STVSITE Validación de código de sitio</a:t>
            </a:r>
            <a:br>
              <a:rPr lang="es-419" noProof="0" dirty="0">
                <a:solidFill>
                  <a:schemeClr val="tx2"/>
                </a:solidFill>
              </a:rPr>
            </a:br>
            <a:endParaRPr lang="es-419" noProof="0" dirty="0">
              <a:solidFill>
                <a:schemeClr val="tx2"/>
              </a:solidFill>
            </a:endParaRPr>
          </a:p>
        </p:txBody>
      </p:sp>
      <p:sp>
        <p:nvSpPr>
          <p:cNvPr id="10" name="Rectángulo redondeado 5">
            <a:extLst>
              <a:ext uri="{FF2B5EF4-FFF2-40B4-BE49-F238E27FC236}">
                <a16:creationId xmlns:a16="http://schemas.microsoft.com/office/drawing/2014/main" id="{C6AB6846-8F9A-94E3-CF71-E7108610621D}"/>
              </a:ext>
            </a:extLst>
          </p:cNvPr>
          <p:cNvSpPr/>
          <p:nvPr/>
        </p:nvSpPr>
        <p:spPr>
          <a:xfrm>
            <a:off x="2159770" y="3765862"/>
            <a:ext cx="7538412" cy="1451830"/>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419" sz="1400" noProof="0" dirty="0"/>
              <a:t>En esta página administrativa STVSITE es donde se crean los distintos sitios que serían administrados por la institución en el ámbito académico.</a:t>
            </a:r>
          </a:p>
          <a:p>
            <a:endParaRPr lang="es-419" sz="1400" noProof="0" dirty="0"/>
          </a:p>
          <a:p>
            <a:r>
              <a:rPr lang="es-419" sz="1400" noProof="0" dirty="0"/>
              <a:t>La definición y creación de los sitios es una actividad de Procesos Académicos y está comprendido en el instructivo correspondiente en el</a:t>
            </a:r>
            <a:r>
              <a:rPr lang="es-419" sz="1400" dirty="0"/>
              <a:t> 01. Gestión Curricular</a:t>
            </a:r>
            <a:endParaRPr lang="es-419" sz="1400" noProof="0" dirty="0"/>
          </a:p>
        </p:txBody>
      </p:sp>
    </p:spTree>
    <p:extLst>
      <p:ext uri="{BB962C8B-B14F-4D97-AF65-F5344CB8AC3E}">
        <p14:creationId xmlns:p14="http://schemas.microsoft.com/office/powerpoint/2010/main" val="3478660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35D6C7-DA76-EDDC-CACC-83E260979AE4}"/>
            </a:ext>
          </a:extLst>
        </p:cNvPr>
        <p:cNvGrpSpPr/>
        <p:nvPr/>
      </p:nvGrpSpPr>
      <p:grpSpPr>
        <a:xfrm>
          <a:off x="0" y="0"/>
          <a:ext cx="0" cy="0"/>
          <a:chOff x="0" y="0"/>
          <a:chExt cx="0" cy="0"/>
        </a:xfrm>
      </p:grpSpPr>
      <p:sp>
        <p:nvSpPr>
          <p:cNvPr id="10" name="Vertical Text Placeholder 9">
            <a:extLst>
              <a:ext uri="{FF2B5EF4-FFF2-40B4-BE49-F238E27FC236}">
                <a16:creationId xmlns:a16="http://schemas.microsoft.com/office/drawing/2014/main" id="{C7813297-C753-EFCC-E96F-FA93F5AB194B}"/>
              </a:ext>
            </a:extLst>
          </p:cNvPr>
          <p:cNvSpPr>
            <a:spLocks noGrp="1"/>
          </p:cNvSpPr>
          <p:nvPr>
            <p:ph type="body" orient="vert" sz="quarter" idx="10"/>
          </p:nvPr>
        </p:nvSpPr>
        <p:spPr/>
        <p:txBody>
          <a:bodyPr/>
          <a:lstStyle/>
          <a:p>
            <a:r>
              <a:rPr lang="es-419" sz="1200" noProof="0" dirty="0"/>
              <a:t>Gestionar los espacios físicos</a:t>
            </a:r>
            <a:endParaRPr lang="es-419" noProof="0" dirty="0"/>
          </a:p>
        </p:txBody>
      </p:sp>
      <p:sp>
        <p:nvSpPr>
          <p:cNvPr id="16" name="Title 15">
            <a:extLst>
              <a:ext uri="{FF2B5EF4-FFF2-40B4-BE49-F238E27FC236}">
                <a16:creationId xmlns:a16="http://schemas.microsoft.com/office/drawing/2014/main" id="{40D40C62-A6E7-871F-4163-C0ECBB781E11}"/>
              </a:ext>
            </a:extLst>
          </p:cNvPr>
          <p:cNvSpPr>
            <a:spLocks noGrp="1"/>
          </p:cNvSpPr>
          <p:nvPr>
            <p:ph type="title"/>
          </p:nvPr>
        </p:nvSpPr>
        <p:spPr/>
        <p:txBody>
          <a:bodyPr/>
          <a:lstStyle/>
          <a:p>
            <a:r>
              <a:rPr lang="es-419" noProof="0" dirty="0"/>
              <a:t>GESTIONAR LOS ESPACIOS FÍSICOS</a:t>
            </a:r>
          </a:p>
        </p:txBody>
      </p:sp>
      <p:sp>
        <p:nvSpPr>
          <p:cNvPr id="17" name="Text Placeholder 16">
            <a:extLst>
              <a:ext uri="{FF2B5EF4-FFF2-40B4-BE49-F238E27FC236}">
                <a16:creationId xmlns:a16="http://schemas.microsoft.com/office/drawing/2014/main" id="{B388AC12-E6EE-1823-CE0B-20C7ACF6E75B}"/>
              </a:ext>
            </a:extLst>
          </p:cNvPr>
          <p:cNvSpPr>
            <a:spLocks noGrp="1"/>
          </p:cNvSpPr>
          <p:nvPr>
            <p:ph type="body" sz="quarter" idx="18"/>
          </p:nvPr>
        </p:nvSpPr>
        <p:spPr/>
        <p:txBody>
          <a:bodyPr/>
          <a:lstStyle/>
          <a:p>
            <a:r>
              <a:rPr lang="es-419" noProof="0"/>
              <a:t>Codificar los Edificios</a:t>
            </a:r>
          </a:p>
        </p:txBody>
      </p:sp>
    </p:spTree>
    <p:extLst>
      <p:ext uri="{BB962C8B-B14F-4D97-AF65-F5344CB8AC3E}">
        <p14:creationId xmlns:p14="http://schemas.microsoft.com/office/powerpoint/2010/main" val="36018040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8E9284EC-0A4B-DFE3-3224-410C26F3E230}"/>
              </a:ext>
            </a:extLst>
          </p:cNvPr>
          <p:cNvPicPr>
            <a:picLocks noChangeAspect="1"/>
          </p:cNvPicPr>
          <p:nvPr/>
        </p:nvPicPr>
        <p:blipFill>
          <a:blip r:embed="rId2"/>
          <a:stretch>
            <a:fillRect/>
          </a:stretch>
        </p:blipFill>
        <p:spPr>
          <a:xfrm>
            <a:off x="895925" y="1062126"/>
            <a:ext cx="10635444" cy="4846391"/>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419" sz="1200" noProof="0" dirty="0"/>
              <a:t>Gestionar los espacios físicos</a:t>
            </a:r>
            <a:endParaRPr lang="es-419" noProof="0" dirty="0"/>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327992"/>
            <a:ext cx="10271883" cy="626165"/>
          </a:xfrm>
        </p:spPr>
        <p:txBody>
          <a:bodyPr/>
          <a:lstStyle/>
          <a:p>
            <a:r>
              <a:rPr lang="es-419" dirty="0">
                <a:solidFill>
                  <a:schemeClr val="tx2"/>
                </a:solidFill>
              </a:rPr>
              <a:t>Configuraciones: STVBLDG Validación de código de edificio</a:t>
            </a:r>
            <a:br>
              <a:rPr lang="es-419" b="1" noProof="0" dirty="0">
                <a:effectLst/>
              </a:rPr>
            </a:br>
            <a:endParaRPr lang="es-419" noProof="0" dirty="0"/>
          </a:p>
        </p:txBody>
      </p:sp>
      <p:sp>
        <p:nvSpPr>
          <p:cNvPr id="14" name="Rectángulo redondeado 5">
            <a:extLst>
              <a:ext uri="{FF2B5EF4-FFF2-40B4-BE49-F238E27FC236}">
                <a16:creationId xmlns:a16="http://schemas.microsoft.com/office/drawing/2014/main" id="{B540A364-E013-AB7D-C98E-B21DAA657790}"/>
              </a:ext>
            </a:extLst>
          </p:cNvPr>
          <p:cNvSpPr/>
          <p:nvPr/>
        </p:nvSpPr>
        <p:spPr>
          <a:xfrm>
            <a:off x="1059629" y="2976794"/>
            <a:ext cx="10960413" cy="2470215"/>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419" sz="1400" dirty="0"/>
              <a:t>En la página STVBLDG se crean los Edificios de la institución. Para ello debe seguir los siguientes pasos: </a:t>
            </a:r>
          </a:p>
          <a:p>
            <a:pPr marL="342900" indent="-342900">
              <a:buFont typeface="+mj-lt"/>
              <a:buAutoNum type="arabicPeriod"/>
            </a:pPr>
            <a:r>
              <a:rPr lang="es-419" sz="1400" dirty="0"/>
              <a:t>Presione la opción Insertar (+)</a:t>
            </a:r>
          </a:p>
          <a:p>
            <a:pPr marL="342900" indent="-342900">
              <a:buFont typeface="+mj-lt"/>
              <a:buAutoNum type="arabicPeriod"/>
            </a:pPr>
            <a:r>
              <a:rPr lang="es-419" sz="1400" dirty="0"/>
              <a:t>Incorpore en el campo Código, el código del edificio, siguiendo los lineamientos de la institución: </a:t>
            </a:r>
          </a:p>
          <a:p>
            <a:pPr marL="800100" lvl="1" indent="-342900">
              <a:buFont typeface="Arial" panose="020B0604020202020204" pitchFamily="34" charset="0"/>
              <a:buChar char="•"/>
            </a:pPr>
            <a:r>
              <a:rPr lang="es-419" sz="1400" dirty="0"/>
              <a:t>El código está compuesto por 6 dígitos</a:t>
            </a:r>
          </a:p>
          <a:p>
            <a:pPr marL="800100" lvl="1" indent="-342900">
              <a:buFont typeface="Arial" panose="020B0604020202020204" pitchFamily="34" charset="0"/>
              <a:buChar char="•"/>
            </a:pPr>
            <a:r>
              <a:rPr lang="es-419" sz="1400" dirty="0"/>
              <a:t>Los cinco primeros dígitos corresponden al Sitio específico donde se encuentra el Edificio, seguido por un </a:t>
            </a:r>
            <a:r>
              <a:rPr lang="es-419" sz="1400" dirty="0" err="1"/>
              <a:t>guión</a:t>
            </a:r>
            <a:r>
              <a:rPr lang="es-419" sz="1400" dirty="0"/>
              <a:t> (-).</a:t>
            </a:r>
          </a:p>
          <a:p>
            <a:pPr marL="800100" lvl="1" indent="-342900">
              <a:buFont typeface="Arial" panose="020B0604020202020204" pitchFamily="34" charset="0"/>
              <a:buChar char="•"/>
            </a:pPr>
            <a:r>
              <a:rPr lang="es-419" sz="1400" dirty="0"/>
              <a:t>El último dígito corresponde a la letra que identifica al Edificio. Si el Sitio solo tiene un edificio, se identifica con la primera letra el sitio. Por ejemplo, el único edificio de Vitacura se identifica con la letra V.</a:t>
            </a:r>
          </a:p>
          <a:p>
            <a:pPr marL="342900" indent="-342900">
              <a:buFont typeface="+mj-lt"/>
              <a:buAutoNum type="arabicPeriod"/>
            </a:pPr>
            <a:r>
              <a:rPr lang="es-419" sz="1400" dirty="0"/>
              <a:t>Incorpore en el campo Descripción un nombre completo para el código.</a:t>
            </a:r>
          </a:p>
          <a:p>
            <a:pPr marL="342900" indent="-342900">
              <a:buFont typeface="+mj-lt"/>
              <a:buAutoNum type="arabicPeriod"/>
            </a:pPr>
            <a:r>
              <a:rPr lang="es-419" sz="1400" dirty="0"/>
              <a:t>Guarde los datos.</a:t>
            </a:r>
          </a:p>
        </p:txBody>
      </p:sp>
      <p:sp>
        <p:nvSpPr>
          <p:cNvPr id="15" name="Rectángulo redondeado 15">
            <a:extLst>
              <a:ext uri="{FF2B5EF4-FFF2-40B4-BE49-F238E27FC236}">
                <a16:creationId xmlns:a16="http://schemas.microsoft.com/office/drawing/2014/main" id="{801CF7BA-3B66-54D2-886B-93F65CA7FC7C}"/>
              </a:ext>
            </a:extLst>
          </p:cNvPr>
          <p:cNvSpPr/>
          <p:nvPr/>
        </p:nvSpPr>
        <p:spPr>
          <a:xfrm>
            <a:off x="10807092" y="1523146"/>
            <a:ext cx="267056" cy="151011"/>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1</a:t>
            </a:r>
          </a:p>
        </p:txBody>
      </p:sp>
      <p:sp>
        <p:nvSpPr>
          <p:cNvPr id="17" name="Rectángulo redondeado 15">
            <a:extLst>
              <a:ext uri="{FF2B5EF4-FFF2-40B4-BE49-F238E27FC236}">
                <a16:creationId xmlns:a16="http://schemas.microsoft.com/office/drawing/2014/main" id="{AF936C37-5573-FC84-4BF4-3AEA3125B40D}"/>
              </a:ext>
            </a:extLst>
          </p:cNvPr>
          <p:cNvSpPr/>
          <p:nvPr/>
        </p:nvSpPr>
        <p:spPr>
          <a:xfrm>
            <a:off x="1381238" y="2406381"/>
            <a:ext cx="267056" cy="151011"/>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2</a:t>
            </a:r>
          </a:p>
        </p:txBody>
      </p:sp>
      <p:sp>
        <p:nvSpPr>
          <p:cNvPr id="18" name="Rectángulo redondeado 15">
            <a:extLst>
              <a:ext uri="{FF2B5EF4-FFF2-40B4-BE49-F238E27FC236}">
                <a16:creationId xmlns:a16="http://schemas.microsoft.com/office/drawing/2014/main" id="{14D809C6-5B87-7F83-5460-29E929F96E44}"/>
              </a:ext>
            </a:extLst>
          </p:cNvPr>
          <p:cNvSpPr/>
          <p:nvPr/>
        </p:nvSpPr>
        <p:spPr>
          <a:xfrm>
            <a:off x="2632364" y="2375085"/>
            <a:ext cx="267056" cy="151011"/>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3</a:t>
            </a:r>
          </a:p>
        </p:txBody>
      </p:sp>
      <p:sp>
        <p:nvSpPr>
          <p:cNvPr id="19" name="Rectángulo redondeado 15">
            <a:extLst>
              <a:ext uri="{FF2B5EF4-FFF2-40B4-BE49-F238E27FC236}">
                <a16:creationId xmlns:a16="http://schemas.microsoft.com/office/drawing/2014/main" id="{BE7221E9-E3A1-A08D-E028-9C45E0BD3DFE}"/>
              </a:ext>
            </a:extLst>
          </p:cNvPr>
          <p:cNvSpPr/>
          <p:nvPr/>
        </p:nvSpPr>
        <p:spPr>
          <a:xfrm>
            <a:off x="10807090" y="5538272"/>
            <a:ext cx="267056" cy="151011"/>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4</a:t>
            </a:r>
          </a:p>
        </p:txBody>
      </p:sp>
      <p:sp>
        <p:nvSpPr>
          <p:cNvPr id="20" name="Rectángulo 19">
            <a:extLst>
              <a:ext uri="{FF2B5EF4-FFF2-40B4-BE49-F238E27FC236}">
                <a16:creationId xmlns:a16="http://schemas.microsoft.com/office/drawing/2014/main" id="{5CCAF042-4241-CE85-7D07-D026D88DCEEF}"/>
              </a:ext>
            </a:extLst>
          </p:cNvPr>
          <p:cNvSpPr/>
          <p:nvPr/>
        </p:nvSpPr>
        <p:spPr>
          <a:xfrm>
            <a:off x="10758452" y="1338735"/>
            <a:ext cx="234824" cy="151010"/>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21" name="Rectángulo 20">
            <a:extLst>
              <a:ext uri="{FF2B5EF4-FFF2-40B4-BE49-F238E27FC236}">
                <a16:creationId xmlns:a16="http://schemas.microsoft.com/office/drawing/2014/main" id="{BA7F6359-D6C3-826F-47DD-8F1A45AA67FD}"/>
              </a:ext>
            </a:extLst>
          </p:cNvPr>
          <p:cNvSpPr/>
          <p:nvPr/>
        </p:nvSpPr>
        <p:spPr>
          <a:xfrm>
            <a:off x="1648294" y="2181288"/>
            <a:ext cx="984070" cy="161334"/>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22" name="Rectángulo 21">
            <a:extLst>
              <a:ext uri="{FF2B5EF4-FFF2-40B4-BE49-F238E27FC236}">
                <a16:creationId xmlns:a16="http://schemas.microsoft.com/office/drawing/2014/main" id="{BE3367EA-25C4-8E3B-9F87-7142471CC219}"/>
              </a:ext>
            </a:extLst>
          </p:cNvPr>
          <p:cNvSpPr/>
          <p:nvPr/>
        </p:nvSpPr>
        <p:spPr>
          <a:xfrm>
            <a:off x="895926" y="2181288"/>
            <a:ext cx="683492" cy="145351"/>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23" name="Rectángulo 22">
            <a:extLst>
              <a:ext uri="{FF2B5EF4-FFF2-40B4-BE49-F238E27FC236}">
                <a16:creationId xmlns:a16="http://schemas.microsoft.com/office/drawing/2014/main" id="{1D03E77D-D203-2428-6C35-CFA481DE741D}"/>
              </a:ext>
            </a:extLst>
          </p:cNvPr>
          <p:cNvSpPr/>
          <p:nvPr/>
        </p:nvSpPr>
        <p:spPr>
          <a:xfrm>
            <a:off x="11074147" y="5631242"/>
            <a:ext cx="457222" cy="164632"/>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Tree>
    <p:extLst>
      <p:ext uri="{BB962C8B-B14F-4D97-AF65-F5344CB8AC3E}">
        <p14:creationId xmlns:p14="http://schemas.microsoft.com/office/powerpoint/2010/main" val="18047618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2961DA-8EA0-6A50-3F9C-42AA81971CF0}"/>
            </a:ext>
          </a:extLst>
        </p:cNvPr>
        <p:cNvGrpSpPr/>
        <p:nvPr/>
      </p:nvGrpSpPr>
      <p:grpSpPr>
        <a:xfrm>
          <a:off x="0" y="0"/>
          <a:ext cx="0" cy="0"/>
          <a:chOff x="0" y="0"/>
          <a:chExt cx="0" cy="0"/>
        </a:xfrm>
      </p:grpSpPr>
      <p:sp>
        <p:nvSpPr>
          <p:cNvPr id="10" name="Vertical Text Placeholder 9">
            <a:extLst>
              <a:ext uri="{FF2B5EF4-FFF2-40B4-BE49-F238E27FC236}">
                <a16:creationId xmlns:a16="http://schemas.microsoft.com/office/drawing/2014/main" id="{66D4F77F-D2A7-24E5-D4F6-3789D3257633}"/>
              </a:ext>
            </a:extLst>
          </p:cNvPr>
          <p:cNvSpPr>
            <a:spLocks noGrp="1"/>
          </p:cNvSpPr>
          <p:nvPr>
            <p:ph type="body" orient="vert" sz="quarter" idx="10"/>
          </p:nvPr>
        </p:nvSpPr>
        <p:spPr/>
        <p:txBody>
          <a:bodyPr/>
          <a:lstStyle/>
          <a:p>
            <a:r>
              <a:rPr lang="es-419" sz="1200" noProof="0" dirty="0"/>
              <a:t>Gestionar los espacios físicos</a:t>
            </a:r>
            <a:endParaRPr lang="es-419" noProof="0" dirty="0"/>
          </a:p>
        </p:txBody>
      </p:sp>
      <p:sp>
        <p:nvSpPr>
          <p:cNvPr id="16" name="Title 15">
            <a:extLst>
              <a:ext uri="{FF2B5EF4-FFF2-40B4-BE49-F238E27FC236}">
                <a16:creationId xmlns:a16="http://schemas.microsoft.com/office/drawing/2014/main" id="{6605D07F-A515-ED00-324E-920E9B090029}"/>
              </a:ext>
            </a:extLst>
          </p:cNvPr>
          <p:cNvSpPr>
            <a:spLocks noGrp="1"/>
          </p:cNvSpPr>
          <p:nvPr>
            <p:ph type="title"/>
          </p:nvPr>
        </p:nvSpPr>
        <p:spPr/>
        <p:txBody>
          <a:bodyPr/>
          <a:lstStyle/>
          <a:p>
            <a:r>
              <a:rPr lang="es-419" noProof="0" dirty="0"/>
              <a:t>RESUMEN</a:t>
            </a:r>
          </a:p>
        </p:txBody>
      </p:sp>
      <p:sp>
        <p:nvSpPr>
          <p:cNvPr id="17" name="Text Placeholder 16">
            <a:extLst>
              <a:ext uri="{FF2B5EF4-FFF2-40B4-BE49-F238E27FC236}">
                <a16:creationId xmlns:a16="http://schemas.microsoft.com/office/drawing/2014/main" id="{952A50DF-7D04-2084-84ED-651F248E1FCE}"/>
              </a:ext>
            </a:extLst>
          </p:cNvPr>
          <p:cNvSpPr>
            <a:spLocks noGrp="1"/>
          </p:cNvSpPr>
          <p:nvPr>
            <p:ph type="body" sz="quarter" idx="18"/>
          </p:nvPr>
        </p:nvSpPr>
        <p:spPr/>
        <p:txBody>
          <a:bodyPr/>
          <a:lstStyle/>
          <a:p>
            <a:endParaRPr lang="es-419" noProof="0" dirty="0"/>
          </a:p>
        </p:txBody>
      </p:sp>
    </p:spTree>
    <p:extLst>
      <p:ext uri="{BB962C8B-B14F-4D97-AF65-F5344CB8AC3E}">
        <p14:creationId xmlns:p14="http://schemas.microsoft.com/office/powerpoint/2010/main" val="198295016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4">
            <a:extLst>
              <a:ext uri="{FF2B5EF4-FFF2-40B4-BE49-F238E27FC236}">
                <a16:creationId xmlns:a16="http://schemas.microsoft.com/office/drawing/2014/main" id="{5E636CD3-9D55-E7D6-7F08-EB5DED1D28F1}"/>
              </a:ext>
            </a:extLst>
          </p:cNvPr>
          <p:cNvSpPr>
            <a:spLocks noGrp="1"/>
          </p:cNvSpPr>
          <p:nvPr>
            <p:ph type="body" sz="quarter" idx="18"/>
          </p:nvPr>
        </p:nvSpPr>
        <p:spPr/>
        <p:txBody>
          <a:bodyPr/>
          <a:lstStyle/>
          <a:p>
            <a:pPr marL="0" indent="0">
              <a:buNone/>
            </a:pPr>
            <a:r>
              <a:rPr lang="es-419" sz="2000" noProof="0" dirty="0"/>
              <a:t>Gestionar los Espacios Físicos:</a:t>
            </a:r>
          </a:p>
          <a:p>
            <a:pPr marL="342900" indent="-342900" algn="just">
              <a:buClr>
                <a:srgbClr val="0CB4B4"/>
              </a:buClr>
              <a:buFont typeface="Wingdings" panose="05000000000000000000" pitchFamily="2" charset="2"/>
              <a:buChar char="q"/>
            </a:pPr>
            <a:r>
              <a:rPr lang="es-419" sz="2000" noProof="0" dirty="0"/>
              <a:t>Los espacios físicos pueden dividirse en Campus, Edificios y Salones.</a:t>
            </a:r>
          </a:p>
          <a:p>
            <a:pPr marL="342900" indent="-342900" algn="just">
              <a:buClr>
                <a:srgbClr val="0CB4B4"/>
              </a:buClr>
              <a:buFont typeface="Wingdings" panose="05000000000000000000" pitchFamily="2" charset="2"/>
              <a:buChar char="q"/>
            </a:pPr>
            <a:r>
              <a:rPr lang="es-419" sz="2000" noProof="0" dirty="0"/>
              <a:t>Los campus serán identificados por un código único que los representa y, en el ámbito de espacios físicos, corresponden a los terrenos donde la institución tiene los edificios.</a:t>
            </a:r>
          </a:p>
          <a:p>
            <a:pPr marL="342900" indent="-342900" algn="just">
              <a:buClr>
                <a:srgbClr val="0CB4B4"/>
              </a:buClr>
              <a:buFont typeface="Wingdings" panose="05000000000000000000" pitchFamily="2" charset="2"/>
              <a:buChar char="q"/>
            </a:pPr>
            <a:r>
              <a:rPr lang="es-419" sz="2000" noProof="0" dirty="0"/>
              <a:t>Los edificios también tienen un código único que los representa y una descripción que facilita la identificación del mismo dentro de la institución. Para el caso de UAI, el código del Sitio tiene relevancia en la codificación de los edificios.</a:t>
            </a:r>
          </a:p>
        </p:txBody>
      </p:sp>
      <p:sp>
        <p:nvSpPr>
          <p:cNvPr id="10" name="Vertical Text Placeholder 9">
            <a:extLst>
              <a:ext uri="{FF2B5EF4-FFF2-40B4-BE49-F238E27FC236}">
                <a16:creationId xmlns:a16="http://schemas.microsoft.com/office/drawing/2014/main" id="{61C17162-17F1-530F-F6BC-4203C78DA55D}"/>
              </a:ext>
            </a:extLst>
          </p:cNvPr>
          <p:cNvSpPr>
            <a:spLocks noGrp="1"/>
          </p:cNvSpPr>
          <p:nvPr>
            <p:ph type="body" orient="vert" sz="quarter" idx="17"/>
          </p:nvPr>
        </p:nvSpPr>
        <p:spPr/>
        <p:txBody>
          <a:bodyPr/>
          <a:lstStyle/>
          <a:p>
            <a:r>
              <a:rPr lang="es-419" sz="1200" noProof="0" dirty="0"/>
              <a:t>Gestionar los espacios físicos</a:t>
            </a:r>
            <a:endParaRPr lang="es-419" noProof="0" dirty="0"/>
          </a:p>
        </p:txBody>
      </p:sp>
      <p:sp>
        <p:nvSpPr>
          <p:cNvPr id="16" name="Title 15">
            <a:extLst>
              <a:ext uri="{FF2B5EF4-FFF2-40B4-BE49-F238E27FC236}">
                <a16:creationId xmlns:a16="http://schemas.microsoft.com/office/drawing/2014/main" id="{E36F486A-1A18-4A72-1755-E54B412B189B}"/>
              </a:ext>
            </a:extLst>
          </p:cNvPr>
          <p:cNvSpPr>
            <a:spLocks noGrp="1"/>
          </p:cNvSpPr>
          <p:nvPr>
            <p:ph type="title"/>
          </p:nvPr>
        </p:nvSpPr>
        <p:spPr/>
        <p:txBody>
          <a:bodyPr/>
          <a:lstStyle/>
          <a:p>
            <a:r>
              <a:rPr lang="es-419" dirty="0">
                <a:solidFill>
                  <a:schemeClr val="tx2"/>
                </a:solidFill>
              </a:rPr>
              <a:t>RESUMEN</a:t>
            </a:r>
          </a:p>
        </p:txBody>
      </p:sp>
    </p:spTree>
    <p:extLst>
      <p:ext uri="{BB962C8B-B14F-4D97-AF65-F5344CB8AC3E}">
        <p14:creationId xmlns:p14="http://schemas.microsoft.com/office/powerpoint/2010/main" val="31134856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Marcador de texto 12">
            <a:extLst>
              <a:ext uri="{FF2B5EF4-FFF2-40B4-BE49-F238E27FC236}">
                <a16:creationId xmlns:a16="http://schemas.microsoft.com/office/drawing/2014/main" id="{A4B0D3FF-2F8B-8FC5-7AC2-84CC61ED8977}"/>
              </a:ext>
            </a:extLst>
          </p:cNvPr>
          <p:cNvSpPr>
            <a:spLocks noGrp="1"/>
          </p:cNvSpPr>
          <p:nvPr>
            <p:ph type="body" sz="quarter" idx="10"/>
          </p:nvPr>
        </p:nvSpPr>
        <p:spPr>
          <a:xfrm>
            <a:off x="914399" y="2238843"/>
            <a:ext cx="10363202" cy="669094"/>
          </a:xfrm>
        </p:spPr>
        <p:txBody>
          <a:bodyPr/>
          <a:lstStyle/>
          <a:p>
            <a:r>
              <a:rPr lang="es-419" dirty="0"/>
              <a:t>MUCHAS GRACIAS</a:t>
            </a:r>
          </a:p>
        </p:txBody>
      </p:sp>
      <p:sp>
        <p:nvSpPr>
          <p:cNvPr id="5" name="Marcador de texto 4">
            <a:extLst>
              <a:ext uri="{FF2B5EF4-FFF2-40B4-BE49-F238E27FC236}">
                <a16:creationId xmlns:a16="http://schemas.microsoft.com/office/drawing/2014/main" id="{826401A9-DE11-DDDF-9F42-FAAE12FE6B9F}"/>
              </a:ext>
            </a:extLst>
          </p:cNvPr>
          <p:cNvSpPr>
            <a:spLocks noGrp="1"/>
          </p:cNvSpPr>
          <p:nvPr>
            <p:ph type="body" sz="quarter" idx="11"/>
          </p:nvPr>
        </p:nvSpPr>
        <p:spPr>
          <a:xfrm>
            <a:off x="1229043" y="4584074"/>
            <a:ext cx="10363202" cy="324961"/>
          </a:xfrm>
        </p:spPr>
        <p:txBody>
          <a:bodyPr/>
          <a:lstStyle/>
          <a:p>
            <a:pPr algn="l"/>
            <a:r>
              <a:rPr lang="es-419" sz="2000" dirty="0"/>
              <a:t>Nidia Beltran</a:t>
            </a:r>
          </a:p>
        </p:txBody>
      </p:sp>
      <p:pic>
        <p:nvPicPr>
          <p:cNvPr id="8" name="Graphic 7" descr="User with solid fill">
            <a:extLst>
              <a:ext uri="{FF2B5EF4-FFF2-40B4-BE49-F238E27FC236}">
                <a16:creationId xmlns:a16="http://schemas.microsoft.com/office/drawing/2014/main" id="{C726B198-B5C8-1C5D-4D10-BFFD13AADE33}"/>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54490" y="4609395"/>
            <a:ext cx="274320" cy="274320"/>
          </a:xfrm>
          <a:prstGeom prst="rect">
            <a:avLst/>
          </a:prstGeom>
        </p:spPr>
      </p:pic>
      <p:pic>
        <p:nvPicPr>
          <p:cNvPr id="9" name="Graphic 8" descr="Email with solid fill">
            <a:extLst>
              <a:ext uri="{FF2B5EF4-FFF2-40B4-BE49-F238E27FC236}">
                <a16:creationId xmlns:a16="http://schemas.microsoft.com/office/drawing/2014/main" id="{DD7F5D3F-15A6-F216-AF41-EA0DCDE6B37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63543" y="4985033"/>
            <a:ext cx="274320" cy="274320"/>
          </a:xfrm>
          <a:prstGeom prst="rect">
            <a:avLst/>
          </a:prstGeom>
        </p:spPr>
      </p:pic>
      <p:sp>
        <p:nvSpPr>
          <p:cNvPr id="11" name="Marcador de texto 4">
            <a:extLst>
              <a:ext uri="{FF2B5EF4-FFF2-40B4-BE49-F238E27FC236}">
                <a16:creationId xmlns:a16="http://schemas.microsoft.com/office/drawing/2014/main" id="{88780A86-7F59-00BD-9B1E-C1DFAC865719}"/>
              </a:ext>
            </a:extLst>
          </p:cNvPr>
          <p:cNvSpPr txBox="1">
            <a:spLocks/>
          </p:cNvSpPr>
          <p:nvPr/>
        </p:nvSpPr>
        <p:spPr>
          <a:xfrm>
            <a:off x="1229043" y="4959712"/>
            <a:ext cx="5334046" cy="324961"/>
          </a:xfrm>
          <a:prstGeom prst="rect">
            <a:avLst/>
          </a:prstGeom>
        </p:spPr>
        <p:txBody>
          <a:bodyPr vert="horz" wrap="square" lIns="0" tIns="0" rIns="0" bIns="0" rtlCol="0">
            <a:spAutoFit/>
          </a:bodyPr>
          <a:lstStyle>
            <a:lvl1pPr marL="0" indent="0" algn="l" defTabSz="914400" rtl="0" eaLnBrk="1" latinLnBrk="0" hangingPunct="1">
              <a:lnSpc>
                <a:spcPct val="110000"/>
              </a:lnSpc>
              <a:spcBef>
                <a:spcPts val="0"/>
              </a:spcBef>
              <a:spcAft>
                <a:spcPts val="600"/>
              </a:spcAft>
              <a:buFont typeface="Arial" panose="020B0604020202020204" pitchFamily="34" charset="0"/>
              <a:buNone/>
              <a:defRPr sz="2000" b="0" kern="1200">
                <a:solidFill>
                  <a:schemeClr val="bg1"/>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s-419" dirty="0"/>
              <a:t>Nidia.beltran@ellucian.com</a:t>
            </a:r>
          </a:p>
        </p:txBody>
      </p:sp>
    </p:spTree>
    <p:extLst>
      <p:ext uri="{BB962C8B-B14F-4D97-AF65-F5344CB8AC3E}">
        <p14:creationId xmlns:p14="http://schemas.microsoft.com/office/powerpoint/2010/main" val="2964196057"/>
      </p:ext>
    </p:extLst>
  </p:cSld>
  <p:clrMapOvr>
    <a:masterClrMapping/>
  </p:clrMapOvr>
</p:sld>
</file>

<file path=ppt/theme/theme1.xml><?xml version="1.0" encoding="utf-8"?>
<a:theme xmlns:a="http://schemas.openxmlformats.org/drawingml/2006/main" name="Ellucian_April 2025">
  <a:themeElements>
    <a:clrScheme name="Ellucian">
      <a:dk1>
        <a:srgbClr val="000000"/>
      </a:dk1>
      <a:lt1>
        <a:srgbClr val="FFFFFF"/>
      </a:lt1>
      <a:dk2>
        <a:srgbClr val="320070"/>
      </a:dk2>
      <a:lt2>
        <a:srgbClr val="D7D2CB"/>
      </a:lt2>
      <a:accent1>
        <a:srgbClr val="7000EB"/>
      </a:accent1>
      <a:accent2>
        <a:srgbClr val="95F4A0"/>
      </a:accent2>
      <a:accent3>
        <a:srgbClr val="084D2B"/>
      </a:accent3>
      <a:accent4>
        <a:srgbClr val="E8F75B"/>
      </a:accent4>
      <a:accent5>
        <a:srgbClr val="74C4FF"/>
      </a:accent5>
      <a:accent6>
        <a:srgbClr val="FFC800"/>
      </a:accent6>
      <a:hlink>
        <a:srgbClr val="7000EB"/>
      </a:hlink>
      <a:folHlink>
        <a:srgbClr val="7000EB"/>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spAutoFit/>
      </a:bodyPr>
      <a:lstStyle>
        <a:defPPr algn="l">
          <a:defRPr dirty="0" err="1" smtClean="0"/>
        </a:defPPr>
      </a:lstStyle>
    </a:txDef>
  </a:objectDefaults>
  <a:extraClrSchemeLst/>
  <a:extLst>
    <a:ext uri="{05A4C25C-085E-4340-85A3-A5531E510DB2}">
      <thm15:themeFamily xmlns:thm15="http://schemas.microsoft.com/office/thememl/2012/main" name="Ellucian_April 2025" id="{26EA1B6D-013D-4CE8-B6BA-844450BD34AD}" vid="{76DDA76C-B383-44A4-B33A-CC50C6670FCD}"/>
    </a:ext>
  </a:extLst>
</a:theme>
</file>

<file path=ppt/theme/theme2.xml><?xml version="1.0" encoding="utf-8"?>
<a:theme xmlns:a="http://schemas.openxmlformats.org/drawingml/2006/main" name="Ellucian Blank Layouts">
  <a:themeElements>
    <a:clrScheme name="Ellucian">
      <a:dk1>
        <a:srgbClr val="000000"/>
      </a:dk1>
      <a:lt1>
        <a:srgbClr val="FFFFFF"/>
      </a:lt1>
      <a:dk2>
        <a:srgbClr val="320070"/>
      </a:dk2>
      <a:lt2>
        <a:srgbClr val="D7D2CB"/>
      </a:lt2>
      <a:accent1>
        <a:srgbClr val="7000EB"/>
      </a:accent1>
      <a:accent2>
        <a:srgbClr val="95F4A0"/>
      </a:accent2>
      <a:accent3>
        <a:srgbClr val="084D2B"/>
      </a:accent3>
      <a:accent4>
        <a:srgbClr val="E8F75B"/>
      </a:accent4>
      <a:accent5>
        <a:srgbClr val="74C4FF"/>
      </a:accent5>
      <a:accent6>
        <a:srgbClr val="FFC800"/>
      </a:accent6>
      <a:hlink>
        <a:srgbClr val="7000EB"/>
      </a:hlink>
      <a:folHlink>
        <a:srgbClr val="7000EB"/>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spAutoFit/>
      </a:bodyPr>
      <a:lstStyle>
        <a:defPPr algn="l">
          <a:defRPr dirty="0" err="1" smtClean="0"/>
        </a:defPPr>
      </a:lstStyle>
    </a:txDef>
  </a:objectDefaults>
  <a:extraClrSchemeLst/>
  <a:extLst>
    <a:ext uri="{05A4C25C-085E-4340-85A3-A5531E510DB2}">
      <thm15:themeFamily xmlns:thm15="http://schemas.microsoft.com/office/thememl/2012/main" name="Ellucian-PPT-Template-2025-V5" id="{A599B5A2-9FB4-43D0-8DD2-7AE7CFBE6EE5}" vid="{5FE6AC23-0F88-4612-B1AD-D84E4AF262DE}"/>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Ellucian_April 2025</Template>
  <TotalTime>8149</TotalTime>
  <Words>882</Words>
  <Application>Microsoft Office PowerPoint</Application>
  <PresentationFormat>Panorámica</PresentationFormat>
  <Paragraphs>86</Paragraphs>
  <Slides>18</Slides>
  <Notes>0</Notes>
  <HiddenSlides>0</HiddenSlides>
  <MMClips>0</MMClips>
  <ScaleCrop>false</ScaleCrop>
  <HeadingPairs>
    <vt:vector size="6" baseType="variant">
      <vt:variant>
        <vt:lpstr>Fuentes usadas</vt:lpstr>
      </vt:variant>
      <vt:variant>
        <vt:i4>7</vt:i4>
      </vt:variant>
      <vt:variant>
        <vt:lpstr>Tema</vt:lpstr>
      </vt:variant>
      <vt:variant>
        <vt:i4>2</vt:i4>
      </vt:variant>
      <vt:variant>
        <vt:lpstr>Títulos de diapositiva</vt:lpstr>
      </vt:variant>
      <vt:variant>
        <vt:i4>18</vt:i4>
      </vt:variant>
    </vt:vector>
  </HeadingPairs>
  <TitlesOfParts>
    <vt:vector size="27" baseType="lpstr">
      <vt:lpstr>Aptos</vt:lpstr>
      <vt:lpstr>Aptos Display</vt:lpstr>
      <vt:lpstr>Arial</vt:lpstr>
      <vt:lpstr>Calibri</vt:lpstr>
      <vt:lpstr>Courier New</vt:lpstr>
      <vt:lpstr>Helvetica Neue</vt:lpstr>
      <vt:lpstr>Wingdings</vt:lpstr>
      <vt:lpstr>Ellucian_April 2025</vt:lpstr>
      <vt:lpstr>Ellucian Blank Layouts</vt:lpstr>
      <vt:lpstr>Presentación de PowerPoint</vt:lpstr>
      <vt:lpstr>Presentación de PowerPoint</vt:lpstr>
      <vt:lpstr>Overview</vt:lpstr>
      <vt:lpstr>Overview: Mapa de capacidades</vt:lpstr>
      <vt:lpstr>Overview: Capacidad operativa Gestión de la Programación Académica </vt:lpstr>
      <vt:lpstr>Overview: Gestión de la programación Académica</vt:lpstr>
      <vt:lpstr>Overview: Gestión de cursos(planta Física)</vt:lpstr>
      <vt:lpstr>Presentación de PowerPoint</vt:lpstr>
      <vt:lpstr>Presentación de PowerPoint</vt:lpstr>
      <vt:lpstr>Overview: Gestionar los espacios físicos</vt:lpstr>
      <vt:lpstr>CONFIGURACIONES</vt:lpstr>
      <vt:lpstr>Configuraciones: STVCAMP Validación de código de campus </vt:lpstr>
      <vt:lpstr>Configuraciones: STVSITE Validación de código de sitio </vt:lpstr>
      <vt:lpstr>GESTIONAR LOS ESPACIOS FÍSICOS</vt:lpstr>
      <vt:lpstr>Configuraciones: STVBLDG Validación de código de edificio </vt:lpstr>
      <vt:lpstr>RESUMEN</vt:lpstr>
      <vt:lpstr>RESUMEN</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Gestionar conceptos de cobro y pago</dc:title>
  <dc:creator>Mardones, Francisco</dc:creator>
  <cp:lastModifiedBy>Beltran, Nidia</cp:lastModifiedBy>
  <cp:revision>249</cp:revision>
  <dcterms:created xsi:type="dcterms:W3CDTF">2023-07-17T20:07:38Z</dcterms:created>
  <dcterms:modified xsi:type="dcterms:W3CDTF">2026-07-06T18:57:44Z</dcterms:modified>
</cp:coreProperties>
</file>