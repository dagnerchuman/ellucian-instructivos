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</p:sldMasterIdLst>
  <p:notesMasterIdLst>
    <p:notesMasterId r:id="rId17"/>
  </p:notesMasterIdLst>
  <p:sldIdLst>
    <p:sldId id="496" r:id="rId3"/>
    <p:sldId id="423" r:id="rId4"/>
    <p:sldId id="476" r:id="rId5"/>
    <p:sldId id="508" r:id="rId6"/>
    <p:sldId id="350" r:id="rId7"/>
    <p:sldId id="266" r:id="rId8"/>
    <p:sldId id="261" r:id="rId9"/>
    <p:sldId id="343" r:id="rId10"/>
    <p:sldId id="475" r:id="rId11"/>
    <p:sldId id="507" r:id="rId12"/>
    <p:sldId id="504" r:id="rId13"/>
    <p:sldId id="505" r:id="rId14"/>
    <p:sldId id="345" r:id="rId15"/>
    <p:sldId id="4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181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88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120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0484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766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3946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9760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1456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82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00171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606AE-D60F-35EE-8411-8F99BBC8D3FB}"/>
              </a:ext>
            </a:extLst>
          </p:cNvPr>
          <p:cNvSpPr/>
          <p:nvPr userDrawn="1"/>
        </p:nvSpPr>
        <p:spPr>
          <a:xfrm>
            <a:off x="9209314" y="6542314"/>
            <a:ext cx="2351315" cy="195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98516-E725-81A8-DAEA-F6AAEE132D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1067" y="6509625"/>
            <a:ext cx="2086266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9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616762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47951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950617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33788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233601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938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3991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484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6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41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62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201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60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89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34080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481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3548721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1990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538936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327246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247672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797845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136478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19261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7944BB-8EA4-5871-A1AE-220DB9091535}"/>
              </a:ext>
            </a:extLst>
          </p:cNvPr>
          <p:cNvSpPr/>
          <p:nvPr userDrawn="1"/>
        </p:nvSpPr>
        <p:spPr>
          <a:xfrm>
            <a:off x="9187543" y="6487886"/>
            <a:ext cx="2427514" cy="233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D5984-A9E8-4069-7FF1-CC3C5E0A5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4533" y="6498280"/>
            <a:ext cx="209579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45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3B779-3083-D81A-F719-0DEE461F6F1E}"/>
              </a:ext>
            </a:extLst>
          </p:cNvPr>
          <p:cNvSpPr/>
          <p:nvPr userDrawn="1"/>
        </p:nvSpPr>
        <p:spPr>
          <a:xfrm>
            <a:off x="9231086" y="6498771"/>
            <a:ext cx="2351311" cy="222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74055-9D7A-008C-ADFB-857F7A521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1952" y="6492847"/>
            <a:ext cx="2086266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467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792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22834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22861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7143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88551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210783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5189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00883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65660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710760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58501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6723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985548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926259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4079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41583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619490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137163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92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1243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54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Asignar Syllabus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41674"/>
              </p:ext>
            </p:extLst>
          </p:nvPr>
        </p:nvGraphicFramePr>
        <p:xfrm>
          <a:off x="786088" y="1651015"/>
          <a:ext cx="9058128" cy="24425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Syllabus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Asignar Syllabus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Asignar Syllabus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1" noProof="0" dirty="0">
                <a:solidFill>
                  <a:schemeClr val="accent1"/>
                </a:solidFill>
              </a:rPr>
              <a:t>Mapa de capacidades</a:t>
            </a:r>
            <a:endParaRPr lang="es-419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1839686"/>
            <a:ext cx="2531719" cy="76241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CO" sz="2000" dirty="0"/>
              <a:t>Para cada curso creado se puede cargar su programa o esquema en el sistema, definiendo</a:t>
            </a:r>
            <a:r>
              <a:rPr lang="es-ES_tradnl" sz="2000" dirty="0"/>
              <a:t>:</a:t>
            </a:r>
          </a:p>
          <a:p>
            <a:pPr>
              <a:spcBef>
                <a:spcPts val="600"/>
              </a:spcBef>
              <a:buClr>
                <a:srgbClr val="0CB4B4"/>
              </a:buClr>
            </a:pPr>
            <a:r>
              <a:rPr lang="es-ES_tradnl" sz="2000" dirty="0"/>
              <a:t>Nombre completo</a:t>
            </a:r>
          </a:p>
          <a:p>
            <a:pPr>
              <a:spcBef>
                <a:spcPts val="600"/>
              </a:spcBef>
              <a:buClr>
                <a:srgbClr val="0CB4B4"/>
              </a:buClr>
            </a:pPr>
            <a:r>
              <a:rPr lang="es-ES_tradnl" sz="2000" dirty="0"/>
              <a:t>Objetivos de aprendizaje</a:t>
            </a:r>
          </a:p>
          <a:p>
            <a:pPr>
              <a:spcBef>
                <a:spcPts val="600"/>
              </a:spcBef>
              <a:buClr>
                <a:srgbClr val="0CB4B4"/>
              </a:buClr>
            </a:pPr>
            <a:r>
              <a:rPr lang="es-ES_tradnl" sz="2000" dirty="0"/>
              <a:t>Materiales requeridos</a:t>
            </a:r>
          </a:p>
          <a:p>
            <a:pPr>
              <a:spcBef>
                <a:spcPts val="600"/>
              </a:spcBef>
              <a:buClr>
                <a:srgbClr val="0CB4B4"/>
              </a:buClr>
            </a:pPr>
            <a:r>
              <a:rPr lang="es-ES_tradnl" sz="2000" dirty="0"/>
              <a:t>Requerimientos técnicos</a:t>
            </a:r>
          </a:p>
          <a:p>
            <a:pPr>
              <a:spcBef>
                <a:spcPts val="600"/>
              </a:spcBef>
              <a:buClr>
                <a:srgbClr val="0CB4B4"/>
              </a:buClr>
            </a:pPr>
            <a:r>
              <a:rPr lang="es-ES_tradnl" sz="2000" dirty="0"/>
              <a:t>Definir plan del curso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ES" sz="2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sz="3200" dirty="0">
                <a:solidFill>
                  <a:schemeClr val="accent1"/>
                </a:solidFill>
              </a:rPr>
              <a:t>:</a:t>
            </a:r>
            <a:r>
              <a:rPr lang="es-ES_tradnl" b="0" dirty="0">
                <a:solidFill>
                  <a:schemeClr val="accent1"/>
                </a:solidFill>
              </a:rPr>
              <a:t> Características generales de asignar Syllabus</a:t>
            </a:r>
            <a:endParaRPr lang="es-CL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1C0327-E277-8995-30AD-95DC98DE7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419" dirty="0" err="1"/>
              <a:t>Overview</a:t>
            </a:r>
            <a:r>
              <a:rPr lang="es-419" dirty="0"/>
              <a:t>: Procesos de asignar Syllabus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68AB5D3-C989-EC61-8C99-02D1548F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9031"/>
            <a:ext cx="12192000" cy="203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56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Asignar</a:t>
            </a:r>
            <a:r>
              <a:rPr lang="en-US" dirty="0"/>
              <a:t> Syllabus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1B239D7-32FD-EE17-61F5-AE2B0CAD1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138307"/>
            <a:ext cx="10645633" cy="144385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000" dirty="0">
                <a:solidFill>
                  <a:schemeClr val="accent1"/>
                </a:solidFill>
              </a:rPr>
              <a:t>SCASYLB </a:t>
            </a:r>
            <a:r>
              <a:rPr lang="es-419" sz="3000" dirty="0">
                <a:solidFill>
                  <a:schemeClr val="accent1"/>
                </a:solidFill>
              </a:rPr>
              <a:t>Syllabus de curso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941628" y="4219676"/>
            <a:ext cx="8575800" cy="119674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Para ingresar primero se deben llenar los siguientes datos:</a:t>
            </a:r>
          </a:p>
          <a:p>
            <a:r>
              <a:rPr lang="es-CL" sz="1100" dirty="0"/>
              <a:t>1. Materia.</a:t>
            </a:r>
          </a:p>
          <a:p>
            <a:r>
              <a:rPr lang="es-CL" sz="1100" dirty="0"/>
              <a:t>2. Curso.</a:t>
            </a:r>
          </a:p>
          <a:p>
            <a:r>
              <a:rPr lang="es-CL" sz="1100" dirty="0"/>
              <a:t>3. Período, para el cual se va a registrar el Syllabus.</a:t>
            </a:r>
          </a:p>
          <a:p>
            <a:r>
              <a:rPr lang="es-CL" sz="1100" dirty="0"/>
              <a:t>4. Finalmente presionar “Ir”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8419CE0-4420-48BC-2025-3AE88AD8AEEC}"/>
              </a:ext>
            </a:extLst>
          </p:cNvPr>
          <p:cNvSpPr/>
          <p:nvPr/>
        </p:nvSpPr>
        <p:spPr>
          <a:xfrm>
            <a:off x="1078390" y="1764296"/>
            <a:ext cx="197224" cy="15413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102029A-C1EB-D6F1-6276-66B216BD3241}"/>
              </a:ext>
            </a:extLst>
          </p:cNvPr>
          <p:cNvSpPr/>
          <p:nvPr/>
        </p:nvSpPr>
        <p:spPr>
          <a:xfrm>
            <a:off x="5946188" y="1785213"/>
            <a:ext cx="197224" cy="15003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9251EC7D-8D2B-29E8-40A8-4CEC12D2067D}"/>
              </a:ext>
            </a:extLst>
          </p:cNvPr>
          <p:cNvSpPr/>
          <p:nvPr/>
        </p:nvSpPr>
        <p:spPr>
          <a:xfrm>
            <a:off x="1078390" y="1938351"/>
            <a:ext cx="19722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5978EED-977D-ADC5-1247-E874116163DE}"/>
              </a:ext>
            </a:extLst>
          </p:cNvPr>
          <p:cNvSpPr/>
          <p:nvPr/>
        </p:nvSpPr>
        <p:spPr>
          <a:xfrm>
            <a:off x="10850320" y="18088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2610830-6288-2C05-E3FD-47CF23089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35" y="1155318"/>
            <a:ext cx="10271883" cy="33951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000" dirty="0">
                <a:solidFill>
                  <a:schemeClr val="accent1"/>
                </a:solidFill>
              </a:rPr>
              <a:t>SCASYLB </a:t>
            </a:r>
            <a:r>
              <a:rPr lang="es-419" sz="3000" dirty="0">
                <a:solidFill>
                  <a:schemeClr val="accent1"/>
                </a:solidFill>
              </a:rPr>
              <a:t>Syllabus de curso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975454"/>
            <a:ext cx="10682681" cy="13808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Para ingresar primero se deben completar los datos de:</a:t>
            </a:r>
          </a:p>
          <a:p>
            <a:r>
              <a:rPr lang="es-CL" sz="1100" dirty="0"/>
              <a:t>1.- </a:t>
            </a:r>
            <a:r>
              <a:rPr lang="es-CL" sz="1100" b="1" dirty="0"/>
              <a:t>Materia, Curso y Período</a:t>
            </a:r>
            <a:r>
              <a:rPr lang="es-CL" sz="1100" dirty="0"/>
              <a:t>, para el cual se va a registrar el Syllabus.</a:t>
            </a:r>
            <a:br>
              <a:rPr lang="es-CL" sz="1100" dirty="0"/>
            </a:br>
            <a:r>
              <a:rPr lang="es-CL" sz="1100" dirty="0"/>
              <a:t>2.- </a:t>
            </a:r>
            <a:r>
              <a:rPr lang="es-CL" sz="1100" b="1" dirty="0"/>
              <a:t>Título</a:t>
            </a:r>
            <a:r>
              <a:rPr lang="es-CL" sz="1100" dirty="0"/>
              <a:t>: (100 caracteres) Se ingresa el nombre completo del curso.</a:t>
            </a:r>
            <a:br>
              <a:rPr lang="es-CL" sz="1100" dirty="0"/>
            </a:br>
            <a:r>
              <a:rPr lang="es-CL" sz="1100" dirty="0"/>
              <a:t>3.- </a:t>
            </a:r>
            <a:r>
              <a:rPr lang="es-CL" sz="1100" b="1" dirty="0"/>
              <a:t>URL: </a:t>
            </a:r>
            <a:r>
              <a:rPr lang="es-CL" sz="1100" dirty="0"/>
              <a:t>Se puede ingresar una URL donde se pueda consultar información el curso. Se despliega en autoservicio</a:t>
            </a:r>
          </a:p>
          <a:p>
            <a:r>
              <a:rPr lang="es-CL" sz="1100" dirty="0"/>
              <a:t>4</a:t>
            </a:r>
            <a:r>
              <a:rPr lang="es-CL" sz="1100" b="1" dirty="0"/>
              <a:t>.- Objetivos de aprendizaj</a:t>
            </a:r>
            <a:r>
              <a:rPr lang="es-CL" sz="1100" dirty="0"/>
              <a:t>e:  (32767 caracteres) Se ingresan los objetivos de aprendizaje.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8419CE0-4420-48BC-2025-3AE88AD8AEEC}"/>
              </a:ext>
            </a:extLst>
          </p:cNvPr>
          <p:cNvSpPr/>
          <p:nvPr/>
        </p:nvSpPr>
        <p:spPr>
          <a:xfrm>
            <a:off x="5592896" y="177127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102029A-C1EB-D6F1-6276-66B216BD3241}"/>
              </a:ext>
            </a:extLst>
          </p:cNvPr>
          <p:cNvSpPr/>
          <p:nvPr/>
        </p:nvSpPr>
        <p:spPr>
          <a:xfrm>
            <a:off x="1512239" y="230604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9251EC7D-8D2B-29E8-40A8-4CEC12D2067D}"/>
              </a:ext>
            </a:extLst>
          </p:cNvPr>
          <p:cNvSpPr/>
          <p:nvPr/>
        </p:nvSpPr>
        <p:spPr>
          <a:xfrm>
            <a:off x="1512239" y="255763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5978EED-977D-ADC5-1247-E874116163DE}"/>
              </a:ext>
            </a:extLst>
          </p:cNvPr>
          <p:cNvSpPr/>
          <p:nvPr/>
        </p:nvSpPr>
        <p:spPr>
          <a:xfrm>
            <a:off x="1260920" y="313365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084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7DD434F-115C-2713-5E85-4944E2676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080840"/>
            <a:ext cx="10366653" cy="37731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000" dirty="0">
                <a:solidFill>
                  <a:schemeClr val="accent1"/>
                </a:solidFill>
              </a:rPr>
              <a:t>SCASYLB </a:t>
            </a:r>
            <a:r>
              <a:rPr lang="es-419" sz="3000" dirty="0">
                <a:solidFill>
                  <a:schemeClr val="accent1"/>
                </a:solidFill>
              </a:rPr>
              <a:t>Syllabus de curso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8" y="5661507"/>
            <a:ext cx="10637682" cy="69484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 la:</a:t>
            </a:r>
          </a:p>
          <a:p>
            <a:r>
              <a:rPr lang="es-CL" sz="1100" dirty="0"/>
              <a:t>1.- </a:t>
            </a:r>
            <a:r>
              <a:rPr lang="es-CL" sz="1100" b="1" dirty="0"/>
              <a:t>Materia, Curso y Período</a:t>
            </a:r>
            <a:r>
              <a:rPr lang="es-CL" sz="1100" dirty="0"/>
              <a:t>, para el cual se va a registrar el Syllabus.</a:t>
            </a:r>
            <a:br>
              <a:rPr lang="es-CL" sz="1100" dirty="0"/>
            </a:br>
            <a:r>
              <a:rPr lang="es-CL" sz="1100" dirty="0"/>
              <a:t>2.- </a:t>
            </a:r>
            <a:r>
              <a:rPr lang="es-CL" sz="1100" b="1" dirty="0"/>
              <a:t>Materiales requeridos</a:t>
            </a:r>
            <a:r>
              <a:rPr lang="es-CL" sz="1100" dirty="0"/>
              <a:t>: (32767 caracteres) Se ingresa la lista de los materiales requeridos</a:t>
            </a:r>
            <a:br>
              <a:rPr lang="es-CL" sz="1100" dirty="0"/>
            </a:b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665D09CE-91EF-3D8B-40A9-321518002DB5}"/>
              </a:ext>
            </a:extLst>
          </p:cNvPr>
          <p:cNvSpPr/>
          <p:nvPr/>
        </p:nvSpPr>
        <p:spPr>
          <a:xfrm>
            <a:off x="1308399" y="267675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BA199F26-0C43-BF4B-3717-C43E777A1FC8}"/>
              </a:ext>
            </a:extLst>
          </p:cNvPr>
          <p:cNvSpPr/>
          <p:nvPr/>
        </p:nvSpPr>
        <p:spPr>
          <a:xfrm>
            <a:off x="6096000" y="168616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4316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E4AEEE8-2A46-E716-96CB-96C8ADB5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34373"/>
            <a:ext cx="9575321" cy="359074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000" dirty="0">
                <a:solidFill>
                  <a:schemeClr val="accent1"/>
                </a:solidFill>
              </a:rPr>
              <a:t>SCASYLB </a:t>
            </a:r>
            <a:r>
              <a:rPr lang="es-419" sz="3000" dirty="0">
                <a:solidFill>
                  <a:schemeClr val="accent1"/>
                </a:solidFill>
              </a:rPr>
              <a:t>Syllabus de curso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5611905"/>
            <a:ext cx="10718365" cy="74444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 la:</a:t>
            </a:r>
          </a:p>
          <a:p>
            <a:r>
              <a:rPr lang="es-CL" sz="1100" dirty="0"/>
              <a:t>1.- </a:t>
            </a:r>
            <a:r>
              <a:rPr lang="es-CL" sz="1100" b="1" dirty="0"/>
              <a:t>Materia, Curso y Período</a:t>
            </a:r>
            <a:r>
              <a:rPr lang="es-CL" sz="1100" dirty="0"/>
              <a:t>, para el cual se va a registrar el Syllabus. </a:t>
            </a:r>
          </a:p>
          <a:p>
            <a:r>
              <a:rPr lang="es-CL" sz="1100" dirty="0"/>
              <a:t>2.- </a:t>
            </a:r>
            <a:r>
              <a:rPr lang="es-CL" sz="1100" b="1" dirty="0"/>
              <a:t>Requerimientos técnicos</a:t>
            </a:r>
            <a:r>
              <a:rPr lang="es-CL" sz="1100" dirty="0"/>
              <a:t>: (32767 caracteres) Se ingresa la lista aquellos requerimientos técnicos que requiere el curso</a:t>
            </a:r>
            <a:br>
              <a:rPr lang="es-CL" sz="1100" dirty="0"/>
            </a:b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46519F9-60CD-7DD1-3D93-FE08D6BA745F}"/>
              </a:ext>
            </a:extLst>
          </p:cNvPr>
          <p:cNvSpPr/>
          <p:nvPr/>
        </p:nvSpPr>
        <p:spPr>
          <a:xfrm>
            <a:off x="1285512" y="254719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CA29D20-9334-BA07-BA64-7C78366E3513}"/>
              </a:ext>
            </a:extLst>
          </p:cNvPr>
          <p:cNvSpPr/>
          <p:nvPr/>
        </p:nvSpPr>
        <p:spPr>
          <a:xfrm>
            <a:off x="4879675" y="168993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2784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Syllabus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Asignar syllabus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En la página SCASYLB, se puede registrar la información completa sobre el curso y hacerla visible en el autoservicio del estudiante.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Consultor.</a:t>
            </a:r>
          </a:p>
          <a:p>
            <a:r>
              <a:rPr lang="es-419" dirty="0"/>
              <a:t>Correo@ellucian.com</a:t>
            </a:r>
          </a:p>
          <a:p>
            <a:endParaRPr lang="es-419" dirty="0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4944</TotalTime>
  <Words>379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Características generales de asignar Syllabus</vt:lpstr>
      <vt:lpstr>PowerPoint Presentation</vt:lpstr>
      <vt:lpstr>PowerPoint Presentation</vt:lpstr>
      <vt:lpstr>Asignar Syllabus</vt:lpstr>
      <vt:lpstr>Configuraciones: SCASYLB Syllabus de curso</vt:lpstr>
      <vt:lpstr>Configuraciones: SCASYLB Syllabus de curso</vt:lpstr>
      <vt:lpstr>Configuraciones: SCASYLB Syllabus de curso</vt:lpstr>
      <vt:lpstr>Configuraciones: SCASYLB Syllabus de curso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537</cp:revision>
  <dcterms:created xsi:type="dcterms:W3CDTF">2023-07-17T20:07:38Z</dcterms:created>
  <dcterms:modified xsi:type="dcterms:W3CDTF">2026-04-17T00:43:29Z</dcterms:modified>
</cp:coreProperties>
</file>