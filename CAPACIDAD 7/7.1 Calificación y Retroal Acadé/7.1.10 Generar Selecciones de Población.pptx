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58" r:id="rId2"/>
    <p:sldMasterId id="2147483778" r:id="rId3"/>
  </p:sldMasterIdLst>
  <p:notesMasterIdLst>
    <p:notesMasterId r:id="rId42"/>
  </p:notesMasterIdLst>
  <p:sldIdLst>
    <p:sldId id="738" r:id="rId4"/>
    <p:sldId id="423" r:id="rId5"/>
    <p:sldId id="476" r:id="rId6"/>
    <p:sldId id="523" r:id="rId7"/>
    <p:sldId id="350" r:id="rId8"/>
    <p:sldId id="421" r:id="rId9"/>
    <p:sldId id="352" r:id="rId10"/>
    <p:sldId id="1119" r:id="rId11"/>
    <p:sldId id="513" r:id="rId12"/>
    <p:sldId id="587" r:id="rId13"/>
    <p:sldId id="588" r:id="rId14"/>
    <p:sldId id="589" r:id="rId15"/>
    <p:sldId id="1304" r:id="rId16"/>
    <p:sldId id="590" r:id="rId17"/>
    <p:sldId id="592" r:id="rId18"/>
    <p:sldId id="1305" r:id="rId19"/>
    <p:sldId id="594" r:id="rId20"/>
    <p:sldId id="595" r:id="rId21"/>
    <p:sldId id="596" r:id="rId22"/>
    <p:sldId id="597" r:id="rId23"/>
    <p:sldId id="599" r:id="rId24"/>
    <p:sldId id="612" r:id="rId25"/>
    <p:sldId id="600" r:id="rId26"/>
    <p:sldId id="614" r:id="rId27"/>
    <p:sldId id="601" r:id="rId28"/>
    <p:sldId id="1306" r:id="rId29"/>
    <p:sldId id="603" r:id="rId30"/>
    <p:sldId id="604" r:id="rId31"/>
    <p:sldId id="605" r:id="rId32"/>
    <p:sldId id="606" r:id="rId33"/>
    <p:sldId id="608" r:id="rId34"/>
    <p:sldId id="609" r:id="rId35"/>
    <p:sldId id="610" r:id="rId36"/>
    <p:sldId id="613" r:id="rId37"/>
    <p:sldId id="615" r:id="rId38"/>
    <p:sldId id="616" r:id="rId39"/>
    <p:sldId id="611" r:id="rId40"/>
    <p:sldId id="1303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B06FD8-FBF7-48A6-EC94-7EAC12BBF7D7}" name="Mardones, Francisco" initials="MF" userId="S::Francisco.Mardones@ellucian.com::216dec8c-35d0-45c5-a341-2c26a65575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5A7B"/>
    <a:srgbClr val="8A00B0"/>
    <a:srgbClr val="0CA8B4"/>
    <a:srgbClr val="33CCCC"/>
    <a:srgbClr val="0C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502BBC-8282-4B1F-B987-BDDB184AA130}" v="50" dt="2026-07-15T17:42:37.2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microsoft.com/office/2018/10/relationships/authors" Target="author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 Carolina Cruz Neira" userId="HqrVrFNIz3aOz7BM+vLuPv0jN3NG5MUjzUKAHgNKpS8=" providerId="None" clId="Web-{992B8315-DBB8-46F7-AFDB-BAC8C4DD504F}"/>
    <pc:docChg chg="modSld">
      <pc:chgData name="Diana Carolina Cruz Neira" userId="HqrVrFNIz3aOz7BM+vLuPv0jN3NG5MUjzUKAHgNKpS8=" providerId="None" clId="Web-{992B8315-DBB8-46F7-AFDB-BAC8C4DD504F}" dt="2024-11-22T15:01:51.249" v="31" actId="20577"/>
      <pc:docMkLst>
        <pc:docMk/>
      </pc:docMkLst>
      <pc:sldChg chg="modSp">
        <pc:chgData name="Diana Carolina Cruz Neira" userId="HqrVrFNIz3aOz7BM+vLuPv0jN3NG5MUjzUKAHgNKpS8=" providerId="None" clId="Web-{992B8315-DBB8-46F7-AFDB-BAC8C4DD504F}" dt="2024-11-22T15:01:51.249" v="31" actId="20577"/>
        <pc:sldMkLst>
          <pc:docMk/>
          <pc:sldMk cId="972875525" sldId="587"/>
        </pc:sldMkLst>
        <pc:spChg chg="mod">
          <ac:chgData name="Diana Carolina Cruz Neira" userId="HqrVrFNIz3aOz7BM+vLuPv0jN3NG5MUjzUKAHgNKpS8=" providerId="None" clId="Web-{992B8315-DBB8-46F7-AFDB-BAC8C4DD504F}" dt="2024-11-22T15:01:51.249" v="31" actId="20577"/>
          <ac:spMkLst>
            <pc:docMk/>
            <pc:sldMk cId="972875525" sldId="587"/>
            <ac:spMk id="19" creationId="{29B17587-E608-A349-D06F-E5DD8F135152}"/>
          </ac:spMkLst>
        </pc:spChg>
      </pc:sldChg>
    </pc:docChg>
  </pc:docChgLst>
  <pc:docChgLst>
    <pc:chgData name="DIANA CAROLINA VARON DIAZ" userId="F3WulOO1zdW9+LORcwUsQgtHX8O05KiAsqyo1/aqNxE=" providerId="None" clId="Web-{CB8398BA-45D7-467B-A2F1-CB6EF129623F}"/>
    <pc:docChg chg="modSld">
      <pc:chgData name="DIANA CAROLINA VARON DIAZ" userId="F3WulOO1zdW9+LORcwUsQgtHX8O05KiAsqyo1/aqNxE=" providerId="None" clId="Web-{CB8398BA-45D7-467B-A2F1-CB6EF129623F}" dt="2024-11-19T21:01:11.765" v="41"/>
      <pc:docMkLst>
        <pc:docMk/>
      </pc:docMkLst>
      <pc:sldChg chg="addSp delSp modSp">
        <pc:chgData name="DIANA CAROLINA VARON DIAZ" userId="F3WulOO1zdW9+LORcwUsQgtHX8O05KiAsqyo1/aqNxE=" providerId="None" clId="Web-{CB8398BA-45D7-467B-A2F1-CB6EF129623F}" dt="2024-11-19T21:01:11.765" v="41"/>
        <pc:sldMkLst>
          <pc:docMk/>
          <pc:sldMk cId="2822984398" sldId="513"/>
        </pc:sldMkLst>
        <pc:spChg chg="mod">
          <ac:chgData name="DIANA CAROLINA VARON DIAZ" userId="F3WulOO1zdW9+LORcwUsQgtHX8O05KiAsqyo1/aqNxE=" providerId="None" clId="Web-{CB8398BA-45D7-467B-A2F1-CB6EF129623F}" dt="2024-11-19T20:59:02.010" v="37" actId="20577"/>
          <ac:spMkLst>
            <pc:docMk/>
            <pc:sldMk cId="2822984398" sldId="513"/>
            <ac:spMk id="13" creationId="{4AA4734A-A567-8FD2-B99A-12752F15509D}"/>
          </ac:spMkLst>
        </pc:spChg>
        <pc:picChg chg="add del mod">
          <ac:chgData name="DIANA CAROLINA VARON DIAZ" userId="F3WulOO1zdW9+LORcwUsQgtHX8O05KiAsqyo1/aqNxE=" providerId="None" clId="Web-{CB8398BA-45D7-467B-A2F1-CB6EF129623F}" dt="2024-11-19T21:01:10.578" v="40"/>
          <ac:picMkLst>
            <pc:docMk/>
            <pc:sldMk cId="2822984398" sldId="513"/>
            <ac:picMk id="2" creationId="{36BE4B39-B512-CA99-505F-E72911D6418D}"/>
          </ac:picMkLst>
        </pc:picChg>
        <pc:picChg chg="mod">
          <ac:chgData name="DIANA CAROLINA VARON DIAZ" userId="F3WulOO1zdW9+LORcwUsQgtHX8O05KiAsqyo1/aqNxE=" providerId="None" clId="Web-{CB8398BA-45D7-467B-A2F1-CB6EF129623F}" dt="2024-11-19T20:29:20.186" v="23" actId="1076"/>
          <ac:picMkLst>
            <pc:docMk/>
            <pc:sldMk cId="2822984398" sldId="513"/>
            <ac:picMk id="6" creationId="{EDD2C691-96F1-5FE1-EEBD-6BD9CD4D7705}"/>
          </ac:picMkLst>
        </pc:picChg>
        <pc:picChg chg="add del">
          <ac:chgData name="DIANA CAROLINA VARON DIAZ" userId="F3WulOO1zdW9+LORcwUsQgtHX8O05KiAsqyo1/aqNxE=" providerId="None" clId="Web-{CB8398BA-45D7-467B-A2F1-CB6EF129623F}" dt="2024-11-19T21:01:11.765" v="41"/>
          <ac:picMkLst>
            <pc:docMk/>
            <pc:sldMk cId="2822984398" sldId="513"/>
            <ac:picMk id="10" creationId="{67E22197-0B9E-C7AB-BE9B-20E6EED91665}"/>
          </ac:picMkLst>
        </pc:picChg>
      </pc:sldChg>
    </pc:docChg>
  </pc:docChgLst>
  <pc:docChgLst>
    <pc:chgData name="Sergio Molina" userId="20636364146_tp_box_2" providerId="OAuth2" clId="{44CDD4FA-DF07-4B69-BC01-0B2B69272B43}"/>
    <pc:docChg chg="modSld">
      <pc:chgData name="Sergio Molina" userId="20636364146_tp_box_2" providerId="OAuth2" clId="{44CDD4FA-DF07-4B69-BC01-0B2B69272B43}" dt="2026-07-15T17:42:37.245" v="49" actId="207"/>
      <pc:docMkLst>
        <pc:docMk/>
      </pc:docMkLst>
      <pc:sldChg chg="modSp mod">
        <pc:chgData name="Sergio Molina" userId="20636364146_tp_box_2" providerId="OAuth2" clId="{44CDD4FA-DF07-4B69-BC01-0B2B69272B43}" dt="2026-07-15T17:39:51.193" v="1" actId="2085"/>
        <pc:sldMkLst>
          <pc:docMk/>
          <pc:sldMk cId="2822984398" sldId="513"/>
        </pc:sldMkLst>
        <pc:spChg chg="mod">
          <ac:chgData name="Sergio Molina" userId="20636364146_tp_box_2" providerId="OAuth2" clId="{44CDD4FA-DF07-4B69-BC01-0B2B69272B43}" dt="2026-07-15T17:39:51.193" v="1" actId="2085"/>
          <ac:spMkLst>
            <pc:docMk/>
            <pc:sldMk cId="2822984398" sldId="513"/>
            <ac:spMk id="8" creationId="{5122A535-8FC4-917D-A68F-E70F2D72205F}"/>
          </ac:spMkLst>
        </pc:spChg>
        <pc:spChg chg="mod">
          <ac:chgData name="Sergio Molina" userId="20636364146_tp_box_2" providerId="OAuth2" clId="{44CDD4FA-DF07-4B69-BC01-0B2B69272B43}" dt="2026-07-15T17:39:51.193" v="1" actId="2085"/>
          <ac:spMkLst>
            <pc:docMk/>
            <pc:sldMk cId="2822984398" sldId="513"/>
            <ac:spMk id="11" creationId="{30CFDF5E-97AE-3AE9-5DA6-EACA73F1E540}"/>
          </ac:spMkLst>
        </pc:spChg>
        <pc:spChg chg="mod">
          <ac:chgData name="Sergio Molina" userId="20636364146_tp_box_2" providerId="OAuth2" clId="{44CDD4FA-DF07-4B69-BC01-0B2B69272B43}" dt="2026-07-15T17:39:51.193" v="1" actId="2085"/>
          <ac:spMkLst>
            <pc:docMk/>
            <pc:sldMk cId="2822984398" sldId="513"/>
            <ac:spMk id="16" creationId="{B71FC285-FD75-61B3-3246-3725987B1D12}"/>
          </ac:spMkLst>
        </pc:spChg>
      </pc:sldChg>
      <pc:sldChg chg="modSp mod">
        <pc:chgData name="Sergio Molina" userId="20636364146_tp_box_2" providerId="OAuth2" clId="{44CDD4FA-DF07-4B69-BC01-0B2B69272B43}" dt="2026-07-15T17:39:58.485" v="2" actId="207"/>
        <pc:sldMkLst>
          <pc:docMk/>
          <pc:sldMk cId="972875525" sldId="587"/>
        </pc:sldMkLst>
        <pc:spChg chg="mod">
          <ac:chgData name="Sergio Molina" userId="20636364146_tp_box_2" providerId="OAuth2" clId="{44CDD4FA-DF07-4B69-BC01-0B2B69272B43}" dt="2026-07-15T17:39:58.485" v="2" actId="207"/>
          <ac:spMkLst>
            <pc:docMk/>
            <pc:sldMk cId="972875525" sldId="587"/>
            <ac:spMk id="8" creationId="{5122A535-8FC4-917D-A68F-E70F2D72205F}"/>
          </ac:spMkLst>
        </pc:spChg>
        <pc:spChg chg="mod">
          <ac:chgData name="Sergio Molina" userId="20636364146_tp_box_2" providerId="OAuth2" clId="{44CDD4FA-DF07-4B69-BC01-0B2B69272B43}" dt="2026-07-15T17:39:58.485" v="2" actId="207"/>
          <ac:spMkLst>
            <pc:docMk/>
            <pc:sldMk cId="972875525" sldId="587"/>
            <ac:spMk id="16" creationId="{B71FC285-FD75-61B3-3246-3725987B1D12}"/>
          </ac:spMkLst>
        </pc:spChg>
        <pc:spChg chg="mod">
          <ac:chgData name="Sergio Molina" userId="20636364146_tp_box_2" providerId="OAuth2" clId="{44CDD4FA-DF07-4B69-BC01-0B2B69272B43}" dt="2026-07-15T17:39:58.485" v="2" actId="207"/>
          <ac:spMkLst>
            <pc:docMk/>
            <pc:sldMk cId="972875525" sldId="587"/>
            <ac:spMk id="17" creationId="{3B1FD308-5FA5-99E1-77D2-ADD80B8B9936}"/>
          </ac:spMkLst>
        </pc:spChg>
      </pc:sldChg>
      <pc:sldChg chg="modSp mod">
        <pc:chgData name="Sergio Molina" userId="20636364146_tp_box_2" providerId="OAuth2" clId="{44CDD4FA-DF07-4B69-BC01-0B2B69272B43}" dt="2026-07-15T17:40:06.285" v="3" actId="207"/>
        <pc:sldMkLst>
          <pc:docMk/>
          <pc:sldMk cId="1488086664" sldId="588"/>
        </pc:sldMkLst>
        <pc:spChg chg="mod">
          <ac:chgData name="Sergio Molina" userId="20636364146_tp_box_2" providerId="OAuth2" clId="{44CDD4FA-DF07-4B69-BC01-0B2B69272B43}" dt="2026-07-15T17:40:06.285" v="3" actId="207"/>
          <ac:spMkLst>
            <pc:docMk/>
            <pc:sldMk cId="1488086664" sldId="588"/>
            <ac:spMk id="8" creationId="{5122A535-8FC4-917D-A68F-E70F2D72205F}"/>
          </ac:spMkLst>
        </pc:spChg>
        <pc:spChg chg="mod">
          <ac:chgData name="Sergio Molina" userId="20636364146_tp_box_2" providerId="OAuth2" clId="{44CDD4FA-DF07-4B69-BC01-0B2B69272B43}" dt="2026-07-15T17:40:06.285" v="3" actId="207"/>
          <ac:spMkLst>
            <pc:docMk/>
            <pc:sldMk cId="1488086664" sldId="588"/>
            <ac:spMk id="16" creationId="{B71FC285-FD75-61B3-3246-3725987B1D12}"/>
          </ac:spMkLst>
        </pc:spChg>
        <pc:spChg chg="mod">
          <ac:chgData name="Sergio Molina" userId="20636364146_tp_box_2" providerId="OAuth2" clId="{44CDD4FA-DF07-4B69-BC01-0B2B69272B43}" dt="2026-07-15T17:40:06.285" v="3" actId="207"/>
          <ac:spMkLst>
            <pc:docMk/>
            <pc:sldMk cId="1488086664" sldId="588"/>
            <ac:spMk id="17" creationId="{3B1FD308-5FA5-99E1-77D2-ADD80B8B9936}"/>
          </ac:spMkLst>
        </pc:spChg>
      </pc:sldChg>
      <pc:sldChg chg="modSp mod">
        <pc:chgData name="Sergio Molina" userId="20636364146_tp_box_2" providerId="OAuth2" clId="{44CDD4FA-DF07-4B69-BC01-0B2B69272B43}" dt="2026-07-15T17:40:15.586" v="4" actId="207"/>
        <pc:sldMkLst>
          <pc:docMk/>
          <pc:sldMk cId="1164970261" sldId="589"/>
        </pc:sldMkLst>
        <pc:spChg chg="mod">
          <ac:chgData name="Sergio Molina" userId="20636364146_tp_box_2" providerId="OAuth2" clId="{44CDD4FA-DF07-4B69-BC01-0B2B69272B43}" dt="2026-07-15T17:40:15.586" v="4" actId="207"/>
          <ac:spMkLst>
            <pc:docMk/>
            <pc:sldMk cId="1164970261" sldId="589"/>
            <ac:spMk id="8" creationId="{5122A535-8FC4-917D-A68F-E70F2D72205F}"/>
          </ac:spMkLst>
        </pc:spChg>
        <pc:spChg chg="mod">
          <ac:chgData name="Sergio Molina" userId="20636364146_tp_box_2" providerId="OAuth2" clId="{44CDD4FA-DF07-4B69-BC01-0B2B69272B43}" dt="2026-07-15T17:40:15.586" v="4" actId="207"/>
          <ac:spMkLst>
            <pc:docMk/>
            <pc:sldMk cId="1164970261" sldId="589"/>
            <ac:spMk id="17" creationId="{3B1FD308-5FA5-99E1-77D2-ADD80B8B9936}"/>
          </ac:spMkLst>
        </pc:spChg>
      </pc:sldChg>
      <pc:sldChg chg="modSp mod">
        <pc:chgData name="Sergio Molina" userId="20636364146_tp_box_2" providerId="OAuth2" clId="{44CDD4FA-DF07-4B69-BC01-0B2B69272B43}" dt="2026-07-15T17:40:22.686" v="5" actId="207"/>
        <pc:sldMkLst>
          <pc:docMk/>
          <pc:sldMk cId="945410672" sldId="590"/>
        </pc:sldMkLst>
        <pc:spChg chg="mod">
          <ac:chgData name="Sergio Molina" userId="20636364146_tp_box_2" providerId="OAuth2" clId="{44CDD4FA-DF07-4B69-BC01-0B2B69272B43}" dt="2026-07-15T17:40:22.686" v="5" actId="207"/>
          <ac:spMkLst>
            <pc:docMk/>
            <pc:sldMk cId="945410672" sldId="590"/>
            <ac:spMk id="8" creationId="{5122A535-8FC4-917D-A68F-E70F2D72205F}"/>
          </ac:spMkLst>
        </pc:spChg>
        <pc:spChg chg="mod">
          <ac:chgData name="Sergio Molina" userId="20636364146_tp_box_2" providerId="OAuth2" clId="{44CDD4FA-DF07-4B69-BC01-0B2B69272B43}" dt="2026-07-15T17:40:22.686" v="5" actId="207"/>
          <ac:spMkLst>
            <pc:docMk/>
            <pc:sldMk cId="945410672" sldId="590"/>
            <ac:spMk id="10" creationId="{DD232ACA-CF21-89AD-8BF4-D13F869A7590}"/>
          </ac:spMkLst>
        </pc:spChg>
        <pc:spChg chg="mod">
          <ac:chgData name="Sergio Molina" userId="20636364146_tp_box_2" providerId="OAuth2" clId="{44CDD4FA-DF07-4B69-BC01-0B2B69272B43}" dt="2026-07-15T17:40:22.686" v="5" actId="207"/>
          <ac:spMkLst>
            <pc:docMk/>
            <pc:sldMk cId="945410672" sldId="590"/>
            <ac:spMk id="17" creationId="{3B1FD308-5FA5-99E1-77D2-ADD80B8B9936}"/>
          </ac:spMkLst>
        </pc:spChg>
      </pc:sldChg>
      <pc:sldChg chg="modSp mod">
        <pc:chgData name="Sergio Molina" userId="20636364146_tp_box_2" providerId="OAuth2" clId="{44CDD4FA-DF07-4B69-BC01-0B2B69272B43}" dt="2026-07-15T17:40:27.558" v="6" actId="207"/>
        <pc:sldMkLst>
          <pc:docMk/>
          <pc:sldMk cId="3922435887" sldId="592"/>
        </pc:sldMkLst>
        <pc:spChg chg="mod">
          <ac:chgData name="Sergio Molina" userId="20636364146_tp_box_2" providerId="OAuth2" clId="{44CDD4FA-DF07-4B69-BC01-0B2B69272B43}" dt="2026-07-15T17:40:27.558" v="6" actId="207"/>
          <ac:spMkLst>
            <pc:docMk/>
            <pc:sldMk cId="3922435887" sldId="592"/>
            <ac:spMk id="8" creationId="{5122A535-8FC4-917D-A68F-E70F2D72205F}"/>
          </ac:spMkLst>
        </pc:spChg>
        <pc:spChg chg="mod">
          <ac:chgData name="Sergio Molina" userId="20636364146_tp_box_2" providerId="OAuth2" clId="{44CDD4FA-DF07-4B69-BC01-0B2B69272B43}" dt="2026-07-15T17:40:27.558" v="6" actId="207"/>
          <ac:spMkLst>
            <pc:docMk/>
            <pc:sldMk cId="3922435887" sldId="592"/>
            <ac:spMk id="17" creationId="{3B1FD308-5FA5-99E1-77D2-ADD80B8B9936}"/>
          </ac:spMkLst>
        </pc:spChg>
      </pc:sldChg>
      <pc:sldChg chg="modSp mod">
        <pc:chgData name="Sergio Molina" userId="20636364146_tp_box_2" providerId="OAuth2" clId="{44CDD4FA-DF07-4B69-BC01-0B2B69272B43}" dt="2026-07-15T17:40:40.077" v="8" actId="2085"/>
        <pc:sldMkLst>
          <pc:docMk/>
          <pc:sldMk cId="2350129393" sldId="595"/>
        </pc:sldMkLst>
        <pc:spChg chg="mod">
          <ac:chgData name="Sergio Molina" userId="20636364146_tp_box_2" providerId="OAuth2" clId="{44CDD4FA-DF07-4B69-BC01-0B2B69272B43}" dt="2026-07-15T17:40:40.077" v="8" actId="2085"/>
          <ac:spMkLst>
            <pc:docMk/>
            <pc:sldMk cId="2350129393" sldId="595"/>
            <ac:spMk id="8" creationId="{5122A535-8FC4-917D-A68F-E70F2D72205F}"/>
          </ac:spMkLst>
        </pc:spChg>
        <pc:spChg chg="mod">
          <ac:chgData name="Sergio Molina" userId="20636364146_tp_box_2" providerId="OAuth2" clId="{44CDD4FA-DF07-4B69-BC01-0B2B69272B43}" dt="2026-07-15T17:40:40.077" v="8" actId="2085"/>
          <ac:spMkLst>
            <pc:docMk/>
            <pc:sldMk cId="2350129393" sldId="595"/>
            <ac:spMk id="17" creationId="{3B1FD308-5FA5-99E1-77D2-ADD80B8B9936}"/>
          </ac:spMkLst>
        </pc:spChg>
      </pc:sldChg>
      <pc:sldChg chg="modSp mod">
        <pc:chgData name="Sergio Molina" userId="20636364146_tp_box_2" providerId="OAuth2" clId="{44CDD4FA-DF07-4B69-BC01-0B2B69272B43}" dt="2026-07-15T17:40:48.495" v="10" actId="2085"/>
        <pc:sldMkLst>
          <pc:docMk/>
          <pc:sldMk cId="78307686" sldId="596"/>
        </pc:sldMkLst>
        <pc:spChg chg="mod">
          <ac:chgData name="Sergio Molina" userId="20636364146_tp_box_2" providerId="OAuth2" clId="{44CDD4FA-DF07-4B69-BC01-0B2B69272B43}" dt="2026-07-15T17:40:48.495" v="10" actId="2085"/>
          <ac:spMkLst>
            <pc:docMk/>
            <pc:sldMk cId="78307686" sldId="596"/>
            <ac:spMk id="8" creationId="{5122A535-8FC4-917D-A68F-E70F2D72205F}"/>
          </ac:spMkLst>
        </pc:spChg>
        <pc:spChg chg="mod">
          <ac:chgData name="Sergio Molina" userId="20636364146_tp_box_2" providerId="OAuth2" clId="{44CDD4FA-DF07-4B69-BC01-0B2B69272B43}" dt="2026-07-15T17:40:48.495" v="10" actId="2085"/>
          <ac:spMkLst>
            <pc:docMk/>
            <pc:sldMk cId="78307686" sldId="596"/>
            <ac:spMk id="16" creationId="{E6BB3D3B-02A2-53B3-E24F-7A645595F629}"/>
          </ac:spMkLst>
        </pc:spChg>
        <pc:spChg chg="mod">
          <ac:chgData name="Sergio Molina" userId="20636364146_tp_box_2" providerId="OAuth2" clId="{44CDD4FA-DF07-4B69-BC01-0B2B69272B43}" dt="2026-07-15T17:40:48.495" v="10" actId="2085"/>
          <ac:spMkLst>
            <pc:docMk/>
            <pc:sldMk cId="78307686" sldId="596"/>
            <ac:spMk id="17" creationId="{3B1FD308-5FA5-99E1-77D2-ADD80B8B9936}"/>
          </ac:spMkLst>
        </pc:spChg>
      </pc:sldChg>
      <pc:sldChg chg="modSp mod">
        <pc:chgData name="Sergio Molina" userId="20636364146_tp_box_2" providerId="OAuth2" clId="{44CDD4FA-DF07-4B69-BC01-0B2B69272B43}" dt="2026-07-15T17:40:53.811" v="12" actId="2085"/>
        <pc:sldMkLst>
          <pc:docMk/>
          <pc:sldMk cId="2185874623" sldId="597"/>
        </pc:sldMkLst>
        <pc:spChg chg="mod">
          <ac:chgData name="Sergio Molina" userId="20636364146_tp_box_2" providerId="OAuth2" clId="{44CDD4FA-DF07-4B69-BC01-0B2B69272B43}" dt="2026-07-15T17:40:53.811" v="12" actId="2085"/>
          <ac:spMkLst>
            <pc:docMk/>
            <pc:sldMk cId="2185874623" sldId="597"/>
            <ac:spMk id="8" creationId="{5122A535-8FC4-917D-A68F-E70F2D72205F}"/>
          </ac:spMkLst>
        </pc:spChg>
        <pc:spChg chg="mod">
          <ac:chgData name="Sergio Molina" userId="20636364146_tp_box_2" providerId="OAuth2" clId="{44CDD4FA-DF07-4B69-BC01-0B2B69272B43}" dt="2026-07-15T17:40:53.811" v="12" actId="2085"/>
          <ac:spMkLst>
            <pc:docMk/>
            <pc:sldMk cId="2185874623" sldId="597"/>
            <ac:spMk id="17" creationId="{3B1FD308-5FA5-99E1-77D2-ADD80B8B9936}"/>
          </ac:spMkLst>
        </pc:spChg>
      </pc:sldChg>
      <pc:sldChg chg="modSp mod">
        <pc:chgData name="Sergio Molina" userId="20636364146_tp_box_2" providerId="OAuth2" clId="{44CDD4FA-DF07-4B69-BC01-0B2B69272B43}" dt="2026-07-15T17:40:58.447" v="14" actId="2085"/>
        <pc:sldMkLst>
          <pc:docMk/>
          <pc:sldMk cId="3468248267" sldId="599"/>
        </pc:sldMkLst>
        <pc:spChg chg="mod">
          <ac:chgData name="Sergio Molina" userId="20636364146_tp_box_2" providerId="OAuth2" clId="{44CDD4FA-DF07-4B69-BC01-0B2B69272B43}" dt="2026-07-15T17:40:58.447" v="14" actId="2085"/>
          <ac:spMkLst>
            <pc:docMk/>
            <pc:sldMk cId="3468248267" sldId="599"/>
            <ac:spMk id="10" creationId="{2794A1F5-2BF2-F30A-88AE-27571501A168}"/>
          </ac:spMkLst>
        </pc:spChg>
        <pc:spChg chg="mod">
          <ac:chgData name="Sergio Molina" userId="20636364146_tp_box_2" providerId="OAuth2" clId="{44CDD4FA-DF07-4B69-BC01-0B2B69272B43}" dt="2026-07-15T17:40:58.447" v="14" actId="2085"/>
          <ac:spMkLst>
            <pc:docMk/>
            <pc:sldMk cId="3468248267" sldId="599"/>
            <ac:spMk id="12" creationId="{E27575A2-16FD-56FC-8E29-5F162100F048}"/>
          </ac:spMkLst>
        </pc:spChg>
      </pc:sldChg>
      <pc:sldChg chg="modSp mod">
        <pc:chgData name="Sergio Molina" userId="20636364146_tp_box_2" providerId="OAuth2" clId="{44CDD4FA-DF07-4B69-BC01-0B2B69272B43}" dt="2026-07-15T17:41:15.692" v="20" actId="120"/>
        <pc:sldMkLst>
          <pc:docMk/>
          <pc:sldMk cId="116957982" sldId="600"/>
        </pc:sldMkLst>
        <pc:spChg chg="mod">
          <ac:chgData name="Sergio Molina" userId="20636364146_tp_box_2" providerId="OAuth2" clId="{44CDD4FA-DF07-4B69-BC01-0B2B69272B43}" dt="2026-07-15T17:41:11.640" v="19" actId="1076"/>
          <ac:spMkLst>
            <pc:docMk/>
            <pc:sldMk cId="116957982" sldId="600"/>
            <ac:spMk id="9" creationId="{D1C4223C-1F8C-162B-0562-1D55A42B2D9F}"/>
          </ac:spMkLst>
        </pc:spChg>
        <pc:graphicFrameChg chg="mod modGraphic">
          <ac:chgData name="Sergio Molina" userId="20636364146_tp_box_2" providerId="OAuth2" clId="{44CDD4FA-DF07-4B69-BC01-0B2B69272B43}" dt="2026-07-15T17:41:15.692" v="20" actId="120"/>
          <ac:graphicFrameMkLst>
            <pc:docMk/>
            <pc:sldMk cId="116957982" sldId="600"/>
            <ac:graphicFrameMk id="8" creationId="{FB92049A-D15A-4A1B-6C09-91A580C82AF5}"/>
          </ac:graphicFrameMkLst>
        </pc:graphicFrameChg>
      </pc:sldChg>
      <pc:sldChg chg="modSp mod">
        <pc:chgData name="Sergio Molina" userId="20636364146_tp_box_2" providerId="OAuth2" clId="{44CDD4FA-DF07-4B69-BC01-0B2B69272B43}" dt="2026-07-15T17:41:38.595" v="24" actId="2085"/>
        <pc:sldMkLst>
          <pc:docMk/>
          <pc:sldMk cId="2415020174" sldId="603"/>
        </pc:sldMkLst>
        <pc:spChg chg="mod">
          <ac:chgData name="Sergio Molina" userId="20636364146_tp_box_2" providerId="OAuth2" clId="{44CDD4FA-DF07-4B69-BC01-0B2B69272B43}" dt="2026-07-15T17:41:38.595" v="24" actId="2085"/>
          <ac:spMkLst>
            <pc:docMk/>
            <pc:sldMk cId="2415020174" sldId="603"/>
            <ac:spMk id="8" creationId="{FE46D848-446B-8E2A-DE0C-F73A54A2EC0F}"/>
          </ac:spMkLst>
        </pc:spChg>
      </pc:sldChg>
      <pc:sldChg chg="modSp mod">
        <pc:chgData name="Sergio Molina" userId="20636364146_tp_box_2" providerId="OAuth2" clId="{44CDD4FA-DF07-4B69-BC01-0B2B69272B43}" dt="2026-07-15T17:41:43.117" v="26" actId="2085"/>
        <pc:sldMkLst>
          <pc:docMk/>
          <pc:sldMk cId="1045112765" sldId="604"/>
        </pc:sldMkLst>
        <pc:spChg chg="mod">
          <ac:chgData name="Sergio Molina" userId="20636364146_tp_box_2" providerId="OAuth2" clId="{44CDD4FA-DF07-4B69-BC01-0B2B69272B43}" dt="2026-07-15T17:41:43.117" v="26" actId="2085"/>
          <ac:spMkLst>
            <pc:docMk/>
            <pc:sldMk cId="1045112765" sldId="604"/>
            <ac:spMk id="11" creationId="{8AE11D4C-5E8A-6812-6BB5-0A1B8F3B8236}"/>
          </ac:spMkLst>
        </pc:spChg>
        <pc:spChg chg="mod">
          <ac:chgData name="Sergio Molina" userId="20636364146_tp_box_2" providerId="OAuth2" clId="{44CDD4FA-DF07-4B69-BC01-0B2B69272B43}" dt="2026-07-15T17:41:43.117" v="26" actId="2085"/>
          <ac:spMkLst>
            <pc:docMk/>
            <pc:sldMk cId="1045112765" sldId="604"/>
            <ac:spMk id="14" creationId="{B0A7898A-E47A-D2F4-9272-41077EDBABB1}"/>
          </ac:spMkLst>
        </pc:spChg>
      </pc:sldChg>
      <pc:sldChg chg="modSp mod">
        <pc:chgData name="Sergio Molina" userId="20636364146_tp_box_2" providerId="OAuth2" clId="{44CDD4FA-DF07-4B69-BC01-0B2B69272B43}" dt="2026-07-15T17:41:46.969" v="28" actId="2085"/>
        <pc:sldMkLst>
          <pc:docMk/>
          <pc:sldMk cId="360548012" sldId="605"/>
        </pc:sldMkLst>
        <pc:spChg chg="mod">
          <ac:chgData name="Sergio Molina" userId="20636364146_tp_box_2" providerId="OAuth2" clId="{44CDD4FA-DF07-4B69-BC01-0B2B69272B43}" dt="2026-07-15T17:41:46.969" v="28" actId="2085"/>
          <ac:spMkLst>
            <pc:docMk/>
            <pc:sldMk cId="360548012" sldId="605"/>
            <ac:spMk id="11" creationId="{8AE11D4C-5E8A-6812-6BB5-0A1B8F3B8236}"/>
          </ac:spMkLst>
        </pc:spChg>
      </pc:sldChg>
      <pc:sldChg chg="modSp mod">
        <pc:chgData name="Sergio Molina" userId="20636364146_tp_box_2" providerId="OAuth2" clId="{44CDD4FA-DF07-4B69-BC01-0B2B69272B43}" dt="2026-07-15T17:41:53.309" v="30" actId="2085"/>
        <pc:sldMkLst>
          <pc:docMk/>
          <pc:sldMk cId="264840980" sldId="606"/>
        </pc:sldMkLst>
        <pc:spChg chg="mod">
          <ac:chgData name="Sergio Molina" userId="20636364146_tp_box_2" providerId="OAuth2" clId="{44CDD4FA-DF07-4B69-BC01-0B2B69272B43}" dt="2026-07-15T17:41:53.309" v="30" actId="2085"/>
          <ac:spMkLst>
            <pc:docMk/>
            <pc:sldMk cId="264840980" sldId="606"/>
            <ac:spMk id="8" creationId="{D8FB1B7C-4A61-B765-553D-59FA09EAAD6E}"/>
          </ac:spMkLst>
        </pc:spChg>
        <pc:spChg chg="mod">
          <ac:chgData name="Sergio Molina" userId="20636364146_tp_box_2" providerId="OAuth2" clId="{44CDD4FA-DF07-4B69-BC01-0B2B69272B43}" dt="2026-07-15T17:41:53.309" v="30" actId="2085"/>
          <ac:spMkLst>
            <pc:docMk/>
            <pc:sldMk cId="264840980" sldId="606"/>
            <ac:spMk id="11" creationId="{8AE11D4C-5E8A-6812-6BB5-0A1B8F3B8236}"/>
          </ac:spMkLst>
        </pc:spChg>
        <pc:spChg chg="mod">
          <ac:chgData name="Sergio Molina" userId="20636364146_tp_box_2" providerId="OAuth2" clId="{44CDD4FA-DF07-4B69-BC01-0B2B69272B43}" dt="2026-07-15T17:41:53.309" v="30" actId="2085"/>
          <ac:spMkLst>
            <pc:docMk/>
            <pc:sldMk cId="264840980" sldId="606"/>
            <ac:spMk id="12" creationId="{C731E24D-E956-CD60-1690-B70F8FFC11F6}"/>
          </ac:spMkLst>
        </pc:spChg>
        <pc:spChg chg="mod">
          <ac:chgData name="Sergio Molina" userId="20636364146_tp_box_2" providerId="OAuth2" clId="{44CDD4FA-DF07-4B69-BC01-0B2B69272B43}" dt="2026-07-15T17:41:53.309" v="30" actId="2085"/>
          <ac:spMkLst>
            <pc:docMk/>
            <pc:sldMk cId="264840980" sldId="606"/>
            <ac:spMk id="13" creationId="{3614EAD2-8C46-80DF-4987-6904E7764F5E}"/>
          </ac:spMkLst>
        </pc:spChg>
      </pc:sldChg>
      <pc:sldChg chg="modSp mod">
        <pc:chgData name="Sergio Molina" userId="20636364146_tp_box_2" providerId="OAuth2" clId="{44CDD4FA-DF07-4B69-BC01-0B2B69272B43}" dt="2026-07-15T17:41:58.228" v="32" actId="207"/>
        <pc:sldMkLst>
          <pc:docMk/>
          <pc:sldMk cId="106344908" sldId="608"/>
        </pc:sldMkLst>
        <pc:spChg chg="mod">
          <ac:chgData name="Sergio Molina" userId="20636364146_tp_box_2" providerId="OAuth2" clId="{44CDD4FA-DF07-4B69-BC01-0B2B69272B43}" dt="2026-07-15T17:41:58.228" v="32" actId="207"/>
          <ac:spMkLst>
            <pc:docMk/>
            <pc:sldMk cId="106344908" sldId="608"/>
            <ac:spMk id="8" creationId="{D8FB1B7C-4A61-B765-553D-59FA09EAAD6E}"/>
          </ac:spMkLst>
        </pc:spChg>
      </pc:sldChg>
      <pc:sldChg chg="modSp mod">
        <pc:chgData name="Sergio Molina" userId="20636364146_tp_box_2" providerId="OAuth2" clId="{44CDD4FA-DF07-4B69-BC01-0B2B69272B43}" dt="2026-07-15T17:42:03.022" v="34" actId="2085"/>
        <pc:sldMkLst>
          <pc:docMk/>
          <pc:sldMk cId="842342675" sldId="609"/>
        </pc:sldMkLst>
        <pc:spChg chg="mod">
          <ac:chgData name="Sergio Molina" userId="20636364146_tp_box_2" providerId="OAuth2" clId="{44CDD4FA-DF07-4B69-BC01-0B2B69272B43}" dt="2026-07-15T17:42:03.022" v="34" actId="2085"/>
          <ac:spMkLst>
            <pc:docMk/>
            <pc:sldMk cId="842342675" sldId="609"/>
            <ac:spMk id="10" creationId="{9A7E1497-B6C1-01A8-0551-95525FE31894}"/>
          </ac:spMkLst>
        </pc:spChg>
        <pc:spChg chg="mod">
          <ac:chgData name="Sergio Molina" userId="20636364146_tp_box_2" providerId="OAuth2" clId="{44CDD4FA-DF07-4B69-BC01-0B2B69272B43}" dt="2026-07-15T17:42:03.022" v="34" actId="2085"/>
          <ac:spMkLst>
            <pc:docMk/>
            <pc:sldMk cId="842342675" sldId="609"/>
            <ac:spMk id="14" creationId="{B6D2AA3C-E98D-A179-3035-1221628C71A9}"/>
          </ac:spMkLst>
        </pc:spChg>
      </pc:sldChg>
      <pc:sldChg chg="modSp mod">
        <pc:chgData name="Sergio Molina" userId="20636364146_tp_box_2" providerId="OAuth2" clId="{44CDD4FA-DF07-4B69-BC01-0B2B69272B43}" dt="2026-07-15T17:42:07.585" v="36" actId="2085"/>
        <pc:sldMkLst>
          <pc:docMk/>
          <pc:sldMk cId="829563414" sldId="610"/>
        </pc:sldMkLst>
        <pc:spChg chg="mod">
          <ac:chgData name="Sergio Molina" userId="20636364146_tp_box_2" providerId="OAuth2" clId="{44CDD4FA-DF07-4B69-BC01-0B2B69272B43}" dt="2026-07-15T17:42:07.585" v="36" actId="2085"/>
          <ac:spMkLst>
            <pc:docMk/>
            <pc:sldMk cId="829563414" sldId="610"/>
            <ac:spMk id="8" creationId="{83548E4E-6089-FBA4-53F7-FC56776C3DAB}"/>
          </ac:spMkLst>
        </pc:spChg>
        <pc:spChg chg="mod">
          <ac:chgData name="Sergio Molina" userId="20636364146_tp_box_2" providerId="OAuth2" clId="{44CDD4FA-DF07-4B69-BC01-0B2B69272B43}" dt="2026-07-15T17:42:07.585" v="36" actId="2085"/>
          <ac:spMkLst>
            <pc:docMk/>
            <pc:sldMk cId="829563414" sldId="610"/>
            <ac:spMk id="20" creationId="{D4742082-9B60-25A8-E6FC-0960C8407B70}"/>
          </ac:spMkLst>
        </pc:spChg>
      </pc:sldChg>
      <pc:sldChg chg="modSp mod">
        <pc:chgData name="Sergio Molina" userId="20636364146_tp_box_2" providerId="OAuth2" clId="{44CDD4FA-DF07-4B69-BC01-0B2B69272B43}" dt="2026-07-15T17:41:03.278" v="16" actId="2085"/>
        <pc:sldMkLst>
          <pc:docMk/>
          <pc:sldMk cId="1321612726" sldId="612"/>
        </pc:sldMkLst>
        <pc:spChg chg="mod">
          <ac:chgData name="Sergio Molina" userId="20636364146_tp_box_2" providerId="OAuth2" clId="{44CDD4FA-DF07-4B69-BC01-0B2B69272B43}" dt="2026-07-15T17:41:03.278" v="16" actId="2085"/>
          <ac:spMkLst>
            <pc:docMk/>
            <pc:sldMk cId="1321612726" sldId="612"/>
            <ac:spMk id="10" creationId="{2794A1F5-2BF2-F30A-88AE-27571501A168}"/>
          </ac:spMkLst>
        </pc:spChg>
      </pc:sldChg>
      <pc:sldChg chg="modSp mod">
        <pc:chgData name="Sergio Molina" userId="20636364146_tp_box_2" providerId="OAuth2" clId="{44CDD4FA-DF07-4B69-BC01-0B2B69272B43}" dt="2026-07-15T17:42:19.035" v="41" actId="1076"/>
        <pc:sldMkLst>
          <pc:docMk/>
          <pc:sldMk cId="3747567457" sldId="613"/>
        </pc:sldMkLst>
        <pc:spChg chg="mod">
          <ac:chgData name="Sergio Molina" userId="20636364146_tp_box_2" providerId="OAuth2" clId="{44CDD4FA-DF07-4B69-BC01-0B2B69272B43}" dt="2026-07-15T17:42:19.035" v="41" actId="1076"/>
          <ac:spMkLst>
            <pc:docMk/>
            <pc:sldMk cId="3747567457" sldId="613"/>
            <ac:spMk id="9" creationId="{D1C4223C-1F8C-162B-0562-1D55A42B2D9F}"/>
          </ac:spMkLst>
        </pc:spChg>
        <pc:graphicFrameChg chg="mod modGraphic">
          <ac:chgData name="Sergio Molina" userId="20636364146_tp_box_2" providerId="OAuth2" clId="{44CDD4FA-DF07-4B69-BC01-0B2B69272B43}" dt="2026-07-15T17:42:14.262" v="39" actId="120"/>
          <ac:graphicFrameMkLst>
            <pc:docMk/>
            <pc:sldMk cId="3747567457" sldId="613"/>
            <ac:graphicFrameMk id="8" creationId="{FB92049A-D15A-4A1B-6C09-91A580C82AF5}"/>
          </ac:graphicFrameMkLst>
        </pc:graphicFrameChg>
      </pc:sldChg>
      <pc:sldChg chg="modSp mod">
        <pc:chgData name="Sergio Molina" userId="20636364146_tp_box_2" providerId="OAuth2" clId="{44CDD4FA-DF07-4B69-BC01-0B2B69272B43}" dt="2026-07-15T17:41:30.726" v="22" actId="2085"/>
        <pc:sldMkLst>
          <pc:docMk/>
          <pc:sldMk cId="244473475" sldId="614"/>
        </pc:sldMkLst>
        <pc:spChg chg="mod">
          <ac:chgData name="Sergio Molina" userId="20636364146_tp_box_2" providerId="OAuth2" clId="{44CDD4FA-DF07-4B69-BC01-0B2B69272B43}" dt="2026-07-15T17:41:30.726" v="22" actId="2085"/>
          <ac:spMkLst>
            <pc:docMk/>
            <pc:sldMk cId="244473475" sldId="614"/>
            <ac:spMk id="10" creationId="{2794A1F5-2BF2-F30A-88AE-27571501A168}"/>
          </ac:spMkLst>
        </pc:spChg>
        <pc:spChg chg="mod">
          <ac:chgData name="Sergio Molina" userId="20636364146_tp_box_2" providerId="OAuth2" clId="{44CDD4FA-DF07-4B69-BC01-0B2B69272B43}" dt="2026-07-15T17:41:30.726" v="22" actId="2085"/>
          <ac:spMkLst>
            <pc:docMk/>
            <pc:sldMk cId="244473475" sldId="614"/>
            <ac:spMk id="11" creationId="{F8BE1A33-1E98-6941-8182-F38FE4477677}"/>
          </ac:spMkLst>
        </pc:spChg>
      </pc:sldChg>
      <pc:sldChg chg="modSp mod">
        <pc:chgData name="Sergio Molina" userId="20636364146_tp_box_2" providerId="OAuth2" clId="{44CDD4FA-DF07-4B69-BC01-0B2B69272B43}" dt="2026-07-15T17:42:32.517" v="47" actId="2085"/>
        <pc:sldMkLst>
          <pc:docMk/>
          <pc:sldMk cId="458002823" sldId="615"/>
        </pc:sldMkLst>
        <pc:spChg chg="mod">
          <ac:chgData name="Sergio Molina" userId="20636364146_tp_box_2" providerId="OAuth2" clId="{44CDD4FA-DF07-4B69-BC01-0B2B69272B43}" dt="2026-07-15T17:42:32.517" v="47" actId="2085"/>
          <ac:spMkLst>
            <pc:docMk/>
            <pc:sldMk cId="458002823" sldId="615"/>
            <ac:spMk id="11" creationId="{DA289E37-72ED-33BB-A05D-B4A8FE635B30}"/>
          </ac:spMkLst>
        </pc:spChg>
        <pc:spChg chg="mod">
          <ac:chgData name="Sergio Molina" userId="20636364146_tp_box_2" providerId="OAuth2" clId="{44CDD4FA-DF07-4B69-BC01-0B2B69272B43}" dt="2026-07-15T17:42:25.859" v="43" actId="2085"/>
          <ac:spMkLst>
            <pc:docMk/>
            <pc:sldMk cId="458002823" sldId="615"/>
            <ac:spMk id="13" creationId="{2B0CDE63-7598-EA10-0C36-8318D436B512}"/>
          </ac:spMkLst>
        </pc:spChg>
      </pc:sldChg>
      <pc:sldChg chg="modSp mod">
        <pc:chgData name="Sergio Molina" userId="20636364146_tp_box_2" providerId="OAuth2" clId="{44CDD4FA-DF07-4B69-BC01-0B2B69272B43}" dt="2026-07-15T17:42:37.245" v="49" actId="207"/>
        <pc:sldMkLst>
          <pc:docMk/>
          <pc:sldMk cId="4072979384" sldId="616"/>
        </pc:sldMkLst>
        <pc:spChg chg="mod">
          <ac:chgData name="Sergio Molina" userId="20636364146_tp_box_2" providerId="OAuth2" clId="{44CDD4FA-DF07-4B69-BC01-0B2B69272B43}" dt="2026-07-15T17:42:37.245" v="49" actId="207"/>
          <ac:spMkLst>
            <pc:docMk/>
            <pc:sldMk cId="4072979384" sldId="616"/>
            <ac:spMk id="11" creationId="{DA289E37-72ED-33BB-A05D-B4A8FE635B3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15-07-2026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541D2A-E99A-2F4F-B8C9-28142709F8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5433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  <a:br>
              <a:rPr lang="en-US"/>
            </a:br>
            <a:r>
              <a:rPr lang="en-US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47880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  <a:br>
              <a:rPr lang="en-US"/>
            </a:br>
            <a:r>
              <a:rPr lang="en-US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30050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  <a:br>
              <a:rPr lang="en-US"/>
            </a:br>
            <a:r>
              <a:rPr lang="en-US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46252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  <a:br>
              <a:rPr lang="en-US"/>
            </a:br>
            <a:r>
              <a:rPr lang="en-US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34848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  <a:br>
              <a:rPr lang="en-US"/>
            </a:br>
            <a:r>
              <a:rPr lang="en-US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34415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  <a:br>
              <a:rPr lang="en-US"/>
            </a:br>
            <a:r>
              <a:rPr lang="en-US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49195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  <a:br>
              <a:rPr lang="en-US"/>
            </a:br>
            <a:r>
              <a:rPr lang="en-US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33435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1333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205377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08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303654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576451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4009899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973550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/>
              <a:t>Agenda item 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/>
              <a:t>Agenda item 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endParaRPr lang="en-US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/>
              <a:t>Agenda item 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/>
              <a:t>Agenda item 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endParaRPr lang="en-US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/>
              <a:t>Agenda item 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endParaRPr 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/>
              <a:t>Agenda item 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endParaRPr lang="en-US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/>
              <a:t>Agenda item 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endParaRPr lang="en-US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45804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Breaker slide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227921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Breaker slide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523229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Breaker slide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517994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3311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434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580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6414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0603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r>
              <a:rPr lang="en-US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sed do </a:t>
            </a:r>
            <a:r>
              <a:rPr lang="en-US" err="1"/>
              <a:t>eiusmod</a:t>
            </a:r>
            <a:endParaRPr lang="en-US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7618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endParaRPr lang="en-US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41523648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endParaRPr lang="en-US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021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2009733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Headline culpa qui official arum </a:t>
            </a:r>
            <a:r>
              <a:rPr lang="en-US" err="1"/>
              <a:t>quidem</a:t>
            </a:r>
            <a:endParaRPr lang="en-US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culpa qui official arum </a:t>
            </a:r>
            <a:r>
              <a:rPr lang="en-US" err="1"/>
              <a:t>quidem</a:t>
            </a:r>
            <a:r>
              <a:rPr lang="en-US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229605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err="1">
                <a:effectLst/>
                <a:latin typeface="Helvetica Neue" panose="02000503000000020004" pitchFamily="2" charset="0"/>
              </a:rPr>
              <a:t>amet</a:t>
            </a:r>
            <a:r>
              <a:rPr lang="en-US">
                <a:effectLst/>
                <a:latin typeface="Helvetica Neue" panose="02000503000000020004" pitchFamily="2" charset="0"/>
              </a:rPr>
              <a:t>, </a:t>
            </a:r>
            <a:r>
              <a:rPr lang="en-US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elit</a:t>
            </a:r>
            <a:r>
              <a:rPr lang="en-US">
                <a:effectLst/>
                <a:latin typeface="Helvetica Neue" panose="02000503000000020004" pitchFamily="2" charset="0"/>
              </a:rPr>
              <a:t> sed do </a:t>
            </a:r>
            <a:r>
              <a:rPr lang="en-US" err="1">
                <a:effectLst/>
                <a:latin typeface="Helvetica Neue" panose="02000503000000020004" pitchFamily="2" charset="0"/>
              </a:rPr>
              <a:t>eiusmod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tempor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ut</a:t>
            </a:r>
            <a:r>
              <a:rPr lang="en-US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err="1">
                <a:effectLst/>
                <a:latin typeface="Helvetica Neue" panose="02000503000000020004" pitchFamily="2" charset="0"/>
              </a:rPr>
              <a:t>aliqua</a:t>
            </a:r>
            <a:r>
              <a:rPr lang="en-US">
                <a:effectLst/>
                <a:latin typeface="Helvetica Neue" panose="02000503000000020004" pitchFamily="2" charset="0"/>
              </a:rPr>
              <a:t>. Ut </a:t>
            </a:r>
            <a:r>
              <a:rPr lang="en-US" err="1">
                <a:effectLst/>
                <a:latin typeface="Helvetica Neue" panose="02000503000000020004" pitchFamily="2" charset="0"/>
              </a:rPr>
              <a:t>enim</a:t>
            </a:r>
            <a:r>
              <a:rPr lang="en-US">
                <a:effectLst/>
                <a:latin typeface="Helvetica Neue" panose="02000503000000020004" pitchFamily="2" charset="0"/>
              </a:rPr>
              <a:t> ad minim </a:t>
            </a:r>
            <a:r>
              <a:rPr lang="en-US" err="1">
                <a:effectLst/>
                <a:latin typeface="Helvetica Neue" panose="02000503000000020004" pitchFamily="2" charset="0"/>
              </a:rPr>
              <a:t>veniam</a:t>
            </a:r>
            <a:r>
              <a:rPr lang="en-US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843057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err="1">
                <a:effectLst/>
                <a:latin typeface="Helvetica Neue" panose="02000503000000020004" pitchFamily="2" charset="0"/>
              </a:rPr>
              <a:t>amet</a:t>
            </a:r>
            <a:r>
              <a:rPr lang="en-US">
                <a:effectLst/>
                <a:latin typeface="Helvetica Neue" panose="02000503000000020004" pitchFamily="2" charset="0"/>
              </a:rPr>
              <a:t>, </a:t>
            </a:r>
            <a:r>
              <a:rPr lang="en-US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elit</a:t>
            </a:r>
            <a:r>
              <a:rPr lang="en-US">
                <a:effectLst/>
                <a:latin typeface="Helvetica Neue" panose="02000503000000020004" pitchFamily="2" charset="0"/>
              </a:rPr>
              <a:t> sed do </a:t>
            </a:r>
            <a:r>
              <a:rPr lang="en-US" err="1">
                <a:effectLst/>
                <a:latin typeface="Helvetica Neue" panose="02000503000000020004" pitchFamily="2" charset="0"/>
              </a:rPr>
              <a:t>eiusmod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tempor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>
                <a:effectLst/>
                <a:latin typeface="Helvetica Neue" panose="02000503000000020004" pitchFamily="2" charset="0"/>
              </a:rPr>
              <a:t> </a:t>
            </a:r>
            <a:r>
              <a:rPr lang="en-US" err="1">
                <a:effectLst/>
                <a:latin typeface="Helvetica Neue" panose="02000503000000020004" pitchFamily="2" charset="0"/>
              </a:rPr>
              <a:t>ut</a:t>
            </a:r>
            <a:r>
              <a:rPr lang="en-US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err="1">
                <a:effectLst/>
                <a:latin typeface="Helvetica Neue" panose="02000503000000020004" pitchFamily="2" charset="0"/>
              </a:rPr>
              <a:t>aliqua</a:t>
            </a:r>
            <a:r>
              <a:rPr lang="en-US">
                <a:effectLst/>
                <a:latin typeface="Helvetica Neue" panose="02000503000000020004" pitchFamily="2" charset="0"/>
              </a:rPr>
              <a:t>. Ut </a:t>
            </a:r>
            <a:r>
              <a:rPr lang="en-US" err="1">
                <a:effectLst/>
                <a:latin typeface="Helvetica Neue" panose="02000503000000020004" pitchFamily="2" charset="0"/>
              </a:rPr>
              <a:t>enim</a:t>
            </a:r>
            <a:r>
              <a:rPr lang="en-US">
                <a:effectLst/>
                <a:latin typeface="Helvetica Neue" panose="02000503000000020004" pitchFamily="2" charset="0"/>
              </a:rPr>
              <a:t> ad minim </a:t>
            </a:r>
            <a:r>
              <a:rPr lang="en-US" err="1">
                <a:effectLst/>
                <a:latin typeface="Helvetica Neue" panose="02000503000000020004" pitchFamily="2" charset="0"/>
              </a:rPr>
              <a:t>veniam</a:t>
            </a:r>
            <a:r>
              <a:rPr lang="en-US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45330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6007715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814095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PresenterEmail@Ellucian.com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656097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843542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/>
              <a:t>Subhead (not required, max two lines)</a:t>
            </a:r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DAFB494-0181-0203-5416-72B17CF378E9}"/>
              </a:ext>
            </a:extLst>
          </p:cNvPr>
          <p:cNvSpPr/>
          <p:nvPr userDrawn="1"/>
        </p:nvSpPr>
        <p:spPr>
          <a:xfrm>
            <a:off x="9263270" y="6579704"/>
            <a:ext cx="2375452" cy="1417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AE3E499B-DAD0-E176-48A5-CE1F759A37AD}"/>
              </a:ext>
            </a:extLst>
          </p:cNvPr>
          <p:cNvSpPr txBox="1"/>
          <p:nvPr userDrawn="1"/>
        </p:nvSpPr>
        <p:spPr>
          <a:xfrm>
            <a:off x="9121522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354475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8239A88-5433-F4C9-3F7F-BF409B10BE23}"/>
              </a:ext>
            </a:extLst>
          </p:cNvPr>
          <p:cNvSpPr/>
          <p:nvPr userDrawn="1"/>
        </p:nvSpPr>
        <p:spPr>
          <a:xfrm>
            <a:off x="9233452" y="6599583"/>
            <a:ext cx="2348945" cy="1218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1EF99A51-4579-8454-4647-FD3362420428}"/>
              </a:ext>
            </a:extLst>
          </p:cNvPr>
          <p:cNvSpPr txBox="1"/>
          <p:nvPr userDrawn="1"/>
        </p:nvSpPr>
        <p:spPr>
          <a:xfrm>
            <a:off x="9078450" y="6591278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6308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Slide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BF00F1-D933-8AA0-E7A4-0F5CD1B344D1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400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4B49D1D-E006-95E3-C9AD-E07A51FD9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24812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Slide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3">
            <a:extLst>
              <a:ext uri="{FF2B5EF4-FFF2-40B4-BE49-F238E27FC236}">
                <a16:creationId xmlns:a16="http://schemas.microsoft.com/office/drawing/2014/main" id="{615AF287-335F-BB55-C118-E2B304809BF5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02A5F3B-3ABB-9E8C-64CA-3C1440FE2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075AE4F-120B-4A06-3546-84A4BC13F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003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>
            <a:extLst>
              <a:ext uri="{FF2B5EF4-FFF2-40B4-BE49-F238E27FC236}">
                <a16:creationId xmlns:a16="http://schemas.microsoft.com/office/drawing/2014/main" id="{0D606AED-DD8D-9B4B-A5A1-B57A5083C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8163" y="258373"/>
            <a:ext cx="6711912" cy="6858000"/>
          </a:xfrm>
          <a:prstGeom prst="rect">
            <a:avLst/>
          </a:prstGeom>
        </p:spPr>
      </p:pic>
      <p:sp>
        <p:nvSpPr>
          <p:cNvPr id="4" name="Trapezoid 3"/>
          <p:cNvSpPr/>
          <p:nvPr/>
        </p:nvSpPr>
        <p:spPr>
          <a:xfrm>
            <a:off x="0" y="1"/>
            <a:ext cx="9144000" cy="6874172"/>
          </a:xfrm>
          <a:custGeom>
            <a:avLst/>
            <a:gdLst>
              <a:gd name="connsiteX0" fmla="*/ 0 w 6858000"/>
              <a:gd name="connsiteY0" fmla="*/ 5148072 h 5148072"/>
              <a:gd name="connsiteX1" fmla="*/ 0 w 6858000"/>
              <a:gd name="connsiteY1" fmla="*/ 0 h 5148072"/>
              <a:gd name="connsiteX2" fmla="*/ 6858000 w 6858000"/>
              <a:gd name="connsiteY2" fmla="*/ 0 h 5148072"/>
              <a:gd name="connsiteX3" fmla="*/ 6858000 w 6858000"/>
              <a:gd name="connsiteY3" fmla="*/ 5148072 h 5148072"/>
              <a:gd name="connsiteX4" fmla="*/ 0 w 6858000"/>
              <a:gd name="connsiteY4" fmla="*/ 5148072 h 5148072"/>
              <a:gd name="connsiteX0" fmla="*/ 0 w 6858000"/>
              <a:gd name="connsiteY0" fmla="*/ 5148072 h 5155629"/>
              <a:gd name="connsiteX1" fmla="*/ 0 w 6858000"/>
              <a:gd name="connsiteY1" fmla="*/ 0 h 5155629"/>
              <a:gd name="connsiteX2" fmla="*/ 6858000 w 6858000"/>
              <a:gd name="connsiteY2" fmla="*/ 0 h 5155629"/>
              <a:gd name="connsiteX3" fmla="*/ 4840275 w 6858000"/>
              <a:gd name="connsiteY3" fmla="*/ 5155629 h 5155629"/>
              <a:gd name="connsiteX4" fmla="*/ 0 w 6858000"/>
              <a:gd name="connsiteY4" fmla="*/ 5148072 h 5155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5155629">
                <a:moveTo>
                  <a:pt x="0" y="5148072"/>
                </a:moveTo>
                <a:lnTo>
                  <a:pt x="0" y="0"/>
                </a:lnTo>
                <a:lnTo>
                  <a:pt x="6858000" y="0"/>
                </a:lnTo>
                <a:lnTo>
                  <a:pt x="4840275" y="5155629"/>
                </a:lnTo>
                <a:lnTo>
                  <a:pt x="0" y="5148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309" y="2589804"/>
            <a:ext cx="6650691" cy="2151529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6400">
                <a:solidFill>
                  <a:schemeClr val="accent4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pic>
        <p:nvPicPr>
          <p:cNvPr id="5" name="Picture 4" descr="ellucian_purple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310" y="1631578"/>
            <a:ext cx="2327711" cy="479092"/>
          </a:xfrm>
          <a:prstGeom prst="rect">
            <a:avLst/>
          </a:prstGeom>
        </p:spPr>
      </p:pic>
      <p:sp>
        <p:nvSpPr>
          <p:cNvPr id="10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543554"/>
            <a:ext cx="6396392" cy="675417"/>
          </a:xfrm>
        </p:spPr>
        <p:txBody>
          <a:bodyPr anchor="t" anchorCtr="0">
            <a:noAutofit/>
          </a:bodyPr>
          <a:lstStyle>
            <a:lvl1pPr>
              <a:buNone/>
              <a:defRPr sz="2267" b="0" spc="0" baseline="0">
                <a:solidFill>
                  <a:schemeClr val="accent2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Presenter’s title</a:t>
            </a:r>
            <a:br>
              <a:rPr lang="en-US"/>
            </a:br>
            <a:r>
              <a:rPr lang="en-US" err="1"/>
              <a:t>Ellucian</a:t>
            </a:r>
            <a:endParaRPr lang="en-US"/>
          </a:p>
        </p:txBody>
      </p:sp>
      <p:sp>
        <p:nvSpPr>
          <p:cNvPr id="3" name="Right Triangle 2"/>
          <p:cNvSpPr/>
          <p:nvPr/>
        </p:nvSpPr>
        <p:spPr>
          <a:xfrm flipH="1" flipV="1">
            <a:off x="6604000" y="-3"/>
            <a:ext cx="5588000" cy="5608320"/>
          </a:xfrm>
          <a:prstGeom prst="rtTriangle">
            <a:avLst/>
          </a:prstGeom>
          <a:solidFill>
            <a:srgbClr val="45A1AA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719592"/>
            <a:ext cx="6656832" cy="835251"/>
          </a:xfrm>
        </p:spPr>
        <p:txBody>
          <a:bodyPr anchor="b">
            <a:noAutofit/>
          </a:bodyPr>
          <a:lstStyle>
            <a:lvl1pPr>
              <a:buNone/>
              <a:defRPr sz="2267" b="1" cap="all" spc="0" baseline="0">
                <a:solidFill>
                  <a:schemeClr val="accent2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94158115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2747">
          <p15:clr>
            <a:srgbClr val="FBAE40"/>
          </p15:clr>
        </p15:guide>
        <p15:guide id="2" pos="3047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75488" y="487681"/>
            <a:ext cx="11267392" cy="5826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791609967"/>
      </p:ext>
    </p:extLst>
  </p:cSld>
  <p:clrMapOvr>
    <a:masterClrMapping/>
  </p:clrMapOvr>
  <p:transition spd="slow"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ivider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848" y="991929"/>
            <a:ext cx="11266501" cy="1691096"/>
          </a:xfrm>
        </p:spPr>
        <p:txBody>
          <a:bodyPr tIns="0" bIns="0" anchor="b">
            <a:noAutofit/>
          </a:bodyPr>
          <a:lstStyle>
            <a:lvl1pPr algn="l">
              <a:lnSpc>
                <a:spcPct val="100000"/>
              </a:lnSpc>
              <a:defRPr sz="5333" b="0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2849" y="1316874"/>
            <a:ext cx="5298956" cy="351367"/>
          </a:xfrm>
        </p:spPr>
        <p:txBody>
          <a:bodyPr>
            <a:normAutofit/>
          </a:bodyPr>
          <a:lstStyle>
            <a:lvl1pPr>
              <a:buNone/>
              <a:defRPr sz="2133" spc="133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r>
              <a:rPr lang="en-US"/>
              <a:t>SECTION # [optional]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848" y="3112608"/>
            <a:ext cx="7108205" cy="2462723"/>
          </a:xfrm>
        </p:spPr>
        <p:txBody>
          <a:bodyPr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933" b="0">
                <a:solidFill>
                  <a:schemeClr val="bg1">
                    <a:lumMod val="8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20" name="Footer Placeholder 4"/>
          <p:cNvSpPr txBox="1">
            <a:spLocks/>
          </p:cNvSpPr>
          <p:nvPr/>
        </p:nvSpPr>
        <p:spPr>
          <a:xfrm>
            <a:off x="6875242" y="6591893"/>
            <a:ext cx="4426065" cy="14356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© 2018 Ellucian</a:t>
            </a:r>
            <a:endParaRPr kumimoji="0" lang="en-US" sz="933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21" name="Picture 20" descr="ellucian_white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077" y="6564051"/>
            <a:ext cx="983800" cy="201444"/>
          </a:xfrm>
          <a:prstGeom prst="rect">
            <a:avLst/>
          </a:prstGeom>
        </p:spPr>
      </p:pic>
      <p:sp>
        <p:nvSpPr>
          <p:cNvPr id="9" name="Slide Number Placeholder 3"/>
          <p:cNvSpPr txBox="1">
            <a:spLocks/>
          </p:cNvSpPr>
          <p:nvPr/>
        </p:nvSpPr>
        <p:spPr>
          <a:xfrm>
            <a:off x="11203208" y="6468813"/>
            <a:ext cx="537689" cy="2747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457200" rtl="0" eaLnBrk="1" latinLnBrk="0" hangingPunct="1">
              <a:defRPr sz="1100" b="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085A0-3A3D-6540-B0AC-0588E66301FB}" type="slidenum">
              <a:rPr lang="en-US" sz="1467" smtClean="0"/>
              <a:pPr/>
              <a:t>‹#›</a:t>
            </a:fld>
            <a:endParaRPr lang="en-US" sz="1467"/>
          </a:p>
        </p:txBody>
      </p:sp>
    </p:spTree>
    <p:extLst>
      <p:ext uri="{BB962C8B-B14F-4D97-AF65-F5344CB8AC3E}">
        <p14:creationId xmlns:p14="http://schemas.microsoft.com/office/powerpoint/2010/main" val="3334116988"/>
      </p:ext>
    </p:extLst>
  </p:cSld>
  <p:clrMapOvr>
    <a:masterClrMapping/>
  </p:clrMapOvr>
  <p:transition spd="slow"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ngl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488" y="1600200"/>
            <a:ext cx="11267392" cy="4343400"/>
          </a:xfrm>
        </p:spPr>
        <p:txBody>
          <a:bodyPr>
            <a:noAutofit/>
          </a:bodyPr>
          <a:lstStyle>
            <a:lvl1pPr marL="0" indent="0" algn="l" defTabSz="609585" rtl="0" eaLnBrk="1" latinLnBrk="0" hangingPunct="1">
              <a:spcBef>
                <a:spcPts val="1200"/>
              </a:spcBef>
              <a:buFontTx/>
              <a:buNone/>
              <a:defRPr lang="en-US" sz="2133" b="1" kern="1200" dirty="0" smtClean="0">
                <a:solidFill>
                  <a:srgbClr val="45A1AA"/>
                </a:solidFill>
                <a:latin typeface="Arial"/>
                <a:ea typeface="+mn-ea"/>
                <a:cs typeface="Arial"/>
              </a:defRPr>
            </a:lvl1pPr>
            <a:lvl2pPr marL="380990" indent="-380990" algn="l" defTabSz="609585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tx1"/>
              </a:buClr>
              <a:buFont typeface="Arial" pitchFamily="34" charset="0"/>
              <a:buChar char="•"/>
              <a:defRPr lang="en-US" sz="2133" b="0" kern="1200" dirty="0" smtClean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683667" indent="-380990" algn="l" defTabSz="609585" rtl="0" eaLnBrk="1" latinLnBrk="0" hangingPunct="1">
              <a:spcBef>
                <a:spcPts val="1200"/>
              </a:spcBef>
              <a:buClr>
                <a:srgbClr val="642673"/>
              </a:buClr>
              <a:buFont typeface="Arial"/>
              <a:buChar char="•"/>
              <a:defRPr lang="en-US" sz="1867" kern="1200" dirty="0" smtClean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3pPr>
            <a:lvl4pPr marL="916493" indent="-380990" algn="l" defTabSz="609585" rtl="0" eaLnBrk="1" latinLnBrk="0" hangingPunct="1">
              <a:spcBef>
                <a:spcPts val="1200"/>
              </a:spcBef>
              <a:buClr>
                <a:srgbClr val="45A1AA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4pPr>
            <a:lvl5pPr marL="916493" indent="-380990" algn="l" defTabSz="609585" rtl="0" eaLnBrk="1" latinLnBrk="0" hangingPunct="1">
              <a:spcBef>
                <a:spcPts val="1200"/>
              </a:spcBef>
              <a:buClr>
                <a:srgbClr val="414042"/>
              </a:buClr>
              <a:buFont typeface="Arial" panose="020B0604020202020204" pitchFamily="34" charset="0"/>
              <a:buChar char="̶"/>
              <a:defRPr lang="en-US" sz="1600" kern="1200" dirty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5pPr>
          </a:lstStyle>
          <a:p>
            <a:pPr marL="457189" lvl="0" indent="-457189" algn="l" defTabSz="609585" rtl="0" eaLnBrk="1" latinLnBrk="0" hangingPunct="1">
              <a:spcBef>
                <a:spcPts val="1600"/>
              </a:spcBef>
              <a:buFontTx/>
              <a:buNone/>
            </a:pPr>
            <a:r>
              <a:rPr lang="es-MX"/>
              <a:t>Haga clic para modificar los estilos de texto del patrón</a:t>
            </a:r>
          </a:p>
          <a:p>
            <a:pPr marL="457189" lvl="1" indent="-457189" algn="l" defTabSz="609585" rtl="0" eaLnBrk="1" latinLnBrk="0" hangingPunct="1">
              <a:spcBef>
                <a:spcPts val="1600"/>
              </a:spcBef>
              <a:buFontTx/>
              <a:buNone/>
            </a:pPr>
            <a:r>
              <a:rPr lang="es-MX"/>
              <a:t>Segundo nivel</a:t>
            </a:r>
          </a:p>
          <a:p>
            <a:pPr marL="457189" lvl="2" indent="-457189" algn="l" defTabSz="609585" rtl="0" eaLnBrk="1" latinLnBrk="0" hangingPunct="1">
              <a:spcBef>
                <a:spcPts val="1600"/>
              </a:spcBef>
              <a:buFontTx/>
              <a:buNone/>
            </a:pPr>
            <a:r>
              <a:rPr lang="es-MX"/>
              <a:t>Tercer nivel</a:t>
            </a:r>
          </a:p>
          <a:p>
            <a:pPr marL="457189" lvl="3" indent="-457189" algn="l" defTabSz="609585" rtl="0" eaLnBrk="1" latinLnBrk="0" hangingPunct="1">
              <a:spcBef>
                <a:spcPts val="1600"/>
              </a:spcBef>
              <a:buFontTx/>
              <a:buNone/>
            </a:pPr>
            <a:r>
              <a:rPr lang="es-MX"/>
              <a:t>Cuarto nivel</a:t>
            </a:r>
          </a:p>
          <a:p>
            <a:pPr marL="457189" lvl="4" indent="-457189" algn="l" defTabSz="609585" rtl="0" eaLnBrk="1" latinLnBrk="0" hangingPunct="1">
              <a:spcBef>
                <a:spcPts val="1600"/>
              </a:spcBef>
              <a:buFontTx/>
              <a:buNone/>
            </a:pPr>
            <a:r>
              <a:rPr lang="es-MX"/>
              <a:t>Quinto nivel</a:t>
            </a:r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75488" y="487681"/>
            <a:ext cx="11267392" cy="58267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361754"/>
      </p:ext>
    </p:extLst>
  </p:cSld>
  <p:clrMapOvr>
    <a:masterClrMapping/>
  </p:clrMapOvr>
  <p:transition spd="slow">
    <p:wipe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Stock-646457628.jpg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177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3779"/>
            <a:ext cx="12192000" cy="6858000"/>
          </a:xfrm>
          <a:prstGeom prst="rect">
            <a:avLst/>
          </a:prstGeom>
          <a:solidFill>
            <a:schemeClr val="accent4">
              <a:alpha val="6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Right Triangle 21"/>
          <p:cNvSpPr/>
          <p:nvPr/>
        </p:nvSpPr>
        <p:spPr>
          <a:xfrm flipH="1">
            <a:off x="7632095" y="-7814"/>
            <a:ext cx="4559904" cy="6865815"/>
          </a:xfrm>
          <a:custGeom>
            <a:avLst/>
            <a:gdLst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3419928 w 3419928"/>
              <a:gd name="connsiteY2" fmla="*/ 5143500 h 5143500"/>
              <a:gd name="connsiteX3" fmla="*/ 0 w 3419928"/>
              <a:gd name="connsiteY3" fmla="*/ 5143500 h 5143500"/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992980 w 3419928"/>
              <a:gd name="connsiteY2" fmla="*/ 1485900 h 5143500"/>
              <a:gd name="connsiteX3" fmla="*/ 3419928 w 3419928"/>
              <a:gd name="connsiteY3" fmla="*/ 5143500 h 5143500"/>
              <a:gd name="connsiteX4" fmla="*/ 0 w 3419928"/>
              <a:gd name="connsiteY4" fmla="*/ 5143500 h 5143500"/>
              <a:gd name="connsiteX0" fmla="*/ 0 w 3419928"/>
              <a:gd name="connsiteY0" fmla="*/ 5157788 h 5157788"/>
              <a:gd name="connsiteX1" fmla="*/ 0 w 3419928"/>
              <a:gd name="connsiteY1" fmla="*/ 14288 h 5157788"/>
              <a:gd name="connsiteX2" fmla="*/ 1257299 w 3419928"/>
              <a:gd name="connsiteY2" fmla="*/ 0 h 5157788"/>
              <a:gd name="connsiteX3" fmla="*/ 3419928 w 3419928"/>
              <a:gd name="connsiteY3" fmla="*/ 5157788 h 5157788"/>
              <a:gd name="connsiteX4" fmla="*/ 0 w 3419928"/>
              <a:gd name="connsiteY4" fmla="*/ 5157788 h 5157788"/>
              <a:gd name="connsiteX0" fmla="*/ 0 w 3419928"/>
              <a:gd name="connsiteY0" fmla="*/ 5145147 h 5145147"/>
              <a:gd name="connsiteX1" fmla="*/ 0 w 3419928"/>
              <a:gd name="connsiteY1" fmla="*/ 1647 h 5145147"/>
              <a:gd name="connsiteX2" fmla="*/ 1263619 w 3419928"/>
              <a:gd name="connsiteY2" fmla="*/ 0 h 5145147"/>
              <a:gd name="connsiteX3" fmla="*/ 3419928 w 3419928"/>
              <a:gd name="connsiteY3" fmla="*/ 5145147 h 5145147"/>
              <a:gd name="connsiteX4" fmla="*/ 0 w 3419928"/>
              <a:gd name="connsiteY4" fmla="*/ 5145147 h 5145147"/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1200412 w 3419928"/>
              <a:gd name="connsiteY2" fmla="*/ 103699 h 5143500"/>
              <a:gd name="connsiteX3" fmla="*/ 3419928 w 3419928"/>
              <a:gd name="connsiteY3" fmla="*/ 5143500 h 5143500"/>
              <a:gd name="connsiteX4" fmla="*/ 0 w 3419928"/>
              <a:gd name="connsiteY4" fmla="*/ 5143500 h 5143500"/>
              <a:gd name="connsiteX0" fmla="*/ 0 w 3419928"/>
              <a:gd name="connsiteY0" fmla="*/ 5151467 h 5151467"/>
              <a:gd name="connsiteX1" fmla="*/ 0 w 3419928"/>
              <a:gd name="connsiteY1" fmla="*/ 7967 h 5151467"/>
              <a:gd name="connsiteX2" fmla="*/ 1261512 w 3419928"/>
              <a:gd name="connsiteY2" fmla="*/ 0 h 5151467"/>
              <a:gd name="connsiteX3" fmla="*/ 3419928 w 3419928"/>
              <a:gd name="connsiteY3" fmla="*/ 5151467 h 5151467"/>
              <a:gd name="connsiteX4" fmla="*/ 0 w 3419928"/>
              <a:gd name="connsiteY4" fmla="*/ 5151467 h 5151467"/>
              <a:gd name="connsiteX0" fmla="*/ 0 w 3419928"/>
              <a:gd name="connsiteY0" fmla="*/ 5149361 h 5149361"/>
              <a:gd name="connsiteX1" fmla="*/ 0 w 3419928"/>
              <a:gd name="connsiteY1" fmla="*/ 5861 h 5149361"/>
              <a:gd name="connsiteX2" fmla="*/ 1261512 w 3419928"/>
              <a:gd name="connsiteY2" fmla="*/ 0 h 5149361"/>
              <a:gd name="connsiteX3" fmla="*/ 3419928 w 3419928"/>
              <a:gd name="connsiteY3" fmla="*/ 5149361 h 5149361"/>
              <a:gd name="connsiteX4" fmla="*/ 0 w 3419928"/>
              <a:gd name="connsiteY4" fmla="*/ 5149361 h 5149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9928" h="5149361">
                <a:moveTo>
                  <a:pt x="0" y="5149361"/>
                </a:moveTo>
                <a:lnTo>
                  <a:pt x="0" y="5861"/>
                </a:lnTo>
                <a:lnTo>
                  <a:pt x="1261512" y="0"/>
                </a:lnTo>
                <a:lnTo>
                  <a:pt x="3419928" y="5149361"/>
                </a:lnTo>
                <a:lnTo>
                  <a:pt x="0" y="5149361"/>
                </a:lnTo>
                <a:close/>
              </a:path>
            </a:pathLst>
          </a:custGeom>
          <a:solidFill>
            <a:schemeClr val="accent2">
              <a:alpha val="6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/>
          </a:p>
        </p:txBody>
      </p:sp>
      <p:sp>
        <p:nvSpPr>
          <p:cNvPr id="15" name="Right Triangle 14"/>
          <p:cNvSpPr/>
          <p:nvPr/>
        </p:nvSpPr>
        <p:spPr>
          <a:xfrm flipH="1" flipV="1">
            <a:off x="8273143" y="-8162"/>
            <a:ext cx="3918856" cy="3905907"/>
          </a:xfrm>
          <a:prstGeom prst="rtTriangle">
            <a:avLst/>
          </a:prstGeom>
          <a:solidFill>
            <a:schemeClr val="accent4">
              <a:alpha val="7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310" y="3625511"/>
            <a:ext cx="5695167" cy="1161143"/>
          </a:xfrm>
        </p:spPr>
        <p:txBody>
          <a:bodyPr>
            <a:normAutofit/>
          </a:bodyPr>
          <a:lstStyle>
            <a:lvl1pPr>
              <a:defRPr sz="5333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pic>
        <p:nvPicPr>
          <p:cNvPr id="13" name="Picture 12" descr="ellucian_white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310" y="866875"/>
            <a:ext cx="2164695" cy="443247"/>
          </a:xfrm>
          <a:prstGeom prst="rect">
            <a:avLst/>
          </a:prstGeom>
        </p:spPr>
      </p:pic>
      <p:sp>
        <p:nvSpPr>
          <p:cNvPr id="12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63297" y="4911366"/>
            <a:ext cx="7640512" cy="1589695"/>
          </a:xfrm>
        </p:spPr>
        <p:txBody>
          <a:bodyPr anchor="t" anchorCtr="0">
            <a:normAutofit/>
          </a:bodyPr>
          <a:lstStyle>
            <a:lvl1pPr>
              <a:spcBef>
                <a:spcPts val="0"/>
              </a:spcBef>
              <a:buNone/>
              <a:defRPr sz="2267" b="0" spc="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Title title title, </a:t>
            </a:r>
            <a:r>
              <a:rPr lang="en-US" err="1"/>
              <a:t>Ellucian</a:t>
            </a:r>
            <a:br>
              <a:rPr lang="en-US"/>
            </a:br>
            <a:r>
              <a:rPr lang="en-US" err="1"/>
              <a:t>firstname.lastname@ellucian.com</a:t>
            </a:r>
            <a:endParaRPr lang="en-US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053544"/>
            <a:ext cx="6656832" cy="835251"/>
          </a:xfrm>
        </p:spPr>
        <p:txBody>
          <a:bodyPr anchor="b">
            <a:noAutofit/>
          </a:bodyPr>
          <a:lstStyle>
            <a:lvl1pPr>
              <a:buNone/>
              <a:defRPr sz="2267" b="1" cap="all" spc="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1669072867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orient="horz" pos="2453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268004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8706124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5374063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7990879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8991383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5661165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5642772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084938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9260181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0139074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5211454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1353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9578890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4682907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0248664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1008368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2440578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9359107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604783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17821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5031977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7391084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1292032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2906124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6478716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2524985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6462840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9627301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4784127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3634738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2881184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5202065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8719779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6825934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8950066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6375856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9923044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6690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6.xml"/><Relationship Id="rId18" Type="http://schemas.openxmlformats.org/officeDocument/2006/relationships/slideLayout" Target="../slideLayouts/slideLayout61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17" Type="http://schemas.openxmlformats.org/officeDocument/2006/relationships/slideLayout" Target="../slideLayouts/slideLayout60.xml"/><Relationship Id="rId2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59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62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18" Type="http://schemas.openxmlformats.org/officeDocument/2006/relationships/slideLayout" Target="../slideLayouts/slideLayout80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17" Type="http://schemas.openxmlformats.org/officeDocument/2006/relationships/slideLayout" Target="../slideLayouts/slideLayout79.xml"/><Relationship Id="rId2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78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81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07396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  <p:sldLayoutId id="2147483747" r:id="rId36"/>
    <p:sldLayoutId id="2147483749" r:id="rId37"/>
    <p:sldLayoutId id="2147483750" r:id="rId38"/>
    <p:sldLayoutId id="2147483751" r:id="rId39"/>
    <p:sldLayoutId id="2147483752" r:id="rId40"/>
    <p:sldLayoutId id="2147483753" r:id="rId41"/>
    <p:sldLayoutId id="2147483754" r:id="rId42"/>
    <p:sldLayoutId id="2147483755" r:id="rId4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112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  <p:sldLayoutId id="2147483776" r:id="rId18"/>
    <p:sldLayoutId id="214748377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864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1" r:id="rId13"/>
    <p:sldLayoutId id="2147483792" r:id="rId14"/>
    <p:sldLayoutId id="2147483793" r:id="rId15"/>
    <p:sldLayoutId id="2147483794" r:id="rId16"/>
    <p:sldLayoutId id="2147483795" r:id="rId17"/>
    <p:sldLayoutId id="2147483796" r:id="rId18"/>
    <p:sldLayoutId id="214748379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sv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DC2834-C0BC-1E9E-35AB-295707DC0D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4718" y="3692558"/>
            <a:ext cx="5427132" cy="458043"/>
          </a:xfrm>
        </p:spPr>
        <p:txBody>
          <a:bodyPr/>
          <a:lstStyle/>
          <a:p>
            <a:r>
              <a:rPr lang="es-ES" sz="2000" b="0"/>
              <a:t>Instructivo</a:t>
            </a:r>
            <a:endParaRPr lang="es-419" sz="2000" b="0"/>
          </a:p>
          <a:p>
            <a:endParaRPr lang="es-419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64F96709-410B-0915-4195-6E4BDF25CC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902" y="4916947"/>
            <a:ext cx="5427132" cy="398058"/>
          </a:xfrm>
        </p:spPr>
        <p:txBody>
          <a:bodyPr/>
          <a:lstStyle/>
          <a:p>
            <a:r>
              <a:rPr lang="es-CL" sz="1200"/>
              <a:t>Consultor</a:t>
            </a:r>
            <a:br>
              <a:rPr lang="es-CL" sz="1200"/>
            </a:br>
            <a:r>
              <a:rPr lang="es-CL" sz="1200"/>
              <a:t>Correo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26DA71FA-37DD-30F0-5182-663EBEE7A9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902" y="5609784"/>
            <a:ext cx="3032274" cy="194925"/>
          </a:xfrm>
        </p:spPr>
        <p:txBody>
          <a:bodyPr/>
          <a:lstStyle/>
          <a:p>
            <a:r>
              <a:rPr lang="es-CL"/>
              <a:t>Mes, Año</a:t>
            </a:r>
          </a:p>
        </p:txBody>
      </p:sp>
      <p:pic>
        <p:nvPicPr>
          <p:cNvPr id="8" name="Marcador de posición de imagen 8" descr="Un par de personas sentadas en una mesa&#10;&#10;El contenido generado por IA puede ser incorrecto.">
            <a:extLst>
              <a:ext uri="{FF2B5EF4-FFF2-40B4-BE49-F238E27FC236}">
                <a16:creationId xmlns:a16="http://schemas.microsoft.com/office/drawing/2014/main" id="{4F7B45E6-A22E-4AC7-1472-85D0784AA90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r="17869"/>
          <a:stretch>
            <a:fillRect/>
          </a:stretch>
        </p:blipFill>
        <p:spPr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44718" y="2340544"/>
            <a:ext cx="5651500" cy="18034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MX">
                <a:solidFill>
                  <a:schemeClr val="bg1"/>
                </a:solidFill>
              </a:rPr>
              <a:t>Generar Selecciones de Población</a:t>
            </a:r>
            <a:br>
              <a:rPr lang="es-419" sz="4000"/>
            </a:br>
            <a:endParaRPr lang="es-ES_tradnl" sz="4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3258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6028BF8-A141-2E97-2FAA-0A37BCE6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56144"/>
              </p:ext>
            </p:extLst>
          </p:nvPr>
        </p:nvGraphicFramePr>
        <p:xfrm>
          <a:off x="1402776" y="1651015"/>
          <a:ext cx="9058128" cy="325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128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bg1"/>
                          </a:solidFill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bg1"/>
                          </a:solidFill>
                        </a:rPr>
                        <a:t>Configuraciones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s-419" sz="2800" b="1" noProof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2800" b="1" noProof="0">
                          <a:solidFill>
                            <a:schemeClr val="bg1"/>
                          </a:solidFill>
                        </a:rPr>
                        <a:t>Selección de Población</a:t>
                      </a:r>
                      <a:endParaRPr lang="es-419" sz="2800" b="1" noProof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s-419" sz="2800" b="1" noProof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err="1">
                          <a:solidFill>
                            <a:schemeClr val="bg1"/>
                          </a:solidFill>
                        </a:rPr>
                        <a:t>Resumen</a:t>
                      </a:r>
                      <a:endParaRPr lang="en-US" sz="2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894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7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Text Placeholder 3">
            <a:extLst>
              <a:ext uri="{FF2B5EF4-FFF2-40B4-BE49-F238E27FC236}">
                <a16:creationId xmlns:a16="http://schemas.microsoft.com/office/drawing/2014/main" id="{E84A95C1-A1C4-874B-A0F8-44AB6CD99FF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1505E3-5A51-3A2E-57EA-74DF6A59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337" y="508268"/>
            <a:ext cx="9418021" cy="898555"/>
          </a:xfrm>
        </p:spPr>
        <p:txBody>
          <a:bodyPr/>
          <a:lstStyle/>
          <a:p>
            <a:r>
              <a:rPr lang="es-419" sz="3200" noProof="0">
                <a:solidFill>
                  <a:schemeClr val="accent1"/>
                </a:solidFill>
              </a:rPr>
              <a:t>Overview: </a:t>
            </a:r>
            <a:r>
              <a:rPr lang="es-419" sz="3200" b="0" noProof="0">
                <a:solidFill>
                  <a:schemeClr val="accent1"/>
                </a:solidFill>
              </a:rPr>
              <a:t>Mapa de capacidades</a:t>
            </a:r>
            <a:endParaRPr lang="es-419" b="0" noProof="0">
              <a:solidFill>
                <a:schemeClr val="accent1"/>
              </a:solidFill>
            </a:endParaRPr>
          </a:p>
        </p:txBody>
      </p:sp>
      <p:pic>
        <p:nvPicPr>
          <p:cNvPr id="5" name="Imagen 2">
            <a:extLst>
              <a:ext uri="{FF2B5EF4-FFF2-40B4-BE49-F238E27FC236}">
                <a16:creationId xmlns:a16="http://schemas.microsoft.com/office/drawing/2014/main" id="{911D7325-C46C-1AEC-08B6-C55A90B2B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49" y="1030689"/>
            <a:ext cx="10180101" cy="47966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70E560-FD05-5A48-6D34-D3EBD8654FB8}"/>
              </a:ext>
            </a:extLst>
          </p:cNvPr>
          <p:cNvSpPr/>
          <p:nvPr/>
        </p:nvSpPr>
        <p:spPr>
          <a:xfrm>
            <a:off x="5382194" y="2619375"/>
            <a:ext cx="1713931" cy="64683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11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7871" y="1789044"/>
            <a:ext cx="10136257" cy="447260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MX" sz="2400"/>
              <a:t>La “Selección de Población” es una agrupación de </a:t>
            </a:r>
            <a:r>
              <a:rPr lang="es-MX" sz="2400" err="1"/>
              <a:t>IDs</a:t>
            </a:r>
            <a:r>
              <a:rPr lang="es-MX" sz="2400"/>
              <a:t> de personas de Banner. </a:t>
            </a:r>
          </a:p>
          <a:p>
            <a:pPr marL="285750" indent="-28575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MX" sz="2400"/>
              <a:t>Comprende </a:t>
            </a:r>
            <a:r>
              <a:rPr lang="es-CO" sz="2400"/>
              <a:t>la generación de poblaciones de personas en base de ciertas características.</a:t>
            </a:r>
          </a:p>
          <a:p>
            <a:pPr marL="285750" indent="-28575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MX" sz="2400"/>
              <a:t>Las selecciones de población pueden ser utilizadas para aplicar procesos masivos a un determinado grupo de estudiantes.</a:t>
            </a:r>
          </a:p>
          <a:p>
            <a:pPr marL="285750" indent="-28575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MX" sz="2400"/>
              <a:t>La generación de la “selección de población” puede ser realizada de forma manual, por reglas de selección o por carga de archivo .</a:t>
            </a:r>
            <a:r>
              <a:rPr lang="es-MX" sz="2400" err="1"/>
              <a:t>csv</a:t>
            </a:r>
            <a:endParaRPr lang="es-MX" sz="2400"/>
          </a:p>
          <a:p>
            <a:pPr marL="285750" indent="-28575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endParaRPr lang="es-MX" sz="2400">
              <a:solidFill>
                <a:srgbClr val="7030A0"/>
              </a:solidFill>
            </a:endParaRP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Overview: </a:t>
            </a:r>
            <a:r>
              <a:rPr lang="es-ES_tradnl" b="0">
                <a:solidFill>
                  <a:schemeClr val="accent1"/>
                </a:solidFill>
              </a:rPr>
              <a:t>Proceso </a:t>
            </a:r>
            <a:r>
              <a:rPr lang="es-MX" b="0">
                <a:solidFill>
                  <a:schemeClr val="accent1"/>
                </a:solidFill>
              </a:rPr>
              <a:t>Generar Selecciones de Población </a:t>
            </a:r>
            <a:endParaRPr lang="es-CL" b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75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CCA54959-6279-D1AE-349E-8840E0B3CBEC}"/>
              </a:ext>
            </a:extLst>
          </p:cNvPr>
          <p:cNvSpPr txBox="1">
            <a:spLocks/>
          </p:cNvSpPr>
          <p:nvPr/>
        </p:nvSpPr>
        <p:spPr>
          <a:xfrm>
            <a:off x="1108859" y="663039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>
                <a:solidFill>
                  <a:schemeClr val="accent1"/>
                </a:solidFill>
              </a:rPr>
              <a:t>Overview: </a:t>
            </a:r>
            <a:r>
              <a:rPr lang="es-ES_tradnl" b="0">
                <a:solidFill>
                  <a:schemeClr val="accent1"/>
                </a:solidFill>
              </a:rPr>
              <a:t>Proceso </a:t>
            </a:r>
            <a:r>
              <a:rPr lang="es-MX" b="0">
                <a:solidFill>
                  <a:schemeClr val="accent1"/>
                </a:solidFill>
              </a:rPr>
              <a:t>Generar Selecciones de Población </a:t>
            </a:r>
            <a:endParaRPr lang="es-CL" b="0">
              <a:solidFill>
                <a:schemeClr val="accent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9567738-0075-FF09-ADA8-F9D1BC2F9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344" y="2657424"/>
            <a:ext cx="10813312" cy="15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546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DA0D89D-33DC-4151-D805-A43C6E21B822}"/>
              </a:ext>
            </a:extLst>
          </p:cNvPr>
          <p:cNvSpPr txBox="1"/>
          <p:nvPr/>
        </p:nvSpPr>
        <p:spPr>
          <a:xfrm>
            <a:off x="6939975" y="2743200"/>
            <a:ext cx="2111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/>
              <a:t>Todo LAC</a:t>
            </a:r>
          </a:p>
        </p:txBody>
      </p:sp>
      <p:sp>
        <p:nvSpPr>
          <p:cNvPr id="7" name="Título 3">
            <a:extLst>
              <a:ext uri="{FF2B5EF4-FFF2-40B4-BE49-F238E27FC236}">
                <a16:creationId xmlns:a16="http://schemas.microsoft.com/office/drawing/2014/main" id="{41A78240-C607-71D5-FFEE-AC493BD21BE1}"/>
              </a:ext>
            </a:extLst>
          </p:cNvPr>
          <p:cNvSpPr txBox="1">
            <a:spLocks/>
          </p:cNvSpPr>
          <p:nvPr/>
        </p:nvSpPr>
        <p:spPr>
          <a:xfrm>
            <a:off x="1104900" y="276729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>
                <a:solidFill>
                  <a:schemeClr val="accent1"/>
                </a:solidFill>
              </a:rPr>
              <a:t>Overview: </a:t>
            </a:r>
            <a:r>
              <a:rPr lang="es-ES_tradnl" b="0">
                <a:solidFill>
                  <a:schemeClr val="accent1"/>
                </a:solidFill>
              </a:rPr>
              <a:t>Gestionar Procesos Complementarios</a:t>
            </a:r>
            <a:endParaRPr lang="es-CL" b="0">
              <a:solidFill>
                <a:schemeClr val="accent1"/>
              </a:solidFill>
            </a:endParaRPr>
          </a:p>
        </p:txBody>
      </p:sp>
      <p:pic>
        <p:nvPicPr>
          <p:cNvPr id="2" name="Picture 9" descr="A purple map of south america&#10;&#10;AI-generated content may be incorrect.">
            <a:extLst>
              <a:ext uri="{FF2B5EF4-FFF2-40B4-BE49-F238E27FC236}">
                <a16:creationId xmlns:a16="http://schemas.microsoft.com/office/drawing/2014/main" id="{497F1FFE-B64C-C0AD-BEB4-A11E23A11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173" y="1287389"/>
            <a:ext cx="5219641" cy="521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098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326E76B-B0B8-72DC-FC49-9C532A17BDBB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MX"/>
              <a:t>Generar Selecciones de Población</a:t>
            </a:r>
            <a:endParaRPr lang="es-419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Definiciones</a:t>
            </a:r>
            <a:r>
              <a:rPr lang="en-US"/>
              <a:t> </a:t>
            </a:r>
            <a:r>
              <a:rPr lang="en-US" err="1"/>
              <a:t>Selección</a:t>
            </a:r>
            <a:r>
              <a:rPr lang="en-US"/>
              <a:t> de Población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3D220A-DAA7-08B7-927E-9D6F4E9536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01964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EB157AA3-6FC1-FC26-44B9-F8E14CDAB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253184"/>
            <a:ext cx="10697392" cy="505837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GLRAPPL</a:t>
            </a:r>
            <a:br>
              <a:rPr lang="es-419" sz="3000" b="0">
                <a:solidFill>
                  <a:schemeClr val="accent1"/>
                </a:solidFill>
              </a:rPr>
            </a:br>
            <a:r>
              <a:rPr lang="es-MX" sz="3000" b="0">
                <a:solidFill>
                  <a:schemeClr val="accent1"/>
                </a:solidFill>
              </a:rPr>
              <a:t>Reglas de definición de aplicación </a:t>
            </a:r>
            <a:r>
              <a:rPr lang="es-419" sz="3000" b="0">
                <a:solidFill>
                  <a:schemeClr val="accent1"/>
                </a:solidFill>
              </a:rPr>
              <a:t>(selección general)</a:t>
            </a:r>
            <a:endParaRPr lang="es-CL" b="0">
              <a:solidFill>
                <a:schemeClr val="accent1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4802DD9-7388-52C7-C2F5-67A5A33D32F5}"/>
              </a:ext>
            </a:extLst>
          </p:cNvPr>
          <p:cNvSpPr/>
          <p:nvPr/>
        </p:nvSpPr>
        <p:spPr>
          <a:xfrm>
            <a:off x="11082130" y="1866353"/>
            <a:ext cx="425509" cy="20934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711C5B95-0895-1AE6-F0AC-FFB2F845379E}"/>
              </a:ext>
            </a:extLst>
          </p:cNvPr>
          <p:cNvSpPr/>
          <p:nvPr/>
        </p:nvSpPr>
        <p:spPr>
          <a:xfrm>
            <a:off x="10184200" y="2214843"/>
            <a:ext cx="1110684" cy="28925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Presiona “Ir”</a:t>
            </a: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5122A535-8FC4-917D-A68F-E70F2D72205F}"/>
              </a:ext>
            </a:extLst>
          </p:cNvPr>
          <p:cNvSpPr/>
          <p:nvPr/>
        </p:nvSpPr>
        <p:spPr>
          <a:xfrm>
            <a:off x="3557022" y="1832137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1</a:t>
            </a: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4AA4734A-A567-8FD2-B99A-12752F15509D}"/>
              </a:ext>
            </a:extLst>
          </p:cNvPr>
          <p:cNvSpPr/>
          <p:nvPr/>
        </p:nvSpPr>
        <p:spPr>
          <a:xfrm>
            <a:off x="2423893" y="2173795"/>
            <a:ext cx="2942598" cy="50491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_tradnl" sz="1100"/>
              <a:t>Se ingresa a  la aplicación de la selección insertando un nuevo código Ejemplo: CAPP.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6DC41C5-1845-7C8A-0D2B-B626CFD806CE}"/>
              </a:ext>
            </a:extLst>
          </p:cNvPr>
          <p:cNvSpPr/>
          <p:nvPr/>
        </p:nvSpPr>
        <p:spPr>
          <a:xfrm>
            <a:off x="1121285" y="1866353"/>
            <a:ext cx="2199886" cy="20934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7E22197-0B9E-C7AB-BE9B-20E6EED91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443" y="2704731"/>
            <a:ext cx="3851561" cy="2889730"/>
          </a:xfrm>
          <a:prstGeom prst="rect">
            <a:avLst/>
          </a:prstGeom>
        </p:spPr>
      </p:pic>
      <p:sp>
        <p:nvSpPr>
          <p:cNvPr id="16" name="Rectángulo redondeado 8">
            <a:extLst>
              <a:ext uri="{FF2B5EF4-FFF2-40B4-BE49-F238E27FC236}">
                <a16:creationId xmlns:a16="http://schemas.microsoft.com/office/drawing/2014/main" id="{B71FC285-FD75-61B3-3246-3725987B1D12}"/>
              </a:ext>
            </a:extLst>
          </p:cNvPr>
          <p:cNvSpPr/>
          <p:nvPr/>
        </p:nvSpPr>
        <p:spPr>
          <a:xfrm>
            <a:off x="5765977" y="2962777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2</a:t>
            </a:r>
          </a:p>
        </p:txBody>
      </p:sp>
      <p:sp>
        <p:nvSpPr>
          <p:cNvPr id="11" name="Rectángulo redondeado 8">
            <a:extLst>
              <a:ext uri="{FF2B5EF4-FFF2-40B4-BE49-F238E27FC236}">
                <a16:creationId xmlns:a16="http://schemas.microsoft.com/office/drawing/2014/main" id="{30CFDF5E-97AE-3AE9-5DA6-EACA73F1E540}"/>
              </a:ext>
            </a:extLst>
          </p:cNvPr>
          <p:cNvSpPr/>
          <p:nvPr/>
        </p:nvSpPr>
        <p:spPr>
          <a:xfrm>
            <a:off x="10441176" y="1896024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22984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C4ABFB1F-4348-1F4A-E155-8052F71B4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00" y="1329990"/>
            <a:ext cx="10533490" cy="497856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GLRAPPL </a:t>
            </a:r>
            <a:r>
              <a:rPr lang="es-MX" sz="3000" b="0">
                <a:solidFill>
                  <a:schemeClr val="accent1"/>
                </a:solidFill>
              </a:rPr>
              <a:t>Reglas de definición de aplicación</a:t>
            </a:r>
            <a:endParaRPr lang="es-CL" b="0">
              <a:solidFill>
                <a:schemeClr val="accent1"/>
              </a:solidFill>
            </a:endParaRP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5122A535-8FC4-917D-A68F-E70F2D72205F}"/>
              </a:ext>
            </a:extLst>
          </p:cNvPr>
          <p:cNvSpPr/>
          <p:nvPr/>
        </p:nvSpPr>
        <p:spPr>
          <a:xfrm>
            <a:off x="3975182" y="1807836"/>
            <a:ext cx="360421" cy="277771"/>
          </a:xfrm>
          <a:prstGeom prst="roundRect">
            <a:avLst/>
          </a:prstGeom>
          <a:solidFill>
            <a:schemeClr val="accent3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1</a:t>
            </a: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4AA4734A-A567-8FD2-B99A-12752F15509D}"/>
              </a:ext>
            </a:extLst>
          </p:cNvPr>
          <p:cNvSpPr/>
          <p:nvPr/>
        </p:nvSpPr>
        <p:spPr>
          <a:xfrm>
            <a:off x="4482702" y="1693316"/>
            <a:ext cx="1957855" cy="51374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Se ingresa la descripción de la aplicación creada.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6DC41C5-1845-7C8A-0D2B-B626CFD806CE}"/>
              </a:ext>
            </a:extLst>
          </p:cNvPr>
          <p:cNvSpPr/>
          <p:nvPr/>
        </p:nvSpPr>
        <p:spPr>
          <a:xfrm>
            <a:off x="1078764" y="2241922"/>
            <a:ext cx="3554233" cy="18539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 redondeado 8">
            <a:extLst>
              <a:ext uri="{FF2B5EF4-FFF2-40B4-BE49-F238E27FC236}">
                <a16:creationId xmlns:a16="http://schemas.microsoft.com/office/drawing/2014/main" id="{B71FC285-FD75-61B3-3246-3725987B1D12}"/>
              </a:ext>
            </a:extLst>
          </p:cNvPr>
          <p:cNvSpPr/>
          <p:nvPr/>
        </p:nvSpPr>
        <p:spPr>
          <a:xfrm>
            <a:off x="10694503" y="5652790"/>
            <a:ext cx="360421" cy="277771"/>
          </a:xfrm>
          <a:prstGeom prst="roundRect">
            <a:avLst/>
          </a:prstGeom>
          <a:solidFill>
            <a:schemeClr val="accent3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3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18548E8-CEE3-61A1-CEBA-1077C4277011}"/>
              </a:ext>
            </a:extLst>
          </p:cNvPr>
          <p:cNvSpPr/>
          <p:nvPr/>
        </p:nvSpPr>
        <p:spPr>
          <a:xfrm>
            <a:off x="1258131" y="2443526"/>
            <a:ext cx="1335820" cy="18540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redondeado 8">
            <a:extLst>
              <a:ext uri="{FF2B5EF4-FFF2-40B4-BE49-F238E27FC236}">
                <a16:creationId xmlns:a16="http://schemas.microsoft.com/office/drawing/2014/main" id="{3B1FD308-5FA5-99E1-77D2-ADD80B8B9936}"/>
              </a:ext>
            </a:extLst>
          </p:cNvPr>
          <p:cNvSpPr/>
          <p:nvPr/>
        </p:nvSpPr>
        <p:spPr>
          <a:xfrm>
            <a:off x="2748958" y="2490040"/>
            <a:ext cx="360421" cy="277771"/>
          </a:xfrm>
          <a:prstGeom prst="roundRect">
            <a:avLst/>
          </a:prstGeom>
          <a:solidFill>
            <a:schemeClr val="accent3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2</a:t>
            </a:r>
          </a:p>
        </p:txBody>
      </p:sp>
      <p:sp>
        <p:nvSpPr>
          <p:cNvPr id="19" name="Rectángulo redondeado 5">
            <a:extLst>
              <a:ext uri="{FF2B5EF4-FFF2-40B4-BE49-F238E27FC236}">
                <a16:creationId xmlns:a16="http://schemas.microsoft.com/office/drawing/2014/main" id="{29B17587-E608-A349-D06F-E5DD8F135152}"/>
              </a:ext>
            </a:extLst>
          </p:cNvPr>
          <p:cNvSpPr/>
          <p:nvPr/>
        </p:nvSpPr>
        <p:spPr>
          <a:xfrm>
            <a:off x="3252702" y="2591799"/>
            <a:ext cx="2760590" cy="51374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_tradnl" sz="1100"/>
              <a:t>De donde se obtendrá la información de la selección creada, se selecciona </a:t>
            </a:r>
            <a:r>
              <a:rPr lang="es-ES_tradnl" sz="1100" err="1"/>
              <a:t>student</a:t>
            </a:r>
            <a:r>
              <a:rPr lang="es-ES_tradnl" sz="1100"/>
              <a:t>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3D5F9D2-746D-CF38-65B1-9381DD5D0910}"/>
              </a:ext>
            </a:extLst>
          </p:cNvPr>
          <p:cNvSpPr/>
          <p:nvPr/>
        </p:nvSpPr>
        <p:spPr>
          <a:xfrm>
            <a:off x="10694503" y="6011981"/>
            <a:ext cx="740797" cy="239383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584F5784-5EC4-EAC3-674A-83A9A62D2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154" y="3325804"/>
            <a:ext cx="3554233" cy="2660841"/>
          </a:xfrm>
          <a:prstGeom prst="rect">
            <a:avLst/>
          </a:prstGeom>
        </p:spPr>
      </p:pic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6657F504-47C5-8FA3-DD4A-AC0CB930BB70}"/>
              </a:ext>
            </a:extLst>
          </p:cNvPr>
          <p:cNvCxnSpPr>
            <a:cxnSpLocks/>
          </p:cNvCxnSpPr>
          <p:nvPr/>
        </p:nvCxnSpPr>
        <p:spPr>
          <a:xfrm flipH="1" flipV="1">
            <a:off x="2218379" y="2612132"/>
            <a:ext cx="2095664" cy="2106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875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D74D0F6-0F27-175B-81AD-C018A3CCD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6" y="1052423"/>
            <a:ext cx="11105093" cy="526884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GLRSLCT </a:t>
            </a:r>
            <a:r>
              <a:rPr lang="es-MX" sz="3000" b="0">
                <a:solidFill>
                  <a:schemeClr val="accent1"/>
                </a:solidFill>
              </a:rPr>
              <a:t>Reglas de definición de SP</a:t>
            </a:r>
            <a:endParaRPr lang="es-CL" b="0">
              <a:solidFill>
                <a:schemeClr val="accent1"/>
              </a:solidFill>
            </a:endParaRP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5122A535-8FC4-917D-A68F-E70F2D72205F}"/>
              </a:ext>
            </a:extLst>
          </p:cNvPr>
          <p:cNvSpPr/>
          <p:nvPr/>
        </p:nvSpPr>
        <p:spPr>
          <a:xfrm>
            <a:off x="3454373" y="1631184"/>
            <a:ext cx="360421" cy="277771"/>
          </a:xfrm>
          <a:prstGeom prst="roundRect">
            <a:avLst/>
          </a:prstGeom>
          <a:solidFill>
            <a:schemeClr val="accent3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1</a:t>
            </a: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4AA4734A-A567-8FD2-B99A-12752F15509D}"/>
              </a:ext>
            </a:extLst>
          </p:cNvPr>
          <p:cNvSpPr/>
          <p:nvPr/>
        </p:nvSpPr>
        <p:spPr>
          <a:xfrm>
            <a:off x="5946188" y="2290538"/>
            <a:ext cx="1918509" cy="41459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Crear el ID de la selección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6DC41C5-1845-7C8A-0D2B-B626CFD806CE}"/>
              </a:ext>
            </a:extLst>
          </p:cNvPr>
          <p:cNvSpPr/>
          <p:nvPr/>
        </p:nvSpPr>
        <p:spPr>
          <a:xfrm>
            <a:off x="1183345" y="1668061"/>
            <a:ext cx="2132352" cy="25612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 redondeado 8">
            <a:extLst>
              <a:ext uri="{FF2B5EF4-FFF2-40B4-BE49-F238E27FC236}">
                <a16:creationId xmlns:a16="http://schemas.microsoft.com/office/drawing/2014/main" id="{B71FC285-FD75-61B3-3246-3725987B1D12}"/>
              </a:ext>
            </a:extLst>
          </p:cNvPr>
          <p:cNvSpPr/>
          <p:nvPr/>
        </p:nvSpPr>
        <p:spPr>
          <a:xfrm>
            <a:off x="10993663" y="1616662"/>
            <a:ext cx="360421" cy="277771"/>
          </a:xfrm>
          <a:prstGeom prst="roundRect">
            <a:avLst/>
          </a:prstGeom>
          <a:solidFill>
            <a:schemeClr val="accent3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3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18548E8-CEE3-61A1-CEBA-1077C4277011}"/>
              </a:ext>
            </a:extLst>
          </p:cNvPr>
          <p:cNvSpPr/>
          <p:nvPr/>
        </p:nvSpPr>
        <p:spPr>
          <a:xfrm>
            <a:off x="5655733" y="1647065"/>
            <a:ext cx="2666264" cy="25612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redondeado 8">
            <a:extLst>
              <a:ext uri="{FF2B5EF4-FFF2-40B4-BE49-F238E27FC236}">
                <a16:creationId xmlns:a16="http://schemas.microsoft.com/office/drawing/2014/main" id="{3B1FD308-5FA5-99E1-77D2-ADD80B8B9936}"/>
              </a:ext>
            </a:extLst>
          </p:cNvPr>
          <p:cNvSpPr/>
          <p:nvPr/>
        </p:nvSpPr>
        <p:spPr>
          <a:xfrm>
            <a:off x="5197137" y="1647065"/>
            <a:ext cx="360421" cy="277771"/>
          </a:xfrm>
          <a:prstGeom prst="roundRect">
            <a:avLst/>
          </a:prstGeom>
          <a:solidFill>
            <a:schemeClr val="accent3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2</a:t>
            </a:r>
          </a:p>
        </p:txBody>
      </p:sp>
      <p:sp>
        <p:nvSpPr>
          <p:cNvPr id="19" name="Rectángulo redondeado 5">
            <a:extLst>
              <a:ext uri="{FF2B5EF4-FFF2-40B4-BE49-F238E27FC236}">
                <a16:creationId xmlns:a16="http://schemas.microsoft.com/office/drawing/2014/main" id="{29B17587-E608-A349-D06F-E5DD8F135152}"/>
              </a:ext>
            </a:extLst>
          </p:cNvPr>
          <p:cNvSpPr/>
          <p:nvPr/>
        </p:nvSpPr>
        <p:spPr>
          <a:xfrm>
            <a:off x="1449821" y="2186883"/>
            <a:ext cx="2184762" cy="60166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Ingresar el nombre de nuestra aplicación. 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3D5F9D2-746D-CF38-65B1-9381DD5D0910}"/>
              </a:ext>
            </a:extLst>
          </p:cNvPr>
          <p:cNvSpPr/>
          <p:nvPr/>
        </p:nvSpPr>
        <p:spPr>
          <a:xfrm>
            <a:off x="11492760" y="1631184"/>
            <a:ext cx="360421" cy="248728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88086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FDB9AF3-1DCC-71FD-434E-126B9D791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04" y="1159758"/>
            <a:ext cx="10879671" cy="516101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GLRSLCT </a:t>
            </a:r>
            <a:r>
              <a:rPr lang="es-MX" sz="3000" b="0">
                <a:solidFill>
                  <a:schemeClr val="accent1"/>
                </a:solidFill>
              </a:rPr>
              <a:t>Reglas de definición de SP</a:t>
            </a:r>
            <a:endParaRPr lang="es-CL" b="0">
              <a:solidFill>
                <a:schemeClr val="accent1"/>
              </a:solidFill>
            </a:endParaRP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5122A535-8FC4-917D-A68F-E70F2D72205F}"/>
              </a:ext>
            </a:extLst>
          </p:cNvPr>
          <p:cNvSpPr/>
          <p:nvPr/>
        </p:nvSpPr>
        <p:spPr>
          <a:xfrm>
            <a:off x="4802927" y="2130775"/>
            <a:ext cx="360421" cy="277771"/>
          </a:xfrm>
          <a:prstGeom prst="roundRect">
            <a:avLst/>
          </a:prstGeom>
          <a:solidFill>
            <a:schemeClr val="accent3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1</a:t>
            </a: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4AA4734A-A567-8FD2-B99A-12752F15509D}"/>
              </a:ext>
            </a:extLst>
          </p:cNvPr>
          <p:cNvSpPr/>
          <p:nvPr/>
        </p:nvSpPr>
        <p:spPr>
          <a:xfrm>
            <a:off x="5437529" y="2012787"/>
            <a:ext cx="1957855" cy="51374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Se ingresa la descripción.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6DC41C5-1845-7C8A-0D2B-B626CFD806CE}"/>
              </a:ext>
            </a:extLst>
          </p:cNvPr>
          <p:cNvSpPr/>
          <p:nvPr/>
        </p:nvSpPr>
        <p:spPr>
          <a:xfrm>
            <a:off x="810247" y="2114120"/>
            <a:ext cx="3780871" cy="27777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redondeado 8">
            <a:extLst>
              <a:ext uri="{FF2B5EF4-FFF2-40B4-BE49-F238E27FC236}">
                <a16:creationId xmlns:a16="http://schemas.microsoft.com/office/drawing/2014/main" id="{3B1FD308-5FA5-99E1-77D2-ADD80B8B9936}"/>
              </a:ext>
            </a:extLst>
          </p:cNvPr>
          <p:cNvSpPr/>
          <p:nvPr/>
        </p:nvSpPr>
        <p:spPr>
          <a:xfrm>
            <a:off x="11082130" y="5645165"/>
            <a:ext cx="360421" cy="277771"/>
          </a:xfrm>
          <a:prstGeom prst="roundRect">
            <a:avLst/>
          </a:prstGeom>
          <a:solidFill>
            <a:schemeClr val="accent3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2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3D5F9D2-746D-CF38-65B1-9381DD5D0910}"/>
              </a:ext>
            </a:extLst>
          </p:cNvPr>
          <p:cNvSpPr/>
          <p:nvPr/>
        </p:nvSpPr>
        <p:spPr>
          <a:xfrm>
            <a:off x="10963547" y="6046346"/>
            <a:ext cx="740797" cy="239383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64970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7FABA-2245-2CAD-FAAA-70E606686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0B710D9-16AF-0147-F4ED-E17207433A14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MX"/>
              <a:t>Generar Selecciones de Población</a:t>
            </a:r>
            <a:endParaRPr lang="es-41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800EC9-8126-B427-B1F5-C41B26CED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Carga Manual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21B0F77-1DB7-AE0C-E7A7-45E5343C25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57207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8A82B56-4820-9316-1B97-BD7950DAC1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9824"/>
          <a:stretch>
            <a:fillRect/>
          </a:stretch>
        </p:blipFill>
        <p:spPr>
          <a:xfrm>
            <a:off x="771013" y="2161978"/>
            <a:ext cx="10778361" cy="206228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GLAEXTR </a:t>
            </a:r>
            <a:r>
              <a:rPr lang="es-MX" sz="3000" b="0">
                <a:solidFill>
                  <a:schemeClr val="accent1"/>
                </a:solidFill>
              </a:rPr>
              <a:t>Reglas de definición de aplicación </a:t>
            </a:r>
            <a:r>
              <a:rPr lang="es-419" sz="3000" b="0">
                <a:solidFill>
                  <a:schemeClr val="accent1"/>
                </a:solidFill>
              </a:rPr>
              <a:t>(Ingreso Manual)</a:t>
            </a:r>
            <a:endParaRPr lang="es-CL" b="0">
              <a:solidFill>
                <a:schemeClr val="accent1"/>
              </a:solidFill>
            </a:endParaRP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5122A535-8FC4-917D-A68F-E70F2D72205F}"/>
              </a:ext>
            </a:extLst>
          </p:cNvPr>
          <p:cNvSpPr/>
          <p:nvPr/>
        </p:nvSpPr>
        <p:spPr>
          <a:xfrm>
            <a:off x="630036" y="2744609"/>
            <a:ext cx="360421" cy="277771"/>
          </a:xfrm>
          <a:prstGeom prst="roundRect">
            <a:avLst/>
          </a:prstGeom>
          <a:solidFill>
            <a:schemeClr val="accent3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1</a:t>
            </a: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4AA4734A-A567-8FD2-B99A-12752F15509D}"/>
              </a:ext>
            </a:extLst>
          </p:cNvPr>
          <p:cNvSpPr/>
          <p:nvPr/>
        </p:nvSpPr>
        <p:spPr>
          <a:xfrm>
            <a:off x="1520090" y="3426704"/>
            <a:ext cx="1957855" cy="27777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Se ingresa la Aplicación.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6DC41C5-1845-7C8A-0D2B-B626CFD806CE}"/>
              </a:ext>
            </a:extLst>
          </p:cNvPr>
          <p:cNvSpPr/>
          <p:nvPr/>
        </p:nvSpPr>
        <p:spPr>
          <a:xfrm>
            <a:off x="1057398" y="2744609"/>
            <a:ext cx="3501733" cy="27057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redondeado 8">
            <a:extLst>
              <a:ext uri="{FF2B5EF4-FFF2-40B4-BE49-F238E27FC236}">
                <a16:creationId xmlns:a16="http://schemas.microsoft.com/office/drawing/2014/main" id="{3B1FD308-5FA5-99E1-77D2-ADD80B8B9936}"/>
              </a:ext>
            </a:extLst>
          </p:cNvPr>
          <p:cNvSpPr/>
          <p:nvPr/>
        </p:nvSpPr>
        <p:spPr>
          <a:xfrm>
            <a:off x="5259738" y="2744609"/>
            <a:ext cx="360421" cy="277771"/>
          </a:xfrm>
          <a:prstGeom prst="roundRect">
            <a:avLst/>
          </a:prstGeom>
          <a:solidFill>
            <a:schemeClr val="accent3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2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3D5F9D2-746D-CF38-65B1-9381DD5D0910}"/>
              </a:ext>
            </a:extLst>
          </p:cNvPr>
          <p:cNvSpPr/>
          <p:nvPr/>
        </p:nvSpPr>
        <p:spPr>
          <a:xfrm>
            <a:off x="5748012" y="2724051"/>
            <a:ext cx="2124935" cy="29112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5331FB5-4173-32D1-CE1E-D1D94E842C2D}"/>
              </a:ext>
            </a:extLst>
          </p:cNvPr>
          <p:cNvSpPr/>
          <p:nvPr/>
        </p:nvSpPr>
        <p:spPr>
          <a:xfrm>
            <a:off x="10995095" y="2749036"/>
            <a:ext cx="672145" cy="29112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redondeado 8">
            <a:extLst>
              <a:ext uri="{FF2B5EF4-FFF2-40B4-BE49-F238E27FC236}">
                <a16:creationId xmlns:a16="http://schemas.microsoft.com/office/drawing/2014/main" id="{DD232ACA-CF21-89AD-8BF4-D13F869A7590}"/>
              </a:ext>
            </a:extLst>
          </p:cNvPr>
          <p:cNvSpPr/>
          <p:nvPr/>
        </p:nvSpPr>
        <p:spPr>
          <a:xfrm>
            <a:off x="10394841" y="2788014"/>
            <a:ext cx="360421" cy="277771"/>
          </a:xfrm>
          <a:prstGeom prst="roundRect">
            <a:avLst/>
          </a:prstGeom>
          <a:solidFill>
            <a:schemeClr val="accent3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3</a:t>
            </a:r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38B842A1-E05E-F561-A83C-40AEA4418C28}"/>
              </a:ext>
            </a:extLst>
          </p:cNvPr>
          <p:cNvSpPr/>
          <p:nvPr/>
        </p:nvSpPr>
        <p:spPr>
          <a:xfrm>
            <a:off x="5831551" y="3426704"/>
            <a:ext cx="1957855" cy="27777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Se ingresa ID de selección.</a:t>
            </a:r>
          </a:p>
        </p:txBody>
      </p:sp>
      <p:sp>
        <p:nvSpPr>
          <p:cNvPr id="12" name="Rectángulo redondeado 5">
            <a:extLst>
              <a:ext uri="{FF2B5EF4-FFF2-40B4-BE49-F238E27FC236}">
                <a16:creationId xmlns:a16="http://schemas.microsoft.com/office/drawing/2014/main" id="{55ECF2BD-CCEB-7ABD-BA88-23AE7003B708}"/>
              </a:ext>
            </a:extLst>
          </p:cNvPr>
          <p:cNvSpPr/>
          <p:nvPr/>
        </p:nvSpPr>
        <p:spPr>
          <a:xfrm>
            <a:off x="10538764" y="3290113"/>
            <a:ext cx="1086732" cy="27777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Presiona Ir.</a:t>
            </a:r>
          </a:p>
        </p:txBody>
      </p:sp>
    </p:spTree>
    <p:extLst>
      <p:ext uri="{BB962C8B-B14F-4D97-AF65-F5344CB8AC3E}">
        <p14:creationId xmlns:p14="http://schemas.microsoft.com/office/powerpoint/2010/main" val="945410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BA11DB0-21A5-4265-7D66-B2AD53FBC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20" y="1250830"/>
            <a:ext cx="10656917" cy="508945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GLAEXTR </a:t>
            </a:r>
            <a:r>
              <a:rPr lang="es-MX" sz="3000" b="0">
                <a:solidFill>
                  <a:schemeClr val="accent1"/>
                </a:solidFill>
              </a:rPr>
              <a:t>Reglas de definición de aplicación </a:t>
            </a:r>
            <a:r>
              <a:rPr lang="es-419" sz="3000" b="0">
                <a:solidFill>
                  <a:schemeClr val="accent1"/>
                </a:solidFill>
              </a:rPr>
              <a:t>(Ingreso Manual)</a:t>
            </a:r>
            <a:endParaRPr lang="es-CL" b="0">
              <a:solidFill>
                <a:schemeClr val="accent1"/>
              </a:solidFill>
            </a:endParaRP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5122A535-8FC4-917D-A68F-E70F2D72205F}"/>
              </a:ext>
            </a:extLst>
          </p:cNvPr>
          <p:cNvSpPr/>
          <p:nvPr/>
        </p:nvSpPr>
        <p:spPr>
          <a:xfrm>
            <a:off x="1654648" y="3057208"/>
            <a:ext cx="360421" cy="277771"/>
          </a:xfrm>
          <a:prstGeom prst="roundRect">
            <a:avLst/>
          </a:prstGeom>
          <a:solidFill>
            <a:schemeClr val="accent3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1</a:t>
            </a: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4AA4734A-A567-8FD2-B99A-12752F15509D}"/>
              </a:ext>
            </a:extLst>
          </p:cNvPr>
          <p:cNvSpPr/>
          <p:nvPr/>
        </p:nvSpPr>
        <p:spPr>
          <a:xfrm>
            <a:off x="1109870" y="3429000"/>
            <a:ext cx="2142067" cy="86360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Si contamos con el ID solo se ingresa o bien puede llamarlo desde los … y buscar.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6DC41C5-1845-7C8A-0D2B-B626CFD806CE}"/>
              </a:ext>
            </a:extLst>
          </p:cNvPr>
          <p:cNvSpPr/>
          <p:nvPr/>
        </p:nvSpPr>
        <p:spPr>
          <a:xfrm>
            <a:off x="609601" y="2441016"/>
            <a:ext cx="1978324" cy="31951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redondeado 8">
            <a:extLst>
              <a:ext uri="{FF2B5EF4-FFF2-40B4-BE49-F238E27FC236}">
                <a16:creationId xmlns:a16="http://schemas.microsoft.com/office/drawing/2014/main" id="{3B1FD308-5FA5-99E1-77D2-ADD80B8B9936}"/>
              </a:ext>
            </a:extLst>
          </p:cNvPr>
          <p:cNvSpPr/>
          <p:nvPr/>
        </p:nvSpPr>
        <p:spPr>
          <a:xfrm>
            <a:off x="10262890" y="6033312"/>
            <a:ext cx="360421" cy="277771"/>
          </a:xfrm>
          <a:prstGeom prst="roundRect">
            <a:avLst/>
          </a:prstGeom>
          <a:solidFill>
            <a:schemeClr val="accent3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5331FB5-4173-32D1-CE1E-D1D94E842C2D}"/>
              </a:ext>
            </a:extLst>
          </p:cNvPr>
          <p:cNvSpPr/>
          <p:nvPr/>
        </p:nvSpPr>
        <p:spPr>
          <a:xfrm>
            <a:off x="10768754" y="6033313"/>
            <a:ext cx="728426" cy="27777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redondeado 5">
            <a:extLst>
              <a:ext uri="{FF2B5EF4-FFF2-40B4-BE49-F238E27FC236}">
                <a16:creationId xmlns:a16="http://schemas.microsoft.com/office/drawing/2014/main" id="{55ECF2BD-CCEB-7ABD-BA88-23AE7003B708}"/>
              </a:ext>
            </a:extLst>
          </p:cNvPr>
          <p:cNvSpPr/>
          <p:nvPr/>
        </p:nvSpPr>
        <p:spPr>
          <a:xfrm>
            <a:off x="10317156" y="5061174"/>
            <a:ext cx="1086732" cy="71446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Al final del proceso Guardar.</a:t>
            </a:r>
          </a:p>
        </p:txBody>
      </p:sp>
    </p:spTree>
    <p:extLst>
      <p:ext uri="{BB962C8B-B14F-4D97-AF65-F5344CB8AC3E}">
        <p14:creationId xmlns:p14="http://schemas.microsoft.com/office/powerpoint/2010/main" val="3922435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BE3D0-65F8-B2ED-226F-2A088D5CE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EA987AE-1773-85B3-4435-BA36BFBEEEDB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MX"/>
              <a:t>Generar Selecciones de Población</a:t>
            </a:r>
            <a:endParaRPr lang="es-41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D7E6A5-E5C3-4252-E1C5-18C49EBC3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Carga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Archivo</a:t>
            </a:r>
            <a:r>
              <a:rPr lang="en-US"/>
              <a:t> .csv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30E589-02D7-FA52-1C12-962D7B55E0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98502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9271407-5AFD-2A71-81B1-F0C262AC9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67" y="1262822"/>
            <a:ext cx="10662408" cy="505795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1EECA35-39B5-9C22-454D-3B7CAC694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922" y="5232943"/>
            <a:ext cx="10212155" cy="77908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GLRSLCT </a:t>
            </a:r>
            <a:r>
              <a:rPr lang="es-MX" sz="3000" b="0">
                <a:solidFill>
                  <a:schemeClr val="accent1"/>
                </a:solidFill>
              </a:rPr>
              <a:t>Reglas de definición de aplicación </a:t>
            </a:r>
            <a:r>
              <a:rPr lang="es-419" sz="3000" b="0">
                <a:solidFill>
                  <a:schemeClr val="accent1"/>
                </a:solidFill>
              </a:rPr>
              <a:t>(Ingreso CSV)</a:t>
            </a:r>
            <a:endParaRPr lang="es-CL" b="0">
              <a:solidFill>
                <a:schemeClr val="accent1"/>
              </a:solidFill>
            </a:endParaRPr>
          </a:p>
        </p:txBody>
      </p:sp>
      <p:sp>
        <p:nvSpPr>
          <p:cNvPr id="18" name="Rectángulo redondeado 5">
            <a:extLst>
              <a:ext uri="{FF2B5EF4-FFF2-40B4-BE49-F238E27FC236}">
                <a16:creationId xmlns:a16="http://schemas.microsoft.com/office/drawing/2014/main" id="{4FF39CD6-7046-4351-C9D5-38C7621EB9E7}"/>
              </a:ext>
            </a:extLst>
          </p:cNvPr>
          <p:cNvSpPr/>
          <p:nvPr/>
        </p:nvSpPr>
        <p:spPr>
          <a:xfrm>
            <a:off x="1332161" y="1422179"/>
            <a:ext cx="6489494" cy="47390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Puedes reutilizar una selección ya creada en GLRSLCT o generar nuevamente el proceso de creación indicado anteriormente</a:t>
            </a:r>
          </a:p>
        </p:txBody>
      </p:sp>
    </p:spTree>
    <p:extLst>
      <p:ext uri="{BB962C8B-B14F-4D97-AF65-F5344CB8AC3E}">
        <p14:creationId xmlns:p14="http://schemas.microsoft.com/office/powerpoint/2010/main" val="2619448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8983E119-E39A-6E16-041D-5757807E5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668" y="1276709"/>
            <a:ext cx="10424495" cy="497569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844040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GJAJFLU </a:t>
            </a:r>
            <a:r>
              <a:rPr lang="es-MX" sz="3000" b="0">
                <a:solidFill>
                  <a:schemeClr val="accent1"/>
                </a:solidFill>
              </a:rPr>
              <a:t>Reglas de definición de aplicación </a:t>
            </a:r>
            <a:r>
              <a:rPr lang="es-419" sz="3000" b="0">
                <a:solidFill>
                  <a:schemeClr val="accent1"/>
                </a:solidFill>
              </a:rPr>
              <a:t>(Ingreso CSV)</a:t>
            </a:r>
            <a:endParaRPr lang="es-CL" b="0">
              <a:solidFill>
                <a:schemeClr val="accent1"/>
              </a:solidFill>
            </a:endParaRP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5122A535-8FC4-917D-A68F-E70F2D72205F}"/>
              </a:ext>
            </a:extLst>
          </p:cNvPr>
          <p:cNvSpPr/>
          <p:nvPr/>
        </p:nvSpPr>
        <p:spPr>
          <a:xfrm>
            <a:off x="914780" y="1850031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1</a:t>
            </a: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4AA4734A-A567-8FD2-B99A-12752F15509D}"/>
              </a:ext>
            </a:extLst>
          </p:cNvPr>
          <p:cNvSpPr/>
          <p:nvPr/>
        </p:nvSpPr>
        <p:spPr>
          <a:xfrm>
            <a:off x="1641893" y="2605687"/>
            <a:ext cx="2785534" cy="74391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Seleccionar el Trabajo. Al presionar los … nos llevara GJAJOBS y desde ahí seleccionamos. Para este caso ocuparemos GJRPSIM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6DC41C5-1845-7C8A-0D2B-B626CFD806CE}"/>
              </a:ext>
            </a:extLst>
          </p:cNvPr>
          <p:cNvSpPr/>
          <p:nvPr/>
        </p:nvSpPr>
        <p:spPr>
          <a:xfrm>
            <a:off x="1308408" y="1837103"/>
            <a:ext cx="2081773" cy="286238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redondeado 8">
            <a:extLst>
              <a:ext uri="{FF2B5EF4-FFF2-40B4-BE49-F238E27FC236}">
                <a16:creationId xmlns:a16="http://schemas.microsoft.com/office/drawing/2014/main" id="{3B1FD308-5FA5-99E1-77D2-ADD80B8B9936}"/>
              </a:ext>
            </a:extLst>
          </p:cNvPr>
          <p:cNvSpPr/>
          <p:nvPr/>
        </p:nvSpPr>
        <p:spPr>
          <a:xfrm>
            <a:off x="10371637" y="1832212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5331FB5-4173-32D1-CE1E-D1D94E842C2D}"/>
              </a:ext>
            </a:extLst>
          </p:cNvPr>
          <p:cNvSpPr/>
          <p:nvPr/>
        </p:nvSpPr>
        <p:spPr>
          <a:xfrm>
            <a:off x="10883592" y="1832212"/>
            <a:ext cx="543365" cy="29112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redondeado 5">
            <a:extLst>
              <a:ext uri="{FF2B5EF4-FFF2-40B4-BE49-F238E27FC236}">
                <a16:creationId xmlns:a16="http://schemas.microsoft.com/office/drawing/2014/main" id="{55ECF2BD-CCEB-7ABD-BA88-23AE7003B708}"/>
              </a:ext>
            </a:extLst>
          </p:cNvPr>
          <p:cNvSpPr/>
          <p:nvPr/>
        </p:nvSpPr>
        <p:spPr>
          <a:xfrm>
            <a:off x="10250431" y="2163244"/>
            <a:ext cx="1086732" cy="27777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Presiona Ir.</a:t>
            </a:r>
          </a:p>
        </p:txBody>
      </p:sp>
    </p:spTree>
    <p:extLst>
      <p:ext uri="{BB962C8B-B14F-4D97-AF65-F5344CB8AC3E}">
        <p14:creationId xmlns:p14="http://schemas.microsoft.com/office/powerpoint/2010/main" val="2350129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7EB89C71-16C6-6555-9C98-B27DE043D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245" y="1240361"/>
            <a:ext cx="10739888" cy="506164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GJAJFLU </a:t>
            </a:r>
            <a:r>
              <a:rPr lang="es-MX" sz="3000" b="0">
                <a:solidFill>
                  <a:schemeClr val="accent1"/>
                </a:solidFill>
              </a:rPr>
              <a:t>Reglas de definición de aplicación </a:t>
            </a:r>
            <a:r>
              <a:rPr lang="es-419" sz="3000" b="0">
                <a:solidFill>
                  <a:schemeClr val="accent1"/>
                </a:solidFill>
              </a:rPr>
              <a:t>(Ingreso CSV)</a:t>
            </a:r>
            <a:endParaRPr lang="es-CL" b="0">
              <a:solidFill>
                <a:schemeClr val="accent1"/>
              </a:solidFill>
            </a:endParaRP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5122A535-8FC4-917D-A68F-E70F2D72205F}"/>
              </a:ext>
            </a:extLst>
          </p:cNvPr>
          <p:cNvSpPr/>
          <p:nvPr/>
        </p:nvSpPr>
        <p:spPr>
          <a:xfrm>
            <a:off x="5335944" y="2174586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1</a:t>
            </a: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4AA4734A-A567-8FD2-B99A-12752F15509D}"/>
              </a:ext>
            </a:extLst>
          </p:cNvPr>
          <p:cNvSpPr/>
          <p:nvPr/>
        </p:nvSpPr>
        <p:spPr>
          <a:xfrm>
            <a:off x="1430866" y="5321532"/>
            <a:ext cx="2946401" cy="44270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AL finalizar y guardar se indicará la Ruta del archivo se recomienda guardar esta.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6DC41C5-1845-7C8A-0D2B-B626CFD806CE}"/>
              </a:ext>
            </a:extLst>
          </p:cNvPr>
          <p:cNvSpPr/>
          <p:nvPr/>
        </p:nvSpPr>
        <p:spPr>
          <a:xfrm>
            <a:off x="5063705" y="2525010"/>
            <a:ext cx="1032295" cy="226816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redondeado 8">
            <a:extLst>
              <a:ext uri="{FF2B5EF4-FFF2-40B4-BE49-F238E27FC236}">
                <a16:creationId xmlns:a16="http://schemas.microsoft.com/office/drawing/2014/main" id="{3B1FD308-5FA5-99E1-77D2-ADD80B8B9936}"/>
              </a:ext>
            </a:extLst>
          </p:cNvPr>
          <p:cNvSpPr/>
          <p:nvPr/>
        </p:nvSpPr>
        <p:spPr>
          <a:xfrm>
            <a:off x="11248365" y="5668246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5331FB5-4173-32D1-CE1E-D1D94E842C2D}"/>
              </a:ext>
            </a:extLst>
          </p:cNvPr>
          <p:cNvSpPr/>
          <p:nvPr/>
        </p:nvSpPr>
        <p:spPr>
          <a:xfrm>
            <a:off x="10800911" y="5985128"/>
            <a:ext cx="795866" cy="27777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redondeado 5">
            <a:extLst>
              <a:ext uri="{FF2B5EF4-FFF2-40B4-BE49-F238E27FC236}">
                <a16:creationId xmlns:a16="http://schemas.microsoft.com/office/drawing/2014/main" id="{55ECF2BD-CCEB-7ABD-BA88-23AE7003B708}"/>
              </a:ext>
            </a:extLst>
          </p:cNvPr>
          <p:cNvSpPr/>
          <p:nvPr/>
        </p:nvSpPr>
        <p:spPr>
          <a:xfrm>
            <a:off x="9606228" y="5494897"/>
            <a:ext cx="1475902" cy="27777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Presiona Guardar.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E838ADF-0580-AB00-FC2B-B2D31104AE3F}"/>
              </a:ext>
            </a:extLst>
          </p:cNvPr>
          <p:cNvSpPr/>
          <p:nvPr/>
        </p:nvSpPr>
        <p:spPr>
          <a:xfrm>
            <a:off x="1135271" y="4774679"/>
            <a:ext cx="3622996" cy="33072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 redondeado 8">
            <a:extLst>
              <a:ext uri="{FF2B5EF4-FFF2-40B4-BE49-F238E27FC236}">
                <a16:creationId xmlns:a16="http://schemas.microsoft.com/office/drawing/2014/main" id="{E6BB3D3B-02A2-53B3-E24F-7A645595F629}"/>
              </a:ext>
            </a:extLst>
          </p:cNvPr>
          <p:cNvSpPr/>
          <p:nvPr/>
        </p:nvSpPr>
        <p:spPr>
          <a:xfrm>
            <a:off x="988202" y="5303539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3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4BB3B60D-9ED4-F372-DD31-45A6AE0F9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97" y="4822533"/>
            <a:ext cx="2330570" cy="285765"/>
          </a:xfrm>
          <a:prstGeom prst="rect">
            <a:avLst/>
          </a:prstGeom>
        </p:spPr>
      </p:pic>
      <p:sp>
        <p:nvSpPr>
          <p:cNvPr id="18" name="Rectángulo redondeado 5">
            <a:extLst>
              <a:ext uri="{FF2B5EF4-FFF2-40B4-BE49-F238E27FC236}">
                <a16:creationId xmlns:a16="http://schemas.microsoft.com/office/drawing/2014/main" id="{2A46A3DA-40F3-3394-5C8C-69C29F4ACB29}"/>
              </a:ext>
            </a:extLst>
          </p:cNvPr>
          <p:cNvSpPr/>
          <p:nvPr/>
        </p:nvSpPr>
        <p:spPr>
          <a:xfrm>
            <a:off x="7455219" y="3019975"/>
            <a:ext cx="2946401" cy="67130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Seleccionar el botón cargar y buscar en el archivo correspondiente a la selección, recordar que el archivo es .</a:t>
            </a:r>
            <a:r>
              <a:rPr lang="es-ES_tradnl" sz="1100" err="1"/>
              <a:t>csv</a:t>
            </a:r>
            <a:endParaRPr lang="es-ES_tradnl" sz="1100"/>
          </a:p>
        </p:txBody>
      </p:sp>
    </p:spTree>
    <p:extLst>
      <p:ext uri="{BB962C8B-B14F-4D97-AF65-F5344CB8AC3E}">
        <p14:creationId xmlns:p14="http://schemas.microsoft.com/office/powerpoint/2010/main" val="78307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0C8F1FE-CFBB-C288-C951-6EC4F76A0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276709"/>
            <a:ext cx="10659806" cy="502716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8" name="Título 3">
            <a:extLst>
              <a:ext uri="{FF2B5EF4-FFF2-40B4-BE49-F238E27FC236}">
                <a16:creationId xmlns:a16="http://schemas.microsoft.com/office/drawing/2014/main" id="{FD178A38-E8A3-A43C-301A-FBE60ACDB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GJRPSIM </a:t>
            </a:r>
            <a:r>
              <a:rPr lang="es-MX" sz="3000" b="0">
                <a:solidFill>
                  <a:schemeClr val="accent1"/>
                </a:solidFill>
              </a:rPr>
              <a:t>Proceso de importación de lista </a:t>
            </a:r>
            <a:r>
              <a:rPr lang="es-419" sz="3000" b="0">
                <a:solidFill>
                  <a:schemeClr val="accent1"/>
                </a:solidFill>
              </a:rPr>
              <a:t>(Ingreso CSV)</a:t>
            </a:r>
            <a:endParaRPr lang="es-CL" b="0">
              <a:solidFill>
                <a:schemeClr val="accent1"/>
              </a:solidFill>
            </a:endParaRP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5122A535-8FC4-917D-A68F-E70F2D72205F}"/>
              </a:ext>
            </a:extLst>
          </p:cNvPr>
          <p:cNvSpPr/>
          <p:nvPr/>
        </p:nvSpPr>
        <p:spPr>
          <a:xfrm>
            <a:off x="887879" y="1805550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1</a:t>
            </a: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4AA4734A-A567-8FD2-B99A-12752F15509D}"/>
              </a:ext>
            </a:extLst>
          </p:cNvPr>
          <p:cNvSpPr/>
          <p:nvPr/>
        </p:nvSpPr>
        <p:spPr>
          <a:xfrm>
            <a:off x="1348623" y="2371019"/>
            <a:ext cx="1930401" cy="44270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Ir al proceso GJRPSIM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6DC41C5-1845-7C8A-0D2B-B626CFD806CE}"/>
              </a:ext>
            </a:extLst>
          </p:cNvPr>
          <p:cNvSpPr/>
          <p:nvPr/>
        </p:nvSpPr>
        <p:spPr>
          <a:xfrm>
            <a:off x="1300351" y="1833350"/>
            <a:ext cx="2596844" cy="253426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redondeado 8">
            <a:extLst>
              <a:ext uri="{FF2B5EF4-FFF2-40B4-BE49-F238E27FC236}">
                <a16:creationId xmlns:a16="http://schemas.microsoft.com/office/drawing/2014/main" id="{3B1FD308-5FA5-99E1-77D2-ADD80B8B9936}"/>
              </a:ext>
            </a:extLst>
          </p:cNvPr>
          <p:cNvSpPr/>
          <p:nvPr/>
        </p:nvSpPr>
        <p:spPr>
          <a:xfrm>
            <a:off x="10441176" y="1873382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5331FB5-4173-32D1-CE1E-D1D94E842C2D}"/>
              </a:ext>
            </a:extLst>
          </p:cNvPr>
          <p:cNvSpPr/>
          <p:nvPr/>
        </p:nvSpPr>
        <p:spPr>
          <a:xfrm>
            <a:off x="11082130" y="1873382"/>
            <a:ext cx="439974" cy="20993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redondeado 5">
            <a:extLst>
              <a:ext uri="{FF2B5EF4-FFF2-40B4-BE49-F238E27FC236}">
                <a16:creationId xmlns:a16="http://schemas.microsoft.com/office/drawing/2014/main" id="{55ECF2BD-CCEB-7ABD-BA88-23AE7003B708}"/>
              </a:ext>
            </a:extLst>
          </p:cNvPr>
          <p:cNvSpPr/>
          <p:nvPr/>
        </p:nvSpPr>
        <p:spPr>
          <a:xfrm>
            <a:off x="8864951" y="1873382"/>
            <a:ext cx="1475902" cy="27777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Presiona Ir.</a:t>
            </a:r>
          </a:p>
        </p:txBody>
      </p:sp>
    </p:spTree>
    <p:extLst>
      <p:ext uri="{BB962C8B-B14F-4D97-AF65-F5344CB8AC3E}">
        <p14:creationId xmlns:p14="http://schemas.microsoft.com/office/powerpoint/2010/main" val="2185874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AA06B0B2-ECE9-5B50-2C80-D4821F6F0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274975"/>
            <a:ext cx="10671512" cy="502385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GJRPSIM </a:t>
            </a:r>
            <a:r>
              <a:rPr lang="es-MX" sz="3000" b="0">
                <a:solidFill>
                  <a:schemeClr val="accent1"/>
                </a:solidFill>
              </a:rPr>
              <a:t>Proceso de importación de lista </a:t>
            </a:r>
            <a:r>
              <a:rPr lang="es-419" sz="3000" b="0">
                <a:solidFill>
                  <a:schemeClr val="accent1"/>
                </a:solidFill>
              </a:rPr>
              <a:t>(Ingreso CSV)</a:t>
            </a:r>
            <a:endParaRPr lang="es-CL" b="0">
              <a:solidFill>
                <a:schemeClr val="accent1"/>
              </a:solidFill>
            </a:endParaRPr>
          </a:p>
        </p:txBody>
      </p:sp>
      <p:sp>
        <p:nvSpPr>
          <p:cNvPr id="2" name="Rectángulo redondeado 5">
            <a:extLst>
              <a:ext uri="{FF2B5EF4-FFF2-40B4-BE49-F238E27FC236}">
                <a16:creationId xmlns:a16="http://schemas.microsoft.com/office/drawing/2014/main" id="{E338387C-6647-893A-EC7B-748CFE1CC7B1}"/>
              </a:ext>
            </a:extLst>
          </p:cNvPr>
          <p:cNvSpPr/>
          <p:nvPr/>
        </p:nvSpPr>
        <p:spPr>
          <a:xfrm>
            <a:off x="4818285" y="2285442"/>
            <a:ext cx="5146982" cy="85105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3 y 4. </a:t>
            </a:r>
            <a:r>
              <a:rPr lang="es-ES_tradnl" sz="1100"/>
              <a:t>Tras acceder al proceso GJRPSIM, en la sección “Control de Impresora” campo ‘Impresora’ se debe asignar la sentencia ‘DATABASE’. Luego de ello se avanza a la siguiente sección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5255F59-63A4-2BB6-5D79-757A22830A34}"/>
              </a:ext>
            </a:extLst>
          </p:cNvPr>
          <p:cNvSpPr/>
          <p:nvPr/>
        </p:nvSpPr>
        <p:spPr>
          <a:xfrm>
            <a:off x="1233476" y="2239767"/>
            <a:ext cx="2611588" cy="30591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2794A1F5-2BF2-F30A-88AE-27571501A168}"/>
              </a:ext>
            </a:extLst>
          </p:cNvPr>
          <p:cNvSpPr/>
          <p:nvPr/>
        </p:nvSpPr>
        <p:spPr>
          <a:xfrm>
            <a:off x="710241" y="2285442"/>
            <a:ext cx="423229" cy="214566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/>
              <a:t>3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221AF92-BFB3-E50D-E6EC-7B33D66CF753}"/>
              </a:ext>
            </a:extLst>
          </p:cNvPr>
          <p:cNvSpPr/>
          <p:nvPr/>
        </p:nvSpPr>
        <p:spPr>
          <a:xfrm>
            <a:off x="709607" y="3209137"/>
            <a:ext cx="6742617" cy="192205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E27575A2-16FD-56FC-8E29-5F162100F048}"/>
              </a:ext>
            </a:extLst>
          </p:cNvPr>
          <p:cNvSpPr/>
          <p:nvPr/>
        </p:nvSpPr>
        <p:spPr>
          <a:xfrm>
            <a:off x="7236878" y="3657194"/>
            <a:ext cx="360421" cy="218697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/>
              <a:t>4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FCF18C9-A0CD-5200-A6B0-BD9C868B47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08" t="96264" r="90264"/>
          <a:stretch/>
        </p:blipFill>
        <p:spPr>
          <a:xfrm>
            <a:off x="8532215" y="2835641"/>
            <a:ext cx="344045" cy="21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2482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D5088B-81C6-1C5C-AF82-A4EF1D2C5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274975"/>
            <a:ext cx="10671512" cy="502385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GJRPSIM </a:t>
            </a:r>
            <a:r>
              <a:rPr lang="es-MX" sz="3000" b="0">
                <a:solidFill>
                  <a:schemeClr val="accent1"/>
                </a:solidFill>
              </a:rPr>
              <a:t>Proceso de importación de lista </a:t>
            </a:r>
            <a:r>
              <a:rPr lang="es-419" sz="3000" b="0">
                <a:solidFill>
                  <a:schemeClr val="accent1"/>
                </a:solidFill>
              </a:rPr>
              <a:t>(Ingreso CSV)</a:t>
            </a:r>
            <a:endParaRPr lang="es-CL" b="0">
              <a:solidFill>
                <a:schemeClr val="accent1"/>
              </a:solidFill>
            </a:endParaRPr>
          </a:p>
        </p:txBody>
      </p:sp>
      <p:sp>
        <p:nvSpPr>
          <p:cNvPr id="2" name="Rectángulo redondeado 5">
            <a:extLst>
              <a:ext uri="{FF2B5EF4-FFF2-40B4-BE49-F238E27FC236}">
                <a16:creationId xmlns:a16="http://schemas.microsoft.com/office/drawing/2014/main" id="{E338387C-6647-893A-EC7B-748CFE1CC7B1}"/>
              </a:ext>
            </a:extLst>
          </p:cNvPr>
          <p:cNvSpPr/>
          <p:nvPr/>
        </p:nvSpPr>
        <p:spPr>
          <a:xfrm>
            <a:off x="4496551" y="5588000"/>
            <a:ext cx="4495800" cy="76834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100" b="1"/>
              <a:t>5. </a:t>
            </a:r>
            <a:r>
              <a:rPr lang="es-PE" sz="1100"/>
              <a:t>Para ejecutar el proceso se deben definir los parámetros 01 al 09 de la sección ‘Valores de parámetros’, mismos que son definidos en la siguiente tabla de información.</a:t>
            </a:r>
            <a:endParaRPr lang="es-ES_tradnl" sz="110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5255F59-63A4-2BB6-5D79-757A22830A34}"/>
              </a:ext>
            </a:extLst>
          </p:cNvPr>
          <p:cNvSpPr/>
          <p:nvPr/>
        </p:nvSpPr>
        <p:spPr>
          <a:xfrm>
            <a:off x="710241" y="3165633"/>
            <a:ext cx="6248400" cy="1900976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2794A1F5-2BF2-F30A-88AE-27571501A168}"/>
              </a:ext>
            </a:extLst>
          </p:cNvPr>
          <p:cNvSpPr/>
          <p:nvPr/>
        </p:nvSpPr>
        <p:spPr>
          <a:xfrm>
            <a:off x="2524262" y="3207393"/>
            <a:ext cx="346897" cy="23876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216127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843273" cy="626165"/>
          </a:xfrm>
        </p:spPr>
        <p:txBody>
          <a:bodyPr/>
          <a:lstStyle/>
          <a:p>
            <a:r>
              <a:rPr lang="es-ES_tradnl">
                <a:solidFill>
                  <a:schemeClr val="accent1"/>
                </a:solidFill>
              </a:rPr>
              <a:t>Configuración: </a:t>
            </a:r>
            <a:r>
              <a:rPr lang="es-419" b="0">
                <a:solidFill>
                  <a:schemeClr val="accent1"/>
                </a:solidFill>
              </a:rPr>
              <a:t>GJRPSIM </a:t>
            </a:r>
            <a:r>
              <a:rPr lang="es-MX" b="0">
                <a:solidFill>
                  <a:schemeClr val="accent1"/>
                </a:solidFill>
              </a:rPr>
              <a:t>Parámetros </a:t>
            </a:r>
            <a:r>
              <a:rPr lang="es-419" b="0">
                <a:solidFill>
                  <a:schemeClr val="accent1"/>
                </a:solidFill>
              </a:rPr>
              <a:t>(Ingreso CSV)</a:t>
            </a:r>
            <a:endParaRPr lang="es-CL" b="0">
              <a:solidFill>
                <a:schemeClr val="accent1"/>
              </a:solidFill>
            </a:endParaRP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FB92049A-D15A-4A1B-6C09-91A580C82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785632"/>
              </p:ext>
            </p:extLst>
          </p:nvPr>
        </p:nvGraphicFramePr>
        <p:xfrm>
          <a:off x="810247" y="2057399"/>
          <a:ext cx="1038684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994">
                  <a:extLst>
                    <a:ext uri="{9D8B030D-6E8A-4147-A177-3AD203B41FA5}">
                      <a16:colId xmlns:a16="http://schemas.microsoft.com/office/drawing/2014/main" val="4097015768"/>
                    </a:ext>
                  </a:extLst>
                </a:gridCol>
                <a:gridCol w="3072774">
                  <a:extLst>
                    <a:ext uri="{9D8B030D-6E8A-4147-A177-3AD203B41FA5}">
                      <a16:colId xmlns:a16="http://schemas.microsoft.com/office/drawing/2014/main" val="95382929"/>
                    </a:ext>
                  </a:extLst>
                </a:gridCol>
                <a:gridCol w="5994072">
                  <a:extLst>
                    <a:ext uri="{9D8B030D-6E8A-4147-A177-3AD203B41FA5}">
                      <a16:colId xmlns:a16="http://schemas.microsoft.com/office/drawing/2014/main" val="32753407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Parámetro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Descripción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Detalle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22826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ID de la aplicación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Ingrese el ID de aplicación para la selección de población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05931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ID de la selección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Ingrese el ID de selección para la selección de población 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7423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ID del creador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s-MX" sz="1100" b="0" i="0" u="none" strike="noStrike">
                        <a:solidFill>
                          <a:srgbClr val="38174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966463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Indicador del sistema (S o M)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Valor indicador del sistema para la </a:t>
                      </a:r>
                      <a:r>
                        <a:rPr lang="es-MX" sz="1100" b="0" i="0" u="none" strike="noStrike" err="1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selecc</a:t>
                      </a:r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. de población. S=sistema, M=manual.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1654872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Tipo datos importados (I o P)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Tipo de datos importados de archivo csv externo. I=ID, P=PIDM.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649565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Ruta o nombre del archivo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s-MX" sz="1100" b="0" i="0" u="none" strike="noStrike">
                        <a:solidFill>
                          <a:srgbClr val="38174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638722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Depurar todo registro (Y o N)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Depurar todo registro (manual y del sistema) en selecc. de población existente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32929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Verif. ID como ant. (Y o N)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Si «Tipo importación» es I (ID), este se verif. adicnlmnte. como ID anterior.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1081244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Verif. ID con apellido (Y o N)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El ID se verifica adicionalmente con el apellido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312145903"/>
                  </a:ext>
                </a:extLst>
              </a:tr>
            </a:tbl>
          </a:graphicData>
        </a:graphic>
      </p:graphicFrame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D1C4223C-1F8C-162B-0562-1D55A42B2D9F}"/>
              </a:ext>
            </a:extLst>
          </p:cNvPr>
          <p:cNvSpPr/>
          <p:nvPr/>
        </p:nvSpPr>
        <p:spPr>
          <a:xfrm>
            <a:off x="810247" y="1375141"/>
            <a:ext cx="6979316" cy="41487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200" b="1"/>
              <a:t>Valores de Parámetros</a:t>
            </a:r>
          </a:p>
        </p:txBody>
      </p:sp>
    </p:spTree>
    <p:extLst>
      <p:ext uri="{BB962C8B-B14F-4D97-AF65-F5344CB8AC3E}">
        <p14:creationId xmlns:p14="http://schemas.microsoft.com/office/powerpoint/2010/main" val="116957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7FA722B7-F304-032B-F171-191BE1AD1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274975"/>
            <a:ext cx="10671512" cy="502385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GJRPSIM </a:t>
            </a:r>
            <a:r>
              <a:rPr lang="es-MX" sz="3000" b="0">
                <a:solidFill>
                  <a:schemeClr val="accent1"/>
                </a:solidFill>
              </a:rPr>
              <a:t>Proceso de importación de lista </a:t>
            </a:r>
            <a:r>
              <a:rPr lang="es-419" sz="3000" b="0">
                <a:solidFill>
                  <a:schemeClr val="accent1"/>
                </a:solidFill>
              </a:rPr>
              <a:t>(Ingreso CSV)</a:t>
            </a:r>
            <a:endParaRPr lang="es-CL" b="0">
              <a:solidFill>
                <a:schemeClr val="accent1"/>
              </a:solidFill>
            </a:endParaRPr>
          </a:p>
        </p:txBody>
      </p:sp>
      <p:sp>
        <p:nvSpPr>
          <p:cNvPr id="2" name="Rectángulo redondeado 5">
            <a:extLst>
              <a:ext uri="{FF2B5EF4-FFF2-40B4-BE49-F238E27FC236}">
                <a16:creationId xmlns:a16="http://schemas.microsoft.com/office/drawing/2014/main" id="{E338387C-6647-893A-EC7B-748CFE1CC7B1}"/>
              </a:ext>
            </a:extLst>
          </p:cNvPr>
          <p:cNvSpPr/>
          <p:nvPr/>
        </p:nvSpPr>
        <p:spPr>
          <a:xfrm>
            <a:off x="6586330" y="3579701"/>
            <a:ext cx="4495800" cy="76834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100" b="1"/>
              <a:t>6 y7. </a:t>
            </a:r>
            <a:r>
              <a:rPr lang="es-PE" sz="1100"/>
              <a:t>En esta sección se requiere asegurar que se encuentre activa la casilla “Enviar” y presionar el botón ‘Guardar’.</a:t>
            </a:r>
            <a:endParaRPr lang="es-ES_tradnl" sz="110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5255F59-63A4-2BB6-5D79-757A22830A34}"/>
              </a:ext>
            </a:extLst>
          </p:cNvPr>
          <p:cNvSpPr/>
          <p:nvPr/>
        </p:nvSpPr>
        <p:spPr>
          <a:xfrm>
            <a:off x="7420472" y="5408514"/>
            <a:ext cx="619187" cy="34902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2794A1F5-2BF2-F30A-88AE-27571501A168}"/>
              </a:ext>
            </a:extLst>
          </p:cNvPr>
          <p:cNvSpPr/>
          <p:nvPr/>
        </p:nvSpPr>
        <p:spPr>
          <a:xfrm>
            <a:off x="7556616" y="5009340"/>
            <a:ext cx="346897" cy="23876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/>
              <a:t>6</a:t>
            </a:r>
          </a:p>
        </p:txBody>
      </p:sp>
      <p:sp>
        <p:nvSpPr>
          <p:cNvPr id="11" name="Rectángulo redondeado 9">
            <a:extLst>
              <a:ext uri="{FF2B5EF4-FFF2-40B4-BE49-F238E27FC236}">
                <a16:creationId xmlns:a16="http://schemas.microsoft.com/office/drawing/2014/main" id="{F8BE1A33-1E98-6941-8182-F38FE4477677}"/>
              </a:ext>
            </a:extLst>
          </p:cNvPr>
          <p:cNvSpPr/>
          <p:nvPr/>
        </p:nvSpPr>
        <p:spPr>
          <a:xfrm>
            <a:off x="11034856" y="5583024"/>
            <a:ext cx="346897" cy="23876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/>
              <a:t>7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01FDF52-CB8C-53D3-DEE1-270D8913ADE8}"/>
              </a:ext>
            </a:extLst>
          </p:cNvPr>
          <p:cNvSpPr/>
          <p:nvPr/>
        </p:nvSpPr>
        <p:spPr>
          <a:xfrm>
            <a:off x="10927812" y="5918785"/>
            <a:ext cx="619187" cy="34902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4473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GLAEXTR</a:t>
            </a:r>
            <a:r>
              <a:rPr lang="es-MX" sz="3000" b="0">
                <a:solidFill>
                  <a:schemeClr val="accent1"/>
                </a:solidFill>
              </a:rPr>
              <a:t> Datos de extracción de SP </a:t>
            </a:r>
            <a:r>
              <a:rPr lang="es-419" sz="3000" b="0">
                <a:solidFill>
                  <a:schemeClr val="accent1"/>
                </a:solidFill>
              </a:rPr>
              <a:t>(Ingreso CSV)</a:t>
            </a:r>
            <a:endParaRPr lang="es-CL" b="0">
              <a:solidFill>
                <a:schemeClr val="accent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B8FCF01-35E6-F4A1-D29D-A960F296E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06" y="1440611"/>
            <a:ext cx="10296141" cy="487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1002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3FB71-E293-BAB7-ED65-56D451F42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A5BB066-706D-494D-5745-38A519286B19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MX"/>
              <a:t>Generar Selecciones de Población</a:t>
            </a:r>
            <a:endParaRPr lang="es-41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C8DDFF-4A45-9537-85A3-258D30E2D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Carga Mediante Reglas de </a:t>
            </a:r>
            <a:r>
              <a:rPr lang="en-US" err="1"/>
              <a:t>Selección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E1A725E-C7A5-065A-C4F9-EF92F3F77E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973722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D2EF3CB-EFD4-A195-40F0-B1179DC72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189089"/>
            <a:ext cx="10835414" cy="512096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GLRSLCT</a:t>
            </a:r>
            <a:r>
              <a:rPr lang="es-MX" sz="3000" b="0">
                <a:solidFill>
                  <a:schemeClr val="accent1"/>
                </a:solidFill>
              </a:rPr>
              <a:t> Reglas de definición de SP</a:t>
            </a:r>
            <a:endParaRPr lang="es-CL" b="0">
              <a:solidFill>
                <a:schemeClr val="accent1"/>
              </a:solidFill>
            </a:endParaRP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FE46D848-446B-8E2A-DE0C-F73A54A2EC0F}"/>
              </a:ext>
            </a:extLst>
          </p:cNvPr>
          <p:cNvSpPr/>
          <p:nvPr/>
        </p:nvSpPr>
        <p:spPr>
          <a:xfrm>
            <a:off x="6141698" y="3044607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1</a:t>
            </a:r>
          </a:p>
        </p:txBody>
      </p:sp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0CC6DCF6-A496-20C3-F764-91CCFFAFABD8}"/>
              </a:ext>
            </a:extLst>
          </p:cNvPr>
          <p:cNvSpPr/>
          <p:nvPr/>
        </p:nvSpPr>
        <p:spPr>
          <a:xfrm>
            <a:off x="6671992" y="2923641"/>
            <a:ext cx="3464081" cy="64929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Ingresar en Seleccionar: SORLCUR_PIDM y en De: SORLCUR. Esta es la tabla correspondiente a la información de los estudiantes. 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A23A11A-D929-5B20-C856-D74741748586}"/>
              </a:ext>
            </a:extLst>
          </p:cNvPr>
          <p:cNvSpPr/>
          <p:nvPr/>
        </p:nvSpPr>
        <p:spPr>
          <a:xfrm>
            <a:off x="1431974" y="2937986"/>
            <a:ext cx="5095826" cy="491014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150201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8A051EB-DBE6-CE00-5EFD-98B064E14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70" y="1233576"/>
            <a:ext cx="10766750" cy="506076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GLRSLCT</a:t>
            </a:r>
            <a:r>
              <a:rPr lang="es-MX" sz="3000" b="0">
                <a:solidFill>
                  <a:schemeClr val="accent1"/>
                </a:solidFill>
              </a:rPr>
              <a:t> Reglas de definición de SP </a:t>
            </a:r>
            <a:endParaRPr lang="es-CL" b="0">
              <a:solidFill>
                <a:schemeClr val="accent1"/>
              </a:solidFill>
            </a:endParaRPr>
          </a:p>
        </p:txBody>
      </p:sp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0CC6DCF6-A496-20C3-F764-91CCFFAFABD8}"/>
              </a:ext>
            </a:extLst>
          </p:cNvPr>
          <p:cNvSpPr/>
          <p:nvPr/>
        </p:nvSpPr>
        <p:spPr>
          <a:xfrm>
            <a:off x="899299" y="4182262"/>
            <a:ext cx="3464081" cy="44873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Seleccionar los … de Objeto o elementos de datos.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A23A11A-D929-5B20-C856-D74741748586}"/>
              </a:ext>
            </a:extLst>
          </p:cNvPr>
          <p:cNvSpPr/>
          <p:nvPr/>
        </p:nvSpPr>
        <p:spPr>
          <a:xfrm>
            <a:off x="1415746" y="3517590"/>
            <a:ext cx="2854329" cy="444706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redondeado 8">
            <a:extLst>
              <a:ext uri="{FF2B5EF4-FFF2-40B4-BE49-F238E27FC236}">
                <a16:creationId xmlns:a16="http://schemas.microsoft.com/office/drawing/2014/main" id="{8AE11D4C-5E8A-6812-6BB5-0A1B8F3B8236}"/>
              </a:ext>
            </a:extLst>
          </p:cNvPr>
          <p:cNvSpPr/>
          <p:nvPr/>
        </p:nvSpPr>
        <p:spPr>
          <a:xfrm>
            <a:off x="899299" y="3625072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2</a:t>
            </a:r>
          </a:p>
        </p:txBody>
      </p:sp>
      <p:sp>
        <p:nvSpPr>
          <p:cNvPr id="14" name="Rectángulo redondeado 8">
            <a:extLst>
              <a:ext uri="{FF2B5EF4-FFF2-40B4-BE49-F238E27FC236}">
                <a16:creationId xmlns:a16="http://schemas.microsoft.com/office/drawing/2014/main" id="{B0A7898A-E47A-D2F4-9272-41077EDBABB1}"/>
              </a:ext>
            </a:extLst>
          </p:cNvPr>
          <p:cNvSpPr/>
          <p:nvPr/>
        </p:nvSpPr>
        <p:spPr>
          <a:xfrm>
            <a:off x="6661230" y="3950124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3</a:t>
            </a:r>
          </a:p>
        </p:txBody>
      </p:sp>
      <p:sp>
        <p:nvSpPr>
          <p:cNvPr id="15" name="Rectángulo redondeado 5">
            <a:extLst>
              <a:ext uri="{FF2B5EF4-FFF2-40B4-BE49-F238E27FC236}">
                <a16:creationId xmlns:a16="http://schemas.microsoft.com/office/drawing/2014/main" id="{3D86938F-76B9-F2B6-DC46-BE3DDC720929}"/>
              </a:ext>
            </a:extLst>
          </p:cNvPr>
          <p:cNvSpPr/>
          <p:nvPr/>
        </p:nvSpPr>
        <p:spPr>
          <a:xfrm>
            <a:off x="7376632" y="3950124"/>
            <a:ext cx="2531535" cy="37590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Consulta de elemento de datos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E3D8327-B81A-2FB6-C531-18CB3C429761}"/>
              </a:ext>
            </a:extLst>
          </p:cNvPr>
          <p:cNvSpPr/>
          <p:nvPr/>
        </p:nvSpPr>
        <p:spPr>
          <a:xfrm>
            <a:off x="4746256" y="3899179"/>
            <a:ext cx="1712309" cy="37966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51127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820F0DCD-3C07-40D7-D1D0-B66C14D1A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92" y="1138687"/>
            <a:ext cx="10958159" cy="516182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GLRSLCT</a:t>
            </a:r>
            <a:r>
              <a:rPr lang="es-MX" sz="3000" b="0">
                <a:solidFill>
                  <a:schemeClr val="accent1"/>
                </a:solidFill>
              </a:rPr>
              <a:t> Reglas de definición de SP </a:t>
            </a:r>
            <a:endParaRPr lang="es-CL" b="0">
              <a:solidFill>
                <a:schemeClr val="accent1"/>
              </a:solidFill>
            </a:endParaRPr>
          </a:p>
        </p:txBody>
      </p:sp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0CC6DCF6-A496-20C3-F764-91CCFFAFABD8}"/>
              </a:ext>
            </a:extLst>
          </p:cNvPr>
          <p:cNvSpPr/>
          <p:nvPr/>
        </p:nvSpPr>
        <p:spPr>
          <a:xfrm>
            <a:off x="5192863" y="3841691"/>
            <a:ext cx="2783744" cy="35062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Seleccionar SORLCUR_PROGRAM.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A23A11A-D929-5B20-C856-D74741748586}"/>
              </a:ext>
            </a:extLst>
          </p:cNvPr>
          <p:cNvSpPr/>
          <p:nvPr/>
        </p:nvSpPr>
        <p:spPr>
          <a:xfrm>
            <a:off x="4359101" y="3420534"/>
            <a:ext cx="3421925" cy="18890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redondeado 8">
            <a:extLst>
              <a:ext uri="{FF2B5EF4-FFF2-40B4-BE49-F238E27FC236}">
                <a16:creationId xmlns:a16="http://schemas.microsoft.com/office/drawing/2014/main" id="{8AE11D4C-5E8A-6812-6BB5-0A1B8F3B8236}"/>
              </a:ext>
            </a:extLst>
          </p:cNvPr>
          <p:cNvSpPr/>
          <p:nvPr/>
        </p:nvSpPr>
        <p:spPr>
          <a:xfrm>
            <a:off x="4706469" y="3793969"/>
            <a:ext cx="347368" cy="27043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05480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F5A0D33-78E9-879B-98A0-96BC27BD0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82" y="1379090"/>
            <a:ext cx="10850562" cy="514807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GLRSLCT</a:t>
            </a:r>
            <a:r>
              <a:rPr lang="es-MX" sz="3000" b="0">
                <a:solidFill>
                  <a:schemeClr val="accent1"/>
                </a:solidFill>
              </a:rPr>
              <a:t> Reglas de definición de SP</a:t>
            </a:r>
            <a:endParaRPr lang="es-CL" b="0">
              <a:solidFill>
                <a:schemeClr val="accent1"/>
              </a:solidFill>
            </a:endParaRPr>
          </a:p>
        </p:txBody>
      </p:sp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0CC6DCF6-A496-20C3-F764-91CCFFAFABD8}"/>
              </a:ext>
            </a:extLst>
          </p:cNvPr>
          <p:cNvSpPr/>
          <p:nvPr/>
        </p:nvSpPr>
        <p:spPr>
          <a:xfrm>
            <a:off x="1386528" y="4474894"/>
            <a:ext cx="8299339" cy="36014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La instrucción es que todos los estudiantes que en SORLCUR tengan 4 SORLCUR_PROGRAM, 5 operador =, 6 Valor ‘ICOMD103PR’  </a:t>
            </a:r>
          </a:p>
        </p:txBody>
      </p:sp>
      <p:sp>
        <p:nvSpPr>
          <p:cNvPr id="11" name="Rectángulo redondeado 8">
            <a:extLst>
              <a:ext uri="{FF2B5EF4-FFF2-40B4-BE49-F238E27FC236}">
                <a16:creationId xmlns:a16="http://schemas.microsoft.com/office/drawing/2014/main" id="{8AE11D4C-5E8A-6812-6BB5-0A1B8F3B8236}"/>
              </a:ext>
            </a:extLst>
          </p:cNvPr>
          <p:cNvSpPr/>
          <p:nvPr/>
        </p:nvSpPr>
        <p:spPr>
          <a:xfrm>
            <a:off x="5355986" y="3290113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5</a:t>
            </a: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D8FB1B7C-4A61-B765-553D-59FA09EAAD6E}"/>
              </a:ext>
            </a:extLst>
          </p:cNvPr>
          <p:cNvSpPr/>
          <p:nvPr/>
        </p:nvSpPr>
        <p:spPr>
          <a:xfrm>
            <a:off x="6856849" y="3347337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6</a:t>
            </a:r>
          </a:p>
        </p:txBody>
      </p:sp>
      <p:sp>
        <p:nvSpPr>
          <p:cNvPr id="12" name="Rectángulo redondeado 8">
            <a:extLst>
              <a:ext uri="{FF2B5EF4-FFF2-40B4-BE49-F238E27FC236}">
                <a16:creationId xmlns:a16="http://schemas.microsoft.com/office/drawing/2014/main" id="{C731E24D-E956-CD60-1690-B70F8FFC11F6}"/>
              </a:ext>
            </a:extLst>
          </p:cNvPr>
          <p:cNvSpPr/>
          <p:nvPr/>
        </p:nvSpPr>
        <p:spPr>
          <a:xfrm>
            <a:off x="11057697" y="5798771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7</a:t>
            </a:r>
          </a:p>
        </p:txBody>
      </p:sp>
      <p:sp>
        <p:nvSpPr>
          <p:cNvPr id="13" name="Rectángulo redondeado 8">
            <a:extLst>
              <a:ext uri="{FF2B5EF4-FFF2-40B4-BE49-F238E27FC236}">
                <a16:creationId xmlns:a16="http://schemas.microsoft.com/office/drawing/2014/main" id="{3614EAD2-8C46-80DF-4987-6904E7764F5E}"/>
              </a:ext>
            </a:extLst>
          </p:cNvPr>
          <p:cNvSpPr/>
          <p:nvPr/>
        </p:nvSpPr>
        <p:spPr>
          <a:xfrm>
            <a:off x="2565515" y="3290113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4</a:t>
            </a:r>
          </a:p>
        </p:txBody>
      </p:sp>
      <p:sp>
        <p:nvSpPr>
          <p:cNvPr id="14" name="Rectángulo redondeado 5">
            <a:extLst>
              <a:ext uri="{FF2B5EF4-FFF2-40B4-BE49-F238E27FC236}">
                <a16:creationId xmlns:a16="http://schemas.microsoft.com/office/drawing/2014/main" id="{E75F7E70-9DAC-903B-8D86-9D41C13002E5}"/>
              </a:ext>
            </a:extLst>
          </p:cNvPr>
          <p:cNvSpPr/>
          <p:nvPr/>
        </p:nvSpPr>
        <p:spPr>
          <a:xfrm>
            <a:off x="9925489" y="5984246"/>
            <a:ext cx="808852" cy="37590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Guardar 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E6A1E31-F159-BE4D-38E6-6AC050BA0B14}"/>
              </a:ext>
            </a:extLst>
          </p:cNvPr>
          <p:cNvSpPr/>
          <p:nvPr/>
        </p:nvSpPr>
        <p:spPr>
          <a:xfrm>
            <a:off x="11005257" y="6172199"/>
            <a:ext cx="683535" cy="26267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BD97DDE-0BF5-27FA-9A05-13BDE8BE7B96}"/>
              </a:ext>
            </a:extLst>
          </p:cNvPr>
          <p:cNvSpPr/>
          <p:nvPr/>
        </p:nvSpPr>
        <p:spPr>
          <a:xfrm>
            <a:off x="5130208" y="3625443"/>
            <a:ext cx="899698" cy="40363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8C0CC76-2D1A-56A1-41E2-F952340D770B}"/>
              </a:ext>
            </a:extLst>
          </p:cNvPr>
          <p:cNvSpPr/>
          <p:nvPr/>
        </p:nvSpPr>
        <p:spPr>
          <a:xfrm>
            <a:off x="6607805" y="3702038"/>
            <a:ext cx="858510" cy="34902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187EF9A-5C6F-38E8-6CBD-09332B0ECAA7}"/>
              </a:ext>
            </a:extLst>
          </p:cNvPr>
          <p:cNvSpPr/>
          <p:nvPr/>
        </p:nvSpPr>
        <p:spPr>
          <a:xfrm>
            <a:off x="1531407" y="3625108"/>
            <a:ext cx="1917321" cy="45228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8409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3A2D3B9-A2C9-B80F-D381-C046A076C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38307"/>
            <a:ext cx="10933031" cy="517760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GLRSLCT</a:t>
            </a:r>
            <a:r>
              <a:rPr lang="es-MX" sz="3000" b="0">
                <a:solidFill>
                  <a:schemeClr val="accent1"/>
                </a:solidFill>
              </a:rPr>
              <a:t> Reglas de definición de SP</a:t>
            </a:r>
            <a:endParaRPr lang="es-CL" b="0">
              <a:solidFill>
                <a:schemeClr val="accent1"/>
              </a:solidFill>
            </a:endParaRPr>
          </a:p>
        </p:txBody>
      </p:sp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0CC6DCF6-A496-20C3-F764-91CCFFAFABD8}"/>
              </a:ext>
            </a:extLst>
          </p:cNvPr>
          <p:cNvSpPr/>
          <p:nvPr/>
        </p:nvSpPr>
        <p:spPr>
          <a:xfrm>
            <a:off x="7380191" y="2215408"/>
            <a:ext cx="3701939" cy="37590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Es fundamental que después de guardar cierre la página para que el proceso se ejecute.</a:t>
            </a: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D8FB1B7C-4A61-B765-553D-59FA09EAAD6E}"/>
              </a:ext>
            </a:extLst>
          </p:cNvPr>
          <p:cNvSpPr/>
          <p:nvPr/>
        </p:nvSpPr>
        <p:spPr>
          <a:xfrm>
            <a:off x="9231160" y="1810249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9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81ABAEC-F351-B6AF-0798-FF1DE98A5EE8}"/>
              </a:ext>
            </a:extLst>
          </p:cNvPr>
          <p:cNvSpPr/>
          <p:nvPr/>
        </p:nvSpPr>
        <p:spPr>
          <a:xfrm>
            <a:off x="9663614" y="1485130"/>
            <a:ext cx="360421" cy="27777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3449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70D916A-310F-3C02-C3DA-6744C98A7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79" y="1112808"/>
            <a:ext cx="10959242" cy="521950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GLBDATAJ </a:t>
            </a:r>
            <a:r>
              <a:rPr lang="es-MX" sz="3000" b="0">
                <a:solidFill>
                  <a:schemeClr val="accent1"/>
                </a:solidFill>
              </a:rPr>
              <a:t> Reglas de definición de SP</a:t>
            </a:r>
            <a:endParaRPr lang="es-CL" b="0">
              <a:solidFill>
                <a:schemeClr val="accent1"/>
              </a:solidFill>
            </a:endParaRPr>
          </a:p>
        </p:txBody>
      </p:sp>
      <p:sp>
        <p:nvSpPr>
          <p:cNvPr id="10" name="Rectángulo redondeado 8">
            <a:extLst>
              <a:ext uri="{FF2B5EF4-FFF2-40B4-BE49-F238E27FC236}">
                <a16:creationId xmlns:a16="http://schemas.microsoft.com/office/drawing/2014/main" id="{9A7E1497-B6C1-01A8-0551-95525FE31894}"/>
              </a:ext>
            </a:extLst>
          </p:cNvPr>
          <p:cNvSpPr/>
          <p:nvPr/>
        </p:nvSpPr>
        <p:spPr>
          <a:xfrm>
            <a:off x="887879" y="1691700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1</a:t>
            </a:r>
          </a:p>
        </p:txBody>
      </p:sp>
      <p:sp>
        <p:nvSpPr>
          <p:cNvPr id="12" name="Rectángulo redondeado 5">
            <a:extLst>
              <a:ext uri="{FF2B5EF4-FFF2-40B4-BE49-F238E27FC236}">
                <a16:creationId xmlns:a16="http://schemas.microsoft.com/office/drawing/2014/main" id="{0EA50DA8-28FB-8DB3-D8B9-D542581A66FA}"/>
              </a:ext>
            </a:extLst>
          </p:cNvPr>
          <p:cNvSpPr/>
          <p:nvPr/>
        </p:nvSpPr>
        <p:spPr>
          <a:xfrm>
            <a:off x="1348623" y="2167813"/>
            <a:ext cx="1930401" cy="44270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Ir al proceso GLBDATAJ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AB7BFC4-501F-C2B7-B42E-F395EF6B50F5}"/>
              </a:ext>
            </a:extLst>
          </p:cNvPr>
          <p:cNvSpPr/>
          <p:nvPr/>
        </p:nvSpPr>
        <p:spPr>
          <a:xfrm>
            <a:off x="1348624" y="1723673"/>
            <a:ext cx="1748260" cy="245798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redondeado 8">
            <a:extLst>
              <a:ext uri="{FF2B5EF4-FFF2-40B4-BE49-F238E27FC236}">
                <a16:creationId xmlns:a16="http://schemas.microsoft.com/office/drawing/2014/main" id="{B6D2AA3C-E98D-A179-3035-1221628C71A9}"/>
              </a:ext>
            </a:extLst>
          </p:cNvPr>
          <p:cNvSpPr/>
          <p:nvPr/>
        </p:nvSpPr>
        <p:spPr>
          <a:xfrm>
            <a:off x="10870055" y="1665219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2</a:t>
            </a:r>
          </a:p>
        </p:txBody>
      </p:sp>
      <p:sp>
        <p:nvSpPr>
          <p:cNvPr id="15" name="Rectángulo redondeado 5">
            <a:extLst>
              <a:ext uri="{FF2B5EF4-FFF2-40B4-BE49-F238E27FC236}">
                <a16:creationId xmlns:a16="http://schemas.microsoft.com/office/drawing/2014/main" id="{190CCFC7-0FD2-1BAC-5EB1-1A4ED731D7C6}"/>
              </a:ext>
            </a:extLst>
          </p:cNvPr>
          <p:cNvSpPr/>
          <p:nvPr/>
        </p:nvSpPr>
        <p:spPr>
          <a:xfrm>
            <a:off x="9724761" y="1992168"/>
            <a:ext cx="1475902" cy="27777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Presiona Ir.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B19365D-08E1-C86A-85CD-07098CBA922B}"/>
              </a:ext>
            </a:extLst>
          </p:cNvPr>
          <p:cNvSpPr/>
          <p:nvPr/>
        </p:nvSpPr>
        <p:spPr>
          <a:xfrm>
            <a:off x="11369615" y="1689564"/>
            <a:ext cx="477506" cy="253426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23426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6B5201E-F83F-3B7C-C42C-7B3E63ECF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46579"/>
            <a:ext cx="11139577" cy="526196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GLBDATAJ</a:t>
            </a:r>
            <a:r>
              <a:rPr lang="es-MX" sz="3000" b="0">
                <a:solidFill>
                  <a:schemeClr val="accent1"/>
                </a:solidFill>
              </a:rPr>
              <a:t> Reglas de definición de SP </a:t>
            </a:r>
            <a:endParaRPr lang="es-CL" b="0">
              <a:solidFill>
                <a:schemeClr val="accent1"/>
              </a:solidFill>
            </a:endParaRPr>
          </a:p>
        </p:txBody>
      </p:sp>
      <p:sp>
        <p:nvSpPr>
          <p:cNvPr id="12" name="Rectángulo redondeado 5">
            <a:extLst>
              <a:ext uri="{FF2B5EF4-FFF2-40B4-BE49-F238E27FC236}">
                <a16:creationId xmlns:a16="http://schemas.microsoft.com/office/drawing/2014/main" id="{0EA50DA8-28FB-8DB3-D8B9-D542581A66FA}"/>
              </a:ext>
            </a:extLst>
          </p:cNvPr>
          <p:cNvSpPr/>
          <p:nvPr/>
        </p:nvSpPr>
        <p:spPr>
          <a:xfrm>
            <a:off x="4128085" y="3920773"/>
            <a:ext cx="2596844" cy="56203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Se ingresan los datos 1, 6, 7 y 8 que son obligatorios.</a:t>
            </a: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83548E4E-6089-FBA4-53F7-FC56776C3DAB}"/>
              </a:ext>
            </a:extLst>
          </p:cNvPr>
          <p:cNvSpPr/>
          <p:nvPr/>
        </p:nvSpPr>
        <p:spPr>
          <a:xfrm>
            <a:off x="4838280" y="3582580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4</a:t>
            </a:r>
          </a:p>
        </p:txBody>
      </p:sp>
      <p:sp>
        <p:nvSpPr>
          <p:cNvPr id="18" name="Rectángulo redondeado 5">
            <a:extLst>
              <a:ext uri="{FF2B5EF4-FFF2-40B4-BE49-F238E27FC236}">
                <a16:creationId xmlns:a16="http://schemas.microsoft.com/office/drawing/2014/main" id="{9444A877-03DA-83F4-795E-7E49318319BF}"/>
              </a:ext>
            </a:extLst>
          </p:cNvPr>
          <p:cNvSpPr/>
          <p:nvPr/>
        </p:nvSpPr>
        <p:spPr>
          <a:xfrm>
            <a:off x="5141819" y="2068091"/>
            <a:ext cx="3841314" cy="115100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/>
              <a:t>3 y 4. </a:t>
            </a:r>
            <a:r>
              <a:rPr lang="es-ES_tradnl" sz="1100"/>
              <a:t>Tras acceder al proceso GLBDATAJ, en la sección “Control de Impresora” campo ‘Impresora’ se debe asignar la sentencia ‘DATABASE’. Luego de ello se avanza a la siguiente sección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1C69399-E56A-4194-AD63-A73A0429B6C0}"/>
              </a:ext>
            </a:extLst>
          </p:cNvPr>
          <p:cNvSpPr/>
          <p:nvPr/>
        </p:nvSpPr>
        <p:spPr>
          <a:xfrm>
            <a:off x="1028047" y="2019491"/>
            <a:ext cx="2056242" cy="30591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Rectángulo redondeado 9">
            <a:extLst>
              <a:ext uri="{FF2B5EF4-FFF2-40B4-BE49-F238E27FC236}">
                <a16:creationId xmlns:a16="http://schemas.microsoft.com/office/drawing/2014/main" id="{D4742082-9B60-25A8-E6FC-0960C8407B70}"/>
              </a:ext>
            </a:extLst>
          </p:cNvPr>
          <p:cNvSpPr/>
          <p:nvPr/>
        </p:nvSpPr>
        <p:spPr>
          <a:xfrm>
            <a:off x="609599" y="2068091"/>
            <a:ext cx="341220" cy="26024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/>
              <a:t>3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6E45E40-0CFC-D8D7-A24F-44944D57ADB7}"/>
              </a:ext>
            </a:extLst>
          </p:cNvPr>
          <p:cNvSpPr/>
          <p:nvPr/>
        </p:nvSpPr>
        <p:spPr>
          <a:xfrm>
            <a:off x="609599" y="3094631"/>
            <a:ext cx="6742617" cy="166918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D0FAAD19-76B7-733D-C028-B70EB4F552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08" t="96264" r="90264"/>
          <a:stretch/>
        </p:blipFill>
        <p:spPr>
          <a:xfrm>
            <a:off x="8075015" y="2861041"/>
            <a:ext cx="344045" cy="21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5634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GJRPSIM </a:t>
            </a:r>
            <a:r>
              <a:rPr lang="es-MX" sz="3000" b="0">
                <a:solidFill>
                  <a:schemeClr val="accent1"/>
                </a:solidFill>
              </a:rPr>
              <a:t>Parámetros </a:t>
            </a:r>
            <a:r>
              <a:rPr lang="es-419" sz="3000" b="0">
                <a:solidFill>
                  <a:schemeClr val="accent1"/>
                </a:solidFill>
              </a:rPr>
              <a:t>(Ingreso CSV)</a:t>
            </a:r>
            <a:endParaRPr lang="es-CL" b="0">
              <a:solidFill>
                <a:schemeClr val="accent1"/>
              </a:solidFill>
            </a:endParaRP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FB92049A-D15A-4A1B-6C09-91A580C82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348986"/>
              </p:ext>
            </p:extLst>
          </p:nvPr>
        </p:nvGraphicFramePr>
        <p:xfrm>
          <a:off x="1354347" y="2057399"/>
          <a:ext cx="965295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6730">
                  <a:extLst>
                    <a:ext uri="{9D8B030D-6E8A-4147-A177-3AD203B41FA5}">
                      <a16:colId xmlns:a16="http://schemas.microsoft.com/office/drawing/2014/main" val="4097015768"/>
                    </a:ext>
                  </a:extLst>
                </a:gridCol>
                <a:gridCol w="2855667">
                  <a:extLst>
                    <a:ext uri="{9D8B030D-6E8A-4147-A177-3AD203B41FA5}">
                      <a16:colId xmlns:a16="http://schemas.microsoft.com/office/drawing/2014/main" val="95382929"/>
                    </a:ext>
                  </a:extLst>
                </a:gridCol>
                <a:gridCol w="5570562">
                  <a:extLst>
                    <a:ext uri="{9D8B030D-6E8A-4147-A177-3AD203B41FA5}">
                      <a16:colId xmlns:a16="http://schemas.microsoft.com/office/drawing/2014/main" val="32753407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Parámetro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Descripción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Detalle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22826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Identificador de selección 1</a:t>
                      </a:r>
                      <a:endParaRPr lang="es-MX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Código que identifica la subpoblación con la que se va a trabajar.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05931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Identificador de selección 2</a:t>
                      </a:r>
                      <a:endParaRPr lang="es-MX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Nombre de ID de selección usado para combinar y excluir listas.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7423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s-MX" sz="1100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Nuevo identificador selección</a:t>
                      </a:r>
                      <a:endParaRPr lang="es-MX" sz="1100" kern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 kern="1200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Nombre de la lista combinada o excluida. (Resultado de combinar 1 y 2)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966463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s-MX" sz="1100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Descripción p/nueva selección</a:t>
                      </a:r>
                      <a:endParaRPr lang="es-MX" sz="1100" kern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Ingrese una descripción al ingresar el parámetro 3.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1654872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s-MX" sz="1100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Unión/Intersección/Diferencia</a:t>
                      </a:r>
                      <a:endParaRPr lang="es-MX" sz="1100" kern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(U)unión, (I)intersección o (M)diferencia de los dos ID de selección.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649565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s-MX" sz="1100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Código de aplicación</a:t>
                      </a:r>
                      <a:endParaRPr lang="es-MX" sz="1100" kern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ID de la aplicación de la selección de población.</a:t>
                      </a:r>
                      <a:endParaRPr lang="es-MX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638722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s-MX" sz="1100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ID de creador de ID selección</a:t>
                      </a:r>
                      <a:endParaRPr lang="es-MX" sz="1100" kern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ID del creador de la selección de población.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32929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s-MX" sz="1100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Reporte ejecución de detalle</a:t>
                      </a:r>
                      <a:endParaRPr lang="es-MX" sz="1100" kern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Ingrese «Y» para la </a:t>
                      </a:r>
                      <a:r>
                        <a:rPr lang="es-MX" sz="1100" b="0" i="0" u="none" strike="noStrike" err="1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inf</a:t>
                      </a:r>
                      <a:r>
                        <a:rPr lang="es-MX" sz="1100" b="0" i="0" u="none" strike="noStrike">
                          <a:solidFill>
                            <a:srgbClr val="381746"/>
                          </a:solidFill>
                          <a:effectLst/>
                          <a:latin typeface="Calibri" panose="020F0502020204030204" pitchFamily="34" charset="0"/>
                        </a:rPr>
                        <a:t>. de depuración del SQL, de inserciones y de párrafos.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1081244956"/>
                  </a:ext>
                </a:extLst>
              </a:tr>
            </a:tbl>
          </a:graphicData>
        </a:graphic>
      </p:graphicFrame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D1C4223C-1F8C-162B-0562-1D55A42B2D9F}"/>
              </a:ext>
            </a:extLst>
          </p:cNvPr>
          <p:cNvSpPr/>
          <p:nvPr/>
        </p:nvSpPr>
        <p:spPr>
          <a:xfrm>
            <a:off x="1354347" y="1463041"/>
            <a:ext cx="6979316" cy="41487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200" b="1"/>
              <a:t>Valores de Parámetros</a:t>
            </a:r>
          </a:p>
        </p:txBody>
      </p:sp>
    </p:spTree>
    <p:extLst>
      <p:ext uri="{BB962C8B-B14F-4D97-AF65-F5344CB8AC3E}">
        <p14:creationId xmlns:p14="http://schemas.microsoft.com/office/powerpoint/2010/main" val="37475674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3F9AB4E-8FC5-5E89-60B5-2AB72445F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46579"/>
            <a:ext cx="11139577" cy="526196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GLBDATAJ</a:t>
            </a:r>
            <a:r>
              <a:rPr lang="es-MX" sz="3000" b="0">
                <a:solidFill>
                  <a:schemeClr val="accent1"/>
                </a:solidFill>
              </a:rPr>
              <a:t> Reglas de definición de SP </a:t>
            </a:r>
            <a:endParaRPr lang="es-CL" b="0">
              <a:solidFill>
                <a:schemeClr val="accent1"/>
              </a:solidFill>
            </a:endParaRPr>
          </a:p>
        </p:txBody>
      </p:sp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FB0A5A22-0BB0-0423-FD7D-91E776674EE3}"/>
              </a:ext>
            </a:extLst>
          </p:cNvPr>
          <p:cNvSpPr/>
          <p:nvPr/>
        </p:nvSpPr>
        <p:spPr>
          <a:xfrm>
            <a:off x="6730264" y="3740964"/>
            <a:ext cx="4495800" cy="76834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100" b="1"/>
              <a:t>6 y7. </a:t>
            </a:r>
            <a:r>
              <a:rPr lang="es-PE" sz="1100"/>
              <a:t>En esta sección se requiere asegurar que se encuentre activa la casilla “Enviar” y presionar el botón ‘Guardar’.</a:t>
            </a:r>
            <a:endParaRPr lang="es-ES_tradnl" sz="110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54700E0-D99C-3BA5-0060-A58C0607A030}"/>
              </a:ext>
            </a:extLst>
          </p:cNvPr>
          <p:cNvSpPr/>
          <p:nvPr/>
        </p:nvSpPr>
        <p:spPr>
          <a:xfrm>
            <a:off x="7500462" y="5203694"/>
            <a:ext cx="619187" cy="34902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redondeado 9">
            <a:extLst>
              <a:ext uri="{FF2B5EF4-FFF2-40B4-BE49-F238E27FC236}">
                <a16:creationId xmlns:a16="http://schemas.microsoft.com/office/drawing/2014/main" id="{DA289E37-72ED-33BB-A05D-B4A8FE635B30}"/>
              </a:ext>
            </a:extLst>
          </p:cNvPr>
          <p:cNvSpPr/>
          <p:nvPr/>
        </p:nvSpPr>
        <p:spPr>
          <a:xfrm>
            <a:off x="7573271" y="4851503"/>
            <a:ext cx="346897" cy="23876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/>
              <a:t>6</a:t>
            </a:r>
          </a:p>
        </p:txBody>
      </p:sp>
      <p:sp>
        <p:nvSpPr>
          <p:cNvPr id="13" name="Rectángulo redondeado 9">
            <a:extLst>
              <a:ext uri="{FF2B5EF4-FFF2-40B4-BE49-F238E27FC236}">
                <a16:creationId xmlns:a16="http://schemas.microsoft.com/office/drawing/2014/main" id="{2B0CDE63-7598-EA10-0C36-8318D436B512}"/>
              </a:ext>
            </a:extLst>
          </p:cNvPr>
          <p:cNvSpPr/>
          <p:nvPr/>
        </p:nvSpPr>
        <p:spPr>
          <a:xfrm>
            <a:off x="10749170" y="5960665"/>
            <a:ext cx="346897" cy="23876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/>
              <a:t>7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DD1DD23-EF45-FCF0-7717-1A2684F5E679}"/>
              </a:ext>
            </a:extLst>
          </p:cNvPr>
          <p:cNvSpPr/>
          <p:nvPr/>
        </p:nvSpPr>
        <p:spPr>
          <a:xfrm>
            <a:off x="11226064" y="5905538"/>
            <a:ext cx="619187" cy="34902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580028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7062307F-5677-8638-F4E2-1B2266525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6" y="1374082"/>
            <a:ext cx="10425115" cy="494852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GJIREVO </a:t>
            </a:r>
            <a:r>
              <a:rPr lang="es-MX" sz="3000" b="0">
                <a:solidFill>
                  <a:schemeClr val="accent1"/>
                </a:solidFill>
              </a:rPr>
              <a:t> Revisión de salida de SP </a:t>
            </a:r>
            <a:endParaRPr lang="es-CL" b="0">
              <a:solidFill>
                <a:schemeClr val="accent1"/>
              </a:solidFill>
            </a:endParaRPr>
          </a:p>
        </p:txBody>
      </p:sp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FB0A5A22-0BB0-0423-FD7D-91E776674EE3}"/>
              </a:ext>
            </a:extLst>
          </p:cNvPr>
          <p:cNvSpPr/>
          <p:nvPr/>
        </p:nvSpPr>
        <p:spPr>
          <a:xfrm>
            <a:off x="5685014" y="2400140"/>
            <a:ext cx="4495800" cy="71016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100" b="1"/>
              <a:t>Se revisar el log de salida en las formas relacionadas GJIREVO y se observa que hay 464 seleccionados.</a:t>
            </a:r>
            <a:endParaRPr lang="es-ES_tradnl" sz="110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54700E0-D99C-3BA5-0060-A58C0607A030}"/>
              </a:ext>
            </a:extLst>
          </p:cNvPr>
          <p:cNvSpPr/>
          <p:nvPr/>
        </p:nvSpPr>
        <p:spPr>
          <a:xfrm>
            <a:off x="3800735" y="2400140"/>
            <a:ext cx="829733" cy="71016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redondeado 9">
            <a:extLst>
              <a:ext uri="{FF2B5EF4-FFF2-40B4-BE49-F238E27FC236}">
                <a16:creationId xmlns:a16="http://schemas.microsoft.com/office/drawing/2014/main" id="{DA289E37-72ED-33BB-A05D-B4A8FE635B30}"/>
              </a:ext>
            </a:extLst>
          </p:cNvPr>
          <p:cNvSpPr/>
          <p:nvPr/>
        </p:nvSpPr>
        <p:spPr>
          <a:xfrm>
            <a:off x="4904260" y="2635838"/>
            <a:ext cx="346897" cy="23876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729793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4E9D69A-49B6-8575-3B3B-0D3A6187E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6" y="1321866"/>
            <a:ext cx="10593875" cy="496294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/>
              <a:t>Generar Selecciones de Población</a:t>
            </a:r>
            <a:endParaRPr lang="es-419" sz="120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>
                <a:solidFill>
                  <a:schemeClr val="accent1"/>
                </a:solidFill>
              </a:rPr>
              <a:t>Configuración: </a:t>
            </a:r>
            <a:r>
              <a:rPr lang="es-419" sz="3000" b="0">
                <a:solidFill>
                  <a:schemeClr val="accent1"/>
                </a:solidFill>
              </a:rPr>
              <a:t>GLAEXTR </a:t>
            </a:r>
            <a:r>
              <a:rPr lang="es-MX" sz="3000" b="0">
                <a:solidFill>
                  <a:schemeClr val="accent1"/>
                </a:solidFill>
              </a:rPr>
              <a:t> Datos de extracción de SP </a:t>
            </a:r>
            <a:endParaRPr lang="es-CL" b="0">
              <a:solidFill>
                <a:schemeClr val="accent1"/>
              </a:solidFill>
            </a:endParaRPr>
          </a:p>
        </p:txBody>
      </p:sp>
      <p:sp>
        <p:nvSpPr>
          <p:cNvPr id="12" name="Rectángulo redondeado 5">
            <a:extLst>
              <a:ext uri="{FF2B5EF4-FFF2-40B4-BE49-F238E27FC236}">
                <a16:creationId xmlns:a16="http://schemas.microsoft.com/office/drawing/2014/main" id="{0EA50DA8-28FB-8DB3-D8B9-D542581A66FA}"/>
              </a:ext>
            </a:extLst>
          </p:cNvPr>
          <p:cNvSpPr/>
          <p:nvPr/>
        </p:nvSpPr>
        <p:spPr>
          <a:xfrm>
            <a:off x="5150156" y="4097867"/>
            <a:ext cx="3587444" cy="77267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Ingresamos a GLAEXTR y revisamos la selección realizada según los parámetros ingresados en </a:t>
            </a:r>
            <a:r>
              <a:rPr lang="es-419" sz="1100"/>
              <a:t>GLRSLCT.</a:t>
            </a:r>
            <a:endParaRPr lang="es-ES_tradnl" sz="1100"/>
          </a:p>
        </p:txBody>
      </p:sp>
    </p:spTree>
    <p:extLst>
      <p:ext uri="{BB962C8B-B14F-4D97-AF65-F5344CB8AC3E}">
        <p14:creationId xmlns:p14="http://schemas.microsoft.com/office/powerpoint/2010/main" val="10811997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084689-227B-A2E5-EA69-DF2CD64C7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/>
              <a:t>MUCHAS GRACIAS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EF50E-22E9-2C0A-4970-41D2FFEB26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Consultor</a:t>
            </a:r>
          </a:p>
          <a:p>
            <a:r>
              <a:rPr lang="en-US"/>
              <a:t>Correo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4490" y="3652538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543" y="4028176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08677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CEA309A8-FD57-42A7-831A-1C6DF3BE5D5A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B53508D9-7D69-489E-B75B-7682E6255525}"/>
    </a:ext>
  </a:extLst>
</a:theme>
</file>

<file path=ppt/theme/theme3.xml><?xml version="1.0" encoding="utf-8"?>
<a:theme xmlns:a="http://schemas.openxmlformats.org/drawingml/2006/main" name="1_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B53508D9-7D69-489E-B75B-7682E6255525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EBP 05 4.1.6.1. Instructivo - Actualizar estado del estudiante</Template>
  <Application>Microsoft Office PowerPoint</Application>
  <PresentationFormat>Widescreen</PresentationFormat>
  <Slides>38</Slides>
  <Notes>1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Ellucian Main Layouts</vt:lpstr>
      <vt:lpstr>Ellucian Blank Layouts</vt:lpstr>
      <vt:lpstr>1_Ellucian Blank Layouts</vt:lpstr>
      <vt:lpstr>Generar Selecciones de Población </vt:lpstr>
      <vt:lpstr>PowerPoint Presentation</vt:lpstr>
      <vt:lpstr>Overview</vt:lpstr>
      <vt:lpstr>Overview: Mapa de capacidades</vt:lpstr>
      <vt:lpstr>Overview: Proceso Generar Selecciones de Población </vt:lpstr>
      <vt:lpstr>PowerPoint Presentation</vt:lpstr>
      <vt:lpstr>PowerPoint Presentation</vt:lpstr>
      <vt:lpstr>Definiciones Selección de Población</vt:lpstr>
      <vt:lpstr>Configuración: GLRAPPL Reglas de definición de aplicación (selección general)</vt:lpstr>
      <vt:lpstr>Configuración: GLRAPPL Reglas de definición de aplicación</vt:lpstr>
      <vt:lpstr>Configuración: GLRSLCT Reglas de definición de SP</vt:lpstr>
      <vt:lpstr>Configuración: GLRSLCT Reglas de definición de SP</vt:lpstr>
      <vt:lpstr>Carga Manual</vt:lpstr>
      <vt:lpstr>Configuración: GLAEXTR Reglas de definición de aplicación (Ingreso Manual)</vt:lpstr>
      <vt:lpstr>Configuración: GLAEXTR Reglas de definición de aplicación (Ingreso Manual)</vt:lpstr>
      <vt:lpstr>Carga por Archivo .csv</vt:lpstr>
      <vt:lpstr>Configuración: GLRSLCT Reglas de definición de aplicación (Ingreso CSV)</vt:lpstr>
      <vt:lpstr>Configuración: GJAJFLU Reglas de definición de aplicación (Ingreso CSV)</vt:lpstr>
      <vt:lpstr>Configuración: GJAJFLU Reglas de definición de aplicación (Ingreso CSV)</vt:lpstr>
      <vt:lpstr>Configuración: GJRPSIM Proceso de importación de lista (Ingreso CSV)</vt:lpstr>
      <vt:lpstr>Configuración: GJRPSIM Proceso de importación de lista (Ingreso CSV)</vt:lpstr>
      <vt:lpstr>Configuración: GJRPSIM Proceso de importación de lista (Ingreso CSV)</vt:lpstr>
      <vt:lpstr>Configuración: GJRPSIM Parámetros (Ingreso CSV)</vt:lpstr>
      <vt:lpstr>Configuración: GJRPSIM Proceso de importación de lista (Ingreso CSV)</vt:lpstr>
      <vt:lpstr>Configuración: GLAEXTR Datos de extracción de SP (Ingreso CSV)</vt:lpstr>
      <vt:lpstr>Carga Mediante Reglas de Selección</vt:lpstr>
      <vt:lpstr>Configuración: GLRSLCT Reglas de definición de SP</vt:lpstr>
      <vt:lpstr>Configuración: GLRSLCT Reglas de definición de SP </vt:lpstr>
      <vt:lpstr>Configuración: GLRSLCT Reglas de definición de SP </vt:lpstr>
      <vt:lpstr>Configuración: GLRSLCT Reglas de definición de SP</vt:lpstr>
      <vt:lpstr>Configuración: GLRSLCT Reglas de definición de SP</vt:lpstr>
      <vt:lpstr>Configuración: GLBDATAJ  Reglas de definición de SP</vt:lpstr>
      <vt:lpstr>Configuración: GLBDATAJ Reglas de definición de SP </vt:lpstr>
      <vt:lpstr>Configuración: GJRPSIM Parámetros (Ingreso CSV)</vt:lpstr>
      <vt:lpstr>Configuración: GLBDATAJ Reglas de definición de SP </vt:lpstr>
      <vt:lpstr>Configuración: GJIREVO  Revisión de salida de SP </vt:lpstr>
      <vt:lpstr>Configuración: GLAEXTR  Datos de extracción de SP 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revision>1</cp:revision>
  <dcterms:created xsi:type="dcterms:W3CDTF">2023-07-17T20:07:38Z</dcterms:created>
  <dcterms:modified xsi:type="dcterms:W3CDTF">2026-07-15T17:42:43Z</dcterms:modified>
</cp:coreProperties>
</file>