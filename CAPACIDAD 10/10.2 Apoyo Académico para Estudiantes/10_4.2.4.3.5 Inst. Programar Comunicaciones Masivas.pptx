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8" r:id="rId2"/>
    <p:sldMasterId id="2147483789" r:id="rId3"/>
  </p:sldMasterIdLst>
  <p:notesMasterIdLst>
    <p:notesMasterId r:id="rId107"/>
  </p:notesMasterIdLst>
  <p:sldIdLst>
    <p:sldId id="1634" r:id="rId4"/>
    <p:sldId id="423" r:id="rId5"/>
    <p:sldId id="260" r:id="rId6"/>
    <p:sldId id="348" r:id="rId7"/>
    <p:sldId id="350" r:id="rId8"/>
    <p:sldId id="1259" r:id="rId9"/>
    <p:sldId id="534" r:id="rId10"/>
    <p:sldId id="537" r:id="rId11"/>
    <p:sldId id="793" r:id="rId12"/>
    <p:sldId id="1635" r:id="rId13"/>
    <p:sldId id="798" r:id="rId14"/>
    <p:sldId id="797" r:id="rId15"/>
    <p:sldId id="742" r:id="rId16"/>
    <p:sldId id="800" r:id="rId17"/>
    <p:sldId id="1642" r:id="rId18"/>
    <p:sldId id="1631" r:id="rId19"/>
    <p:sldId id="1632" r:id="rId20"/>
    <p:sldId id="1630" r:id="rId21"/>
    <p:sldId id="538" r:id="rId22"/>
    <p:sldId id="801" r:id="rId23"/>
    <p:sldId id="744" r:id="rId24"/>
    <p:sldId id="781" r:id="rId25"/>
    <p:sldId id="746" r:id="rId26"/>
    <p:sldId id="802" r:id="rId27"/>
    <p:sldId id="866" r:id="rId28"/>
    <p:sldId id="747" r:id="rId29"/>
    <p:sldId id="805" r:id="rId30"/>
    <p:sldId id="748" r:id="rId31"/>
    <p:sldId id="808" r:id="rId32"/>
    <p:sldId id="809" r:id="rId33"/>
    <p:sldId id="810" r:id="rId34"/>
    <p:sldId id="780" r:id="rId35"/>
    <p:sldId id="1636" r:id="rId36"/>
    <p:sldId id="750" r:id="rId37"/>
    <p:sldId id="811" r:id="rId38"/>
    <p:sldId id="816" r:id="rId39"/>
    <p:sldId id="817" r:id="rId40"/>
    <p:sldId id="818" r:id="rId41"/>
    <p:sldId id="819" r:id="rId42"/>
    <p:sldId id="820" r:id="rId43"/>
    <p:sldId id="821" r:id="rId44"/>
    <p:sldId id="822" r:id="rId45"/>
    <p:sldId id="823" r:id="rId46"/>
    <p:sldId id="824" r:id="rId47"/>
    <p:sldId id="825" r:id="rId48"/>
    <p:sldId id="826" r:id="rId49"/>
    <p:sldId id="827" r:id="rId50"/>
    <p:sldId id="829" r:id="rId51"/>
    <p:sldId id="828" r:id="rId52"/>
    <p:sldId id="830" r:id="rId53"/>
    <p:sldId id="831" r:id="rId54"/>
    <p:sldId id="832" r:id="rId55"/>
    <p:sldId id="779" r:id="rId56"/>
    <p:sldId id="1637" r:id="rId57"/>
    <p:sldId id="756" r:id="rId58"/>
    <p:sldId id="833" r:id="rId59"/>
    <p:sldId id="834" r:id="rId60"/>
    <p:sldId id="835" r:id="rId61"/>
    <p:sldId id="836" r:id="rId62"/>
    <p:sldId id="1643" r:id="rId63"/>
    <p:sldId id="1644" r:id="rId64"/>
    <p:sldId id="1645" r:id="rId65"/>
    <p:sldId id="1646" r:id="rId66"/>
    <p:sldId id="1647" r:id="rId67"/>
    <p:sldId id="837" r:id="rId68"/>
    <p:sldId id="838" r:id="rId69"/>
    <p:sldId id="839" r:id="rId70"/>
    <p:sldId id="840" r:id="rId71"/>
    <p:sldId id="841" r:id="rId72"/>
    <p:sldId id="842" r:id="rId73"/>
    <p:sldId id="843" r:id="rId74"/>
    <p:sldId id="1648" r:id="rId75"/>
    <p:sldId id="763" r:id="rId76"/>
    <p:sldId id="844" r:id="rId77"/>
    <p:sldId id="845" r:id="rId78"/>
    <p:sldId id="846" r:id="rId79"/>
    <p:sldId id="847" r:id="rId80"/>
    <p:sldId id="848" r:id="rId81"/>
    <p:sldId id="766" r:id="rId82"/>
    <p:sldId id="849" r:id="rId83"/>
    <p:sldId id="850" r:id="rId84"/>
    <p:sldId id="851" r:id="rId85"/>
    <p:sldId id="778" r:id="rId86"/>
    <p:sldId id="1638" r:id="rId87"/>
    <p:sldId id="852" r:id="rId88"/>
    <p:sldId id="853" r:id="rId89"/>
    <p:sldId id="854" r:id="rId90"/>
    <p:sldId id="855" r:id="rId91"/>
    <p:sldId id="856" r:id="rId92"/>
    <p:sldId id="857" r:id="rId93"/>
    <p:sldId id="1639" r:id="rId94"/>
    <p:sldId id="858" r:id="rId95"/>
    <p:sldId id="859" r:id="rId96"/>
    <p:sldId id="860" r:id="rId97"/>
    <p:sldId id="861" r:id="rId98"/>
    <p:sldId id="1640" r:id="rId99"/>
    <p:sldId id="775" r:id="rId100"/>
    <p:sldId id="863" r:id="rId101"/>
    <p:sldId id="864" r:id="rId102"/>
    <p:sldId id="1633" r:id="rId103"/>
    <p:sldId id="1641" r:id="rId104"/>
    <p:sldId id="1650" r:id="rId105"/>
    <p:sldId id="620" r:id="rId10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CE1D55-A21B-CE2A-D1F4-AB5E36B14B4F}" name="Mardones, Francisco" initials="MF" userId="S::francisco.mardones@ellucian.com::216dec8c-35d0-45c5-a341-2c26a655750e" providerId="AD"/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B599"/>
    <a:srgbClr val="28D8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3024A-186E-4169-AF9F-8071D1F02F5D}" v="1" dt="2026-07-10T21:27:45.950"/>
    <p1510:client id="{1B3DD9CE-B31F-4DD0-A65D-0425C25305E3}" v="8" dt="2026-07-09T22:35:49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microsoft.com/office/2016/11/relationships/changesInfo" Target="changesInfos/changesInfo1.xml"/><Relationship Id="rId16" Type="http://schemas.openxmlformats.org/officeDocument/2006/relationships/slide" Target="slides/slide13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microsoft.com/office/2015/10/relationships/revisionInfo" Target="revisionInfo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presProps" Target="presProps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microsoft.com/office/2018/10/relationships/authors" Target="author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viewProps" Target="viewProps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theme" Target="theme/theme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olina" userId="20636364146_tp_box_2" providerId="OAuth2" clId="{44CDD4FA-DF07-4B69-BC01-0B2B69272B43}"/>
    <pc:docChg chg="undo custSel addSld delSld modSld">
      <pc:chgData name="Sergio Molina" userId="20636364146_tp_box_2" providerId="OAuth2" clId="{44CDD4FA-DF07-4B69-BC01-0B2B69272B43}" dt="2026-07-10T21:42:59.817" v="1364" actId="20577"/>
      <pc:docMkLst>
        <pc:docMk/>
      </pc:docMkLst>
      <pc:sldChg chg="modSp mod">
        <pc:chgData name="Sergio Molina" userId="20636364146_tp_box_2" providerId="OAuth2" clId="{44CDD4FA-DF07-4B69-BC01-0B2B69272B43}" dt="2026-07-10T21:42:12.573" v="1325" actId="20577"/>
        <pc:sldMkLst>
          <pc:docMk/>
          <pc:sldMk cId="149292278" sldId="620"/>
        </pc:sldMkLst>
        <pc:spChg chg="mod">
          <ac:chgData name="Sergio Molina" userId="20636364146_tp_box_2" providerId="OAuth2" clId="{44CDD4FA-DF07-4B69-BC01-0B2B69272B43}" dt="2026-07-10T21:42:08.470" v="1316" actId="20577"/>
          <ac:spMkLst>
            <pc:docMk/>
            <pc:sldMk cId="149292278" sldId="620"/>
            <ac:spMk id="5" creationId="{826401A9-DE11-DDDF-9F42-FAAE12FE6B9F}"/>
          </ac:spMkLst>
        </pc:spChg>
        <pc:spChg chg="mod">
          <ac:chgData name="Sergio Molina" userId="20636364146_tp_box_2" providerId="OAuth2" clId="{44CDD4FA-DF07-4B69-BC01-0B2B69272B43}" dt="2026-07-10T21:42:12.573" v="1325" actId="20577"/>
          <ac:spMkLst>
            <pc:docMk/>
            <pc:sldMk cId="149292278" sldId="620"/>
            <ac:spMk id="11" creationId="{88780A86-7F59-00BD-9B1E-C1DFAC865719}"/>
          </ac:spMkLst>
        </pc:spChg>
      </pc:sldChg>
      <pc:sldChg chg="del">
        <pc:chgData name="Sergio Molina" userId="20636364146_tp_box_2" providerId="OAuth2" clId="{44CDD4FA-DF07-4B69-BC01-0B2B69272B43}" dt="2026-07-09T20:57:29.706" v="7" actId="47"/>
        <pc:sldMkLst>
          <pc:docMk/>
          <pc:sldMk cId="559935962" sldId="628"/>
        </pc:sldMkLst>
      </pc:sldChg>
      <pc:sldChg chg="addSp delSp modSp mod">
        <pc:chgData name="Sergio Molina" userId="20636364146_tp_box_2" providerId="OAuth2" clId="{44CDD4FA-DF07-4B69-BC01-0B2B69272B43}" dt="2026-07-09T21:01:33.769" v="70" actId="6549"/>
        <pc:sldMkLst>
          <pc:docMk/>
          <pc:sldMk cId="106777327" sldId="742"/>
        </pc:sldMkLst>
        <pc:spChg chg="mod">
          <ac:chgData name="Sergio Molina" userId="20636364146_tp_box_2" providerId="OAuth2" clId="{44CDD4FA-DF07-4B69-BC01-0B2B69272B43}" dt="2026-07-09T21:01:33.769" v="70" actId="6549"/>
          <ac:spMkLst>
            <pc:docMk/>
            <pc:sldMk cId="106777327" sldId="742"/>
            <ac:spMk id="4" creationId="{311D979C-940F-C0EA-24A5-A4AB017C0946}"/>
          </ac:spMkLst>
        </pc:spChg>
        <pc:spChg chg="mod">
          <ac:chgData name="Sergio Molina" userId="20636364146_tp_box_2" providerId="OAuth2" clId="{44CDD4FA-DF07-4B69-BC01-0B2B69272B43}" dt="2026-07-09T21:00:42.956" v="56" actId="1076"/>
          <ac:spMkLst>
            <pc:docMk/>
            <pc:sldMk cId="106777327" sldId="742"/>
            <ac:spMk id="10" creationId="{BC90B002-57BA-77CF-919D-CD68627A27EA}"/>
          </ac:spMkLst>
        </pc:spChg>
        <pc:spChg chg="mod">
          <ac:chgData name="Sergio Molina" userId="20636364146_tp_box_2" providerId="OAuth2" clId="{44CDD4FA-DF07-4B69-BC01-0B2B69272B43}" dt="2026-07-09T21:00:47.500" v="59" actId="20577"/>
          <ac:spMkLst>
            <pc:docMk/>
            <pc:sldMk cId="106777327" sldId="742"/>
            <ac:spMk id="11" creationId="{88C4D913-82EE-C862-8D8C-99ADFAEE36F9}"/>
          </ac:spMkLst>
        </pc:spChg>
        <pc:spChg chg="mod">
          <ac:chgData name="Sergio Molina" userId="20636364146_tp_box_2" providerId="OAuth2" clId="{44CDD4FA-DF07-4B69-BC01-0B2B69272B43}" dt="2026-07-09T21:00:55.298" v="63" actId="1076"/>
          <ac:spMkLst>
            <pc:docMk/>
            <pc:sldMk cId="106777327" sldId="742"/>
            <ac:spMk id="13" creationId="{3C8CCAB0-3830-EB7F-0775-477548DDE713}"/>
          </ac:spMkLst>
        </pc:spChg>
        <pc:spChg chg="mod">
          <ac:chgData name="Sergio Molina" userId="20636364146_tp_box_2" providerId="OAuth2" clId="{44CDD4FA-DF07-4B69-BC01-0B2B69272B43}" dt="2026-07-09T21:00:52.524" v="62" actId="14100"/>
          <ac:spMkLst>
            <pc:docMk/>
            <pc:sldMk cId="106777327" sldId="742"/>
            <ac:spMk id="14" creationId="{435B84B2-046C-0049-80BC-748C64CFA4D9}"/>
          </ac:spMkLst>
        </pc:spChg>
        <pc:picChg chg="del">
          <ac:chgData name="Sergio Molina" userId="20636364146_tp_box_2" providerId="OAuth2" clId="{44CDD4FA-DF07-4B69-BC01-0B2B69272B43}" dt="2026-07-09T21:00:29.180" v="47" actId="478"/>
          <ac:picMkLst>
            <pc:docMk/>
            <pc:sldMk cId="106777327" sldId="742"/>
            <ac:picMk id="6" creationId="{BEF3F707-276B-74EB-D93B-2FC005251E47}"/>
          </ac:picMkLst>
        </pc:picChg>
        <pc:picChg chg="add mod ord">
          <ac:chgData name="Sergio Molina" userId="20636364146_tp_box_2" providerId="OAuth2" clId="{44CDD4FA-DF07-4B69-BC01-0B2B69272B43}" dt="2026-07-09T21:00:33.358" v="51" actId="1076"/>
          <ac:picMkLst>
            <pc:docMk/>
            <pc:sldMk cId="106777327" sldId="742"/>
            <ac:picMk id="7" creationId="{947463F4-AA15-BEAE-0E39-2FB77B4FDB74}"/>
          </ac:picMkLst>
        </pc:picChg>
      </pc:sldChg>
      <pc:sldChg chg="addSp delSp modSp mod">
        <pc:chgData name="Sergio Molina" userId="20636364146_tp_box_2" providerId="OAuth2" clId="{44CDD4FA-DF07-4B69-BC01-0B2B69272B43}" dt="2026-07-10T19:11:43.563" v="666" actId="1076"/>
        <pc:sldMkLst>
          <pc:docMk/>
          <pc:sldMk cId="3982348398" sldId="744"/>
        </pc:sldMkLst>
        <pc:spChg chg="mod">
          <ac:chgData name="Sergio Molina" userId="20636364146_tp_box_2" providerId="OAuth2" clId="{44CDD4FA-DF07-4B69-BC01-0B2B69272B43}" dt="2026-07-09T22:26:27.351" v="195" actId="20577"/>
          <ac:spMkLst>
            <pc:docMk/>
            <pc:sldMk cId="3982348398" sldId="744"/>
            <ac:spMk id="7" creationId="{F0159D81-1326-A7A7-09BE-59F723004136}"/>
          </ac:spMkLst>
        </pc:spChg>
        <pc:spChg chg="add mod">
          <ac:chgData name="Sergio Molina" userId="20636364146_tp_box_2" providerId="OAuth2" clId="{44CDD4FA-DF07-4B69-BC01-0B2B69272B43}" dt="2026-07-09T22:26:25.044" v="192" actId="1076"/>
          <ac:spMkLst>
            <pc:docMk/>
            <pc:sldMk cId="3982348398" sldId="744"/>
            <ac:spMk id="9" creationId="{2236BF01-9652-98A8-DF31-E653CE48740C}"/>
          </ac:spMkLst>
        </pc:spChg>
        <pc:picChg chg="add mod ord">
          <ac:chgData name="Sergio Molina" userId="20636364146_tp_box_2" providerId="OAuth2" clId="{44CDD4FA-DF07-4B69-BC01-0B2B69272B43}" dt="2026-07-10T19:11:43.563" v="666" actId="1076"/>
          <ac:picMkLst>
            <pc:docMk/>
            <pc:sldMk cId="3982348398" sldId="744"/>
            <ac:picMk id="6" creationId="{B47DF79A-8B09-6785-22DA-28AB1E5F0F79}"/>
          </ac:picMkLst>
        </pc:picChg>
        <pc:picChg chg="del mod">
          <ac:chgData name="Sergio Molina" userId="20636364146_tp_box_2" providerId="OAuth2" clId="{44CDD4FA-DF07-4B69-BC01-0B2B69272B43}" dt="2026-07-09T22:25:39.351" v="145" actId="478"/>
          <ac:picMkLst>
            <pc:docMk/>
            <pc:sldMk cId="3982348398" sldId="744"/>
            <ac:picMk id="6" creationId="{C73AE6B8-F40B-AC92-651E-5C6750873252}"/>
          </ac:picMkLst>
        </pc:picChg>
        <pc:picChg chg="add del mod ord">
          <ac:chgData name="Sergio Molina" userId="20636364146_tp_box_2" providerId="OAuth2" clId="{44CDD4FA-DF07-4B69-BC01-0B2B69272B43}" dt="2026-07-10T19:11:38.320" v="662" actId="478"/>
          <ac:picMkLst>
            <pc:docMk/>
            <pc:sldMk cId="3982348398" sldId="744"/>
            <ac:picMk id="8" creationId="{031B61A1-55D4-9A0B-A095-A22C8551EFFA}"/>
          </ac:picMkLst>
        </pc:picChg>
      </pc:sldChg>
      <pc:sldChg chg="addSp delSp modSp mod">
        <pc:chgData name="Sergio Molina" userId="20636364146_tp_box_2" providerId="OAuth2" clId="{44CDD4FA-DF07-4B69-BC01-0B2B69272B43}" dt="2026-07-10T19:12:10.385" v="671" actId="1076"/>
        <pc:sldMkLst>
          <pc:docMk/>
          <pc:sldMk cId="1774565191" sldId="746"/>
        </pc:sldMkLst>
        <pc:picChg chg="add mod ord">
          <ac:chgData name="Sergio Molina" userId="20636364146_tp_box_2" providerId="OAuth2" clId="{44CDD4FA-DF07-4B69-BC01-0B2B69272B43}" dt="2026-07-10T19:12:10.385" v="671" actId="1076"/>
          <ac:picMkLst>
            <pc:docMk/>
            <pc:sldMk cId="1774565191" sldId="746"/>
            <ac:picMk id="6" creationId="{A787801E-2369-F649-EAD1-0CF04341AF3D}"/>
          </ac:picMkLst>
        </pc:picChg>
        <pc:picChg chg="del">
          <ac:chgData name="Sergio Molina" userId="20636364146_tp_box_2" providerId="OAuth2" clId="{44CDD4FA-DF07-4B69-BC01-0B2B69272B43}" dt="2026-07-10T19:12:06.027" v="667" actId="478"/>
          <ac:picMkLst>
            <pc:docMk/>
            <pc:sldMk cId="1774565191" sldId="746"/>
            <ac:picMk id="10" creationId="{A13CA8F6-C91B-6659-A864-20B8036419EA}"/>
          </ac:picMkLst>
        </pc:picChg>
      </pc:sldChg>
      <pc:sldChg chg="addSp delSp modSp mod">
        <pc:chgData name="Sergio Molina" userId="20636364146_tp_box_2" providerId="OAuth2" clId="{44CDD4FA-DF07-4B69-BC01-0B2B69272B43}" dt="2026-07-09T22:32:35.276" v="435" actId="20577"/>
        <pc:sldMkLst>
          <pc:docMk/>
          <pc:sldMk cId="3562027043" sldId="747"/>
        </pc:sldMkLst>
        <pc:spChg chg="mod">
          <ac:chgData name="Sergio Molina" userId="20636364146_tp_box_2" providerId="OAuth2" clId="{44CDD4FA-DF07-4B69-BC01-0B2B69272B43}" dt="2026-07-09T22:32:04.088" v="321" actId="1076"/>
          <ac:spMkLst>
            <pc:docMk/>
            <pc:sldMk cId="3562027043" sldId="747"/>
            <ac:spMk id="7" creationId="{209BB918-CA40-C326-ACC2-D62911779666}"/>
          </ac:spMkLst>
        </pc:spChg>
        <pc:spChg chg="mod">
          <ac:chgData name="Sergio Molina" userId="20636364146_tp_box_2" providerId="OAuth2" clId="{44CDD4FA-DF07-4B69-BC01-0B2B69272B43}" dt="2026-07-09T22:32:01.888" v="320" actId="1076"/>
          <ac:spMkLst>
            <pc:docMk/>
            <pc:sldMk cId="3562027043" sldId="747"/>
            <ac:spMk id="9" creationId="{0C56A248-A313-9F7D-F96B-BE3CF793E70D}"/>
          </ac:spMkLst>
        </pc:spChg>
        <pc:spChg chg="mod">
          <ac:chgData name="Sergio Molina" userId="20636364146_tp_box_2" providerId="OAuth2" clId="{44CDD4FA-DF07-4B69-BC01-0B2B69272B43}" dt="2026-07-09T22:32:35.276" v="435" actId="20577"/>
          <ac:spMkLst>
            <pc:docMk/>
            <pc:sldMk cId="3562027043" sldId="747"/>
            <ac:spMk id="12" creationId="{80889205-AAE1-BBB2-346C-6214AC360C5A}"/>
          </ac:spMkLst>
        </pc:spChg>
        <pc:spChg chg="mod">
          <ac:chgData name="Sergio Molina" userId="20636364146_tp_box_2" providerId="OAuth2" clId="{44CDD4FA-DF07-4B69-BC01-0B2B69272B43}" dt="2026-07-09T22:31:49.448" v="312" actId="1076"/>
          <ac:spMkLst>
            <pc:docMk/>
            <pc:sldMk cId="3562027043" sldId="747"/>
            <ac:spMk id="13" creationId="{A8C8A058-E719-BE8A-D699-9D400CB8837B}"/>
          </ac:spMkLst>
        </pc:spChg>
        <pc:picChg chg="add mod ord">
          <ac:chgData name="Sergio Molina" userId="20636364146_tp_box_2" providerId="OAuth2" clId="{44CDD4FA-DF07-4B69-BC01-0B2B69272B43}" dt="2026-07-09T22:31:37.500" v="307" actId="1076"/>
          <ac:picMkLst>
            <pc:docMk/>
            <pc:sldMk cId="3562027043" sldId="747"/>
            <ac:picMk id="6" creationId="{C801039B-7C06-E638-D0BE-DA9BF80093F3}"/>
          </ac:picMkLst>
        </pc:picChg>
        <pc:picChg chg="del">
          <ac:chgData name="Sergio Molina" userId="20636364146_tp_box_2" providerId="OAuth2" clId="{44CDD4FA-DF07-4B69-BC01-0B2B69272B43}" dt="2026-07-09T22:31:31.739" v="302" actId="478"/>
          <ac:picMkLst>
            <pc:docMk/>
            <pc:sldMk cId="3562027043" sldId="747"/>
            <ac:picMk id="8" creationId="{72501E6D-55A5-B5DA-1BF1-3D49F22508C9}"/>
          </ac:picMkLst>
        </pc:picChg>
      </pc:sldChg>
      <pc:sldChg chg="addSp delSp modSp mod">
        <pc:chgData name="Sergio Molina" userId="20636364146_tp_box_2" providerId="OAuth2" clId="{44CDD4FA-DF07-4B69-BC01-0B2B69272B43}" dt="2026-07-10T19:15:41.750" v="686" actId="1076"/>
        <pc:sldMkLst>
          <pc:docMk/>
          <pc:sldMk cId="4128291792" sldId="748"/>
        </pc:sldMkLst>
        <pc:spChg chg="mod">
          <ac:chgData name="Sergio Molina" userId="20636364146_tp_box_2" providerId="OAuth2" clId="{44CDD4FA-DF07-4B69-BC01-0B2B69272B43}" dt="2026-07-09T22:39:17.505" v="558" actId="14100"/>
          <ac:spMkLst>
            <pc:docMk/>
            <pc:sldMk cId="4128291792" sldId="748"/>
            <ac:spMk id="8" creationId="{F390FDED-74C1-3337-A6CB-15F20C3B3420}"/>
          </ac:spMkLst>
        </pc:spChg>
        <pc:spChg chg="mod">
          <ac:chgData name="Sergio Molina" userId="20636364146_tp_box_2" providerId="OAuth2" clId="{44CDD4FA-DF07-4B69-BC01-0B2B69272B43}" dt="2026-07-09T22:39:13.791" v="557" actId="1076"/>
          <ac:spMkLst>
            <pc:docMk/>
            <pc:sldMk cId="4128291792" sldId="748"/>
            <ac:spMk id="10" creationId="{27D61C70-3F5B-B4BD-1C77-21D85AB8EEDE}"/>
          </ac:spMkLst>
        </pc:spChg>
        <pc:spChg chg="mod">
          <ac:chgData name="Sergio Molina" userId="20636364146_tp_box_2" providerId="OAuth2" clId="{44CDD4FA-DF07-4B69-BC01-0B2B69272B43}" dt="2026-07-10T19:15:41.750" v="686" actId="1076"/>
          <ac:spMkLst>
            <pc:docMk/>
            <pc:sldMk cId="4128291792" sldId="748"/>
            <ac:spMk id="12" creationId="{EFEFE7D3-A660-F391-BE25-E2D36CCB27C5}"/>
          </ac:spMkLst>
        </pc:spChg>
        <pc:spChg chg="mod">
          <ac:chgData name="Sergio Molina" userId="20636364146_tp_box_2" providerId="OAuth2" clId="{44CDD4FA-DF07-4B69-BC01-0B2B69272B43}" dt="2026-07-09T22:39:24.134" v="559" actId="14100"/>
          <ac:spMkLst>
            <pc:docMk/>
            <pc:sldMk cId="4128291792" sldId="748"/>
            <ac:spMk id="13" creationId="{CD33B1B7-B761-BA9C-71C1-B5252F62DFCD}"/>
          </ac:spMkLst>
        </pc:spChg>
        <pc:picChg chg="mod">
          <ac:chgData name="Sergio Molina" userId="20636364146_tp_box_2" providerId="OAuth2" clId="{44CDD4FA-DF07-4B69-BC01-0B2B69272B43}" dt="2026-07-10T19:15:27.792" v="683" actId="1076"/>
          <ac:picMkLst>
            <pc:docMk/>
            <pc:sldMk cId="4128291792" sldId="748"/>
            <ac:picMk id="6" creationId="{BB82C540-EF81-BD21-152D-5A5322C372DD}"/>
          </ac:picMkLst>
        </pc:picChg>
        <pc:picChg chg="del">
          <ac:chgData name="Sergio Molina" userId="20636364146_tp_box_2" providerId="OAuth2" clId="{44CDD4FA-DF07-4B69-BC01-0B2B69272B43}" dt="2026-07-09T22:37:21.088" v="527" actId="478"/>
          <ac:picMkLst>
            <pc:docMk/>
            <pc:sldMk cId="4128291792" sldId="748"/>
            <ac:picMk id="7" creationId="{20AC28DD-A73E-F6A8-8526-52469B656F86}"/>
          </ac:picMkLst>
        </pc:picChg>
        <pc:picChg chg="add mod ord modCrop">
          <ac:chgData name="Sergio Molina" userId="20636364146_tp_box_2" providerId="OAuth2" clId="{44CDD4FA-DF07-4B69-BC01-0B2B69272B43}" dt="2026-07-10T19:15:35.633" v="685" actId="1076"/>
          <ac:picMkLst>
            <pc:docMk/>
            <pc:sldMk cId="4128291792" sldId="748"/>
            <ac:picMk id="7" creationId="{464DAECA-F5E9-EE23-977E-7B105D6B4F3B}"/>
          </ac:picMkLst>
        </pc:picChg>
        <pc:picChg chg="add del mod">
          <ac:chgData name="Sergio Molina" userId="20636364146_tp_box_2" providerId="OAuth2" clId="{44CDD4FA-DF07-4B69-BC01-0B2B69272B43}" dt="2026-07-09T22:37:23.495" v="528" actId="478"/>
          <ac:picMkLst>
            <pc:docMk/>
            <pc:sldMk cId="4128291792" sldId="748"/>
            <ac:picMk id="9" creationId="{C4D4D262-4DCE-9070-270D-E517AB28FA73}"/>
          </ac:picMkLst>
        </pc:picChg>
        <pc:picChg chg="add del mod ord">
          <ac:chgData name="Sergio Molina" userId="20636364146_tp_box_2" providerId="OAuth2" clId="{44CDD4FA-DF07-4B69-BC01-0B2B69272B43}" dt="2026-07-10T19:15:18.249" v="677" actId="478"/>
          <ac:picMkLst>
            <pc:docMk/>
            <pc:sldMk cId="4128291792" sldId="748"/>
            <ac:picMk id="14" creationId="{F0D4682B-7ED9-5E44-91FB-F708DBD2D799}"/>
          </ac:picMkLst>
        </pc:picChg>
      </pc:sldChg>
      <pc:sldChg chg="addSp delSp modSp mod">
        <pc:chgData name="Sergio Molina" userId="20636364146_tp_box_2" providerId="OAuth2" clId="{44CDD4FA-DF07-4B69-BC01-0B2B69272B43}" dt="2026-07-10T19:17:18.933" v="701" actId="1076"/>
        <pc:sldMkLst>
          <pc:docMk/>
          <pc:sldMk cId="3234000534" sldId="750"/>
        </pc:sldMkLst>
        <pc:picChg chg="del">
          <ac:chgData name="Sergio Molina" userId="20636364146_tp_box_2" providerId="OAuth2" clId="{44CDD4FA-DF07-4B69-BC01-0B2B69272B43}" dt="2026-07-10T19:17:14.449" v="697" actId="478"/>
          <ac:picMkLst>
            <pc:docMk/>
            <pc:sldMk cId="3234000534" sldId="750"/>
            <ac:picMk id="6" creationId="{213FFE88-DE7C-15CD-4A6F-DAA880F5D070}"/>
          </ac:picMkLst>
        </pc:picChg>
        <pc:picChg chg="add mod ord">
          <ac:chgData name="Sergio Molina" userId="20636364146_tp_box_2" providerId="OAuth2" clId="{44CDD4FA-DF07-4B69-BC01-0B2B69272B43}" dt="2026-07-10T19:17:18.933" v="701" actId="1076"/>
          <ac:picMkLst>
            <pc:docMk/>
            <pc:sldMk cId="3234000534" sldId="750"/>
            <ac:picMk id="8" creationId="{2DAE2D23-3436-C2F6-13DA-3D578DC02DF2}"/>
          </ac:picMkLst>
        </pc:picChg>
      </pc:sldChg>
      <pc:sldChg chg="addSp delSp modSp mod">
        <pc:chgData name="Sergio Molina" userId="20636364146_tp_box_2" providerId="OAuth2" clId="{44CDD4FA-DF07-4B69-BC01-0B2B69272B43}" dt="2026-07-10T19:39:53.648" v="814" actId="1076"/>
        <pc:sldMkLst>
          <pc:docMk/>
          <pc:sldMk cId="2655208539" sldId="756"/>
        </pc:sldMkLst>
        <pc:picChg chg="add mod ord">
          <ac:chgData name="Sergio Molina" userId="20636364146_tp_box_2" providerId="OAuth2" clId="{44CDD4FA-DF07-4B69-BC01-0B2B69272B43}" dt="2026-07-10T19:39:53.648" v="814" actId="1076"/>
          <ac:picMkLst>
            <pc:docMk/>
            <pc:sldMk cId="2655208539" sldId="756"/>
            <ac:picMk id="7" creationId="{2C90A1DA-C2EB-9480-C519-F868EA7997CB}"/>
          </ac:picMkLst>
        </pc:picChg>
        <pc:picChg chg="del">
          <ac:chgData name="Sergio Molina" userId="20636364146_tp_box_2" providerId="OAuth2" clId="{44CDD4FA-DF07-4B69-BC01-0B2B69272B43}" dt="2026-07-10T19:39:48.886" v="810" actId="478"/>
          <ac:picMkLst>
            <pc:docMk/>
            <pc:sldMk cId="2655208539" sldId="756"/>
            <ac:picMk id="9" creationId="{54065B1F-6F9B-4695-FF97-279770145378}"/>
          </ac:picMkLst>
        </pc:picChg>
      </pc:sldChg>
      <pc:sldChg chg="addSp delSp modSp mod">
        <pc:chgData name="Sergio Molina" userId="20636364146_tp_box_2" providerId="OAuth2" clId="{44CDD4FA-DF07-4B69-BC01-0B2B69272B43}" dt="2026-07-10T19:46:10.320" v="870" actId="1076"/>
        <pc:sldMkLst>
          <pc:docMk/>
          <pc:sldMk cId="1340175309" sldId="763"/>
        </pc:sldMkLst>
        <pc:picChg chg="del">
          <ac:chgData name="Sergio Molina" userId="20636364146_tp_box_2" providerId="OAuth2" clId="{44CDD4FA-DF07-4B69-BC01-0B2B69272B43}" dt="2026-07-10T19:46:05.711" v="866" actId="478"/>
          <ac:picMkLst>
            <pc:docMk/>
            <pc:sldMk cId="1340175309" sldId="763"/>
            <ac:picMk id="6" creationId="{06862EBE-8848-257C-FC3B-6F687BBB2E38}"/>
          </ac:picMkLst>
        </pc:picChg>
        <pc:picChg chg="add mod ord">
          <ac:chgData name="Sergio Molina" userId="20636364146_tp_box_2" providerId="OAuth2" clId="{44CDD4FA-DF07-4B69-BC01-0B2B69272B43}" dt="2026-07-10T19:46:10.320" v="870" actId="1076"/>
          <ac:picMkLst>
            <pc:docMk/>
            <pc:sldMk cId="1340175309" sldId="763"/>
            <ac:picMk id="7" creationId="{198D2855-DB17-DBAF-2409-E6EF9CEC2DE8}"/>
          </ac:picMkLst>
        </pc:picChg>
      </pc:sldChg>
      <pc:sldChg chg="addSp delSp modSp mod">
        <pc:chgData name="Sergio Molina" userId="20636364146_tp_box_2" providerId="OAuth2" clId="{44CDD4FA-DF07-4B69-BC01-0B2B69272B43}" dt="2026-07-10T19:56:40.824" v="1040" actId="167"/>
        <pc:sldMkLst>
          <pc:docMk/>
          <pc:sldMk cId="2444240231" sldId="766"/>
        </pc:sldMkLst>
        <pc:picChg chg="add mod ord">
          <ac:chgData name="Sergio Molina" userId="20636364146_tp_box_2" providerId="OAuth2" clId="{44CDD4FA-DF07-4B69-BC01-0B2B69272B43}" dt="2026-07-10T19:56:33.108" v="1035" actId="1076"/>
          <ac:picMkLst>
            <pc:docMk/>
            <pc:sldMk cId="2444240231" sldId="766"/>
            <ac:picMk id="6" creationId="{22AE5A5D-1637-47BA-C862-AFAD57CDEBF6}"/>
          </ac:picMkLst>
        </pc:picChg>
        <pc:picChg chg="del">
          <ac:chgData name="Sergio Molina" userId="20636364146_tp_box_2" providerId="OAuth2" clId="{44CDD4FA-DF07-4B69-BC01-0B2B69272B43}" dt="2026-07-10T19:56:16.394" v="1030" actId="478"/>
          <ac:picMkLst>
            <pc:docMk/>
            <pc:sldMk cId="2444240231" sldId="766"/>
            <ac:picMk id="7" creationId="{8C1E2934-23DE-0559-AAD9-FC7CD5193E13}"/>
          </ac:picMkLst>
        </pc:picChg>
        <pc:picChg chg="add mod ord">
          <ac:chgData name="Sergio Molina" userId="20636364146_tp_box_2" providerId="OAuth2" clId="{44CDD4FA-DF07-4B69-BC01-0B2B69272B43}" dt="2026-07-10T19:56:40.824" v="1040" actId="167"/>
          <ac:picMkLst>
            <pc:docMk/>
            <pc:sldMk cId="2444240231" sldId="766"/>
            <ac:picMk id="9" creationId="{4F407E14-13FF-3845-952D-E768EBC2CAB0}"/>
          </ac:picMkLst>
        </pc:picChg>
      </pc:sldChg>
      <pc:sldChg chg="addSp delSp modSp mod">
        <pc:chgData name="Sergio Molina" userId="20636364146_tp_box_2" providerId="OAuth2" clId="{44CDD4FA-DF07-4B69-BC01-0B2B69272B43}" dt="2026-07-10T21:41:27.253" v="1275" actId="1076"/>
        <pc:sldMkLst>
          <pc:docMk/>
          <pc:sldMk cId="2653708291" sldId="775"/>
        </pc:sldMkLst>
        <pc:spChg chg="mod">
          <ac:chgData name="Sergio Molina" userId="20636364146_tp_box_2" providerId="OAuth2" clId="{44CDD4FA-DF07-4B69-BC01-0B2B69272B43}" dt="2026-07-10T21:41:27.253" v="1275" actId="1076"/>
          <ac:spMkLst>
            <pc:docMk/>
            <pc:sldMk cId="2653708291" sldId="775"/>
            <ac:spMk id="9" creationId="{212B88B6-6D4B-9D50-6566-FB37ED572171}"/>
          </ac:spMkLst>
        </pc:spChg>
        <pc:picChg chg="add mod ord">
          <ac:chgData name="Sergio Molina" userId="20636364146_tp_box_2" providerId="OAuth2" clId="{44CDD4FA-DF07-4B69-BC01-0B2B69272B43}" dt="2026-07-10T21:41:25.286" v="1274" actId="1076"/>
          <ac:picMkLst>
            <pc:docMk/>
            <pc:sldMk cId="2653708291" sldId="775"/>
            <ac:picMk id="6" creationId="{2EC205FE-7C23-7E68-4901-7BFCFAF586F7}"/>
          </ac:picMkLst>
        </pc:picChg>
        <pc:picChg chg="del">
          <ac:chgData name="Sergio Molina" userId="20636364146_tp_box_2" providerId="OAuth2" clId="{44CDD4FA-DF07-4B69-BC01-0B2B69272B43}" dt="2026-07-10T21:41:20.162" v="1270" actId="478"/>
          <ac:picMkLst>
            <pc:docMk/>
            <pc:sldMk cId="2653708291" sldId="775"/>
            <ac:picMk id="10" creationId="{801FB6C9-6D18-00D8-C7A8-AF9D54DFFDFC}"/>
          </ac:picMkLst>
        </pc:picChg>
      </pc:sldChg>
      <pc:sldChg chg="modSp mod">
        <pc:chgData name="Sergio Molina" userId="20636364146_tp_box_2" providerId="OAuth2" clId="{44CDD4FA-DF07-4B69-BC01-0B2B69272B43}" dt="2026-07-10T19:58:37.280" v="1111" actId="20577"/>
        <pc:sldMkLst>
          <pc:docMk/>
          <pc:sldMk cId="1628180353" sldId="778"/>
        </pc:sldMkLst>
        <pc:spChg chg="mod">
          <ac:chgData name="Sergio Molina" userId="20636364146_tp_box_2" providerId="OAuth2" clId="{44CDD4FA-DF07-4B69-BC01-0B2B69272B43}" dt="2026-07-10T19:58:37.280" v="1111" actId="20577"/>
          <ac:spMkLst>
            <pc:docMk/>
            <pc:sldMk cId="1628180353" sldId="778"/>
            <ac:spMk id="16" creationId="{0B40035B-B3D1-0826-5305-F04772EA1F12}"/>
          </ac:spMkLst>
        </pc:spChg>
      </pc:sldChg>
      <pc:sldChg chg="modSp mod">
        <pc:chgData name="Sergio Molina" userId="20636364146_tp_box_2" providerId="OAuth2" clId="{44CDD4FA-DF07-4B69-BC01-0B2B69272B43}" dt="2026-07-10T21:42:59.817" v="1364" actId="20577"/>
        <pc:sldMkLst>
          <pc:docMk/>
          <pc:sldMk cId="4209622784" sldId="779"/>
        </pc:sldMkLst>
        <pc:spChg chg="mod">
          <ac:chgData name="Sergio Molina" userId="20636364146_tp_box_2" providerId="OAuth2" clId="{44CDD4FA-DF07-4B69-BC01-0B2B69272B43}" dt="2026-07-10T21:42:59.817" v="1364" actId="20577"/>
          <ac:spMkLst>
            <pc:docMk/>
            <pc:sldMk cId="4209622784" sldId="779"/>
            <ac:spMk id="16" creationId="{51B0C467-93F0-B06C-9160-D0530F2A5C87}"/>
          </ac:spMkLst>
        </pc:spChg>
      </pc:sldChg>
      <pc:sldChg chg="modSp mod">
        <pc:chgData name="Sergio Molina" userId="20636364146_tp_box_2" providerId="OAuth2" clId="{44CDD4FA-DF07-4B69-BC01-0B2B69272B43}" dt="2026-07-09T23:06:01.383" v="647" actId="20577"/>
        <pc:sldMkLst>
          <pc:docMk/>
          <pc:sldMk cId="992258552" sldId="780"/>
        </pc:sldMkLst>
        <pc:spChg chg="mod">
          <ac:chgData name="Sergio Molina" userId="20636364146_tp_box_2" providerId="OAuth2" clId="{44CDD4FA-DF07-4B69-BC01-0B2B69272B43}" dt="2026-07-09T23:06:01.383" v="647" actId="20577"/>
          <ac:spMkLst>
            <pc:docMk/>
            <pc:sldMk cId="992258552" sldId="780"/>
            <ac:spMk id="16" creationId="{891920A2-AD8B-9850-1B16-0FFF2FE9268B}"/>
          </ac:spMkLst>
        </pc:spChg>
      </pc:sldChg>
      <pc:sldChg chg="modSp mod">
        <pc:chgData name="Sergio Molina" userId="20636364146_tp_box_2" providerId="OAuth2" clId="{44CDD4FA-DF07-4B69-BC01-0B2B69272B43}" dt="2026-07-09T22:26:04.017" v="188" actId="20577"/>
        <pc:sldMkLst>
          <pc:docMk/>
          <pc:sldMk cId="431810234" sldId="781"/>
        </pc:sldMkLst>
        <pc:spChg chg="mod">
          <ac:chgData name="Sergio Molina" userId="20636364146_tp_box_2" providerId="OAuth2" clId="{44CDD4FA-DF07-4B69-BC01-0B2B69272B43}" dt="2026-07-09T22:26:04.017" v="188" actId="20577"/>
          <ac:spMkLst>
            <pc:docMk/>
            <pc:sldMk cId="431810234" sldId="781"/>
            <ac:spMk id="16" creationId="{F2B2C9DF-50DF-ADF9-6C00-DD8AA47BC510}"/>
          </ac:spMkLst>
        </pc:spChg>
      </pc:sldChg>
      <pc:sldChg chg="addSp delSp modSp mod">
        <pc:chgData name="Sergio Molina" userId="20636364146_tp_box_2" providerId="OAuth2" clId="{44CDD4FA-DF07-4B69-BC01-0B2B69272B43}" dt="2026-07-09T20:56:43.459" v="6" actId="14100"/>
        <pc:sldMkLst>
          <pc:docMk/>
          <pc:sldMk cId="2788593906" sldId="793"/>
        </pc:sldMkLst>
        <pc:spChg chg="mod">
          <ac:chgData name="Sergio Molina" userId="20636364146_tp_box_2" providerId="OAuth2" clId="{44CDD4FA-DF07-4B69-BC01-0B2B69272B43}" dt="2026-07-09T20:55:58.626" v="5" actId="1076"/>
          <ac:spMkLst>
            <pc:docMk/>
            <pc:sldMk cId="2788593906" sldId="793"/>
            <ac:spMk id="8" creationId="{3E2B3758-1A92-153D-2992-E64E79091B5B}"/>
          </ac:spMkLst>
        </pc:spChg>
        <pc:spChg chg="mod">
          <ac:chgData name="Sergio Molina" userId="20636364146_tp_box_2" providerId="OAuth2" clId="{44CDD4FA-DF07-4B69-BC01-0B2B69272B43}" dt="2026-07-09T20:56:43.459" v="6" actId="14100"/>
          <ac:spMkLst>
            <pc:docMk/>
            <pc:sldMk cId="2788593906" sldId="793"/>
            <ac:spMk id="10" creationId="{B3172575-0973-D3E3-E954-307092C075BF}"/>
          </ac:spMkLst>
        </pc:spChg>
        <pc:picChg chg="del">
          <ac:chgData name="Sergio Molina" userId="20636364146_tp_box_2" providerId="OAuth2" clId="{44CDD4FA-DF07-4B69-BC01-0B2B69272B43}" dt="2026-07-09T20:55:50.192" v="0" actId="478"/>
          <ac:picMkLst>
            <pc:docMk/>
            <pc:sldMk cId="2788593906" sldId="793"/>
            <ac:picMk id="6" creationId="{3EBE3BD7-70FD-D564-593C-7ACDEFFE1ED9}"/>
          </ac:picMkLst>
        </pc:picChg>
        <pc:picChg chg="add mod ord">
          <ac:chgData name="Sergio Molina" userId="20636364146_tp_box_2" providerId="OAuth2" clId="{44CDD4FA-DF07-4B69-BC01-0B2B69272B43}" dt="2026-07-09T20:55:56.370" v="4" actId="1076"/>
          <ac:picMkLst>
            <pc:docMk/>
            <pc:sldMk cId="2788593906" sldId="793"/>
            <ac:picMk id="7" creationId="{6D3B7BCC-9E31-9282-339F-F723167BFD7D}"/>
          </ac:picMkLst>
        </pc:picChg>
      </pc:sldChg>
      <pc:sldChg chg="addSp delSp modSp mod">
        <pc:chgData name="Sergio Molina" userId="20636364146_tp_box_2" providerId="OAuth2" clId="{44CDD4FA-DF07-4B69-BC01-0B2B69272B43}" dt="2026-07-09T21:01:17.838" v="68" actId="6549"/>
        <pc:sldMkLst>
          <pc:docMk/>
          <pc:sldMk cId="763684056" sldId="797"/>
        </pc:sldMkLst>
        <pc:spChg chg="mod">
          <ac:chgData name="Sergio Molina" userId="20636364146_tp_box_2" providerId="OAuth2" clId="{44CDD4FA-DF07-4B69-BC01-0B2B69272B43}" dt="2026-07-09T21:01:17.838" v="68" actId="6549"/>
          <ac:spMkLst>
            <pc:docMk/>
            <pc:sldMk cId="763684056" sldId="797"/>
            <ac:spMk id="4" creationId="{94CE863E-E5D9-ACF0-B6E1-7A5D091E51FD}"/>
          </ac:spMkLst>
        </pc:spChg>
        <pc:spChg chg="mod">
          <ac:chgData name="Sergio Molina" userId="20636364146_tp_box_2" providerId="OAuth2" clId="{44CDD4FA-DF07-4B69-BC01-0B2B69272B43}" dt="2026-07-09T21:01:05.947" v="65" actId="20577"/>
          <ac:spMkLst>
            <pc:docMk/>
            <pc:sldMk cId="763684056" sldId="797"/>
            <ac:spMk id="9" creationId="{A6A001F5-DF34-7DBC-2110-08FD5CE05B2F}"/>
          </ac:spMkLst>
        </pc:spChg>
        <pc:spChg chg="mod">
          <ac:chgData name="Sergio Molina" userId="20636364146_tp_box_2" providerId="OAuth2" clId="{44CDD4FA-DF07-4B69-BC01-0B2B69272B43}" dt="2026-07-09T20:59:17.240" v="28" actId="1076"/>
          <ac:spMkLst>
            <pc:docMk/>
            <pc:sldMk cId="763684056" sldId="797"/>
            <ac:spMk id="11" creationId="{EE3F7D51-C292-09A1-86B7-F587D68460F7}"/>
          </ac:spMkLst>
        </pc:spChg>
        <pc:spChg chg="mod">
          <ac:chgData name="Sergio Molina" userId="20636364146_tp_box_2" providerId="OAuth2" clId="{44CDD4FA-DF07-4B69-BC01-0B2B69272B43}" dt="2026-07-09T20:59:33.022" v="38" actId="1038"/>
          <ac:spMkLst>
            <pc:docMk/>
            <pc:sldMk cId="763684056" sldId="797"/>
            <ac:spMk id="13" creationId="{FD0B95A9-E53D-F2BB-6446-9FA0187EC16B}"/>
          </ac:spMkLst>
        </pc:spChg>
        <pc:spChg chg="mod">
          <ac:chgData name="Sergio Molina" userId="20636364146_tp_box_2" providerId="OAuth2" clId="{44CDD4FA-DF07-4B69-BC01-0B2B69272B43}" dt="2026-07-09T21:01:08.531" v="67" actId="20577"/>
          <ac:spMkLst>
            <pc:docMk/>
            <pc:sldMk cId="763684056" sldId="797"/>
            <ac:spMk id="14" creationId="{25C4F03D-B222-DB56-CCE2-6C00D24CACFD}"/>
          </ac:spMkLst>
        </pc:spChg>
        <pc:picChg chg="del">
          <ac:chgData name="Sergio Molina" userId="20636364146_tp_box_2" providerId="OAuth2" clId="{44CDD4FA-DF07-4B69-BC01-0B2B69272B43}" dt="2026-07-09T20:58:55.472" v="19" actId="478"/>
          <ac:picMkLst>
            <pc:docMk/>
            <pc:sldMk cId="763684056" sldId="797"/>
            <ac:picMk id="6" creationId="{0BCF3F24-D960-DFB4-9E2C-29189A273866}"/>
          </ac:picMkLst>
        </pc:picChg>
        <pc:picChg chg="add mod ord">
          <ac:chgData name="Sergio Molina" userId="20636364146_tp_box_2" providerId="OAuth2" clId="{44CDD4FA-DF07-4B69-BC01-0B2B69272B43}" dt="2026-07-09T20:59:39.816" v="46" actId="1036"/>
          <ac:picMkLst>
            <pc:docMk/>
            <pc:sldMk cId="763684056" sldId="797"/>
            <ac:picMk id="7" creationId="{A00AF83A-C593-2673-5BF7-4839403FCC21}"/>
          </ac:picMkLst>
        </pc:picChg>
      </pc:sldChg>
      <pc:sldChg chg="modSp mod">
        <pc:chgData name="Sergio Molina" userId="20636364146_tp_box_2" providerId="OAuth2" clId="{44CDD4FA-DF07-4B69-BC01-0B2B69272B43}" dt="2026-07-09T21:01:22.368" v="69" actId="6549"/>
        <pc:sldMkLst>
          <pc:docMk/>
          <pc:sldMk cId="1294700690" sldId="798"/>
        </pc:sldMkLst>
        <pc:spChg chg="mod">
          <ac:chgData name="Sergio Molina" userId="20636364146_tp_box_2" providerId="OAuth2" clId="{44CDD4FA-DF07-4B69-BC01-0B2B69272B43}" dt="2026-07-09T21:01:22.368" v="69" actId="6549"/>
          <ac:spMkLst>
            <pc:docMk/>
            <pc:sldMk cId="1294700690" sldId="798"/>
            <ac:spMk id="4" creationId="{CDEDD7BB-5DC7-58A9-1D3C-5A16A778F432}"/>
          </ac:spMkLst>
        </pc:spChg>
        <pc:spChg chg="mod">
          <ac:chgData name="Sergio Molina" userId="20636364146_tp_box_2" providerId="OAuth2" clId="{44CDD4FA-DF07-4B69-BC01-0B2B69272B43}" dt="2026-07-09T20:58:01.674" v="16" actId="14100"/>
          <ac:spMkLst>
            <pc:docMk/>
            <pc:sldMk cId="1294700690" sldId="798"/>
            <ac:spMk id="7" creationId="{7D7A0FCF-12D5-0BAF-0389-D88498248D5A}"/>
          </ac:spMkLst>
        </pc:spChg>
        <pc:spChg chg="mod">
          <ac:chgData name="Sergio Molina" userId="20636364146_tp_box_2" providerId="OAuth2" clId="{44CDD4FA-DF07-4B69-BC01-0B2B69272B43}" dt="2026-07-09T20:57:34.517" v="9" actId="20577"/>
          <ac:spMkLst>
            <pc:docMk/>
            <pc:sldMk cId="1294700690" sldId="798"/>
            <ac:spMk id="9" creationId="{9BF28EB2-7746-4319-460E-E5CB9358065E}"/>
          </ac:spMkLst>
        </pc:spChg>
        <pc:spChg chg="mod">
          <ac:chgData name="Sergio Molina" userId="20636364146_tp_box_2" providerId="OAuth2" clId="{44CDD4FA-DF07-4B69-BC01-0B2B69272B43}" dt="2026-07-09T20:58:05.646" v="18" actId="1076"/>
          <ac:spMkLst>
            <pc:docMk/>
            <pc:sldMk cId="1294700690" sldId="798"/>
            <ac:spMk id="11" creationId="{76029791-1195-43FA-CA33-E0F951D53961}"/>
          </ac:spMkLst>
        </pc:spChg>
        <pc:spChg chg="mod">
          <ac:chgData name="Sergio Molina" userId="20636364146_tp_box_2" providerId="OAuth2" clId="{44CDD4FA-DF07-4B69-BC01-0B2B69272B43}" dt="2026-07-09T20:57:40.178" v="10" actId="20577"/>
          <ac:spMkLst>
            <pc:docMk/>
            <pc:sldMk cId="1294700690" sldId="798"/>
            <ac:spMk id="13" creationId="{5A5BF324-2BBC-8704-D3F8-F1B495315E07}"/>
          </ac:spMkLst>
        </pc:spChg>
      </pc:sldChg>
      <pc:sldChg chg="del">
        <pc:chgData name="Sergio Molina" userId="20636364146_tp_box_2" providerId="OAuth2" clId="{44CDD4FA-DF07-4B69-BC01-0B2B69272B43}" dt="2026-07-09T21:09:21.185" v="90" actId="47"/>
        <pc:sldMkLst>
          <pc:docMk/>
          <pc:sldMk cId="3307424444" sldId="799"/>
        </pc:sldMkLst>
      </pc:sldChg>
      <pc:sldChg chg="addSp delSp modSp mod">
        <pc:chgData name="Sergio Molina" userId="20636364146_tp_box_2" providerId="OAuth2" clId="{44CDD4FA-DF07-4B69-BC01-0B2B69272B43}" dt="2026-07-09T21:08:49.338" v="89" actId="14100"/>
        <pc:sldMkLst>
          <pc:docMk/>
          <pc:sldMk cId="732949344" sldId="800"/>
        </pc:sldMkLst>
        <pc:spChg chg="mod">
          <ac:chgData name="Sergio Molina" userId="20636364146_tp_box_2" providerId="OAuth2" clId="{44CDD4FA-DF07-4B69-BC01-0B2B69272B43}" dt="2026-07-09T21:01:44.935" v="71" actId="20577"/>
          <ac:spMkLst>
            <pc:docMk/>
            <pc:sldMk cId="732949344" sldId="800"/>
            <ac:spMk id="4" creationId="{A19F367A-2B3D-B675-B526-AF4A8120C84C}"/>
          </ac:spMkLst>
        </pc:spChg>
        <pc:spChg chg="mod">
          <ac:chgData name="Sergio Molina" userId="20636364146_tp_box_2" providerId="OAuth2" clId="{44CDD4FA-DF07-4B69-BC01-0B2B69272B43}" dt="2026-07-09T21:08:28.904" v="81" actId="20577"/>
          <ac:spMkLst>
            <pc:docMk/>
            <pc:sldMk cId="732949344" sldId="800"/>
            <ac:spMk id="10" creationId="{8640AFD6-4744-B640-F0AE-F2608673EECA}"/>
          </ac:spMkLst>
        </pc:spChg>
        <pc:spChg chg="mod">
          <ac:chgData name="Sergio Molina" userId="20636364146_tp_box_2" providerId="OAuth2" clId="{44CDD4FA-DF07-4B69-BC01-0B2B69272B43}" dt="2026-07-09T21:08:49.338" v="89" actId="14100"/>
          <ac:spMkLst>
            <pc:docMk/>
            <pc:sldMk cId="732949344" sldId="800"/>
            <ac:spMk id="11" creationId="{B0551744-5541-9364-F387-1FB162D680B9}"/>
          </ac:spMkLst>
        </pc:spChg>
        <pc:spChg chg="mod">
          <ac:chgData name="Sergio Molina" userId="20636364146_tp_box_2" providerId="OAuth2" clId="{44CDD4FA-DF07-4B69-BC01-0B2B69272B43}" dt="2026-07-09T21:08:32.386" v="82" actId="1076"/>
          <ac:spMkLst>
            <pc:docMk/>
            <pc:sldMk cId="732949344" sldId="800"/>
            <ac:spMk id="13" creationId="{00453037-E9D9-75B2-562C-F63E6B25B60A}"/>
          </ac:spMkLst>
        </pc:spChg>
        <pc:spChg chg="mod">
          <ac:chgData name="Sergio Molina" userId="20636364146_tp_box_2" providerId="OAuth2" clId="{44CDD4FA-DF07-4B69-BC01-0B2B69272B43}" dt="2026-07-09T21:08:34.290" v="84" actId="20577"/>
          <ac:spMkLst>
            <pc:docMk/>
            <pc:sldMk cId="732949344" sldId="800"/>
            <ac:spMk id="14" creationId="{AEC4DB73-0489-F270-7C2E-85E8CC5B26D7}"/>
          </ac:spMkLst>
        </pc:spChg>
        <pc:picChg chg="add mod ord">
          <ac:chgData name="Sergio Molina" userId="20636364146_tp_box_2" providerId="OAuth2" clId="{44CDD4FA-DF07-4B69-BC01-0B2B69272B43}" dt="2026-07-09T21:02:53.644" v="77" actId="1076"/>
          <ac:picMkLst>
            <pc:docMk/>
            <pc:sldMk cId="732949344" sldId="800"/>
            <ac:picMk id="6" creationId="{4A44B820-CBF2-BC13-EED4-5186FAE709F2}"/>
          </ac:picMkLst>
        </pc:picChg>
        <pc:picChg chg="del">
          <ac:chgData name="Sergio Molina" userId="20636364146_tp_box_2" providerId="OAuth2" clId="{44CDD4FA-DF07-4B69-BC01-0B2B69272B43}" dt="2026-07-09T21:02:44.857" v="72" actId="478"/>
          <ac:picMkLst>
            <pc:docMk/>
            <pc:sldMk cId="732949344" sldId="800"/>
            <ac:picMk id="7" creationId="{3D44AAAC-C211-DA1D-F170-E8D44A10F05A}"/>
          </ac:picMkLst>
        </pc:picChg>
      </pc:sldChg>
      <pc:sldChg chg="addSp delSp modSp mod">
        <pc:chgData name="Sergio Molina" userId="20636364146_tp_box_2" providerId="OAuth2" clId="{44CDD4FA-DF07-4B69-BC01-0B2B69272B43}" dt="2026-07-10T19:10:55.630" v="661" actId="1076"/>
        <pc:sldMkLst>
          <pc:docMk/>
          <pc:sldMk cId="4279939160" sldId="801"/>
        </pc:sldMkLst>
        <pc:spChg chg="mod">
          <ac:chgData name="Sergio Molina" userId="20636364146_tp_box_2" providerId="OAuth2" clId="{44CDD4FA-DF07-4B69-BC01-0B2B69272B43}" dt="2026-07-10T19:10:55.630" v="661" actId="1076"/>
          <ac:spMkLst>
            <pc:docMk/>
            <pc:sldMk cId="4279939160" sldId="801"/>
            <ac:spMk id="9" creationId="{0B16FD7A-CD76-EB7D-A932-C0890F2850C5}"/>
          </ac:spMkLst>
        </pc:spChg>
        <pc:spChg chg="mod">
          <ac:chgData name="Sergio Molina" userId="20636364146_tp_box_2" providerId="OAuth2" clId="{44CDD4FA-DF07-4B69-BC01-0B2B69272B43}" dt="2026-07-10T19:10:52.787" v="660" actId="14100"/>
          <ac:spMkLst>
            <pc:docMk/>
            <pc:sldMk cId="4279939160" sldId="801"/>
            <ac:spMk id="11" creationId="{37C43625-5AD1-CF81-1FC4-B293CAA156D2}"/>
          </ac:spMkLst>
        </pc:spChg>
        <pc:picChg chg="del">
          <ac:chgData name="Sergio Molina" userId="20636364146_tp_box_2" providerId="OAuth2" clId="{44CDD4FA-DF07-4B69-BC01-0B2B69272B43}" dt="2026-07-10T19:10:30.240" v="650" actId="478"/>
          <ac:picMkLst>
            <pc:docMk/>
            <pc:sldMk cId="4279939160" sldId="801"/>
            <ac:picMk id="6" creationId="{794DFB19-5AAB-2ABA-22B0-0CC266CDD65B}"/>
          </ac:picMkLst>
        </pc:picChg>
        <pc:picChg chg="add mod ord">
          <ac:chgData name="Sergio Molina" userId="20636364146_tp_box_2" providerId="OAuth2" clId="{44CDD4FA-DF07-4B69-BC01-0B2B69272B43}" dt="2026-07-10T19:10:35.967" v="654" actId="1076"/>
          <ac:picMkLst>
            <pc:docMk/>
            <pc:sldMk cId="4279939160" sldId="801"/>
            <ac:picMk id="7" creationId="{004D30F9-6C57-38DA-7B07-569D7DED6BBD}"/>
          </ac:picMkLst>
        </pc:picChg>
      </pc:sldChg>
      <pc:sldChg chg="addSp delSp modSp mod">
        <pc:chgData name="Sergio Molina" userId="20636364146_tp_box_2" providerId="OAuth2" clId="{44CDD4FA-DF07-4B69-BC01-0B2B69272B43}" dt="2026-07-10T19:12:32.038" v="676" actId="1076"/>
        <pc:sldMkLst>
          <pc:docMk/>
          <pc:sldMk cId="2325061961" sldId="802"/>
        </pc:sldMkLst>
        <pc:spChg chg="mod">
          <ac:chgData name="Sergio Molina" userId="20636364146_tp_box_2" providerId="OAuth2" clId="{44CDD4FA-DF07-4B69-BC01-0B2B69272B43}" dt="2026-07-09T22:27:27.791" v="199" actId="1076"/>
          <ac:spMkLst>
            <pc:docMk/>
            <pc:sldMk cId="2325061961" sldId="802"/>
            <ac:spMk id="7" creationId="{7ED57E76-08FB-65AF-4AA9-8EFF3001FFD8}"/>
          </ac:spMkLst>
        </pc:spChg>
        <pc:spChg chg="mod">
          <ac:chgData name="Sergio Molina" userId="20636364146_tp_box_2" providerId="OAuth2" clId="{44CDD4FA-DF07-4B69-BC01-0B2B69272B43}" dt="2026-07-09T22:27:25.335" v="198" actId="14100"/>
          <ac:spMkLst>
            <pc:docMk/>
            <pc:sldMk cId="2325061961" sldId="802"/>
            <ac:spMk id="8" creationId="{331CB23F-8936-3B01-C8E9-F4EA229C1205}"/>
          </ac:spMkLst>
        </pc:spChg>
        <pc:picChg chg="add mod ord">
          <ac:chgData name="Sergio Molina" userId="20636364146_tp_box_2" providerId="OAuth2" clId="{44CDD4FA-DF07-4B69-BC01-0B2B69272B43}" dt="2026-07-10T19:12:32.038" v="676" actId="1076"/>
          <ac:picMkLst>
            <pc:docMk/>
            <pc:sldMk cId="2325061961" sldId="802"/>
            <ac:picMk id="6" creationId="{185D269E-ED78-331B-31CE-8D7BB41C5B2E}"/>
          </ac:picMkLst>
        </pc:picChg>
        <pc:picChg chg="del mod modCrop">
          <ac:chgData name="Sergio Molina" userId="20636364146_tp_box_2" providerId="OAuth2" clId="{44CDD4FA-DF07-4B69-BC01-0B2B69272B43}" dt="2026-07-09T22:29:07.813" v="200" actId="478"/>
          <ac:picMkLst>
            <pc:docMk/>
            <pc:sldMk cId="2325061961" sldId="802"/>
            <ac:picMk id="6" creationId="{A8EF885F-E6E9-768D-E003-A239E5969C29}"/>
          </ac:picMkLst>
        </pc:picChg>
        <pc:picChg chg="add del mod ord">
          <ac:chgData name="Sergio Molina" userId="20636364146_tp_box_2" providerId="OAuth2" clId="{44CDD4FA-DF07-4B69-BC01-0B2B69272B43}" dt="2026-07-10T19:12:27.730" v="672" actId="478"/>
          <ac:picMkLst>
            <pc:docMk/>
            <pc:sldMk cId="2325061961" sldId="802"/>
            <ac:picMk id="9" creationId="{1215215F-1961-5BC3-1D2D-836283A63BC2}"/>
          </ac:picMkLst>
        </pc:picChg>
      </pc:sldChg>
      <pc:sldChg chg="del">
        <pc:chgData name="Sergio Molina" userId="20636364146_tp_box_2" providerId="OAuth2" clId="{44CDD4FA-DF07-4B69-BC01-0B2B69272B43}" dt="2026-07-09T22:32:51.079" v="436" actId="47"/>
        <pc:sldMkLst>
          <pc:docMk/>
          <pc:sldMk cId="3568011297" sldId="804"/>
        </pc:sldMkLst>
      </pc:sldChg>
      <pc:sldChg chg="addSp delSp modSp mod">
        <pc:chgData name="Sergio Molina" userId="20636364146_tp_box_2" providerId="OAuth2" clId="{44CDD4FA-DF07-4B69-BC01-0B2B69272B43}" dt="2026-07-09T22:36:14.033" v="523" actId="1076"/>
        <pc:sldMkLst>
          <pc:docMk/>
          <pc:sldMk cId="2291240178" sldId="805"/>
        </pc:sldMkLst>
        <pc:spChg chg="mod">
          <ac:chgData name="Sergio Molina" userId="20636364146_tp_box_2" providerId="OAuth2" clId="{44CDD4FA-DF07-4B69-BC01-0B2B69272B43}" dt="2026-07-09T22:35:10.226" v="445" actId="1076"/>
          <ac:spMkLst>
            <pc:docMk/>
            <pc:sldMk cId="2291240178" sldId="805"/>
            <ac:spMk id="7" creationId="{196D8D61-5031-112A-D482-EEB2B2D3AB9F}"/>
          </ac:spMkLst>
        </pc:spChg>
        <pc:spChg chg="mod">
          <ac:chgData name="Sergio Molina" userId="20636364146_tp_box_2" providerId="OAuth2" clId="{44CDD4FA-DF07-4B69-BC01-0B2B69272B43}" dt="2026-07-09T22:35:13.726" v="446" actId="1076"/>
          <ac:spMkLst>
            <pc:docMk/>
            <pc:sldMk cId="2291240178" sldId="805"/>
            <ac:spMk id="9" creationId="{129B61BA-7EC9-816B-C055-DBA23AF6AB5D}"/>
          </ac:spMkLst>
        </pc:spChg>
        <pc:spChg chg="add mod">
          <ac:chgData name="Sergio Molina" userId="20636364146_tp_box_2" providerId="OAuth2" clId="{44CDD4FA-DF07-4B69-BC01-0B2B69272B43}" dt="2026-07-09T22:36:14.033" v="523" actId="1076"/>
          <ac:spMkLst>
            <pc:docMk/>
            <pc:sldMk cId="2291240178" sldId="805"/>
            <ac:spMk id="10" creationId="{153A7902-DEBA-7134-36EC-A671193ECD9A}"/>
          </ac:spMkLst>
        </pc:spChg>
        <pc:spChg chg="add mod">
          <ac:chgData name="Sergio Molina" userId="20636364146_tp_box_2" providerId="OAuth2" clId="{44CDD4FA-DF07-4B69-BC01-0B2B69272B43}" dt="2026-07-09T22:36:12.018" v="522" actId="1076"/>
          <ac:spMkLst>
            <pc:docMk/>
            <pc:sldMk cId="2291240178" sldId="805"/>
            <ac:spMk id="11" creationId="{36BB22A0-C245-4C4E-2A37-826D557DDC04}"/>
          </ac:spMkLst>
        </pc:spChg>
        <pc:picChg chg="del">
          <ac:chgData name="Sergio Molina" userId="20636364146_tp_box_2" providerId="OAuth2" clId="{44CDD4FA-DF07-4B69-BC01-0B2B69272B43}" dt="2026-07-09T22:34:59.194" v="437" actId="478"/>
          <ac:picMkLst>
            <pc:docMk/>
            <pc:sldMk cId="2291240178" sldId="805"/>
            <ac:picMk id="6" creationId="{467589A3-CDFF-8225-0482-6AF8A9802399}"/>
          </ac:picMkLst>
        </pc:picChg>
        <pc:picChg chg="add mod ord">
          <ac:chgData name="Sergio Molina" userId="20636364146_tp_box_2" providerId="OAuth2" clId="{44CDD4FA-DF07-4B69-BC01-0B2B69272B43}" dt="2026-07-09T22:35:06.118" v="442" actId="14100"/>
          <ac:picMkLst>
            <pc:docMk/>
            <pc:sldMk cId="2291240178" sldId="805"/>
            <ac:picMk id="8" creationId="{147ED191-5099-ACFD-1D18-E882284C4B84}"/>
          </ac:picMkLst>
        </pc:picChg>
      </pc:sldChg>
      <pc:sldChg chg="modSp del mod">
        <pc:chgData name="Sergio Molina" userId="20636364146_tp_box_2" providerId="OAuth2" clId="{44CDD4FA-DF07-4B69-BC01-0B2B69272B43}" dt="2026-07-09T22:36:28.145" v="524" actId="47"/>
        <pc:sldMkLst>
          <pc:docMk/>
          <pc:sldMk cId="719996524" sldId="807"/>
        </pc:sldMkLst>
        <pc:spChg chg="mod">
          <ac:chgData name="Sergio Molina" userId="20636364146_tp_box_2" providerId="OAuth2" clId="{44CDD4FA-DF07-4B69-BC01-0B2B69272B43}" dt="2026-07-09T22:35:25.786" v="449" actId="20577"/>
          <ac:spMkLst>
            <pc:docMk/>
            <pc:sldMk cId="719996524" sldId="807"/>
            <ac:spMk id="15" creationId="{C523069B-B61E-C9EF-3E3D-DB9CDECEEDE8}"/>
          </ac:spMkLst>
        </pc:spChg>
      </pc:sldChg>
      <pc:sldChg chg="addSp delSp modSp mod">
        <pc:chgData name="Sergio Molina" userId="20636364146_tp_box_2" providerId="OAuth2" clId="{44CDD4FA-DF07-4B69-BC01-0B2B69272B43}" dt="2026-07-10T19:16:21.214" v="691" actId="1076"/>
        <pc:sldMkLst>
          <pc:docMk/>
          <pc:sldMk cId="1589903578" sldId="808"/>
        </pc:sldMkLst>
        <pc:spChg chg="mod">
          <ac:chgData name="Sergio Molina" userId="20636364146_tp_box_2" providerId="OAuth2" clId="{44CDD4FA-DF07-4B69-BC01-0B2B69272B43}" dt="2026-07-09T22:46:09.939" v="577" actId="20577"/>
          <ac:spMkLst>
            <pc:docMk/>
            <pc:sldMk cId="1589903578" sldId="808"/>
            <ac:spMk id="8" creationId="{8007961C-E9D7-B14E-1F2A-C26C2198D1FD}"/>
          </ac:spMkLst>
        </pc:spChg>
        <pc:spChg chg="mod">
          <ac:chgData name="Sergio Molina" userId="20636364146_tp_box_2" providerId="OAuth2" clId="{44CDD4FA-DF07-4B69-BC01-0B2B69272B43}" dt="2026-07-09T22:46:01.650" v="571" actId="20577"/>
          <ac:spMkLst>
            <pc:docMk/>
            <pc:sldMk cId="1589903578" sldId="808"/>
            <ac:spMk id="10" creationId="{84B82216-39DE-1827-D694-6F0AE2BA35C1}"/>
          </ac:spMkLst>
        </pc:spChg>
        <pc:spChg chg="mod">
          <ac:chgData name="Sergio Molina" userId="20636364146_tp_box_2" providerId="OAuth2" clId="{44CDD4FA-DF07-4B69-BC01-0B2B69272B43}" dt="2026-07-09T22:46:04.267" v="573" actId="20577"/>
          <ac:spMkLst>
            <pc:docMk/>
            <pc:sldMk cId="1589903578" sldId="808"/>
            <ac:spMk id="12" creationId="{E527ACEF-C3EC-EEC7-D946-0963747C388B}"/>
          </ac:spMkLst>
        </pc:spChg>
        <pc:spChg chg="mod">
          <ac:chgData name="Sergio Molina" userId="20636364146_tp_box_2" providerId="OAuth2" clId="{44CDD4FA-DF07-4B69-BC01-0B2B69272B43}" dt="2026-07-09T22:46:06.810" v="575" actId="20577"/>
          <ac:spMkLst>
            <pc:docMk/>
            <pc:sldMk cId="1589903578" sldId="808"/>
            <ac:spMk id="13" creationId="{EE374DB2-F3C7-10E7-ECC0-76023E219812}"/>
          </ac:spMkLst>
        </pc:spChg>
        <pc:picChg chg="add del mod ord">
          <ac:chgData name="Sergio Molina" userId="20636364146_tp_box_2" providerId="OAuth2" clId="{44CDD4FA-DF07-4B69-BC01-0B2B69272B43}" dt="2026-07-10T19:16:16.275" v="687" actId="478"/>
          <ac:picMkLst>
            <pc:docMk/>
            <pc:sldMk cId="1589903578" sldId="808"/>
            <ac:picMk id="6" creationId="{815719EC-F1E4-67F2-EA91-1F4794897E49}"/>
          </ac:picMkLst>
        </pc:picChg>
        <pc:picChg chg="del mod">
          <ac:chgData name="Sergio Molina" userId="20636364146_tp_box_2" providerId="OAuth2" clId="{44CDD4FA-DF07-4B69-BC01-0B2B69272B43}" dt="2026-07-09T22:45:42.721" v="563" actId="478"/>
          <ac:picMkLst>
            <pc:docMk/>
            <pc:sldMk cId="1589903578" sldId="808"/>
            <ac:picMk id="7" creationId="{377078EC-4E24-BB93-98ED-CF1F1D7E2D16}"/>
          </ac:picMkLst>
        </pc:picChg>
        <pc:picChg chg="add mod ord">
          <ac:chgData name="Sergio Molina" userId="20636364146_tp_box_2" providerId="OAuth2" clId="{44CDD4FA-DF07-4B69-BC01-0B2B69272B43}" dt="2026-07-10T19:16:21.214" v="691" actId="1076"/>
          <ac:picMkLst>
            <pc:docMk/>
            <pc:sldMk cId="1589903578" sldId="808"/>
            <ac:picMk id="7" creationId="{B8B67E6A-4B46-1B4E-4CD6-409E1D4830EA}"/>
          </ac:picMkLst>
        </pc:picChg>
      </pc:sldChg>
      <pc:sldChg chg="addSp delSp modSp mod">
        <pc:chgData name="Sergio Molina" userId="20636364146_tp_box_2" providerId="OAuth2" clId="{44CDD4FA-DF07-4B69-BC01-0B2B69272B43}" dt="2026-07-10T19:16:46.360" v="696" actId="1076"/>
        <pc:sldMkLst>
          <pc:docMk/>
          <pc:sldMk cId="3603965970" sldId="809"/>
        </pc:sldMkLst>
        <pc:spChg chg="mod">
          <ac:chgData name="Sergio Molina" userId="20636364146_tp_box_2" providerId="OAuth2" clId="{44CDD4FA-DF07-4B69-BC01-0B2B69272B43}" dt="2026-07-09T22:46:48.874" v="586" actId="20577"/>
          <ac:spMkLst>
            <pc:docMk/>
            <pc:sldMk cId="3603965970" sldId="809"/>
            <ac:spMk id="12" creationId="{7F76E456-26E4-2DF0-C2D9-0B235CC8061F}"/>
          </ac:spMkLst>
        </pc:spChg>
        <pc:spChg chg="mod">
          <ac:chgData name="Sergio Molina" userId="20636364146_tp_box_2" providerId="OAuth2" clId="{44CDD4FA-DF07-4B69-BC01-0B2B69272B43}" dt="2026-07-09T22:47:00.877" v="591" actId="1076"/>
          <ac:spMkLst>
            <pc:docMk/>
            <pc:sldMk cId="3603965970" sldId="809"/>
            <ac:spMk id="13" creationId="{2C2D098C-9CC8-6D02-7782-93B94650D5D5}"/>
          </ac:spMkLst>
        </pc:spChg>
        <pc:picChg chg="add mod ord">
          <ac:chgData name="Sergio Molina" userId="20636364146_tp_box_2" providerId="OAuth2" clId="{44CDD4FA-DF07-4B69-BC01-0B2B69272B43}" dt="2026-07-10T19:16:46.360" v="696" actId="1076"/>
          <ac:picMkLst>
            <pc:docMk/>
            <pc:sldMk cId="3603965970" sldId="809"/>
            <ac:picMk id="6" creationId="{2194D3A6-2B8D-EF4E-649E-183FFF74C555}"/>
          </ac:picMkLst>
        </pc:picChg>
        <pc:picChg chg="del">
          <ac:chgData name="Sergio Molina" userId="20636364146_tp_box_2" providerId="OAuth2" clId="{44CDD4FA-DF07-4B69-BC01-0B2B69272B43}" dt="2026-07-09T22:46:36.578" v="578" actId="478"/>
          <ac:picMkLst>
            <pc:docMk/>
            <pc:sldMk cId="3603965970" sldId="809"/>
            <ac:picMk id="6" creationId="{7005E18E-C108-ADBB-114A-44E484D3F075}"/>
          </ac:picMkLst>
        </pc:picChg>
        <pc:picChg chg="add del mod ord">
          <ac:chgData name="Sergio Molina" userId="20636364146_tp_box_2" providerId="OAuth2" clId="{44CDD4FA-DF07-4B69-BC01-0B2B69272B43}" dt="2026-07-10T19:16:41.303" v="692" actId="478"/>
          <ac:picMkLst>
            <pc:docMk/>
            <pc:sldMk cId="3603965970" sldId="809"/>
            <ac:picMk id="7" creationId="{6654ACAB-3F10-4C01-6EA1-1BE15377DE93}"/>
          </ac:picMkLst>
        </pc:picChg>
      </pc:sldChg>
      <pc:sldChg chg="addSp delSp modSp mod">
        <pc:chgData name="Sergio Molina" userId="20636364146_tp_box_2" providerId="OAuth2" clId="{44CDD4FA-DF07-4B69-BC01-0B2B69272B43}" dt="2026-07-09T22:55:07.301" v="601" actId="20577"/>
        <pc:sldMkLst>
          <pc:docMk/>
          <pc:sldMk cId="4071486658" sldId="810"/>
        </pc:sldMkLst>
        <pc:spChg chg="mod">
          <ac:chgData name="Sergio Molina" userId="20636364146_tp_box_2" providerId="OAuth2" clId="{44CDD4FA-DF07-4B69-BC01-0B2B69272B43}" dt="2026-07-09T22:55:04.150" v="599" actId="20577"/>
          <ac:spMkLst>
            <pc:docMk/>
            <pc:sldMk cId="4071486658" sldId="810"/>
            <ac:spMk id="12" creationId="{3679D1FE-85E8-A969-536B-8DC019E8F7B6}"/>
          </ac:spMkLst>
        </pc:spChg>
        <pc:spChg chg="mod">
          <ac:chgData name="Sergio Molina" userId="20636364146_tp_box_2" providerId="OAuth2" clId="{44CDD4FA-DF07-4B69-BC01-0B2B69272B43}" dt="2026-07-09T22:55:07.301" v="601" actId="20577"/>
          <ac:spMkLst>
            <pc:docMk/>
            <pc:sldMk cId="4071486658" sldId="810"/>
            <ac:spMk id="13" creationId="{21E3335B-D177-418B-6FAB-282267AE9AB4}"/>
          </ac:spMkLst>
        </pc:spChg>
        <pc:picChg chg="del">
          <ac:chgData name="Sergio Molina" userId="20636364146_tp_box_2" providerId="OAuth2" clId="{44CDD4FA-DF07-4B69-BC01-0B2B69272B43}" dt="2026-07-09T22:54:49.732" v="592" actId="478"/>
          <ac:picMkLst>
            <pc:docMk/>
            <pc:sldMk cId="4071486658" sldId="810"/>
            <ac:picMk id="6" creationId="{09F6A48A-70E8-DDE9-EE3A-8DB658AF8CD2}"/>
          </ac:picMkLst>
        </pc:picChg>
        <pc:picChg chg="add mod ord">
          <ac:chgData name="Sergio Molina" userId="20636364146_tp_box_2" providerId="OAuth2" clId="{44CDD4FA-DF07-4B69-BC01-0B2B69272B43}" dt="2026-07-09T22:54:54.660" v="596" actId="1076"/>
          <ac:picMkLst>
            <pc:docMk/>
            <pc:sldMk cId="4071486658" sldId="810"/>
            <ac:picMk id="7" creationId="{70B6EAB7-1EB4-AE10-1397-21DA4A4381A3}"/>
          </ac:picMkLst>
        </pc:picChg>
      </pc:sldChg>
      <pc:sldChg chg="addSp delSp modSp mod">
        <pc:chgData name="Sergio Molina" userId="20636364146_tp_box_2" providerId="OAuth2" clId="{44CDD4FA-DF07-4B69-BC01-0B2B69272B43}" dt="2026-07-10T19:17:47.356" v="706" actId="1076"/>
        <pc:sldMkLst>
          <pc:docMk/>
          <pc:sldMk cId="3157142613" sldId="811"/>
        </pc:sldMkLst>
        <pc:picChg chg="add mod ord">
          <ac:chgData name="Sergio Molina" userId="20636364146_tp_box_2" providerId="OAuth2" clId="{44CDD4FA-DF07-4B69-BC01-0B2B69272B43}" dt="2026-07-10T19:17:47.356" v="706" actId="1076"/>
          <ac:picMkLst>
            <pc:docMk/>
            <pc:sldMk cId="3157142613" sldId="811"/>
            <ac:picMk id="6" creationId="{8E7C9EA0-CB3E-77F7-13E4-DF4CC5C8FA59}"/>
          </ac:picMkLst>
        </pc:picChg>
        <pc:picChg chg="del">
          <ac:chgData name="Sergio Molina" userId="20636364146_tp_box_2" providerId="OAuth2" clId="{44CDD4FA-DF07-4B69-BC01-0B2B69272B43}" dt="2026-07-10T19:17:41.857" v="702" actId="478"/>
          <ac:picMkLst>
            <pc:docMk/>
            <pc:sldMk cId="3157142613" sldId="811"/>
            <ac:picMk id="8" creationId="{8EE2EB56-4995-16CE-7B9D-1A0F19F8B5E3}"/>
          </ac:picMkLst>
        </pc:picChg>
      </pc:sldChg>
      <pc:sldChg chg="addSp delSp modSp mod">
        <pc:chgData name="Sergio Molina" userId="20636364146_tp_box_2" providerId="OAuth2" clId="{44CDD4FA-DF07-4B69-BC01-0B2B69272B43}" dt="2026-07-10T19:20:20.961" v="725" actId="1076"/>
        <pc:sldMkLst>
          <pc:docMk/>
          <pc:sldMk cId="544308182" sldId="816"/>
        </pc:sldMkLst>
        <pc:spChg chg="mod">
          <ac:chgData name="Sergio Molina" userId="20636364146_tp_box_2" providerId="OAuth2" clId="{44CDD4FA-DF07-4B69-BC01-0B2B69272B43}" dt="2026-07-10T19:19:54.190" v="718" actId="1076"/>
          <ac:spMkLst>
            <pc:docMk/>
            <pc:sldMk cId="544308182" sldId="816"/>
            <ac:spMk id="10" creationId="{705E6CC4-2649-F6E8-AD36-1555BB223D69}"/>
          </ac:spMkLst>
        </pc:spChg>
        <pc:spChg chg="mod">
          <ac:chgData name="Sergio Molina" userId="20636364146_tp_box_2" providerId="OAuth2" clId="{44CDD4FA-DF07-4B69-BC01-0B2B69272B43}" dt="2026-07-10T19:20:05.081" v="721" actId="1076"/>
          <ac:spMkLst>
            <pc:docMk/>
            <pc:sldMk cId="544308182" sldId="816"/>
            <ac:spMk id="13" creationId="{54B23B4C-B45E-AF02-1331-3315B8D782E7}"/>
          </ac:spMkLst>
        </pc:spChg>
        <pc:spChg chg="mod">
          <ac:chgData name="Sergio Molina" userId="20636364146_tp_box_2" providerId="OAuth2" clId="{44CDD4FA-DF07-4B69-BC01-0B2B69272B43}" dt="2026-07-10T19:20:11.727" v="723" actId="1076"/>
          <ac:spMkLst>
            <pc:docMk/>
            <pc:sldMk cId="544308182" sldId="816"/>
            <ac:spMk id="16" creationId="{8B75EAB9-04BC-C083-7F28-31171EE05996}"/>
          </ac:spMkLst>
        </pc:spChg>
        <pc:spChg chg="mod">
          <ac:chgData name="Sergio Molina" userId="20636364146_tp_box_2" providerId="OAuth2" clId="{44CDD4FA-DF07-4B69-BC01-0B2B69272B43}" dt="2026-07-10T19:20:16.034" v="724" actId="1076"/>
          <ac:spMkLst>
            <pc:docMk/>
            <pc:sldMk cId="544308182" sldId="816"/>
            <ac:spMk id="19" creationId="{CDEE626F-472E-C3ED-7A35-DE1D19B62C34}"/>
          </ac:spMkLst>
        </pc:spChg>
        <pc:spChg chg="mod">
          <ac:chgData name="Sergio Molina" userId="20636364146_tp_box_2" providerId="OAuth2" clId="{44CDD4FA-DF07-4B69-BC01-0B2B69272B43}" dt="2026-07-10T19:20:20.961" v="725" actId="1076"/>
          <ac:spMkLst>
            <pc:docMk/>
            <pc:sldMk cId="544308182" sldId="816"/>
            <ac:spMk id="21" creationId="{CFA78A6A-90D0-1A7E-5EF9-BCA1069690A0}"/>
          </ac:spMkLst>
        </pc:spChg>
        <pc:spChg chg="del">
          <ac:chgData name="Sergio Molina" userId="20636364146_tp_box_2" providerId="OAuth2" clId="{44CDD4FA-DF07-4B69-BC01-0B2B69272B43}" dt="2026-07-10T19:19:20.977" v="712" actId="478"/>
          <ac:spMkLst>
            <pc:docMk/>
            <pc:sldMk cId="544308182" sldId="816"/>
            <ac:spMk id="23" creationId="{F88171E5-FB9B-0C4B-F5F4-C01EFDD4B9B2}"/>
          </ac:spMkLst>
        </pc:spChg>
        <pc:picChg chg="del">
          <ac:chgData name="Sergio Molina" userId="20636364146_tp_box_2" providerId="OAuth2" clId="{44CDD4FA-DF07-4B69-BC01-0B2B69272B43}" dt="2026-07-10T19:19:11.202" v="707" actId="478"/>
          <ac:picMkLst>
            <pc:docMk/>
            <pc:sldMk cId="544308182" sldId="816"/>
            <ac:picMk id="6" creationId="{344B309F-BD4E-0775-A4E8-8A519A753217}"/>
          </ac:picMkLst>
        </pc:picChg>
        <pc:picChg chg="add mod ord">
          <ac:chgData name="Sergio Molina" userId="20636364146_tp_box_2" providerId="OAuth2" clId="{44CDD4FA-DF07-4B69-BC01-0B2B69272B43}" dt="2026-07-10T19:19:17.893" v="711" actId="1076"/>
          <ac:picMkLst>
            <pc:docMk/>
            <pc:sldMk cId="544308182" sldId="816"/>
            <ac:picMk id="8" creationId="{EDB1C85E-2F69-32D1-6E8C-39C08700731E}"/>
          </ac:picMkLst>
        </pc:picChg>
      </pc:sldChg>
      <pc:sldChg chg="addSp delSp modSp mod">
        <pc:chgData name="Sergio Molina" userId="20636364146_tp_box_2" providerId="OAuth2" clId="{44CDD4FA-DF07-4B69-BC01-0B2B69272B43}" dt="2026-07-10T19:21:27.782" v="732" actId="1076"/>
        <pc:sldMkLst>
          <pc:docMk/>
          <pc:sldMk cId="2823586698" sldId="817"/>
        </pc:sldMkLst>
        <pc:spChg chg="mod">
          <ac:chgData name="Sergio Molina" userId="20636364146_tp_box_2" providerId="OAuth2" clId="{44CDD4FA-DF07-4B69-BC01-0B2B69272B43}" dt="2026-07-10T19:21:25.670" v="731" actId="1076"/>
          <ac:spMkLst>
            <pc:docMk/>
            <pc:sldMk cId="2823586698" sldId="817"/>
            <ac:spMk id="21" creationId="{4BE0F3C4-5FEC-BC5A-0714-41824F6B09A7}"/>
          </ac:spMkLst>
        </pc:spChg>
        <pc:spChg chg="mod">
          <ac:chgData name="Sergio Molina" userId="20636364146_tp_box_2" providerId="OAuth2" clId="{44CDD4FA-DF07-4B69-BC01-0B2B69272B43}" dt="2026-07-10T19:21:27.782" v="732" actId="1076"/>
          <ac:spMkLst>
            <pc:docMk/>
            <pc:sldMk cId="2823586698" sldId="817"/>
            <ac:spMk id="27" creationId="{0AA60C4F-356D-4845-01CA-4F467DCECD2A}"/>
          </ac:spMkLst>
        </pc:spChg>
        <pc:picChg chg="add mod ord">
          <ac:chgData name="Sergio Molina" userId="20636364146_tp_box_2" providerId="OAuth2" clId="{44CDD4FA-DF07-4B69-BC01-0B2B69272B43}" dt="2026-07-10T19:21:19.918" v="730" actId="1076"/>
          <ac:picMkLst>
            <pc:docMk/>
            <pc:sldMk cId="2823586698" sldId="817"/>
            <ac:picMk id="6" creationId="{D23D2A78-C25E-46AB-B59F-55A85588B180}"/>
          </ac:picMkLst>
        </pc:picChg>
        <pc:picChg chg="del">
          <ac:chgData name="Sergio Molina" userId="20636364146_tp_box_2" providerId="OAuth2" clId="{44CDD4FA-DF07-4B69-BC01-0B2B69272B43}" dt="2026-07-10T19:21:14.765" v="726" actId="478"/>
          <ac:picMkLst>
            <pc:docMk/>
            <pc:sldMk cId="2823586698" sldId="817"/>
            <ac:picMk id="7" creationId="{B3A60C41-2A25-3F4D-9A53-34AF5850975A}"/>
          </ac:picMkLst>
        </pc:picChg>
      </pc:sldChg>
      <pc:sldChg chg="addSp delSp modSp mod">
        <pc:chgData name="Sergio Molina" userId="20636364146_tp_box_2" providerId="OAuth2" clId="{44CDD4FA-DF07-4B69-BC01-0B2B69272B43}" dt="2026-07-10T19:21:54.540" v="738" actId="1076"/>
        <pc:sldMkLst>
          <pc:docMk/>
          <pc:sldMk cId="3107424892" sldId="818"/>
        </pc:sldMkLst>
        <pc:spChg chg="mod">
          <ac:chgData name="Sergio Molina" userId="20636364146_tp_box_2" providerId="OAuth2" clId="{44CDD4FA-DF07-4B69-BC01-0B2B69272B43}" dt="2026-07-10T19:21:54.540" v="738" actId="1076"/>
          <ac:spMkLst>
            <pc:docMk/>
            <pc:sldMk cId="3107424892" sldId="818"/>
            <ac:spMk id="21" creationId="{06DA83C7-17B8-A905-5C33-84B21F8AF119}"/>
          </ac:spMkLst>
        </pc:spChg>
        <pc:picChg chg="del">
          <ac:chgData name="Sergio Molina" userId="20636364146_tp_box_2" providerId="OAuth2" clId="{44CDD4FA-DF07-4B69-BC01-0B2B69272B43}" dt="2026-07-10T19:21:46.182" v="733" actId="478"/>
          <ac:picMkLst>
            <pc:docMk/>
            <pc:sldMk cId="3107424892" sldId="818"/>
            <ac:picMk id="6" creationId="{1D043D1F-5CE1-A432-E8C3-FC14B159A13D}"/>
          </ac:picMkLst>
        </pc:picChg>
        <pc:picChg chg="add mod ord">
          <ac:chgData name="Sergio Molina" userId="20636364146_tp_box_2" providerId="OAuth2" clId="{44CDD4FA-DF07-4B69-BC01-0B2B69272B43}" dt="2026-07-10T19:21:51.193" v="737" actId="1076"/>
          <ac:picMkLst>
            <pc:docMk/>
            <pc:sldMk cId="3107424892" sldId="818"/>
            <ac:picMk id="7" creationId="{6AE61FCE-445F-6F34-9FE1-1AE894AF8AE9}"/>
          </ac:picMkLst>
        </pc:picChg>
      </pc:sldChg>
      <pc:sldChg chg="addSp delSp modSp mod">
        <pc:chgData name="Sergio Molina" userId="20636364146_tp_box_2" providerId="OAuth2" clId="{44CDD4FA-DF07-4B69-BC01-0B2B69272B43}" dt="2026-07-10T19:23:11.062" v="745" actId="1076"/>
        <pc:sldMkLst>
          <pc:docMk/>
          <pc:sldMk cId="2588596616" sldId="819"/>
        </pc:sldMkLst>
        <pc:spChg chg="mod">
          <ac:chgData name="Sergio Molina" userId="20636364146_tp_box_2" providerId="OAuth2" clId="{44CDD4FA-DF07-4B69-BC01-0B2B69272B43}" dt="2026-07-10T19:22:22.271" v="740" actId="21"/>
          <ac:spMkLst>
            <pc:docMk/>
            <pc:sldMk cId="2588596616" sldId="819"/>
            <ac:spMk id="28" creationId="{E61A7DE2-8049-46B6-134B-C06ABD8C59DE}"/>
          </ac:spMkLst>
        </pc:spChg>
        <pc:picChg chg="del">
          <ac:chgData name="Sergio Molina" userId="20636364146_tp_box_2" providerId="OAuth2" clId="{44CDD4FA-DF07-4B69-BC01-0B2B69272B43}" dt="2026-07-10T19:23:05.179" v="741" actId="478"/>
          <ac:picMkLst>
            <pc:docMk/>
            <pc:sldMk cId="2588596616" sldId="819"/>
            <ac:picMk id="6" creationId="{ED89843E-2F81-F0C2-5DFD-C481513CA854}"/>
          </ac:picMkLst>
        </pc:picChg>
        <pc:picChg chg="add mod ord">
          <ac:chgData name="Sergio Molina" userId="20636364146_tp_box_2" providerId="OAuth2" clId="{44CDD4FA-DF07-4B69-BC01-0B2B69272B43}" dt="2026-07-10T19:23:11.062" v="745" actId="1076"/>
          <ac:picMkLst>
            <pc:docMk/>
            <pc:sldMk cId="2588596616" sldId="819"/>
            <ac:picMk id="7" creationId="{D7B8CC3D-7B54-55BF-7FDC-219470C40835}"/>
          </ac:picMkLst>
        </pc:picChg>
      </pc:sldChg>
      <pc:sldChg chg="addSp delSp modSp mod">
        <pc:chgData name="Sergio Molina" userId="20636364146_tp_box_2" providerId="OAuth2" clId="{44CDD4FA-DF07-4B69-BC01-0B2B69272B43}" dt="2026-07-10T19:24:15.867" v="753" actId="1076"/>
        <pc:sldMkLst>
          <pc:docMk/>
          <pc:sldMk cId="106005744" sldId="820"/>
        </pc:sldMkLst>
        <pc:spChg chg="mod">
          <ac:chgData name="Sergio Molina" userId="20636364146_tp_box_2" providerId="OAuth2" clId="{44CDD4FA-DF07-4B69-BC01-0B2B69272B43}" dt="2026-07-10T19:24:12.727" v="752" actId="1076"/>
          <ac:spMkLst>
            <pc:docMk/>
            <pc:sldMk cId="106005744" sldId="820"/>
            <ac:spMk id="13" creationId="{41839D65-103F-AABF-D31F-8994440FECC3}"/>
          </ac:spMkLst>
        </pc:spChg>
        <pc:spChg chg="mod">
          <ac:chgData name="Sergio Molina" userId="20636364146_tp_box_2" providerId="OAuth2" clId="{44CDD4FA-DF07-4B69-BC01-0B2B69272B43}" dt="2026-07-10T19:24:15.867" v="753" actId="1076"/>
          <ac:spMkLst>
            <pc:docMk/>
            <pc:sldMk cId="106005744" sldId="820"/>
            <ac:spMk id="17" creationId="{1596F49B-91BB-49A0-8B4C-AA6F090E19EA}"/>
          </ac:spMkLst>
        </pc:spChg>
        <pc:spChg chg="mod">
          <ac:chgData name="Sergio Molina" userId="20636364146_tp_box_2" providerId="OAuth2" clId="{44CDD4FA-DF07-4B69-BC01-0B2B69272B43}" dt="2026-07-10T19:24:09.188" v="751" actId="1076"/>
          <ac:spMkLst>
            <pc:docMk/>
            <pc:sldMk cId="106005744" sldId="820"/>
            <ac:spMk id="21" creationId="{549336C2-71C4-9EDE-3883-A82D9BEF4D98}"/>
          </ac:spMkLst>
        </pc:spChg>
        <pc:picChg chg="add mod ord">
          <ac:chgData name="Sergio Molina" userId="20636364146_tp_box_2" providerId="OAuth2" clId="{44CDD4FA-DF07-4B69-BC01-0B2B69272B43}" dt="2026-07-10T19:24:00.154" v="750" actId="1076"/>
          <ac:picMkLst>
            <pc:docMk/>
            <pc:sldMk cId="106005744" sldId="820"/>
            <ac:picMk id="6" creationId="{EF4FFD32-AFAE-D819-2FDE-AFA390B479F7}"/>
          </ac:picMkLst>
        </pc:picChg>
        <pc:picChg chg="del">
          <ac:chgData name="Sergio Molina" userId="20636364146_tp_box_2" providerId="OAuth2" clId="{44CDD4FA-DF07-4B69-BC01-0B2B69272B43}" dt="2026-07-10T19:23:54.962" v="746" actId="478"/>
          <ac:picMkLst>
            <pc:docMk/>
            <pc:sldMk cId="106005744" sldId="820"/>
            <ac:picMk id="8" creationId="{E6746E35-705A-1182-4337-034CCB29CE81}"/>
          </ac:picMkLst>
        </pc:picChg>
      </pc:sldChg>
      <pc:sldChg chg="addSp delSp modSp mod">
        <pc:chgData name="Sergio Molina" userId="20636364146_tp_box_2" providerId="OAuth2" clId="{44CDD4FA-DF07-4B69-BC01-0B2B69272B43}" dt="2026-07-10T19:24:47.993" v="758" actId="1076"/>
        <pc:sldMkLst>
          <pc:docMk/>
          <pc:sldMk cId="2437656700" sldId="821"/>
        </pc:sldMkLst>
        <pc:picChg chg="del">
          <ac:chgData name="Sergio Molina" userId="20636364146_tp_box_2" providerId="OAuth2" clId="{44CDD4FA-DF07-4B69-BC01-0B2B69272B43}" dt="2026-07-10T19:24:43.478" v="754" actId="478"/>
          <ac:picMkLst>
            <pc:docMk/>
            <pc:sldMk cId="2437656700" sldId="821"/>
            <ac:picMk id="6" creationId="{4841FD76-1F28-3F7C-D531-575BB76F641A}"/>
          </ac:picMkLst>
        </pc:picChg>
        <pc:picChg chg="add mod ord">
          <ac:chgData name="Sergio Molina" userId="20636364146_tp_box_2" providerId="OAuth2" clId="{44CDD4FA-DF07-4B69-BC01-0B2B69272B43}" dt="2026-07-10T19:24:47.993" v="758" actId="1076"/>
          <ac:picMkLst>
            <pc:docMk/>
            <pc:sldMk cId="2437656700" sldId="821"/>
            <ac:picMk id="7" creationId="{36CA7CF0-A23A-E7EC-67C1-30C3C5E4A967}"/>
          </ac:picMkLst>
        </pc:picChg>
      </pc:sldChg>
      <pc:sldChg chg="addSp delSp modSp mod">
        <pc:chgData name="Sergio Molina" userId="20636364146_tp_box_2" providerId="OAuth2" clId="{44CDD4FA-DF07-4B69-BC01-0B2B69272B43}" dt="2026-07-10T19:27:27.741" v="771" actId="478"/>
        <pc:sldMkLst>
          <pc:docMk/>
          <pc:sldMk cId="2720864833" sldId="822"/>
        </pc:sldMkLst>
        <pc:spChg chg="del mod">
          <ac:chgData name="Sergio Molina" userId="20636364146_tp_box_2" providerId="OAuth2" clId="{44CDD4FA-DF07-4B69-BC01-0B2B69272B43}" dt="2026-07-10T19:27:27.741" v="771" actId="478"/>
          <ac:spMkLst>
            <pc:docMk/>
            <pc:sldMk cId="2720864833" sldId="822"/>
            <ac:spMk id="10" creationId="{118F5B3F-56E0-8047-8840-FB5425516D06}"/>
          </ac:spMkLst>
        </pc:spChg>
        <pc:spChg chg="del">
          <ac:chgData name="Sergio Molina" userId="20636364146_tp_box_2" providerId="OAuth2" clId="{44CDD4FA-DF07-4B69-BC01-0B2B69272B43}" dt="2026-07-10T19:27:15.506" v="764" actId="478"/>
          <ac:spMkLst>
            <pc:docMk/>
            <pc:sldMk cId="2720864833" sldId="822"/>
            <ac:spMk id="12" creationId="{0B0D537E-6332-4633-EAC4-0B5B42C13453}"/>
          </ac:spMkLst>
        </pc:spChg>
        <pc:picChg chg="add del mod ord">
          <ac:chgData name="Sergio Molina" userId="20636364146_tp_box_2" providerId="OAuth2" clId="{44CDD4FA-DF07-4B69-BC01-0B2B69272B43}" dt="2026-07-10T19:27:15.506" v="764" actId="478"/>
          <ac:picMkLst>
            <pc:docMk/>
            <pc:sldMk cId="2720864833" sldId="822"/>
            <ac:picMk id="6" creationId="{7885FA1C-B71D-FFC6-499F-274EF508B14A}"/>
          </ac:picMkLst>
        </pc:picChg>
        <pc:picChg chg="del">
          <ac:chgData name="Sergio Molina" userId="20636364146_tp_box_2" providerId="OAuth2" clId="{44CDD4FA-DF07-4B69-BC01-0B2B69272B43}" dt="2026-07-10T19:26:44.419" v="759" actId="478"/>
          <ac:picMkLst>
            <pc:docMk/>
            <pc:sldMk cId="2720864833" sldId="822"/>
            <ac:picMk id="8" creationId="{457F3D60-70FE-B12E-172C-2DB2F3811139}"/>
          </ac:picMkLst>
        </pc:picChg>
        <pc:picChg chg="add mod ord">
          <ac:chgData name="Sergio Molina" userId="20636364146_tp_box_2" providerId="OAuth2" clId="{44CDD4FA-DF07-4B69-BC01-0B2B69272B43}" dt="2026-07-10T19:27:20.944" v="769" actId="14100"/>
          <ac:picMkLst>
            <pc:docMk/>
            <pc:sldMk cId="2720864833" sldId="822"/>
            <ac:picMk id="11" creationId="{C3785A9C-C869-8190-B373-5D28B271012E}"/>
          </ac:picMkLst>
        </pc:picChg>
      </pc:sldChg>
      <pc:sldChg chg="addSp delSp modSp mod">
        <pc:chgData name="Sergio Molina" userId="20636364146_tp_box_2" providerId="OAuth2" clId="{44CDD4FA-DF07-4B69-BC01-0B2B69272B43}" dt="2026-07-10T19:28:30.224" v="776" actId="1076"/>
        <pc:sldMkLst>
          <pc:docMk/>
          <pc:sldMk cId="2637500661" sldId="823"/>
        </pc:sldMkLst>
        <pc:picChg chg="del">
          <ac:chgData name="Sergio Molina" userId="20636364146_tp_box_2" providerId="OAuth2" clId="{44CDD4FA-DF07-4B69-BC01-0B2B69272B43}" dt="2026-07-10T19:28:25.924" v="772" actId="478"/>
          <ac:picMkLst>
            <pc:docMk/>
            <pc:sldMk cId="2637500661" sldId="823"/>
            <ac:picMk id="6" creationId="{B760E114-9DB2-CB28-713A-71659CB9D687}"/>
          </ac:picMkLst>
        </pc:picChg>
        <pc:picChg chg="add mod ord">
          <ac:chgData name="Sergio Molina" userId="20636364146_tp_box_2" providerId="OAuth2" clId="{44CDD4FA-DF07-4B69-BC01-0B2B69272B43}" dt="2026-07-10T19:28:30.224" v="776" actId="1076"/>
          <ac:picMkLst>
            <pc:docMk/>
            <pc:sldMk cId="2637500661" sldId="823"/>
            <ac:picMk id="7" creationId="{DB3C30E6-2B9E-BEC4-9071-2A0F6744F286}"/>
          </ac:picMkLst>
        </pc:picChg>
      </pc:sldChg>
      <pc:sldChg chg="addSp delSp modSp mod">
        <pc:chgData name="Sergio Molina" userId="20636364146_tp_box_2" providerId="OAuth2" clId="{44CDD4FA-DF07-4B69-BC01-0B2B69272B43}" dt="2026-07-10T20:37:32.449" v="1173" actId="1076"/>
        <pc:sldMkLst>
          <pc:docMk/>
          <pc:sldMk cId="274885458" sldId="824"/>
        </pc:sldMkLst>
        <pc:picChg chg="add mod ord">
          <ac:chgData name="Sergio Molina" userId="20636364146_tp_box_2" providerId="OAuth2" clId="{44CDD4FA-DF07-4B69-BC01-0B2B69272B43}" dt="2026-07-10T20:37:32.449" v="1173" actId="1076"/>
          <ac:picMkLst>
            <pc:docMk/>
            <pc:sldMk cId="274885458" sldId="824"/>
            <ac:picMk id="7" creationId="{D4F96A9B-0805-98B4-367E-0D7574F113CA}"/>
          </ac:picMkLst>
        </pc:picChg>
        <pc:picChg chg="del">
          <ac:chgData name="Sergio Molina" userId="20636364146_tp_box_2" providerId="OAuth2" clId="{44CDD4FA-DF07-4B69-BC01-0B2B69272B43}" dt="2026-07-10T20:37:27.427" v="1169" actId="478"/>
          <ac:picMkLst>
            <pc:docMk/>
            <pc:sldMk cId="274885458" sldId="824"/>
            <ac:picMk id="8" creationId="{5C6D449E-D4A8-897C-EEA6-B34A3315E01F}"/>
          </ac:picMkLst>
        </pc:picChg>
      </pc:sldChg>
      <pc:sldChg chg="addSp delSp modSp mod">
        <pc:chgData name="Sergio Molina" userId="20636364146_tp_box_2" providerId="OAuth2" clId="{44CDD4FA-DF07-4B69-BC01-0B2B69272B43}" dt="2026-07-10T20:38:42.031" v="1178" actId="1076"/>
        <pc:sldMkLst>
          <pc:docMk/>
          <pc:sldMk cId="152028812" sldId="825"/>
        </pc:sldMkLst>
        <pc:picChg chg="del mod modCrop">
          <ac:chgData name="Sergio Molina" userId="20636364146_tp_box_2" providerId="OAuth2" clId="{44CDD4FA-DF07-4B69-BC01-0B2B69272B43}" dt="2026-07-10T20:38:36.355" v="1174" actId="478"/>
          <ac:picMkLst>
            <pc:docMk/>
            <pc:sldMk cId="152028812" sldId="825"/>
            <ac:picMk id="6" creationId="{4D7974F3-BFB8-E424-6801-A376CB300E18}"/>
          </ac:picMkLst>
        </pc:picChg>
        <pc:picChg chg="add mod ord">
          <ac:chgData name="Sergio Molina" userId="20636364146_tp_box_2" providerId="OAuth2" clId="{44CDD4FA-DF07-4B69-BC01-0B2B69272B43}" dt="2026-07-10T20:38:42.031" v="1178" actId="1076"/>
          <ac:picMkLst>
            <pc:docMk/>
            <pc:sldMk cId="152028812" sldId="825"/>
            <ac:picMk id="7" creationId="{E7246116-3E9A-648D-77C6-B857148D5E81}"/>
          </ac:picMkLst>
        </pc:picChg>
      </pc:sldChg>
      <pc:sldChg chg="addSp delSp modSp mod">
        <pc:chgData name="Sergio Molina" userId="20636364146_tp_box_2" providerId="OAuth2" clId="{44CDD4FA-DF07-4B69-BC01-0B2B69272B43}" dt="2026-07-10T20:50:51.624" v="1183" actId="1076"/>
        <pc:sldMkLst>
          <pc:docMk/>
          <pc:sldMk cId="3851913309" sldId="826"/>
        </pc:sldMkLst>
        <pc:picChg chg="add mod ord">
          <ac:chgData name="Sergio Molina" userId="20636364146_tp_box_2" providerId="OAuth2" clId="{44CDD4FA-DF07-4B69-BC01-0B2B69272B43}" dt="2026-07-10T20:50:51.624" v="1183" actId="1076"/>
          <ac:picMkLst>
            <pc:docMk/>
            <pc:sldMk cId="3851913309" sldId="826"/>
            <ac:picMk id="6" creationId="{8C5B79CB-41C4-4716-C7C6-6F9EC1FD9FEA}"/>
          </ac:picMkLst>
        </pc:picChg>
        <pc:picChg chg="del mod modCrop">
          <ac:chgData name="Sergio Molina" userId="20636364146_tp_box_2" providerId="OAuth2" clId="{44CDD4FA-DF07-4B69-BC01-0B2B69272B43}" dt="2026-07-10T20:50:46.066" v="1179" actId="478"/>
          <ac:picMkLst>
            <pc:docMk/>
            <pc:sldMk cId="3851913309" sldId="826"/>
            <ac:picMk id="9" creationId="{768B39C9-0799-F4FA-E47D-E1426DFEF703}"/>
          </ac:picMkLst>
        </pc:picChg>
      </pc:sldChg>
      <pc:sldChg chg="addSp delSp modSp mod">
        <pc:chgData name="Sergio Molina" userId="20636364146_tp_box_2" providerId="OAuth2" clId="{44CDD4FA-DF07-4B69-BC01-0B2B69272B43}" dt="2026-07-10T19:35:18.149" v="786" actId="1076"/>
        <pc:sldMkLst>
          <pc:docMk/>
          <pc:sldMk cId="1900068141" sldId="827"/>
        </pc:sldMkLst>
        <pc:picChg chg="add mod ord">
          <ac:chgData name="Sergio Molina" userId="20636364146_tp_box_2" providerId="OAuth2" clId="{44CDD4FA-DF07-4B69-BC01-0B2B69272B43}" dt="2026-07-10T19:35:18.149" v="786" actId="1076"/>
          <ac:picMkLst>
            <pc:docMk/>
            <pc:sldMk cId="1900068141" sldId="827"/>
            <ac:picMk id="6" creationId="{2502F398-2FC6-648C-E019-A79B0E081E7C}"/>
          </ac:picMkLst>
        </pc:picChg>
        <pc:picChg chg="del">
          <ac:chgData name="Sergio Molina" userId="20636364146_tp_box_2" providerId="OAuth2" clId="{44CDD4FA-DF07-4B69-BC01-0B2B69272B43}" dt="2026-07-10T19:35:13.421" v="782" actId="478"/>
          <ac:picMkLst>
            <pc:docMk/>
            <pc:sldMk cId="1900068141" sldId="827"/>
            <ac:picMk id="8" creationId="{964F8B61-13D9-ECD4-21E0-E5D45C7B1511}"/>
          </ac:picMkLst>
        </pc:picChg>
      </pc:sldChg>
      <pc:sldChg chg="addSp delSp modSp mod">
        <pc:chgData name="Sergio Molina" userId="20636364146_tp_box_2" providerId="OAuth2" clId="{44CDD4FA-DF07-4B69-BC01-0B2B69272B43}" dt="2026-07-10T19:34:23.635" v="781" actId="1076"/>
        <pc:sldMkLst>
          <pc:docMk/>
          <pc:sldMk cId="3938298260" sldId="828"/>
        </pc:sldMkLst>
        <pc:picChg chg="add mod ord">
          <ac:chgData name="Sergio Molina" userId="20636364146_tp_box_2" providerId="OAuth2" clId="{44CDD4FA-DF07-4B69-BC01-0B2B69272B43}" dt="2026-07-10T19:34:23.635" v="781" actId="1076"/>
          <ac:picMkLst>
            <pc:docMk/>
            <pc:sldMk cId="3938298260" sldId="828"/>
            <ac:picMk id="6" creationId="{A9EAAA86-F453-02BC-5E22-8DEFB21F0710}"/>
          </ac:picMkLst>
        </pc:picChg>
        <pc:picChg chg="del">
          <ac:chgData name="Sergio Molina" userId="20636364146_tp_box_2" providerId="OAuth2" clId="{44CDD4FA-DF07-4B69-BC01-0B2B69272B43}" dt="2026-07-10T19:34:19.536" v="777" actId="478"/>
          <ac:picMkLst>
            <pc:docMk/>
            <pc:sldMk cId="3938298260" sldId="828"/>
            <ac:picMk id="7" creationId="{097D60A3-0C3E-1B87-86EC-03667C4561F0}"/>
          </ac:picMkLst>
        </pc:picChg>
      </pc:sldChg>
      <pc:sldChg chg="addSp delSp modSp mod">
        <pc:chgData name="Sergio Molina" userId="20636364146_tp_box_2" providerId="OAuth2" clId="{44CDD4FA-DF07-4B69-BC01-0B2B69272B43}" dt="2026-07-10T21:30:02.890" v="1205" actId="1076"/>
        <pc:sldMkLst>
          <pc:docMk/>
          <pc:sldMk cId="424312256" sldId="829"/>
        </pc:sldMkLst>
        <pc:picChg chg="add del mod ord">
          <ac:chgData name="Sergio Molina" userId="20636364146_tp_box_2" providerId="OAuth2" clId="{44CDD4FA-DF07-4B69-BC01-0B2B69272B43}" dt="2026-07-10T21:29:57.079" v="1201" actId="478"/>
          <ac:picMkLst>
            <pc:docMk/>
            <pc:sldMk cId="424312256" sldId="829"/>
            <ac:picMk id="8" creationId="{E77862E3-755F-FB5A-8995-DC20952FE6E5}"/>
          </ac:picMkLst>
        </pc:picChg>
        <pc:picChg chg="add mod ord">
          <ac:chgData name="Sergio Molina" userId="20636364146_tp_box_2" providerId="OAuth2" clId="{44CDD4FA-DF07-4B69-BC01-0B2B69272B43}" dt="2026-07-10T21:30:02.890" v="1205" actId="1076"/>
          <ac:picMkLst>
            <pc:docMk/>
            <pc:sldMk cId="424312256" sldId="829"/>
            <ac:picMk id="9" creationId="{3C6A4774-AEA8-A095-A083-8791AEC27FD1}"/>
          </ac:picMkLst>
        </pc:picChg>
        <pc:picChg chg="del">
          <ac:chgData name="Sergio Molina" userId="20636364146_tp_box_2" providerId="OAuth2" clId="{44CDD4FA-DF07-4B69-BC01-0B2B69272B43}" dt="2026-07-10T19:35:48.101" v="787" actId="478"/>
          <ac:picMkLst>
            <pc:docMk/>
            <pc:sldMk cId="424312256" sldId="829"/>
            <ac:picMk id="10" creationId="{BE907EEC-09B5-DCDC-D349-1F4BDBEBC8FA}"/>
          </ac:picMkLst>
        </pc:picChg>
      </pc:sldChg>
      <pc:sldChg chg="addSp delSp modSp mod">
        <pc:chgData name="Sergio Molina" userId="20636364146_tp_box_2" providerId="OAuth2" clId="{44CDD4FA-DF07-4B69-BC01-0B2B69272B43}" dt="2026-07-10T19:37:10.752" v="797" actId="1076"/>
        <pc:sldMkLst>
          <pc:docMk/>
          <pc:sldMk cId="2467537837" sldId="830"/>
        </pc:sldMkLst>
        <pc:picChg chg="del">
          <ac:chgData name="Sergio Molina" userId="20636364146_tp_box_2" providerId="OAuth2" clId="{44CDD4FA-DF07-4B69-BC01-0B2B69272B43}" dt="2026-07-10T19:37:06.594" v="794" actId="478"/>
          <ac:picMkLst>
            <pc:docMk/>
            <pc:sldMk cId="2467537837" sldId="830"/>
            <ac:picMk id="6" creationId="{8A8B910F-272F-0218-99D5-A829D76B2CA0}"/>
          </ac:picMkLst>
        </pc:picChg>
        <pc:picChg chg="add mod ord">
          <ac:chgData name="Sergio Molina" userId="20636364146_tp_box_2" providerId="OAuth2" clId="{44CDD4FA-DF07-4B69-BC01-0B2B69272B43}" dt="2026-07-10T19:37:10.752" v="797" actId="1076"/>
          <ac:picMkLst>
            <pc:docMk/>
            <pc:sldMk cId="2467537837" sldId="830"/>
            <ac:picMk id="7" creationId="{A70BE88F-EA10-045E-229D-CF698B6AFC52}"/>
          </ac:picMkLst>
        </pc:picChg>
      </pc:sldChg>
      <pc:sldChg chg="addSp delSp modSp mod">
        <pc:chgData name="Sergio Molina" userId="20636364146_tp_box_2" providerId="OAuth2" clId="{44CDD4FA-DF07-4B69-BC01-0B2B69272B43}" dt="2026-07-10T19:38:31.676" v="804" actId="1076"/>
        <pc:sldMkLst>
          <pc:docMk/>
          <pc:sldMk cId="3307977507" sldId="831"/>
        </pc:sldMkLst>
        <pc:spChg chg="mod">
          <ac:chgData name="Sergio Molina" userId="20636364146_tp_box_2" providerId="OAuth2" clId="{44CDD4FA-DF07-4B69-BC01-0B2B69272B43}" dt="2026-07-10T19:38:29.140" v="803" actId="1076"/>
          <ac:spMkLst>
            <pc:docMk/>
            <pc:sldMk cId="3307977507" sldId="831"/>
            <ac:spMk id="8" creationId="{52DD10D2-1449-DFB3-9CF0-825EC38E4472}"/>
          </ac:spMkLst>
        </pc:spChg>
        <pc:picChg chg="del">
          <ac:chgData name="Sergio Molina" userId="20636364146_tp_box_2" providerId="OAuth2" clId="{44CDD4FA-DF07-4B69-BC01-0B2B69272B43}" dt="2026-07-10T19:38:20.801" v="798" actId="478"/>
          <ac:picMkLst>
            <pc:docMk/>
            <pc:sldMk cId="3307977507" sldId="831"/>
            <ac:picMk id="6" creationId="{B8DD2745-84D7-B0AC-D8A5-6C5D5E3053E0}"/>
          </ac:picMkLst>
        </pc:picChg>
        <pc:picChg chg="mod">
          <ac:chgData name="Sergio Molina" userId="20636364146_tp_box_2" providerId="OAuth2" clId="{44CDD4FA-DF07-4B69-BC01-0B2B69272B43}" dt="2026-07-10T19:38:31.676" v="804" actId="1076"/>
          <ac:picMkLst>
            <pc:docMk/>
            <pc:sldMk cId="3307977507" sldId="831"/>
            <ac:picMk id="7" creationId="{59CF9368-83E9-D8A7-03E2-8827ADF70EFD}"/>
          </ac:picMkLst>
        </pc:picChg>
        <pc:picChg chg="add mod ord">
          <ac:chgData name="Sergio Molina" userId="20636364146_tp_box_2" providerId="OAuth2" clId="{44CDD4FA-DF07-4B69-BC01-0B2B69272B43}" dt="2026-07-10T19:38:26.407" v="802" actId="1076"/>
          <ac:picMkLst>
            <pc:docMk/>
            <pc:sldMk cId="3307977507" sldId="831"/>
            <ac:picMk id="9" creationId="{B9EAAE5D-A236-5141-950E-AA115ACC4C0F}"/>
          </ac:picMkLst>
        </pc:picChg>
      </pc:sldChg>
      <pc:sldChg chg="addSp delSp modSp mod">
        <pc:chgData name="Sergio Molina" userId="20636364146_tp_box_2" providerId="OAuth2" clId="{44CDD4FA-DF07-4B69-BC01-0B2B69272B43}" dt="2026-07-10T19:39:25.487" v="809" actId="1076"/>
        <pc:sldMkLst>
          <pc:docMk/>
          <pc:sldMk cId="3889954025" sldId="832"/>
        </pc:sldMkLst>
        <pc:picChg chg="del">
          <ac:chgData name="Sergio Molina" userId="20636364146_tp_box_2" providerId="OAuth2" clId="{44CDD4FA-DF07-4B69-BC01-0B2B69272B43}" dt="2026-07-10T19:39:21.662" v="805" actId="478"/>
          <ac:picMkLst>
            <pc:docMk/>
            <pc:sldMk cId="3889954025" sldId="832"/>
            <ac:picMk id="6" creationId="{C2724658-D6AA-500A-7B2A-94821F5EF413}"/>
          </ac:picMkLst>
        </pc:picChg>
        <pc:picChg chg="add mod ord">
          <ac:chgData name="Sergio Molina" userId="20636364146_tp_box_2" providerId="OAuth2" clId="{44CDD4FA-DF07-4B69-BC01-0B2B69272B43}" dt="2026-07-10T19:39:25.487" v="809" actId="1076"/>
          <ac:picMkLst>
            <pc:docMk/>
            <pc:sldMk cId="3889954025" sldId="832"/>
            <ac:picMk id="7" creationId="{A81F7F7F-2E64-93CC-A9FE-B32B924103E1}"/>
          </ac:picMkLst>
        </pc:picChg>
      </pc:sldChg>
      <pc:sldChg chg="addSp delSp modSp mod">
        <pc:chgData name="Sergio Molina" userId="20636364146_tp_box_2" providerId="OAuth2" clId="{44CDD4FA-DF07-4B69-BC01-0B2B69272B43}" dt="2026-07-10T19:40:48.003" v="826" actId="1076"/>
        <pc:sldMkLst>
          <pc:docMk/>
          <pc:sldMk cId="696968274" sldId="833"/>
        </pc:sldMkLst>
        <pc:spChg chg="mod">
          <ac:chgData name="Sergio Molina" userId="20636364146_tp_box_2" providerId="OAuth2" clId="{44CDD4FA-DF07-4B69-BC01-0B2B69272B43}" dt="2026-07-10T19:40:45.515" v="825" actId="1076"/>
          <ac:spMkLst>
            <pc:docMk/>
            <pc:sldMk cId="696968274" sldId="833"/>
            <ac:spMk id="6" creationId="{A59AB4E4-64A6-3D61-DA76-56C365BD3813}"/>
          </ac:spMkLst>
        </pc:spChg>
        <pc:spChg chg="mod">
          <ac:chgData name="Sergio Molina" userId="20636364146_tp_box_2" providerId="OAuth2" clId="{44CDD4FA-DF07-4B69-BC01-0B2B69272B43}" dt="2026-07-10T19:40:48.003" v="826" actId="1076"/>
          <ac:spMkLst>
            <pc:docMk/>
            <pc:sldMk cId="696968274" sldId="833"/>
            <ac:spMk id="10" creationId="{9FD328A0-E203-0202-99DD-327881B3438D}"/>
          </ac:spMkLst>
        </pc:spChg>
        <pc:picChg chg="add mod ord">
          <ac:chgData name="Sergio Molina" userId="20636364146_tp_box_2" providerId="OAuth2" clId="{44CDD4FA-DF07-4B69-BC01-0B2B69272B43}" dt="2026-07-10T19:40:42.266" v="823" actId="167"/>
          <ac:picMkLst>
            <pc:docMk/>
            <pc:sldMk cId="696968274" sldId="833"/>
            <ac:picMk id="7" creationId="{8A328941-73FC-E58A-6C29-D9E8D3311941}"/>
          </ac:picMkLst>
        </pc:picChg>
        <pc:picChg chg="del">
          <ac:chgData name="Sergio Molina" userId="20636364146_tp_box_2" providerId="OAuth2" clId="{44CDD4FA-DF07-4B69-BC01-0B2B69272B43}" dt="2026-07-10T19:40:33.996" v="817" actId="478"/>
          <ac:picMkLst>
            <pc:docMk/>
            <pc:sldMk cId="696968274" sldId="833"/>
            <ac:picMk id="8" creationId="{3367BCEB-1D29-5F32-FE39-240DEE6A2CFD}"/>
          </ac:picMkLst>
        </pc:picChg>
      </pc:sldChg>
      <pc:sldChg chg="addSp delSp modSp mod">
        <pc:chgData name="Sergio Molina" userId="20636364146_tp_box_2" providerId="OAuth2" clId="{44CDD4FA-DF07-4B69-BC01-0B2B69272B43}" dt="2026-07-10T19:41:22.233" v="830" actId="1076"/>
        <pc:sldMkLst>
          <pc:docMk/>
          <pc:sldMk cId="145650496" sldId="834"/>
        </pc:sldMkLst>
        <pc:picChg chg="del">
          <ac:chgData name="Sergio Molina" userId="20636364146_tp_box_2" providerId="OAuth2" clId="{44CDD4FA-DF07-4B69-BC01-0B2B69272B43}" dt="2026-07-10T19:41:17.884" v="827" actId="478"/>
          <ac:picMkLst>
            <pc:docMk/>
            <pc:sldMk cId="145650496" sldId="834"/>
            <ac:picMk id="6" creationId="{6859099D-8F54-B3C9-D307-D9E4BA318FDB}"/>
          </ac:picMkLst>
        </pc:picChg>
        <pc:picChg chg="add mod ord">
          <ac:chgData name="Sergio Molina" userId="20636364146_tp_box_2" providerId="OAuth2" clId="{44CDD4FA-DF07-4B69-BC01-0B2B69272B43}" dt="2026-07-10T19:41:22.233" v="830" actId="1076"/>
          <ac:picMkLst>
            <pc:docMk/>
            <pc:sldMk cId="145650496" sldId="834"/>
            <ac:picMk id="7" creationId="{F7F0D434-A81B-5A8A-3B9D-697547346C5A}"/>
          </ac:picMkLst>
        </pc:picChg>
      </pc:sldChg>
      <pc:sldChg chg="addSp delSp modSp mod">
        <pc:chgData name="Sergio Molina" userId="20636364146_tp_box_2" providerId="OAuth2" clId="{44CDD4FA-DF07-4B69-BC01-0B2B69272B43}" dt="2026-07-10T19:41:48.710" v="834" actId="1076"/>
        <pc:sldMkLst>
          <pc:docMk/>
          <pc:sldMk cId="176368871" sldId="835"/>
        </pc:sldMkLst>
        <pc:picChg chg="add mod ord">
          <ac:chgData name="Sergio Molina" userId="20636364146_tp_box_2" providerId="OAuth2" clId="{44CDD4FA-DF07-4B69-BC01-0B2B69272B43}" dt="2026-07-10T19:41:48.710" v="834" actId="1076"/>
          <ac:picMkLst>
            <pc:docMk/>
            <pc:sldMk cId="176368871" sldId="835"/>
            <ac:picMk id="6" creationId="{742BEFF7-D638-D615-C449-55A44DE75154}"/>
          </ac:picMkLst>
        </pc:picChg>
        <pc:picChg chg="del">
          <ac:chgData name="Sergio Molina" userId="20636364146_tp_box_2" providerId="OAuth2" clId="{44CDD4FA-DF07-4B69-BC01-0B2B69272B43}" dt="2026-07-10T19:41:44.473" v="831" actId="478"/>
          <ac:picMkLst>
            <pc:docMk/>
            <pc:sldMk cId="176368871" sldId="835"/>
            <ac:picMk id="8" creationId="{5E6CB6CB-94E5-992C-97FC-65B234640FAE}"/>
          </ac:picMkLst>
        </pc:picChg>
      </pc:sldChg>
      <pc:sldChg chg="addSp delSp modSp mod">
        <pc:chgData name="Sergio Molina" userId="20636364146_tp_box_2" providerId="OAuth2" clId="{44CDD4FA-DF07-4B69-BC01-0B2B69272B43}" dt="2026-07-10T19:42:12.486" v="838" actId="1076"/>
        <pc:sldMkLst>
          <pc:docMk/>
          <pc:sldMk cId="1176309853" sldId="836"/>
        </pc:sldMkLst>
        <pc:picChg chg="del">
          <ac:chgData name="Sergio Molina" userId="20636364146_tp_box_2" providerId="OAuth2" clId="{44CDD4FA-DF07-4B69-BC01-0B2B69272B43}" dt="2026-07-10T19:42:07.291" v="835" actId="478"/>
          <ac:picMkLst>
            <pc:docMk/>
            <pc:sldMk cId="1176309853" sldId="836"/>
            <ac:picMk id="6" creationId="{59A24C3C-D945-ADC5-C964-9A78906E1F12}"/>
          </ac:picMkLst>
        </pc:picChg>
        <pc:picChg chg="add mod ord">
          <ac:chgData name="Sergio Molina" userId="20636364146_tp_box_2" providerId="OAuth2" clId="{44CDD4FA-DF07-4B69-BC01-0B2B69272B43}" dt="2026-07-10T19:42:12.486" v="838" actId="1076"/>
          <ac:picMkLst>
            <pc:docMk/>
            <pc:sldMk cId="1176309853" sldId="836"/>
            <ac:picMk id="8" creationId="{41F0B8FC-0057-77DF-8321-DD488C6DEB1D}"/>
          </ac:picMkLst>
        </pc:picChg>
      </pc:sldChg>
      <pc:sldChg chg="addSp delSp modSp mod">
        <pc:chgData name="Sergio Molina" userId="20636364146_tp_box_2" providerId="OAuth2" clId="{44CDD4FA-DF07-4B69-BC01-0B2B69272B43}" dt="2026-07-10T19:43:00.891" v="846" actId="1076"/>
        <pc:sldMkLst>
          <pc:docMk/>
          <pc:sldMk cId="1488788779" sldId="837"/>
        </pc:sldMkLst>
        <pc:picChg chg="add del mod ord">
          <ac:chgData name="Sergio Molina" userId="20636364146_tp_box_2" providerId="OAuth2" clId="{44CDD4FA-DF07-4B69-BC01-0B2B69272B43}" dt="2026-07-10T19:42:57.489" v="843" actId="478"/>
          <ac:picMkLst>
            <pc:docMk/>
            <pc:sldMk cId="1488788779" sldId="837"/>
            <ac:picMk id="6" creationId="{E02580FA-1D2D-E8A5-4ABC-54AD443512F7}"/>
          </ac:picMkLst>
        </pc:picChg>
        <pc:picChg chg="del">
          <ac:chgData name="Sergio Molina" userId="20636364146_tp_box_2" providerId="OAuth2" clId="{44CDD4FA-DF07-4B69-BC01-0B2B69272B43}" dt="2026-07-10T19:42:34.531" v="839" actId="478"/>
          <ac:picMkLst>
            <pc:docMk/>
            <pc:sldMk cId="1488788779" sldId="837"/>
            <ac:picMk id="8" creationId="{1BAE6635-847E-8EAE-4DC8-C2DFCCD47E32}"/>
          </ac:picMkLst>
        </pc:picChg>
        <pc:picChg chg="add mod ord">
          <ac:chgData name="Sergio Molina" userId="20636364146_tp_box_2" providerId="OAuth2" clId="{44CDD4FA-DF07-4B69-BC01-0B2B69272B43}" dt="2026-07-10T19:43:00.891" v="846" actId="1076"/>
          <ac:picMkLst>
            <pc:docMk/>
            <pc:sldMk cId="1488788779" sldId="837"/>
            <ac:picMk id="12" creationId="{6B246CAC-9697-4A08-12DF-8336A84707E0}"/>
          </ac:picMkLst>
        </pc:picChg>
      </pc:sldChg>
      <pc:sldChg chg="addSp delSp modSp mod">
        <pc:chgData name="Sergio Molina" userId="20636364146_tp_box_2" providerId="OAuth2" clId="{44CDD4FA-DF07-4B69-BC01-0B2B69272B43}" dt="2026-07-10T19:44:31.529" v="850" actId="1076"/>
        <pc:sldMkLst>
          <pc:docMk/>
          <pc:sldMk cId="2943523849" sldId="839"/>
        </pc:sldMkLst>
        <pc:picChg chg="del">
          <ac:chgData name="Sergio Molina" userId="20636364146_tp_box_2" providerId="OAuth2" clId="{44CDD4FA-DF07-4B69-BC01-0B2B69272B43}" dt="2026-07-10T19:44:28.502" v="847" actId="478"/>
          <ac:picMkLst>
            <pc:docMk/>
            <pc:sldMk cId="2943523849" sldId="839"/>
            <ac:picMk id="6" creationId="{6D978A66-E061-9BB0-722C-B91A1D95901B}"/>
          </ac:picMkLst>
        </pc:picChg>
        <pc:picChg chg="add mod ord">
          <ac:chgData name="Sergio Molina" userId="20636364146_tp_box_2" providerId="OAuth2" clId="{44CDD4FA-DF07-4B69-BC01-0B2B69272B43}" dt="2026-07-10T19:44:31.529" v="850" actId="1076"/>
          <ac:picMkLst>
            <pc:docMk/>
            <pc:sldMk cId="2943523849" sldId="839"/>
            <ac:picMk id="8" creationId="{7BDBFA95-C8A2-9958-7754-5F6A6F8AF1C8}"/>
          </ac:picMkLst>
        </pc:picChg>
      </pc:sldChg>
      <pc:sldChg chg="addSp delSp modSp mod">
        <pc:chgData name="Sergio Molina" userId="20636364146_tp_box_2" providerId="OAuth2" clId="{44CDD4FA-DF07-4B69-BC01-0B2B69272B43}" dt="2026-07-10T19:44:51.331" v="853" actId="1076"/>
        <pc:sldMkLst>
          <pc:docMk/>
          <pc:sldMk cId="17981417" sldId="840"/>
        </pc:sldMkLst>
        <pc:picChg chg="del">
          <ac:chgData name="Sergio Molina" userId="20636364146_tp_box_2" providerId="OAuth2" clId="{44CDD4FA-DF07-4B69-BC01-0B2B69272B43}" dt="2026-07-10T19:44:49.593" v="851" actId="478"/>
          <ac:picMkLst>
            <pc:docMk/>
            <pc:sldMk cId="17981417" sldId="840"/>
            <ac:picMk id="6" creationId="{D96EF571-EE01-6892-59CA-980D6DD796CF}"/>
          </ac:picMkLst>
        </pc:picChg>
        <pc:picChg chg="add mod">
          <ac:chgData name="Sergio Molina" userId="20636364146_tp_box_2" providerId="OAuth2" clId="{44CDD4FA-DF07-4B69-BC01-0B2B69272B43}" dt="2026-07-10T19:44:51.331" v="853" actId="1076"/>
          <ac:picMkLst>
            <pc:docMk/>
            <pc:sldMk cId="17981417" sldId="840"/>
            <ac:picMk id="8" creationId="{F02EF2ED-4605-CF55-BBEB-F889E188853D}"/>
          </ac:picMkLst>
        </pc:picChg>
      </pc:sldChg>
      <pc:sldChg chg="addSp delSp modSp mod">
        <pc:chgData name="Sergio Molina" userId="20636364146_tp_box_2" providerId="OAuth2" clId="{44CDD4FA-DF07-4B69-BC01-0B2B69272B43}" dt="2026-07-10T19:45:14.299" v="857" actId="1076"/>
        <pc:sldMkLst>
          <pc:docMk/>
          <pc:sldMk cId="3561975458" sldId="841"/>
        </pc:sldMkLst>
        <pc:picChg chg="del">
          <ac:chgData name="Sergio Molina" userId="20636364146_tp_box_2" providerId="OAuth2" clId="{44CDD4FA-DF07-4B69-BC01-0B2B69272B43}" dt="2026-07-10T19:45:09.774" v="854" actId="478"/>
          <ac:picMkLst>
            <pc:docMk/>
            <pc:sldMk cId="3561975458" sldId="841"/>
            <ac:picMk id="6" creationId="{3A137842-70FB-4E64-FB52-5A805543F128}"/>
          </ac:picMkLst>
        </pc:picChg>
        <pc:picChg chg="add mod ord">
          <ac:chgData name="Sergio Molina" userId="20636364146_tp_box_2" providerId="OAuth2" clId="{44CDD4FA-DF07-4B69-BC01-0B2B69272B43}" dt="2026-07-10T19:45:14.299" v="857" actId="1076"/>
          <ac:picMkLst>
            <pc:docMk/>
            <pc:sldMk cId="3561975458" sldId="841"/>
            <ac:picMk id="8" creationId="{3796D28B-DD82-5974-64E3-E0475C21102D}"/>
          </ac:picMkLst>
        </pc:picChg>
      </pc:sldChg>
      <pc:sldChg chg="addSp delSp modSp mod">
        <pc:chgData name="Sergio Molina" userId="20636364146_tp_box_2" providerId="OAuth2" clId="{44CDD4FA-DF07-4B69-BC01-0B2B69272B43}" dt="2026-07-10T19:45:26.611" v="861" actId="1076"/>
        <pc:sldMkLst>
          <pc:docMk/>
          <pc:sldMk cId="668701957" sldId="842"/>
        </pc:sldMkLst>
        <pc:picChg chg="add mod ord">
          <ac:chgData name="Sergio Molina" userId="20636364146_tp_box_2" providerId="OAuth2" clId="{44CDD4FA-DF07-4B69-BC01-0B2B69272B43}" dt="2026-07-10T19:45:26.611" v="861" actId="1076"/>
          <ac:picMkLst>
            <pc:docMk/>
            <pc:sldMk cId="668701957" sldId="842"/>
            <ac:picMk id="6" creationId="{A54FD334-9DF2-7220-BA85-DEE354C1943C}"/>
          </ac:picMkLst>
        </pc:picChg>
        <pc:picChg chg="del">
          <ac:chgData name="Sergio Molina" userId="20636364146_tp_box_2" providerId="OAuth2" clId="{44CDD4FA-DF07-4B69-BC01-0B2B69272B43}" dt="2026-07-10T19:45:23.527" v="858" actId="478"/>
          <ac:picMkLst>
            <pc:docMk/>
            <pc:sldMk cId="668701957" sldId="842"/>
            <ac:picMk id="8" creationId="{743DD9EC-7E1C-4978-5A56-31C3F1B72910}"/>
          </ac:picMkLst>
        </pc:picChg>
      </pc:sldChg>
      <pc:sldChg chg="addSp delSp modSp mod">
        <pc:chgData name="Sergio Molina" userId="20636364146_tp_box_2" providerId="OAuth2" clId="{44CDD4FA-DF07-4B69-BC01-0B2B69272B43}" dt="2026-07-10T19:45:48.631" v="865" actId="1076"/>
        <pc:sldMkLst>
          <pc:docMk/>
          <pc:sldMk cId="454914027" sldId="843"/>
        </pc:sldMkLst>
        <pc:picChg chg="del">
          <ac:chgData name="Sergio Molina" userId="20636364146_tp_box_2" providerId="OAuth2" clId="{44CDD4FA-DF07-4B69-BC01-0B2B69272B43}" dt="2026-07-10T19:45:45.182" v="862" actId="478"/>
          <ac:picMkLst>
            <pc:docMk/>
            <pc:sldMk cId="454914027" sldId="843"/>
            <ac:picMk id="6" creationId="{5ACDC362-8309-8EF5-7D28-8C18742505DB}"/>
          </ac:picMkLst>
        </pc:picChg>
        <pc:picChg chg="add mod ord">
          <ac:chgData name="Sergio Molina" userId="20636364146_tp_box_2" providerId="OAuth2" clId="{44CDD4FA-DF07-4B69-BC01-0B2B69272B43}" dt="2026-07-10T19:45:48.631" v="865" actId="1076"/>
          <ac:picMkLst>
            <pc:docMk/>
            <pc:sldMk cId="454914027" sldId="843"/>
            <ac:picMk id="7" creationId="{7DC08264-D065-9575-5323-75D18D5811D3}"/>
          </ac:picMkLst>
        </pc:picChg>
      </pc:sldChg>
      <pc:sldChg chg="addSp delSp modSp mod">
        <pc:chgData name="Sergio Molina" userId="20636364146_tp_box_2" providerId="OAuth2" clId="{44CDD4FA-DF07-4B69-BC01-0B2B69272B43}" dt="2026-07-10T19:46:41.628" v="877" actId="14100"/>
        <pc:sldMkLst>
          <pc:docMk/>
          <pc:sldMk cId="448445287" sldId="844"/>
        </pc:sldMkLst>
        <pc:spChg chg="mod">
          <ac:chgData name="Sergio Molina" userId="20636364146_tp_box_2" providerId="OAuth2" clId="{44CDD4FA-DF07-4B69-BC01-0B2B69272B43}" dt="2026-07-10T19:46:41.628" v="877" actId="14100"/>
          <ac:spMkLst>
            <pc:docMk/>
            <pc:sldMk cId="448445287" sldId="844"/>
            <ac:spMk id="6" creationId="{2F74917A-3D15-A0A9-8BF8-A8C6CF7715AA}"/>
          </ac:spMkLst>
        </pc:spChg>
        <pc:picChg chg="add mod ord">
          <ac:chgData name="Sergio Molina" userId="20636364146_tp_box_2" providerId="OAuth2" clId="{44CDD4FA-DF07-4B69-BC01-0B2B69272B43}" dt="2026-07-10T19:46:38.270" v="875" actId="1076"/>
          <ac:picMkLst>
            <pc:docMk/>
            <pc:sldMk cId="448445287" sldId="844"/>
            <ac:picMk id="7" creationId="{19B91533-E32F-3559-499D-39FAD4FBCA33}"/>
          </ac:picMkLst>
        </pc:picChg>
        <pc:picChg chg="del">
          <ac:chgData name="Sergio Molina" userId="20636364146_tp_box_2" providerId="OAuth2" clId="{44CDD4FA-DF07-4B69-BC01-0B2B69272B43}" dt="2026-07-10T19:46:34.158" v="871" actId="478"/>
          <ac:picMkLst>
            <pc:docMk/>
            <pc:sldMk cId="448445287" sldId="844"/>
            <ac:picMk id="8" creationId="{F6DE6F02-A073-55E1-BB7D-D30774FD1185}"/>
          </ac:picMkLst>
        </pc:picChg>
      </pc:sldChg>
      <pc:sldChg chg="addSp delSp modSp mod">
        <pc:chgData name="Sergio Molina" userId="20636364146_tp_box_2" providerId="OAuth2" clId="{44CDD4FA-DF07-4B69-BC01-0B2B69272B43}" dt="2026-07-10T19:48:59.718" v="971" actId="20577"/>
        <pc:sldMkLst>
          <pc:docMk/>
          <pc:sldMk cId="1270657935" sldId="845"/>
        </pc:sldMkLst>
        <pc:spChg chg="mod">
          <ac:chgData name="Sergio Molina" userId="20636364146_tp_box_2" providerId="OAuth2" clId="{44CDD4FA-DF07-4B69-BC01-0B2B69272B43}" dt="2026-07-10T19:48:40.845" v="883" actId="1076"/>
          <ac:spMkLst>
            <pc:docMk/>
            <pc:sldMk cId="1270657935" sldId="845"/>
            <ac:spMk id="12" creationId="{E7FB17B3-8572-AD49-9E7D-8131EAEDA2EA}"/>
          </ac:spMkLst>
        </pc:spChg>
        <pc:spChg chg="mod">
          <ac:chgData name="Sergio Molina" userId="20636364146_tp_box_2" providerId="OAuth2" clId="{44CDD4FA-DF07-4B69-BC01-0B2B69272B43}" dt="2026-07-10T19:48:44.166" v="885" actId="1076"/>
          <ac:spMkLst>
            <pc:docMk/>
            <pc:sldMk cId="1270657935" sldId="845"/>
            <ac:spMk id="20" creationId="{5D7DEDE9-C7FF-3941-5787-6CEE728870B6}"/>
          </ac:spMkLst>
        </pc:spChg>
        <pc:spChg chg="mod">
          <ac:chgData name="Sergio Molina" userId="20636364146_tp_box_2" providerId="OAuth2" clId="{44CDD4FA-DF07-4B69-BC01-0B2B69272B43}" dt="2026-07-10T19:48:59.718" v="971" actId="20577"/>
          <ac:spMkLst>
            <pc:docMk/>
            <pc:sldMk cId="1270657935" sldId="845"/>
            <ac:spMk id="21" creationId="{5F5F3F34-1D3E-9B55-A2C6-C67CBBA9D9DE}"/>
          </ac:spMkLst>
        </pc:spChg>
        <pc:spChg chg="mod">
          <ac:chgData name="Sergio Molina" userId="20636364146_tp_box_2" providerId="OAuth2" clId="{44CDD4FA-DF07-4B69-BC01-0B2B69272B43}" dt="2026-07-10T19:48:42.460" v="884" actId="1076"/>
          <ac:spMkLst>
            <pc:docMk/>
            <pc:sldMk cId="1270657935" sldId="845"/>
            <ac:spMk id="22" creationId="{9BEF4528-3D17-D814-1C7D-A5A543C5C793}"/>
          </ac:spMkLst>
        </pc:spChg>
        <pc:picChg chg="del">
          <ac:chgData name="Sergio Molina" userId="20636364146_tp_box_2" providerId="OAuth2" clId="{44CDD4FA-DF07-4B69-BC01-0B2B69272B43}" dt="2026-07-10T19:48:33.830" v="878" actId="478"/>
          <ac:picMkLst>
            <pc:docMk/>
            <pc:sldMk cId="1270657935" sldId="845"/>
            <ac:picMk id="6" creationId="{B5494D5A-916B-42FD-A37A-AE0CA75DA493}"/>
          </ac:picMkLst>
        </pc:picChg>
        <pc:picChg chg="add mod ord">
          <ac:chgData name="Sergio Molina" userId="20636364146_tp_box_2" providerId="OAuth2" clId="{44CDD4FA-DF07-4B69-BC01-0B2B69272B43}" dt="2026-07-10T19:48:38.408" v="882" actId="1076"/>
          <ac:picMkLst>
            <pc:docMk/>
            <pc:sldMk cId="1270657935" sldId="845"/>
            <ac:picMk id="7" creationId="{08D19913-40E7-50FB-EDDC-4FCE1F8362FA}"/>
          </ac:picMkLst>
        </pc:picChg>
      </pc:sldChg>
      <pc:sldChg chg="addSp delSp modSp mod">
        <pc:chgData name="Sergio Molina" userId="20636364146_tp_box_2" providerId="OAuth2" clId="{44CDD4FA-DF07-4B69-BC01-0B2B69272B43}" dt="2026-07-10T19:52:45.876" v="995" actId="1076"/>
        <pc:sldMkLst>
          <pc:docMk/>
          <pc:sldMk cId="2327502637" sldId="846"/>
        </pc:sldMkLst>
        <pc:spChg chg="mod">
          <ac:chgData name="Sergio Molina" userId="20636364146_tp_box_2" providerId="OAuth2" clId="{44CDD4FA-DF07-4B69-BC01-0B2B69272B43}" dt="2026-07-10T19:51:33.642" v="981" actId="1076"/>
          <ac:spMkLst>
            <pc:docMk/>
            <pc:sldMk cId="2327502637" sldId="846"/>
            <ac:spMk id="12" creationId="{A8B64918-5738-F41B-E817-3ACD5D5180A4}"/>
          </ac:spMkLst>
        </pc:spChg>
        <pc:spChg chg="mod">
          <ac:chgData name="Sergio Molina" userId="20636364146_tp_box_2" providerId="OAuth2" clId="{44CDD4FA-DF07-4B69-BC01-0B2B69272B43}" dt="2026-07-10T19:51:31.857" v="980" actId="1076"/>
          <ac:spMkLst>
            <pc:docMk/>
            <pc:sldMk cId="2327502637" sldId="846"/>
            <ac:spMk id="13" creationId="{2B95572C-02AD-DE1D-2855-DA20E00A576A}"/>
          </ac:spMkLst>
        </pc:spChg>
        <pc:spChg chg="mod">
          <ac:chgData name="Sergio Molina" userId="20636364146_tp_box_2" providerId="OAuth2" clId="{44CDD4FA-DF07-4B69-BC01-0B2B69272B43}" dt="2026-07-10T19:51:40.554" v="985" actId="1076"/>
          <ac:spMkLst>
            <pc:docMk/>
            <pc:sldMk cId="2327502637" sldId="846"/>
            <ac:spMk id="17" creationId="{666614B2-ADF0-159B-EE74-4CEB8EF9BCBE}"/>
          </ac:spMkLst>
        </pc:spChg>
        <pc:spChg chg="mod">
          <ac:chgData name="Sergio Molina" userId="20636364146_tp_box_2" providerId="OAuth2" clId="{44CDD4FA-DF07-4B69-BC01-0B2B69272B43}" dt="2026-07-10T19:51:48.531" v="987" actId="14100"/>
          <ac:spMkLst>
            <pc:docMk/>
            <pc:sldMk cId="2327502637" sldId="846"/>
            <ac:spMk id="18" creationId="{62127386-CB01-1D05-0554-FF62983E0BE6}"/>
          </ac:spMkLst>
        </pc:spChg>
        <pc:spChg chg="mod">
          <ac:chgData name="Sergio Molina" userId="20636364146_tp_box_2" providerId="OAuth2" clId="{44CDD4FA-DF07-4B69-BC01-0B2B69272B43}" dt="2026-07-10T19:52:36.937" v="993" actId="1076"/>
          <ac:spMkLst>
            <pc:docMk/>
            <pc:sldMk cId="2327502637" sldId="846"/>
            <ac:spMk id="24" creationId="{2FB3AB80-6A5B-B454-DC06-787530FD2C24}"/>
          </ac:spMkLst>
        </pc:spChg>
        <pc:spChg chg="mod">
          <ac:chgData name="Sergio Molina" userId="20636364146_tp_box_2" providerId="OAuth2" clId="{44CDD4FA-DF07-4B69-BC01-0B2B69272B43}" dt="2026-07-10T19:52:45.876" v="995" actId="1076"/>
          <ac:spMkLst>
            <pc:docMk/>
            <pc:sldMk cId="2327502637" sldId="846"/>
            <ac:spMk id="25" creationId="{0D8F9ED2-8A52-D412-A88D-4385597E562A}"/>
          </ac:spMkLst>
        </pc:spChg>
        <pc:picChg chg="add mod ord">
          <ac:chgData name="Sergio Molina" userId="20636364146_tp_box_2" providerId="OAuth2" clId="{44CDD4FA-DF07-4B69-BC01-0B2B69272B43}" dt="2026-07-10T19:51:19.437" v="977" actId="1076"/>
          <ac:picMkLst>
            <pc:docMk/>
            <pc:sldMk cId="2327502637" sldId="846"/>
            <ac:picMk id="6" creationId="{39231A73-2A9E-EA0F-9E50-9BE40A6F8105}"/>
          </ac:picMkLst>
        </pc:picChg>
        <pc:picChg chg="del">
          <ac:chgData name="Sergio Molina" userId="20636364146_tp_box_2" providerId="OAuth2" clId="{44CDD4FA-DF07-4B69-BC01-0B2B69272B43}" dt="2026-07-10T19:51:00.066" v="972" actId="478"/>
          <ac:picMkLst>
            <pc:docMk/>
            <pc:sldMk cId="2327502637" sldId="846"/>
            <ac:picMk id="8" creationId="{747480C8-DE59-AAB1-5C29-79593EC0BEEF}"/>
          </ac:picMkLst>
        </pc:picChg>
        <pc:picChg chg="add mod modCrop">
          <ac:chgData name="Sergio Molina" userId="20636364146_tp_box_2" providerId="OAuth2" clId="{44CDD4FA-DF07-4B69-BC01-0B2B69272B43}" dt="2026-07-10T19:52:06.742" v="992" actId="1076"/>
          <ac:picMkLst>
            <pc:docMk/>
            <pc:sldMk cId="2327502637" sldId="846"/>
            <ac:picMk id="10" creationId="{14F6261E-4177-0D5B-5D39-8C3D4D2F9A60}"/>
          </ac:picMkLst>
        </pc:picChg>
      </pc:sldChg>
      <pc:sldChg chg="addSp delSp modSp mod">
        <pc:chgData name="Sergio Molina" userId="20636364146_tp_box_2" providerId="OAuth2" clId="{44CDD4FA-DF07-4B69-BC01-0B2B69272B43}" dt="2026-07-10T19:53:58.741" v="1015" actId="1076"/>
        <pc:sldMkLst>
          <pc:docMk/>
          <pc:sldMk cId="3831534950" sldId="847"/>
        </pc:sldMkLst>
        <pc:spChg chg="mod">
          <ac:chgData name="Sergio Molina" userId="20636364146_tp_box_2" providerId="OAuth2" clId="{44CDD4FA-DF07-4B69-BC01-0B2B69272B43}" dt="2026-07-10T19:53:55.619" v="1014" actId="1076"/>
          <ac:spMkLst>
            <pc:docMk/>
            <pc:sldMk cId="3831534950" sldId="847"/>
            <ac:spMk id="7" creationId="{CBE95C94-88B4-80B4-05F0-04C5207F44E4}"/>
          </ac:spMkLst>
        </pc:spChg>
        <pc:spChg chg="mod">
          <ac:chgData name="Sergio Molina" userId="20636364146_tp_box_2" providerId="OAuth2" clId="{44CDD4FA-DF07-4B69-BC01-0B2B69272B43}" dt="2026-07-10T19:53:44.654" v="1009" actId="1076"/>
          <ac:spMkLst>
            <pc:docMk/>
            <pc:sldMk cId="3831534950" sldId="847"/>
            <ac:spMk id="14" creationId="{53D710B3-DFDB-F984-BE38-B0E781DBE439}"/>
          </ac:spMkLst>
        </pc:spChg>
        <pc:spChg chg="mod">
          <ac:chgData name="Sergio Molina" userId="20636364146_tp_box_2" providerId="OAuth2" clId="{44CDD4FA-DF07-4B69-BC01-0B2B69272B43}" dt="2026-07-10T19:53:49.464" v="1011" actId="1076"/>
          <ac:spMkLst>
            <pc:docMk/>
            <pc:sldMk cId="3831534950" sldId="847"/>
            <ac:spMk id="19" creationId="{B1958522-A03A-9159-0635-AAE99286409A}"/>
          </ac:spMkLst>
        </pc:spChg>
        <pc:picChg chg="del">
          <ac:chgData name="Sergio Molina" userId="20636364146_tp_box_2" providerId="OAuth2" clId="{44CDD4FA-DF07-4B69-BC01-0B2B69272B43}" dt="2026-07-10T19:53:03.803" v="996" actId="478"/>
          <ac:picMkLst>
            <pc:docMk/>
            <pc:sldMk cId="3831534950" sldId="847"/>
            <ac:picMk id="6" creationId="{C5FE7E0A-5FDD-960E-BBF7-0B94725DA3C3}"/>
          </ac:picMkLst>
        </pc:picChg>
        <pc:picChg chg="add del mod ord">
          <ac:chgData name="Sergio Molina" userId="20636364146_tp_box_2" providerId="OAuth2" clId="{44CDD4FA-DF07-4B69-BC01-0B2B69272B43}" dt="2026-07-10T19:53:21.414" v="1001" actId="478"/>
          <ac:picMkLst>
            <pc:docMk/>
            <pc:sldMk cId="3831534950" sldId="847"/>
            <ac:picMk id="8" creationId="{7FF7D665-A296-281B-C812-176FCD02AC06}"/>
          </ac:picMkLst>
        </pc:picChg>
        <pc:picChg chg="add mod ord">
          <ac:chgData name="Sergio Molina" userId="20636364146_tp_box_2" providerId="OAuth2" clId="{44CDD4FA-DF07-4B69-BC01-0B2B69272B43}" dt="2026-07-10T19:53:58.741" v="1015" actId="1076"/>
          <ac:picMkLst>
            <pc:docMk/>
            <pc:sldMk cId="3831534950" sldId="847"/>
            <ac:picMk id="10" creationId="{A8F36936-F505-E990-6BB1-45F18ED5033B}"/>
          </ac:picMkLst>
        </pc:picChg>
        <pc:picChg chg="add mod">
          <ac:chgData name="Sergio Molina" userId="20636364146_tp_box_2" providerId="OAuth2" clId="{44CDD4FA-DF07-4B69-BC01-0B2B69272B43}" dt="2026-07-10T19:53:53.085" v="1013" actId="1076"/>
          <ac:picMkLst>
            <pc:docMk/>
            <pc:sldMk cId="3831534950" sldId="847"/>
            <ac:picMk id="12" creationId="{0F807591-E470-C22A-1AEE-B8A85749E936}"/>
          </ac:picMkLst>
        </pc:picChg>
      </pc:sldChg>
      <pc:sldChg chg="addSp delSp modSp mod">
        <pc:chgData name="Sergio Molina" userId="20636364146_tp_box_2" providerId="OAuth2" clId="{44CDD4FA-DF07-4B69-BC01-0B2B69272B43}" dt="2026-07-10T19:55:11.745" v="1029" actId="1076"/>
        <pc:sldMkLst>
          <pc:docMk/>
          <pc:sldMk cId="240716313" sldId="848"/>
        </pc:sldMkLst>
        <pc:spChg chg="mod">
          <ac:chgData name="Sergio Molina" userId="20636364146_tp_box_2" providerId="OAuth2" clId="{44CDD4FA-DF07-4B69-BC01-0B2B69272B43}" dt="2026-07-10T19:54:25.112" v="1017" actId="1076"/>
          <ac:spMkLst>
            <pc:docMk/>
            <pc:sldMk cId="240716313" sldId="848"/>
            <ac:spMk id="4" creationId="{F1C0C915-4EA1-26E7-0568-6C364DC2CCFD}"/>
          </ac:spMkLst>
        </pc:spChg>
        <pc:spChg chg="mod">
          <ac:chgData name="Sergio Molina" userId="20636364146_tp_box_2" providerId="OAuth2" clId="{44CDD4FA-DF07-4B69-BC01-0B2B69272B43}" dt="2026-07-10T19:55:05.921" v="1026" actId="1076"/>
          <ac:spMkLst>
            <pc:docMk/>
            <pc:sldMk cId="240716313" sldId="848"/>
            <ac:spMk id="10" creationId="{FDCC0F38-57B9-91A1-47CD-0413A86B8274}"/>
          </ac:spMkLst>
        </pc:spChg>
        <pc:spChg chg="mod">
          <ac:chgData name="Sergio Molina" userId="20636364146_tp_box_2" providerId="OAuth2" clId="{44CDD4FA-DF07-4B69-BC01-0B2B69272B43}" dt="2026-07-10T19:55:08.228" v="1027" actId="1076"/>
          <ac:spMkLst>
            <pc:docMk/>
            <pc:sldMk cId="240716313" sldId="848"/>
            <ac:spMk id="14" creationId="{4F0B4A2E-0673-F7BC-86E5-A0351F06045C}"/>
          </ac:spMkLst>
        </pc:spChg>
        <pc:picChg chg="add mod">
          <ac:chgData name="Sergio Molina" userId="20636364146_tp_box_2" providerId="OAuth2" clId="{44CDD4FA-DF07-4B69-BC01-0B2B69272B43}" dt="2026-07-10T19:55:02.350" v="1025" actId="1076"/>
          <ac:picMkLst>
            <pc:docMk/>
            <pc:sldMk cId="240716313" sldId="848"/>
            <ac:picMk id="6" creationId="{94E1F431-C04B-2E3B-02BB-E25120F1C453}"/>
          </ac:picMkLst>
        </pc:picChg>
        <pc:picChg chg="del mod">
          <ac:chgData name="Sergio Molina" userId="20636364146_tp_box_2" providerId="OAuth2" clId="{44CDD4FA-DF07-4B69-BC01-0B2B69272B43}" dt="2026-07-10T19:54:42.928" v="1020" actId="478"/>
          <ac:picMkLst>
            <pc:docMk/>
            <pc:sldMk cId="240716313" sldId="848"/>
            <ac:picMk id="8" creationId="{0026C666-4FD2-3AF1-E494-2091EDAC6604}"/>
          </ac:picMkLst>
        </pc:picChg>
        <pc:picChg chg="add mod ord">
          <ac:chgData name="Sergio Molina" userId="20636364146_tp_box_2" providerId="OAuth2" clId="{44CDD4FA-DF07-4B69-BC01-0B2B69272B43}" dt="2026-07-10T19:55:11.745" v="1029" actId="1076"/>
          <ac:picMkLst>
            <pc:docMk/>
            <pc:sldMk cId="240716313" sldId="848"/>
            <ac:picMk id="11" creationId="{3AB828B3-C4B5-CE59-E9AB-2B913CBF7659}"/>
          </ac:picMkLst>
        </pc:picChg>
      </pc:sldChg>
      <pc:sldChg chg="addSp delSp modSp mod">
        <pc:chgData name="Sergio Molina" userId="20636364146_tp_box_2" providerId="OAuth2" clId="{44CDD4FA-DF07-4B69-BC01-0B2B69272B43}" dt="2026-07-10T19:57:08.853" v="1045" actId="1076"/>
        <pc:sldMkLst>
          <pc:docMk/>
          <pc:sldMk cId="2326552383" sldId="849"/>
        </pc:sldMkLst>
        <pc:picChg chg="del">
          <ac:chgData name="Sergio Molina" userId="20636364146_tp_box_2" providerId="OAuth2" clId="{44CDD4FA-DF07-4B69-BC01-0B2B69272B43}" dt="2026-07-10T19:57:03.328" v="1041" actId="478"/>
          <ac:picMkLst>
            <pc:docMk/>
            <pc:sldMk cId="2326552383" sldId="849"/>
            <ac:picMk id="6" creationId="{05FC5295-A6D7-642A-DDAC-822D6A328416}"/>
          </ac:picMkLst>
        </pc:picChg>
        <pc:picChg chg="add mod ord">
          <ac:chgData name="Sergio Molina" userId="20636364146_tp_box_2" providerId="OAuth2" clId="{44CDD4FA-DF07-4B69-BC01-0B2B69272B43}" dt="2026-07-10T19:57:08.853" v="1045" actId="1076"/>
          <ac:picMkLst>
            <pc:docMk/>
            <pc:sldMk cId="2326552383" sldId="849"/>
            <ac:picMk id="7" creationId="{A0D76460-E2A5-5292-8D57-C9FE42CB7BA8}"/>
          </ac:picMkLst>
        </pc:picChg>
      </pc:sldChg>
      <pc:sldChg chg="addSp delSp modSp mod">
        <pc:chgData name="Sergio Molina" userId="20636364146_tp_box_2" providerId="OAuth2" clId="{44CDD4FA-DF07-4B69-BC01-0B2B69272B43}" dt="2026-07-10T19:57:43.692" v="1050" actId="1076"/>
        <pc:sldMkLst>
          <pc:docMk/>
          <pc:sldMk cId="3640754158" sldId="850"/>
        </pc:sldMkLst>
        <pc:picChg chg="add mod ord">
          <ac:chgData name="Sergio Molina" userId="20636364146_tp_box_2" providerId="OAuth2" clId="{44CDD4FA-DF07-4B69-BC01-0B2B69272B43}" dt="2026-07-10T19:57:43.692" v="1050" actId="1076"/>
          <ac:picMkLst>
            <pc:docMk/>
            <pc:sldMk cId="3640754158" sldId="850"/>
            <ac:picMk id="6" creationId="{EED1E933-ACD1-9C0D-C39C-AA578E3024BA}"/>
          </ac:picMkLst>
        </pc:picChg>
        <pc:picChg chg="del">
          <ac:chgData name="Sergio Molina" userId="20636364146_tp_box_2" providerId="OAuth2" clId="{44CDD4FA-DF07-4B69-BC01-0B2B69272B43}" dt="2026-07-10T19:57:38.984" v="1046" actId="478"/>
          <ac:picMkLst>
            <pc:docMk/>
            <pc:sldMk cId="3640754158" sldId="850"/>
            <ac:picMk id="7" creationId="{290F552E-60DB-C003-1E4F-E9DFF0478606}"/>
          </ac:picMkLst>
        </pc:picChg>
      </pc:sldChg>
      <pc:sldChg chg="addSp delSp modSp mod">
        <pc:chgData name="Sergio Molina" userId="20636364146_tp_box_2" providerId="OAuth2" clId="{44CDD4FA-DF07-4B69-BC01-0B2B69272B43}" dt="2026-07-10T19:58:22.823" v="1058" actId="1076"/>
        <pc:sldMkLst>
          <pc:docMk/>
          <pc:sldMk cId="1535773654" sldId="851"/>
        </pc:sldMkLst>
        <pc:spChg chg="mod">
          <ac:chgData name="Sergio Molina" userId="20636364146_tp_box_2" providerId="OAuth2" clId="{44CDD4FA-DF07-4B69-BC01-0B2B69272B43}" dt="2026-07-10T19:58:22.823" v="1058" actId="1076"/>
          <ac:spMkLst>
            <pc:docMk/>
            <pc:sldMk cId="1535773654" sldId="851"/>
            <ac:spMk id="11" creationId="{8F147AD5-C752-1BA7-329F-AA3E55B9B29B}"/>
          </ac:spMkLst>
        </pc:spChg>
        <pc:picChg chg="del">
          <ac:chgData name="Sergio Molina" userId="20636364146_tp_box_2" providerId="OAuth2" clId="{44CDD4FA-DF07-4B69-BC01-0B2B69272B43}" dt="2026-07-10T19:58:14.541" v="1051" actId="478"/>
          <ac:picMkLst>
            <pc:docMk/>
            <pc:sldMk cId="1535773654" sldId="851"/>
            <ac:picMk id="6" creationId="{5CF17D16-988D-3B8B-50F4-8889E047F421}"/>
          </ac:picMkLst>
        </pc:picChg>
        <pc:picChg chg="add mod ord">
          <ac:chgData name="Sergio Molina" userId="20636364146_tp_box_2" providerId="OAuth2" clId="{44CDD4FA-DF07-4B69-BC01-0B2B69272B43}" dt="2026-07-10T19:58:20.702" v="1057" actId="1076"/>
          <ac:picMkLst>
            <pc:docMk/>
            <pc:sldMk cId="1535773654" sldId="851"/>
            <ac:picMk id="7" creationId="{01252902-4B32-F867-1DDA-2B5A82F2E408}"/>
          </ac:picMkLst>
        </pc:picChg>
      </pc:sldChg>
      <pc:sldChg chg="addSp delSp modSp mod">
        <pc:chgData name="Sergio Molina" userId="20636364146_tp_box_2" providerId="OAuth2" clId="{44CDD4FA-DF07-4B69-BC01-0B2B69272B43}" dt="2026-07-10T19:59:01.153" v="1116" actId="1076"/>
        <pc:sldMkLst>
          <pc:docMk/>
          <pc:sldMk cId="2026513693" sldId="852"/>
        </pc:sldMkLst>
        <pc:picChg chg="add mod ord">
          <ac:chgData name="Sergio Molina" userId="20636364146_tp_box_2" providerId="OAuth2" clId="{44CDD4FA-DF07-4B69-BC01-0B2B69272B43}" dt="2026-07-10T19:59:01.153" v="1116" actId="1076"/>
          <ac:picMkLst>
            <pc:docMk/>
            <pc:sldMk cId="2026513693" sldId="852"/>
            <ac:picMk id="7" creationId="{8BC62929-6721-5618-5156-0DE03F0486C7}"/>
          </ac:picMkLst>
        </pc:picChg>
        <pc:picChg chg="del">
          <ac:chgData name="Sergio Molina" userId="20636364146_tp_box_2" providerId="OAuth2" clId="{44CDD4FA-DF07-4B69-BC01-0B2B69272B43}" dt="2026-07-10T19:58:56.895" v="1112" actId="478"/>
          <ac:picMkLst>
            <pc:docMk/>
            <pc:sldMk cId="2026513693" sldId="852"/>
            <ac:picMk id="9" creationId="{2619484E-BCFC-6399-AB46-8997D99E7FBE}"/>
          </ac:picMkLst>
        </pc:picChg>
      </pc:sldChg>
      <pc:sldChg chg="addSp delSp modSp mod">
        <pc:chgData name="Sergio Molina" userId="20636364146_tp_box_2" providerId="OAuth2" clId="{44CDD4FA-DF07-4B69-BC01-0B2B69272B43}" dt="2026-07-10T21:36:56.343" v="1224" actId="14100"/>
        <pc:sldMkLst>
          <pc:docMk/>
          <pc:sldMk cId="2881934264" sldId="853"/>
        </pc:sldMkLst>
        <pc:spChg chg="mod">
          <ac:chgData name="Sergio Molina" userId="20636364146_tp_box_2" providerId="OAuth2" clId="{44CDD4FA-DF07-4B69-BC01-0B2B69272B43}" dt="2026-07-10T20:00:30.947" v="1154" actId="20577"/>
          <ac:spMkLst>
            <pc:docMk/>
            <pc:sldMk cId="2881934264" sldId="853"/>
            <ac:spMk id="4" creationId="{4AC8A92D-18A9-3EC1-B959-787133372FAF}"/>
          </ac:spMkLst>
        </pc:spChg>
        <pc:spChg chg="mod">
          <ac:chgData name="Sergio Molina" userId="20636364146_tp_box_2" providerId="OAuth2" clId="{44CDD4FA-DF07-4B69-BC01-0B2B69272B43}" dt="2026-07-10T21:36:56.343" v="1224" actId="14100"/>
          <ac:spMkLst>
            <pc:docMk/>
            <pc:sldMk cId="2881934264" sldId="853"/>
            <ac:spMk id="6" creationId="{C9120A46-0355-F894-4547-310600B90231}"/>
          </ac:spMkLst>
        </pc:spChg>
        <pc:spChg chg="mod">
          <ac:chgData name="Sergio Molina" userId="20636364146_tp_box_2" providerId="OAuth2" clId="{44CDD4FA-DF07-4B69-BC01-0B2B69272B43}" dt="2026-07-10T21:36:54.454" v="1223" actId="14100"/>
          <ac:spMkLst>
            <pc:docMk/>
            <pc:sldMk cId="2881934264" sldId="853"/>
            <ac:spMk id="14" creationId="{B068C4E1-EC1A-1BB3-9A23-7594B177C137}"/>
          </ac:spMkLst>
        </pc:spChg>
        <pc:picChg chg="add mod ord modCrop">
          <ac:chgData name="Sergio Molina" userId="20636364146_tp_box_2" providerId="OAuth2" clId="{44CDD4FA-DF07-4B69-BC01-0B2B69272B43}" dt="2026-07-10T20:00:26.519" v="1122" actId="732"/>
          <ac:picMkLst>
            <pc:docMk/>
            <pc:sldMk cId="2881934264" sldId="853"/>
            <ac:picMk id="7" creationId="{77132327-6078-69F8-5AFC-5D29C10C5E24}"/>
          </ac:picMkLst>
        </pc:picChg>
        <pc:picChg chg="del">
          <ac:chgData name="Sergio Molina" userId="20636364146_tp_box_2" providerId="OAuth2" clId="{44CDD4FA-DF07-4B69-BC01-0B2B69272B43}" dt="2026-07-10T20:00:13.813" v="1117" actId="478"/>
          <ac:picMkLst>
            <pc:docMk/>
            <pc:sldMk cId="2881934264" sldId="853"/>
            <ac:picMk id="8" creationId="{5A137678-726B-B6E7-3463-97527D29D2EA}"/>
          </ac:picMkLst>
        </pc:picChg>
      </pc:sldChg>
      <pc:sldChg chg="addSp delSp modSp mod">
        <pc:chgData name="Sergio Molina" userId="20636364146_tp_box_2" providerId="OAuth2" clId="{44CDD4FA-DF07-4B69-BC01-0B2B69272B43}" dt="2026-07-10T20:02:07.852" v="1159" actId="1076"/>
        <pc:sldMkLst>
          <pc:docMk/>
          <pc:sldMk cId="1419974551" sldId="854"/>
        </pc:sldMkLst>
        <pc:picChg chg="del">
          <ac:chgData name="Sergio Molina" userId="20636364146_tp_box_2" providerId="OAuth2" clId="{44CDD4FA-DF07-4B69-BC01-0B2B69272B43}" dt="2026-07-10T20:02:02.145" v="1155" actId="478"/>
          <ac:picMkLst>
            <pc:docMk/>
            <pc:sldMk cId="1419974551" sldId="854"/>
            <ac:picMk id="7" creationId="{BBFFC7C9-6140-A879-8F6A-BB3ED3FDD631}"/>
          </ac:picMkLst>
        </pc:picChg>
        <pc:picChg chg="add mod ord">
          <ac:chgData name="Sergio Molina" userId="20636364146_tp_box_2" providerId="OAuth2" clId="{44CDD4FA-DF07-4B69-BC01-0B2B69272B43}" dt="2026-07-10T20:02:07.852" v="1159" actId="1076"/>
          <ac:picMkLst>
            <pc:docMk/>
            <pc:sldMk cId="1419974551" sldId="854"/>
            <ac:picMk id="8" creationId="{96FFB4E1-A500-85C4-66B0-6F2CD3CD7B3C}"/>
          </ac:picMkLst>
        </pc:picChg>
      </pc:sldChg>
      <pc:sldChg chg="addSp delSp modSp mod">
        <pc:chgData name="Sergio Molina" userId="20636364146_tp_box_2" providerId="OAuth2" clId="{44CDD4FA-DF07-4B69-BC01-0B2B69272B43}" dt="2026-07-10T21:35:37.911" v="1213" actId="1076"/>
        <pc:sldMkLst>
          <pc:docMk/>
          <pc:sldMk cId="2419587711" sldId="855"/>
        </pc:sldMkLst>
        <pc:spChg chg="mod">
          <ac:chgData name="Sergio Molina" userId="20636364146_tp_box_2" providerId="OAuth2" clId="{44CDD4FA-DF07-4B69-BC01-0B2B69272B43}" dt="2026-07-10T21:35:34.180" v="1212" actId="14100"/>
          <ac:spMkLst>
            <pc:docMk/>
            <pc:sldMk cId="2419587711" sldId="855"/>
            <ac:spMk id="14" creationId="{8BE82CCC-6D74-50EA-439F-619A38004D4E}"/>
          </ac:spMkLst>
        </pc:spChg>
        <pc:spChg chg="mod">
          <ac:chgData name="Sergio Molina" userId="20636364146_tp_box_2" providerId="OAuth2" clId="{44CDD4FA-DF07-4B69-BC01-0B2B69272B43}" dt="2026-07-10T21:35:37.911" v="1213" actId="1076"/>
          <ac:spMkLst>
            <pc:docMk/>
            <pc:sldMk cId="2419587711" sldId="855"/>
            <ac:spMk id="15" creationId="{C8DCCFDC-B038-FD18-0152-E3C0BC769A81}"/>
          </ac:spMkLst>
        </pc:spChg>
        <pc:picChg chg="add mod ord">
          <ac:chgData name="Sergio Molina" userId="20636364146_tp_box_2" providerId="OAuth2" clId="{44CDD4FA-DF07-4B69-BC01-0B2B69272B43}" dt="2026-07-10T21:35:25.127" v="1210" actId="1076"/>
          <ac:picMkLst>
            <pc:docMk/>
            <pc:sldMk cId="2419587711" sldId="855"/>
            <ac:picMk id="6" creationId="{45829F21-5BC8-E967-C491-C36EE23F2A51}"/>
          </ac:picMkLst>
        </pc:picChg>
        <pc:picChg chg="del">
          <ac:chgData name="Sergio Molina" userId="20636364146_tp_box_2" providerId="OAuth2" clId="{44CDD4FA-DF07-4B69-BC01-0B2B69272B43}" dt="2026-07-10T21:35:19.822" v="1206" actId="478"/>
          <ac:picMkLst>
            <pc:docMk/>
            <pc:sldMk cId="2419587711" sldId="855"/>
            <ac:picMk id="8" creationId="{2031FC1D-CDB8-FFD4-B77B-E57ADAB996F5}"/>
          </ac:picMkLst>
        </pc:picChg>
      </pc:sldChg>
      <pc:sldChg chg="addSp delSp modSp mod">
        <pc:chgData name="Sergio Molina" userId="20636364146_tp_box_2" providerId="OAuth2" clId="{44CDD4FA-DF07-4B69-BC01-0B2B69272B43}" dt="2026-07-10T21:37:31.885" v="1237" actId="14100"/>
        <pc:sldMkLst>
          <pc:docMk/>
          <pc:sldMk cId="3769466923" sldId="856"/>
        </pc:sldMkLst>
        <pc:spChg chg="mod">
          <ac:chgData name="Sergio Molina" userId="20636364146_tp_box_2" providerId="OAuth2" clId="{44CDD4FA-DF07-4B69-BC01-0B2B69272B43}" dt="2026-07-10T21:37:31.885" v="1237" actId="14100"/>
          <ac:spMkLst>
            <pc:docMk/>
            <pc:sldMk cId="3769466923" sldId="856"/>
            <ac:spMk id="7" creationId="{85F18369-9BF6-68EF-F7D0-358FEDE90BF1}"/>
          </ac:spMkLst>
        </pc:spChg>
        <pc:spChg chg="mod">
          <ac:chgData name="Sergio Molina" userId="20636364146_tp_box_2" providerId="OAuth2" clId="{44CDD4FA-DF07-4B69-BC01-0B2B69272B43}" dt="2026-07-10T21:36:45.838" v="1221" actId="1076"/>
          <ac:spMkLst>
            <pc:docMk/>
            <pc:sldMk cId="3769466923" sldId="856"/>
            <ac:spMk id="11" creationId="{186A14D4-7A6C-7830-59A5-3C79C5910D74}"/>
          </ac:spMkLst>
        </pc:spChg>
        <pc:spChg chg="mod">
          <ac:chgData name="Sergio Molina" userId="20636364146_tp_box_2" providerId="OAuth2" clId="{44CDD4FA-DF07-4B69-BC01-0B2B69272B43}" dt="2026-07-10T21:37:11.668" v="1227" actId="120"/>
          <ac:spMkLst>
            <pc:docMk/>
            <pc:sldMk cId="3769466923" sldId="856"/>
            <ac:spMk id="14" creationId="{528A0D44-BC1D-6A68-9392-C882143BAF1A}"/>
          </ac:spMkLst>
        </pc:spChg>
        <pc:spChg chg="mod">
          <ac:chgData name="Sergio Molina" userId="20636364146_tp_box_2" providerId="OAuth2" clId="{44CDD4FA-DF07-4B69-BC01-0B2B69272B43}" dt="2026-07-10T21:36:38.947" v="1219" actId="1076"/>
          <ac:spMkLst>
            <pc:docMk/>
            <pc:sldMk cId="3769466923" sldId="856"/>
            <ac:spMk id="15" creationId="{2344FDC0-6427-F648-0FF5-A3E8D6ADC2CB}"/>
          </ac:spMkLst>
        </pc:spChg>
        <pc:spChg chg="mod">
          <ac:chgData name="Sergio Molina" userId="20636364146_tp_box_2" providerId="OAuth2" clId="{44CDD4FA-DF07-4B69-BC01-0B2B69272B43}" dt="2026-07-10T21:36:43.493" v="1220" actId="1076"/>
          <ac:spMkLst>
            <pc:docMk/>
            <pc:sldMk cId="3769466923" sldId="856"/>
            <ac:spMk id="16" creationId="{3AC7BB65-33DA-149C-1BCE-47B6DC76DF7D}"/>
          </ac:spMkLst>
        </pc:spChg>
        <pc:spChg chg="mod">
          <ac:chgData name="Sergio Molina" userId="20636364146_tp_box_2" providerId="OAuth2" clId="{44CDD4FA-DF07-4B69-BC01-0B2B69272B43}" dt="2026-07-10T21:37:31.326" v="1236" actId="14100"/>
          <ac:spMkLst>
            <pc:docMk/>
            <pc:sldMk cId="3769466923" sldId="856"/>
            <ac:spMk id="17" creationId="{CF5AF0BF-B7DC-FCE1-691C-B9D51F376CBE}"/>
          </ac:spMkLst>
        </pc:spChg>
        <pc:picChg chg="del">
          <ac:chgData name="Sergio Molina" userId="20636364146_tp_box_2" providerId="OAuth2" clId="{44CDD4FA-DF07-4B69-BC01-0B2B69272B43}" dt="2026-07-10T21:36:28.744" v="1214" actId="478"/>
          <ac:picMkLst>
            <pc:docMk/>
            <pc:sldMk cId="3769466923" sldId="856"/>
            <ac:picMk id="6" creationId="{65613C7D-693F-0B9D-DD2D-D1372E46AE7C}"/>
          </ac:picMkLst>
        </pc:picChg>
        <pc:picChg chg="add mod ord">
          <ac:chgData name="Sergio Molina" userId="20636364146_tp_box_2" providerId="OAuth2" clId="{44CDD4FA-DF07-4B69-BC01-0B2B69272B43}" dt="2026-07-10T21:36:33.645" v="1218" actId="1076"/>
          <ac:picMkLst>
            <pc:docMk/>
            <pc:sldMk cId="3769466923" sldId="856"/>
            <ac:picMk id="8" creationId="{657FA5B1-D2F5-8184-E46E-610C0320FC93}"/>
          </ac:picMkLst>
        </pc:picChg>
      </pc:sldChg>
      <pc:sldChg chg="addSp delSp modSp mod">
        <pc:chgData name="Sergio Molina" userId="20636364146_tp_box_2" providerId="OAuth2" clId="{44CDD4FA-DF07-4B69-BC01-0B2B69272B43}" dt="2026-07-10T21:38:34.159" v="1246" actId="1076"/>
        <pc:sldMkLst>
          <pc:docMk/>
          <pc:sldMk cId="636760010" sldId="857"/>
        </pc:sldMkLst>
        <pc:spChg chg="mod">
          <ac:chgData name="Sergio Molina" userId="20636364146_tp_box_2" providerId="OAuth2" clId="{44CDD4FA-DF07-4B69-BC01-0B2B69272B43}" dt="2026-07-10T21:38:07.955" v="1243" actId="1076"/>
          <ac:spMkLst>
            <pc:docMk/>
            <pc:sldMk cId="636760010" sldId="857"/>
            <ac:spMk id="17" creationId="{DC2F0C0B-DF47-024D-751E-1DEE816FE2AB}"/>
          </ac:spMkLst>
        </pc:spChg>
        <pc:picChg chg="add mod ord">
          <ac:chgData name="Sergio Molina" userId="20636364146_tp_box_2" providerId="OAuth2" clId="{44CDD4FA-DF07-4B69-BC01-0B2B69272B43}" dt="2026-07-10T21:38:05.131" v="1242" actId="1076"/>
          <ac:picMkLst>
            <pc:docMk/>
            <pc:sldMk cId="636760010" sldId="857"/>
            <ac:picMk id="6" creationId="{E83B6B4C-21F7-59F0-09D1-133F3BE4185D}"/>
          </ac:picMkLst>
        </pc:picChg>
        <pc:picChg chg="del">
          <ac:chgData name="Sergio Molina" userId="20636364146_tp_box_2" providerId="OAuth2" clId="{44CDD4FA-DF07-4B69-BC01-0B2B69272B43}" dt="2026-07-10T21:37:59.882" v="1238" actId="478"/>
          <ac:picMkLst>
            <pc:docMk/>
            <pc:sldMk cId="636760010" sldId="857"/>
            <ac:picMk id="7" creationId="{39CE317A-2C0E-BE7F-7950-8324EC21A6D9}"/>
          </ac:picMkLst>
        </pc:picChg>
        <pc:picChg chg="add mod">
          <ac:chgData name="Sergio Molina" userId="20636364146_tp_box_2" providerId="OAuth2" clId="{44CDD4FA-DF07-4B69-BC01-0B2B69272B43}" dt="2026-07-10T21:38:34.159" v="1246" actId="1076"/>
          <ac:picMkLst>
            <pc:docMk/>
            <pc:sldMk cId="636760010" sldId="857"/>
            <ac:picMk id="9" creationId="{EF35C23C-ABC5-0C31-F63D-732D0448B922}"/>
          </ac:picMkLst>
        </pc:picChg>
        <pc:picChg chg="del">
          <ac:chgData name="Sergio Molina" userId="20636364146_tp_box_2" providerId="OAuth2" clId="{44CDD4FA-DF07-4B69-BC01-0B2B69272B43}" dt="2026-07-10T21:38:31.880" v="1244" actId="478"/>
          <ac:picMkLst>
            <pc:docMk/>
            <pc:sldMk cId="636760010" sldId="857"/>
            <ac:picMk id="18" creationId="{3FE9C400-C077-FF27-27E9-1CD17C7F6861}"/>
          </ac:picMkLst>
        </pc:picChg>
      </pc:sldChg>
      <pc:sldChg chg="addSp delSp modSp mod">
        <pc:chgData name="Sergio Molina" userId="20636364146_tp_box_2" providerId="OAuth2" clId="{44CDD4FA-DF07-4B69-BC01-0B2B69272B43}" dt="2026-07-10T21:39:17.705" v="1253" actId="1076"/>
        <pc:sldMkLst>
          <pc:docMk/>
          <pc:sldMk cId="2807216996" sldId="858"/>
        </pc:sldMkLst>
        <pc:spChg chg="mod">
          <ac:chgData name="Sergio Molina" userId="20636364146_tp_box_2" providerId="OAuth2" clId="{44CDD4FA-DF07-4B69-BC01-0B2B69272B43}" dt="2026-07-10T21:39:17.705" v="1253" actId="1076"/>
          <ac:spMkLst>
            <pc:docMk/>
            <pc:sldMk cId="2807216996" sldId="858"/>
            <ac:spMk id="14" creationId="{1B8D4374-AC8A-B1AB-E33F-D0FAE44CB661}"/>
          </ac:spMkLst>
        </pc:spChg>
        <pc:spChg chg="mod">
          <ac:chgData name="Sergio Molina" userId="20636364146_tp_box_2" providerId="OAuth2" clId="{44CDD4FA-DF07-4B69-BC01-0B2B69272B43}" dt="2026-07-10T21:39:15.114" v="1252" actId="1076"/>
          <ac:spMkLst>
            <pc:docMk/>
            <pc:sldMk cId="2807216996" sldId="858"/>
            <ac:spMk id="17" creationId="{9E89271D-7729-0376-F516-21A1D9060819}"/>
          </ac:spMkLst>
        </pc:spChg>
        <pc:picChg chg="del">
          <ac:chgData name="Sergio Molina" userId="20636364146_tp_box_2" providerId="OAuth2" clId="{44CDD4FA-DF07-4B69-BC01-0B2B69272B43}" dt="2026-07-10T21:39:06.360" v="1247" actId="478"/>
          <ac:picMkLst>
            <pc:docMk/>
            <pc:sldMk cId="2807216996" sldId="858"/>
            <ac:picMk id="6" creationId="{43D3F440-EF83-D3E4-0102-23185E1F1689}"/>
          </ac:picMkLst>
        </pc:picChg>
        <pc:picChg chg="add mod ord">
          <ac:chgData name="Sergio Molina" userId="20636364146_tp_box_2" providerId="OAuth2" clId="{44CDD4FA-DF07-4B69-BC01-0B2B69272B43}" dt="2026-07-10T21:39:12.817" v="1251" actId="1076"/>
          <ac:picMkLst>
            <pc:docMk/>
            <pc:sldMk cId="2807216996" sldId="858"/>
            <ac:picMk id="7" creationId="{B7A5F1DA-821D-5E5B-A6D8-DB9C6B437200}"/>
          </ac:picMkLst>
        </pc:picChg>
      </pc:sldChg>
      <pc:sldChg chg="addSp delSp modSp mod">
        <pc:chgData name="Sergio Molina" userId="20636364146_tp_box_2" providerId="OAuth2" clId="{44CDD4FA-DF07-4B69-BC01-0B2B69272B43}" dt="2026-07-10T21:39:53.841" v="1258" actId="1076"/>
        <pc:sldMkLst>
          <pc:docMk/>
          <pc:sldMk cId="1922103189" sldId="859"/>
        </pc:sldMkLst>
        <pc:picChg chg="add mod ord">
          <ac:chgData name="Sergio Molina" userId="20636364146_tp_box_2" providerId="OAuth2" clId="{44CDD4FA-DF07-4B69-BC01-0B2B69272B43}" dt="2026-07-10T21:39:53.841" v="1258" actId="1076"/>
          <ac:picMkLst>
            <pc:docMk/>
            <pc:sldMk cId="1922103189" sldId="859"/>
            <ac:picMk id="6" creationId="{79432A37-50F7-CD6A-E079-45A5072992CE}"/>
          </ac:picMkLst>
        </pc:picChg>
        <pc:picChg chg="del">
          <ac:chgData name="Sergio Molina" userId="20636364146_tp_box_2" providerId="OAuth2" clId="{44CDD4FA-DF07-4B69-BC01-0B2B69272B43}" dt="2026-07-10T21:39:49.173" v="1254" actId="478"/>
          <ac:picMkLst>
            <pc:docMk/>
            <pc:sldMk cId="1922103189" sldId="859"/>
            <ac:picMk id="7" creationId="{E70E856E-89E3-2B64-2CC9-EB305D9118FD}"/>
          </ac:picMkLst>
        </pc:picChg>
      </pc:sldChg>
      <pc:sldChg chg="addSp delSp modSp mod">
        <pc:chgData name="Sergio Molina" userId="20636364146_tp_box_2" providerId="OAuth2" clId="{44CDD4FA-DF07-4B69-BC01-0B2B69272B43}" dt="2026-07-10T21:40:27.935" v="1264" actId="1076"/>
        <pc:sldMkLst>
          <pc:docMk/>
          <pc:sldMk cId="1317613722" sldId="860"/>
        </pc:sldMkLst>
        <pc:spChg chg="mod">
          <ac:chgData name="Sergio Molina" userId="20636364146_tp_box_2" providerId="OAuth2" clId="{44CDD4FA-DF07-4B69-BC01-0B2B69272B43}" dt="2026-07-10T21:40:27.935" v="1264" actId="1076"/>
          <ac:spMkLst>
            <pc:docMk/>
            <pc:sldMk cId="1317613722" sldId="860"/>
            <ac:spMk id="13" creationId="{484807A6-4D54-936B-F855-8792CE2682EE}"/>
          </ac:spMkLst>
        </pc:spChg>
        <pc:picChg chg="add mod ord">
          <ac:chgData name="Sergio Molina" userId="20636364146_tp_box_2" providerId="OAuth2" clId="{44CDD4FA-DF07-4B69-BC01-0B2B69272B43}" dt="2026-07-10T21:40:24.606" v="1263" actId="1076"/>
          <ac:picMkLst>
            <pc:docMk/>
            <pc:sldMk cId="1317613722" sldId="860"/>
            <ac:picMk id="6" creationId="{AC8D5D35-8A77-325E-3178-F3799545DDBB}"/>
          </ac:picMkLst>
        </pc:picChg>
        <pc:picChg chg="del">
          <ac:chgData name="Sergio Molina" userId="20636364146_tp_box_2" providerId="OAuth2" clId="{44CDD4FA-DF07-4B69-BC01-0B2B69272B43}" dt="2026-07-10T21:40:19.513" v="1259" actId="478"/>
          <ac:picMkLst>
            <pc:docMk/>
            <pc:sldMk cId="1317613722" sldId="860"/>
            <ac:picMk id="7" creationId="{DA80922D-D2E1-41AF-2B9D-A13E6DFB7440}"/>
          </ac:picMkLst>
        </pc:picChg>
      </pc:sldChg>
      <pc:sldChg chg="addSp delSp modSp mod">
        <pc:chgData name="Sergio Molina" userId="20636364146_tp_box_2" providerId="OAuth2" clId="{44CDD4FA-DF07-4B69-BC01-0B2B69272B43}" dt="2026-07-10T21:40:56.414" v="1269" actId="1076"/>
        <pc:sldMkLst>
          <pc:docMk/>
          <pc:sldMk cId="3381501379" sldId="861"/>
        </pc:sldMkLst>
        <pc:picChg chg="add mod ord">
          <ac:chgData name="Sergio Molina" userId="20636364146_tp_box_2" providerId="OAuth2" clId="{44CDD4FA-DF07-4B69-BC01-0B2B69272B43}" dt="2026-07-10T21:40:56.414" v="1269" actId="1076"/>
          <ac:picMkLst>
            <pc:docMk/>
            <pc:sldMk cId="3381501379" sldId="861"/>
            <ac:picMk id="6" creationId="{090733BC-93E5-4584-07EB-D4F14234F156}"/>
          </ac:picMkLst>
        </pc:picChg>
        <pc:picChg chg="del">
          <ac:chgData name="Sergio Molina" userId="20636364146_tp_box_2" providerId="OAuth2" clId="{44CDD4FA-DF07-4B69-BC01-0B2B69272B43}" dt="2026-07-10T21:40:52.191" v="1265" actId="478"/>
          <ac:picMkLst>
            <pc:docMk/>
            <pc:sldMk cId="3381501379" sldId="861"/>
            <ac:picMk id="7" creationId="{1D13831D-47A7-A39B-E6C4-0697ACC5D434}"/>
          </ac:picMkLst>
        </pc:picChg>
      </pc:sldChg>
      <pc:sldChg chg="del">
        <pc:chgData name="Sergio Molina" userId="20636364146_tp_box_2" providerId="OAuth2" clId="{44CDD4FA-DF07-4B69-BC01-0B2B69272B43}" dt="2026-07-09T22:29:23.321" v="207" actId="47"/>
        <pc:sldMkLst>
          <pc:docMk/>
          <pc:sldMk cId="3539130438" sldId="865"/>
        </pc:sldMkLst>
      </pc:sldChg>
      <pc:sldChg chg="addSp delSp modSp mod">
        <pc:chgData name="Sergio Molina" userId="20636364146_tp_box_2" providerId="OAuth2" clId="{44CDD4FA-DF07-4B69-BC01-0B2B69272B43}" dt="2026-07-09T22:30:48.495" v="301" actId="20577"/>
        <pc:sldMkLst>
          <pc:docMk/>
          <pc:sldMk cId="5485939" sldId="866"/>
        </pc:sldMkLst>
        <pc:spChg chg="mod">
          <ac:chgData name="Sergio Molina" userId="20636364146_tp_box_2" providerId="OAuth2" clId="{44CDD4FA-DF07-4B69-BC01-0B2B69272B43}" dt="2026-07-09T22:30:22.920" v="216" actId="1076"/>
          <ac:spMkLst>
            <pc:docMk/>
            <pc:sldMk cId="5485939" sldId="866"/>
            <ac:spMk id="7" creationId="{D7C659A5-6B17-AC1C-4F1C-44BD18E24AED}"/>
          </ac:spMkLst>
        </pc:spChg>
        <pc:spChg chg="mod">
          <ac:chgData name="Sergio Molina" userId="20636364146_tp_box_2" providerId="OAuth2" clId="{44CDD4FA-DF07-4B69-BC01-0B2B69272B43}" dt="2026-07-09T22:30:48.495" v="301" actId="20577"/>
          <ac:spMkLst>
            <pc:docMk/>
            <pc:sldMk cId="5485939" sldId="866"/>
            <ac:spMk id="8" creationId="{8CEB160A-2295-DC69-D14E-415259602B9E}"/>
          </ac:spMkLst>
        </pc:spChg>
        <pc:picChg chg="del mod">
          <ac:chgData name="Sergio Molina" userId="20636364146_tp_box_2" providerId="OAuth2" clId="{44CDD4FA-DF07-4B69-BC01-0B2B69272B43}" dt="2026-07-09T22:30:09.294" v="209" actId="478"/>
          <ac:picMkLst>
            <pc:docMk/>
            <pc:sldMk cId="5485939" sldId="866"/>
            <ac:picMk id="6" creationId="{0E217EAC-640B-D111-24B8-87403C3E136D}"/>
          </ac:picMkLst>
        </pc:picChg>
        <pc:picChg chg="add mod ord">
          <ac:chgData name="Sergio Molina" userId="20636364146_tp_box_2" providerId="OAuth2" clId="{44CDD4FA-DF07-4B69-BC01-0B2B69272B43}" dt="2026-07-09T22:30:13.797" v="213" actId="1076"/>
          <ac:picMkLst>
            <pc:docMk/>
            <pc:sldMk cId="5485939" sldId="866"/>
            <ac:picMk id="9" creationId="{0B5DFA68-6873-00F8-44A2-05D47C8B2A03}"/>
          </ac:picMkLst>
        </pc:picChg>
      </pc:sldChg>
      <pc:sldChg chg="addSp delSp modSp mod">
        <pc:chgData name="Sergio Molina" userId="20636364146_tp_box_2" providerId="OAuth2" clId="{44CDD4FA-DF07-4B69-BC01-0B2B69272B43}" dt="2026-07-10T21:29:09.425" v="1200" actId="478"/>
        <pc:sldMkLst>
          <pc:docMk/>
          <pc:sldMk cId="140520820" sldId="1259"/>
        </pc:sldMkLst>
        <pc:spChg chg="add del mod">
          <ac:chgData name="Sergio Molina" userId="20636364146_tp_box_2" providerId="OAuth2" clId="{44CDD4FA-DF07-4B69-BC01-0B2B69272B43}" dt="2026-07-10T21:27:46.909" v="1186"/>
          <ac:spMkLst>
            <pc:docMk/>
            <pc:sldMk cId="140520820" sldId="1259"/>
            <ac:spMk id="3" creationId="{64DF174D-EBF0-2EEC-5BE7-41A5E7463BF6}"/>
          </ac:spMkLst>
        </pc:spChg>
        <pc:spChg chg="add del mod">
          <ac:chgData name="Sergio Molina" userId="20636364146_tp_box_2" providerId="OAuth2" clId="{44CDD4FA-DF07-4B69-BC01-0B2B69272B43}" dt="2026-07-10T21:29:09.425" v="1200" actId="478"/>
          <ac:spMkLst>
            <pc:docMk/>
            <pc:sldMk cId="140520820" sldId="1259"/>
            <ac:spMk id="5" creationId="{736F7E0B-BDE9-F0B1-FCDB-CF83E9F2276B}"/>
          </ac:spMkLst>
        </pc:spChg>
      </pc:sldChg>
      <pc:sldChg chg="addSp delSp modSp mod modTransition modClrScheme chgLayout">
        <pc:chgData name="Sergio Molina" userId="20636364146_tp_box_2" providerId="OAuth2" clId="{44CDD4FA-DF07-4B69-BC01-0B2B69272B43}" dt="2026-07-09T21:51:45.572" v="143" actId="732"/>
        <pc:sldMkLst>
          <pc:docMk/>
          <pc:sldMk cId="3218522510" sldId="1630"/>
        </pc:sldMkLst>
        <pc:spChg chg="mod ord">
          <ac:chgData name="Sergio Molina" userId="20636364146_tp_box_2" providerId="OAuth2" clId="{44CDD4FA-DF07-4B69-BC01-0B2B69272B43}" dt="2026-07-09T21:51:36.702" v="142" actId="1076"/>
          <ac:spMkLst>
            <pc:docMk/>
            <pc:sldMk cId="3218522510" sldId="1630"/>
            <ac:spMk id="3" creationId="{02618221-0503-989A-F1D1-30D32CDD1D62}"/>
          </ac:spMkLst>
        </pc:spChg>
        <pc:spChg chg="add mod">
          <ac:chgData name="Sergio Molina" userId="20636364146_tp_box_2" providerId="OAuth2" clId="{44CDD4FA-DF07-4B69-BC01-0B2B69272B43}" dt="2026-07-09T21:51:29.855" v="140" actId="1076"/>
          <ac:spMkLst>
            <pc:docMk/>
            <pc:sldMk cId="3218522510" sldId="1630"/>
            <ac:spMk id="8" creationId="{C13FBB9C-A80A-34AA-35B6-A670409AA68C}"/>
          </ac:spMkLst>
        </pc:spChg>
        <pc:spChg chg="add del mod">
          <ac:chgData name="Sergio Molina" userId="20636364146_tp_box_2" providerId="OAuth2" clId="{44CDD4FA-DF07-4B69-BC01-0B2B69272B43}" dt="2026-07-09T21:50:41.331" v="126" actId="478"/>
          <ac:spMkLst>
            <pc:docMk/>
            <pc:sldMk cId="3218522510" sldId="1630"/>
            <ac:spMk id="12" creationId="{74F495E5-3B25-B4E7-BA3A-9389B4E260B9}"/>
          </ac:spMkLst>
        </pc:spChg>
        <pc:spChg chg="add del mod">
          <ac:chgData name="Sergio Molina" userId="20636364146_tp_box_2" providerId="OAuth2" clId="{44CDD4FA-DF07-4B69-BC01-0B2B69272B43}" dt="2026-07-09T21:50:39.779" v="125" actId="478"/>
          <ac:spMkLst>
            <pc:docMk/>
            <pc:sldMk cId="3218522510" sldId="1630"/>
            <ac:spMk id="14" creationId="{8BED4B36-226F-0E02-D5B7-F74C833C7703}"/>
          </ac:spMkLst>
        </pc:spChg>
        <pc:spChg chg="add del mod">
          <ac:chgData name="Sergio Molina" userId="20636364146_tp_box_2" providerId="OAuth2" clId="{44CDD4FA-DF07-4B69-BC01-0B2B69272B43}" dt="2026-07-09T21:50:38.220" v="124" actId="478"/>
          <ac:spMkLst>
            <pc:docMk/>
            <pc:sldMk cId="3218522510" sldId="1630"/>
            <ac:spMk id="16" creationId="{A06BC1EB-50F3-AEE6-DE4E-A35E1BAEA7CB}"/>
          </ac:spMkLst>
        </pc:spChg>
        <pc:picChg chg="add del mod">
          <ac:chgData name="Sergio Molina" userId="20636364146_tp_box_2" providerId="OAuth2" clId="{44CDD4FA-DF07-4B69-BC01-0B2B69272B43}" dt="2026-07-09T21:50:11.851" v="115" actId="478"/>
          <ac:picMkLst>
            <pc:docMk/>
            <pc:sldMk cId="3218522510" sldId="1630"/>
            <ac:picMk id="4" creationId="{D53DAAD9-61FD-14B6-ADD1-E5E9426A961A}"/>
          </ac:picMkLst>
        </pc:picChg>
        <pc:picChg chg="del">
          <ac:chgData name="Sergio Molina" userId="20636364146_tp_box_2" providerId="OAuth2" clId="{44CDD4FA-DF07-4B69-BC01-0B2B69272B43}" dt="2026-07-09T21:49:57.051" v="111" actId="478"/>
          <ac:picMkLst>
            <pc:docMk/>
            <pc:sldMk cId="3218522510" sldId="1630"/>
            <ac:picMk id="5" creationId="{79BBEA1A-EEEB-3C49-079F-CC15FAF315EC}"/>
          </ac:picMkLst>
        </pc:picChg>
        <pc:picChg chg="add mod modCrop">
          <ac:chgData name="Sergio Molina" userId="20636364146_tp_box_2" providerId="OAuth2" clId="{44CDD4FA-DF07-4B69-BC01-0B2B69272B43}" dt="2026-07-09T21:51:45.572" v="143" actId="732"/>
          <ac:picMkLst>
            <pc:docMk/>
            <pc:sldMk cId="3218522510" sldId="1630"/>
            <ac:picMk id="7" creationId="{8055738B-D176-89B1-A6AA-99D577085DBD}"/>
          </ac:picMkLst>
        </pc:picChg>
      </pc:sldChg>
      <pc:sldChg chg="modSp mod">
        <pc:chgData name="Sergio Molina" userId="20636364146_tp_box_2" providerId="OAuth2" clId="{44CDD4FA-DF07-4B69-BC01-0B2B69272B43}" dt="2026-07-10T20:29:48.670" v="1168" actId="20577"/>
        <pc:sldMkLst>
          <pc:docMk/>
          <pc:sldMk cId="3045163916" sldId="1631"/>
        </pc:sldMkLst>
        <pc:spChg chg="mod">
          <ac:chgData name="Sergio Molina" userId="20636364146_tp_box_2" providerId="OAuth2" clId="{44CDD4FA-DF07-4B69-BC01-0B2B69272B43}" dt="2026-07-10T20:29:48.670" v="1168" actId="20577"/>
          <ac:spMkLst>
            <pc:docMk/>
            <pc:sldMk cId="3045163916" sldId="1631"/>
            <ac:spMk id="2" creationId="{373E8356-5AEA-DE1C-F0CC-A2B2D4F86DFE}"/>
          </ac:spMkLst>
        </pc:spChg>
      </pc:sldChg>
      <pc:sldChg chg="modSp mod">
        <pc:chgData name="Sergio Molina" userId="20636364146_tp_box_2" providerId="OAuth2" clId="{44CDD4FA-DF07-4B69-BC01-0B2B69272B43}" dt="2026-07-10T21:42:27.635" v="1332" actId="20577"/>
        <pc:sldMkLst>
          <pc:docMk/>
          <pc:sldMk cId="3529409546" sldId="1634"/>
        </pc:sldMkLst>
        <pc:spChg chg="mod">
          <ac:chgData name="Sergio Molina" userId="20636364146_tp_box_2" providerId="OAuth2" clId="{44CDD4FA-DF07-4B69-BC01-0B2B69272B43}" dt="2026-07-10T21:42:27.635" v="1332" actId="20577"/>
          <ac:spMkLst>
            <pc:docMk/>
            <pc:sldMk cId="3529409546" sldId="1634"/>
            <ac:spMk id="5" creationId="{2FA6B18F-EA2A-7CBC-3E93-C1F7F4E03498}"/>
          </ac:spMkLst>
        </pc:spChg>
      </pc:sldChg>
      <pc:sldChg chg="addSp delSp modSp add mod">
        <pc:chgData name="Sergio Molina" userId="20636364146_tp_box_2" providerId="OAuth2" clId="{44CDD4FA-DF07-4B69-BC01-0B2B69272B43}" dt="2026-07-09T21:51:00.462" v="130" actId="1076"/>
        <pc:sldMkLst>
          <pc:docMk/>
          <pc:sldMk cId="2590009323" sldId="1642"/>
        </pc:sldMkLst>
        <pc:spChg chg="mod">
          <ac:chgData name="Sergio Molina" userId="20636364146_tp_box_2" providerId="OAuth2" clId="{44CDD4FA-DF07-4B69-BC01-0B2B69272B43}" dt="2026-07-09T21:10:55.842" v="101" actId="20577"/>
          <ac:spMkLst>
            <pc:docMk/>
            <pc:sldMk cId="2590009323" sldId="1642"/>
            <ac:spMk id="10" creationId="{1A4939B7-1527-11DF-A257-74135DC809A3}"/>
          </ac:spMkLst>
        </pc:spChg>
        <pc:spChg chg="mod">
          <ac:chgData name="Sergio Molina" userId="20636364146_tp_box_2" providerId="OAuth2" clId="{44CDD4FA-DF07-4B69-BC01-0B2B69272B43}" dt="2026-07-09T21:51:00.462" v="130" actId="1076"/>
          <ac:spMkLst>
            <pc:docMk/>
            <pc:sldMk cId="2590009323" sldId="1642"/>
            <ac:spMk id="11" creationId="{F3BFE3F3-F592-91AD-9971-FF03A4E412AC}"/>
          </ac:spMkLst>
        </pc:spChg>
        <pc:spChg chg="mod">
          <ac:chgData name="Sergio Molina" userId="20636364146_tp_box_2" providerId="OAuth2" clId="{44CDD4FA-DF07-4B69-BC01-0B2B69272B43}" dt="2026-07-09T21:10:52.354" v="98" actId="20577"/>
          <ac:spMkLst>
            <pc:docMk/>
            <pc:sldMk cId="2590009323" sldId="1642"/>
            <ac:spMk id="13" creationId="{410A4454-AE8C-2690-F467-DF329F78F750}"/>
          </ac:spMkLst>
        </pc:spChg>
        <pc:picChg chg="del">
          <ac:chgData name="Sergio Molina" userId="20636364146_tp_box_2" providerId="OAuth2" clId="{44CDD4FA-DF07-4B69-BC01-0B2B69272B43}" dt="2026-07-09T21:10:36.529" v="92" actId="478"/>
          <ac:picMkLst>
            <pc:docMk/>
            <pc:sldMk cId="2590009323" sldId="1642"/>
            <ac:picMk id="6" creationId="{67F0498D-6A27-96BD-0E0F-7EBE8E879572}"/>
          </ac:picMkLst>
        </pc:picChg>
        <pc:picChg chg="add mod ord">
          <ac:chgData name="Sergio Molina" userId="20636364146_tp_box_2" providerId="OAuth2" clId="{44CDD4FA-DF07-4B69-BC01-0B2B69272B43}" dt="2026-07-09T21:10:42.482" v="96" actId="1076"/>
          <ac:picMkLst>
            <pc:docMk/>
            <pc:sldMk cId="2590009323" sldId="1642"/>
            <ac:picMk id="7" creationId="{C47C30BC-C8FF-8BF0-595C-2C0E6C0D97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23-07-2026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NAME, Title, </a:t>
            </a:r>
            <a:r>
              <a:rPr lang="en-US" err="1"/>
              <a:t>Ellucian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200717479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0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Presenter’s title</a:t>
            </a:r>
            <a:br>
              <a:rPr lang="en-US"/>
            </a:br>
            <a:r>
              <a:rPr lang="en-US" err="1"/>
              <a:t>Ellucian</a:t>
            </a:r>
            <a:endParaRPr lang="en-US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445407426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3663" userDrawn="1">
          <p15:clr>
            <a:srgbClr val="FBAE40"/>
          </p15:clr>
        </p15:guide>
        <p15:guide id="2" pos="406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2849" y="1316874"/>
            <a:ext cx="5298956" cy="351367"/>
          </a:xfrm>
        </p:spPr>
        <p:txBody>
          <a:bodyPr>
            <a:normAutofit/>
          </a:bodyPr>
          <a:lstStyle>
            <a:lvl1pPr>
              <a:buNone/>
              <a:defRPr sz="2133" spc="133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‹Nº›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2200717479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 userDrawn="1"/>
        </p:nvSpPr>
        <p:spPr>
          <a:xfrm flipH="1">
            <a:off x="9336617" y="0"/>
            <a:ext cx="2855383" cy="6858000"/>
          </a:xfrm>
          <a:prstGeom prst="rt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  <p:pic>
        <p:nvPicPr>
          <p:cNvPr id="6" name="Picture 5" descr="ellucian_purpl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6560760"/>
            <a:ext cx="1007011" cy="207264"/>
          </a:xfrm>
          <a:prstGeom prst="rect">
            <a:avLst/>
          </a:prstGeom>
        </p:spPr>
      </p:pic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475488" y="3112608"/>
            <a:ext cx="7116461" cy="2462723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75488" y="991929"/>
            <a:ext cx="9186032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1316874"/>
            <a:ext cx="5292027" cy="351367"/>
          </a:xfrm>
        </p:spPr>
        <p:txBody>
          <a:bodyPr>
            <a:noAutofit/>
          </a:bodyPr>
          <a:lstStyle>
            <a:lvl1pPr>
              <a:buNone/>
              <a:defRPr sz="2133" spc="133" baseline="0">
                <a:solidFill>
                  <a:srgbClr val="45A1AA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/>
              <a:t>SECTION # [optional]</a:t>
            </a:r>
          </a:p>
        </p:txBody>
      </p:sp>
      <p:sp>
        <p:nvSpPr>
          <p:cNvPr id="16" name="Right Triangle 15"/>
          <p:cNvSpPr/>
          <p:nvPr userDrawn="1"/>
        </p:nvSpPr>
        <p:spPr>
          <a:xfrm flipH="1" flipV="1">
            <a:off x="9541932" y="-8161"/>
            <a:ext cx="2650067" cy="2650069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  <p:sp>
        <p:nvSpPr>
          <p:cNvPr id="25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‹Nº›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3533535780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58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00717479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 marL="0" indent="0" algn="l" defTabSz="609585" rtl="0" eaLnBrk="1" latinLnBrk="0" hangingPunct="1">
              <a:spcBef>
                <a:spcPts val="1200"/>
              </a:spcBef>
              <a:buFontTx/>
              <a:buNone/>
              <a:defRPr lang="en-US" sz="2133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380990" indent="-380990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lang="en-US" sz="2133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3667" indent="-380990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  <a:defRPr lang="en-US" sz="1867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916493" indent="-380990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916493" indent="-380990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6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marL="457189" lvl="0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/>
              <a:t>Click to edit Master text styles</a:t>
            </a:r>
          </a:p>
          <a:p>
            <a:pPr marL="230712" lvl="1" indent="-230712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535504" lvl="2" indent="-232828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</a:pPr>
            <a:r>
              <a:rPr lang="en-US"/>
              <a:t>Third level</a:t>
            </a:r>
          </a:p>
          <a:p>
            <a:pPr marL="766214" lvl="3" indent="-230712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071007" lvl="4" indent="-230712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957724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923234" y="605649"/>
            <a:ext cx="6817663" cy="536566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400"/>
              </a:spcBef>
              <a:buFontTx/>
              <a:buNone/>
              <a:defRPr sz="2133" b="1">
                <a:solidFill>
                  <a:schemeClr val="accent2"/>
                </a:solidFill>
              </a:defRPr>
            </a:lvl1pPr>
            <a:lvl2pPr marL="380990" indent="-380990" algn="l" defTabSz="609585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defRPr lang="en-US" sz="18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90016" indent="-380990" algn="l" defTabSz="609585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•"/>
              <a:defRPr lang="en-US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377" indent="-380990" algn="l" defTabSz="609585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Arial"/>
              <a:buChar char="•"/>
              <a:defRPr lang="en-US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45087" indent="-228594" algn="l" defTabSz="609585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̶"/>
              <a:defRPr lang="en-US" sz="1467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302676" lvl="1" indent="-302676" algn="l" defTabSz="609585" rtl="0" eaLnBrk="1" latinLnBrk="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533387" lvl="2" indent="-224361" algn="l" defTabSz="609585" rtl="0" eaLnBrk="1" latinLnBrk="0" hangingPunct="1">
              <a:spcBef>
                <a:spcPts val="400"/>
              </a:spcBef>
              <a:buClr>
                <a:schemeClr val="accent1"/>
              </a:buClr>
              <a:buFont typeface="Arial"/>
              <a:buChar char="•"/>
            </a:pPr>
            <a:r>
              <a:rPr lang="en-US"/>
              <a:t>Third level</a:t>
            </a:r>
          </a:p>
          <a:p>
            <a:pPr marL="766214" lvl="3" indent="-232828" algn="l" defTabSz="609585" rtl="0" eaLnBrk="1" latinLnBrk="0" hangingPunct="1">
              <a:spcBef>
                <a:spcPts val="4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138738" lvl="4" indent="-222245" algn="l" defTabSz="609585" rtl="0" eaLnBrk="1" latinLnBrk="0" hangingPunct="1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̶"/>
            </a:pPr>
            <a:r>
              <a:rPr lang="en-US"/>
              <a:t>Fifth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75488" y="487680"/>
            <a:ext cx="3898432" cy="3823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9450939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5488" y="1600200"/>
            <a:ext cx="5364480" cy="4343400"/>
          </a:xfrm>
        </p:spPr>
        <p:txBody>
          <a:bodyPr/>
          <a:lstStyle>
            <a:lvl1pPr marL="457189" marR="0" indent="-457189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133" b="1" kern="120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230712" marR="0" indent="-230712" algn="l" defTabSz="609585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 lang="en-US" sz="2133" b="0" kern="1200" noProof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5504" marR="0" indent="-232828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 lang="en-US" sz="1867" kern="1200" noProof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766214" marR="0" indent="-230712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 lang="en-US" sz="1600" kern="1200" noProof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071007" marR="0" indent="-230712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̶"/>
              <a:tabLst/>
              <a:defRPr lang="en-US" sz="1600" kern="1200" noProof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457189" marR="0" lvl="0" indent="-457189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>
                <a:ln>
                  <a:noFill/>
                </a:ln>
                <a:solidFill>
                  <a:srgbClr val="45A1A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Click to edit Master text styles</a:t>
            </a:r>
          </a:p>
          <a:p>
            <a:pPr marL="230712" marR="0" lvl="1" indent="-230712" algn="l" defTabSz="609585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Second level</a:t>
            </a:r>
          </a:p>
          <a:p>
            <a:pPr marL="535504" marR="0" lvl="2" indent="-232828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/>
            </a:pP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Third level</a:t>
            </a:r>
          </a:p>
          <a:p>
            <a:pPr marL="766214" marR="0" lvl="3" indent="-230712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Fourth level</a:t>
            </a:r>
          </a:p>
          <a:p>
            <a:pPr marL="1071007" marR="0" lvl="4" indent="-230712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̶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Fifth level</a:t>
            </a:r>
            <a:endParaRPr kumimoji="0" lang="en-US" sz="1733" b="0" i="0" u="none" strike="noStrike" kern="1200" cap="none" spc="0" normalizeH="0" baseline="0" noProof="0">
              <a:ln>
                <a:noFill/>
              </a:ln>
              <a:solidFill>
                <a:srgbClr val="41404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1" y="1600200"/>
            <a:ext cx="5364480" cy="4343400"/>
          </a:xfrm>
        </p:spPr>
        <p:txBody>
          <a:bodyPr/>
          <a:lstStyle>
            <a:lvl1pPr marL="457189" marR="0" indent="-457189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133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230712" marR="0" indent="-230712" algn="l" defTabSz="609585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 lang="en-US" sz="2133" b="0" kern="1200" noProof="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5504" marR="0" indent="-232828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 lang="en-US" sz="1600" kern="1200" dirty="0" smtClean="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766214" marR="0" indent="-230712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 lang="en-US" sz="2000" kern="1200" dirty="0" smtClean="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223403" marR="0" indent="0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None/>
              <a:tabLst/>
              <a:defRPr lang="en-US" sz="1600" kern="1200" dirty="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457189" marR="0" lvl="0" indent="-457189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>
                <a:ln>
                  <a:noFill/>
                </a:ln>
                <a:solidFill>
                  <a:srgbClr val="45A1A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Click to edit Master text styles</a:t>
            </a:r>
          </a:p>
          <a:p>
            <a:pPr marL="230712" marR="0" lvl="1" indent="-230712" algn="l" defTabSz="609585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Second level</a:t>
            </a:r>
          </a:p>
          <a:p>
            <a:pPr marL="535504" marR="0" lvl="2" indent="-232828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/>
            </a:pPr>
            <a:r>
              <a: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Third level</a:t>
            </a:r>
          </a:p>
          <a:p>
            <a:pPr marL="766214" marR="0" lvl="3" indent="-230712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Fourth level</a:t>
            </a:r>
          </a:p>
          <a:p>
            <a:pPr marL="1071007" marR="0" lvl="4" indent="-230712" algn="l" defTabSz="60958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̶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Fifth level</a:t>
            </a:r>
            <a:endParaRPr kumimoji="0" lang="en-US" sz="1733" b="0" i="0" u="none" strike="noStrike" kern="1200" cap="none" spc="0" normalizeH="0" baseline="0" noProof="0">
              <a:ln>
                <a:noFill/>
              </a:ln>
              <a:solidFill>
                <a:srgbClr val="41404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0889898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0088" y="0"/>
            <a:ext cx="6711912" cy="6858000"/>
          </a:xfrm>
          <a:prstGeom prst="rect">
            <a:avLst/>
          </a:prstGeom>
        </p:spPr>
      </p:pic>
      <p:sp>
        <p:nvSpPr>
          <p:cNvPr id="15" name="Trapezoid 3"/>
          <p:cNvSpPr/>
          <p:nvPr userDrawn="1"/>
        </p:nvSpPr>
        <p:spPr>
          <a:xfrm>
            <a:off x="1" y="0"/>
            <a:ext cx="9636108" cy="6864096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6" name="Content Placeholder 15"/>
          <p:cNvSpPr>
            <a:spLocks noGrp="1"/>
          </p:cNvSpPr>
          <p:nvPr userDrawn="1">
            <p:ph sz="quarter" idx="11"/>
          </p:nvPr>
        </p:nvSpPr>
        <p:spPr>
          <a:xfrm>
            <a:off x="461434" y="1600200"/>
            <a:ext cx="6263217" cy="4343400"/>
          </a:xfrm>
        </p:spPr>
        <p:txBody>
          <a:bodyPr>
            <a:noAutofit/>
          </a:bodyPr>
          <a:lstStyle>
            <a:lvl1pPr>
              <a:buNone/>
              <a:defRPr/>
            </a:lvl1pPr>
            <a:lvl2pPr marL="380990" indent="-380990">
              <a:spcBef>
                <a:spcPts val="1600"/>
              </a:spcBef>
              <a:buNone/>
              <a:defRPr lang="en-US" sz="2133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3667" indent="-380990">
              <a:spcBef>
                <a:spcPts val="1600"/>
              </a:spcBef>
              <a:buNone/>
              <a:defRPr lang="en-US" sz="1867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4233" indent="0">
              <a:spcBef>
                <a:spcPts val="1600"/>
              </a:spcBef>
              <a:buNone/>
              <a:defRPr lang="en-US" sz="16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4233" indent="0">
              <a:spcBef>
                <a:spcPts val="1600"/>
              </a:spcBef>
              <a:buNone/>
              <a:defRPr lang="en-US" sz="16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30712" lvl="1" indent="-230712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</a:pPr>
            <a:r>
              <a:rPr lang="en-US"/>
              <a:t>Second level</a:t>
            </a:r>
          </a:p>
          <a:p>
            <a:pPr marL="535504" lvl="2" indent="-232828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</a:pPr>
            <a:r>
              <a:rPr lang="en-US"/>
              <a:t>Third level</a:t>
            </a:r>
          </a:p>
          <a:p>
            <a:pPr marL="766214" lvl="3" indent="-230712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071007" lvl="4" indent="-230712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/>
              <a:t>Fifth level</a:t>
            </a:r>
          </a:p>
        </p:txBody>
      </p:sp>
      <p:pic>
        <p:nvPicPr>
          <p:cNvPr id="17" name="Picture 16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6560760"/>
            <a:ext cx="1007011" cy="207264"/>
          </a:xfrm>
          <a:prstGeom prst="rect">
            <a:avLst/>
          </a:prstGeom>
        </p:spPr>
      </p:pic>
      <p:sp>
        <p:nvSpPr>
          <p:cNvPr id="18" name="Slide Number Placeholder 3"/>
          <p:cNvSpPr>
            <a:spLocks noGrp="1"/>
          </p:cNvSpPr>
          <p:nvPr userDrawn="1">
            <p:ph type="sldNum" sz="quarter" idx="4"/>
          </p:nvPr>
        </p:nvSpPr>
        <p:spPr>
          <a:xfrm>
            <a:off x="11203208" y="6378408"/>
            <a:ext cx="53768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467" b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40A085A0-3A3D-6540-B0AC-0588E66301F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2017 Ellucian</a:t>
            </a:r>
            <a:endParaRPr kumimoji="0" lang="en-US" sz="9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itle Placeholder 1"/>
          <p:cNvSpPr>
            <a:spLocks noGrp="1"/>
          </p:cNvSpPr>
          <p:nvPr userDrawn="1">
            <p:ph type="title"/>
          </p:nvPr>
        </p:nvSpPr>
        <p:spPr>
          <a:xfrm>
            <a:off x="461309" y="487681"/>
            <a:ext cx="7972331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Right Triangle 19"/>
          <p:cNvSpPr/>
          <p:nvPr userDrawn="1"/>
        </p:nvSpPr>
        <p:spPr>
          <a:xfrm flipH="1" flipV="1">
            <a:off x="8026400" y="-3"/>
            <a:ext cx="4165600" cy="4131736"/>
          </a:xfrm>
          <a:prstGeom prst="rtTriangle">
            <a:avLst/>
          </a:prstGeom>
          <a:solidFill>
            <a:schemeClr val="accent4">
              <a:alpha val="4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258571108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1600"/>
              </a:spcBef>
              <a:buFontTx/>
              <a:buNone/>
              <a:defRPr lang="en-US" sz="2667" b="0" kern="1200" dirty="0">
                <a:solidFill>
                  <a:schemeClr val="tx2"/>
                </a:solidFill>
                <a:latin typeface="Arial"/>
                <a:ea typeface="+mn-ea"/>
                <a:cs typeface="Arial"/>
              </a:defRPr>
            </a:lvl1pPr>
            <a:lvl2pPr marL="457189" indent="-457189" algn="l" defTabSz="609585" rtl="0" eaLnBrk="1" latinLnBrk="0" hangingPunct="1">
              <a:lnSpc>
                <a:spcPct val="110000"/>
              </a:lnSpc>
              <a:spcBef>
                <a:spcPts val="1600"/>
              </a:spcBef>
              <a:buFontTx/>
              <a:buNone/>
              <a:defRPr sz="2400">
                <a:solidFill>
                  <a:schemeClr val="tx2"/>
                </a:solidFill>
              </a:defRPr>
            </a:lvl2pPr>
            <a:lvl3pPr marL="457189" indent="-457189" algn="l" defTabSz="609585" rtl="0" eaLnBrk="1" latinLnBrk="0" hangingPunct="1">
              <a:lnSpc>
                <a:spcPct val="110000"/>
              </a:lnSpc>
              <a:spcBef>
                <a:spcPts val="1600"/>
              </a:spcBef>
              <a:buClr>
                <a:schemeClr val="accent2"/>
              </a:buClr>
              <a:buFontTx/>
              <a:buNone/>
              <a:defRPr sz="2133"/>
            </a:lvl3pPr>
            <a:lvl4pPr marL="457189" indent="-457189" algn="l" defTabSz="609585" rtl="0" eaLnBrk="1" latinLnBrk="0" hangingPunct="1">
              <a:lnSpc>
                <a:spcPct val="110000"/>
              </a:lnSpc>
              <a:spcBef>
                <a:spcPts val="1600"/>
              </a:spcBef>
              <a:buFontTx/>
              <a:buNone/>
              <a:defRPr sz="2000"/>
            </a:lvl4pPr>
            <a:lvl5pPr marL="457189" indent="-457189" algn="l" defTabSz="609585" rtl="0" eaLnBrk="1" latinLnBrk="0" hangingPunct="1">
              <a:lnSpc>
                <a:spcPct val="110000"/>
              </a:lnSpc>
              <a:spcBef>
                <a:spcPts val="1600"/>
              </a:spcBef>
              <a:buClr>
                <a:schemeClr val="accent1"/>
              </a:buClr>
              <a:buFontTx/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189" lvl="1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/>
              <a:t>Second level</a:t>
            </a:r>
          </a:p>
          <a:p>
            <a:pPr marL="457189" lvl="2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/>
              <a:t>Third level</a:t>
            </a:r>
          </a:p>
          <a:p>
            <a:pPr marL="457189" lvl="3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/>
              <a:t>Fourth level</a:t>
            </a:r>
          </a:p>
          <a:p>
            <a:pPr marL="457189" lvl="4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1825362241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957724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63753" y="313581"/>
            <a:ext cx="11514667" cy="2759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899469916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47634926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ight Triangle 21"/>
          <p:cNvSpPr/>
          <p:nvPr userDrawn="1"/>
        </p:nvSpPr>
        <p:spPr>
          <a:xfrm flipH="1">
            <a:off x="7632095" y="-7814"/>
            <a:ext cx="4559904" cy="6865815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  <p:sp>
        <p:nvSpPr>
          <p:cNvPr id="23" name="Right Triangle 22"/>
          <p:cNvSpPr/>
          <p:nvPr userDrawn="1"/>
        </p:nvSpPr>
        <p:spPr>
          <a:xfrm flipH="1" flipV="1">
            <a:off x="9541932" y="-8161"/>
            <a:ext cx="2650067" cy="2650069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666" y="1710108"/>
            <a:ext cx="6180668" cy="3430369"/>
          </a:xfrm>
        </p:spPr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Oval 12"/>
          <p:cNvSpPr/>
          <p:nvPr userDrawn="1"/>
        </p:nvSpPr>
        <p:spPr>
          <a:xfrm>
            <a:off x="7523239" y="4003524"/>
            <a:ext cx="2002184" cy="2002184"/>
          </a:xfrm>
          <a:prstGeom prst="ellipse">
            <a:avLst/>
          </a:prstGeom>
          <a:solidFill>
            <a:srgbClr val="FFFFFF"/>
          </a:solidFill>
          <a:ln w="2857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14" name="Picture 13" descr="ellucian_purpl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6560760"/>
            <a:ext cx="1007011" cy="207264"/>
          </a:xfrm>
          <a:prstGeom prst="rect">
            <a:avLst/>
          </a:prstGeom>
        </p:spPr>
      </p:pic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2017 Ellucian</a:t>
            </a:r>
            <a:endParaRPr kumimoji="0" lang="en-US" sz="9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9702534" y="4003524"/>
            <a:ext cx="2038361" cy="2002184"/>
          </a:xfrm>
        </p:spPr>
        <p:txBody>
          <a:bodyPr anchor="ctr">
            <a:noAutofit/>
          </a:bodyPr>
          <a:lstStyle>
            <a:lvl1pPr algn="l">
              <a:spcBef>
                <a:spcPts val="0"/>
              </a:spcBef>
              <a:buNone/>
              <a:defRPr sz="1600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algn="l"/>
            <a:r>
              <a:rPr lang="en-US" sz="1600" b="1">
                <a:solidFill>
                  <a:srgbClr val="FFFFFF"/>
                </a:solidFill>
              </a:rPr>
              <a:t>ATTRIBUTION NAME, </a:t>
            </a:r>
            <a:r>
              <a:rPr lang="en-US" sz="1600">
                <a:solidFill>
                  <a:srgbClr val="FFFFFF"/>
                </a:solidFill>
              </a:rPr>
              <a:t>Title, Organization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463297" y="1485641"/>
            <a:ext cx="54060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40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“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5105238" y="4262258"/>
            <a:ext cx="666092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40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”</a:t>
            </a:r>
          </a:p>
        </p:txBody>
      </p:sp>
      <p:sp>
        <p:nvSpPr>
          <p:cNvPr id="19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‹Nº›</a:t>
            </a:fld>
            <a:endParaRPr lang="en-US" sz="1467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7511949" y="4003524"/>
            <a:ext cx="2002184" cy="2002184"/>
          </a:xfrm>
          <a:prstGeom prst="ellipse">
            <a:avLst/>
          </a:prstGeom>
        </p:spPr>
        <p:txBody>
          <a:bodyPr wrap="none" anchor="ctr" anchorCtr="0"/>
          <a:lstStyle>
            <a:lvl1pPr algn="ctr">
              <a:buFontTx/>
              <a:buNone/>
              <a:defRPr 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Partner/ </a:t>
            </a:r>
            <a:br>
              <a:rPr lang="en-US"/>
            </a:br>
            <a:r>
              <a:rPr lang="en-US"/>
              <a:t>institution </a:t>
            </a:r>
            <a:br>
              <a:rPr lang="en-US"/>
            </a:br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656005815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lygon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2017 Ellucian</a:t>
            </a:r>
            <a:endParaRPr kumimoji="0" lang="en-US" sz="9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9" name="Picture 18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‹Nº›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845463101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-646457628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177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3779"/>
            <a:ext cx="12192000" cy="6858000"/>
          </a:xfrm>
          <a:prstGeom prst="rect">
            <a:avLst/>
          </a:prstGeom>
          <a:solidFill>
            <a:schemeClr val="accent4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4" name="Right Triangle 21"/>
          <p:cNvSpPr/>
          <p:nvPr userDrawn="1"/>
        </p:nvSpPr>
        <p:spPr>
          <a:xfrm flipH="1">
            <a:off x="7632095" y="-7814"/>
            <a:ext cx="4559904" cy="6865815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>
              <a:alpha val="6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  <p:sp>
        <p:nvSpPr>
          <p:cNvPr id="15" name="Right Triangle 14"/>
          <p:cNvSpPr/>
          <p:nvPr userDrawn="1"/>
        </p:nvSpPr>
        <p:spPr>
          <a:xfrm flipH="1" flipV="1">
            <a:off x="8273143" y="-8162"/>
            <a:ext cx="3918856" cy="3905907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10" y="3625511"/>
            <a:ext cx="5695167" cy="1161143"/>
          </a:xfrm>
        </p:spPr>
        <p:txBody>
          <a:bodyPr>
            <a:normAutofit/>
          </a:bodyPr>
          <a:lstStyle>
            <a:lvl1pPr>
              <a:defRPr sz="5333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3" name="Picture 12" descr="ellucian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866875"/>
            <a:ext cx="2164695" cy="443247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97" y="4911366"/>
            <a:ext cx="7640512" cy="1589695"/>
          </a:xfrm>
        </p:spPr>
        <p:txBody>
          <a:bodyPr anchor="t" anchorCtr="0">
            <a:normAutofit/>
          </a:bodyPr>
          <a:lstStyle>
            <a:lvl1pPr>
              <a:spcBef>
                <a:spcPts val="0"/>
              </a:spcBef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 title title, </a:t>
            </a:r>
            <a:r>
              <a:rPr lang="en-US" err="1"/>
              <a:t>Ellucian</a:t>
            </a:r>
            <a:br>
              <a:rPr lang="en-US"/>
            </a:br>
            <a:r>
              <a:rPr lang="en-US" err="1"/>
              <a:t>firstname.lastname@ellucian.com</a:t>
            </a:r>
            <a:endParaRPr lang="en-US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053544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069412640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27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NAME, Title, </a:t>
            </a:r>
            <a:r>
              <a:rPr lang="en-US" err="1"/>
              <a:t>Ellucian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697235497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0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NAME, Title, </a:t>
            </a:r>
            <a:r>
              <a:rPr lang="en-US" err="1"/>
              <a:t>Ellucian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732699818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0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NAME, Title, </a:t>
            </a:r>
            <a:r>
              <a:rPr lang="en-US" err="1"/>
              <a:t>Ellucian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771966783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0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NAME, Title, </a:t>
            </a:r>
            <a:r>
              <a:rPr lang="en-US" err="1"/>
              <a:t>Ellucian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835629507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0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NAME, Title, </a:t>
            </a:r>
            <a:r>
              <a:rPr lang="en-US" err="1"/>
              <a:t>Ellucian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36528198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0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NAME, Title, </a:t>
            </a:r>
            <a:r>
              <a:rPr lang="en-US" err="1"/>
              <a:t>Ellucian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862494221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0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83815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394876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90865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8434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243834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257337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92944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3633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474269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5469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14061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034256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81298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081381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8257469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407102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22129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85989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764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480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685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79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653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754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6035661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1458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0670816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564744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58720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960486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138589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0344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6332807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440195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Subhead (not required, max two lines)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5616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84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285750" indent="-285750" algn="l" defTabSz="457200" rtl="0" eaLnBrk="1" latinLnBrk="0" hangingPunct="1">
              <a:lnSpc>
                <a:spcPct val="95000"/>
              </a:lnSpc>
              <a:spcBef>
                <a:spcPts val="900"/>
              </a:spcBef>
              <a:buClr>
                <a:schemeClr val="tx1"/>
              </a:buCl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12763" indent="-285750" algn="l" defTabSz="457200" rtl="0" eaLnBrk="1" latinLnBrk="0" hangingPunct="1">
              <a:spcBef>
                <a:spcPts val="900"/>
              </a:spcBef>
              <a:buClr>
                <a:srgbClr val="642673"/>
              </a:buClr>
              <a:buFont typeface="Arial"/>
              <a:buChar char="•"/>
              <a:defRPr lang="en-US" sz="14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687387" indent="-285750" algn="l" defTabSz="457200" rtl="0" eaLnBrk="1" latinLnBrk="0" hangingPunct="1">
              <a:spcBef>
                <a:spcPts val="9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2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687387" indent="-285750" algn="l" defTabSz="457200" rtl="0" eaLnBrk="1" latinLnBrk="0" hangingPunct="1">
              <a:spcBef>
                <a:spcPts val="9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2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75488" y="487682"/>
            <a:ext cx="11267392" cy="58267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317034"/>
      </p:ext>
    </p:extLst>
  </p:cSld>
  <p:clrMapOvr>
    <a:masterClrMapping/>
  </p:clrMapOvr>
  <p:transition spd="slow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D7DD6E6-E97A-4472-91B0-6459FF173152}" type="slidenum">
              <a:rPr lang="es-419" smtClean="0"/>
              <a:t>‹Nº›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1731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2587492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8622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5560972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577567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3078960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298167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5387522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6031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3951933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389910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871991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669389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243633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302322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137240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1586066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8269344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23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8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56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60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9.xml"/><Relationship Id="rId40" Type="http://schemas.openxmlformats.org/officeDocument/2006/relationships/image" Target="../media/image16.sv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5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9.xml"/><Relationship Id="rId30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7.xml"/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37376"/>
            <a:ext cx="12192000" cy="42265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9" y="1600200"/>
            <a:ext cx="11263545" cy="4343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457189" lvl="0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/>
              <a:t>Click to edit Master text styles</a:t>
            </a:r>
          </a:p>
          <a:p>
            <a:pPr marL="230712" lvl="1" indent="-230712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535504" lvl="2" indent="-232828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</a:pPr>
            <a:r>
              <a:rPr lang="en-US"/>
              <a:t>Third level</a:t>
            </a:r>
          </a:p>
          <a:p>
            <a:pPr marL="766214" lvl="3" indent="-230712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071007" lvl="4" indent="-230712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/>
              <a:t>Fifth level</a:t>
            </a: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7" name="Picture 16" descr="ellucian_white.png"/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‹Nº›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367933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22" r:id="rId2"/>
    <p:sldLayoutId id="2147483717" r:id="rId3"/>
    <p:sldLayoutId id="2147483724" r:id="rId4"/>
    <p:sldLayoutId id="2147483649" r:id="rId5"/>
    <p:sldLayoutId id="2147483650" r:id="rId6"/>
    <p:sldLayoutId id="2147483721" r:id="rId7"/>
    <p:sldLayoutId id="2147483652" r:id="rId8"/>
    <p:sldLayoutId id="2147483723" r:id="rId9"/>
    <p:sldLayoutId id="2147483735" r:id="rId10"/>
    <p:sldLayoutId id="2147483700" r:id="rId11"/>
    <p:sldLayoutId id="2147483734" r:id="rId12"/>
    <p:sldLayoutId id="2147483716" r:id="rId13"/>
    <p:sldLayoutId id="2147483725" r:id="rId14"/>
    <p:sldLayoutId id="2147483720" r:id="rId15"/>
    <p:sldLayoutId id="2147483726" r:id="rId16"/>
    <p:sldLayoutId id="2147483738" r:id="rId17"/>
    <p:sldLayoutId id="2147483740" r:id="rId18"/>
    <p:sldLayoutId id="2147483741" r:id="rId19"/>
    <p:sldLayoutId id="2147483742" r:id="rId20"/>
    <p:sldLayoutId id="2147483743" r:id="rId21"/>
    <p:sldLayoutId id="2147483744" r:id="rId22"/>
  </p:sldLayoutIdLst>
  <p:transition spd="slow">
    <p:wipe dir="r"/>
  </p:transition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467" b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spcBef>
          <a:spcPts val="1200"/>
        </a:spcBef>
        <a:buFontTx/>
        <a:buNone/>
        <a:defRPr lang="en-US" sz="2133" b="1" kern="1200" dirty="0" smtClean="0">
          <a:solidFill>
            <a:srgbClr val="45A1AA"/>
          </a:solidFill>
          <a:latin typeface="Arial"/>
          <a:ea typeface="+mn-ea"/>
          <a:cs typeface="Arial"/>
        </a:defRPr>
      </a:lvl1pPr>
      <a:lvl2pPr marL="380990" indent="-380990" algn="l" defTabSz="609585" rtl="0" eaLnBrk="1" latinLnBrk="0" hangingPunct="1">
        <a:spcBef>
          <a:spcPts val="1200"/>
        </a:spcBef>
        <a:buFont typeface="Arial" panose="020B0604020202020204" pitchFamily="34" charset="0"/>
        <a:buChar char="•"/>
        <a:defRPr lang="en-US" sz="2133" b="0" kern="1200" dirty="0" smtClean="0">
          <a:solidFill>
            <a:schemeClr val="tx1"/>
          </a:solidFill>
          <a:latin typeface="Arial"/>
          <a:ea typeface="+mn-ea"/>
          <a:cs typeface="Arial"/>
        </a:defRPr>
      </a:lvl2pPr>
      <a:lvl3pPr marL="683667" indent="-380990" algn="l" defTabSz="609585" rtl="0" eaLnBrk="1" latinLnBrk="0" hangingPunct="1">
        <a:spcBef>
          <a:spcPts val="1200"/>
        </a:spcBef>
        <a:buFont typeface="Arial"/>
        <a:buChar char="•"/>
        <a:defRPr lang="en-US" sz="1867" kern="1200" dirty="0" smtClean="0">
          <a:solidFill>
            <a:srgbClr val="414042"/>
          </a:solidFill>
          <a:latin typeface="Arial"/>
          <a:ea typeface="+mn-ea"/>
          <a:cs typeface="Arial"/>
        </a:defRPr>
      </a:lvl3pPr>
      <a:lvl4pPr marL="1140855" indent="-1140855" algn="l" defTabSz="609585" rtl="0" eaLnBrk="1" latinLnBrk="0" hangingPunct="1">
        <a:spcBef>
          <a:spcPts val="1200"/>
        </a:spcBef>
        <a:buFont typeface="Arial" panose="020B0604020202020204" pitchFamily="34" charset="0"/>
        <a:buChar char="•"/>
        <a:defRPr lang="en-US" sz="1600" kern="1200" dirty="0" smtClean="0">
          <a:solidFill>
            <a:srgbClr val="414042"/>
          </a:solidFill>
          <a:latin typeface="Arial"/>
          <a:ea typeface="+mn-ea"/>
          <a:cs typeface="Arial"/>
        </a:defRPr>
      </a:lvl4pPr>
      <a:lvl5pPr marL="1602277" indent="-452955" algn="l" defTabSz="609585" rtl="0" eaLnBrk="1" latinLnBrk="0" hangingPunct="1">
        <a:spcBef>
          <a:spcPts val="1200"/>
        </a:spcBef>
        <a:buFont typeface="Arial" panose="020B0604020202020204" pitchFamily="34" charset="0"/>
        <a:buChar char="•"/>
        <a:defRPr lang="en-US" sz="1600" kern="1200" dirty="0">
          <a:solidFill>
            <a:srgbClr val="414042"/>
          </a:solidFill>
          <a:latin typeface="Arial"/>
          <a:ea typeface="+mn-ea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 userDrawn="1">
          <p15:clr>
            <a:srgbClr val="F26B43"/>
          </p15:clr>
        </p15:guide>
        <p15:guide id="3" orient="horz" pos="533" userDrawn="1">
          <p15:clr>
            <a:srgbClr val="F26B43"/>
          </p15:clr>
        </p15:guide>
        <p15:guide id="5" pos="7395" userDrawn="1">
          <p15:clr>
            <a:srgbClr val="F26B43"/>
          </p15:clr>
        </p15:guide>
        <p15:guide id="6" orient="horz" pos="10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749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73" r:id="rId25"/>
    <p:sldLayoutId id="2147483774" r:id="rId26"/>
    <p:sldLayoutId id="2147483775" r:id="rId27"/>
    <p:sldLayoutId id="2147483776" r:id="rId28"/>
    <p:sldLayoutId id="2147483777" r:id="rId29"/>
    <p:sldLayoutId id="2147483778" r:id="rId30"/>
    <p:sldLayoutId id="2147483779" r:id="rId31"/>
    <p:sldLayoutId id="2147483780" r:id="rId32"/>
    <p:sldLayoutId id="2147483781" r:id="rId33"/>
    <p:sldLayoutId id="2147483782" r:id="rId34"/>
    <p:sldLayoutId id="2147483785" r:id="rId35"/>
    <p:sldLayoutId id="2147483786" r:id="rId36"/>
    <p:sldLayoutId id="2147483788" r:id="rId37"/>
    <p:sldLayoutId id="2147483809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96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  <p:sldLayoutId id="214748380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8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svg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222707"/>
          </a:xfrm>
        </p:spPr>
        <p:txBody>
          <a:bodyPr/>
          <a:lstStyle/>
          <a:p>
            <a:r>
              <a:rPr lang="es-ES" sz="4400" dirty="0"/>
              <a:t>Communication Management BCM</a:t>
            </a:r>
            <a:endParaRPr lang="es-419" noProof="0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419" sz="1800" noProof="0" dirty="0"/>
              <a:t>Instructivo</a:t>
            </a:r>
            <a:endParaRPr lang="es-419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120639"/>
            <a:ext cx="3032274" cy="194925"/>
          </a:xfrm>
        </p:spPr>
        <p:txBody>
          <a:bodyPr/>
          <a:lstStyle/>
          <a:p>
            <a:r>
              <a:rPr lang="es-419" dirty="0"/>
              <a:t>Universidad Señor de SIPAN</a:t>
            </a:r>
            <a:endParaRPr lang="es-419" noProof="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AF7D103-2992-CE66-2094-F2DD7ED1D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dirty="0"/>
              <a:t>Julio</a:t>
            </a:r>
            <a:r>
              <a:rPr lang="es-419" noProof="0" dirty="0"/>
              <a:t>, </a:t>
            </a:r>
            <a:r>
              <a:rPr lang="es-419" dirty="0"/>
              <a:t>2026</a:t>
            </a:r>
            <a:endParaRPr lang="es-419" noProof="0" dirty="0"/>
          </a:p>
        </p:txBody>
      </p:sp>
      <p:pic>
        <p:nvPicPr>
          <p:cNvPr id="9" name="Marcador de posición de imagen 8" descr="Mujer sentada en un escritorio&#10;&#10;El contenido generado por IA puede ser incorrecto.">
            <a:extLst>
              <a:ext uri="{FF2B5EF4-FFF2-40B4-BE49-F238E27FC236}">
                <a16:creationId xmlns:a16="http://schemas.microsoft.com/office/drawing/2014/main" id="{C8F2F481-06F7-0405-5DC6-CD13384898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2940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F69F6CD-E586-9752-C6E7-3BD65D73D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588186"/>
              </p:ext>
            </p:extLst>
          </p:nvPr>
        </p:nvGraphicFramePr>
        <p:xfrm>
          <a:off x="960496" y="501195"/>
          <a:ext cx="10557736" cy="56993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4114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9473622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s-CL" sz="2800" b="1" noProof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CL" sz="2800" b="1" noProof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noProof="0" dirty="0">
                          <a:solidFill>
                            <a:schemeClr val="bg1"/>
                          </a:solidFill>
                        </a:rPr>
                        <a:t>Configurar permisos Communication Management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CL" sz="2800" b="1" noProof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1" noProof="0" dirty="0">
                          <a:solidFill>
                            <a:schemeClr val="bg1"/>
                          </a:solidFill>
                        </a:rPr>
                        <a:t>Configuración de servidor de correo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Configuración de Plantillas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05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Selección de Población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359742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06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Publicar y enviar comunicaciones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061422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07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2800" b="1" noProof="0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395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Communication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13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AC1633D-9215-2128-452C-BEE52AEB6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3" y="619395"/>
            <a:ext cx="8982683" cy="672317"/>
          </a:xfrm>
        </p:spPr>
        <p:txBody>
          <a:bodyPr/>
          <a:lstStyle/>
          <a:p>
            <a:r>
              <a:rPr lang="es-ES_tradnl" sz="3200" b="0" dirty="0"/>
              <a:t>Overview: </a:t>
            </a:r>
            <a:r>
              <a:rPr lang="es-ES_tradnl" sz="3200" b="1" dirty="0"/>
              <a:t>Mapa de Capacidades</a:t>
            </a: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98D5979-581B-BB11-037F-3872116713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2893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313536-355D-2260-A7D1-B3DD9A36BC11}"/>
              </a:ext>
            </a:extLst>
          </p:cNvPr>
          <p:cNvSpPr/>
          <p:nvPr/>
        </p:nvSpPr>
        <p:spPr>
          <a:xfrm>
            <a:off x="5301996" y="4222975"/>
            <a:ext cx="1610868" cy="67231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8713" y="2187105"/>
            <a:ext cx="9926266" cy="220007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Clr>
                <a:srgbClr val="009999"/>
              </a:buClr>
              <a:buNone/>
            </a:pPr>
            <a:r>
              <a:rPr lang="es-ES" sz="2200" dirty="0"/>
              <a:t>Se pueden enviar comunicaciones a una  selección de población, predefiniendo plantillas de comunicación que incluyan variables dinámicas, como nombres, correos electrónicos, y otros datos relevantes. Además, se pueden programar eventos para el envío recurrente de comunicaciones según las necesidades específicas.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454844A-B37D-CF5D-8FA0-7D80890C0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17" y="685800"/>
            <a:ext cx="9819262" cy="898555"/>
          </a:xfrm>
        </p:spPr>
        <p:txBody>
          <a:bodyPr/>
          <a:lstStyle/>
          <a:p>
            <a:r>
              <a:rPr lang="es-ES_tradnl" sz="3200" b="0" dirty="0" err="1">
                <a:solidFill>
                  <a:schemeClr val="accent5">
                    <a:lumMod val="10000"/>
                  </a:schemeClr>
                </a:solidFill>
              </a:rPr>
              <a:t>Overview</a:t>
            </a:r>
            <a:r>
              <a:rPr lang="es-ES_tradnl" sz="3200" b="0" dirty="0">
                <a:solidFill>
                  <a:schemeClr val="accent5">
                    <a:lumMod val="10000"/>
                  </a:schemeClr>
                </a:solidFill>
              </a:rPr>
              <a:t>: </a:t>
            </a:r>
            <a:r>
              <a:rPr lang="es-ES_tradnl" dirty="0" err="1">
                <a:solidFill>
                  <a:schemeClr val="accent5">
                    <a:lumMod val="10000"/>
                  </a:schemeClr>
                </a:solidFill>
              </a:rPr>
              <a:t>Communication</a:t>
            </a:r>
            <a:r>
              <a:rPr lang="es-ES_tradnl" dirty="0">
                <a:solidFill>
                  <a:schemeClr val="accent5">
                    <a:lumMod val="10000"/>
                  </a:schemeClr>
                </a:solidFill>
              </a:rPr>
              <a:t> Management</a:t>
            </a:r>
            <a:endParaRPr lang="es-ES" dirty="0">
              <a:solidFill>
                <a:schemeClr val="accent5">
                  <a:lumMod val="10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E1BB385-EBB9-AD98-896B-A427CE8D878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_tradnl" b="1" dirty="0"/>
              <a:t>Región donde aplica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8409273" y="3182780"/>
            <a:ext cx="153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Todo LAC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49036-5F52-9C35-ABD2-0A6D48228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75" y="1584355"/>
            <a:ext cx="5111496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0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de Permisos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387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ES" dirty="0"/>
              <a:t>Configuración de permisos de roles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19117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2356-6061-9B9F-6DC6-C780F578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3B7BCC-9E31-9282-339F-F723167BFD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9"/>
          <a:stretch>
            <a:fillRect/>
          </a:stretch>
        </p:blipFill>
        <p:spPr>
          <a:xfrm>
            <a:off x="858261" y="1545335"/>
            <a:ext cx="10080171" cy="462686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FFEE26-B9D5-4FB7-AC78-67738EF665E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F1DB58D-91A5-05D6-4949-5B3D9AAB8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CBC3950-6410-4DC2-24E9-705D8F8D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261" y="95877"/>
            <a:ext cx="10242010" cy="89855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br>
              <a:rPr lang="es-419" b="0" dirty="0"/>
            </a:br>
            <a:r>
              <a:rPr lang="es-419" b="0" dirty="0"/>
              <a:t>GUAUSRL </a:t>
            </a:r>
            <a:r>
              <a:rPr lang="es-ES" b="0" dirty="0"/>
              <a:t>Administrador Communication Management</a:t>
            </a:r>
            <a:endParaRPr lang="es-419" dirty="0">
              <a:solidFill>
                <a:srgbClr val="414042"/>
              </a:solidFill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172575-0973-D3E3-E954-307092C075BF}"/>
              </a:ext>
            </a:extLst>
          </p:cNvPr>
          <p:cNvSpPr/>
          <p:nvPr/>
        </p:nvSpPr>
        <p:spPr>
          <a:xfrm>
            <a:off x="1583566" y="4764306"/>
            <a:ext cx="7440691" cy="125244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s-MX" sz="1200" dirty="0"/>
              <a:t>1. Desde </a:t>
            </a:r>
            <a:r>
              <a:rPr lang="es-419" sz="1200" dirty="0"/>
              <a:t>GUAUSRL </a:t>
            </a:r>
            <a:r>
              <a:rPr lang="es-MX" sz="1200" dirty="0"/>
              <a:t>se debe dar permiso al usuario administrador de Communication Management sobre los 3 roles.</a:t>
            </a:r>
          </a:p>
          <a:p>
            <a:pPr>
              <a:defRPr/>
            </a:pPr>
            <a:endParaRPr lang="es-MX" sz="12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s-MX" sz="1200" dirty="0"/>
              <a:t>COMMUNICATIONADMIN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s-CO" sz="1200" dirty="0"/>
              <a:t>COMMUNICATIONCONTENTADMIN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s-CO" sz="1200" dirty="0"/>
              <a:t>COMMUNICATIONUSER</a:t>
            </a:r>
          </a:p>
          <a:p>
            <a:pPr algn="ctr">
              <a:defRPr/>
            </a:pPr>
            <a:endParaRPr lang="es-CO" sz="1200" dirty="0"/>
          </a:p>
        </p:txBody>
      </p:sp>
      <p:sp>
        <p:nvSpPr>
          <p:cNvPr id="8" name="CuadroTexto 9">
            <a:extLst>
              <a:ext uri="{FF2B5EF4-FFF2-40B4-BE49-F238E27FC236}">
                <a16:creationId xmlns:a16="http://schemas.microsoft.com/office/drawing/2014/main" id="{3E2B3758-1A92-153D-2992-E64E79091B5B}"/>
              </a:ext>
            </a:extLst>
          </p:cNvPr>
          <p:cNvSpPr txBox="1"/>
          <p:nvPr/>
        </p:nvSpPr>
        <p:spPr>
          <a:xfrm>
            <a:off x="471693" y="399619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59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812F-6A04-0238-F475-84F5D2ACA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E3137557-F005-DED1-7DA2-8F87DDB8D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Configuración de clases de usuario GSASECR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73708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3400-130A-24AE-88A0-6598C3664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9767FE-383D-97D5-B8E1-56D2D9E4A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97" y="1457136"/>
            <a:ext cx="10136777" cy="471506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87FC03-D8F2-46D0-B1EA-39FED027307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39A9BBB1-627E-2ACE-E65A-4B1FEFEE3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EDD7BB-5DC7-58A9-1D3C-5A16A778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Gestionar privilegios GSASECR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7A0FCF-12D5-0BAF-0389-D88498248D5A}"/>
              </a:ext>
            </a:extLst>
          </p:cNvPr>
          <p:cNvSpPr/>
          <p:nvPr/>
        </p:nvSpPr>
        <p:spPr>
          <a:xfrm>
            <a:off x="2132084" y="5269673"/>
            <a:ext cx="5270202" cy="73924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1. Con la cuenta de BANSECR se debe ingresar a Banner Access Manager para otorgar permisos al usuario que administrará y publicará las comunicaciones.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9BF28EB2-7746-4319-460E-E5CB9358065E}"/>
              </a:ext>
            </a:extLst>
          </p:cNvPr>
          <p:cNvSpPr txBox="1"/>
          <p:nvPr/>
        </p:nvSpPr>
        <p:spPr>
          <a:xfrm>
            <a:off x="5440784" y="423072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76029791-1195-43FA-CA33-E0F951D53961}"/>
              </a:ext>
            </a:extLst>
          </p:cNvPr>
          <p:cNvSpPr/>
          <p:nvPr/>
        </p:nvSpPr>
        <p:spPr>
          <a:xfrm>
            <a:off x="8698173" y="3630916"/>
            <a:ext cx="2824797" cy="440169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2. Presionar el botón </a:t>
            </a:r>
            <a:r>
              <a:rPr lang="es-ES" sz="1200" b="1" dirty="0">
                <a:solidFill>
                  <a:schemeClr val="bg1"/>
                </a:solidFill>
                <a:cs typeface="Arial"/>
              </a:rPr>
              <a:t>Iniciar sesión</a:t>
            </a:r>
            <a:r>
              <a:rPr lang="es-ES" sz="1200" dirty="0">
                <a:solidFill>
                  <a:schemeClr val="bg1"/>
                </a:solidFill>
                <a:cs typeface="Arial"/>
              </a:rPr>
              <a:t>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5A5BF324-2BBC-8704-D3F8-F1B495315E07}"/>
              </a:ext>
            </a:extLst>
          </p:cNvPr>
          <p:cNvSpPr txBox="1"/>
          <p:nvPr/>
        </p:nvSpPr>
        <p:spPr>
          <a:xfrm>
            <a:off x="8040683" y="342899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700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6A93-D85B-6CF4-7370-581235D1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0AF83A-C593-2673-5BF7-4839403FC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70" y="1178636"/>
            <a:ext cx="10635343" cy="526480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19923F-D0F8-31E8-E0ED-DA7A031065B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8F932D4-089F-2BB3-C929-9DD378E8A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4CE863E-E5D9-ACF0-B6E1-7A5D091E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Gestionar privilegios GSASECR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9" name="Rectangle: Rounded Corners 15">
            <a:extLst>
              <a:ext uri="{FF2B5EF4-FFF2-40B4-BE49-F238E27FC236}">
                <a16:creationId xmlns:a16="http://schemas.microsoft.com/office/drawing/2014/main" id="{A6A001F5-DF34-7DBC-2110-08FD5CE05B2F}"/>
              </a:ext>
            </a:extLst>
          </p:cNvPr>
          <p:cNvSpPr/>
          <p:nvPr/>
        </p:nvSpPr>
        <p:spPr>
          <a:xfrm>
            <a:off x="2859570" y="1463405"/>
            <a:ext cx="3497687" cy="429847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3. Presionar el botón del </a:t>
            </a:r>
            <a:r>
              <a:rPr lang="es-ES" sz="1200" b="1" dirty="0">
                <a:solidFill>
                  <a:schemeClr val="bg1"/>
                </a:solidFill>
                <a:cs typeface="Arial"/>
              </a:rPr>
              <a:t>menú </a:t>
            </a:r>
            <a:r>
              <a:rPr lang="es-ES" sz="1200" dirty="0">
                <a:solidFill>
                  <a:schemeClr val="bg1"/>
                </a:solidFill>
                <a:cs typeface="Arial"/>
              </a:rPr>
              <a:t>ubicado en la parte superior izquierda.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EE3F7D51-C292-09A1-86B7-F587D68460F7}"/>
              </a:ext>
            </a:extLst>
          </p:cNvPr>
          <p:cNvSpPr txBox="1"/>
          <p:nvPr/>
        </p:nvSpPr>
        <p:spPr>
          <a:xfrm>
            <a:off x="360248" y="109154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FD0B95A9-E53D-F2BB-6446-9FA0187EC16B}"/>
              </a:ext>
            </a:extLst>
          </p:cNvPr>
          <p:cNvSpPr txBox="1"/>
          <p:nvPr/>
        </p:nvSpPr>
        <p:spPr>
          <a:xfrm>
            <a:off x="2601361" y="350850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25C4F03D-B222-DB56-CCE2-6C00D24CACFD}"/>
              </a:ext>
            </a:extLst>
          </p:cNvPr>
          <p:cNvSpPr/>
          <p:nvPr/>
        </p:nvSpPr>
        <p:spPr>
          <a:xfrm>
            <a:off x="3573937" y="2558143"/>
            <a:ext cx="3497687" cy="51499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4. Seleccionar la opción </a:t>
            </a:r>
            <a:r>
              <a:rPr lang="es-ES" sz="1200" b="1" dirty="0">
                <a:solidFill>
                  <a:schemeClr val="bg1"/>
                </a:solidFill>
                <a:cs typeface="Arial"/>
              </a:rPr>
              <a:t>Mantenimiento de seguridad de Banner (GSASECR)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684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8A8B4-4509-9B10-262D-51E3EC4B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7463F4-AA15-BEAE-0E39-2FB77B4FD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37" y="1323265"/>
            <a:ext cx="10112829" cy="49851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1F6FE2-241C-42CC-7266-A7183C0788F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A195803-6E2B-B7CC-4873-101B6243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11D979C-940F-C0EA-24A5-A4AB017C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Gestionar privilegios GSASECR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90B002-57BA-77CF-919D-CD68627A27EA}"/>
              </a:ext>
            </a:extLst>
          </p:cNvPr>
          <p:cNvSpPr txBox="1"/>
          <p:nvPr/>
        </p:nvSpPr>
        <p:spPr>
          <a:xfrm>
            <a:off x="2287835" y="187587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88C4D913-82EE-C862-8D8C-99ADFAEE36F9}"/>
              </a:ext>
            </a:extLst>
          </p:cNvPr>
          <p:cNvSpPr/>
          <p:nvPr/>
        </p:nvSpPr>
        <p:spPr>
          <a:xfrm>
            <a:off x="5183271" y="2921944"/>
            <a:ext cx="3003325" cy="63768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5. En el campo ID de usuario digitar el usuario administrador a otorgar privilegios.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3C8CCAB0-3830-EB7F-0775-477548DDE713}"/>
              </a:ext>
            </a:extLst>
          </p:cNvPr>
          <p:cNvSpPr txBox="1"/>
          <p:nvPr/>
        </p:nvSpPr>
        <p:spPr>
          <a:xfrm>
            <a:off x="1406189" y="292194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435B84B2-046C-0049-80BC-748C64CFA4D9}"/>
              </a:ext>
            </a:extLst>
          </p:cNvPr>
          <p:cNvSpPr/>
          <p:nvPr/>
        </p:nvSpPr>
        <p:spPr>
          <a:xfrm>
            <a:off x="1832063" y="4045145"/>
            <a:ext cx="2480515" cy="53774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6. Presionar el botón </a:t>
            </a:r>
            <a:r>
              <a:rPr lang="es-ES" sz="1200" b="1" dirty="0">
                <a:solidFill>
                  <a:schemeClr val="bg1"/>
                </a:solidFill>
                <a:cs typeface="Arial"/>
              </a:rPr>
              <a:t>Modificar</a:t>
            </a:r>
            <a:r>
              <a:rPr lang="es-ES" sz="1200" dirty="0">
                <a:solidFill>
                  <a:schemeClr val="bg1"/>
                </a:solidFill>
                <a:cs typeface="Arial"/>
              </a:rPr>
              <a:t>.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77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68B4-3109-14D0-ED68-17C696410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44B820-CBF2-BC13-EED4-5186FAE7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32" y="1127567"/>
            <a:ext cx="10722429" cy="527727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A70211-2EDC-C23C-5219-FBF9B37DA31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1885017-465D-7403-10C2-9562DDF57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19F367A-2B3D-B675-B526-AF4A8120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Gestionar privilegios GSASECR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40AFD6-4744-B640-F0AE-F2608673EECA}"/>
              </a:ext>
            </a:extLst>
          </p:cNvPr>
          <p:cNvSpPr txBox="1"/>
          <p:nvPr/>
        </p:nvSpPr>
        <p:spPr>
          <a:xfrm>
            <a:off x="3368836" y="283026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B0551744-5541-9364-F387-1FB162D680B9}"/>
              </a:ext>
            </a:extLst>
          </p:cNvPr>
          <p:cNvSpPr/>
          <p:nvPr/>
        </p:nvSpPr>
        <p:spPr>
          <a:xfrm>
            <a:off x="5433675" y="4314090"/>
            <a:ext cx="4733582" cy="67156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8. </a:t>
            </a:r>
            <a:r>
              <a:rPr lang="es-MX" sz="1200" dirty="0"/>
              <a:t>Se debe inscribir el objeto CMQUERY al usuario administrador con el rol BAN_DEFAULT_CMQUERY_M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00453037-E9D9-75B2-562C-F63E6B25B60A}"/>
              </a:ext>
            </a:extLst>
          </p:cNvPr>
          <p:cNvSpPr txBox="1"/>
          <p:nvPr/>
        </p:nvSpPr>
        <p:spPr>
          <a:xfrm>
            <a:off x="9337468" y="176865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AEC4DB73-0489-F270-7C2E-85E8CC5B26D7}"/>
              </a:ext>
            </a:extLst>
          </p:cNvPr>
          <p:cNvSpPr/>
          <p:nvPr/>
        </p:nvSpPr>
        <p:spPr>
          <a:xfrm>
            <a:off x="8738753" y="2972801"/>
            <a:ext cx="2480515" cy="79340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7. Para crear un nuevo registro se presiona el botón </a:t>
            </a:r>
            <a:r>
              <a:rPr lang="es-ES" sz="1200" b="1" dirty="0">
                <a:solidFill>
                  <a:schemeClr val="bg1"/>
                </a:solidFill>
                <a:cs typeface="Arial"/>
              </a:rPr>
              <a:t>Insertar</a:t>
            </a:r>
            <a:r>
              <a:rPr lang="es-ES" sz="1200" dirty="0">
                <a:solidFill>
                  <a:schemeClr val="bg1"/>
                </a:solidFill>
                <a:cs typeface="Arial"/>
              </a:rPr>
              <a:t>.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949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5DB5-C643-03C4-81A3-AE129F8F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7C30BC-C8FF-8BF0-595C-2C0E6C0D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97" y="1260942"/>
            <a:ext cx="10419584" cy="514185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48BA4E-426B-E595-D77F-384C8BB73CE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8D98E24-9126-4359-2FBE-262B212D9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CBE69D-6326-EEAB-28A7-5347A7ED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Gestionar privilegios GSASECR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4939B7-1527-11DF-A257-74135DC809A3}"/>
              </a:ext>
            </a:extLst>
          </p:cNvPr>
          <p:cNvSpPr txBox="1"/>
          <p:nvPr/>
        </p:nvSpPr>
        <p:spPr>
          <a:xfrm>
            <a:off x="3368836" y="283026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F3BFE3F3-F592-91AD-9971-FF03A4E412AC}"/>
              </a:ext>
            </a:extLst>
          </p:cNvPr>
          <p:cNvSpPr/>
          <p:nvPr/>
        </p:nvSpPr>
        <p:spPr>
          <a:xfrm>
            <a:off x="5466332" y="4314090"/>
            <a:ext cx="4733582" cy="67156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8. </a:t>
            </a:r>
            <a:r>
              <a:rPr lang="es-MX" sz="1200" dirty="0"/>
              <a:t>Se debe inscribir el objeto CMQUERYEXECUTE al usuario administrador con el rol BAN_DEFAULT_M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410A4454-AE8C-2690-F467-DF329F78F750}"/>
              </a:ext>
            </a:extLst>
          </p:cNvPr>
          <p:cNvSpPr txBox="1"/>
          <p:nvPr/>
        </p:nvSpPr>
        <p:spPr>
          <a:xfrm>
            <a:off x="9337468" y="176865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98C3EED2-C9C6-FF01-8AA0-BF0AEC18DF5C}"/>
              </a:ext>
            </a:extLst>
          </p:cNvPr>
          <p:cNvSpPr/>
          <p:nvPr/>
        </p:nvSpPr>
        <p:spPr>
          <a:xfrm>
            <a:off x="8738753" y="2972801"/>
            <a:ext cx="2480515" cy="79340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7. Para crear un nuevo registro se presiona el botón </a:t>
            </a:r>
            <a:r>
              <a:rPr lang="es-ES" sz="1200" b="1" dirty="0">
                <a:solidFill>
                  <a:schemeClr val="bg1"/>
                </a:solidFill>
                <a:cs typeface="Arial"/>
              </a:rPr>
              <a:t>Insertar</a:t>
            </a:r>
            <a:r>
              <a:rPr lang="es-ES" sz="1200" dirty="0">
                <a:solidFill>
                  <a:schemeClr val="bg1"/>
                </a:solidFill>
                <a:cs typeface="Arial"/>
              </a:rPr>
              <a:t>.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009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40A90-7529-4CAC-C82C-EB90EEFF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3FC1DD-4E61-2FC2-D368-456F255BAE2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4DA892A-F908-1780-13C0-7023AB5C7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9845C94-CF62-7FAC-E97C-C2BF816B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Communication Management- Gestionar privilegios validación de permisos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E8356-5AEA-DE1C-F0CC-A2B2D4F86DFE}"/>
              </a:ext>
            </a:extLst>
          </p:cNvPr>
          <p:cNvSpPr txBox="1"/>
          <p:nvPr/>
        </p:nvSpPr>
        <p:spPr>
          <a:xfrm>
            <a:off x="932688" y="1709928"/>
            <a:ext cx="105887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El usuario </a:t>
            </a:r>
            <a:r>
              <a:rPr lang="es-419" b="1" dirty="0"/>
              <a:t>COMMMGR</a:t>
            </a:r>
            <a:r>
              <a:rPr lang="es-419" dirty="0"/>
              <a:t> debe existir y debe tener únicamente los siguientes permisos a nivel de seguridad.</a:t>
            </a:r>
          </a:p>
          <a:p>
            <a:endParaRPr lang="es-419" dirty="0"/>
          </a:p>
          <a:p>
            <a:r>
              <a:rPr lang="es-CO" b="1" dirty="0" err="1"/>
              <a:t>select</a:t>
            </a:r>
            <a:r>
              <a:rPr lang="es-CO" dirty="0"/>
              <a:t> GOVUROL2_USERID||'--'||GOVUROL2_OBJECT||'--'||GOVUROL2_ROLE||'--'||GOVUROL2_SECURITY_CLASS</a:t>
            </a:r>
          </a:p>
          <a:p>
            <a:r>
              <a:rPr lang="es-CO" b="1" dirty="0" err="1"/>
              <a:t>from</a:t>
            </a:r>
            <a:r>
              <a:rPr lang="es-CO" dirty="0"/>
              <a:t> bansecr.GOVUROL2 </a:t>
            </a:r>
          </a:p>
          <a:p>
            <a:r>
              <a:rPr lang="es-CO" b="1" dirty="0" err="1"/>
              <a:t>where</a:t>
            </a:r>
            <a:r>
              <a:rPr lang="es-CO" dirty="0"/>
              <a:t> GOVUROL2_OBJECT </a:t>
            </a:r>
            <a:r>
              <a:rPr lang="es-CO" b="1" dirty="0"/>
              <a:t>in</a:t>
            </a:r>
            <a:r>
              <a:rPr lang="es-CO" dirty="0"/>
              <a:t> ('CMQUERY','CMQUERYEXECUTE','BAN_CMQUERY_C') </a:t>
            </a:r>
          </a:p>
          <a:p>
            <a:r>
              <a:rPr lang="es-CO" b="1" dirty="0"/>
              <a:t>and</a:t>
            </a:r>
            <a:r>
              <a:rPr lang="es-CO" dirty="0"/>
              <a:t> GOVUROL2_USERID=</a:t>
            </a:r>
            <a:r>
              <a:rPr lang="es-CO" b="1" dirty="0"/>
              <a:t>UPPER</a:t>
            </a:r>
            <a:r>
              <a:rPr lang="es-CO" dirty="0"/>
              <a:t>('COMMMGR')</a:t>
            </a:r>
          </a:p>
          <a:p>
            <a:endParaRPr lang="es-419" dirty="0"/>
          </a:p>
          <a:p>
            <a:endParaRPr lang="es-419" dirty="0"/>
          </a:p>
          <a:p>
            <a:r>
              <a:rPr lang="en-US" dirty="0"/>
              <a:t>COMMMGR—</a:t>
            </a:r>
            <a:r>
              <a:rPr lang="en-US" b="1" dirty="0"/>
              <a:t>CMQUERYEXECUTE  -</a:t>
            </a:r>
            <a:r>
              <a:rPr lang="en-US" dirty="0"/>
              <a:t>-BAN_DEFAULT_M</a:t>
            </a:r>
          </a:p>
          <a:p>
            <a:endParaRPr lang="en-US" dirty="0"/>
          </a:p>
          <a:p>
            <a:r>
              <a:rPr lang="es-CO" dirty="0"/>
              <a:t>COMMMGR—  </a:t>
            </a:r>
            <a:r>
              <a:rPr lang="es-CO" b="1" dirty="0"/>
              <a:t>CMQUERY  -</a:t>
            </a:r>
            <a:r>
              <a:rPr lang="es-CO" dirty="0"/>
              <a:t>-BAN_DEFAULT_CMQUERY_M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92205-36F7-3092-24CE-B11322F09111}"/>
              </a:ext>
            </a:extLst>
          </p:cNvPr>
          <p:cNvSpPr txBox="1"/>
          <p:nvPr/>
        </p:nvSpPr>
        <p:spPr>
          <a:xfrm>
            <a:off x="932688" y="5559552"/>
            <a:ext cx="1098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Nota: El objeto podría estar repetido pero no puede estar con roles diferentes.</a:t>
            </a:r>
          </a:p>
        </p:txBody>
      </p:sp>
    </p:spTree>
    <p:extLst>
      <p:ext uri="{BB962C8B-B14F-4D97-AF65-F5344CB8AC3E}">
        <p14:creationId xmlns:p14="http://schemas.microsoft.com/office/powerpoint/2010/main" val="3045163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7109-9D6E-732D-F702-F1C56A67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863CDF-0461-2D8D-25A1-117E20F93CF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8D35BFD-F0D2-F084-70AC-D3D1ADCC4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F252BDB-549E-A65A-D64B-8C76422B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Communication Management- Gestionar privilegios validación de permisos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EF60C0-1F01-1357-49D9-6999E71DAF06}"/>
              </a:ext>
            </a:extLst>
          </p:cNvPr>
          <p:cNvSpPr txBox="1"/>
          <p:nvPr/>
        </p:nvSpPr>
        <p:spPr>
          <a:xfrm>
            <a:off x="932688" y="1709928"/>
            <a:ext cx="10588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 puede validar también o asignar los siguientes permisos al usuario </a:t>
            </a:r>
            <a:r>
              <a:rPr lang="es-419" dirty="0"/>
              <a:t>COMMMGR</a:t>
            </a:r>
          </a:p>
          <a:p>
            <a:endParaRPr lang="es-419" dirty="0"/>
          </a:p>
          <a:p>
            <a:r>
              <a:rPr lang="en-US" dirty="0"/>
              <a:t>grant execute on GB_COMMON to COMMMGR;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5276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20A02-F8EF-5CD8-0446-05038EBD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55738B-D176-89B1-A6AA-99D57708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0"/>
          <a:stretch>
            <a:fillRect/>
          </a:stretch>
        </p:blipFill>
        <p:spPr>
          <a:xfrm>
            <a:off x="555172" y="1295577"/>
            <a:ext cx="11081657" cy="3790638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2618221-0503-989A-F1D1-30D32CDD1D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406" y="382909"/>
            <a:ext cx="11673823" cy="411749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>
              <a:spcBef>
                <a:spcPct val="0"/>
              </a:spcBef>
            </a:pPr>
            <a:r>
              <a:rPr lang="es-CO" sz="3200" b="0" dirty="0">
                <a:latin typeface="+mj-lt"/>
                <a:ea typeface="+mj-ea"/>
                <a:cs typeface="+mj-cs"/>
              </a:rPr>
              <a:t>GUACONF Configuración de Aplicaciones</a:t>
            </a:r>
            <a:br>
              <a:rPr lang="es-CO" sz="3200" b="0" dirty="0">
                <a:latin typeface="+mj-lt"/>
                <a:ea typeface="+mj-ea"/>
                <a:cs typeface="+mj-cs"/>
              </a:rPr>
            </a:br>
            <a:endParaRPr lang="es-419" sz="3200" b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Rectangle: Rounded Corners 15">
            <a:extLst>
              <a:ext uri="{FF2B5EF4-FFF2-40B4-BE49-F238E27FC236}">
                <a16:creationId xmlns:a16="http://schemas.microsoft.com/office/drawing/2014/main" id="{C13FBB9C-A80A-34AA-35B6-A670409AA68C}"/>
              </a:ext>
            </a:extLst>
          </p:cNvPr>
          <p:cNvSpPr/>
          <p:nvPr/>
        </p:nvSpPr>
        <p:spPr>
          <a:xfrm>
            <a:off x="1362418" y="5391774"/>
            <a:ext cx="4733582" cy="67156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ID de Aplicación: GENERAL_SS</a:t>
            </a:r>
            <a:br>
              <a:rPr lang="es-ES" sz="1200" dirty="0">
                <a:solidFill>
                  <a:schemeClr val="bg1"/>
                </a:solidFill>
                <a:cs typeface="Arial"/>
              </a:rPr>
            </a:br>
            <a:r>
              <a:rPr lang="es-ES" sz="1200" dirty="0">
                <a:solidFill>
                  <a:schemeClr val="bg1"/>
                </a:solidFill>
                <a:cs typeface="Arial"/>
              </a:rPr>
              <a:t>Nombre de configuración: BCMLOCATION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22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ES" dirty="0"/>
              <a:t>Banner Communication Management</a:t>
            </a:r>
            <a:endParaRPr lang="es-419" noProof="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547A15-160E-F378-6B93-7C168B28B7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2400" noProof="0" dirty="0"/>
              <a:t>Panorama General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677234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CC977-C3CA-5BAD-4A97-F268FBCE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C587FF-7C5E-6B8B-3CF6-B6266C64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89" y="1394527"/>
            <a:ext cx="10856976" cy="452164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D9E4DE-A3FF-52DE-20CB-3DC7B8EF3B6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9B9F082-C0CC-DC35-4633-65CD999F2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6E8F0C6-35F6-6AF6-2D29-5D69E3EB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Communication Management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0B16FD7A-CD76-EB7D-A932-C0890F2850C5}"/>
              </a:ext>
            </a:extLst>
          </p:cNvPr>
          <p:cNvSpPr txBox="1"/>
          <p:nvPr/>
        </p:nvSpPr>
        <p:spPr>
          <a:xfrm>
            <a:off x="1151589" y="495729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37C43625-5AD1-CF81-1FC4-B293CAA156D2}"/>
              </a:ext>
            </a:extLst>
          </p:cNvPr>
          <p:cNvSpPr/>
          <p:nvPr/>
        </p:nvSpPr>
        <p:spPr>
          <a:xfrm>
            <a:off x="1890016" y="5916168"/>
            <a:ext cx="7171688" cy="75311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457200">
              <a:defRPr/>
            </a:pPr>
            <a:r>
              <a:rPr lang="es-ES" sz="1200" dirty="0">
                <a:solidFill>
                  <a:schemeClr val="bg1"/>
                </a:solidFill>
                <a:cs typeface="Arial"/>
              </a:rPr>
              <a:t>1. Desde la página principal, seleccionar la opción </a:t>
            </a:r>
            <a:r>
              <a:rPr lang="es-ES" sz="1200" b="1" dirty="0">
                <a:solidFill>
                  <a:schemeClr val="bg1"/>
                </a:solidFill>
                <a:cs typeface="Arial"/>
              </a:rPr>
              <a:t>Communication Management. http://&lt;HOST_NAME&gt;:&lt;GenPORT&gt;/CommunicationManagement/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939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2819-97F4-DE99-2D88-D967D16F8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7DF79A-8B09-6785-22DA-28AB1E5F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47135"/>
            <a:ext cx="11036808" cy="473088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7ECF23-B20C-57E5-DF89-0853C829EEB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6281E1E-2977-5AC2-D6B5-C98A24633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DDE92C0-3A83-7C93-8FA1-6E482356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Menú Principal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159D81-1326-A7A7-09BE-59F723004136}"/>
              </a:ext>
            </a:extLst>
          </p:cNvPr>
          <p:cNvSpPr/>
          <p:nvPr/>
        </p:nvSpPr>
        <p:spPr>
          <a:xfrm>
            <a:off x="7320010" y="549612"/>
            <a:ext cx="3045125" cy="5600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1. Menú principal de Banner Communication Management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2236BF01-9652-98A8-DF31-E653CE48740C}"/>
              </a:ext>
            </a:extLst>
          </p:cNvPr>
          <p:cNvSpPr txBox="1"/>
          <p:nvPr/>
        </p:nvSpPr>
        <p:spPr>
          <a:xfrm>
            <a:off x="4923209" y="276272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348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3220-E2EB-468F-7C19-1EFDE1DB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412CBCE-46E1-30D6-21D4-F71601395A6B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2B2C9DF-50DF-ADF9-6C00-DD8AA47B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de Servidor de Correo</a:t>
            </a:r>
            <a:endParaRPr lang="en-US" dirty="0">
              <a:cs typeface="Arial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8D0C5DB-69B9-E4C9-71C2-C8A533B5B7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10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A2BD3-2DB6-3248-4499-FBF77EFD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87801E-2369-F649-EAD1-0CF04341A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97" y="1529802"/>
            <a:ext cx="10492333" cy="453264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AB7120-C8E8-4457-C259-4D324BA5D7B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0949FFF-01CB-2580-3AF7-D0AE34CB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F3F90F8-795A-7C6F-5467-A6CC013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101844-DEA4-F2A5-A22A-A5C9BF4341B8}"/>
              </a:ext>
            </a:extLst>
          </p:cNvPr>
          <p:cNvSpPr/>
          <p:nvPr/>
        </p:nvSpPr>
        <p:spPr>
          <a:xfrm>
            <a:off x="2947517" y="5543907"/>
            <a:ext cx="3045125" cy="78263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2. En la opción de </a:t>
            </a:r>
            <a:r>
              <a:rPr lang="es-MX" sz="1200" b="1" dirty="0"/>
              <a:t>Funciones de Sistemas </a:t>
            </a:r>
            <a:r>
              <a:rPr lang="es-MX" sz="1200" dirty="0"/>
              <a:t>se crea la información de la Organización.</a:t>
            </a:r>
            <a:endParaRPr lang="es-CO" sz="1200" dirty="0"/>
          </a:p>
        </p:txBody>
      </p:sp>
      <p:sp>
        <p:nvSpPr>
          <p:cNvPr id="7" name="CuadroTexto 9">
            <a:extLst>
              <a:ext uri="{FF2B5EF4-FFF2-40B4-BE49-F238E27FC236}">
                <a16:creationId xmlns:a16="http://schemas.microsoft.com/office/drawing/2014/main" id="{05DB2500-480B-431D-65E5-46F88C7E61F5}"/>
              </a:ext>
            </a:extLst>
          </p:cNvPr>
          <p:cNvSpPr txBox="1"/>
          <p:nvPr/>
        </p:nvSpPr>
        <p:spPr>
          <a:xfrm>
            <a:off x="5968237" y="527732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565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A18B-0FD1-7CF6-24C8-8918D7F2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5D269E-ED78-331B-31CE-8D7BB41C5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346599"/>
            <a:ext cx="10643616" cy="459560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A76C0E-EF4C-E927-EBE5-D80E954826D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DFE97EE-981F-5A1C-8BA6-577C835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4801841-AAAF-5DEE-2628-24CDBD68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1CB23F-8936-3B01-C8E9-F4EA229C1205}"/>
              </a:ext>
            </a:extLst>
          </p:cNvPr>
          <p:cNvSpPr/>
          <p:nvPr/>
        </p:nvSpPr>
        <p:spPr>
          <a:xfrm>
            <a:off x="4242525" y="2137890"/>
            <a:ext cx="3045125" cy="55761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3. Presionar el botón </a:t>
            </a:r>
            <a:r>
              <a:rPr lang="es-MX" sz="1200" b="1" dirty="0"/>
              <a:t>Organizaciones</a:t>
            </a:r>
            <a:r>
              <a:rPr lang="es-MX" sz="1200" dirty="0"/>
              <a:t>.</a:t>
            </a:r>
            <a:endParaRPr lang="es-CO" sz="1200" dirty="0"/>
          </a:p>
        </p:txBody>
      </p:sp>
      <p:sp>
        <p:nvSpPr>
          <p:cNvPr id="7" name="CuadroTexto 9">
            <a:extLst>
              <a:ext uri="{FF2B5EF4-FFF2-40B4-BE49-F238E27FC236}">
                <a16:creationId xmlns:a16="http://schemas.microsoft.com/office/drawing/2014/main" id="{7ED57E76-08FB-65AF-4AA9-8EFF3001FFD8}"/>
              </a:ext>
            </a:extLst>
          </p:cNvPr>
          <p:cNvSpPr txBox="1"/>
          <p:nvPr/>
        </p:nvSpPr>
        <p:spPr>
          <a:xfrm>
            <a:off x="2215100" y="258778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061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0B4F4-ABA1-7044-BD63-D7EADAEF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5DFA68-6873-00F8-44A2-05D47C8B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5" y="1164793"/>
            <a:ext cx="10798629" cy="500740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B56B5D-1613-E9A5-29F6-0A609E180EB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3CEACD6-A86D-9429-D6C9-577CA14B2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E2A0C8D-A9F3-5C4F-F8D9-2866FD81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EB160A-2295-DC69-D14E-415259602B9E}"/>
              </a:ext>
            </a:extLst>
          </p:cNvPr>
          <p:cNvSpPr/>
          <p:nvPr/>
        </p:nvSpPr>
        <p:spPr>
          <a:xfrm>
            <a:off x="4242525" y="1912868"/>
            <a:ext cx="3045125" cy="78263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4. Presionar el botón </a:t>
            </a:r>
            <a:r>
              <a:rPr lang="es-MX" sz="1200" b="1" dirty="0"/>
              <a:t>Editar </a:t>
            </a:r>
            <a:r>
              <a:rPr lang="es-MX" sz="1200" dirty="0"/>
              <a:t>para configurar la información del servidor de correo.</a:t>
            </a:r>
            <a:endParaRPr lang="es-CO" sz="1200" dirty="0"/>
          </a:p>
        </p:txBody>
      </p:sp>
      <p:sp>
        <p:nvSpPr>
          <p:cNvPr id="7" name="CuadroTexto 9">
            <a:extLst>
              <a:ext uri="{FF2B5EF4-FFF2-40B4-BE49-F238E27FC236}">
                <a16:creationId xmlns:a16="http://schemas.microsoft.com/office/drawing/2014/main" id="{D7C659A5-6B17-AC1C-4F1C-44BD18E24AED}"/>
              </a:ext>
            </a:extLst>
          </p:cNvPr>
          <p:cNvSpPr txBox="1"/>
          <p:nvPr/>
        </p:nvSpPr>
        <p:spPr>
          <a:xfrm>
            <a:off x="8938852" y="169742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5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0772-6111-844E-A915-1BA370BEB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01039B-7C06-E638-D0BE-DA9BF8009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97" y="1454214"/>
            <a:ext cx="10591801" cy="45172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0CD65B-EFE9-B104-823F-AA169902FE6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8EC2EC6-FCD8-4D95-BE22-97A3710BA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4F4E951-03E9-9FEC-3F65-D813917C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 - Organizaciones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9BB918-CA40-C326-ACC2-D62911779666}"/>
              </a:ext>
            </a:extLst>
          </p:cNvPr>
          <p:cNvSpPr/>
          <p:nvPr/>
        </p:nvSpPr>
        <p:spPr>
          <a:xfrm>
            <a:off x="3184128" y="1917019"/>
            <a:ext cx="3192527" cy="587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5. Se define el nombre de la organización.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0C56A248-A313-9F7D-F96B-BE3CF793E70D}"/>
              </a:ext>
            </a:extLst>
          </p:cNvPr>
          <p:cNvSpPr txBox="1"/>
          <p:nvPr/>
        </p:nvSpPr>
        <p:spPr>
          <a:xfrm>
            <a:off x="2188869" y="289199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889205-AAE1-BBB2-346C-6214AC360C5A}"/>
              </a:ext>
            </a:extLst>
          </p:cNvPr>
          <p:cNvSpPr/>
          <p:nvPr/>
        </p:nvSpPr>
        <p:spPr>
          <a:xfrm>
            <a:off x="7489639" y="4818992"/>
            <a:ext cx="3192527" cy="7223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6. Configurar la información dl host, puerto y tipo de conexión del servidor de correo.</a:t>
            </a:r>
            <a:endParaRPr lang="es-CO" sz="1200" dirty="0"/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A8C8A058-E719-BE8A-D699-9D400CB8837B}"/>
              </a:ext>
            </a:extLst>
          </p:cNvPr>
          <p:cNvSpPr txBox="1"/>
          <p:nvPr/>
        </p:nvSpPr>
        <p:spPr>
          <a:xfrm>
            <a:off x="5375336" y="496469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6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027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3824-143A-E4CB-C156-3676CA55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7ED191-5099-ACFD-1D18-E882284C4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1394935"/>
            <a:ext cx="10312360" cy="48524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695673-4BFE-2317-0DAF-506C0F04743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790EDCD-72AC-D56A-42DF-9F2496BFC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C0AA89F-41B9-4D31-B03A-5EE5DD9C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0402921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 - Organizaciones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6D8D61-5031-112A-D482-EEB2B2D3AB9F}"/>
              </a:ext>
            </a:extLst>
          </p:cNvPr>
          <p:cNvSpPr/>
          <p:nvPr/>
        </p:nvSpPr>
        <p:spPr>
          <a:xfrm>
            <a:off x="7053943" y="1899299"/>
            <a:ext cx="4140160" cy="87271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7. Se define el nombre de usuario, contraseña, dirección de correo electrónico y nombre a desplegar para la cuenta de correo de destinatario y de remitente.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129B61BA-7EC9-816B-C055-DBA23AF6AB5D}"/>
              </a:ext>
            </a:extLst>
          </p:cNvPr>
          <p:cNvSpPr txBox="1"/>
          <p:nvPr/>
        </p:nvSpPr>
        <p:spPr>
          <a:xfrm>
            <a:off x="4002228" y="444841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3A7902-DEBA-7134-36EC-A671193ECD9A}"/>
              </a:ext>
            </a:extLst>
          </p:cNvPr>
          <p:cNvSpPr txBox="1"/>
          <p:nvPr/>
        </p:nvSpPr>
        <p:spPr>
          <a:xfrm>
            <a:off x="10629569" y="618449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bg1"/>
                </a:solidFill>
              </a:rPr>
              <a:t>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BB22A0-C245-4C4E-2A37-826D557DDC04}"/>
              </a:ext>
            </a:extLst>
          </p:cNvPr>
          <p:cNvSpPr/>
          <p:nvPr/>
        </p:nvSpPr>
        <p:spPr>
          <a:xfrm>
            <a:off x="8795658" y="5050004"/>
            <a:ext cx="3058885" cy="434434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8. Finalizar dando clic en el botón Guardar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291240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730A-8E33-D6CF-5B0A-28298900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4DAECA-F5E9-EE23-977E-7B105D6B4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"/>
          <a:stretch>
            <a:fillRect/>
          </a:stretch>
        </p:blipFill>
        <p:spPr>
          <a:xfrm>
            <a:off x="698873" y="1465794"/>
            <a:ext cx="11252495" cy="416866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E3BDED-AE47-108B-0DB5-00FB97ED00C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2F8AABC-740C-E25F-8A2C-022A40753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28B6FD2-809B-C317-9CA6-19E78C01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 – Organizaciones – Prueba de correo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90FDED-74C1-3337-A6CB-15F20C3B3420}"/>
              </a:ext>
            </a:extLst>
          </p:cNvPr>
          <p:cNvSpPr/>
          <p:nvPr/>
        </p:nvSpPr>
        <p:spPr>
          <a:xfrm>
            <a:off x="6817198" y="3238704"/>
            <a:ext cx="3883459" cy="83724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10. Seleccionar la opción para realizar la prueba de envió de correo y saber si el servidor está funcionando adecuadamente.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D61C70-3F5B-B4BD-1C77-21D85AB8EEDE}"/>
              </a:ext>
            </a:extLst>
          </p:cNvPr>
          <p:cNvSpPr txBox="1"/>
          <p:nvPr/>
        </p:nvSpPr>
        <p:spPr>
          <a:xfrm>
            <a:off x="9973214" y="268561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EFEFE7D3-A660-F391-BE25-E2D36CCB27C5}"/>
              </a:ext>
            </a:extLst>
          </p:cNvPr>
          <p:cNvSpPr txBox="1"/>
          <p:nvPr/>
        </p:nvSpPr>
        <p:spPr>
          <a:xfrm>
            <a:off x="11548280" y="185333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33B1B7-B761-BA9C-71C1-B5252F62DFCD}"/>
              </a:ext>
            </a:extLst>
          </p:cNvPr>
          <p:cNvSpPr/>
          <p:nvPr/>
        </p:nvSpPr>
        <p:spPr>
          <a:xfrm>
            <a:off x="7229842" y="1543578"/>
            <a:ext cx="3045125" cy="6226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9. Presionar el botón para desplegar la lista de opciones.</a:t>
            </a:r>
            <a:endParaRPr lang="es-CO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82C540-EF81-BD21-152D-5A5322C37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7153" y="2112790"/>
            <a:ext cx="247650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91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B926-FA46-0C1A-6F3C-C08FE3D4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B67E6A-4B46-1B4E-4CD6-409E1D48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51" y="1466049"/>
            <a:ext cx="10899648" cy="470615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CCE0C6-F696-5D5A-EE12-9CC81298A20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D063D856-D1DF-F94A-5D41-F6F7E28DC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59AB0DA-AFE4-FB4F-4561-FAFBC659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 – Organizaciones – Prueba de correo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07961C-E9D7-B14E-1F2A-C26C2198D1FD}"/>
              </a:ext>
            </a:extLst>
          </p:cNvPr>
          <p:cNvSpPr/>
          <p:nvPr/>
        </p:nvSpPr>
        <p:spPr>
          <a:xfrm>
            <a:off x="9128851" y="3459869"/>
            <a:ext cx="2383608" cy="5485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12. Presionar el botón Enviar.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B82216-39DE-1827-D694-6F0AE2BA35C1}"/>
              </a:ext>
            </a:extLst>
          </p:cNvPr>
          <p:cNvSpPr txBox="1"/>
          <p:nvPr/>
        </p:nvSpPr>
        <p:spPr>
          <a:xfrm>
            <a:off x="3389042" y="240215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E527ACEF-C3EC-EEC7-D946-0963747C388B}"/>
              </a:ext>
            </a:extLst>
          </p:cNvPr>
          <p:cNvSpPr txBox="1"/>
          <p:nvPr/>
        </p:nvSpPr>
        <p:spPr>
          <a:xfrm>
            <a:off x="8923723" y="275751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374DB2-F3C7-10E7-ECC0-76023E219812}"/>
              </a:ext>
            </a:extLst>
          </p:cNvPr>
          <p:cNvSpPr/>
          <p:nvPr/>
        </p:nvSpPr>
        <p:spPr>
          <a:xfrm>
            <a:off x="2168232" y="3429000"/>
            <a:ext cx="3045125" cy="111362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11. Se abre la ventana para la prueba de correo electrónico, relacionar la dirección de correo electrónico con el que se realizará la prueba.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89903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248BE-808D-E931-762F-3C55F767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94D3A6-2B8D-EF4E-649E-183FFF74C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71" y="1188719"/>
            <a:ext cx="11122897" cy="479515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40E0DB-8E90-FFD0-D635-1D645BC0128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7D31F32-66CE-DC79-D0B4-8DC5AF965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7E969EA-EB66-E0BC-67DE-BE4B1369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 – Organizaciones – Prueba de correo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7F76E456-26E4-2DF0-C2D9-0B235CC8061F}"/>
              </a:ext>
            </a:extLst>
          </p:cNvPr>
          <p:cNvSpPr txBox="1"/>
          <p:nvPr/>
        </p:nvSpPr>
        <p:spPr>
          <a:xfrm>
            <a:off x="7689716" y="178035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2D098C-9CC8-6D02-7782-93B94650D5D5}"/>
              </a:ext>
            </a:extLst>
          </p:cNvPr>
          <p:cNvSpPr/>
          <p:nvPr/>
        </p:nvSpPr>
        <p:spPr>
          <a:xfrm>
            <a:off x="4223657" y="2490240"/>
            <a:ext cx="4494977" cy="93875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13. Se genera mensaje confirmando que el correo electrónico fue enviado con éxito.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03965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D6A6-2014-8B38-DB6E-DB6685A8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B6EAB7-1EB4-AE10-1397-21DA4A43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11" y="1400247"/>
            <a:ext cx="11081657" cy="405750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A4AB03-882C-0A00-08F2-D189BC635DB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6CBECD8-D663-CADB-2743-C936291B3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BB0F549-0D0A-8CBC-44EF-42E6A962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Funciones del sistema – Organizaciones – Prueba de correo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3679D1FE-85E8-A969-536B-8DC019E8F7B6}"/>
              </a:ext>
            </a:extLst>
          </p:cNvPr>
          <p:cNvSpPr txBox="1"/>
          <p:nvPr/>
        </p:nvSpPr>
        <p:spPr>
          <a:xfrm>
            <a:off x="1906203" y="281022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E3335B-D177-418B-6FAB-282267AE9AB4}"/>
              </a:ext>
            </a:extLst>
          </p:cNvPr>
          <p:cNvSpPr/>
          <p:nvPr/>
        </p:nvSpPr>
        <p:spPr>
          <a:xfrm>
            <a:off x="5219356" y="3177153"/>
            <a:ext cx="3045125" cy="9401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14. Se valida la bandeja de entrada del correo y se evidencia la recepción del correo de prueba.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71486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575A-8246-F93D-3526-0F7DD8C3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2E8284B7-2ABC-5F33-3C25-513D61BA7A32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91920A2-AD8B-9850-1B16-0FFF2FE9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de Plantillas </a:t>
            </a:r>
            <a:endParaRPr lang="en-US" dirty="0">
              <a:cs typeface="Arial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DBD5D47-C896-B3F5-1236-A2DEF5B41F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58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Administración de Comunicaciones - Plantillas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399867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69AE-379D-CE2C-E135-E7744BC6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AE2D23-3436-C2F6-13DA-3D578DC02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93285"/>
            <a:ext cx="11009376" cy="476499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82C1A5-1A1D-DB25-4698-EE2E2AB1CAA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FC0F05A-FE0D-DC05-9CDB-97BDF294D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4AE3C89-1793-ACC1-D336-84F96095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A4F175-6080-B9FF-D6CC-FA3BAB541501}"/>
              </a:ext>
            </a:extLst>
          </p:cNvPr>
          <p:cNvSpPr/>
          <p:nvPr/>
        </p:nvSpPr>
        <p:spPr>
          <a:xfrm>
            <a:off x="3050875" y="2168708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1. Desde esta opción se crean las plantillas de los mails que se enviarán 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F8E174-99C0-690B-240B-654CBF26086C}"/>
              </a:ext>
            </a:extLst>
          </p:cNvPr>
          <p:cNvSpPr txBox="1"/>
          <p:nvPr/>
        </p:nvSpPr>
        <p:spPr>
          <a:xfrm>
            <a:off x="822177" y="286849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00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0FEBF-0FB2-2EFC-DAB6-10B2D32D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7C9EA0-CB3E-77F7-13E4-DF4CC5C8F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411513"/>
            <a:ext cx="11090894" cy="47606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CCACDB-D18A-5B89-F861-B8AB9B72E26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C6309B6-4061-05F2-E9AE-FC1986E3D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3455E1-FFC9-4323-163C-2D7B7084B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F319BF-D9F9-BB5C-4A02-4D9957AB5D1C}"/>
              </a:ext>
            </a:extLst>
          </p:cNvPr>
          <p:cNvSpPr/>
          <p:nvPr/>
        </p:nvSpPr>
        <p:spPr>
          <a:xfrm>
            <a:off x="2303583" y="2375089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2. Se relacionan las Plantillas existentes.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8335044-6775-91DD-F415-14A1AD97BBBC}"/>
              </a:ext>
            </a:extLst>
          </p:cNvPr>
          <p:cNvSpPr txBox="1"/>
          <p:nvPr/>
        </p:nvSpPr>
        <p:spPr>
          <a:xfrm>
            <a:off x="879715" y="285406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BC660320-4BB9-8416-B154-BCCE6E2A9D9C}"/>
              </a:ext>
            </a:extLst>
          </p:cNvPr>
          <p:cNvSpPr txBox="1"/>
          <p:nvPr/>
        </p:nvSpPr>
        <p:spPr>
          <a:xfrm>
            <a:off x="9737540" y="272536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7C5014-BF3D-FA20-4F65-3C98F427CDC6}"/>
              </a:ext>
            </a:extLst>
          </p:cNvPr>
          <p:cNvSpPr/>
          <p:nvPr/>
        </p:nvSpPr>
        <p:spPr>
          <a:xfrm>
            <a:off x="6470823" y="1960194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3. Presionar el botón </a:t>
            </a:r>
            <a:r>
              <a:rPr lang="es-MX" sz="1200" b="1" dirty="0"/>
              <a:t>Agregar</a:t>
            </a:r>
            <a:r>
              <a:rPr lang="es-MX" sz="1200" dirty="0"/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571426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D244-008D-DDB3-F492-0ED29D06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DB1C85E-2F69-32D1-6E8C-39C087007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05" y="1350970"/>
            <a:ext cx="11230742" cy="48625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5C2709-8002-56B2-3ADE-D3E7C2020A7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CAFF6EA-BDE6-B031-174F-9BD740B2B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014DE9-078E-552E-D5FA-6D831818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688BF1-BF60-8524-74FC-9569CE6A522F}"/>
              </a:ext>
            </a:extLst>
          </p:cNvPr>
          <p:cNvSpPr/>
          <p:nvPr/>
        </p:nvSpPr>
        <p:spPr>
          <a:xfrm>
            <a:off x="6106973" y="2301189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4. Diligenciar el nombre y la descripción de la plantilla.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05E6CC4-2649-F6E8-AD36-1555BB223D69}"/>
              </a:ext>
            </a:extLst>
          </p:cNvPr>
          <p:cNvSpPr txBox="1"/>
          <p:nvPr/>
        </p:nvSpPr>
        <p:spPr>
          <a:xfrm>
            <a:off x="5506215" y="263474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54B23B4C-B45E-AF02-1331-3315B8D782E7}"/>
              </a:ext>
            </a:extLst>
          </p:cNvPr>
          <p:cNvSpPr txBox="1"/>
          <p:nvPr/>
        </p:nvSpPr>
        <p:spPr>
          <a:xfrm>
            <a:off x="5506215" y="327237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C51A3D-7810-EFDA-3BA2-540FD86DEA32}"/>
              </a:ext>
            </a:extLst>
          </p:cNvPr>
          <p:cNvSpPr/>
          <p:nvPr/>
        </p:nvSpPr>
        <p:spPr>
          <a:xfrm>
            <a:off x="6096000" y="3103324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5. Seleccionar la carpeta en la que quedará creada la plantilla.</a:t>
            </a:r>
            <a:endParaRPr lang="es-CO" sz="1200" dirty="0"/>
          </a:p>
        </p:txBody>
      </p:sp>
      <p:sp>
        <p:nvSpPr>
          <p:cNvPr id="16" name="CuadroTexto 9">
            <a:extLst>
              <a:ext uri="{FF2B5EF4-FFF2-40B4-BE49-F238E27FC236}">
                <a16:creationId xmlns:a16="http://schemas.microsoft.com/office/drawing/2014/main" id="{8B75EAB9-04BC-C083-7F28-31171EE05996}"/>
              </a:ext>
            </a:extLst>
          </p:cNvPr>
          <p:cNvSpPr txBox="1"/>
          <p:nvPr/>
        </p:nvSpPr>
        <p:spPr>
          <a:xfrm>
            <a:off x="5506214" y="384448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EA21C04-D902-8607-A08F-34917614E192}"/>
              </a:ext>
            </a:extLst>
          </p:cNvPr>
          <p:cNvSpPr/>
          <p:nvPr/>
        </p:nvSpPr>
        <p:spPr>
          <a:xfrm>
            <a:off x="6096000" y="3844487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6. Seleccionar el método de comunicación </a:t>
            </a:r>
            <a:r>
              <a:rPr lang="es-MX" sz="1200" b="1" dirty="0"/>
              <a:t>Correo electrónico</a:t>
            </a:r>
            <a:r>
              <a:rPr lang="es-MX" sz="1200" dirty="0"/>
              <a:t>.</a:t>
            </a:r>
            <a:endParaRPr lang="es-CO" sz="1200" dirty="0"/>
          </a:p>
        </p:txBody>
      </p:sp>
      <p:sp>
        <p:nvSpPr>
          <p:cNvPr id="19" name="CuadroTexto 9">
            <a:extLst>
              <a:ext uri="{FF2B5EF4-FFF2-40B4-BE49-F238E27FC236}">
                <a16:creationId xmlns:a16="http://schemas.microsoft.com/office/drawing/2014/main" id="{CDEE626F-472E-C3ED-7A35-DE1D19B62C34}"/>
              </a:ext>
            </a:extLst>
          </p:cNvPr>
          <p:cNvSpPr txBox="1"/>
          <p:nvPr/>
        </p:nvSpPr>
        <p:spPr>
          <a:xfrm>
            <a:off x="5506214" y="481356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CBB8DE-51B5-ACD0-2DDE-3FE1559C8FA7}"/>
              </a:ext>
            </a:extLst>
          </p:cNvPr>
          <p:cNvSpPr/>
          <p:nvPr/>
        </p:nvSpPr>
        <p:spPr>
          <a:xfrm>
            <a:off x="6096000" y="4596511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7. Definir la fecha inicio y la fecha fin de vigencia para la plantilla.</a:t>
            </a:r>
            <a:endParaRPr lang="es-CO" sz="1200" dirty="0"/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CFA78A6A-90D0-1A7E-5EF9-BCA1069690A0}"/>
              </a:ext>
            </a:extLst>
          </p:cNvPr>
          <p:cNvSpPr txBox="1"/>
          <p:nvPr/>
        </p:nvSpPr>
        <p:spPr>
          <a:xfrm>
            <a:off x="5506214" y="545859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E4E088E-1A27-8AD8-C763-C190948E2151}"/>
              </a:ext>
            </a:extLst>
          </p:cNvPr>
          <p:cNvSpPr/>
          <p:nvPr/>
        </p:nvSpPr>
        <p:spPr>
          <a:xfrm>
            <a:off x="6096000" y="5334573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8. Definir si la plantilla será o no compartida.</a:t>
            </a:r>
            <a:endParaRPr lang="es-CO" sz="1200" dirty="0"/>
          </a:p>
        </p:txBody>
      </p:sp>
      <p:sp>
        <p:nvSpPr>
          <p:cNvPr id="24" name="CuadroTexto 9">
            <a:extLst>
              <a:ext uri="{FF2B5EF4-FFF2-40B4-BE49-F238E27FC236}">
                <a16:creationId xmlns:a16="http://schemas.microsoft.com/office/drawing/2014/main" id="{CDF59133-3117-466D-CB72-6B64CC242A44}"/>
              </a:ext>
            </a:extLst>
          </p:cNvPr>
          <p:cNvSpPr txBox="1"/>
          <p:nvPr/>
        </p:nvSpPr>
        <p:spPr>
          <a:xfrm>
            <a:off x="11230742" y="543701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1F393D3-9EF8-FEA5-A6D7-0DB862B2BA91}"/>
              </a:ext>
            </a:extLst>
          </p:cNvPr>
          <p:cNvSpPr/>
          <p:nvPr/>
        </p:nvSpPr>
        <p:spPr>
          <a:xfrm>
            <a:off x="10213383" y="4480058"/>
            <a:ext cx="1722488" cy="87004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9. Diligenciar los campos y presionar el botón Guardar.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544308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2A44B-9839-6529-6E0F-46E1053E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3D2A78-C25E-46AB-B59F-55A85588B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421667"/>
            <a:ext cx="11160186" cy="422214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79DDB8-99B0-CE5F-75FE-3210B0C8698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1E739DC-00D1-A294-AA43-960DA5272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E98D206-5884-3460-908E-9CA0C2C60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4BE0F3C4-5FEC-BC5A-0714-41824F6B09A7}"/>
              </a:ext>
            </a:extLst>
          </p:cNvPr>
          <p:cNvSpPr txBox="1"/>
          <p:nvPr/>
        </p:nvSpPr>
        <p:spPr>
          <a:xfrm>
            <a:off x="9365432" y="163914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B7ECBBC-6064-8B9E-FB43-E31BB5D31E2F}"/>
              </a:ext>
            </a:extLst>
          </p:cNvPr>
          <p:cNvSpPr/>
          <p:nvPr/>
        </p:nvSpPr>
        <p:spPr>
          <a:xfrm>
            <a:off x="4406685" y="1746866"/>
            <a:ext cx="3045125" cy="90546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10. Se genera mensaje de confirmación indicando que los cambios se guardaron con éxito.</a:t>
            </a:r>
            <a:endParaRPr lang="es-CO" sz="1200" dirty="0"/>
          </a:p>
        </p:txBody>
      </p:sp>
      <p:sp>
        <p:nvSpPr>
          <p:cNvPr id="27" name="CuadroTexto 9">
            <a:extLst>
              <a:ext uri="{FF2B5EF4-FFF2-40B4-BE49-F238E27FC236}">
                <a16:creationId xmlns:a16="http://schemas.microsoft.com/office/drawing/2014/main" id="{0AA60C4F-356D-4845-01CA-4F467DCECD2A}"/>
              </a:ext>
            </a:extLst>
          </p:cNvPr>
          <p:cNvSpPr txBox="1"/>
          <p:nvPr/>
        </p:nvSpPr>
        <p:spPr>
          <a:xfrm>
            <a:off x="2922365" y="265232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30D5956-BCA8-A639-0C90-6D7E8EE77421}"/>
              </a:ext>
            </a:extLst>
          </p:cNvPr>
          <p:cNvSpPr/>
          <p:nvPr/>
        </p:nvSpPr>
        <p:spPr>
          <a:xfrm>
            <a:off x="4406685" y="3320512"/>
            <a:ext cx="3045125" cy="90546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11. Presionar el botón </a:t>
            </a:r>
            <a:r>
              <a:rPr lang="es-MX" sz="1200" b="1" dirty="0"/>
              <a:t>Contenido de correo electrónico</a:t>
            </a:r>
            <a:r>
              <a:rPr lang="es-MX" sz="1200" dirty="0"/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823586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1B49F-1834-5CB1-5131-B8266FB9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E61FCE-445F-6F34-9FE1-1AE894AF8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337290"/>
            <a:ext cx="11189862" cy="483490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80BBA5-B715-A8AD-8B4E-D11CA4A9D57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3E4FE676-6190-5D79-D3C8-F36432E56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AFD7720-8315-8AE1-6B84-73D9E2A0D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06DA83C7-17B8-A905-5C33-84B21F8AF119}"/>
              </a:ext>
            </a:extLst>
          </p:cNvPr>
          <p:cNvSpPr txBox="1"/>
          <p:nvPr/>
        </p:nvSpPr>
        <p:spPr>
          <a:xfrm>
            <a:off x="10119928" y="205933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E35CA05-D882-A28A-769D-631C58311C16}"/>
              </a:ext>
            </a:extLst>
          </p:cNvPr>
          <p:cNvSpPr/>
          <p:nvPr/>
        </p:nvSpPr>
        <p:spPr>
          <a:xfrm>
            <a:off x="8144737" y="3235190"/>
            <a:ext cx="3045125" cy="90546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12. Presionar el botón </a:t>
            </a:r>
            <a:r>
              <a:rPr lang="es-MX" sz="1200" b="1" dirty="0"/>
              <a:t>Editar</a:t>
            </a:r>
            <a:r>
              <a:rPr lang="es-MX" sz="1200" dirty="0"/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07424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ECF2-1041-4000-854C-DD6A7BB4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B8CC3D-7B54-55BF-7FDC-219470C40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72845"/>
            <a:ext cx="10927080" cy="467651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54279B-164D-E2CC-1F71-5DEB056DA15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44039D6-4C9C-E9DC-92DE-948FC1EA6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7FC950E-3671-A5C7-03A9-1EF48FB8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24928498-C8A0-54BA-E465-A7DF543DDCDC}"/>
              </a:ext>
            </a:extLst>
          </p:cNvPr>
          <p:cNvSpPr txBox="1"/>
          <p:nvPr/>
        </p:nvSpPr>
        <p:spPr>
          <a:xfrm>
            <a:off x="3663468" y="322197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61A7DE2-8049-46B6-134B-C06ABD8C59DE}"/>
              </a:ext>
            </a:extLst>
          </p:cNvPr>
          <p:cNvSpPr/>
          <p:nvPr/>
        </p:nvSpPr>
        <p:spPr>
          <a:xfrm>
            <a:off x="5005954" y="1530648"/>
            <a:ext cx="3657686" cy="98019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Campos de datos:</a:t>
            </a:r>
          </a:p>
          <a:p>
            <a:endParaRPr lang="es-419" sz="1200" dirty="0">
              <a:latin typeface="+mj-lt"/>
            </a:endParaRPr>
          </a:p>
          <a:p>
            <a:r>
              <a:rPr lang="es-419" sz="1200" b="1" dirty="0" err="1">
                <a:latin typeface="+mj-lt"/>
              </a:rPr>
              <a:t>CM_General</a:t>
            </a:r>
            <a:r>
              <a:rPr lang="es-419" sz="1200" b="1" dirty="0">
                <a:latin typeface="+mj-lt"/>
              </a:rPr>
              <a:t> </a:t>
            </a:r>
            <a:r>
              <a:rPr lang="es-419" sz="1200" dirty="0">
                <a:latin typeface="+mj-lt"/>
              </a:rPr>
              <a:t>$</a:t>
            </a:r>
            <a:r>
              <a:rPr lang="es-419" sz="1200" dirty="0" err="1">
                <a:latin typeface="+mj-lt"/>
              </a:rPr>
              <a:t>CM_Preferred_Email_Address</a:t>
            </a:r>
            <a:r>
              <a:rPr lang="es-419" sz="1200" dirty="0">
                <a:latin typeface="+mj-lt"/>
              </a:rPr>
              <a:t>$</a:t>
            </a:r>
          </a:p>
          <a:p>
            <a:r>
              <a:rPr lang="es-419" sz="1200" b="1" dirty="0" err="1">
                <a:latin typeface="+mj-lt"/>
              </a:rPr>
              <a:t>CM_General</a:t>
            </a:r>
            <a:r>
              <a:rPr lang="es-419" sz="1200" b="1" dirty="0">
                <a:latin typeface="+mj-lt"/>
              </a:rPr>
              <a:t> </a:t>
            </a:r>
            <a:r>
              <a:rPr lang="es-419" sz="1200" dirty="0">
                <a:latin typeface="+mj-lt"/>
              </a:rPr>
              <a:t>$</a:t>
            </a:r>
            <a:r>
              <a:rPr lang="es-419" sz="1200" dirty="0" err="1">
                <a:latin typeface="+mj-lt"/>
              </a:rPr>
              <a:t>CM_First_Name</a:t>
            </a:r>
            <a:r>
              <a:rPr lang="es-419" sz="1200" dirty="0">
                <a:latin typeface="+mj-lt"/>
              </a:rPr>
              <a:t>$</a:t>
            </a:r>
            <a:endParaRPr lang="es-CO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A48F26-A9DF-0246-3B0D-A6402A715E5F}"/>
              </a:ext>
            </a:extLst>
          </p:cNvPr>
          <p:cNvSpPr/>
          <p:nvPr/>
        </p:nvSpPr>
        <p:spPr>
          <a:xfrm>
            <a:off x="4542432" y="2938904"/>
            <a:ext cx="3222219" cy="67220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13. Diligenciar los campos </a:t>
            </a:r>
            <a:r>
              <a:rPr lang="es-419" sz="1200" b="1" dirty="0">
                <a:latin typeface="+mj-lt"/>
              </a:rPr>
              <a:t>Para</a:t>
            </a:r>
            <a:r>
              <a:rPr lang="es-419" sz="1200" dirty="0">
                <a:latin typeface="+mj-lt"/>
              </a:rPr>
              <a:t> y </a:t>
            </a:r>
            <a:r>
              <a:rPr lang="es-419" sz="1200" b="1" dirty="0">
                <a:latin typeface="+mj-lt"/>
              </a:rPr>
              <a:t>Asunto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FE70248A-165A-6771-6996-2536797D8DA9}"/>
              </a:ext>
            </a:extLst>
          </p:cNvPr>
          <p:cNvSpPr txBox="1"/>
          <p:nvPr/>
        </p:nvSpPr>
        <p:spPr>
          <a:xfrm>
            <a:off x="9655443" y="260023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FD484C-3615-7647-B3C2-86BECD31148B}"/>
              </a:ext>
            </a:extLst>
          </p:cNvPr>
          <p:cNvSpPr/>
          <p:nvPr/>
        </p:nvSpPr>
        <p:spPr>
          <a:xfrm>
            <a:off x="9126060" y="2938903"/>
            <a:ext cx="2399654" cy="67220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14. Presionar el botón Insertar campos de datos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588596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49FB-BE44-0D7F-E9BB-CE4A4FBB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4FFD32-AFAE-D819-2FDE-AFA390B4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5" y="1237159"/>
            <a:ext cx="10804237" cy="467301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4704DC-BB68-DF61-F128-1418686A3BF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11A07B1-AE20-9510-4ABB-E81F8EDF8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F84D48F-A584-F6FC-F805-2D1AA233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549336C2-71C4-9EDE-3883-A82D9BEF4D98}"/>
              </a:ext>
            </a:extLst>
          </p:cNvPr>
          <p:cNvSpPr txBox="1"/>
          <p:nvPr/>
        </p:nvSpPr>
        <p:spPr>
          <a:xfrm>
            <a:off x="2341690" y="399536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37CDA2-BD54-1850-1470-2F01D8D4B2A2}"/>
              </a:ext>
            </a:extLst>
          </p:cNvPr>
          <p:cNvSpPr/>
          <p:nvPr/>
        </p:nvSpPr>
        <p:spPr>
          <a:xfrm>
            <a:off x="1644250" y="1958863"/>
            <a:ext cx="3222219" cy="67220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15. Seleccionar la opción </a:t>
            </a:r>
            <a:r>
              <a:rPr lang="es-419" sz="1200" b="1" dirty="0" err="1">
                <a:latin typeface="+mj-lt"/>
              </a:rPr>
              <a:t>CM_Student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41839D65-103F-AABF-D31F-8994440FECC3}"/>
              </a:ext>
            </a:extLst>
          </p:cNvPr>
          <p:cNvSpPr txBox="1"/>
          <p:nvPr/>
        </p:nvSpPr>
        <p:spPr>
          <a:xfrm>
            <a:off x="6298467" y="337650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78C3BF-3938-9E67-EFD4-F11E936A2C32}"/>
              </a:ext>
            </a:extLst>
          </p:cNvPr>
          <p:cNvSpPr/>
          <p:nvPr/>
        </p:nvSpPr>
        <p:spPr>
          <a:xfrm>
            <a:off x="6692787" y="3092898"/>
            <a:ext cx="4111450" cy="67220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16. Seleccionar la opción </a:t>
            </a:r>
            <a:r>
              <a:rPr lang="es-419" sz="1200" b="1" dirty="0">
                <a:latin typeface="+mj-lt"/>
              </a:rPr>
              <a:t>CM_Parent1_First_Name.</a:t>
            </a:r>
            <a:endParaRPr lang="es-CO" sz="1200" dirty="0"/>
          </a:p>
        </p:txBody>
      </p:sp>
      <p:sp>
        <p:nvSpPr>
          <p:cNvPr id="17" name="CuadroTexto 9">
            <a:extLst>
              <a:ext uri="{FF2B5EF4-FFF2-40B4-BE49-F238E27FC236}">
                <a16:creationId xmlns:a16="http://schemas.microsoft.com/office/drawing/2014/main" id="{1596F49B-91BB-49A0-8B4C-AA6F090E19EA}"/>
              </a:ext>
            </a:extLst>
          </p:cNvPr>
          <p:cNvSpPr txBox="1"/>
          <p:nvPr/>
        </p:nvSpPr>
        <p:spPr>
          <a:xfrm>
            <a:off x="1644250" y="472991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4B4770-330B-F544-D4E8-338A9562BD5B}"/>
              </a:ext>
            </a:extLst>
          </p:cNvPr>
          <p:cNvSpPr/>
          <p:nvPr/>
        </p:nvSpPr>
        <p:spPr>
          <a:xfrm>
            <a:off x="872313" y="3092898"/>
            <a:ext cx="2383046" cy="67220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17. Presionar el botón </a:t>
            </a:r>
            <a:r>
              <a:rPr lang="es-419" sz="1200" b="1" dirty="0">
                <a:latin typeface="+mj-lt"/>
              </a:rPr>
              <a:t>Fuente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6005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4C6A8-E82D-CEB8-28D1-82417131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CA7CF0-A23A-E7EC-67C1-30C3C5E4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609562"/>
            <a:ext cx="11073384" cy="479943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476A6D-4F21-EC82-AECB-E2C2FF1BD0E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2C3772A-11B4-A484-BBBB-EC2548152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E606768-61EF-EF6A-65C7-D7E69F8C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0A5918B7-2B5A-FA8E-D545-E83F69820F73}"/>
              </a:ext>
            </a:extLst>
          </p:cNvPr>
          <p:cNvSpPr txBox="1"/>
          <p:nvPr/>
        </p:nvSpPr>
        <p:spPr>
          <a:xfrm>
            <a:off x="834531" y="390155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352986-8004-2440-0F76-78635B8EC3B9}"/>
              </a:ext>
            </a:extLst>
          </p:cNvPr>
          <p:cNvSpPr/>
          <p:nvPr/>
        </p:nvSpPr>
        <p:spPr>
          <a:xfrm>
            <a:off x="4484890" y="4567569"/>
            <a:ext cx="3222219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18. Se despliega un cuadro de texto en el cual se define el cuerpo del correo electrónico utilizando etiquetas </a:t>
            </a:r>
            <a:r>
              <a:rPr lang="es-419" sz="1200" dirty="0" err="1">
                <a:latin typeface="+mj-lt"/>
              </a:rPr>
              <a:t>html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376567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36835-3C70-A851-6079-F41FC7AD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785A9C-C869-8190-B373-5D28B271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46" y="1497532"/>
            <a:ext cx="10810301" cy="463620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A27B86-1201-97BB-2C2E-E19DB4CADF2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4CFA966-DE47-BA7F-B9DF-BE18AA02C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ED8CEA9-D1D7-188C-6BB9-726F7665D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F69D3B44-6474-227C-A28D-9D704BFFFB4C}"/>
              </a:ext>
            </a:extLst>
          </p:cNvPr>
          <p:cNvSpPr txBox="1"/>
          <p:nvPr/>
        </p:nvSpPr>
        <p:spPr>
          <a:xfrm>
            <a:off x="703518" y="497965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9C5C5D-7FAC-83CF-91FF-CEC3EE2632C4}"/>
              </a:ext>
            </a:extLst>
          </p:cNvPr>
          <p:cNvSpPr/>
          <p:nvPr/>
        </p:nvSpPr>
        <p:spPr>
          <a:xfrm>
            <a:off x="4484891" y="2259868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19. Se define el cuerpo del correo electrónico utilizando etiquetas </a:t>
            </a:r>
            <a:r>
              <a:rPr lang="es-419" sz="1200" dirty="0" err="1">
                <a:latin typeface="+mj-lt"/>
              </a:rPr>
              <a:t>html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720864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6F5C-587D-B465-8CEA-FAE2C0DC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3C30E6-2B9E-BEC4-9071-2A0F6744F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49" y="1332421"/>
            <a:ext cx="11512551" cy="497596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FED824-7968-5170-7B62-A6F20E20A60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A2781C53-479C-086C-FF41-DCD0CCAD2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A480E8B-344C-BE74-7E2B-3B5E0DD4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26048824-351F-8F03-222C-F789F652DE21}"/>
              </a:ext>
            </a:extLst>
          </p:cNvPr>
          <p:cNvSpPr txBox="1"/>
          <p:nvPr/>
        </p:nvSpPr>
        <p:spPr>
          <a:xfrm>
            <a:off x="8125039" y="154883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72FAFE-30DA-8026-D400-610BA76A93CB}"/>
              </a:ext>
            </a:extLst>
          </p:cNvPr>
          <p:cNvSpPr/>
          <p:nvPr/>
        </p:nvSpPr>
        <p:spPr>
          <a:xfrm>
            <a:off x="4971619" y="2107565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22. Se genera mensaje confirmando que los cambios se realizaron con éxito.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E3D3AB-C237-87D9-8060-AE0CF68FFA42}"/>
              </a:ext>
            </a:extLst>
          </p:cNvPr>
          <p:cNvSpPr txBox="1"/>
          <p:nvPr/>
        </p:nvSpPr>
        <p:spPr>
          <a:xfrm>
            <a:off x="10827970" y="555470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21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B769A4-7C53-4F87-1BE3-1875DC3B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43" t="13092" b="73470"/>
          <a:stretch>
            <a:fillRect/>
          </a:stretch>
        </p:blipFill>
        <p:spPr>
          <a:xfrm>
            <a:off x="8836208" y="1764282"/>
            <a:ext cx="3115160" cy="36204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D46350-CB2D-3E37-CDBC-44A3E175BF53}"/>
              </a:ext>
            </a:extLst>
          </p:cNvPr>
          <p:cNvSpPr/>
          <p:nvPr/>
        </p:nvSpPr>
        <p:spPr>
          <a:xfrm>
            <a:off x="9832587" y="4519134"/>
            <a:ext cx="1722488" cy="87004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21. Diligenciar los campos y presionar el botón Guardar.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375006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5831E-A792-8180-64BD-8EC8E5498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F96A9B-0805-98B4-367E-0D7574F11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85" y="1338429"/>
            <a:ext cx="11237783" cy="483377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0C62B2-E7C0-37F9-AE9F-B3A564723BA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859B127-815E-2560-5833-0B4C81D1A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001C84B-9BD1-5863-3288-02B45BF8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9FDA09-8546-C5DF-B81E-FB310CE18ED1}"/>
              </a:ext>
            </a:extLst>
          </p:cNvPr>
          <p:cNvSpPr/>
          <p:nvPr/>
        </p:nvSpPr>
        <p:spPr>
          <a:xfrm>
            <a:off x="6383245" y="3114720"/>
            <a:ext cx="3045125" cy="83724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24. Seleccionar la opción para realizar la prueba de envió de correo y saber si el servidor está funcionando adecuadamente.</a:t>
            </a:r>
            <a:endParaRPr lang="es-CO" sz="1200" dirty="0"/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C24C3804-F8CD-57B8-F46B-C62859FD8C05}"/>
              </a:ext>
            </a:extLst>
          </p:cNvPr>
          <p:cNvSpPr txBox="1"/>
          <p:nvPr/>
        </p:nvSpPr>
        <p:spPr>
          <a:xfrm>
            <a:off x="10936030" y="211626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DE5A6DA9-F218-FBFC-FB33-CD468DB2FB92}"/>
              </a:ext>
            </a:extLst>
          </p:cNvPr>
          <p:cNvSpPr txBox="1"/>
          <p:nvPr/>
        </p:nvSpPr>
        <p:spPr>
          <a:xfrm>
            <a:off x="9428370" y="273128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9B33B9-83CC-7C87-0213-3148B5401DAE}"/>
              </a:ext>
            </a:extLst>
          </p:cNvPr>
          <p:cNvSpPr/>
          <p:nvPr/>
        </p:nvSpPr>
        <p:spPr>
          <a:xfrm>
            <a:off x="6795889" y="1419594"/>
            <a:ext cx="3045125" cy="804394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23. Presionar el botón para desplegar la lista de opciones.</a:t>
            </a:r>
            <a:endParaRPr lang="es-CO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17F628-D3CF-A7A5-6751-607AD2419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0655" y="2430677"/>
            <a:ext cx="247650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5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A24AD-A47A-4F7A-1C7C-A17A9C0F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246116-3E9A-648D-77C6-B857148D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409183"/>
            <a:ext cx="11059886" cy="476301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FB3165-859C-D251-4FA0-81C66719F8F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00C8932-5670-CAA8-87D0-85CD65640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9F03378-09DC-1CA5-A432-DE8BA5BAE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A2E10448-4F53-0D7B-8EBC-783A76BF75DB}"/>
              </a:ext>
            </a:extLst>
          </p:cNvPr>
          <p:cNvSpPr txBox="1"/>
          <p:nvPr/>
        </p:nvSpPr>
        <p:spPr>
          <a:xfrm>
            <a:off x="3342548" y="288259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17A50E-15ED-61F8-B28F-CAB58BA627C9}"/>
              </a:ext>
            </a:extLst>
          </p:cNvPr>
          <p:cNvSpPr/>
          <p:nvPr/>
        </p:nvSpPr>
        <p:spPr>
          <a:xfrm>
            <a:off x="2121738" y="3909446"/>
            <a:ext cx="3045125" cy="111362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25. Se abre la ventana de la plantilla de prueba de correo electrónico, buscar por nombre o ID de Banner con el que se realizará la prueba.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20288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1797-741A-F9BC-0122-C10F869D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5B79CB-41C4-4716-C7C6-6F9EC1FD9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69" y="1364915"/>
            <a:ext cx="10938399" cy="47082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BA4FE6-D9A7-F305-05DE-73FB0E23994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17C403E-99EF-1B30-F448-0B5B517D2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1D74B42-2CAA-F8E6-3EB6-B9EACCFA7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4F74BE-5AB6-9DC6-0F37-A210B4F71687}"/>
              </a:ext>
            </a:extLst>
          </p:cNvPr>
          <p:cNvSpPr/>
          <p:nvPr/>
        </p:nvSpPr>
        <p:spPr>
          <a:xfrm>
            <a:off x="8554791" y="4944550"/>
            <a:ext cx="2383608" cy="5485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26. Presionar el botón </a:t>
            </a:r>
            <a:r>
              <a:rPr lang="es-MX" sz="1200" b="1" dirty="0"/>
              <a:t>Enviar</a:t>
            </a:r>
            <a:r>
              <a:rPr lang="es-MX" sz="1200" dirty="0"/>
              <a:t>.</a:t>
            </a:r>
            <a:endParaRPr lang="es-CO" sz="1200" dirty="0"/>
          </a:p>
        </p:txBody>
      </p:sp>
      <p:sp>
        <p:nvSpPr>
          <p:cNvPr id="14" name="CuadroTexto 9">
            <a:extLst>
              <a:ext uri="{FF2B5EF4-FFF2-40B4-BE49-F238E27FC236}">
                <a16:creationId xmlns:a16="http://schemas.microsoft.com/office/drawing/2014/main" id="{1E4BA7AD-8F0C-BECD-794E-35CDE1D33B1D}"/>
              </a:ext>
            </a:extLst>
          </p:cNvPr>
          <p:cNvSpPr txBox="1"/>
          <p:nvPr/>
        </p:nvSpPr>
        <p:spPr>
          <a:xfrm>
            <a:off x="8822231" y="425211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26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9133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006E-EC38-6F13-6068-1B96C9A8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02F398-2FC6-648C-E019-A79B0E081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39" y="1271244"/>
            <a:ext cx="11091672" cy="47907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225CEE-397F-D53F-2034-9041D599841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9902F6F-049B-9658-1089-BF2F62197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0B7BDE5-168C-028D-DE05-C814A5CF4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BCB5C753-C253-B516-3C1C-07A107AB4ABF}"/>
              </a:ext>
            </a:extLst>
          </p:cNvPr>
          <p:cNvSpPr txBox="1"/>
          <p:nvPr/>
        </p:nvSpPr>
        <p:spPr>
          <a:xfrm>
            <a:off x="7770931" y="173823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B8D31B-3888-C93A-8A9F-7DA431A313EA}"/>
              </a:ext>
            </a:extLst>
          </p:cNvPr>
          <p:cNvSpPr/>
          <p:nvPr/>
        </p:nvSpPr>
        <p:spPr>
          <a:xfrm>
            <a:off x="4971619" y="2107565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27. Se genera mensaje confirmando que los cambios se realizaron con éxito.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900068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DF2E-D628-8CE5-EA53-04AB18E8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6A4774-AEA8-A095-A083-8791AEC2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354332"/>
            <a:ext cx="10424160" cy="49540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97FB14-C10E-B9F8-341C-C0A3B7ECF00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9F3E248-DACD-D221-E2FD-0B6F0248A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D7A28F7-75D0-BA52-A3A0-3F50BBFAC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6" name="CuadroTexto 9">
            <a:extLst>
              <a:ext uri="{FF2B5EF4-FFF2-40B4-BE49-F238E27FC236}">
                <a16:creationId xmlns:a16="http://schemas.microsoft.com/office/drawing/2014/main" id="{F6C5DA05-D9E6-D768-35EA-A0D5CA877C57}"/>
              </a:ext>
            </a:extLst>
          </p:cNvPr>
          <p:cNvSpPr txBox="1"/>
          <p:nvPr/>
        </p:nvSpPr>
        <p:spPr>
          <a:xfrm>
            <a:off x="2464142" y="281022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28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1F4339-A9E7-881E-BC86-3B4F5B9E0A9D}"/>
              </a:ext>
            </a:extLst>
          </p:cNvPr>
          <p:cNvSpPr/>
          <p:nvPr/>
        </p:nvSpPr>
        <p:spPr>
          <a:xfrm>
            <a:off x="5158301" y="2917943"/>
            <a:ext cx="3045125" cy="557784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28. Se valida la bandeja de entrada del correo y se evidencia la recepción del correo de prueba.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43122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2AF44-AB9B-4E6C-A791-B3E85826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EAAA86-F453-02BC-5E22-8DEFB21F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393269"/>
            <a:ext cx="10552176" cy="453100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B9591A-4FAB-7FCF-0482-86F961F9915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4AD2B82-2C50-D22F-1056-FCF1CD0A3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1E8A65C-0B5F-B9F4-E127-62D636AC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CAFD47F0-1FB6-3AB2-FE37-25362CE25F7B}"/>
              </a:ext>
            </a:extLst>
          </p:cNvPr>
          <p:cNvSpPr txBox="1"/>
          <p:nvPr/>
        </p:nvSpPr>
        <p:spPr>
          <a:xfrm>
            <a:off x="1252022" y="344332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29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C96796-0177-6851-3896-B260928B410B}"/>
              </a:ext>
            </a:extLst>
          </p:cNvPr>
          <p:cNvSpPr/>
          <p:nvPr/>
        </p:nvSpPr>
        <p:spPr>
          <a:xfrm>
            <a:off x="3724848" y="4219867"/>
            <a:ext cx="4742303" cy="12355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29. Para que el correo electrónico se envíe de forma exitosa, en la página administrativa SPAIDEN el/los ID deben tener activo el </a:t>
            </a:r>
            <a:r>
              <a:rPr lang="es-419" sz="1200" dirty="0" err="1">
                <a:latin typeface="+mj-lt"/>
              </a:rPr>
              <a:t>check</a:t>
            </a:r>
            <a:r>
              <a:rPr lang="es-419" sz="1200" dirty="0">
                <a:latin typeface="+mj-lt"/>
              </a:rPr>
              <a:t> del campo </a:t>
            </a:r>
            <a:r>
              <a:rPr lang="es-419" sz="1200" b="1" dirty="0">
                <a:latin typeface="+mj-lt"/>
              </a:rPr>
              <a:t>Preferido</a:t>
            </a:r>
            <a:r>
              <a:rPr lang="es-419" sz="1200" dirty="0">
                <a:latin typeface="+mj-lt"/>
              </a:rPr>
              <a:t> según el campo de datos definido anteriormente:</a:t>
            </a:r>
          </a:p>
          <a:p>
            <a:r>
              <a:rPr lang="es-419" sz="1200" b="1" dirty="0" err="1">
                <a:latin typeface="+mj-lt"/>
              </a:rPr>
              <a:t>CM_General</a:t>
            </a:r>
            <a:r>
              <a:rPr lang="es-419" sz="1200" b="1" dirty="0">
                <a:latin typeface="+mj-lt"/>
              </a:rPr>
              <a:t> </a:t>
            </a:r>
            <a:r>
              <a:rPr lang="es-419" sz="1200" dirty="0">
                <a:latin typeface="+mj-lt"/>
              </a:rPr>
              <a:t>$</a:t>
            </a:r>
            <a:r>
              <a:rPr lang="es-419" sz="1200" dirty="0" err="1">
                <a:latin typeface="+mj-lt"/>
              </a:rPr>
              <a:t>CM_Preferred_Email_Address</a:t>
            </a:r>
            <a:r>
              <a:rPr lang="es-419" sz="1200" dirty="0">
                <a:latin typeface="+mj-lt"/>
              </a:rPr>
              <a:t>$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382982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4AE8C-7F32-13A0-0872-D57CCF97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0BE88F-EA10-045E-229D-CF698B6AF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421130"/>
            <a:ext cx="10963275" cy="438150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CDBE0F-FC28-BDAA-6565-61739B657A2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F756F20-F3D0-4FF7-8307-A4EB0C6DC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EA51019-C578-4FC6-FF41-CD057216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2DA1C29F-838E-70A5-8A0A-E59BAEB830E9}"/>
              </a:ext>
            </a:extLst>
          </p:cNvPr>
          <p:cNvSpPr txBox="1"/>
          <p:nvPr/>
        </p:nvSpPr>
        <p:spPr>
          <a:xfrm>
            <a:off x="7651077" y="232542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30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421829-80F8-9507-5409-B543E3FBCD58}"/>
              </a:ext>
            </a:extLst>
          </p:cNvPr>
          <p:cNvSpPr/>
          <p:nvPr/>
        </p:nvSpPr>
        <p:spPr>
          <a:xfrm>
            <a:off x="6658515" y="2827345"/>
            <a:ext cx="4742303" cy="12355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30. Luego de validar que el correo se envía correctamente, presionar el botón </a:t>
            </a:r>
            <a:r>
              <a:rPr lang="es-419" sz="1200" b="1" dirty="0">
                <a:latin typeface="+mj-lt"/>
              </a:rPr>
              <a:t>Publicar</a:t>
            </a:r>
            <a:r>
              <a:rPr lang="es-419" sz="1200" dirty="0">
                <a:latin typeface="+mj-lt"/>
              </a:rPr>
              <a:t> para que </a:t>
            </a:r>
            <a:r>
              <a:rPr lang="es-CO" sz="1200" dirty="0"/>
              <a:t>la plantilla para que esté Activa y la podamos ocupar para el envío de correo.</a:t>
            </a:r>
          </a:p>
        </p:txBody>
      </p:sp>
    </p:spTree>
    <p:extLst>
      <p:ext uri="{BB962C8B-B14F-4D97-AF65-F5344CB8AC3E}">
        <p14:creationId xmlns:p14="http://schemas.microsoft.com/office/powerpoint/2010/main" val="2467537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8677-A416-BE3B-C1A6-FE438B57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EAAE5D-A236-5141-950E-AA115ACC4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97" y="1728374"/>
            <a:ext cx="9433179" cy="4439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CF9368-83E9-D8A7-03E2-8827ADF70E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653" t="6488" b="87293"/>
          <a:stretch>
            <a:fillRect/>
          </a:stretch>
        </p:blipFill>
        <p:spPr>
          <a:xfrm>
            <a:off x="5972755" y="1903158"/>
            <a:ext cx="4579421" cy="48243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6A84AD-76B4-B506-E061-9ECCF29240A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490F603-FF45-D3E4-6273-47C0CA4E7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F07AF1B-671D-3EB1-EE3F-3A00D3421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3A8339EA-C671-A99C-5033-76CB80603FB0}"/>
              </a:ext>
            </a:extLst>
          </p:cNvPr>
          <p:cNvSpPr txBox="1"/>
          <p:nvPr/>
        </p:nvSpPr>
        <p:spPr>
          <a:xfrm>
            <a:off x="8681343" y="168771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31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DD10D2-1449-DFB3-9CF0-825EC38E4472}"/>
              </a:ext>
            </a:extLst>
          </p:cNvPr>
          <p:cNvSpPr/>
          <p:nvPr/>
        </p:nvSpPr>
        <p:spPr>
          <a:xfrm>
            <a:off x="3401529" y="2260971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31. Se genera mensaje confirmando que la plantilla se publicó exitosamente.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079775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DC289-31FD-EF39-C514-85344DA9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1F7F7F-2E64-93CC-A9FE-B32B92410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9" y="1336233"/>
            <a:ext cx="11064222" cy="478546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EE5E02-DDE0-8B2E-F68E-88D76F2A6A3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F7C9C7D-3649-4986-C1D6-F61071F28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F20E031-2071-7826-CF49-F166370D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5A14351E-5DD1-6E42-6386-B15BAA8E421C}"/>
              </a:ext>
            </a:extLst>
          </p:cNvPr>
          <p:cNvSpPr txBox="1"/>
          <p:nvPr/>
        </p:nvSpPr>
        <p:spPr>
          <a:xfrm>
            <a:off x="9629095" y="351876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567A93-7C2E-E337-DD63-D84099F54447}"/>
              </a:ext>
            </a:extLst>
          </p:cNvPr>
          <p:cNvSpPr/>
          <p:nvPr/>
        </p:nvSpPr>
        <p:spPr>
          <a:xfrm>
            <a:off x="8486997" y="2271332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33. En el campo </a:t>
            </a:r>
            <a:r>
              <a:rPr lang="es-419" sz="1200" b="1" dirty="0">
                <a:latin typeface="+mj-lt"/>
              </a:rPr>
              <a:t>Estatus</a:t>
            </a:r>
            <a:r>
              <a:rPr lang="es-419" sz="1200" dirty="0">
                <a:latin typeface="+mj-lt"/>
              </a:rPr>
              <a:t> se valida que la plantilla creada se encuentre Activa.</a:t>
            </a:r>
            <a:endParaRPr lang="es-CO" sz="1200" dirty="0"/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65E2387D-C3E5-377C-2FC2-38120FC7EF36}"/>
              </a:ext>
            </a:extLst>
          </p:cNvPr>
          <p:cNvSpPr txBox="1"/>
          <p:nvPr/>
        </p:nvSpPr>
        <p:spPr>
          <a:xfrm>
            <a:off x="3634280" y="157740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4C1EB1-A8E6-95F9-16A2-F0D869ED26D6}"/>
              </a:ext>
            </a:extLst>
          </p:cNvPr>
          <p:cNvSpPr/>
          <p:nvPr/>
        </p:nvSpPr>
        <p:spPr>
          <a:xfrm>
            <a:off x="4389370" y="1650281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32. Se presiona el botón </a:t>
            </a:r>
            <a:r>
              <a:rPr lang="es-419" sz="1200" b="1" dirty="0">
                <a:latin typeface="+mj-lt"/>
              </a:rPr>
              <a:t>Plantillas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8899540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264C-483F-500A-C1BE-68A00F87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35B77BF1-04B4-0CF4-81E5-972AA60DBB64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1B0C467-93F0-B06C-9160-D0530F2A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Arial"/>
              </a:rPr>
              <a:t>Selección </a:t>
            </a:r>
            <a:r>
              <a:rPr lang="es-ES">
                <a:cs typeface="Arial"/>
              </a:rPr>
              <a:t>de Población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96227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Administración de Comunicaciones – Poblaciones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831185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9868-D077-0475-461B-31334C1E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90A1DA-C2EB-9480-C519-F868EA79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47" y="1281985"/>
            <a:ext cx="10963656" cy="472729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6DC533-4C92-007B-E574-3B0CC24FB01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C5A1D425-A3E7-F1E9-ADCA-C29C33E0F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58B4B1A-1FFD-D357-5346-35045AFB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829610-815D-B28C-6437-13B7679F95E8}"/>
              </a:ext>
            </a:extLst>
          </p:cNvPr>
          <p:cNvSpPr/>
          <p:nvPr/>
        </p:nvSpPr>
        <p:spPr>
          <a:xfrm>
            <a:off x="3050875" y="3645631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1. Desde esta opción se crea la selección de población para el envío de las respectivas comunicaciones.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D230B4-59BC-503B-FA5F-AC1C8D8D3C75}"/>
              </a:ext>
            </a:extLst>
          </p:cNvPr>
          <p:cNvSpPr txBox="1"/>
          <p:nvPr/>
        </p:nvSpPr>
        <p:spPr>
          <a:xfrm>
            <a:off x="5707979" y="236898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2085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BF0CE-6DEE-2954-63AF-AA6D144B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F54B43F-1B79-6D14-800C-ACEB6CDD6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529802"/>
            <a:ext cx="11235148" cy="391814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3DEF2F-7562-1015-8801-3B659D87608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7FF95BB-AD65-2BF1-8BF9-3AD3FEA65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757058A-5271-B848-B12F-00BD6122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9AB4E4-64A6-3D61-DA76-56C365BD3813}"/>
              </a:ext>
            </a:extLst>
          </p:cNvPr>
          <p:cNvSpPr/>
          <p:nvPr/>
        </p:nvSpPr>
        <p:spPr>
          <a:xfrm>
            <a:off x="6883339" y="1997928"/>
            <a:ext cx="3045125" cy="57153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200" dirty="0"/>
              <a:t>2. Se presiona el botón </a:t>
            </a:r>
            <a:r>
              <a:rPr lang="es-MX" sz="1200" b="1" dirty="0"/>
              <a:t>Agregar</a:t>
            </a:r>
            <a:r>
              <a:rPr lang="es-MX" sz="1200" dirty="0"/>
              <a:t> para crear una nueva población.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FD328A0-E203-0202-99DD-327881B3438D}"/>
              </a:ext>
            </a:extLst>
          </p:cNvPr>
          <p:cNvSpPr txBox="1"/>
          <p:nvPr/>
        </p:nvSpPr>
        <p:spPr>
          <a:xfrm>
            <a:off x="10184429" y="217166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9682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E25A-E247-8730-3EA0-1461864E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EF745D1-207D-8512-4B97-4A25E5DBC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947672"/>
            <a:ext cx="11239083" cy="321713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E767FA-791E-210D-2ED5-5C01C802843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0D75E88-6C7D-F494-3967-17B6C1E89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E83E8A9-37CF-9F77-F582-39437DBC9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C3286AB4-58CE-3C49-DC8D-109104449B23}"/>
              </a:ext>
            </a:extLst>
          </p:cNvPr>
          <p:cNvSpPr txBox="1"/>
          <p:nvPr/>
        </p:nvSpPr>
        <p:spPr>
          <a:xfrm>
            <a:off x="5547974" y="296595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9A11C7-1DEA-0D8F-54F7-BC62283CFA35}"/>
              </a:ext>
            </a:extLst>
          </p:cNvPr>
          <p:cNvSpPr/>
          <p:nvPr/>
        </p:nvSpPr>
        <p:spPr>
          <a:xfrm>
            <a:off x="6096000" y="2674722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3. Definir el nombre y la descripción de la población.</a:t>
            </a:r>
            <a:endParaRPr lang="es-CO" sz="1200" dirty="0"/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4A127E7B-8EB3-45C4-BBD2-76982ACA486B}"/>
              </a:ext>
            </a:extLst>
          </p:cNvPr>
          <p:cNvSpPr txBox="1"/>
          <p:nvPr/>
        </p:nvSpPr>
        <p:spPr>
          <a:xfrm>
            <a:off x="5547974" y="370401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4B7901-5FDE-894B-87EB-2CBF51DD74B3}"/>
              </a:ext>
            </a:extLst>
          </p:cNvPr>
          <p:cNvSpPr/>
          <p:nvPr/>
        </p:nvSpPr>
        <p:spPr>
          <a:xfrm>
            <a:off x="6096000" y="3428285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4. Seleccionar el nombre de la carpeta en la que será creada la población.</a:t>
            </a:r>
            <a:endParaRPr lang="es-CO" sz="1200" dirty="0"/>
          </a:p>
        </p:txBody>
      </p:sp>
      <p:sp>
        <p:nvSpPr>
          <p:cNvPr id="18" name="CuadroTexto 9">
            <a:extLst>
              <a:ext uri="{FF2B5EF4-FFF2-40B4-BE49-F238E27FC236}">
                <a16:creationId xmlns:a16="http://schemas.microsoft.com/office/drawing/2014/main" id="{51E4D2CB-DD00-7CC1-24C7-389F98438311}"/>
              </a:ext>
            </a:extLst>
          </p:cNvPr>
          <p:cNvSpPr txBox="1"/>
          <p:nvPr/>
        </p:nvSpPr>
        <p:spPr>
          <a:xfrm>
            <a:off x="11568018" y="466869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74E02A9-C91C-9FD4-F688-4BDF8209217E}"/>
              </a:ext>
            </a:extLst>
          </p:cNvPr>
          <p:cNvSpPr/>
          <p:nvPr/>
        </p:nvSpPr>
        <p:spPr>
          <a:xfrm>
            <a:off x="9996406" y="3589712"/>
            <a:ext cx="1722488" cy="87004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6. Diligenciar los campos y presionar el botón Guardar.</a:t>
            </a:r>
            <a:endParaRPr lang="es-CO" sz="1200" dirty="0"/>
          </a:p>
        </p:txBody>
      </p:sp>
      <p:sp>
        <p:nvSpPr>
          <p:cNvPr id="21" name="CuadroTexto 9">
            <a:extLst>
              <a:ext uri="{FF2B5EF4-FFF2-40B4-BE49-F238E27FC236}">
                <a16:creationId xmlns:a16="http://schemas.microsoft.com/office/drawing/2014/main" id="{7C23EF6E-A62F-6DDA-3C8D-EED6284C6722}"/>
              </a:ext>
            </a:extLst>
          </p:cNvPr>
          <p:cNvSpPr txBox="1"/>
          <p:nvPr/>
        </p:nvSpPr>
        <p:spPr>
          <a:xfrm>
            <a:off x="5547973" y="414705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34CD762-4493-AF5D-75A7-E4E7F858C896}"/>
              </a:ext>
            </a:extLst>
          </p:cNvPr>
          <p:cNvSpPr/>
          <p:nvPr/>
        </p:nvSpPr>
        <p:spPr>
          <a:xfrm>
            <a:off x="6095999" y="4205213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5. Definir si la población será o no compartida.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456504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C713E-6D03-C647-8FF9-A3E8862B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C9933E0-BFEE-EDB7-6BD8-DD28D7556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36229"/>
            <a:ext cx="11039856" cy="47127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5DDE8F-A5CB-CBF7-27D7-A49DC9A67F9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F9E4995-D12B-3AA9-8028-11D8EDDCB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6E076C6-0498-0049-C75C-DF017E88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EFA04B4D-F58E-6DAF-2945-C49CA45FF51D}"/>
              </a:ext>
            </a:extLst>
          </p:cNvPr>
          <p:cNvSpPr txBox="1"/>
          <p:nvPr/>
        </p:nvSpPr>
        <p:spPr>
          <a:xfrm>
            <a:off x="10101718" y="127555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794E88-4AA1-E16B-17FE-1B6B52E06162}"/>
              </a:ext>
            </a:extLst>
          </p:cNvPr>
          <p:cNvSpPr/>
          <p:nvPr/>
        </p:nvSpPr>
        <p:spPr>
          <a:xfrm>
            <a:off x="7197499" y="1072395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7. Se genera mensaje confirmando que la población se creó exitosamente.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38EC0C79-198E-8AEC-39AD-2EF0A4A059A2}"/>
              </a:ext>
            </a:extLst>
          </p:cNvPr>
          <p:cNvSpPr txBox="1"/>
          <p:nvPr/>
        </p:nvSpPr>
        <p:spPr>
          <a:xfrm>
            <a:off x="1985804" y="239398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C74364-3270-362B-D2C7-4944A64F0DA6}"/>
              </a:ext>
            </a:extLst>
          </p:cNvPr>
          <p:cNvSpPr/>
          <p:nvPr/>
        </p:nvSpPr>
        <p:spPr>
          <a:xfrm>
            <a:off x="2594685" y="1759012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8. Se relaciona un panorama general de la población creada.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76368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A16C-B4C8-81C4-555C-DFB4D03C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89ED1FA-3227-9ED1-2DA3-B873CFB70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36229"/>
            <a:ext cx="11039856" cy="47127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FB2E52-AAA4-07BF-E76A-FBC8076C6DC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C067887F-5828-A3F4-8BAA-3EE506829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9BC08BB-EC3E-FFD0-EA44-7B45FB7F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331451-8374-DD94-4F2F-4A3ACFEED48A}"/>
              </a:ext>
            </a:extLst>
          </p:cNvPr>
          <p:cNvSpPr/>
          <p:nvPr/>
        </p:nvSpPr>
        <p:spPr>
          <a:xfrm>
            <a:off x="8799735" y="3466062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9. Presionar el botón </a:t>
            </a:r>
            <a:r>
              <a:rPr lang="es-419" sz="1200" b="1" dirty="0">
                <a:latin typeface="+mj-lt"/>
              </a:rPr>
              <a:t>Agregar desde un archivo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FD63C62E-5AD8-3162-722F-E22B1E1DDC4B}"/>
              </a:ext>
            </a:extLst>
          </p:cNvPr>
          <p:cNvSpPr txBox="1"/>
          <p:nvPr/>
        </p:nvSpPr>
        <p:spPr>
          <a:xfrm>
            <a:off x="8419461" y="438960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398CFD-5859-DE59-CBFE-C4098FCB41F7}"/>
              </a:ext>
            </a:extLst>
          </p:cNvPr>
          <p:cNvSpPr/>
          <p:nvPr/>
        </p:nvSpPr>
        <p:spPr>
          <a:xfrm>
            <a:off x="4046552" y="5045422"/>
            <a:ext cx="4098895" cy="107596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200" dirty="0"/>
              <a:t>La Selección de Población puede ser llenada: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Manualmente cargando directamente los Ids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A partir de un Excel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Generada con base en un query predefinido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763098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5D8E-7776-2EFB-6415-F42E026E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D7F388F7-28AC-2E64-68E4-E5DE4DF405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ES" dirty="0"/>
              <a:t>Opción manual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6203221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9AD96-974B-F10F-C4BC-495C679E6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CCF7004-5CFA-82DB-4294-1D6F79C2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36229"/>
            <a:ext cx="11039856" cy="47127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7F66AC-13F5-7207-38ED-3D8A941B62E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0675AE1-47DD-47C9-1777-4BEBF14F0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C5E0B71-0C97-4313-BB78-6CC3AC10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9E6208-0430-0A71-EFA3-85914D5CAF90}"/>
              </a:ext>
            </a:extLst>
          </p:cNvPr>
          <p:cNvSpPr/>
          <p:nvPr/>
        </p:nvSpPr>
        <p:spPr>
          <a:xfrm>
            <a:off x="8799735" y="3466063"/>
            <a:ext cx="2017617" cy="7950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10. Presionar el botón </a:t>
            </a:r>
            <a:r>
              <a:rPr lang="es-419" sz="1200" b="1" dirty="0">
                <a:latin typeface="+mj-lt"/>
              </a:rPr>
              <a:t>Agregar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C507D3FA-31CB-EB0C-BB89-316E4606BDBD}"/>
              </a:ext>
            </a:extLst>
          </p:cNvPr>
          <p:cNvSpPr txBox="1"/>
          <p:nvPr/>
        </p:nvSpPr>
        <p:spPr>
          <a:xfrm>
            <a:off x="9657666" y="441703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0685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C729-4579-4427-3312-F6B987FD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4E565E0-F1AD-5248-D184-971603ACF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64" y="1445694"/>
            <a:ext cx="9974660" cy="473373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C90408-31CA-C5E4-966A-0442EDDF22A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E767ED5-E999-3711-5EC6-42090BD0B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673896B-693E-5D4C-73C8-67B1B7DC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8569BF-58DD-1EF1-A826-6E08AE447526}"/>
              </a:ext>
            </a:extLst>
          </p:cNvPr>
          <p:cNvSpPr/>
          <p:nvPr/>
        </p:nvSpPr>
        <p:spPr>
          <a:xfrm>
            <a:off x="7223999" y="1971578"/>
            <a:ext cx="2057161" cy="98018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11. Puede buscar por ID o por Nombre o por Apellido de la persona. Seleccionar el ID </a:t>
            </a:r>
          </a:p>
          <a:p>
            <a:r>
              <a:rPr lang="es-419" sz="1200" dirty="0">
                <a:latin typeface="+mj-lt"/>
              </a:rPr>
              <a:t>12. Agregar.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EC4B1086-E979-29FF-5A72-618C5DCEFFB0}"/>
              </a:ext>
            </a:extLst>
          </p:cNvPr>
          <p:cNvSpPr txBox="1"/>
          <p:nvPr/>
        </p:nvSpPr>
        <p:spPr>
          <a:xfrm>
            <a:off x="5277690" y="175613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769FBE94-3261-BCF5-98D7-006F9B9F25EA}"/>
              </a:ext>
            </a:extLst>
          </p:cNvPr>
          <p:cNvSpPr txBox="1"/>
          <p:nvPr/>
        </p:nvSpPr>
        <p:spPr>
          <a:xfrm>
            <a:off x="6481650" y="569415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4647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1C3C-8129-2C6A-277A-49437EBA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8C82AEF-2890-1F0B-490B-7B0FF50E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49895"/>
            <a:ext cx="10646664" cy="48187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B574F5-AB1B-7C6F-3D6D-BA200D3FF35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C29EC9C-0C9C-2D6F-7C5F-92C413671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EFD43F8-E659-1D2F-1034-1F0D0D6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793DC1-089F-1D2E-9069-1ED4E76DFDA1}"/>
              </a:ext>
            </a:extLst>
          </p:cNvPr>
          <p:cNvSpPr/>
          <p:nvPr/>
        </p:nvSpPr>
        <p:spPr>
          <a:xfrm>
            <a:off x="3220649" y="4910288"/>
            <a:ext cx="2057161" cy="98018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13. Aparecerán las personas adicionadas. </a:t>
            </a:r>
          </a:p>
          <a:p>
            <a:r>
              <a:rPr lang="es-419" sz="1200" dirty="0">
                <a:latin typeface="+mj-lt"/>
              </a:rPr>
              <a:t>14. Puede seguir Agregando o Eliminando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EC6EA2DA-6F16-3EED-60AA-A94510616B45}"/>
              </a:ext>
            </a:extLst>
          </p:cNvPr>
          <p:cNvSpPr txBox="1"/>
          <p:nvPr/>
        </p:nvSpPr>
        <p:spPr>
          <a:xfrm>
            <a:off x="2214450" y="529266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4FBE294F-2069-EC59-34B6-948334BCFCE0}"/>
              </a:ext>
            </a:extLst>
          </p:cNvPr>
          <p:cNvSpPr txBox="1"/>
          <p:nvPr/>
        </p:nvSpPr>
        <p:spPr>
          <a:xfrm>
            <a:off x="9672906" y="435912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14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937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906E-D330-4B4C-4E0F-F7A6A1CB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0BB02312-6508-E52E-E0CA-A18B0CEAB3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ES" dirty="0"/>
              <a:t>Opción Archivo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2258181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9DE6-CE55-9280-07E0-FB04AB54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246CAC-9697-4A08-12DF-8336A8470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8" y="1529802"/>
            <a:ext cx="10896600" cy="434340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D108D1-EE73-5C73-B9AA-FC784DE466C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AB6CD5C-E810-6C2F-AAD0-F15B04084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55D784B-1495-58F5-2E96-BE6D786A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1F30F0-3D48-71C4-E822-162C7CC43DED}"/>
              </a:ext>
            </a:extLst>
          </p:cNvPr>
          <p:cNvSpPr/>
          <p:nvPr/>
        </p:nvSpPr>
        <p:spPr>
          <a:xfrm>
            <a:off x="4756672" y="3536065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10. Se abre ventana Agregar desde un archivo.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4534B5D2-7744-A36D-D803-417D6B56622B}"/>
              </a:ext>
            </a:extLst>
          </p:cNvPr>
          <p:cNvSpPr txBox="1"/>
          <p:nvPr/>
        </p:nvSpPr>
        <p:spPr>
          <a:xfrm>
            <a:off x="4362924" y="369534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969D1BC6-96D7-79EE-9A2D-6584647C730F}"/>
              </a:ext>
            </a:extLst>
          </p:cNvPr>
          <p:cNvSpPr txBox="1"/>
          <p:nvPr/>
        </p:nvSpPr>
        <p:spPr>
          <a:xfrm>
            <a:off x="4444573" y="218592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B56B9D-F1C2-A2A4-2ED2-805A9AC9CB4D}"/>
              </a:ext>
            </a:extLst>
          </p:cNvPr>
          <p:cNvSpPr/>
          <p:nvPr/>
        </p:nvSpPr>
        <p:spPr>
          <a:xfrm>
            <a:off x="8368278" y="2075526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11. Presionar el botón </a:t>
            </a:r>
            <a:r>
              <a:rPr lang="es-419" sz="1200" b="1" dirty="0">
                <a:latin typeface="+mj-lt"/>
              </a:rPr>
              <a:t>Examinar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6874A3-DA8C-51CD-F2CE-D24C9DC2D988}"/>
              </a:ext>
            </a:extLst>
          </p:cNvPr>
          <p:cNvSpPr/>
          <p:nvPr/>
        </p:nvSpPr>
        <p:spPr>
          <a:xfrm>
            <a:off x="8368278" y="4450878"/>
            <a:ext cx="3225448" cy="119350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Se debe tener en cuenta los tipos de archivos soportados: hojas de cálculo de Excel (.xls), hojas de cálculo Excel Open XML (.xlsx) y CSV (.</a:t>
            </a:r>
            <a:r>
              <a:rPr lang="es-419" sz="1200" dirty="0" err="1">
                <a:latin typeface="+mj-lt"/>
              </a:rPr>
              <a:t>csv</a:t>
            </a:r>
            <a:r>
              <a:rPr lang="es-419" sz="1200" dirty="0">
                <a:latin typeface="+mj-lt"/>
              </a:rPr>
              <a:t>)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4887887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C8DDE-6E94-E16D-0E41-4ADA20F2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16289D-7551-8E35-26A0-29778E87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74" y="1380426"/>
            <a:ext cx="11160186" cy="438726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A69A38-4BF3-08E3-A6F8-F3C0A882710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DAA5A476-5B2C-3BE5-EE48-392FBB8E6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B536F39-AA1A-4A5C-92FA-567C5C2B4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C7CFD2-9DB0-CAC4-0262-75EB0E8D9A31}"/>
              </a:ext>
            </a:extLst>
          </p:cNvPr>
          <p:cNvSpPr/>
          <p:nvPr/>
        </p:nvSpPr>
        <p:spPr>
          <a:xfrm>
            <a:off x="2457554" y="4033958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12. Ejemplo de plantilla de Excel con relación de </a:t>
            </a:r>
            <a:r>
              <a:rPr lang="es-419" sz="1200" dirty="0" err="1">
                <a:latin typeface="+mj-lt"/>
              </a:rPr>
              <a:t>ID’s</a:t>
            </a:r>
            <a:r>
              <a:rPr lang="es-419" sz="1200" dirty="0">
                <a:latin typeface="+mj-lt"/>
              </a:rPr>
              <a:t> para la creación de la población.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DE791DA8-BC1F-AA86-95B9-D35AF89F3A20}"/>
              </a:ext>
            </a:extLst>
          </p:cNvPr>
          <p:cNvSpPr txBox="1"/>
          <p:nvPr/>
        </p:nvSpPr>
        <p:spPr>
          <a:xfrm>
            <a:off x="1803055" y="398246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615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C0D26-2E22-2EE1-307E-022879E4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DBFA95-C8A2-9958-7754-5F6A6F8AF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90" y="1495980"/>
            <a:ext cx="10963275" cy="454342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47D8EA-CE10-26DE-0DCF-CEC71315862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E0CC989-6BD8-51FC-AB7F-F91977A92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ABA85AA-3896-F209-D510-DFDE2D20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744F12-13E7-B3F9-DB84-401C38D39C6C}"/>
              </a:ext>
            </a:extLst>
          </p:cNvPr>
          <p:cNvSpPr/>
          <p:nvPr/>
        </p:nvSpPr>
        <p:spPr>
          <a:xfrm>
            <a:off x="3454638" y="5255758"/>
            <a:ext cx="199690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14. Se presiona el botón </a:t>
            </a:r>
            <a:r>
              <a:rPr lang="es-419" sz="1200" b="1" dirty="0">
                <a:latin typeface="+mj-lt"/>
              </a:rPr>
              <a:t>Abrir / Open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8F33FE73-B3E6-B26B-A169-E1073EE2C73F}"/>
              </a:ext>
            </a:extLst>
          </p:cNvPr>
          <p:cNvSpPr txBox="1"/>
          <p:nvPr/>
        </p:nvSpPr>
        <p:spPr>
          <a:xfrm>
            <a:off x="9073512" y="539686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BE3D5392-D475-9769-792C-01D47F38F89A}"/>
              </a:ext>
            </a:extLst>
          </p:cNvPr>
          <p:cNvSpPr txBox="1"/>
          <p:nvPr/>
        </p:nvSpPr>
        <p:spPr>
          <a:xfrm>
            <a:off x="5300663" y="437937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619F02-CF3F-4F93-1296-141E58F6A097}"/>
              </a:ext>
            </a:extLst>
          </p:cNvPr>
          <p:cNvSpPr/>
          <p:nvPr/>
        </p:nvSpPr>
        <p:spPr>
          <a:xfrm>
            <a:off x="2652228" y="3234503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13. Seleccionar el archivo de la población en la ubicación donde se encuentre guardado.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9435238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DB75D-5531-F28D-51B4-1F40D6C8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300C4B-19B5-8397-A533-00998F9F280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EE4019F-1A10-6C1A-D05A-3647A8E1C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3601D87-CBC5-B177-6ABD-E52EA301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0A05B4-D660-476E-FAAF-A56B259E36B4}"/>
              </a:ext>
            </a:extLst>
          </p:cNvPr>
          <p:cNvSpPr/>
          <p:nvPr/>
        </p:nvSpPr>
        <p:spPr>
          <a:xfrm>
            <a:off x="8328144" y="3694251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16. Se presiona el botón </a:t>
            </a:r>
            <a:r>
              <a:rPr lang="es-419" sz="1200" b="1" dirty="0">
                <a:latin typeface="+mj-lt"/>
              </a:rPr>
              <a:t>Continuar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160B11CE-B07E-3B11-8E19-C871D3EAB961}"/>
              </a:ext>
            </a:extLst>
          </p:cNvPr>
          <p:cNvSpPr txBox="1"/>
          <p:nvPr/>
        </p:nvSpPr>
        <p:spPr>
          <a:xfrm>
            <a:off x="7676892" y="183256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01CE14-43D3-CF6C-FAA6-06B7F04AE7A1}"/>
              </a:ext>
            </a:extLst>
          </p:cNvPr>
          <p:cNvSpPr/>
          <p:nvPr/>
        </p:nvSpPr>
        <p:spPr>
          <a:xfrm>
            <a:off x="8281651" y="1898336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15. Se relaciona el archivo seleccionado.</a:t>
            </a:r>
            <a:endParaRPr lang="es-CO" sz="1200" dirty="0"/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F5ED69D6-2B3F-FF74-AA59-C4EEE7B6FDC1}"/>
              </a:ext>
            </a:extLst>
          </p:cNvPr>
          <p:cNvSpPr txBox="1"/>
          <p:nvPr/>
        </p:nvSpPr>
        <p:spPr>
          <a:xfrm>
            <a:off x="8177268" y="302235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16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EF2ED-4605-CF55-BBEB-F889E188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72" y="1529802"/>
            <a:ext cx="11326806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4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F6EA-7F73-E995-2487-2AF28EA9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96D28B-DD82-5974-64E3-E0475C211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434941"/>
            <a:ext cx="11155332" cy="454405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66EDC6-6B31-1C12-FC72-C2015EC207F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EE59AD1-AB53-A606-FEEC-82F12D7A9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08D80B2-DD11-7466-18BD-03471753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E97B99-08B8-60F2-6194-14990D8CC8B1}"/>
              </a:ext>
            </a:extLst>
          </p:cNvPr>
          <p:cNvSpPr/>
          <p:nvPr/>
        </p:nvSpPr>
        <p:spPr>
          <a:xfrm>
            <a:off x="8805083" y="4508246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18. Se presiona el botón </a:t>
            </a:r>
            <a:r>
              <a:rPr lang="es-419" sz="1200" b="1" dirty="0">
                <a:latin typeface="+mj-lt"/>
              </a:rPr>
              <a:t>Importar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61A46832-50DB-C558-E992-597C7270C5DD}"/>
              </a:ext>
            </a:extLst>
          </p:cNvPr>
          <p:cNvSpPr txBox="1"/>
          <p:nvPr/>
        </p:nvSpPr>
        <p:spPr>
          <a:xfrm>
            <a:off x="8177268" y="214235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2191B7-98EE-A1ED-FE3D-EB66EA676427}"/>
              </a:ext>
            </a:extLst>
          </p:cNvPr>
          <p:cNvSpPr/>
          <p:nvPr/>
        </p:nvSpPr>
        <p:spPr>
          <a:xfrm>
            <a:off x="8805083" y="2046080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17. Se debe indicar la columna del archivo en la que se relacionó el ID.</a:t>
            </a:r>
            <a:endParaRPr lang="es-CO" sz="1200" dirty="0"/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047ECC23-5C9D-D50A-E817-0F3359D358BA}"/>
              </a:ext>
            </a:extLst>
          </p:cNvPr>
          <p:cNvSpPr txBox="1"/>
          <p:nvPr/>
        </p:nvSpPr>
        <p:spPr>
          <a:xfrm>
            <a:off x="8177267" y="517661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18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754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0632-B153-FC70-A4C3-C5895655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4FD334-9DF2-7220-BA85-DEE354C1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783382"/>
            <a:ext cx="11012437" cy="452500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F2B3E6-2E91-6271-403D-3C4E95B2165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BD05C4B-300A-43BB-37FE-7450F4A1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D8F529A-E7D3-1568-7FEE-2A3167E5B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EC34C3-EFA0-97F2-5282-172BAF9C9A73}"/>
              </a:ext>
            </a:extLst>
          </p:cNvPr>
          <p:cNvSpPr/>
          <p:nvPr/>
        </p:nvSpPr>
        <p:spPr>
          <a:xfrm>
            <a:off x="8814448" y="2215947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20. Se presiona el botón </a:t>
            </a:r>
            <a:r>
              <a:rPr lang="es-419" sz="1200" b="1" dirty="0">
                <a:latin typeface="+mj-lt"/>
              </a:rPr>
              <a:t>Finalizar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A6457239-DD68-7DD7-8BCC-92A79455B841}"/>
              </a:ext>
            </a:extLst>
          </p:cNvPr>
          <p:cNvSpPr txBox="1"/>
          <p:nvPr/>
        </p:nvSpPr>
        <p:spPr>
          <a:xfrm>
            <a:off x="3998093" y="146477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9DD4B5-0182-772C-9242-C530B7F61F81}"/>
              </a:ext>
            </a:extLst>
          </p:cNvPr>
          <p:cNvSpPr/>
          <p:nvPr/>
        </p:nvSpPr>
        <p:spPr>
          <a:xfrm>
            <a:off x="1349657" y="2231446"/>
            <a:ext cx="2799312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19. Se relaciona el resultado del proceso.</a:t>
            </a:r>
            <a:endParaRPr lang="es-CO" sz="1200" dirty="0"/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F5AEDF43-99CE-2931-F0DD-E61E10E8D4A6}"/>
              </a:ext>
            </a:extLst>
          </p:cNvPr>
          <p:cNvSpPr txBox="1"/>
          <p:nvPr/>
        </p:nvSpPr>
        <p:spPr>
          <a:xfrm>
            <a:off x="8208807" y="255740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20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7019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A7F4-7633-C601-6B82-AF6AD323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C08264-D065-9575-5323-75D18D581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428058"/>
            <a:ext cx="11155332" cy="454405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2D0647-A20E-2731-2C07-621B595EE13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E91F0A6-B7B8-54A6-4F6F-C5CB7B146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DF50F0F-1FD4-B624-E5D4-9D262A74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b="0" dirty="0"/>
              <a:t>BCM – Crear selección de población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DE620C96-77F4-3E60-C55D-BA2896C01256}"/>
              </a:ext>
            </a:extLst>
          </p:cNvPr>
          <p:cNvSpPr txBox="1"/>
          <p:nvPr/>
        </p:nvSpPr>
        <p:spPr>
          <a:xfrm>
            <a:off x="7216234" y="409837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EEC6F7-AB18-484C-C9FF-A0465382BAE4}"/>
              </a:ext>
            </a:extLst>
          </p:cNvPr>
          <p:cNvSpPr/>
          <p:nvPr/>
        </p:nvSpPr>
        <p:spPr>
          <a:xfrm>
            <a:off x="8343641" y="4515129"/>
            <a:ext cx="2102217" cy="9148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21. Se relacionan los </a:t>
            </a:r>
            <a:r>
              <a:rPr lang="es-419" sz="1200" dirty="0" err="1">
                <a:latin typeface="+mj-lt"/>
              </a:rPr>
              <a:t>ID’s</a:t>
            </a:r>
            <a:r>
              <a:rPr lang="es-419" sz="1200" dirty="0">
                <a:latin typeface="+mj-lt"/>
              </a:rPr>
              <a:t> procesados.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549140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48898-522B-BA09-C0B1-0A2EEAC8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E5911FEF-36C6-6C4C-EF87-FCAA8FFEA8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ES" dirty="0"/>
              <a:t>Opción Consultas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07908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14E4-E0EE-3065-C391-1117420E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8D2855-DB17-DBAF-2409-E6EF9CEC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72155"/>
            <a:ext cx="11055096" cy="474695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A7BB76-0FEA-395D-9302-A2378CB947B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8B338B1-C9DA-5D2C-F501-B13ADADE9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0D0B0E1-DC9A-B289-BE5A-55C2643E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MX" altLang="es-419" b="0" dirty="0"/>
              <a:t>Consultas - Crear Selección de Población en BCM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960D89-07BE-213E-46FE-835E6731117E}"/>
              </a:ext>
            </a:extLst>
          </p:cNvPr>
          <p:cNvSpPr/>
          <p:nvPr/>
        </p:nvSpPr>
        <p:spPr>
          <a:xfrm>
            <a:off x="1485546" y="3645631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1. Desde esta opción se crea la selección de población con un </a:t>
            </a:r>
            <a:r>
              <a:rPr lang="es-MX" sz="1200" dirty="0" err="1"/>
              <a:t>query</a:t>
            </a:r>
            <a:r>
              <a:rPr lang="es-MX" sz="1200" dirty="0"/>
              <a:t> predefinido.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85942A-1D57-6C0E-EBA7-94ED633056AA}"/>
              </a:ext>
            </a:extLst>
          </p:cNvPr>
          <p:cNvSpPr txBox="1"/>
          <p:nvPr/>
        </p:nvSpPr>
        <p:spPr>
          <a:xfrm>
            <a:off x="5707979" y="348486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1753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180B-EDE1-A124-8756-ECCE351F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B91533-E32F-3559-499D-39FAD4FBC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723536"/>
            <a:ext cx="10826496" cy="40937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EEF767-76B4-1A8E-4ABB-70DC8FBC0FD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0FD9883-621A-D0FF-58B4-549E56803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0D4B375-461E-9212-CE39-832C0C51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MX" altLang="es-419" b="0" dirty="0"/>
              <a:t>Consultas - Crear Selección de Población en BCM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74917A-3D15-A0A9-8BF8-A8C6CF7715AA}"/>
              </a:ext>
            </a:extLst>
          </p:cNvPr>
          <p:cNvSpPr/>
          <p:nvPr/>
        </p:nvSpPr>
        <p:spPr>
          <a:xfrm>
            <a:off x="5019871" y="2514600"/>
            <a:ext cx="2369117" cy="5811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419" sz="1200" dirty="0">
                <a:latin typeface="+mj-lt"/>
              </a:rPr>
              <a:t>2. Presionar el botón </a:t>
            </a:r>
            <a:r>
              <a:rPr lang="es-419" sz="1200" b="1" dirty="0">
                <a:latin typeface="+mj-lt"/>
              </a:rPr>
              <a:t>Agregar</a:t>
            </a:r>
            <a:r>
              <a:rPr lang="es-419" sz="1200" dirty="0">
                <a:latin typeface="+mj-lt"/>
              </a:rPr>
              <a:t>.</a:t>
            </a:r>
            <a:endParaRPr lang="es-CO" sz="1200" dirty="0"/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6C09340E-BE1D-3378-2A02-AC39D900C901}"/>
              </a:ext>
            </a:extLst>
          </p:cNvPr>
          <p:cNvSpPr txBox="1"/>
          <p:nvPr/>
        </p:nvSpPr>
        <p:spPr>
          <a:xfrm>
            <a:off x="9776411" y="242290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4452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16F1-1659-59DA-5F2C-5F1B99B8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D19913-40E7-50FB-EDDC-4FCE1F83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445237"/>
            <a:ext cx="10707624" cy="462564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0C73D9-29D5-6E96-0CED-26F24CAEB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3245D9AC-6000-06C8-B07B-953FE84F8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1EB553B-8037-5F32-B4F1-6A43780F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MX" altLang="es-419" b="0" dirty="0"/>
              <a:t>Consultas - Crear Selección de Población en BCM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E7FB17B3-8572-AD49-9E7D-8131EAEDA2EA}"/>
              </a:ext>
            </a:extLst>
          </p:cNvPr>
          <p:cNvSpPr txBox="1"/>
          <p:nvPr/>
        </p:nvSpPr>
        <p:spPr>
          <a:xfrm>
            <a:off x="6220398" y="257849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D398FB-696B-2DA5-4953-1375B166A504}"/>
              </a:ext>
            </a:extLst>
          </p:cNvPr>
          <p:cNvSpPr/>
          <p:nvPr/>
        </p:nvSpPr>
        <p:spPr>
          <a:xfrm>
            <a:off x="6870915" y="2070289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3. Definir el nombre y la descripción de la consulta.</a:t>
            </a:r>
            <a:endParaRPr lang="es-CO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375D4F-0116-39E7-EB16-0DDCDD55D449}"/>
              </a:ext>
            </a:extLst>
          </p:cNvPr>
          <p:cNvSpPr/>
          <p:nvPr/>
        </p:nvSpPr>
        <p:spPr>
          <a:xfrm>
            <a:off x="6870915" y="2823852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4. Seleccionar el nombre de la carpeta en la que será creada la consulta.</a:t>
            </a:r>
            <a:endParaRPr lang="es-CO" sz="1200" dirty="0"/>
          </a:p>
        </p:txBody>
      </p:sp>
      <p:sp>
        <p:nvSpPr>
          <p:cNvPr id="20" name="CuadroTexto 9">
            <a:extLst>
              <a:ext uri="{FF2B5EF4-FFF2-40B4-BE49-F238E27FC236}">
                <a16:creationId xmlns:a16="http://schemas.microsoft.com/office/drawing/2014/main" id="{5D7DEDE9-C7FF-3941-5787-6CEE728870B6}"/>
              </a:ext>
            </a:extLst>
          </p:cNvPr>
          <p:cNvSpPr txBox="1"/>
          <p:nvPr/>
        </p:nvSpPr>
        <p:spPr>
          <a:xfrm>
            <a:off x="2125084" y="383251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5F3F34-1D3E-9B55-A2C6-C67CBBA9D9DE}"/>
              </a:ext>
            </a:extLst>
          </p:cNvPr>
          <p:cNvSpPr/>
          <p:nvPr/>
        </p:nvSpPr>
        <p:spPr>
          <a:xfrm>
            <a:off x="6870914" y="3600780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5. Definir el tipo de instrucción</a:t>
            </a:r>
            <a:endParaRPr lang="es-CO" sz="1200" dirty="0"/>
          </a:p>
        </p:txBody>
      </p:sp>
      <p:sp>
        <p:nvSpPr>
          <p:cNvPr id="22" name="CuadroTexto 9">
            <a:extLst>
              <a:ext uri="{FF2B5EF4-FFF2-40B4-BE49-F238E27FC236}">
                <a16:creationId xmlns:a16="http://schemas.microsoft.com/office/drawing/2014/main" id="{9BEF4528-3D17-D814-1C7D-A5A543C5C793}"/>
              </a:ext>
            </a:extLst>
          </p:cNvPr>
          <p:cNvSpPr txBox="1"/>
          <p:nvPr/>
        </p:nvSpPr>
        <p:spPr>
          <a:xfrm>
            <a:off x="6172011" y="328733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6579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7FF0-F1C8-E40D-D38A-C4BD1636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231A73-2A9E-EA0F-9E50-9BE40A6F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576383"/>
            <a:ext cx="11320272" cy="424141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BBB0D7-C8B1-A106-C716-912AF0FF5DD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F8171E1-5ED0-D052-7B91-D40B04C04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FE2423-D2B6-6BA0-F7CC-F362DC3E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MX" altLang="es-419" b="0" dirty="0"/>
              <a:t>Consultas - Crear Selección de Población en BCM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A8B64918-5738-F41B-E817-3ACD5D5180A4}"/>
              </a:ext>
            </a:extLst>
          </p:cNvPr>
          <p:cNvSpPr txBox="1"/>
          <p:nvPr/>
        </p:nvSpPr>
        <p:spPr>
          <a:xfrm>
            <a:off x="2293330" y="399333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226CB9-BCB2-4A7F-A21A-FBAE8CB5D0FF}"/>
              </a:ext>
            </a:extLst>
          </p:cNvPr>
          <p:cNvSpPr/>
          <p:nvPr/>
        </p:nvSpPr>
        <p:spPr>
          <a:xfrm>
            <a:off x="8671428" y="1985562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8. Se genera mensaje de confirmación indicando que es una consulta válida.</a:t>
            </a:r>
            <a:endParaRPr lang="es-CO" sz="1200" dirty="0"/>
          </a:p>
        </p:txBody>
      </p:sp>
      <p:sp>
        <p:nvSpPr>
          <p:cNvPr id="17" name="CuadroTexto 9">
            <a:extLst>
              <a:ext uri="{FF2B5EF4-FFF2-40B4-BE49-F238E27FC236}">
                <a16:creationId xmlns:a16="http://schemas.microsoft.com/office/drawing/2014/main" id="{666614B2-ADF0-159B-EE74-4CEB8EF9BCBE}"/>
              </a:ext>
            </a:extLst>
          </p:cNvPr>
          <p:cNvSpPr txBox="1"/>
          <p:nvPr/>
        </p:nvSpPr>
        <p:spPr>
          <a:xfrm>
            <a:off x="11244673" y="511271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127386-CB01-1D05-0554-FF62983E0BE6}"/>
              </a:ext>
            </a:extLst>
          </p:cNvPr>
          <p:cNvSpPr/>
          <p:nvPr/>
        </p:nvSpPr>
        <p:spPr>
          <a:xfrm>
            <a:off x="8688840" y="4354005"/>
            <a:ext cx="2764577" cy="44697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7. Presionar el botón </a:t>
            </a:r>
            <a:r>
              <a:rPr lang="es-MX" sz="1200" b="1" dirty="0"/>
              <a:t>Validar</a:t>
            </a:r>
            <a:r>
              <a:rPr lang="es-MX" sz="1200" dirty="0"/>
              <a:t>.</a:t>
            </a:r>
            <a:endParaRPr lang="es-CO" sz="1200" dirty="0"/>
          </a:p>
        </p:txBody>
      </p:sp>
      <p:sp>
        <p:nvSpPr>
          <p:cNvPr id="7" name="CuadroTexto 9">
            <a:extLst>
              <a:ext uri="{FF2B5EF4-FFF2-40B4-BE49-F238E27FC236}">
                <a16:creationId xmlns:a16="http://schemas.microsoft.com/office/drawing/2014/main" id="{586478F6-E9FA-10CF-7CE3-59E271FF6B08}"/>
              </a:ext>
            </a:extLst>
          </p:cNvPr>
          <p:cNvSpPr txBox="1"/>
          <p:nvPr/>
        </p:nvSpPr>
        <p:spPr>
          <a:xfrm>
            <a:off x="8868067" y="169033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95572C-02AD-DE1D-2855-DA20E00A576A}"/>
              </a:ext>
            </a:extLst>
          </p:cNvPr>
          <p:cNvSpPr/>
          <p:nvPr/>
        </p:nvSpPr>
        <p:spPr>
          <a:xfrm>
            <a:off x="3054096" y="2664484"/>
            <a:ext cx="4297680" cy="1038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6. Asignar la sentencia SQL con las condiciones requeridas para la selección de población de acuerdo con la necesidad de la Universidad.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Se debe seleccionar siempre el PIDM de la tabla.</a:t>
            </a:r>
            <a:endParaRPr lang="es-CO" sz="1200" dirty="0"/>
          </a:p>
        </p:txBody>
      </p:sp>
      <p:sp>
        <p:nvSpPr>
          <p:cNvPr id="24" name="CuadroTexto 9">
            <a:extLst>
              <a:ext uri="{FF2B5EF4-FFF2-40B4-BE49-F238E27FC236}">
                <a16:creationId xmlns:a16="http://schemas.microsoft.com/office/drawing/2014/main" id="{2FB3AB80-6A5B-B454-DC06-787530FD2C24}"/>
              </a:ext>
            </a:extLst>
          </p:cNvPr>
          <p:cNvSpPr txBox="1"/>
          <p:nvPr/>
        </p:nvSpPr>
        <p:spPr>
          <a:xfrm>
            <a:off x="10942920" y="544748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D8F9ED2-8A52-D412-A88D-4385597E562A}"/>
              </a:ext>
            </a:extLst>
          </p:cNvPr>
          <p:cNvSpPr/>
          <p:nvPr/>
        </p:nvSpPr>
        <p:spPr>
          <a:xfrm>
            <a:off x="7210291" y="5403595"/>
            <a:ext cx="2957097" cy="45409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9. Presionar el botón </a:t>
            </a:r>
            <a:r>
              <a:rPr lang="es-MX" sz="1200" b="1" dirty="0"/>
              <a:t>Guardar</a:t>
            </a:r>
            <a:r>
              <a:rPr lang="es-MX" sz="1200" dirty="0"/>
              <a:t>.</a:t>
            </a:r>
            <a:endParaRPr lang="es-CO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F6261E-4177-0D5B-5D39-8C3D4D2F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51" b="21725"/>
          <a:stretch>
            <a:fillRect/>
          </a:stretch>
        </p:blipFill>
        <p:spPr>
          <a:xfrm>
            <a:off x="8474743" y="2768933"/>
            <a:ext cx="3476625" cy="36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026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34BE9-2453-44D5-F269-A43B77FE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8F36936-F505-E990-6BB1-45F18ED50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36" y="1667950"/>
            <a:ext cx="10744200" cy="397933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40F9BF-5E19-6EBE-128C-6B2E216E153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F91F99C-98CD-C4CD-5BE9-B2AFF6B85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97D8AD9-13E2-AE25-7B75-6226BE92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MX" altLang="es-419" b="0" dirty="0"/>
              <a:t>Consultas - Crear Selección de Población en BCM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D710B3-DFDB-F984-BE38-B0E781DBE439}"/>
              </a:ext>
            </a:extLst>
          </p:cNvPr>
          <p:cNvSpPr/>
          <p:nvPr/>
        </p:nvSpPr>
        <p:spPr>
          <a:xfrm>
            <a:off x="2755247" y="1667950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10. Se genera mensaje de confirmación indicando que el cambio se realizó con éxito.</a:t>
            </a:r>
            <a:endParaRPr lang="es-CO" sz="1200" dirty="0"/>
          </a:p>
        </p:txBody>
      </p:sp>
      <p:sp>
        <p:nvSpPr>
          <p:cNvPr id="7" name="CuadroTexto 9">
            <a:extLst>
              <a:ext uri="{FF2B5EF4-FFF2-40B4-BE49-F238E27FC236}">
                <a16:creationId xmlns:a16="http://schemas.microsoft.com/office/drawing/2014/main" id="{CBE95C94-88B4-80B4-05F0-04C5207F44E4}"/>
              </a:ext>
            </a:extLst>
          </p:cNvPr>
          <p:cNvSpPr txBox="1"/>
          <p:nvPr/>
        </p:nvSpPr>
        <p:spPr>
          <a:xfrm>
            <a:off x="7321940" y="203907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193C39-8972-9A6A-A163-F4FE0FA13B31}"/>
              </a:ext>
            </a:extLst>
          </p:cNvPr>
          <p:cNvSpPr/>
          <p:nvPr/>
        </p:nvSpPr>
        <p:spPr>
          <a:xfrm>
            <a:off x="4893606" y="2730726"/>
            <a:ext cx="3243004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11. </a:t>
            </a:r>
            <a:r>
              <a:rPr lang="es-CO" sz="1200" dirty="0"/>
              <a:t>Para publicar la selección de población necesario dar clic en el botón </a:t>
            </a:r>
            <a:r>
              <a:rPr lang="es-CO" sz="1200" u="sng" dirty="0"/>
              <a:t>Publicar</a:t>
            </a:r>
            <a:r>
              <a:rPr lang="es-CO" sz="1200" dirty="0"/>
              <a:t> .</a:t>
            </a:r>
          </a:p>
        </p:txBody>
      </p:sp>
      <p:sp>
        <p:nvSpPr>
          <p:cNvPr id="19" name="CuadroTexto 9">
            <a:extLst>
              <a:ext uri="{FF2B5EF4-FFF2-40B4-BE49-F238E27FC236}">
                <a16:creationId xmlns:a16="http://schemas.microsoft.com/office/drawing/2014/main" id="{B1958522-A03A-9159-0635-AAE99286409A}"/>
              </a:ext>
            </a:extLst>
          </p:cNvPr>
          <p:cNvSpPr txBox="1"/>
          <p:nvPr/>
        </p:nvSpPr>
        <p:spPr>
          <a:xfrm>
            <a:off x="8686683" y="296246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11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807591-E470-C22A-1AEE-B8A85749E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719" y="2005825"/>
            <a:ext cx="3591116" cy="42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349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0080-AF5D-17CF-36FE-A31A372A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AB828B3-C4B5-CE59-E9AB-2B913CBF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54" y="1441188"/>
            <a:ext cx="11327666" cy="445669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6B0116-79E3-43C8-B4CA-EA4A875DC65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B32FCFF-BD9B-1233-72F9-F2E6AC405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1C0C915-4EA1-26E7-0568-6C364DC2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34" y="54057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MX" altLang="es-419" b="0" dirty="0"/>
              <a:t>Consultas - Crear Selección de Población en BCM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0B4A2E-0673-F7BC-86E5-A0351F06045C}"/>
              </a:ext>
            </a:extLst>
          </p:cNvPr>
          <p:cNvSpPr/>
          <p:nvPr/>
        </p:nvSpPr>
        <p:spPr>
          <a:xfrm>
            <a:off x="4328148" y="2404515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12. Se genera mensaje de confirmación indicando que la publicación se realizó con éxito.</a:t>
            </a:r>
            <a:endParaRPr lang="es-CO" sz="1200" dirty="0"/>
          </a:p>
        </p:txBody>
      </p:sp>
      <p:sp>
        <p:nvSpPr>
          <p:cNvPr id="7" name="CuadroTexto 9">
            <a:extLst>
              <a:ext uri="{FF2B5EF4-FFF2-40B4-BE49-F238E27FC236}">
                <a16:creationId xmlns:a16="http://schemas.microsoft.com/office/drawing/2014/main" id="{56967034-4EDD-7042-C2EB-3B8ACCE88711}"/>
              </a:ext>
            </a:extLst>
          </p:cNvPr>
          <p:cNvSpPr txBox="1"/>
          <p:nvPr/>
        </p:nvSpPr>
        <p:spPr>
          <a:xfrm>
            <a:off x="8879543" y="179797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CC0F38-57B9-91A1-47CD-0413A86B8274}"/>
              </a:ext>
            </a:extLst>
          </p:cNvPr>
          <p:cNvSpPr/>
          <p:nvPr/>
        </p:nvSpPr>
        <p:spPr>
          <a:xfrm>
            <a:off x="6885209" y="3877367"/>
            <a:ext cx="3243004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13. </a:t>
            </a:r>
            <a:r>
              <a:rPr lang="es-CO" sz="1200" dirty="0"/>
              <a:t>Para extraer los </a:t>
            </a:r>
            <a:r>
              <a:rPr lang="es-CO" sz="1200" dirty="0" err="1"/>
              <a:t>IDs</a:t>
            </a:r>
            <a:r>
              <a:rPr lang="es-CO" sz="1200" dirty="0"/>
              <a:t> de la población, es necesario dar clic en el botón </a:t>
            </a:r>
            <a:r>
              <a:rPr lang="es-CO" sz="1200" b="1" dirty="0"/>
              <a:t>Generar población</a:t>
            </a:r>
            <a:r>
              <a:rPr lang="es-CO" sz="1200" dirty="0"/>
              <a:t>.</a:t>
            </a: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24F194EB-77C3-EDA5-8658-AF57B46075D0}"/>
              </a:ext>
            </a:extLst>
          </p:cNvPr>
          <p:cNvSpPr txBox="1"/>
          <p:nvPr/>
        </p:nvSpPr>
        <p:spPr>
          <a:xfrm>
            <a:off x="8204958" y="243870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13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E1F431-C04B-2E3B-02BB-E25120F1C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332" y="2095893"/>
            <a:ext cx="283845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63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B901C-5F03-2E69-CADD-2F54A5B4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407E14-13FF-3845-952D-E768EBC2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5918222"/>
            <a:ext cx="10737294" cy="491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AE5A5D-1637-47BA-C862-AFAD57CDE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95" y="1100154"/>
            <a:ext cx="10899648" cy="470937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C4D5CD-BBD2-C25B-8385-BB072DA8452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4E46159-A201-2A4E-B726-E6103719D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5303756-B48D-D4A1-AC8E-6366120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Consultas – Generar lista de población en BCM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A61E15E7-FDBA-73EF-80DA-5E6BFEF17562}"/>
              </a:ext>
            </a:extLst>
          </p:cNvPr>
          <p:cNvSpPr txBox="1"/>
          <p:nvPr/>
        </p:nvSpPr>
        <p:spPr>
          <a:xfrm>
            <a:off x="6291893" y="245451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E8718B-0095-1DF0-2DC7-2535DEF01286}"/>
              </a:ext>
            </a:extLst>
          </p:cNvPr>
          <p:cNvSpPr/>
          <p:nvPr/>
        </p:nvSpPr>
        <p:spPr>
          <a:xfrm>
            <a:off x="6839919" y="2163278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14. Definir el nombre y la descripción de la Población.</a:t>
            </a:r>
            <a:endParaRPr lang="es-CO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6D447E-0AE3-1436-DD23-9CA2D2BCA504}"/>
              </a:ext>
            </a:extLst>
          </p:cNvPr>
          <p:cNvSpPr/>
          <p:nvPr/>
        </p:nvSpPr>
        <p:spPr>
          <a:xfrm>
            <a:off x="6839917" y="3274026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15. Definir si la población se generará de forma programada.</a:t>
            </a:r>
            <a:endParaRPr lang="es-CO" sz="1200" dirty="0"/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3505DE15-238A-EDC5-5D1D-201E632CF0E1}"/>
              </a:ext>
            </a:extLst>
          </p:cNvPr>
          <p:cNvSpPr txBox="1"/>
          <p:nvPr/>
        </p:nvSpPr>
        <p:spPr>
          <a:xfrm>
            <a:off x="6291892" y="379059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163DA7-1A2D-9FB4-C981-12522FB69461}"/>
              </a:ext>
            </a:extLst>
          </p:cNvPr>
          <p:cNvSpPr/>
          <p:nvPr/>
        </p:nvSpPr>
        <p:spPr>
          <a:xfrm>
            <a:off x="6839918" y="5088616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17. Definir si la población será o no compartida.</a:t>
            </a:r>
            <a:endParaRPr lang="es-CO" sz="1200" dirty="0"/>
          </a:p>
        </p:txBody>
      </p:sp>
      <p:sp>
        <p:nvSpPr>
          <p:cNvPr id="18" name="CuadroTexto 9">
            <a:extLst>
              <a:ext uri="{FF2B5EF4-FFF2-40B4-BE49-F238E27FC236}">
                <a16:creationId xmlns:a16="http://schemas.microsoft.com/office/drawing/2014/main" id="{B6EDD29A-34AA-5B6E-466E-073049CDCF83}"/>
              </a:ext>
            </a:extLst>
          </p:cNvPr>
          <p:cNvSpPr txBox="1"/>
          <p:nvPr/>
        </p:nvSpPr>
        <p:spPr>
          <a:xfrm>
            <a:off x="6291891" y="436982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9" name="CuadroTexto 9">
            <a:extLst>
              <a:ext uri="{FF2B5EF4-FFF2-40B4-BE49-F238E27FC236}">
                <a16:creationId xmlns:a16="http://schemas.microsoft.com/office/drawing/2014/main" id="{F9F1F970-1BBF-1810-DFC7-BB46D0A9F9EF}"/>
              </a:ext>
            </a:extLst>
          </p:cNvPr>
          <p:cNvSpPr txBox="1"/>
          <p:nvPr/>
        </p:nvSpPr>
        <p:spPr>
          <a:xfrm>
            <a:off x="6291890" y="524602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445DD2-E2AB-199F-5654-9731EE4A7C31}"/>
              </a:ext>
            </a:extLst>
          </p:cNvPr>
          <p:cNvSpPr/>
          <p:nvPr/>
        </p:nvSpPr>
        <p:spPr>
          <a:xfrm>
            <a:off x="6860888" y="4229568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16. Definir si la población se generará de forma programada.</a:t>
            </a:r>
            <a:endParaRPr lang="es-CO" sz="1200" dirty="0"/>
          </a:p>
        </p:txBody>
      </p:sp>
      <p:sp>
        <p:nvSpPr>
          <p:cNvPr id="22" name="CuadroTexto 9">
            <a:extLst>
              <a:ext uri="{FF2B5EF4-FFF2-40B4-BE49-F238E27FC236}">
                <a16:creationId xmlns:a16="http://schemas.microsoft.com/office/drawing/2014/main" id="{A9DFB45C-1C25-BC33-5B7E-13D6EC0B4381}"/>
              </a:ext>
            </a:extLst>
          </p:cNvPr>
          <p:cNvSpPr txBox="1"/>
          <p:nvPr/>
        </p:nvSpPr>
        <p:spPr>
          <a:xfrm>
            <a:off x="10403945" y="588164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B87FB6-315B-E4AC-48E6-89F18F6D8723}"/>
              </a:ext>
            </a:extLst>
          </p:cNvPr>
          <p:cNvSpPr/>
          <p:nvPr/>
        </p:nvSpPr>
        <p:spPr>
          <a:xfrm>
            <a:off x="10083113" y="5041806"/>
            <a:ext cx="1571612" cy="71604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18. Presionar el botón </a:t>
            </a:r>
            <a:r>
              <a:rPr lang="es-MX" sz="1200" b="1" dirty="0"/>
              <a:t>Generar</a:t>
            </a:r>
            <a:r>
              <a:rPr lang="es-MX" sz="1200" dirty="0"/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442402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1748-0188-2474-2F40-EBB3D019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D76460-E2A5-5292-8D57-C9FE42CB7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457247"/>
            <a:ext cx="10917936" cy="471495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A92D05-57D9-E301-7B20-D860A56E6C5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8DE282A-6809-D935-3866-415860E5C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E53973B-9E70-D4EE-10BF-6DD13D445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Visualizar población creada a partir de Consulta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D74455C2-16BB-059D-C44E-46234FA7A9AF}"/>
              </a:ext>
            </a:extLst>
          </p:cNvPr>
          <p:cNvSpPr txBox="1"/>
          <p:nvPr/>
        </p:nvSpPr>
        <p:spPr>
          <a:xfrm>
            <a:off x="4882337" y="284220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CAA894-4D7E-9FC9-DEC1-092FE102A253}"/>
              </a:ext>
            </a:extLst>
          </p:cNvPr>
          <p:cNvSpPr/>
          <p:nvPr/>
        </p:nvSpPr>
        <p:spPr>
          <a:xfrm>
            <a:off x="5482173" y="2378722"/>
            <a:ext cx="3045125" cy="67892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19. Se verifica que el estatus de la población es </a:t>
            </a:r>
            <a:r>
              <a:rPr lang="es-MX" sz="1200" b="1" dirty="0"/>
              <a:t>Ejecución pendiente</a:t>
            </a:r>
            <a:r>
              <a:rPr lang="es-MX" sz="1200" dirty="0"/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3265523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1B9C7-9F49-77B8-364F-77DC66E7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D1E933-ACD1-9C0D-C39C-AA578E302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36" y="1318861"/>
            <a:ext cx="11228832" cy="485333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129741-CBD4-7EEC-300C-E5479EA9C4D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37474B7-1BC6-B437-E920-287C4DF99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599A13D-BC5B-B5E9-4EB8-D980DA92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Visualizar población creada a partir de Consulta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D593FB74-0405-A3C3-1F94-6A023E368E60}"/>
              </a:ext>
            </a:extLst>
          </p:cNvPr>
          <p:cNvSpPr txBox="1"/>
          <p:nvPr/>
        </p:nvSpPr>
        <p:spPr>
          <a:xfrm>
            <a:off x="4882337" y="284220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FC2B5D-85EC-C14E-1974-AEBF6457734B}"/>
              </a:ext>
            </a:extLst>
          </p:cNvPr>
          <p:cNvSpPr/>
          <p:nvPr/>
        </p:nvSpPr>
        <p:spPr>
          <a:xfrm>
            <a:off x="5641383" y="1707221"/>
            <a:ext cx="3045125" cy="98018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20. Pasados unos minutos, se refresca la pantalla y se evidencia que el estatus </a:t>
            </a:r>
            <a:r>
              <a:rPr lang="es-CO" sz="1200" dirty="0"/>
              <a:t>cambia al  estatus </a:t>
            </a:r>
            <a:r>
              <a:rPr lang="es-CO" sz="1200" b="1" dirty="0"/>
              <a:t>Disponible</a:t>
            </a:r>
            <a:r>
              <a:rPr lang="es-CO" sz="1200" dirty="0"/>
              <a:t>, donde ya se pueden visualizar la carga de los </a:t>
            </a:r>
            <a:r>
              <a:rPr lang="es-CO" sz="1200" dirty="0" err="1"/>
              <a:t>IDs</a:t>
            </a:r>
            <a:r>
              <a:rPr lang="es-CO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07541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B7B1-C979-D83D-CA47-F530BE6E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252902-4B32-F867-1DDA-2B5A82F2E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231902"/>
            <a:ext cx="11160186" cy="48294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B40EE7-3394-3581-68D9-81A7B24E663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45203E9-BBC3-0F11-1E61-C650BD3F1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5999360-7498-70CF-5C5D-AEF0B83E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Visualizar población creada a partir de Consulta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8F147AD5-C752-1BA7-329F-AA3E55B9B29B}"/>
              </a:ext>
            </a:extLst>
          </p:cNvPr>
          <p:cNvSpPr txBox="1"/>
          <p:nvPr/>
        </p:nvSpPr>
        <p:spPr>
          <a:xfrm>
            <a:off x="3466178" y="467704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21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4B3D8C-6BDD-6E94-FDEF-698E992FF8B8}"/>
              </a:ext>
            </a:extLst>
          </p:cNvPr>
          <p:cNvSpPr/>
          <p:nvPr/>
        </p:nvSpPr>
        <p:spPr>
          <a:xfrm>
            <a:off x="7489701" y="4186950"/>
            <a:ext cx="3045125" cy="98018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21. </a:t>
            </a:r>
            <a:r>
              <a:rPr lang="es-CO" sz="1200" dirty="0"/>
              <a:t>Visualización de los </a:t>
            </a:r>
            <a:r>
              <a:rPr lang="es-CO" sz="1200" dirty="0" err="1"/>
              <a:t>IDs</a:t>
            </a:r>
            <a:r>
              <a:rPr lang="es-CO" sz="1200" dirty="0"/>
              <a:t> generados en la selección de población a partir de una consulta.</a:t>
            </a:r>
          </a:p>
        </p:txBody>
      </p:sp>
    </p:spTree>
    <p:extLst>
      <p:ext uri="{BB962C8B-B14F-4D97-AF65-F5344CB8AC3E}">
        <p14:creationId xmlns:p14="http://schemas.microsoft.com/office/powerpoint/2010/main" val="15357736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D8D7-39E0-2F07-AE28-5157E118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5FDF136-F13E-F18F-1C65-A28FFDDE2402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B40035B-B3D1-0826-5305-F04772EA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Publicar y Enviar Comunicaciones</a:t>
            </a:r>
            <a:endParaRPr lang="en-US" dirty="0">
              <a:cs typeface="Arial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4301BB0-E727-5C16-2BD1-6B4E1F4A0E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8035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Administración de Comunicaciones – Crear Mensaje</a:t>
            </a:r>
            <a:endParaRPr lang="es-419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14DDE-4D7C-6C8F-8591-AE28BE3BCD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696394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01DB-0A52-353B-D096-8633E2D6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C62929-6721-5618-5156-0DE03F048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47" y="1356160"/>
            <a:ext cx="10963656" cy="473054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441F81-9686-11FC-8F6A-FDEF286567E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0365AE0-B696-3815-3869-8E710C82C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024EF0F-A3B0-254A-CB63-3702EBDA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Administración de Comunicaciones – Crear Mensaje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40983C-9767-8BE9-D779-8353170470B1}"/>
              </a:ext>
            </a:extLst>
          </p:cNvPr>
          <p:cNvSpPr/>
          <p:nvPr/>
        </p:nvSpPr>
        <p:spPr>
          <a:xfrm>
            <a:off x="3050875" y="3645631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1. Desde esta opción se consulta la selección de población para publicar y enviar comunicaciones.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424D4C-9BFC-C466-04E2-7DE7C1AAD8ED}"/>
              </a:ext>
            </a:extLst>
          </p:cNvPr>
          <p:cNvSpPr txBox="1"/>
          <p:nvPr/>
        </p:nvSpPr>
        <p:spPr>
          <a:xfrm>
            <a:off x="5707979" y="236898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5136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1DC3-8077-F309-4381-AEDD83C8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132327-6078-69F8-5AFC-5D29C10C5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"/>
          <a:stretch>
            <a:fillRect/>
          </a:stretch>
        </p:blipFill>
        <p:spPr>
          <a:xfrm>
            <a:off x="704087" y="1529802"/>
            <a:ext cx="11225785" cy="446449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80A49F-6595-2E2F-D349-3805FAECB12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3599098-B009-A105-44C3-EF742F129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AC8A92D-18A9-3EC1-B959-787133372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Administración de Comunicaciones – Crear Mensaje                                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120A46-0355-F894-4547-310600B90231}"/>
              </a:ext>
            </a:extLst>
          </p:cNvPr>
          <p:cNvSpPr/>
          <p:nvPr/>
        </p:nvSpPr>
        <p:spPr>
          <a:xfrm>
            <a:off x="2131691" y="2600238"/>
            <a:ext cx="3045125" cy="64289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2. Se selecciona la población a la que se le desea enviar la comunicación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4865F2-AFB1-F605-0247-58E56F9AAF50}"/>
              </a:ext>
            </a:extLst>
          </p:cNvPr>
          <p:cNvSpPr txBox="1"/>
          <p:nvPr/>
        </p:nvSpPr>
        <p:spPr>
          <a:xfrm>
            <a:off x="4220142" y="361486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68C4E1-EC1A-1BB3-9A23-7594B177C137}"/>
              </a:ext>
            </a:extLst>
          </p:cNvPr>
          <p:cNvSpPr/>
          <p:nvPr/>
        </p:nvSpPr>
        <p:spPr>
          <a:xfrm>
            <a:off x="5784687" y="2112264"/>
            <a:ext cx="3045125" cy="64289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3. Se habilita el botón </a:t>
            </a:r>
            <a:r>
              <a:rPr lang="es-MX" sz="1200" b="1" dirty="0"/>
              <a:t>Abrir</a:t>
            </a:r>
            <a:r>
              <a:rPr lang="es-MX" sz="1200" dirty="0"/>
              <a:t>, hacer </a:t>
            </a:r>
            <a:r>
              <a:rPr lang="es-MX" sz="1200" dirty="0" err="1"/>
              <a:t>click</a:t>
            </a:r>
            <a:r>
              <a:rPr lang="es-MX" sz="1200" dirty="0"/>
              <a:t>.</a:t>
            </a:r>
            <a:endParaRPr lang="es-CO" sz="1200" dirty="0"/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CB393B8E-9073-A167-E191-0CF421AB6C3F}"/>
              </a:ext>
            </a:extLst>
          </p:cNvPr>
          <p:cNvSpPr txBox="1"/>
          <p:nvPr/>
        </p:nvSpPr>
        <p:spPr>
          <a:xfrm>
            <a:off x="10148645" y="181406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9342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818B-6BDD-43DD-2520-768F5FED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6FFB4E1-A500-85C4-66B0-6F2CD3CD7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451477"/>
            <a:ext cx="10899648" cy="472072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0B67FF-E3FC-BDB1-9CE4-959836A37CA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D3E98C9-6B37-2602-1594-136041D8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F73F1FD-E2A2-30CB-5513-4F91FDC9F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Administración de Comunicaciones – Crear Mensaje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01B5FE-03D7-E53C-8E3A-4AC1665FDFCF}"/>
              </a:ext>
            </a:extLst>
          </p:cNvPr>
          <p:cNvSpPr/>
          <p:nvPr/>
        </p:nvSpPr>
        <p:spPr>
          <a:xfrm>
            <a:off x="8149295" y="2740040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5. Se presiona el botón </a:t>
            </a:r>
            <a:r>
              <a:rPr lang="es-MX" sz="1200" b="1" dirty="0"/>
              <a:t>Crear mensaje</a:t>
            </a:r>
            <a:r>
              <a:rPr lang="es-MX" sz="1200" dirty="0"/>
              <a:t>.</a:t>
            </a:r>
            <a:endParaRPr lang="es-CO" sz="1200" dirty="0"/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05DB35C3-228B-7A92-4AA2-A24612B0D405}"/>
              </a:ext>
            </a:extLst>
          </p:cNvPr>
          <p:cNvSpPr txBox="1"/>
          <p:nvPr/>
        </p:nvSpPr>
        <p:spPr>
          <a:xfrm>
            <a:off x="9044490" y="220604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A1202BDC-F3A6-FE72-1F06-D683FB21EE62}"/>
              </a:ext>
            </a:extLst>
          </p:cNvPr>
          <p:cNvSpPr txBox="1"/>
          <p:nvPr/>
        </p:nvSpPr>
        <p:spPr>
          <a:xfrm>
            <a:off x="988177" y="233968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E40D55-AC36-3F82-9AD0-5AED6CB9824F}"/>
              </a:ext>
            </a:extLst>
          </p:cNvPr>
          <p:cNvSpPr/>
          <p:nvPr/>
        </p:nvSpPr>
        <p:spPr>
          <a:xfrm>
            <a:off x="2307439" y="2073463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4. Se presenta el panorama general de la población.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4199745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8DD5-3008-B65E-B4BB-687EE90F2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829F21-5BC8-E967-C491-C36EE23F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2" y="1406628"/>
            <a:ext cx="10634472" cy="480660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EBB81A-689E-097A-2A3D-BE076E9F85A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3328F53-A6D4-6C86-C1B6-D725DAC81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AEE1CA-E5C2-B01B-C30E-FC3167DD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Administración de Comunicaciones – Crear Mensaje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E82CCC-6D74-50EA-439F-619A38004D4E}"/>
              </a:ext>
            </a:extLst>
          </p:cNvPr>
          <p:cNvSpPr/>
          <p:nvPr/>
        </p:nvSpPr>
        <p:spPr>
          <a:xfrm>
            <a:off x="5618251" y="4450675"/>
            <a:ext cx="3416021" cy="52366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7. Se selecciona o se busca la plantilla a utilizar.</a:t>
            </a:r>
            <a:endParaRPr lang="es-CO" sz="1200" dirty="0"/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C8DCCFDC-B038-FD18-0152-E3C0BC769A81}"/>
              </a:ext>
            </a:extLst>
          </p:cNvPr>
          <p:cNvSpPr txBox="1"/>
          <p:nvPr/>
        </p:nvSpPr>
        <p:spPr>
          <a:xfrm>
            <a:off x="1703914" y="288251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0AD5E71D-AB45-D565-2761-7A562A877860}"/>
              </a:ext>
            </a:extLst>
          </p:cNvPr>
          <p:cNvSpPr txBox="1"/>
          <p:nvPr/>
        </p:nvSpPr>
        <p:spPr>
          <a:xfrm>
            <a:off x="988177" y="189051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987AC9-0A92-AB02-9D32-261384A99279}"/>
              </a:ext>
            </a:extLst>
          </p:cNvPr>
          <p:cNvSpPr/>
          <p:nvPr/>
        </p:nvSpPr>
        <p:spPr>
          <a:xfrm>
            <a:off x="4206945" y="1842400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6. Se define el nombre de trabajo de comunicación.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195877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70A18-B1B3-7959-7897-9D82AE0D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FA5B1-D2F5-8184-E46E-610C0320F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2" y="1178817"/>
            <a:ext cx="10617742" cy="52175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4149CF-6A1D-A0DF-C60A-411F964018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A356DB7-C12B-7CF9-DE6F-DA4B627B3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286099A-181E-B4E7-CB38-F69C26FA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Administración de Comunicaciones – Crear Mensaje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8A0D44-BC1D-6A68-9392-C882143BAF1A}"/>
              </a:ext>
            </a:extLst>
          </p:cNvPr>
          <p:cNvSpPr/>
          <p:nvPr/>
        </p:nvSpPr>
        <p:spPr>
          <a:xfrm>
            <a:off x="2934996" y="2353647"/>
            <a:ext cx="5751803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9. Se define cómo se va a proceder con la comunicación: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s-MX" sz="1200" dirty="0"/>
              <a:t>Enviar ahora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s-MX" sz="1200" dirty="0"/>
              <a:t>Calendario de una sola vez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s-MX" sz="1200" dirty="0"/>
              <a:t>Calendario recurrente</a:t>
            </a:r>
            <a:endParaRPr lang="es-CO" sz="1200" dirty="0"/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2344FDC0-6427-F648-0FF5-A3E8D6ADC2CB}"/>
              </a:ext>
            </a:extLst>
          </p:cNvPr>
          <p:cNvSpPr txBox="1"/>
          <p:nvPr/>
        </p:nvSpPr>
        <p:spPr>
          <a:xfrm>
            <a:off x="2386678" y="357216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186A14D4-7A6C-7830-59A5-3C79C5910D74}"/>
              </a:ext>
            </a:extLst>
          </p:cNvPr>
          <p:cNvSpPr txBox="1"/>
          <p:nvPr/>
        </p:nvSpPr>
        <p:spPr>
          <a:xfrm>
            <a:off x="825081" y="203524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F18369-9BF6-68EF-F7D0-358FEDE90BF1}"/>
              </a:ext>
            </a:extLst>
          </p:cNvPr>
          <p:cNvSpPr/>
          <p:nvPr/>
        </p:nvSpPr>
        <p:spPr>
          <a:xfrm>
            <a:off x="2934996" y="1578827"/>
            <a:ext cx="3045125" cy="61336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8. Nombre de la plantilla definido.</a:t>
            </a:r>
            <a:endParaRPr lang="es-CO" sz="1200" dirty="0"/>
          </a:p>
        </p:txBody>
      </p:sp>
      <p:sp>
        <p:nvSpPr>
          <p:cNvPr id="16" name="CuadroTexto 9">
            <a:extLst>
              <a:ext uri="{FF2B5EF4-FFF2-40B4-BE49-F238E27FC236}">
                <a16:creationId xmlns:a16="http://schemas.microsoft.com/office/drawing/2014/main" id="{3AC7BB65-33DA-149C-1BCE-47B6DC76DF7D}"/>
              </a:ext>
            </a:extLst>
          </p:cNvPr>
          <p:cNvSpPr txBox="1"/>
          <p:nvPr/>
        </p:nvSpPr>
        <p:spPr>
          <a:xfrm>
            <a:off x="791182" y="297158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9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5AF0BF-B7DC-FCE1-691C-B9D51F376CBE}"/>
              </a:ext>
            </a:extLst>
          </p:cNvPr>
          <p:cNvSpPr/>
          <p:nvPr/>
        </p:nvSpPr>
        <p:spPr>
          <a:xfrm>
            <a:off x="2934996" y="3436400"/>
            <a:ext cx="5416391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10. Se relaciona la información del cuerpo del correo definido en la plantilla seleccionada.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7694669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26A6-0ECE-07F9-6721-941A5331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3B6B4C-21F7-59F0-09D1-133F3BE41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" y="1253316"/>
            <a:ext cx="10716768" cy="528559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9D495F-61D3-D2D3-AEA7-FFFD423929B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64F4DC3-6E30-E9AD-9253-A0D01E807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FC98C43-12AA-28ED-8BE0-67A65D1DF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Administración de Comunicaciones – Crear Mensaje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5B5D732B-286B-B9D0-5120-4481E36C454A}"/>
              </a:ext>
            </a:extLst>
          </p:cNvPr>
          <p:cNvSpPr txBox="1"/>
          <p:nvPr/>
        </p:nvSpPr>
        <p:spPr>
          <a:xfrm>
            <a:off x="10930382" y="527784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C2F0C0B-DF47-024D-751E-1DEE816FE2AB}"/>
              </a:ext>
            </a:extLst>
          </p:cNvPr>
          <p:cNvSpPr/>
          <p:nvPr/>
        </p:nvSpPr>
        <p:spPr>
          <a:xfrm>
            <a:off x="5901728" y="5385569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11. Se presiona el botón Enviar.</a:t>
            </a:r>
            <a:endParaRPr lang="es-CO" sz="1200" dirty="0"/>
          </a:p>
        </p:txBody>
      </p:sp>
      <p:sp>
        <p:nvSpPr>
          <p:cNvPr id="20" name="CuadroTexto 9">
            <a:extLst>
              <a:ext uri="{FF2B5EF4-FFF2-40B4-BE49-F238E27FC236}">
                <a16:creationId xmlns:a16="http://schemas.microsoft.com/office/drawing/2014/main" id="{0ECEBD08-A18E-E90E-ED00-1B2FA4753899}"/>
              </a:ext>
            </a:extLst>
          </p:cNvPr>
          <p:cNvSpPr txBox="1"/>
          <p:nvPr/>
        </p:nvSpPr>
        <p:spPr>
          <a:xfrm>
            <a:off x="8462723" y="193277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FC86C6-231F-8778-45E9-C17366798BB6}"/>
              </a:ext>
            </a:extLst>
          </p:cNvPr>
          <p:cNvSpPr/>
          <p:nvPr/>
        </p:nvSpPr>
        <p:spPr>
          <a:xfrm>
            <a:off x="5223048" y="1698564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12. Se genera mensaje de alerta, se valida la información y se presiona el botón </a:t>
            </a:r>
            <a:r>
              <a:rPr lang="es-MX" sz="1200" b="1" dirty="0"/>
              <a:t>Sí</a:t>
            </a:r>
            <a:r>
              <a:rPr lang="es-MX" sz="1200" dirty="0"/>
              <a:t>.</a:t>
            </a:r>
            <a:endParaRPr lang="es-CO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35C23C-ABC5-0C31-F63D-732D0448B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254" y="2349124"/>
            <a:ext cx="34480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600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Administración de Comunicaciones – Trabajos de comunicación</a:t>
            </a:r>
            <a:endParaRPr lang="es-419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203F6E-A42B-916E-D34B-A8F3E90EF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803358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7B29-B0CC-27A0-E8C5-8EACDFDC5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A5F1DA-821D-5E5B-A6D8-DB9C6B437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621304"/>
            <a:ext cx="11160186" cy="398370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16E9C8-099A-14CA-290B-1F427FB99E6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F64012A-B7CA-1BDB-3965-C409D696E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027D4F3-449A-C2EE-10AD-BF416EE3C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Trabajos de Comunicación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5" name="CuadroTexto 9">
            <a:extLst>
              <a:ext uri="{FF2B5EF4-FFF2-40B4-BE49-F238E27FC236}">
                <a16:creationId xmlns:a16="http://schemas.microsoft.com/office/drawing/2014/main" id="{E995A730-39E0-872E-EC7D-FB9E50D48E01}"/>
              </a:ext>
            </a:extLst>
          </p:cNvPr>
          <p:cNvSpPr txBox="1"/>
          <p:nvPr/>
        </p:nvSpPr>
        <p:spPr>
          <a:xfrm>
            <a:off x="1122947" y="233433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89271D-7729-0376-F516-21A1D9060819}"/>
              </a:ext>
            </a:extLst>
          </p:cNvPr>
          <p:cNvSpPr/>
          <p:nvPr/>
        </p:nvSpPr>
        <p:spPr>
          <a:xfrm>
            <a:off x="2592151" y="3196466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13. Se presenta el resumen de trabajo de comunicaciones, relacionando el estado del envío, la población, la plantilla, la fecha.</a:t>
            </a:r>
            <a:endParaRPr lang="es-CO" sz="1200" dirty="0"/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210FE49E-1EC5-F932-E0CA-21EE6C31AC95}"/>
              </a:ext>
            </a:extLst>
          </p:cNvPr>
          <p:cNvSpPr txBox="1"/>
          <p:nvPr/>
        </p:nvSpPr>
        <p:spPr>
          <a:xfrm>
            <a:off x="6304549" y="239089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8D4374-AC8A-B1AB-E33F-D0FAE44CB661}"/>
              </a:ext>
            </a:extLst>
          </p:cNvPr>
          <p:cNvSpPr/>
          <p:nvPr/>
        </p:nvSpPr>
        <p:spPr>
          <a:xfrm>
            <a:off x="7619826" y="3176778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14. Se presenta el resumen de envío grupal, indicando los elementos o registros completados, en proceso, con error y detenidos.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8072169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77BE-7757-FD30-5723-2C1F00DA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432A37-50F7-CD6A-E079-45A507299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419885"/>
            <a:ext cx="11160186" cy="432682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ECE5F-8795-FE8C-2A10-9346CF21D31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8CB2A1A-9579-DD4F-4646-BF8DFE7EB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151971B-39DF-BC87-B120-D24A4EDD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Trabajos de Comunicación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833526C5-FB00-63AD-6D17-7D1852A186F1}"/>
              </a:ext>
            </a:extLst>
          </p:cNvPr>
          <p:cNvSpPr txBox="1"/>
          <p:nvPr/>
        </p:nvSpPr>
        <p:spPr>
          <a:xfrm>
            <a:off x="11056570" y="378574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656D4C-959D-71C5-67E0-6C9F7448E8CC}"/>
              </a:ext>
            </a:extLst>
          </p:cNvPr>
          <p:cNvSpPr/>
          <p:nvPr/>
        </p:nvSpPr>
        <p:spPr>
          <a:xfrm>
            <a:off x="7821965" y="2850410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15. Se presenta el detalle de cada registro procesado y su respectivo estatus.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9221031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931C-8BDE-0BD1-288F-B96416AB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8D5D35-8A77-325E-3178-F3799545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911147"/>
            <a:ext cx="10762488" cy="370153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DE9669-5075-3675-B345-1AA8A89007A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91A7451-4BEC-7D4A-E169-20248D314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06B70BB-D04E-8AF9-A46B-D601F10F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Trabajos de Comunicación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13" name="CuadroTexto 9">
            <a:extLst>
              <a:ext uri="{FF2B5EF4-FFF2-40B4-BE49-F238E27FC236}">
                <a16:creationId xmlns:a16="http://schemas.microsoft.com/office/drawing/2014/main" id="{484807A6-4D54-936B-F855-8792CE2682EE}"/>
              </a:ext>
            </a:extLst>
          </p:cNvPr>
          <p:cNvSpPr txBox="1"/>
          <p:nvPr/>
        </p:nvSpPr>
        <p:spPr>
          <a:xfrm>
            <a:off x="806942" y="419000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4FBA48-967E-6C26-C5E3-D5CE47258AB9}"/>
              </a:ext>
            </a:extLst>
          </p:cNvPr>
          <p:cNvSpPr/>
          <p:nvPr/>
        </p:nvSpPr>
        <p:spPr>
          <a:xfrm>
            <a:off x="4573437" y="2269613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16. Presionar el botón </a:t>
            </a:r>
            <a:r>
              <a:rPr lang="es-MX" sz="1200" b="1" dirty="0"/>
              <a:t>Trabajos de comunicación</a:t>
            </a:r>
            <a:r>
              <a:rPr lang="es-MX" sz="1200" dirty="0"/>
              <a:t>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3176137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362D-E7BD-7391-87F5-701FE258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0733BC-93E5-4584-07EB-D4F14234F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15504"/>
            <a:ext cx="11073384" cy="382000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33157C-397C-E9DE-6B44-2063D58DF9A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9F846D0-348A-E3F7-AB7D-AB73D41AB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94D94DB-5B17-E7A8-94C5-D9EF49CB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Trabajos de Comunicación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BE75993C-B9CA-9158-E4B0-D3CDFD59E688}"/>
              </a:ext>
            </a:extLst>
          </p:cNvPr>
          <p:cNvSpPr txBox="1"/>
          <p:nvPr/>
        </p:nvSpPr>
        <p:spPr>
          <a:xfrm>
            <a:off x="922424" y="352550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CD5F6F-301E-61BF-8FC9-F99AA2C12EDD}"/>
              </a:ext>
            </a:extLst>
          </p:cNvPr>
          <p:cNvSpPr/>
          <p:nvPr/>
        </p:nvSpPr>
        <p:spPr>
          <a:xfrm>
            <a:off x="1803587" y="4563086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17. Se presenta el estatus del trabajo de comunicación. Se selecciona el trabajo.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815013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Administración de Comunicaciones – Bitácoras de errores</a:t>
            </a:r>
            <a:endParaRPr lang="es-419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9C11C-2440-E992-3C46-C8E33F67BD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116693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88C-44F3-87A1-5638-2422EBBF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C205FE-7C23-7E68-4901-7BFCFAF58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53" y="1412958"/>
            <a:ext cx="10240018" cy="482354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B82188-B470-5BCB-47C7-3438FE02D71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F4186FA-6121-F54C-1641-E333BCD35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C3A024C-0401-62CC-1180-9E2708FFC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8B2700-93F0-2B65-6A32-6E111DB0AE6C}"/>
              </a:ext>
            </a:extLst>
          </p:cNvPr>
          <p:cNvSpPr/>
          <p:nvPr/>
        </p:nvSpPr>
        <p:spPr>
          <a:xfrm>
            <a:off x="3050875" y="3747202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1. Desde esta opción se consulta la bitácora de comunicaciones y errores.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212B88B6-6D4B-9D50-6566-FB37ED572171}"/>
              </a:ext>
            </a:extLst>
          </p:cNvPr>
          <p:cNvSpPr txBox="1"/>
          <p:nvPr/>
        </p:nvSpPr>
        <p:spPr>
          <a:xfrm>
            <a:off x="2513817" y="546055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7082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67434-A435-86B9-6202-DE0663D8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F2B1F7-0F74-6196-288E-E77BA58353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81"/>
          <a:stretch>
            <a:fillRect/>
          </a:stretch>
        </p:blipFill>
        <p:spPr>
          <a:xfrm>
            <a:off x="791182" y="1529802"/>
            <a:ext cx="11160186" cy="44981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87F6AB-488C-C45D-BD72-928975D7A5B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A22738D-3486-39E0-14B5-B9F284DA0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37B5E92-9FEA-94A4-61D9-399DD98A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36EFB0-44B9-A04A-93EF-8ADF1D913B13}"/>
              </a:ext>
            </a:extLst>
          </p:cNvPr>
          <p:cNvSpPr/>
          <p:nvPr/>
        </p:nvSpPr>
        <p:spPr>
          <a:xfrm>
            <a:off x="6194812" y="1599560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2. La bitácora de errores puede buscarse por  nombre, ID de banner, fecha inicio y fecha fin.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14EBC589-C8BF-C617-C6C5-CB4E8FD9501B}"/>
              </a:ext>
            </a:extLst>
          </p:cNvPr>
          <p:cNvSpPr txBox="1"/>
          <p:nvPr/>
        </p:nvSpPr>
        <p:spPr>
          <a:xfrm>
            <a:off x="920988" y="368987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BF7FE48A-482A-FD83-7AA1-086F23D005BC}"/>
              </a:ext>
            </a:extLst>
          </p:cNvPr>
          <p:cNvSpPr txBox="1"/>
          <p:nvPr/>
        </p:nvSpPr>
        <p:spPr>
          <a:xfrm>
            <a:off x="3977009" y="232276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541E4E-B868-7BC3-0B7E-8387F4CF5CBC}"/>
              </a:ext>
            </a:extLst>
          </p:cNvPr>
          <p:cNvSpPr/>
          <p:nvPr/>
        </p:nvSpPr>
        <p:spPr>
          <a:xfrm>
            <a:off x="3326150" y="5060318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3. La bitácora de errores relaciona la razón de la falla por la cual no se realizó el envío de la comunicación.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76002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D1BF-DBD8-2202-32CE-72898220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146702-4EAD-2168-A160-7B69D1747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16"/>
          <a:stretch>
            <a:fillRect/>
          </a:stretch>
        </p:blipFill>
        <p:spPr>
          <a:xfrm>
            <a:off x="670866" y="1492439"/>
            <a:ext cx="11400818" cy="461031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20EF88-BEC6-4C69-83A9-48EB0CF47AD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A226D0DA-D1BE-AEDF-D3E4-D3FD194A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B728FCA-0A38-D2D7-AC99-4F84D8BB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Plantillas, campos de datos y parámetros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145526-B792-1C68-0D63-8412C42B825A}"/>
              </a:ext>
            </a:extLst>
          </p:cNvPr>
          <p:cNvSpPr/>
          <p:nvPr/>
        </p:nvSpPr>
        <p:spPr>
          <a:xfrm>
            <a:off x="4977685" y="1732786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4. Presionar el botón </a:t>
            </a:r>
            <a:r>
              <a:rPr lang="es-MX" sz="1200" b="1" dirty="0"/>
              <a:t>Bitácora de comunicaciones</a:t>
            </a:r>
            <a:r>
              <a:rPr lang="es-MX" sz="1200" dirty="0"/>
              <a:t>.</a:t>
            </a:r>
            <a:endParaRPr lang="es-CO" sz="1200" dirty="0"/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4504C9EC-C2EE-99FA-3818-9A80F74B3B15}"/>
              </a:ext>
            </a:extLst>
          </p:cNvPr>
          <p:cNvSpPr txBox="1"/>
          <p:nvPr/>
        </p:nvSpPr>
        <p:spPr>
          <a:xfrm>
            <a:off x="920988" y="368987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D6CBFFAD-FD71-C2E9-02C9-92D88E3086B0}"/>
              </a:ext>
            </a:extLst>
          </p:cNvPr>
          <p:cNvSpPr txBox="1"/>
          <p:nvPr/>
        </p:nvSpPr>
        <p:spPr>
          <a:xfrm>
            <a:off x="4017090" y="203734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88DA30-7112-5DBF-9874-949867D1F8BF}"/>
              </a:ext>
            </a:extLst>
          </p:cNvPr>
          <p:cNvSpPr/>
          <p:nvPr/>
        </p:nvSpPr>
        <p:spPr>
          <a:xfrm>
            <a:off x="3326150" y="5060318"/>
            <a:ext cx="3045125" cy="83337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200" dirty="0"/>
              <a:t>5. La bitácora de comunicaciones relaciona los registros a los que se les envió la comunicación de forma exitosa. 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5547002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212E2-E62D-B925-C109-8ED27DA6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740302-B605-03C9-B6D2-BE68EE513C8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8F51554-7446-79A5-B6B8-BEAAC00D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77C04-05B2-9861-046F-4698239A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b="0" dirty="0"/>
              <a:t>Tabla donde se almacena el status de los trabajos</a:t>
            </a:r>
            <a:endParaRPr lang="es-ES" b="0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B49240-8136-42D4-225C-3DF83441F8CF}"/>
              </a:ext>
            </a:extLst>
          </p:cNvPr>
          <p:cNvSpPr txBox="1"/>
          <p:nvPr/>
        </p:nvSpPr>
        <p:spPr>
          <a:xfrm>
            <a:off x="933986" y="1529802"/>
            <a:ext cx="1076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SELECT GCBGSND_CUMULATIVE_STATE, GCBGSND_ERROR_TEXT, GCBGSND_NAME, GCBGSND_ERROR_CODE, GCBGSND.*</a:t>
            </a:r>
          </a:p>
          <a:p>
            <a:r>
              <a:rPr lang="es-CO" dirty="0"/>
              <a:t>FROM GCBGSND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6104DD-31D7-60DF-F2C5-31DF9DB93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83" y="2692189"/>
            <a:ext cx="8925988" cy="322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853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155" y="204141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5453445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FFF2-DD45-29A7-B74D-6421C3AC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9A7063-9F19-D4CF-6F2C-F6755666E9E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dirty="0"/>
              <a:t>Communication Management BCM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73C44C9-EADA-0121-E8B2-FC1132CC0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9958619-9C4E-21CC-9A6C-24F9F15E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82" y="549612"/>
            <a:ext cx="11160186" cy="98019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algn="just"/>
            <a:r>
              <a:rPr lang="es-ES" altLang="es-419" dirty="0"/>
              <a:t>RESUMEN</a:t>
            </a:r>
            <a:endParaRPr lang="es-ES" dirty="0">
              <a:solidFill>
                <a:srgbClr val="243846"/>
              </a:solidFill>
              <a:cs typeface="Arial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2CA42B2-6AC8-E40E-B8D8-F8493B0675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445173" cy="4022580"/>
          </a:xfrm>
        </p:spPr>
        <p:txBody>
          <a:bodyPr/>
          <a:lstStyle/>
          <a:p>
            <a:pPr marL="0" indent="0" algn="just">
              <a:buClr>
                <a:srgbClr val="009999"/>
              </a:buClr>
              <a:buNone/>
            </a:pPr>
            <a:r>
              <a:rPr lang="es-ES" dirty="0"/>
              <a:t>Gestionar la Comunicación:</a:t>
            </a:r>
          </a:p>
          <a:p>
            <a:pPr marL="0" indent="0" algn="just">
              <a:buClr>
                <a:srgbClr val="009999"/>
              </a:buClr>
              <a:buNone/>
            </a:pPr>
            <a:endParaRPr lang="es-419" dirty="0">
              <a:cs typeface="Arial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dirty="0">
                <a:cs typeface="Arial"/>
              </a:rPr>
              <a:t>Se define la configuración de permisos para Communication Management. 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es-419" dirty="0">
              <a:cs typeface="Arial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dirty="0">
                <a:cs typeface="Arial"/>
              </a:rPr>
              <a:t>Se define la configuración del servidor de correo.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es-419" dirty="0">
              <a:cs typeface="Arial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dirty="0">
                <a:cs typeface="Arial"/>
              </a:rPr>
              <a:t>Se define la configuración de plantillas.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es-419" dirty="0">
              <a:cs typeface="Arial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dirty="0">
                <a:cs typeface="Arial"/>
              </a:rPr>
              <a:t>Se define la selección de población.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es-419" dirty="0">
              <a:cs typeface="Arial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dirty="0">
                <a:cs typeface="Arial"/>
              </a:rPr>
              <a:t>Se realiza la publicación y el envío de comunicaciones.</a:t>
            </a:r>
          </a:p>
        </p:txBody>
      </p:sp>
    </p:spTree>
    <p:extLst>
      <p:ext uri="{BB962C8B-B14F-4D97-AF65-F5344CB8AC3E}">
        <p14:creationId xmlns:p14="http://schemas.microsoft.com/office/powerpoint/2010/main" val="187813756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dirty="0"/>
              <a:t>Nidia Beltran</a:t>
            </a:r>
            <a:endParaRPr lang="es-419" sz="2000" noProof="0" dirty="0"/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nidia.beltran@ellucian.com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IDN - Ellucian PowerPoint Template">
  <a:themeElements>
    <a:clrScheme name="Ellucian 2017">
      <a:dk1>
        <a:srgbClr val="414042"/>
      </a:dk1>
      <a:lt1>
        <a:sysClr val="window" lastClr="FFFFFF"/>
      </a:lt1>
      <a:dk2>
        <a:srgbClr val="414042"/>
      </a:dk2>
      <a:lt2>
        <a:srgbClr val="E2ECEC"/>
      </a:lt2>
      <a:accent1>
        <a:srgbClr val="642673"/>
      </a:accent1>
      <a:accent2>
        <a:srgbClr val="45A1AA"/>
      </a:accent2>
      <a:accent3>
        <a:srgbClr val="68C184"/>
      </a:accent3>
      <a:accent4>
        <a:srgbClr val="462F89"/>
      </a:accent4>
      <a:accent5>
        <a:srgbClr val="B61F5D"/>
      </a:accent5>
      <a:accent6>
        <a:srgbClr val="63A8E2"/>
      </a:accent6>
      <a:hlink>
        <a:srgbClr val="462F89"/>
      </a:hlink>
      <a:folHlink>
        <a:srgbClr val="A1ABD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</TotalTime>
  <Words>3244</Words>
  <Application>Microsoft Office PowerPoint</Application>
  <PresentationFormat>Panorámica</PresentationFormat>
  <Paragraphs>596</Paragraphs>
  <Slides>103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103</vt:i4>
      </vt:variant>
    </vt:vector>
  </HeadingPairs>
  <TitlesOfParts>
    <vt:vector size="114" baseType="lpstr">
      <vt:lpstr>Aptos</vt:lpstr>
      <vt:lpstr>Aptos Display</vt:lpstr>
      <vt:lpstr>Arial</vt:lpstr>
      <vt:lpstr>Arial Black</vt:lpstr>
      <vt:lpstr>Calibri</vt:lpstr>
      <vt:lpstr>Courier New</vt:lpstr>
      <vt:lpstr>Helvetica Neue</vt:lpstr>
      <vt:lpstr>Wingdings</vt:lpstr>
      <vt:lpstr>IDN - Ellucian PowerPoint Template</vt:lpstr>
      <vt:lpstr>Ellucian Main Layouts</vt:lpstr>
      <vt:lpstr>Ellucian Blank Layouts</vt:lpstr>
      <vt:lpstr>Presentación de PowerPoint</vt:lpstr>
      <vt:lpstr>Presentación de PowerPoint</vt:lpstr>
      <vt:lpstr>OVERVIEW</vt:lpstr>
      <vt:lpstr>Overview: Mapa de Capacidades</vt:lpstr>
      <vt:lpstr>Overview: Communication Management</vt:lpstr>
      <vt:lpstr>Overview: Región donde aplica</vt:lpstr>
      <vt:lpstr>Configuración de Permisos</vt:lpstr>
      <vt:lpstr>Presentación de PowerPoint</vt:lpstr>
      <vt:lpstr> GUAUSRL Administrador Communication Management</vt:lpstr>
      <vt:lpstr>Presentación de PowerPoint</vt:lpstr>
      <vt:lpstr>Gestionar privilegios GSASECR</vt:lpstr>
      <vt:lpstr>Gestionar privilegios GSASECR</vt:lpstr>
      <vt:lpstr>Gestionar privilegios GSASECR</vt:lpstr>
      <vt:lpstr>Gestionar privilegios GSASECR</vt:lpstr>
      <vt:lpstr>Gestionar privilegios GSASECR</vt:lpstr>
      <vt:lpstr>Communication Management- Gestionar privilegios validación de permisos</vt:lpstr>
      <vt:lpstr>Communication Management- Gestionar privilegios validación de permisos</vt:lpstr>
      <vt:lpstr>Presentación de PowerPoint</vt:lpstr>
      <vt:lpstr>Presentación de PowerPoint</vt:lpstr>
      <vt:lpstr>Communication Management</vt:lpstr>
      <vt:lpstr>Menú Principal</vt:lpstr>
      <vt:lpstr>Configuración de Servidor de Correo</vt:lpstr>
      <vt:lpstr>Funciones del sistema</vt:lpstr>
      <vt:lpstr>Funciones del sistema</vt:lpstr>
      <vt:lpstr>Funciones del sistema</vt:lpstr>
      <vt:lpstr>Funciones del sistema - Organizaciones</vt:lpstr>
      <vt:lpstr>Funciones del sistema - Organizaciones</vt:lpstr>
      <vt:lpstr>Funciones del sistema – Organizaciones – Prueba de correo</vt:lpstr>
      <vt:lpstr>Funciones del sistema – Organizaciones – Prueba de correo</vt:lpstr>
      <vt:lpstr>Funciones del sistema – Organizaciones – Prueba de correo</vt:lpstr>
      <vt:lpstr>Funciones del sistema – Organizaciones – Prueba de correo</vt:lpstr>
      <vt:lpstr>Configuración de Plantillas </vt:lpstr>
      <vt:lpstr>Presentación de PowerPoint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Plantillas, campos de datos y parámetros</vt:lpstr>
      <vt:lpstr>Selección de Población</vt:lpstr>
      <vt:lpstr>Presentación de PowerPoint</vt:lpstr>
      <vt:lpstr>BCM – Crear selección de población</vt:lpstr>
      <vt:lpstr>BCM – Crear selección de población</vt:lpstr>
      <vt:lpstr>BCM – Crear selección de población</vt:lpstr>
      <vt:lpstr>BCM – Crear selección de población</vt:lpstr>
      <vt:lpstr>BCM – Crear selección de población</vt:lpstr>
      <vt:lpstr>Presentación de PowerPoint</vt:lpstr>
      <vt:lpstr>BCM – Crear selección de población</vt:lpstr>
      <vt:lpstr>BCM – Crear selección de población</vt:lpstr>
      <vt:lpstr>BCM – Crear selección de población</vt:lpstr>
      <vt:lpstr>Presentación de PowerPoint</vt:lpstr>
      <vt:lpstr>BCM – Crear selección de población</vt:lpstr>
      <vt:lpstr>BCM – Crear selección de población</vt:lpstr>
      <vt:lpstr>BCM – Crear selección de población</vt:lpstr>
      <vt:lpstr>BCM – Crear selección de población</vt:lpstr>
      <vt:lpstr>BCM – Crear selección de población</vt:lpstr>
      <vt:lpstr>BCM – Crear selección de población</vt:lpstr>
      <vt:lpstr>BCM – Crear selección de población</vt:lpstr>
      <vt:lpstr>Presentación de PowerPoint</vt:lpstr>
      <vt:lpstr>Consultas - Crear Selección de Población en BCM</vt:lpstr>
      <vt:lpstr>Consultas - Crear Selección de Población en BCM</vt:lpstr>
      <vt:lpstr>Consultas - Crear Selección de Población en BCM</vt:lpstr>
      <vt:lpstr>Consultas - Crear Selección de Población en BCM</vt:lpstr>
      <vt:lpstr>Consultas - Crear Selección de Población en BCM</vt:lpstr>
      <vt:lpstr>Consultas - Crear Selección de Población en BCM</vt:lpstr>
      <vt:lpstr>Consultas – Generar lista de población en BCM</vt:lpstr>
      <vt:lpstr>Visualizar población creada a partir de Consulta</vt:lpstr>
      <vt:lpstr>Visualizar población creada a partir de Consulta</vt:lpstr>
      <vt:lpstr>Visualizar población creada a partir de Consulta</vt:lpstr>
      <vt:lpstr>Publicar y Enviar Comunicaciones</vt:lpstr>
      <vt:lpstr>Presentación de PowerPoint</vt:lpstr>
      <vt:lpstr>Administración de Comunicaciones – Crear Mensaje</vt:lpstr>
      <vt:lpstr>Administración de Comunicaciones – Crear Mensaje                                </vt:lpstr>
      <vt:lpstr>Administración de Comunicaciones – Crear Mensaje</vt:lpstr>
      <vt:lpstr>Administración de Comunicaciones – Crear Mensaje</vt:lpstr>
      <vt:lpstr>Administración de Comunicaciones – Crear Mensaje</vt:lpstr>
      <vt:lpstr>Administración de Comunicaciones – Crear Mensaje</vt:lpstr>
      <vt:lpstr>Presentación de PowerPoint</vt:lpstr>
      <vt:lpstr>Trabajos de Comunicación</vt:lpstr>
      <vt:lpstr>Trabajos de Comunicación</vt:lpstr>
      <vt:lpstr>Trabajos de Comunicación</vt:lpstr>
      <vt:lpstr>Trabajos de Comunicación</vt:lpstr>
      <vt:lpstr>Presentación de PowerPoint</vt:lpstr>
      <vt:lpstr>Plantillas, campos de datos y parámetros</vt:lpstr>
      <vt:lpstr>Plantillas, campos de datos y parámetros</vt:lpstr>
      <vt:lpstr>Plantillas, campos de datos y parámetros</vt:lpstr>
      <vt:lpstr>Tabla donde se almacena el status de los trabajos</vt:lpstr>
      <vt:lpstr>RESUMEN</vt:lpstr>
      <vt:lpstr>RESUMEN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1142</cp:revision>
  <dcterms:created xsi:type="dcterms:W3CDTF">2023-07-17T20:07:38Z</dcterms:created>
  <dcterms:modified xsi:type="dcterms:W3CDTF">2026-07-23T21:34:53Z</dcterms:modified>
</cp:coreProperties>
</file>