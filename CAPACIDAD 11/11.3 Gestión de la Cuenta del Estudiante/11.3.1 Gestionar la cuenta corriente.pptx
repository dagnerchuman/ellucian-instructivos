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87" r:id="rId2"/>
  </p:sldMasterIdLst>
  <p:notesMasterIdLst>
    <p:notesMasterId r:id="rId99"/>
  </p:notesMasterIdLst>
  <p:sldIdLst>
    <p:sldId id="265" r:id="rId3"/>
    <p:sldId id="390" r:id="rId4"/>
    <p:sldId id="418" r:id="rId5"/>
    <p:sldId id="419" r:id="rId6"/>
    <p:sldId id="498" r:id="rId7"/>
    <p:sldId id="422" r:id="rId8"/>
    <p:sldId id="423" r:id="rId9"/>
    <p:sldId id="517" r:id="rId10"/>
    <p:sldId id="556" r:id="rId11"/>
    <p:sldId id="526" r:id="rId12"/>
    <p:sldId id="544" r:id="rId13"/>
    <p:sldId id="545" r:id="rId14"/>
    <p:sldId id="546" r:id="rId15"/>
    <p:sldId id="547" r:id="rId16"/>
    <p:sldId id="548" r:id="rId17"/>
    <p:sldId id="549" r:id="rId18"/>
    <p:sldId id="550" r:id="rId19"/>
    <p:sldId id="551" r:id="rId20"/>
    <p:sldId id="554" r:id="rId21"/>
    <p:sldId id="553" r:id="rId22"/>
    <p:sldId id="558" r:id="rId23"/>
    <p:sldId id="559" r:id="rId24"/>
    <p:sldId id="560" r:id="rId25"/>
    <p:sldId id="561" r:id="rId26"/>
    <p:sldId id="562" r:id="rId27"/>
    <p:sldId id="555" r:id="rId28"/>
    <p:sldId id="563" r:id="rId29"/>
    <p:sldId id="564" r:id="rId30"/>
    <p:sldId id="566" r:id="rId31"/>
    <p:sldId id="567" r:id="rId32"/>
    <p:sldId id="568" r:id="rId33"/>
    <p:sldId id="569" r:id="rId34"/>
    <p:sldId id="570" r:id="rId35"/>
    <p:sldId id="571" r:id="rId36"/>
    <p:sldId id="572" r:id="rId37"/>
    <p:sldId id="573" r:id="rId38"/>
    <p:sldId id="574" r:id="rId39"/>
    <p:sldId id="575" r:id="rId40"/>
    <p:sldId id="576" r:id="rId41"/>
    <p:sldId id="577" r:id="rId42"/>
    <p:sldId id="578" r:id="rId43"/>
    <p:sldId id="579" r:id="rId44"/>
    <p:sldId id="580" r:id="rId45"/>
    <p:sldId id="581" r:id="rId46"/>
    <p:sldId id="583" r:id="rId47"/>
    <p:sldId id="582" r:id="rId48"/>
    <p:sldId id="584" r:id="rId49"/>
    <p:sldId id="587" r:id="rId50"/>
    <p:sldId id="588" r:id="rId51"/>
    <p:sldId id="586" r:id="rId52"/>
    <p:sldId id="589" r:id="rId53"/>
    <p:sldId id="590" r:id="rId54"/>
    <p:sldId id="591" r:id="rId55"/>
    <p:sldId id="592" r:id="rId56"/>
    <p:sldId id="593" r:id="rId57"/>
    <p:sldId id="594" r:id="rId58"/>
    <p:sldId id="595" r:id="rId59"/>
    <p:sldId id="596" r:id="rId60"/>
    <p:sldId id="597" r:id="rId61"/>
    <p:sldId id="598" r:id="rId62"/>
    <p:sldId id="599" r:id="rId63"/>
    <p:sldId id="600" r:id="rId64"/>
    <p:sldId id="601" r:id="rId65"/>
    <p:sldId id="602" r:id="rId66"/>
    <p:sldId id="603" r:id="rId67"/>
    <p:sldId id="604" r:id="rId68"/>
    <p:sldId id="605" r:id="rId69"/>
    <p:sldId id="607" r:id="rId70"/>
    <p:sldId id="606" r:id="rId71"/>
    <p:sldId id="608" r:id="rId72"/>
    <p:sldId id="609" r:id="rId73"/>
    <p:sldId id="610" r:id="rId74"/>
    <p:sldId id="611" r:id="rId75"/>
    <p:sldId id="612" r:id="rId76"/>
    <p:sldId id="524" r:id="rId77"/>
    <p:sldId id="525" r:id="rId78"/>
    <p:sldId id="500" r:id="rId79"/>
    <p:sldId id="523" r:id="rId80"/>
    <p:sldId id="543" r:id="rId81"/>
    <p:sldId id="538" r:id="rId82"/>
    <p:sldId id="527" r:id="rId83"/>
    <p:sldId id="539" r:id="rId84"/>
    <p:sldId id="540" r:id="rId85"/>
    <p:sldId id="541" r:id="rId86"/>
    <p:sldId id="529" r:id="rId87"/>
    <p:sldId id="530" r:id="rId88"/>
    <p:sldId id="531" r:id="rId89"/>
    <p:sldId id="532" r:id="rId90"/>
    <p:sldId id="533" r:id="rId91"/>
    <p:sldId id="534" r:id="rId92"/>
    <p:sldId id="535" r:id="rId93"/>
    <p:sldId id="536" r:id="rId94"/>
    <p:sldId id="537" r:id="rId95"/>
    <p:sldId id="528" r:id="rId96"/>
    <p:sldId id="497" r:id="rId97"/>
    <p:sldId id="512"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161" autoAdjust="0"/>
  </p:normalViewPr>
  <p:slideViewPr>
    <p:cSldViewPr snapToGrid="0">
      <p:cViewPr varScale="1">
        <p:scale>
          <a:sx n="60" d="100"/>
          <a:sy n="60" d="100"/>
        </p:scale>
        <p:origin x="1146" y="60"/>
      </p:cViewPr>
      <p:guideLst/>
    </p:cSldViewPr>
  </p:slideViewPr>
  <p:notesTextViewPr>
    <p:cViewPr>
      <p:scale>
        <a:sx n="1" d="1"/>
        <a:sy n="1" d="1"/>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custSel delSld modSld">
      <pc:chgData name="Faver Herrera Mejía" userId="33259626242_tp_box_2" providerId="OAuth2" clId="{928070B4-3928-4BF5-8A3B-02428762A929}" dt="2026-06-19T15:26:07.938" v="109" actId="20577"/>
      <pc:docMkLst>
        <pc:docMk/>
      </pc:docMkLst>
      <pc:sldChg chg="modSp mod">
        <pc:chgData name="Faver Herrera Mejía" userId="33259626242_tp_box_2" providerId="OAuth2" clId="{928070B4-3928-4BF5-8A3B-02428762A929}" dt="2026-06-19T14:43:36.160" v="27" actId="20577"/>
        <pc:sldMkLst>
          <pc:docMk/>
          <pc:sldMk cId="9191365" sldId="265"/>
        </pc:sldMkLst>
        <pc:spChg chg="mod">
          <ac:chgData name="Faver Herrera Mejía" userId="33259626242_tp_box_2" providerId="OAuth2" clId="{928070B4-3928-4BF5-8A3B-02428762A929}" dt="2026-06-19T14:43:31.488" v="19" actId="20577"/>
          <ac:spMkLst>
            <pc:docMk/>
            <pc:sldMk cId="9191365" sldId="265"/>
            <ac:spMk id="4" creationId="{692B0829-7360-8531-FF9E-7D531E7A6091}"/>
          </ac:spMkLst>
        </pc:spChg>
        <pc:spChg chg="mod">
          <ac:chgData name="Faver Herrera Mejía" userId="33259626242_tp_box_2" providerId="OAuth2" clId="{928070B4-3928-4BF5-8A3B-02428762A929}" dt="2026-06-19T14:43:36.160" v="27" actId="20577"/>
          <ac:spMkLst>
            <pc:docMk/>
            <pc:sldMk cId="9191365" sldId="265"/>
            <ac:spMk id="5" creationId="{7640F739-8B92-AE20-CC72-FD73501B27C6}"/>
          </ac:spMkLst>
        </pc:spChg>
      </pc:sldChg>
      <pc:sldChg chg="modSp mod">
        <pc:chgData name="Faver Herrera Mejía" userId="33259626242_tp_box_2" providerId="OAuth2" clId="{928070B4-3928-4BF5-8A3B-02428762A929}" dt="2026-06-19T15:26:07.938" v="109" actId="20577"/>
        <pc:sldMkLst>
          <pc:docMk/>
          <pc:sldMk cId="2900812786" sldId="497"/>
        </pc:sldMkLst>
        <pc:spChg chg="mod">
          <ac:chgData name="Faver Herrera Mejía" userId="33259626242_tp_box_2" providerId="OAuth2" clId="{928070B4-3928-4BF5-8A3B-02428762A929}" dt="2026-06-19T15:26:07.938" v="109" actId="20577"/>
          <ac:spMkLst>
            <pc:docMk/>
            <pc:sldMk cId="2900812786" sldId="497"/>
            <ac:spMk id="7" creationId="{231D38CA-9DC6-E135-9110-73BD25342A9C}"/>
          </ac:spMkLst>
        </pc:spChg>
      </pc:sldChg>
      <pc:sldChg chg="modSp mod">
        <pc:chgData name="Faver Herrera Mejía" userId="33259626242_tp_box_2" providerId="OAuth2" clId="{928070B4-3928-4BF5-8A3B-02428762A929}" dt="2026-06-19T14:52:12.170" v="77" actId="20577"/>
        <pc:sldMkLst>
          <pc:docMk/>
          <pc:sldMk cId="829329984" sldId="512"/>
        </pc:sldMkLst>
        <pc:spChg chg="mod">
          <ac:chgData name="Faver Herrera Mejía" userId="33259626242_tp_box_2" providerId="OAuth2" clId="{928070B4-3928-4BF5-8A3B-02428762A929}" dt="2026-06-19T14:52:01.562" v="56" actId="20577"/>
          <ac:spMkLst>
            <pc:docMk/>
            <pc:sldMk cId="829329984" sldId="512"/>
            <ac:spMk id="2" creationId="{98C8C561-01AA-93BA-31A2-AAD8E5DED18B}"/>
          </ac:spMkLst>
        </pc:spChg>
        <pc:spChg chg="mod">
          <ac:chgData name="Faver Herrera Mejía" userId="33259626242_tp_box_2" providerId="OAuth2" clId="{928070B4-3928-4BF5-8A3B-02428762A929}" dt="2026-06-19T14:52:12.170" v="77" actId="20577"/>
          <ac:spMkLst>
            <pc:docMk/>
            <pc:sldMk cId="829329984" sldId="512"/>
            <ac:spMk id="3" creationId="{E41D6D2D-BB92-CF38-BDA6-D770C4633ECA}"/>
          </ac:spMkLst>
        </pc:spChg>
      </pc:sldChg>
      <pc:sldChg chg="del">
        <pc:chgData name="Faver Herrera Mejía" userId="33259626242_tp_box_2" providerId="OAuth2" clId="{928070B4-3928-4BF5-8A3B-02428762A929}" dt="2026-06-19T14:45:41.329" v="28" actId="47"/>
        <pc:sldMkLst>
          <pc:docMk/>
          <pc:sldMk cId="1346206480" sldId="522"/>
        </pc:sldMkLst>
      </pc:sldChg>
    </pc:docChg>
  </pc:docChgLst>
  <pc:docChgLst>
    <pc:chgData name="Alejandra León Barrera" userId="43512263486_tp_box_2" providerId="OAuth2" clId="{CE2DED1C-98E3-404D-AA29-8769E08C8A92}"/>
    <pc:docChg chg="undo custSel addSld delSld modSld sldOrd delMainMaster">
      <pc:chgData name="Alejandra León Barrera" userId="43512263486_tp_box_2" providerId="OAuth2" clId="{CE2DED1C-98E3-404D-AA29-8769E08C8A92}" dt="2026-06-09T17:41:47.868" v="5414"/>
      <pc:docMkLst>
        <pc:docMk/>
      </pc:docMkLst>
      <pc:sldChg chg="modSp mod">
        <pc:chgData name="Alejandra León Barrera" userId="43512263486_tp_box_2" providerId="OAuth2" clId="{CE2DED1C-98E3-404D-AA29-8769E08C8A92}" dt="2026-05-27T13:03:03.691" v="1871" actId="113"/>
        <pc:sldMkLst>
          <pc:docMk/>
          <pc:sldMk cId="3460307485" sldId="390"/>
        </pc:sldMkLst>
        <pc:graphicFrameChg chg="mod modGraphic">
          <ac:chgData name="Alejandra León Barrera" userId="43512263486_tp_box_2" providerId="OAuth2" clId="{CE2DED1C-98E3-404D-AA29-8769E08C8A92}" dt="2026-05-27T13:03:03.691" v="1871" actId="113"/>
          <ac:graphicFrameMkLst>
            <pc:docMk/>
            <pc:sldMk cId="3460307485" sldId="390"/>
            <ac:graphicFrameMk id="6" creationId="{4673DED4-8FDF-4D14-4B12-E97032DE43BA}"/>
          </ac:graphicFrameMkLst>
        </pc:graphicFrameChg>
      </pc:sldChg>
      <pc:sldChg chg="modSp mod">
        <pc:chgData name="Alejandra León Barrera" userId="43512263486_tp_box_2" providerId="OAuth2" clId="{CE2DED1C-98E3-404D-AA29-8769E08C8A92}" dt="2026-06-09T17:41:40.569" v="5413" actId="12788"/>
        <pc:sldMkLst>
          <pc:docMk/>
          <pc:sldMk cId="292336290" sldId="418"/>
        </pc:sldMkLst>
        <pc:spChg chg="mod">
          <ac:chgData name="Alejandra León Barrera" userId="43512263486_tp_box_2" providerId="OAuth2" clId="{CE2DED1C-98E3-404D-AA29-8769E08C8A92}" dt="2026-05-29T15:17:18.956" v="1879" actId="1037"/>
          <ac:spMkLst>
            <pc:docMk/>
            <pc:sldMk cId="292336290" sldId="418"/>
            <ac:spMk id="2" creationId="{721A1DC8-C68A-CA30-5658-EEC964804FF2}"/>
          </ac:spMkLst>
        </pc:spChg>
        <pc:spChg chg="mod">
          <ac:chgData name="Alejandra León Barrera" userId="43512263486_tp_box_2" providerId="OAuth2" clId="{CE2DED1C-98E3-404D-AA29-8769E08C8A92}" dt="2026-05-29T15:17:26.173" v="1880" actId="1036"/>
          <ac:spMkLst>
            <pc:docMk/>
            <pc:sldMk cId="292336290" sldId="418"/>
            <ac:spMk id="3" creationId="{46C9D732-B804-8B07-4709-4BB80096AADB}"/>
          </ac:spMkLst>
        </pc:spChg>
        <pc:picChg chg="mod">
          <ac:chgData name="Alejandra León Barrera" userId="43512263486_tp_box_2" providerId="OAuth2" clId="{CE2DED1C-98E3-404D-AA29-8769E08C8A92}" dt="2026-06-09T17:41:40.569" v="5413" actId="12788"/>
          <ac:picMkLst>
            <pc:docMk/>
            <pc:sldMk cId="292336290" sldId="418"/>
            <ac:picMk id="8" creationId="{C9DCAC72-8E59-43D3-DBF8-6FB117CFD62F}"/>
          </ac:picMkLst>
        </pc:picChg>
      </pc:sldChg>
      <pc:sldChg chg="modSp mod">
        <pc:chgData name="Alejandra León Barrera" userId="43512263486_tp_box_2" providerId="OAuth2" clId="{CE2DED1C-98E3-404D-AA29-8769E08C8A92}" dt="2026-05-30T01:59:04.338" v="4910" actId="1076"/>
        <pc:sldMkLst>
          <pc:docMk/>
          <pc:sldMk cId="4170624785" sldId="500"/>
        </pc:sldMkLst>
        <pc:spChg chg="mod">
          <ac:chgData name="Alejandra León Barrera" userId="43512263486_tp_box_2" providerId="OAuth2" clId="{CE2DED1C-98E3-404D-AA29-8769E08C8A92}" dt="2026-05-30T01:59:04.338" v="4910" actId="1076"/>
          <ac:spMkLst>
            <pc:docMk/>
            <pc:sldMk cId="4170624785" sldId="500"/>
            <ac:spMk id="3" creationId="{B7D8E67F-4688-A213-B551-5BC8ACDBA1DB}"/>
          </ac:spMkLst>
        </pc:spChg>
        <pc:spChg chg="mod">
          <ac:chgData name="Alejandra León Barrera" userId="43512263486_tp_box_2" providerId="OAuth2" clId="{CE2DED1C-98E3-404D-AA29-8769E08C8A92}" dt="2026-05-30T01:58:55.136" v="4906" actId="255"/>
          <ac:spMkLst>
            <pc:docMk/>
            <pc:sldMk cId="4170624785" sldId="500"/>
            <ac:spMk id="5" creationId="{9A7BDFF6-A1C7-F544-DD07-C28B01F0E9F1}"/>
          </ac:spMkLst>
        </pc:spChg>
      </pc:sldChg>
      <pc:sldChg chg="modSp add del mod">
        <pc:chgData name="Alejandra León Barrera" userId="43512263486_tp_box_2" providerId="OAuth2" clId="{CE2DED1C-98E3-404D-AA29-8769E08C8A92}" dt="2026-05-30T01:58:39.476" v="4901" actId="1076"/>
        <pc:sldMkLst>
          <pc:docMk/>
          <pc:sldMk cId="600398099" sldId="524"/>
        </pc:sldMkLst>
        <pc:spChg chg="mod">
          <ac:chgData name="Alejandra León Barrera" userId="43512263486_tp_box_2" providerId="OAuth2" clId="{CE2DED1C-98E3-404D-AA29-8769E08C8A92}" dt="2026-05-30T01:58:39.476" v="4901" actId="1076"/>
          <ac:spMkLst>
            <pc:docMk/>
            <pc:sldMk cId="600398099" sldId="524"/>
            <ac:spMk id="3" creationId="{4A091060-FA3C-7C7C-95E7-AD8CF3536621}"/>
          </ac:spMkLst>
        </pc:spChg>
      </pc:sldChg>
      <pc:sldChg chg="modSp mod">
        <pc:chgData name="Alejandra León Barrera" userId="43512263486_tp_box_2" providerId="OAuth2" clId="{CE2DED1C-98E3-404D-AA29-8769E08C8A92}" dt="2026-05-29T15:22:23.718" v="1909" actId="113"/>
        <pc:sldMkLst>
          <pc:docMk/>
          <pc:sldMk cId="3171363882" sldId="526"/>
        </pc:sldMkLst>
        <pc:spChg chg="mod">
          <ac:chgData name="Alejandra León Barrera" userId="43512263486_tp_box_2" providerId="OAuth2" clId="{CE2DED1C-98E3-404D-AA29-8769E08C8A92}" dt="2026-05-29T15:22:23.718" v="1909" actId="113"/>
          <ac:spMkLst>
            <pc:docMk/>
            <pc:sldMk cId="3171363882" sldId="526"/>
            <ac:spMk id="3" creationId="{2B37379F-B765-5E13-84F6-6D8CF2464983}"/>
          </ac:spMkLst>
        </pc:spChg>
        <pc:spChg chg="mod">
          <ac:chgData name="Alejandra León Barrera" userId="43512263486_tp_box_2" providerId="OAuth2" clId="{CE2DED1C-98E3-404D-AA29-8769E08C8A92}" dt="2026-05-29T15:21:59.538" v="1904" actId="1076"/>
          <ac:spMkLst>
            <pc:docMk/>
            <pc:sldMk cId="3171363882" sldId="526"/>
            <ac:spMk id="5" creationId="{26F92649-77F2-4889-ED39-9289F208F3E3}"/>
          </ac:spMkLst>
        </pc:spChg>
      </pc:sldChg>
      <pc:sldChg chg="modSp mod">
        <pc:chgData name="Alejandra León Barrera" userId="43512263486_tp_box_2" providerId="OAuth2" clId="{CE2DED1C-98E3-404D-AA29-8769E08C8A92}" dt="2026-05-30T02:01:28.579" v="4950"/>
        <pc:sldMkLst>
          <pc:docMk/>
          <pc:sldMk cId="2737661175" sldId="527"/>
        </pc:sldMkLst>
        <pc:spChg chg="mod">
          <ac:chgData name="Alejandra León Barrera" userId="43512263486_tp_box_2" providerId="OAuth2" clId="{CE2DED1C-98E3-404D-AA29-8769E08C8A92}" dt="2026-05-30T02:00:24.497" v="4928" actId="1076"/>
          <ac:spMkLst>
            <pc:docMk/>
            <pc:sldMk cId="2737661175" sldId="527"/>
            <ac:spMk id="2" creationId="{0B8FEB13-61E9-9BD9-E279-7B21FD4901DF}"/>
          </ac:spMkLst>
        </pc:spChg>
        <pc:spChg chg="mod">
          <ac:chgData name="Alejandra León Barrera" userId="43512263486_tp_box_2" providerId="OAuth2" clId="{CE2DED1C-98E3-404D-AA29-8769E08C8A92}" dt="2026-05-30T02:01:28.579" v="4950"/>
          <ac:spMkLst>
            <pc:docMk/>
            <pc:sldMk cId="2737661175" sldId="527"/>
            <ac:spMk id="3" creationId="{A197D94F-CDD7-36F9-AF7F-F9E34C8D7AC2}"/>
          </ac:spMkLst>
        </pc:spChg>
        <pc:spChg chg="mod">
          <ac:chgData name="Alejandra León Barrera" userId="43512263486_tp_box_2" providerId="OAuth2" clId="{CE2DED1C-98E3-404D-AA29-8769E08C8A92}" dt="2026-05-30T02:01:20.705" v="4948" actId="113"/>
          <ac:spMkLst>
            <pc:docMk/>
            <pc:sldMk cId="2737661175" sldId="527"/>
            <ac:spMk id="11" creationId="{AF24DEC6-9FE6-E437-B1BA-71A5F7CBCF12}"/>
          </ac:spMkLst>
        </pc:spChg>
        <pc:spChg chg="mod">
          <ac:chgData name="Alejandra León Barrera" userId="43512263486_tp_box_2" providerId="OAuth2" clId="{CE2DED1C-98E3-404D-AA29-8769E08C8A92}" dt="2026-05-30T02:01:23.212" v="4949" actId="113"/>
          <ac:spMkLst>
            <pc:docMk/>
            <pc:sldMk cId="2737661175" sldId="527"/>
            <ac:spMk id="12" creationId="{0571FF4A-6B69-F349-2E89-88403D86418E}"/>
          </ac:spMkLst>
        </pc:spChg>
        <pc:picChg chg="mod">
          <ac:chgData name="Alejandra León Barrera" userId="43512263486_tp_box_2" providerId="OAuth2" clId="{CE2DED1C-98E3-404D-AA29-8769E08C8A92}" dt="2026-05-30T02:00:18.995" v="4927" actId="1076"/>
          <ac:picMkLst>
            <pc:docMk/>
            <pc:sldMk cId="2737661175" sldId="527"/>
            <ac:picMk id="6" creationId="{D56BFB78-CEFA-026B-050E-10D73BE3AC7D}"/>
          </ac:picMkLst>
        </pc:picChg>
        <pc:picChg chg="mod">
          <ac:chgData name="Alejandra León Barrera" userId="43512263486_tp_box_2" providerId="OAuth2" clId="{CE2DED1C-98E3-404D-AA29-8769E08C8A92}" dt="2026-05-30T02:00:26.840" v="4929" actId="1076"/>
          <ac:picMkLst>
            <pc:docMk/>
            <pc:sldMk cId="2737661175" sldId="527"/>
            <ac:picMk id="8" creationId="{5460232D-FDCF-2167-9A1F-A7033940BB1A}"/>
          </ac:picMkLst>
        </pc:picChg>
        <pc:picChg chg="mod">
          <ac:chgData name="Alejandra León Barrera" userId="43512263486_tp_box_2" providerId="OAuth2" clId="{CE2DED1C-98E3-404D-AA29-8769E08C8A92}" dt="2026-05-30T02:00:28.857" v="4930" actId="1076"/>
          <ac:picMkLst>
            <pc:docMk/>
            <pc:sldMk cId="2737661175" sldId="527"/>
            <ac:picMk id="10" creationId="{1E8D054A-D3FB-D091-CBBF-63C75275F783}"/>
          </ac:picMkLst>
        </pc:picChg>
      </pc:sldChg>
      <pc:sldChg chg="addSp modSp mod">
        <pc:chgData name="Alejandra León Barrera" userId="43512263486_tp_box_2" providerId="OAuth2" clId="{CE2DED1C-98E3-404D-AA29-8769E08C8A92}" dt="2026-05-30T02:34:29.388" v="5412" actId="1038"/>
        <pc:sldMkLst>
          <pc:docMk/>
          <pc:sldMk cId="1551835135" sldId="528"/>
        </pc:sldMkLst>
        <pc:spChg chg="mod">
          <ac:chgData name="Alejandra León Barrera" userId="43512263486_tp_box_2" providerId="OAuth2" clId="{CE2DED1C-98E3-404D-AA29-8769E08C8A92}" dt="2026-05-30T02:34:08.126" v="5402" actId="1076"/>
          <ac:spMkLst>
            <pc:docMk/>
            <pc:sldMk cId="1551835135" sldId="528"/>
            <ac:spMk id="3" creationId="{9DF84B58-B814-7710-A12D-09C31935D505}"/>
          </ac:spMkLst>
        </pc:spChg>
        <pc:spChg chg="add mod">
          <ac:chgData name="Alejandra León Barrera" userId="43512263486_tp_box_2" providerId="OAuth2" clId="{CE2DED1C-98E3-404D-AA29-8769E08C8A92}" dt="2026-05-30T02:33:45.530" v="5397" actId="14100"/>
          <ac:spMkLst>
            <pc:docMk/>
            <pc:sldMk cId="1551835135" sldId="528"/>
            <ac:spMk id="5" creationId="{23B00F39-E3FB-75C9-0E68-AA19DB43946C}"/>
          </ac:spMkLst>
        </pc:spChg>
        <pc:picChg chg="add mod">
          <ac:chgData name="Alejandra León Barrera" userId="43512263486_tp_box_2" providerId="OAuth2" clId="{CE2DED1C-98E3-404D-AA29-8769E08C8A92}" dt="2026-05-30T02:34:10.849" v="5403" actId="1076"/>
          <ac:picMkLst>
            <pc:docMk/>
            <pc:sldMk cId="1551835135" sldId="528"/>
            <ac:picMk id="4" creationId="{E3AD1DAC-3CDE-71AB-CF1F-F6C25FD23FF6}"/>
          </ac:picMkLst>
        </pc:picChg>
        <pc:picChg chg="add mod">
          <ac:chgData name="Alejandra León Barrera" userId="43512263486_tp_box_2" providerId="OAuth2" clId="{CE2DED1C-98E3-404D-AA29-8769E08C8A92}" dt="2026-05-30T02:34:29.388" v="5412" actId="1038"/>
          <ac:picMkLst>
            <pc:docMk/>
            <pc:sldMk cId="1551835135" sldId="528"/>
            <ac:picMk id="7" creationId="{5CAA39CB-D48D-114F-5C41-4A65BE548374}"/>
          </ac:picMkLst>
        </pc:picChg>
      </pc:sldChg>
      <pc:sldChg chg="addSp modSp mod">
        <pc:chgData name="Alejandra León Barrera" userId="43512263486_tp_box_2" providerId="OAuth2" clId="{CE2DED1C-98E3-404D-AA29-8769E08C8A92}" dt="2026-05-30T02:10:15.457" v="5090" actId="1037"/>
        <pc:sldMkLst>
          <pc:docMk/>
          <pc:sldMk cId="3375546044" sldId="529"/>
        </pc:sldMkLst>
        <pc:spChg chg="mod">
          <ac:chgData name="Alejandra León Barrera" userId="43512263486_tp_box_2" providerId="OAuth2" clId="{CE2DED1C-98E3-404D-AA29-8769E08C8A92}" dt="2026-05-30T02:09:30.517" v="5038" actId="1076"/>
          <ac:spMkLst>
            <pc:docMk/>
            <pc:sldMk cId="3375546044" sldId="529"/>
            <ac:spMk id="2" creationId="{FF87A82F-1D7F-029F-C8D1-6763F01AE103}"/>
          </ac:spMkLst>
        </pc:spChg>
        <pc:spChg chg="mod">
          <ac:chgData name="Alejandra León Barrera" userId="43512263486_tp_box_2" providerId="OAuth2" clId="{CE2DED1C-98E3-404D-AA29-8769E08C8A92}" dt="2026-05-30T02:09:52.030" v="5048" actId="113"/>
          <ac:spMkLst>
            <pc:docMk/>
            <pc:sldMk cId="3375546044" sldId="529"/>
            <ac:spMk id="3" creationId="{AD47EAB1-61F6-7AB3-A644-E694A0AD97C7}"/>
          </ac:spMkLst>
        </pc:spChg>
        <pc:picChg chg="add mod">
          <ac:chgData name="Alejandra León Barrera" userId="43512263486_tp_box_2" providerId="OAuth2" clId="{CE2DED1C-98E3-404D-AA29-8769E08C8A92}" dt="2026-05-30T02:10:15.457" v="5090" actId="1037"/>
          <ac:picMkLst>
            <pc:docMk/>
            <pc:sldMk cId="3375546044" sldId="529"/>
            <ac:picMk id="5" creationId="{7D04AF5E-93B6-0676-8CF4-1EA1B849B516}"/>
          </ac:picMkLst>
        </pc:picChg>
        <pc:picChg chg="mod">
          <ac:chgData name="Alejandra León Barrera" userId="43512263486_tp_box_2" providerId="OAuth2" clId="{CE2DED1C-98E3-404D-AA29-8769E08C8A92}" dt="2026-05-30T02:09:31.782" v="5039" actId="1076"/>
          <ac:picMkLst>
            <pc:docMk/>
            <pc:sldMk cId="3375546044" sldId="529"/>
            <ac:picMk id="6" creationId="{2938E9E4-A3FF-F7DE-CDA4-57F08C82F1D1}"/>
          </ac:picMkLst>
        </pc:picChg>
      </pc:sldChg>
      <pc:sldChg chg="addSp modSp mod">
        <pc:chgData name="Alejandra León Barrera" userId="43512263486_tp_box_2" providerId="OAuth2" clId="{CE2DED1C-98E3-404D-AA29-8769E08C8A92}" dt="2026-05-30T02:12:42.484" v="5125" actId="1035"/>
        <pc:sldMkLst>
          <pc:docMk/>
          <pc:sldMk cId="4240875218" sldId="530"/>
        </pc:sldMkLst>
        <pc:spChg chg="mod">
          <ac:chgData name="Alejandra León Barrera" userId="43512263486_tp_box_2" providerId="OAuth2" clId="{CE2DED1C-98E3-404D-AA29-8769E08C8A92}" dt="2026-05-30T02:10:39.231" v="5093" actId="1076"/>
          <ac:spMkLst>
            <pc:docMk/>
            <pc:sldMk cId="4240875218" sldId="530"/>
            <ac:spMk id="2" creationId="{99C7315C-2B67-1872-FD38-24125FAD8E63}"/>
          </ac:spMkLst>
        </pc:spChg>
        <pc:spChg chg="mod">
          <ac:chgData name="Alejandra León Barrera" userId="43512263486_tp_box_2" providerId="OAuth2" clId="{CE2DED1C-98E3-404D-AA29-8769E08C8A92}" dt="2026-05-30T02:12:16.992" v="5112" actId="113"/>
          <ac:spMkLst>
            <pc:docMk/>
            <pc:sldMk cId="4240875218" sldId="530"/>
            <ac:spMk id="3" creationId="{CEF2C8AB-1C12-7CAF-D9E1-7420D979D148}"/>
          </ac:spMkLst>
        </pc:spChg>
        <pc:spChg chg="add mod">
          <ac:chgData name="Alejandra León Barrera" userId="43512263486_tp_box_2" providerId="OAuth2" clId="{CE2DED1C-98E3-404D-AA29-8769E08C8A92}" dt="2026-05-30T02:12:18.772" v="5113" actId="113"/>
          <ac:spMkLst>
            <pc:docMk/>
            <pc:sldMk cId="4240875218" sldId="530"/>
            <ac:spMk id="4" creationId="{0D31B012-868B-FC36-C7FB-D8BA669CAB68}"/>
          </ac:spMkLst>
        </pc:spChg>
        <pc:picChg chg="mod">
          <ac:chgData name="Alejandra León Barrera" userId="43512263486_tp_box_2" providerId="OAuth2" clId="{CE2DED1C-98E3-404D-AA29-8769E08C8A92}" dt="2026-05-30T02:10:36.091" v="5092" actId="1076"/>
          <ac:picMkLst>
            <pc:docMk/>
            <pc:sldMk cId="4240875218" sldId="530"/>
            <ac:picMk id="5" creationId="{369E2107-CEFA-DE6B-EDF7-30012707BE2E}"/>
          </ac:picMkLst>
        </pc:picChg>
        <pc:picChg chg="add mod">
          <ac:chgData name="Alejandra León Barrera" userId="43512263486_tp_box_2" providerId="OAuth2" clId="{CE2DED1C-98E3-404D-AA29-8769E08C8A92}" dt="2026-05-30T02:12:42.484" v="5125" actId="1035"/>
          <ac:picMkLst>
            <pc:docMk/>
            <pc:sldMk cId="4240875218" sldId="530"/>
            <ac:picMk id="7" creationId="{E34F95A7-D2E6-0DA2-1B32-E3F650FD9D26}"/>
          </ac:picMkLst>
        </pc:picChg>
        <pc:picChg chg="add mod">
          <ac:chgData name="Alejandra León Barrera" userId="43512263486_tp_box_2" providerId="OAuth2" clId="{CE2DED1C-98E3-404D-AA29-8769E08C8A92}" dt="2026-05-30T02:12:37.710" v="5119" actId="1038"/>
          <ac:picMkLst>
            <pc:docMk/>
            <pc:sldMk cId="4240875218" sldId="530"/>
            <ac:picMk id="9" creationId="{082AE120-B068-2B04-5F7E-0CCCB9517BD6}"/>
          </ac:picMkLst>
        </pc:picChg>
      </pc:sldChg>
      <pc:sldChg chg="addSp delSp modSp mod">
        <pc:chgData name="Alejandra León Barrera" userId="43512263486_tp_box_2" providerId="OAuth2" clId="{CE2DED1C-98E3-404D-AA29-8769E08C8A92}" dt="2026-05-30T02:17:56.954" v="5206" actId="1076"/>
        <pc:sldMkLst>
          <pc:docMk/>
          <pc:sldMk cId="3842299203" sldId="531"/>
        </pc:sldMkLst>
        <pc:spChg chg="mod">
          <ac:chgData name="Alejandra León Barrera" userId="43512263486_tp_box_2" providerId="OAuth2" clId="{CE2DED1C-98E3-404D-AA29-8769E08C8A92}" dt="2026-05-30T02:13:04.293" v="5127" actId="1076"/>
          <ac:spMkLst>
            <pc:docMk/>
            <pc:sldMk cId="3842299203" sldId="531"/>
            <ac:spMk id="2" creationId="{3F2A7934-D8C1-28C1-B068-CC86AE0796BE}"/>
          </ac:spMkLst>
        </pc:spChg>
        <pc:spChg chg="add mod">
          <ac:chgData name="Alejandra León Barrera" userId="43512263486_tp_box_2" providerId="OAuth2" clId="{CE2DED1C-98E3-404D-AA29-8769E08C8A92}" dt="2026-05-30T02:17:14.369" v="5196" actId="1076"/>
          <ac:spMkLst>
            <pc:docMk/>
            <pc:sldMk cId="3842299203" sldId="531"/>
            <ac:spMk id="4" creationId="{768B3D0C-53D1-6697-E1FE-5C198C4DA2C1}"/>
          </ac:spMkLst>
        </pc:spChg>
        <pc:spChg chg="add mod">
          <ac:chgData name="Alejandra León Barrera" userId="43512263486_tp_box_2" providerId="OAuth2" clId="{CE2DED1C-98E3-404D-AA29-8769E08C8A92}" dt="2026-05-30T02:17:09.871" v="5195" actId="1076"/>
          <ac:spMkLst>
            <pc:docMk/>
            <pc:sldMk cId="3842299203" sldId="531"/>
            <ac:spMk id="5" creationId="{9C4FB43F-B395-8184-CAD9-B865C00ADF67}"/>
          </ac:spMkLst>
        </pc:spChg>
        <pc:spChg chg="add mod">
          <ac:chgData name="Alejandra León Barrera" userId="43512263486_tp_box_2" providerId="OAuth2" clId="{CE2DED1C-98E3-404D-AA29-8769E08C8A92}" dt="2026-05-30T02:17:50.444" v="5204" actId="1076"/>
          <ac:spMkLst>
            <pc:docMk/>
            <pc:sldMk cId="3842299203" sldId="531"/>
            <ac:spMk id="7" creationId="{75950661-0C1F-ACF3-44D1-1B5B8C225F2A}"/>
          </ac:spMkLst>
        </pc:spChg>
        <pc:spChg chg="add mod">
          <ac:chgData name="Alejandra León Barrera" userId="43512263486_tp_box_2" providerId="OAuth2" clId="{CE2DED1C-98E3-404D-AA29-8769E08C8A92}" dt="2026-05-30T02:17:52.935" v="5205" actId="1076"/>
          <ac:spMkLst>
            <pc:docMk/>
            <pc:sldMk cId="3842299203" sldId="531"/>
            <ac:spMk id="8" creationId="{6FF9EE26-C085-80C5-E9D1-61CEA3B996F0}"/>
          </ac:spMkLst>
        </pc:spChg>
        <pc:spChg chg="add mod">
          <ac:chgData name="Alejandra León Barrera" userId="43512263486_tp_box_2" providerId="OAuth2" clId="{CE2DED1C-98E3-404D-AA29-8769E08C8A92}" dt="2026-05-30T02:17:56.954" v="5206" actId="1076"/>
          <ac:spMkLst>
            <pc:docMk/>
            <pc:sldMk cId="3842299203" sldId="531"/>
            <ac:spMk id="9" creationId="{E6E02DA5-E9A3-2327-DF88-BB28D00A6EAF}"/>
          </ac:spMkLst>
        </pc:spChg>
        <pc:picChg chg="mod">
          <ac:chgData name="Alejandra León Barrera" userId="43512263486_tp_box_2" providerId="OAuth2" clId="{CE2DED1C-98E3-404D-AA29-8769E08C8A92}" dt="2026-05-30T02:13:00.409" v="5126" actId="14100"/>
          <ac:picMkLst>
            <pc:docMk/>
            <pc:sldMk cId="3842299203" sldId="531"/>
            <ac:picMk id="6" creationId="{EF31C2C7-AE11-8002-7F68-BF796B09D4A5}"/>
          </ac:picMkLst>
        </pc:picChg>
        <pc:picChg chg="add mod">
          <ac:chgData name="Alejandra León Barrera" userId="43512263486_tp_box_2" providerId="OAuth2" clId="{CE2DED1C-98E3-404D-AA29-8769E08C8A92}" dt="2026-05-30T02:16:32.281" v="5183" actId="1036"/>
          <ac:picMkLst>
            <pc:docMk/>
            <pc:sldMk cId="3842299203" sldId="531"/>
            <ac:picMk id="11" creationId="{EBE0D4BC-7824-FCB0-6340-4EF8E23BB85C}"/>
          </ac:picMkLst>
        </pc:picChg>
        <pc:picChg chg="add mod">
          <ac:chgData name="Alejandra León Barrera" userId="43512263486_tp_box_2" providerId="OAuth2" clId="{CE2DED1C-98E3-404D-AA29-8769E08C8A92}" dt="2026-05-30T02:16:53.951" v="5193" actId="1076"/>
          <ac:picMkLst>
            <pc:docMk/>
            <pc:sldMk cId="3842299203" sldId="531"/>
            <ac:picMk id="13" creationId="{7710D941-76C7-890B-44FE-597AA6556953}"/>
          </ac:picMkLst>
        </pc:picChg>
        <pc:picChg chg="add mod">
          <ac:chgData name="Alejandra León Barrera" userId="43512263486_tp_box_2" providerId="OAuth2" clId="{CE2DED1C-98E3-404D-AA29-8769E08C8A92}" dt="2026-05-30T02:16:47.483" v="5192" actId="1076"/>
          <ac:picMkLst>
            <pc:docMk/>
            <pc:sldMk cId="3842299203" sldId="531"/>
            <ac:picMk id="15" creationId="{3818BD15-C0FC-E64E-9B6A-224C88010D3A}"/>
          </ac:picMkLst>
        </pc:picChg>
        <pc:picChg chg="add mod">
          <ac:chgData name="Alejandra León Barrera" userId="43512263486_tp_box_2" providerId="OAuth2" clId="{CE2DED1C-98E3-404D-AA29-8769E08C8A92}" dt="2026-05-30T02:16:41.963" v="5191" actId="1038"/>
          <ac:picMkLst>
            <pc:docMk/>
            <pc:sldMk cId="3842299203" sldId="531"/>
            <ac:picMk id="17" creationId="{B1C40389-CAD6-6DD4-2260-F18F418AE6B4}"/>
          </ac:picMkLst>
        </pc:picChg>
        <pc:picChg chg="add mod">
          <ac:chgData name="Alejandra León Barrera" userId="43512263486_tp_box_2" providerId="OAuth2" clId="{CE2DED1C-98E3-404D-AA29-8769E08C8A92}" dt="2026-05-30T02:16:27.357" v="5179" actId="1076"/>
          <ac:picMkLst>
            <pc:docMk/>
            <pc:sldMk cId="3842299203" sldId="531"/>
            <ac:picMk id="19" creationId="{CAC3F2D7-F113-7064-7DC0-7D8F39DE2CD8}"/>
          </ac:picMkLst>
        </pc:picChg>
      </pc:sldChg>
      <pc:sldChg chg="addSp modSp mod">
        <pc:chgData name="Alejandra León Barrera" userId="43512263486_tp_box_2" providerId="OAuth2" clId="{CE2DED1C-98E3-404D-AA29-8769E08C8A92}" dt="2026-05-30T02:19:43.540" v="5260" actId="1076"/>
        <pc:sldMkLst>
          <pc:docMk/>
          <pc:sldMk cId="361686376" sldId="532"/>
        </pc:sldMkLst>
        <pc:spChg chg="mod">
          <ac:chgData name="Alejandra León Barrera" userId="43512263486_tp_box_2" providerId="OAuth2" clId="{CE2DED1C-98E3-404D-AA29-8769E08C8A92}" dt="2026-05-30T02:18:21.543" v="5208" actId="1076"/>
          <ac:spMkLst>
            <pc:docMk/>
            <pc:sldMk cId="361686376" sldId="532"/>
            <ac:spMk id="2" creationId="{363E1ABC-D352-B73F-EF9E-627763B69CCB}"/>
          </ac:spMkLst>
        </pc:spChg>
        <pc:spChg chg="mod">
          <ac:chgData name="Alejandra León Barrera" userId="43512263486_tp_box_2" providerId="OAuth2" clId="{CE2DED1C-98E3-404D-AA29-8769E08C8A92}" dt="2026-05-30T02:19:43.540" v="5260" actId="1076"/>
          <ac:spMkLst>
            <pc:docMk/>
            <pc:sldMk cId="361686376" sldId="532"/>
            <ac:spMk id="3" creationId="{BEED3573-BD48-5F15-1777-00425F8C8408}"/>
          </ac:spMkLst>
        </pc:spChg>
        <pc:picChg chg="mod">
          <ac:chgData name="Alejandra León Barrera" userId="43512263486_tp_box_2" providerId="OAuth2" clId="{CE2DED1C-98E3-404D-AA29-8769E08C8A92}" dt="2026-05-30T02:19:33.646" v="5238" actId="1076"/>
          <ac:picMkLst>
            <pc:docMk/>
            <pc:sldMk cId="361686376" sldId="532"/>
            <ac:picMk id="5" creationId="{D93BB9AA-08FE-6EF7-C9FA-D3048A7A5252}"/>
          </ac:picMkLst>
        </pc:picChg>
        <pc:picChg chg="add mod">
          <ac:chgData name="Alejandra León Barrera" userId="43512263486_tp_box_2" providerId="OAuth2" clId="{CE2DED1C-98E3-404D-AA29-8769E08C8A92}" dt="2026-05-30T02:19:40.387" v="5259" actId="1038"/>
          <ac:picMkLst>
            <pc:docMk/>
            <pc:sldMk cId="361686376" sldId="532"/>
            <ac:picMk id="6" creationId="{5766B4E6-CD7E-0A8C-D346-3739875A534E}"/>
          </ac:picMkLst>
        </pc:picChg>
      </pc:sldChg>
      <pc:sldChg chg="addSp modSp mod">
        <pc:chgData name="Alejandra León Barrera" userId="43512263486_tp_box_2" providerId="OAuth2" clId="{CE2DED1C-98E3-404D-AA29-8769E08C8A92}" dt="2026-05-30T02:20:47.275" v="5283" actId="113"/>
        <pc:sldMkLst>
          <pc:docMk/>
          <pc:sldMk cId="348311347" sldId="533"/>
        </pc:sldMkLst>
        <pc:spChg chg="mod">
          <ac:chgData name="Alejandra León Barrera" userId="43512263486_tp_box_2" providerId="OAuth2" clId="{CE2DED1C-98E3-404D-AA29-8769E08C8A92}" dt="2026-05-30T02:20:01.871" v="5263" actId="1076"/>
          <ac:spMkLst>
            <pc:docMk/>
            <pc:sldMk cId="348311347" sldId="533"/>
            <ac:spMk id="2" creationId="{93CDED53-4B6D-B7BB-033E-04C307B0525F}"/>
          </ac:spMkLst>
        </pc:spChg>
        <pc:spChg chg="mod">
          <ac:chgData name="Alejandra León Barrera" userId="43512263486_tp_box_2" providerId="OAuth2" clId="{CE2DED1C-98E3-404D-AA29-8769E08C8A92}" dt="2026-05-30T02:20:47.275" v="5283" actId="113"/>
          <ac:spMkLst>
            <pc:docMk/>
            <pc:sldMk cId="348311347" sldId="533"/>
            <ac:spMk id="3" creationId="{D7F10846-31A0-F517-7E44-6A89359ABE6B}"/>
          </ac:spMkLst>
        </pc:spChg>
        <pc:picChg chg="add mod">
          <ac:chgData name="Alejandra León Barrera" userId="43512263486_tp_box_2" providerId="OAuth2" clId="{CE2DED1C-98E3-404D-AA29-8769E08C8A92}" dt="2026-05-30T02:20:36.405" v="5278" actId="1038"/>
          <ac:picMkLst>
            <pc:docMk/>
            <pc:sldMk cId="348311347" sldId="533"/>
            <ac:picMk id="5" creationId="{97842254-A51C-3136-A111-1FD3CD4C1192}"/>
          </ac:picMkLst>
        </pc:picChg>
        <pc:picChg chg="mod">
          <ac:chgData name="Alejandra León Barrera" userId="43512263486_tp_box_2" providerId="OAuth2" clId="{CE2DED1C-98E3-404D-AA29-8769E08C8A92}" dt="2026-05-30T02:19:59.127" v="5262" actId="1076"/>
          <ac:picMkLst>
            <pc:docMk/>
            <pc:sldMk cId="348311347" sldId="533"/>
            <ac:picMk id="6" creationId="{30B23A55-42AA-9284-9C26-1268D907B847}"/>
          </ac:picMkLst>
        </pc:picChg>
      </pc:sldChg>
      <pc:sldChg chg="addSp modSp mod">
        <pc:chgData name="Alejandra León Barrera" userId="43512263486_tp_box_2" providerId="OAuth2" clId="{CE2DED1C-98E3-404D-AA29-8769E08C8A92}" dt="2026-05-30T02:22:22.197" v="5304" actId="1037"/>
        <pc:sldMkLst>
          <pc:docMk/>
          <pc:sldMk cId="722191403" sldId="534"/>
        </pc:sldMkLst>
        <pc:spChg chg="mod">
          <ac:chgData name="Alejandra León Barrera" userId="43512263486_tp_box_2" providerId="OAuth2" clId="{CE2DED1C-98E3-404D-AA29-8769E08C8A92}" dt="2026-05-30T02:21:35.472" v="5289" actId="14100"/>
          <ac:spMkLst>
            <pc:docMk/>
            <pc:sldMk cId="722191403" sldId="534"/>
            <ac:spMk id="2" creationId="{767C4A70-166E-8678-276C-D0F896D5D610}"/>
          </ac:spMkLst>
        </pc:spChg>
        <pc:spChg chg="mod">
          <ac:chgData name="Alejandra León Barrera" userId="43512263486_tp_box_2" providerId="OAuth2" clId="{CE2DED1C-98E3-404D-AA29-8769E08C8A92}" dt="2026-05-30T02:22:00.149" v="5299" actId="20577"/>
          <ac:spMkLst>
            <pc:docMk/>
            <pc:sldMk cId="722191403" sldId="534"/>
            <ac:spMk id="9" creationId="{54662D0F-BBE1-23EA-A8EA-18E21322F151}"/>
          </ac:spMkLst>
        </pc:spChg>
        <pc:picChg chg="add mod">
          <ac:chgData name="Alejandra León Barrera" userId="43512263486_tp_box_2" providerId="OAuth2" clId="{CE2DED1C-98E3-404D-AA29-8769E08C8A92}" dt="2026-05-30T02:22:22.197" v="5304" actId="1037"/>
          <ac:picMkLst>
            <pc:docMk/>
            <pc:sldMk cId="722191403" sldId="534"/>
            <ac:picMk id="4" creationId="{29BD46C5-030E-02AC-16C9-CC9998FB570A}"/>
          </ac:picMkLst>
        </pc:picChg>
        <pc:picChg chg="mod">
          <ac:chgData name="Alejandra León Barrera" userId="43512263486_tp_box_2" providerId="OAuth2" clId="{CE2DED1C-98E3-404D-AA29-8769E08C8A92}" dt="2026-05-30T02:21:36.193" v="5290" actId="1076"/>
          <ac:picMkLst>
            <pc:docMk/>
            <pc:sldMk cId="722191403" sldId="534"/>
            <ac:picMk id="5" creationId="{AC45DC61-92B0-C947-0271-9A35BA6A093E}"/>
          </ac:picMkLst>
        </pc:picChg>
      </pc:sldChg>
      <pc:sldChg chg="modSp mod">
        <pc:chgData name="Alejandra León Barrera" userId="43512263486_tp_box_2" providerId="OAuth2" clId="{CE2DED1C-98E3-404D-AA29-8769E08C8A92}" dt="2026-05-30T02:23:47.649" v="5311" actId="1076"/>
        <pc:sldMkLst>
          <pc:docMk/>
          <pc:sldMk cId="689346255" sldId="535"/>
        </pc:sldMkLst>
        <pc:spChg chg="mod">
          <ac:chgData name="Alejandra León Barrera" userId="43512263486_tp_box_2" providerId="OAuth2" clId="{CE2DED1C-98E3-404D-AA29-8769E08C8A92}" dt="2026-05-30T02:23:03.879" v="5307" actId="1076"/>
          <ac:spMkLst>
            <pc:docMk/>
            <pc:sldMk cId="689346255" sldId="535"/>
            <ac:spMk id="2" creationId="{A0A829BE-C2A9-64F5-5D67-9F9840EB5460}"/>
          </ac:spMkLst>
        </pc:spChg>
        <pc:spChg chg="mod">
          <ac:chgData name="Alejandra León Barrera" userId="43512263486_tp_box_2" providerId="OAuth2" clId="{CE2DED1C-98E3-404D-AA29-8769E08C8A92}" dt="2026-05-30T02:23:16.425" v="5310" actId="14100"/>
          <ac:spMkLst>
            <pc:docMk/>
            <pc:sldMk cId="689346255" sldId="535"/>
            <ac:spMk id="9" creationId="{31110DD1-7D8E-36CD-1837-7258B2D2A4F0}"/>
          </ac:spMkLst>
        </pc:spChg>
        <pc:picChg chg="mod">
          <ac:chgData name="Alejandra León Barrera" userId="43512263486_tp_box_2" providerId="OAuth2" clId="{CE2DED1C-98E3-404D-AA29-8769E08C8A92}" dt="2026-05-30T02:23:47.649" v="5311" actId="1076"/>
          <ac:picMkLst>
            <pc:docMk/>
            <pc:sldMk cId="689346255" sldId="535"/>
            <ac:picMk id="4" creationId="{04E47115-6359-57D2-A579-F5F23F025C0F}"/>
          </ac:picMkLst>
        </pc:picChg>
      </pc:sldChg>
      <pc:sldChg chg="addSp modSp mod">
        <pc:chgData name="Alejandra León Barrera" userId="43512263486_tp_box_2" providerId="OAuth2" clId="{CE2DED1C-98E3-404D-AA29-8769E08C8A92}" dt="2026-05-30T02:24:56.281" v="5335" actId="113"/>
        <pc:sldMkLst>
          <pc:docMk/>
          <pc:sldMk cId="2149112016" sldId="536"/>
        </pc:sldMkLst>
        <pc:spChg chg="mod">
          <ac:chgData name="Alejandra León Barrera" userId="43512263486_tp_box_2" providerId="OAuth2" clId="{CE2DED1C-98E3-404D-AA29-8769E08C8A92}" dt="2026-05-30T02:24:14.763" v="5316" actId="1076"/>
          <ac:spMkLst>
            <pc:docMk/>
            <pc:sldMk cId="2149112016" sldId="536"/>
            <ac:spMk id="2" creationId="{884B9274-2778-BC41-4140-166294EBA476}"/>
          </ac:spMkLst>
        </pc:spChg>
        <pc:spChg chg="mod">
          <ac:chgData name="Alejandra León Barrera" userId="43512263486_tp_box_2" providerId="OAuth2" clId="{CE2DED1C-98E3-404D-AA29-8769E08C8A92}" dt="2026-05-30T02:24:56.281" v="5335" actId="113"/>
          <ac:spMkLst>
            <pc:docMk/>
            <pc:sldMk cId="2149112016" sldId="536"/>
            <ac:spMk id="9" creationId="{0C0FB035-C08B-DA33-7282-9DED181E28E3}"/>
          </ac:spMkLst>
        </pc:spChg>
        <pc:picChg chg="add mod">
          <ac:chgData name="Alejandra León Barrera" userId="43512263486_tp_box_2" providerId="OAuth2" clId="{CE2DED1C-98E3-404D-AA29-8769E08C8A92}" dt="2026-05-30T02:24:49.182" v="5331" actId="1036"/>
          <ac:picMkLst>
            <pc:docMk/>
            <pc:sldMk cId="2149112016" sldId="536"/>
            <ac:picMk id="4" creationId="{C0F9A09B-3331-91D4-726C-EAA54E0646BC}"/>
          </ac:picMkLst>
        </pc:picChg>
        <pc:picChg chg="mod">
          <ac:chgData name="Alejandra León Barrera" userId="43512263486_tp_box_2" providerId="OAuth2" clId="{CE2DED1C-98E3-404D-AA29-8769E08C8A92}" dt="2026-05-30T02:24:08.239" v="5313" actId="1076"/>
          <ac:picMkLst>
            <pc:docMk/>
            <pc:sldMk cId="2149112016" sldId="536"/>
            <ac:picMk id="5" creationId="{35CB4BF9-1846-85A8-71DE-A148F3818B08}"/>
          </ac:picMkLst>
        </pc:picChg>
      </pc:sldChg>
      <pc:sldChg chg="addSp delSp modSp mod">
        <pc:chgData name="Alejandra León Barrera" userId="43512263486_tp_box_2" providerId="OAuth2" clId="{CE2DED1C-98E3-404D-AA29-8769E08C8A92}" dt="2026-05-30T02:33:18.831" v="5390" actId="1076"/>
        <pc:sldMkLst>
          <pc:docMk/>
          <pc:sldMk cId="4083082229" sldId="537"/>
        </pc:sldMkLst>
        <pc:spChg chg="mod">
          <ac:chgData name="Alejandra León Barrera" userId="43512263486_tp_box_2" providerId="OAuth2" clId="{CE2DED1C-98E3-404D-AA29-8769E08C8A92}" dt="2026-05-30T02:33:18.831" v="5390" actId="1076"/>
          <ac:spMkLst>
            <pc:docMk/>
            <pc:sldMk cId="4083082229" sldId="537"/>
            <ac:spMk id="2" creationId="{C155A143-27FD-A7D4-6865-BC943EBC8A26}"/>
          </ac:spMkLst>
        </pc:spChg>
        <pc:spChg chg="add mod">
          <ac:chgData name="Alejandra León Barrera" userId="43512263486_tp_box_2" providerId="OAuth2" clId="{CE2DED1C-98E3-404D-AA29-8769E08C8A92}" dt="2026-05-30T02:31:04.822" v="5383" actId="113"/>
          <ac:spMkLst>
            <pc:docMk/>
            <pc:sldMk cId="4083082229" sldId="537"/>
            <ac:spMk id="12" creationId="{FF3C9D00-E7CD-6AE2-18CB-3CD28158A812}"/>
          </ac:spMkLst>
        </pc:spChg>
        <pc:spChg chg="add mod">
          <ac:chgData name="Alejandra León Barrera" userId="43512263486_tp_box_2" providerId="OAuth2" clId="{CE2DED1C-98E3-404D-AA29-8769E08C8A92}" dt="2026-05-30T02:31:07.088" v="5384" actId="113"/>
          <ac:spMkLst>
            <pc:docMk/>
            <pc:sldMk cId="4083082229" sldId="537"/>
            <ac:spMk id="14" creationId="{4B6E4D4F-2F3D-7E21-7ED0-AD599B5989C0}"/>
          </ac:spMkLst>
        </pc:spChg>
        <pc:picChg chg="add mod">
          <ac:chgData name="Alejandra León Barrera" userId="43512263486_tp_box_2" providerId="OAuth2" clId="{CE2DED1C-98E3-404D-AA29-8769E08C8A92}" dt="2026-05-30T02:28:47.308" v="5344" actId="1076"/>
          <ac:picMkLst>
            <pc:docMk/>
            <pc:sldMk cId="4083082229" sldId="537"/>
            <ac:picMk id="4" creationId="{D85C68A6-289E-2A8D-7D54-567F0EF3A538}"/>
          </ac:picMkLst>
        </pc:picChg>
        <pc:picChg chg="add mod">
          <ac:chgData name="Alejandra León Barrera" userId="43512263486_tp_box_2" providerId="OAuth2" clId="{CE2DED1C-98E3-404D-AA29-8769E08C8A92}" dt="2026-05-30T02:29:13.277" v="5350" actId="1076"/>
          <ac:picMkLst>
            <pc:docMk/>
            <pc:sldMk cId="4083082229" sldId="537"/>
            <ac:picMk id="6" creationId="{45242297-AA4E-1EC8-C35B-D7B30D6208B9}"/>
          </ac:picMkLst>
        </pc:picChg>
        <pc:picChg chg="add mod">
          <ac:chgData name="Alejandra León Barrera" userId="43512263486_tp_box_2" providerId="OAuth2" clId="{CE2DED1C-98E3-404D-AA29-8769E08C8A92}" dt="2026-05-30T02:29:59.926" v="5365" actId="1038"/>
          <ac:picMkLst>
            <pc:docMk/>
            <pc:sldMk cId="4083082229" sldId="537"/>
            <ac:picMk id="8" creationId="{85324653-A10A-0EBF-4F17-49B4204871C4}"/>
          </ac:picMkLst>
        </pc:picChg>
        <pc:picChg chg="add mod">
          <ac:chgData name="Alejandra León Barrera" userId="43512263486_tp_box_2" providerId="OAuth2" clId="{CE2DED1C-98E3-404D-AA29-8769E08C8A92}" dt="2026-05-30T02:29:53.547" v="5355" actId="1035"/>
          <ac:picMkLst>
            <pc:docMk/>
            <pc:sldMk cId="4083082229" sldId="537"/>
            <ac:picMk id="11" creationId="{3BC33029-E015-6162-45AD-41DB6E663E05}"/>
          </ac:picMkLst>
        </pc:picChg>
      </pc:sldChg>
      <pc:sldChg chg="modSp mod ord">
        <pc:chgData name="Alejandra León Barrera" userId="43512263486_tp_box_2" providerId="OAuth2" clId="{CE2DED1C-98E3-404D-AA29-8769E08C8A92}" dt="2026-05-30T02:04:26.792" v="4982"/>
        <pc:sldMkLst>
          <pc:docMk/>
          <pc:sldMk cId="2513754763" sldId="538"/>
        </pc:sldMkLst>
        <pc:spChg chg="mod">
          <ac:chgData name="Alejandra León Barrera" userId="43512263486_tp_box_2" providerId="OAuth2" clId="{CE2DED1C-98E3-404D-AA29-8769E08C8A92}" dt="2026-05-30T02:02:50.056" v="4969" actId="1076"/>
          <ac:spMkLst>
            <pc:docMk/>
            <pc:sldMk cId="2513754763" sldId="538"/>
            <ac:spMk id="2" creationId="{ABEFFE14-2D46-8CE2-8785-90A9194A18A7}"/>
          </ac:spMkLst>
        </pc:spChg>
        <pc:spChg chg="mod">
          <ac:chgData name="Alejandra León Barrera" userId="43512263486_tp_box_2" providerId="OAuth2" clId="{CE2DED1C-98E3-404D-AA29-8769E08C8A92}" dt="2026-05-30T02:04:13.650" v="4980" actId="20577"/>
          <ac:spMkLst>
            <pc:docMk/>
            <pc:sldMk cId="2513754763" sldId="538"/>
            <ac:spMk id="3" creationId="{D00130F3-0300-B421-D929-B7C3CBE6EE6D}"/>
          </ac:spMkLst>
        </pc:spChg>
        <pc:picChg chg="mod">
          <ac:chgData name="Alejandra León Barrera" userId="43512263486_tp_box_2" providerId="OAuth2" clId="{CE2DED1C-98E3-404D-AA29-8769E08C8A92}" dt="2026-05-30T02:03:08.457" v="4976" actId="1076"/>
          <ac:picMkLst>
            <pc:docMk/>
            <pc:sldMk cId="2513754763" sldId="538"/>
            <ac:picMk id="5" creationId="{376D12A2-B44E-86B8-0FD6-0D902FB4F7B2}"/>
          </ac:picMkLst>
        </pc:picChg>
      </pc:sldChg>
      <pc:sldChg chg="modSp mod">
        <pc:chgData name="Alejandra León Barrera" userId="43512263486_tp_box_2" providerId="OAuth2" clId="{CE2DED1C-98E3-404D-AA29-8769E08C8A92}" dt="2026-05-30T02:01:45.832" v="4951" actId="113"/>
        <pc:sldMkLst>
          <pc:docMk/>
          <pc:sldMk cId="1262343467" sldId="539"/>
        </pc:sldMkLst>
        <pc:spChg chg="mod">
          <ac:chgData name="Alejandra León Barrera" userId="43512263486_tp_box_2" providerId="OAuth2" clId="{CE2DED1C-98E3-404D-AA29-8769E08C8A92}" dt="2026-05-30T02:00:58.673" v="4940" actId="1076"/>
          <ac:spMkLst>
            <pc:docMk/>
            <pc:sldMk cId="1262343467" sldId="539"/>
            <ac:spMk id="2" creationId="{A131FB8A-5B6D-7342-B053-F771B29DE414}"/>
          </ac:spMkLst>
        </pc:spChg>
        <pc:spChg chg="mod">
          <ac:chgData name="Alejandra León Barrera" userId="43512263486_tp_box_2" providerId="OAuth2" clId="{CE2DED1C-98E3-404D-AA29-8769E08C8A92}" dt="2026-05-30T02:01:45.832" v="4951" actId="113"/>
          <ac:spMkLst>
            <pc:docMk/>
            <pc:sldMk cId="1262343467" sldId="539"/>
            <ac:spMk id="3" creationId="{C0BD5FB2-5D16-3D19-FFB6-FB6D2234CD47}"/>
          </ac:spMkLst>
        </pc:spChg>
        <pc:picChg chg="mod">
          <ac:chgData name="Alejandra León Barrera" userId="43512263486_tp_box_2" providerId="OAuth2" clId="{CE2DED1C-98E3-404D-AA29-8769E08C8A92}" dt="2026-05-30T02:00:54.886" v="4939" actId="1076"/>
          <ac:picMkLst>
            <pc:docMk/>
            <pc:sldMk cId="1262343467" sldId="539"/>
            <ac:picMk id="5" creationId="{C4B7EA9F-F089-4739-78BA-1D02A7E5524E}"/>
          </ac:picMkLst>
        </pc:picChg>
        <pc:picChg chg="mod">
          <ac:chgData name="Alejandra León Barrera" userId="43512263486_tp_box_2" providerId="OAuth2" clId="{CE2DED1C-98E3-404D-AA29-8769E08C8A92}" dt="2026-05-30T02:01:01.463" v="4941" actId="1076"/>
          <ac:picMkLst>
            <pc:docMk/>
            <pc:sldMk cId="1262343467" sldId="539"/>
            <ac:picMk id="9" creationId="{D62476F9-0EE5-3E5A-1F71-3BFD83295D4E}"/>
          </ac:picMkLst>
        </pc:picChg>
      </pc:sldChg>
      <pc:sldChg chg="modSp mod">
        <pc:chgData name="Alejandra León Barrera" userId="43512263486_tp_box_2" providerId="OAuth2" clId="{CE2DED1C-98E3-404D-AA29-8769E08C8A92}" dt="2026-05-30T02:02:32.424" v="4965" actId="113"/>
        <pc:sldMkLst>
          <pc:docMk/>
          <pc:sldMk cId="3361971468" sldId="540"/>
        </pc:sldMkLst>
        <pc:spChg chg="mod">
          <ac:chgData name="Alejandra León Barrera" userId="43512263486_tp_box_2" providerId="OAuth2" clId="{CE2DED1C-98E3-404D-AA29-8769E08C8A92}" dt="2026-05-30T02:02:05.562" v="4958" actId="1076"/>
          <ac:spMkLst>
            <pc:docMk/>
            <pc:sldMk cId="3361971468" sldId="540"/>
            <ac:spMk id="2" creationId="{BAFC0460-8D3B-362C-F879-7E58C7CDFFF6}"/>
          </ac:spMkLst>
        </pc:spChg>
        <pc:spChg chg="mod">
          <ac:chgData name="Alejandra León Barrera" userId="43512263486_tp_box_2" providerId="OAuth2" clId="{CE2DED1C-98E3-404D-AA29-8769E08C8A92}" dt="2026-05-30T02:02:32.424" v="4965" actId="113"/>
          <ac:spMkLst>
            <pc:docMk/>
            <pc:sldMk cId="3361971468" sldId="540"/>
            <ac:spMk id="3" creationId="{7A78CBB0-0DAB-E9DE-3876-CBBC211D5901}"/>
          </ac:spMkLst>
        </pc:spChg>
        <pc:picChg chg="mod">
          <ac:chgData name="Alejandra León Barrera" userId="43512263486_tp_box_2" providerId="OAuth2" clId="{CE2DED1C-98E3-404D-AA29-8769E08C8A92}" dt="2026-05-30T02:02:00.477" v="4955" actId="1076"/>
          <ac:picMkLst>
            <pc:docMk/>
            <pc:sldMk cId="3361971468" sldId="540"/>
            <ac:picMk id="6" creationId="{7BE6DB91-A862-5DFD-708E-4F68D3D057D6}"/>
          </ac:picMkLst>
        </pc:picChg>
        <pc:picChg chg="mod">
          <ac:chgData name="Alejandra León Barrera" userId="43512263486_tp_box_2" providerId="OAuth2" clId="{CE2DED1C-98E3-404D-AA29-8769E08C8A92}" dt="2026-05-30T02:02:02.247" v="4956" actId="1076"/>
          <ac:picMkLst>
            <pc:docMk/>
            <pc:sldMk cId="3361971468" sldId="540"/>
            <ac:picMk id="8" creationId="{C9BF78AA-E5D9-FB87-AD0D-8C0A9CD3D340}"/>
          </ac:picMkLst>
        </pc:picChg>
      </pc:sldChg>
      <pc:sldChg chg="addSp delSp modSp mod">
        <pc:chgData name="Alejandra León Barrera" userId="43512263486_tp_box_2" providerId="OAuth2" clId="{CE2DED1C-98E3-404D-AA29-8769E08C8A92}" dt="2026-05-30T02:08:57.134" v="5034" actId="1037"/>
        <pc:sldMkLst>
          <pc:docMk/>
          <pc:sldMk cId="3507364363" sldId="541"/>
        </pc:sldMkLst>
        <pc:spChg chg="mod">
          <ac:chgData name="Alejandra León Barrera" userId="43512263486_tp_box_2" providerId="OAuth2" clId="{CE2DED1C-98E3-404D-AA29-8769E08C8A92}" dt="2026-05-30T02:07:44.287" v="4997" actId="1076"/>
          <ac:spMkLst>
            <pc:docMk/>
            <pc:sldMk cId="3507364363" sldId="541"/>
            <ac:spMk id="2" creationId="{055E4873-1D3C-7358-E270-AE91A42EB2E8}"/>
          </ac:spMkLst>
        </pc:spChg>
        <pc:spChg chg="add mod">
          <ac:chgData name="Alejandra León Barrera" userId="43512263486_tp_box_2" providerId="OAuth2" clId="{CE2DED1C-98E3-404D-AA29-8769E08C8A92}" dt="2026-05-30T02:08:04.979" v="5003"/>
          <ac:spMkLst>
            <pc:docMk/>
            <pc:sldMk cId="3507364363" sldId="541"/>
            <ac:spMk id="4" creationId="{AEA39322-2078-ED80-E957-D3040C003994}"/>
          </ac:spMkLst>
        </pc:spChg>
        <pc:spChg chg="add mod">
          <ac:chgData name="Alejandra León Barrera" userId="43512263486_tp_box_2" providerId="OAuth2" clId="{CE2DED1C-98E3-404D-AA29-8769E08C8A92}" dt="2026-05-30T02:08:31.579" v="5011" actId="1076"/>
          <ac:spMkLst>
            <pc:docMk/>
            <pc:sldMk cId="3507364363" sldId="541"/>
            <ac:spMk id="5" creationId="{31B22EC5-481F-3ED8-8CC7-9F880C5A8F2B}"/>
          </ac:spMkLst>
        </pc:spChg>
        <pc:picChg chg="add mod">
          <ac:chgData name="Alejandra León Barrera" userId="43512263486_tp_box_2" providerId="OAuth2" clId="{CE2DED1C-98E3-404D-AA29-8769E08C8A92}" dt="2026-05-30T02:08:57.134" v="5034" actId="1037"/>
          <ac:picMkLst>
            <pc:docMk/>
            <pc:sldMk cId="3507364363" sldId="541"/>
            <ac:picMk id="7" creationId="{8C99A548-BBA2-59B8-CEDF-A2FF84C48784}"/>
          </ac:picMkLst>
        </pc:picChg>
        <pc:picChg chg="mod">
          <ac:chgData name="Alejandra León Barrera" userId="43512263486_tp_box_2" providerId="OAuth2" clId="{CE2DED1C-98E3-404D-AA29-8769E08C8A92}" dt="2026-05-30T02:07:36.089" v="4995" actId="1076"/>
          <ac:picMkLst>
            <pc:docMk/>
            <pc:sldMk cId="3507364363" sldId="541"/>
            <ac:picMk id="8" creationId="{CD4908BE-DD5F-ADAC-2C4B-DE47565D9688}"/>
          </ac:picMkLst>
        </pc:picChg>
        <pc:picChg chg="mod">
          <ac:chgData name="Alejandra León Barrera" userId="43512263486_tp_box_2" providerId="OAuth2" clId="{CE2DED1C-98E3-404D-AA29-8769E08C8A92}" dt="2026-05-30T02:07:37.904" v="4996" actId="1076"/>
          <ac:picMkLst>
            <pc:docMk/>
            <pc:sldMk cId="3507364363" sldId="541"/>
            <ac:picMk id="10" creationId="{66182043-01DA-75BB-43C9-13ECCA438C13}"/>
          </ac:picMkLst>
        </pc:picChg>
        <pc:picChg chg="add mod">
          <ac:chgData name="Alejandra León Barrera" userId="43512263486_tp_box_2" providerId="OAuth2" clId="{CE2DED1C-98E3-404D-AA29-8769E08C8A92}" dt="2026-05-30T02:08:50.673" v="5023" actId="1036"/>
          <ac:picMkLst>
            <pc:docMk/>
            <pc:sldMk cId="3507364363" sldId="541"/>
            <ac:picMk id="11" creationId="{9466CE89-FB4A-DC8B-74B6-9DF397177E82}"/>
          </ac:picMkLst>
        </pc:picChg>
      </pc:sldChg>
      <pc:sldChg chg="modSp mod">
        <pc:chgData name="Alejandra León Barrera" userId="43512263486_tp_box_2" providerId="OAuth2" clId="{CE2DED1C-98E3-404D-AA29-8769E08C8A92}" dt="2026-05-30T02:05:39.251" v="4984" actId="113"/>
        <pc:sldMkLst>
          <pc:docMk/>
          <pc:sldMk cId="2908848225" sldId="543"/>
        </pc:sldMkLst>
        <pc:spChg chg="mod">
          <ac:chgData name="Alejandra León Barrera" userId="43512263486_tp_box_2" providerId="OAuth2" clId="{CE2DED1C-98E3-404D-AA29-8769E08C8A92}" dt="2026-05-30T02:05:39.251" v="4984" actId="113"/>
          <ac:spMkLst>
            <pc:docMk/>
            <pc:sldMk cId="2908848225" sldId="543"/>
            <ac:spMk id="3" creationId="{16532842-EBD6-898C-F7DA-D88663811CF9}"/>
          </ac:spMkLst>
        </pc:spChg>
        <pc:spChg chg="mod">
          <ac:chgData name="Alejandra León Barrera" userId="43512263486_tp_box_2" providerId="OAuth2" clId="{CE2DED1C-98E3-404D-AA29-8769E08C8A92}" dt="2026-05-30T02:00:00.131" v="4924" actId="1076"/>
          <ac:spMkLst>
            <pc:docMk/>
            <pc:sldMk cId="2908848225" sldId="543"/>
            <ac:spMk id="5" creationId="{8622EF89-03CD-3A2E-08A9-6996B7ED6D82}"/>
          </ac:spMkLst>
        </pc:spChg>
        <pc:picChg chg="mod">
          <ac:chgData name="Alejandra León Barrera" userId="43512263486_tp_box_2" providerId="OAuth2" clId="{CE2DED1C-98E3-404D-AA29-8769E08C8A92}" dt="2026-05-30T01:59:53.046" v="4921" actId="1076"/>
          <ac:picMkLst>
            <pc:docMk/>
            <pc:sldMk cId="2908848225" sldId="543"/>
            <ac:picMk id="4" creationId="{9B77971C-956F-923C-8DDB-F27A92C05971}"/>
          </ac:picMkLst>
        </pc:picChg>
      </pc:sldChg>
      <pc:sldChg chg="modSp mod">
        <pc:chgData name="Alejandra León Barrera" userId="43512263486_tp_box_2" providerId="OAuth2" clId="{CE2DED1C-98E3-404D-AA29-8769E08C8A92}" dt="2026-05-29T15:23:01.006" v="1916" actId="1076"/>
        <pc:sldMkLst>
          <pc:docMk/>
          <pc:sldMk cId="2469285465" sldId="544"/>
        </pc:sldMkLst>
        <pc:spChg chg="mod">
          <ac:chgData name="Alejandra León Barrera" userId="43512263486_tp_box_2" providerId="OAuth2" clId="{CE2DED1C-98E3-404D-AA29-8769E08C8A92}" dt="2026-05-29T15:23:01.006" v="1916" actId="1076"/>
          <ac:spMkLst>
            <pc:docMk/>
            <pc:sldMk cId="2469285465" sldId="544"/>
            <ac:spMk id="3" creationId="{F95B55DA-4384-89BF-8381-6BC09D3D4116}"/>
          </ac:spMkLst>
        </pc:spChg>
        <pc:spChg chg="mod">
          <ac:chgData name="Alejandra León Barrera" userId="43512263486_tp_box_2" providerId="OAuth2" clId="{CE2DED1C-98E3-404D-AA29-8769E08C8A92}" dt="2026-05-29T15:22:56.434" v="1914" actId="1076"/>
          <ac:spMkLst>
            <pc:docMk/>
            <pc:sldMk cId="2469285465" sldId="544"/>
            <ac:spMk id="7" creationId="{D4C8BD65-2594-69E4-8C5C-A897F6A06EF0}"/>
          </ac:spMkLst>
        </pc:spChg>
        <pc:picChg chg="mod">
          <ac:chgData name="Alejandra León Barrera" userId="43512263486_tp_box_2" providerId="OAuth2" clId="{CE2DED1C-98E3-404D-AA29-8769E08C8A92}" dt="2026-05-29T15:22:58.558" v="1915" actId="1076"/>
          <ac:picMkLst>
            <pc:docMk/>
            <pc:sldMk cId="2469285465" sldId="544"/>
            <ac:picMk id="6" creationId="{41386208-42DF-59EB-83E1-06BF7DD9AB89}"/>
          </ac:picMkLst>
        </pc:picChg>
      </pc:sldChg>
      <pc:sldChg chg="modSp mod">
        <pc:chgData name="Alejandra León Barrera" userId="43512263486_tp_box_2" providerId="OAuth2" clId="{CE2DED1C-98E3-404D-AA29-8769E08C8A92}" dt="2026-05-29T15:32:54.634" v="1942" actId="113"/>
        <pc:sldMkLst>
          <pc:docMk/>
          <pc:sldMk cId="4169813660" sldId="545"/>
        </pc:sldMkLst>
        <pc:spChg chg="mod">
          <ac:chgData name="Alejandra León Barrera" userId="43512263486_tp_box_2" providerId="OAuth2" clId="{CE2DED1C-98E3-404D-AA29-8769E08C8A92}" dt="2026-05-29T15:32:54.634" v="1942" actId="113"/>
          <ac:spMkLst>
            <pc:docMk/>
            <pc:sldMk cId="4169813660" sldId="545"/>
            <ac:spMk id="3" creationId="{0FA9E1C7-8EA1-20D7-005B-1F97A17AF8B0}"/>
          </ac:spMkLst>
        </pc:spChg>
        <pc:spChg chg="mod">
          <ac:chgData name="Alejandra León Barrera" userId="43512263486_tp_box_2" providerId="OAuth2" clId="{CE2DED1C-98E3-404D-AA29-8769E08C8A92}" dt="2026-05-29T15:32:33.287" v="1936" actId="1076"/>
          <ac:spMkLst>
            <pc:docMk/>
            <pc:sldMk cId="4169813660" sldId="545"/>
            <ac:spMk id="7" creationId="{6B9058B9-2AE3-CB39-D1E5-0FBF651AE6FD}"/>
          </ac:spMkLst>
        </pc:spChg>
        <pc:picChg chg="mod">
          <ac:chgData name="Alejandra León Barrera" userId="43512263486_tp_box_2" providerId="OAuth2" clId="{CE2DED1C-98E3-404D-AA29-8769E08C8A92}" dt="2026-05-29T15:32:44.333" v="1939" actId="1076"/>
          <ac:picMkLst>
            <pc:docMk/>
            <pc:sldMk cId="4169813660" sldId="545"/>
            <ac:picMk id="4" creationId="{0B844935-AB19-329D-6EDE-94771593FCE8}"/>
          </ac:picMkLst>
        </pc:picChg>
      </pc:sldChg>
      <pc:sldChg chg="modSp mod">
        <pc:chgData name="Alejandra León Barrera" userId="43512263486_tp_box_2" providerId="OAuth2" clId="{CE2DED1C-98E3-404D-AA29-8769E08C8A92}" dt="2026-05-29T16:52:28.723" v="2449" actId="1076"/>
        <pc:sldMkLst>
          <pc:docMk/>
          <pc:sldMk cId="3766511427" sldId="546"/>
        </pc:sldMkLst>
        <pc:spChg chg="mod">
          <ac:chgData name="Alejandra León Barrera" userId="43512263486_tp_box_2" providerId="OAuth2" clId="{CE2DED1C-98E3-404D-AA29-8769E08C8A92}" dt="2026-05-29T16:52:28.723" v="2449" actId="1076"/>
          <ac:spMkLst>
            <pc:docMk/>
            <pc:sldMk cId="3766511427" sldId="546"/>
            <ac:spMk id="3" creationId="{D7CB56F5-9F2A-2084-0D15-DE422E93C8CB}"/>
          </ac:spMkLst>
        </pc:spChg>
        <pc:spChg chg="mod">
          <ac:chgData name="Alejandra León Barrera" userId="43512263486_tp_box_2" providerId="OAuth2" clId="{CE2DED1C-98E3-404D-AA29-8769E08C8A92}" dt="2026-05-29T15:36:04.367" v="1958" actId="114"/>
          <ac:spMkLst>
            <pc:docMk/>
            <pc:sldMk cId="3766511427" sldId="546"/>
            <ac:spMk id="7" creationId="{55F5F1E0-3E06-A6BE-1FB3-67785639964B}"/>
          </ac:spMkLst>
        </pc:spChg>
        <pc:spChg chg="mod">
          <ac:chgData name="Alejandra León Barrera" userId="43512263486_tp_box_2" providerId="OAuth2" clId="{CE2DED1C-98E3-404D-AA29-8769E08C8A92}" dt="2026-05-29T16:52:17.311" v="2448" actId="20577"/>
          <ac:spMkLst>
            <pc:docMk/>
            <pc:sldMk cId="3766511427" sldId="546"/>
            <ac:spMk id="11" creationId="{3C05DB2C-ED65-FCFF-5C76-F9709143C67C}"/>
          </ac:spMkLst>
        </pc:spChg>
        <pc:picChg chg="mod">
          <ac:chgData name="Alejandra León Barrera" userId="43512263486_tp_box_2" providerId="OAuth2" clId="{CE2DED1C-98E3-404D-AA29-8769E08C8A92}" dt="2026-05-29T15:35:15.019" v="1945" actId="1076"/>
          <ac:picMkLst>
            <pc:docMk/>
            <pc:sldMk cId="3766511427" sldId="546"/>
            <ac:picMk id="5" creationId="{C9CC4445-525D-FE58-625E-FE02E13E1D4F}"/>
          </ac:picMkLst>
        </pc:picChg>
        <pc:picChg chg="mod">
          <ac:chgData name="Alejandra León Barrera" userId="43512263486_tp_box_2" providerId="OAuth2" clId="{CE2DED1C-98E3-404D-AA29-8769E08C8A92}" dt="2026-05-29T15:35:15.019" v="1945" actId="1076"/>
          <ac:picMkLst>
            <pc:docMk/>
            <pc:sldMk cId="3766511427" sldId="546"/>
            <ac:picMk id="8" creationId="{CD3AB2DF-70EF-0118-993D-5FD8F16FCF41}"/>
          </ac:picMkLst>
        </pc:picChg>
        <pc:picChg chg="mod">
          <ac:chgData name="Alejandra León Barrera" userId="43512263486_tp_box_2" providerId="OAuth2" clId="{CE2DED1C-98E3-404D-AA29-8769E08C8A92}" dt="2026-05-29T15:35:15.019" v="1945" actId="1076"/>
          <ac:picMkLst>
            <pc:docMk/>
            <pc:sldMk cId="3766511427" sldId="546"/>
            <ac:picMk id="10" creationId="{B51A5575-F74D-90FE-1E0E-4D3629BB16A9}"/>
          </ac:picMkLst>
        </pc:picChg>
      </pc:sldChg>
      <pc:sldChg chg="addSp delSp modSp mod">
        <pc:chgData name="Alejandra León Barrera" userId="43512263486_tp_box_2" providerId="OAuth2" clId="{CE2DED1C-98E3-404D-AA29-8769E08C8A92}" dt="2026-05-29T15:36:39.891" v="1963" actId="1076"/>
        <pc:sldMkLst>
          <pc:docMk/>
          <pc:sldMk cId="2185287621" sldId="547"/>
        </pc:sldMkLst>
        <pc:spChg chg="add mod">
          <ac:chgData name="Alejandra León Barrera" userId="43512263486_tp_box_2" providerId="OAuth2" clId="{CE2DED1C-98E3-404D-AA29-8769E08C8A92}" dt="2026-05-29T15:36:31.829" v="1961" actId="1076"/>
          <ac:spMkLst>
            <pc:docMk/>
            <pc:sldMk cId="2185287621" sldId="547"/>
            <ac:spMk id="2" creationId="{BC0F60E8-7B41-DE4E-F605-E8DEC968B276}"/>
          </ac:spMkLst>
        </pc:spChg>
        <pc:spChg chg="mod">
          <ac:chgData name="Alejandra León Barrera" userId="43512263486_tp_box_2" providerId="OAuth2" clId="{CE2DED1C-98E3-404D-AA29-8769E08C8A92}" dt="2026-05-29T15:36:39.891" v="1963" actId="1076"/>
          <ac:spMkLst>
            <pc:docMk/>
            <pc:sldMk cId="2185287621" sldId="547"/>
            <ac:spMk id="11" creationId="{30EFA037-69A4-E77C-6FFD-EF249AC94216}"/>
          </ac:spMkLst>
        </pc:spChg>
        <pc:picChg chg="mod">
          <ac:chgData name="Alejandra León Barrera" userId="43512263486_tp_box_2" providerId="OAuth2" clId="{CE2DED1C-98E3-404D-AA29-8769E08C8A92}" dt="2026-05-29T15:36:36.496" v="1962" actId="1076"/>
          <ac:picMkLst>
            <pc:docMk/>
            <pc:sldMk cId="2185287621" sldId="547"/>
            <ac:picMk id="4" creationId="{0D1E57B0-9298-A0F9-0B75-48BA768B06B8}"/>
          </ac:picMkLst>
        </pc:picChg>
      </pc:sldChg>
      <pc:sldChg chg="addSp delSp modSp mod">
        <pc:chgData name="Alejandra León Barrera" userId="43512263486_tp_box_2" providerId="OAuth2" clId="{CE2DED1C-98E3-404D-AA29-8769E08C8A92}" dt="2026-05-29T15:37:31.085" v="1975" actId="1076"/>
        <pc:sldMkLst>
          <pc:docMk/>
          <pc:sldMk cId="621452697" sldId="548"/>
        </pc:sldMkLst>
        <pc:spChg chg="add mod">
          <ac:chgData name="Alejandra León Barrera" userId="43512263486_tp_box_2" providerId="OAuth2" clId="{CE2DED1C-98E3-404D-AA29-8769E08C8A92}" dt="2026-05-29T15:36:48.502" v="1965"/>
          <ac:spMkLst>
            <pc:docMk/>
            <pc:sldMk cId="621452697" sldId="548"/>
            <ac:spMk id="2" creationId="{F9D490D5-DE55-F96C-18C9-A1140FEAB746}"/>
          </ac:spMkLst>
        </pc:spChg>
        <pc:spChg chg="mod">
          <ac:chgData name="Alejandra León Barrera" userId="43512263486_tp_box_2" providerId="OAuth2" clId="{CE2DED1C-98E3-404D-AA29-8769E08C8A92}" dt="2026-05-29T15:37:31.085" v="1975" actId="1076"/>
          <ac:spMkLst>
            <pc:docMk/>
            <pc:sldMk cId="621452697" sldId="548"/>
            <ac:spMk id="11" creationId="{768FA13E-5B08-8AA5-7CDE-BE99C9FD980C}"/>
          </ac:spMkLst>
        </pc:spChg>
      </pc:sldChg>
      <pc:sldChg chg="addSp delSp modSp mod">
        <pc:chgData name="Alejandra León Barrera" userId="43512263486_tp_box_2" providerId="OAuth2" clId="{CE2DED1C-98E3-404D-AA29-8769E08C8A92}" dt="2026-05-29T15:59:32.603" v="2113" actId="113"/>
        <pc:sldMkLst>
          <pc:docMk/>
          <pc:sldMk cId="95245799" sldId="549"/>
        </pc:sldMkLst>
        <pc:spChg chg="add mod">
          <ac:chgData name="Alejandra León Barrera" userId="43512263486_tp_box_2" providerId="OAuth2" clId="{CE2DED1C-98E3-404D-AA29-8769E08C8A92}" dt="2026-05-29T15:39:11.635" v="1977"/>
          <ac:spMkLst>
            <pc:docMk/>
            <pc:sldMk cId="95245799" sldId="549"/>
            <ac:spMk id="2" creationId="{C6F92D2B-0EBF-7C1C-C4C4-9A033B64BF57}"/>
          </ac:spMkLst>
        </pc:spChg>
        <pc:spChg chg="mod">
          <ac:chgData name="Alejandra León Barrera" userId="43512263486_tp_box_2" providerId="OAuth2" clId="{CE2DED1C-98E3-404D-AA29-8769E08C8A92}" dt="2026-05-29T15:59:32.603" v="2113" actId="113"/>
          <ac:spMkLst>
            <pc:docMk/>
            <pc:sldMk cId="95245799" sldId="549"/>
            <ac:spMk id="11" creationId="{71C281DA-2290-82D7-FE3A-CA8058461F8B}"/>
          </ac:spMkLst>
        </pc:spChg>
        <pc:picChg chg="mod">
          <ac:chgData name="Alejandra León Barrera" userId="43512263486_tp_box_2" providerId="OAuth2" clId="{CE2DED1C-98E3-404D-AA29-8769E08C8A92}" dt="2026-05-29T15:39:43.441" v="1979" actId="1076"/>
          <ac:picMkLst>
            <pc:docMk/>
            <pc:sldMk cId="95245799" sldId="549"/>
            <ac:picMk id="4" creationId="{1DBC9458-FA83-F643-3FCB-37D4F2861D95}"/>
          </ac:picMkLst>
        </pc:picChg>
        <pc:picChg chg="mod">
          <ac:chgData name="Alejandra León Barrera" userId="43512263486_tp_box_2" providerId="OAuth2" clId="{CE2DED1C-98E3-404D-AA29-8769E08C8A92}" dt="2026-05-29T15:39:45.151" v="1980" actId="1076"/>
          <ac:picMkLst>
            <pc:docMk/>
            <pc:sldMk cId="95245799" sldId="549"/>
            <ac:picMk id="6" creationId="{C50EE7BF-FAF0-27C6-0143-6311C6CD7412}"/>
          </ac:picMkLst>
        </pc:picChg>
      </pc:sldChg>
      <pc:sldChg chg="addSp delSp modSp mod">
        <pc:chgData name="Alejandra León Barrera" userId="43512263486_tp_box_2" providerId="OAuth2" clId="{CE2DED1C-98E3-404D-AA29-8769E08C8A92}" dt="2026-05-29T15:59:27.453" v="2112" actId="113"/>
        <pc:sldMkLst>
          <pc:docMk/>
          <pc:sldMk cId="735899370" sldId="550"/>
        </pc:sldMkLst>
        <pc:spChg chg="add mod">
          <ac:chgData name="Alejandra León Barrera" userId="43512263486_tp_box_2" providerId="OAuth2" clId="{CE2DED1C-98E3-404D-AA29-8769E08C8A92}" dt="2026-05-29T15:40:53.461" v="1995"/>
          <ac:spMkLst>
            <pc:docMk/>
            <pc:sldMk cId="735899370" sldId="550"/>
            <ac:spMk id="2" creationId="{CA4E93C1-85AB-4FD3-C5A9-09F3EF36DD05}"/>
          </ac:spMkLst>
        </pc:spChg>
        <pc:spChg chg="mod">
          <ac:chgData name="Alejandra León Barrera" userId="43512263486_tp_box_2" providerId="OAuth2" clId="{CE2DED1C-98E3-404D-AA29-8769E08C8A92}" dt="2026-05-29T15:59:24.575" v="2111" actId="113"/>
          <ac:spMkLst>
            <pc:docMk/>
            <pc:sldMk cId="735899370" sldId="550"/>
            <ac:spMk id="9" creationId="{EBE4CB1E-C138-D98E-76B0-6F04852FD587}"/>
          </ac:spMkLst>
        </pc:spChg>
        <pc:spChg chg="mod">
          <ac:chgData name="Alejandra León Barrera" userId="43512263486_tp_box_2" providerId="OAuth2" clId="{CE2DED1C-98E3-404D-AA29-8769E08C8A92}" dt="2026-05-29T15:59:27.453" v="2112" actId="113"/>
          <ac:spMkLst>
            <pc:docMk/>
            <pc:sldMk cId="735899370" sldId="550"/>
            <ac:spMk id="11" creationId="{9FB25E5C-699D-9B5D-663E-0F2C53FB4D3A}"/>
          </ac:spMkLst>
        </pc:spChg>
      </pc:sldChg>
      <pc:sldChg chg="addSp delSp modSp mod">
        <pc:chgData name="Alejandra León Barrera" userId="43512263486_tp_box_2" providerId="OAuth2" clId="{CE2DED1C-98E3-404D-AA29-8769E08C8A92}" dt="2026-05-29T16:13:33.952" v="2147" actId="1036"/>
        <pc:sldMkLst>
          <pc:docMk/>
          <pc:sldMk cId="3831323190" sldId="551"/>
        </pc:sldMkLst>
        <pc:spChg chg="add mod">
          <ac:chgData name="Alejandra León Barrera" userId="43512263486_tp_box_2" providerId="OAuth2" clId="{CE2DED1C-98E3-404D-AA29-8769E08C8A92}" dt="2026-05-29T15:41:46.752" v="1997"/>
          <ac:spMkLst>
            <pc:docMk/>
            <pc:sldMk cId="3831323190" sldId="551"/>
            <ac:spMk id="2" creationId="{119704D4-A795-B2EF-BCC7-D2EEB0F243A0}"/>
          </ac:spMkLst>
        </pc:spChg>
        <pc:spChg chg="mod">
          <ac:chgData name="Alejandra León Barrera" userId="43512263486_tp_box_2" providerId="OAuth2" clId="{CE2DED1C-98E3-404D-AA29-8769E08C8A92}" dt="2026-05-29T15:59:10.767" v="2110" actId="113"/>
          <ac:spMkLst>
            <pc:docMk/>
            <pc:sldMk cId="3831323190" sldId="551"/>
            <ac:spMk id="9" creationId="{99D70F36-CC14-CF31-D04C-F2B15959DF98}"/>
          </ac:spMkLst>
        </pc:spChg>
        <pc:picChg chg="add mod">
          <ac:chgData name="Alejandra León Barrera" userId="43512263486_tp_box_2" providerId="OAuth2" clId="{CE2DED1C-98E3-404D-AA29-8769E08C8A92}" dt="2026-05-29T16:13:30.167" v="2141" actId="1076"/>
          <ac:picMkLst>
            <pc:docMk/>
            <pc:sldMk cId="3831323190" sldId="551"/>
            <ac:picMk id="4" creationId="{C22C05A7-05A9-307F-FF3B-D9A063BDACF0}"/>
          </ac:picMkLst>
        </pc:picChg>
        <pc:picChg chg="mod">
          <ac:chgData name="Alejandra León Barrera" userId="43512263486_tp_box_2" providerId="OAuth2" clId="{CE2DED1C-98E3-404D-AA29-8769E08C8A92}" dt="2026-05-29T16:13:33.952" v="2147" actId="1036"/>
          <ac:picMkLst>
            <pc:docMk/>
            <pc:sldMk cId="3831323190" sldId="551"/>
            <ac:picMk id="5" creationId="{6D362B19-A279-77A9-C63F-278D48CF000D}"/>
          </ac:picMkLst>
        </pc:picChg>
      </pc:sldChg>
      <pc:sldChg chg="addSp delSp modSp mod">
        <pc:chgData name="Alejandra León Barrera" userId="43512263486_tp_box_2" providerId="OAuth2" clId="{CE2DED1C-98E3-404D-AA29-8769E08C8A92}" dt="2026-05-29T16:14:54.047" v="2177" actId="1036"/>
        <pc:sldMkLst>
          <pc:docMk/>
          <pc:sldMk cId="3452325041" sldId="553"/>
        </pc:sldMkLst>
        <pc:spChg chg="add mod">
          <ac:chgData name="Alejandra León Barrera" userId="43512263486_tp_box_2" providerId="OAuth2" clId="{CE2DED1C-98E3-404D-AA29-8769E08C8A92}" dt="2026-05-29T16:14:43.466" v="2156" actId="1076"/>
          <ac:spMkLst>
            <pc:docMk/>
            <pc:sldMk cId="3452325041" sldId="553"/>
            <ac:spMk id="2" creationId="{DCF8EA24-DB3B-2B7C-5C10-240AF49D6C9D}"/>
          </ac:spMkLst>
        </pc:spChg>
        <pc:spChg chg="add mod">
          <ac:chgData name="Alejandra León Barrera" userId="43512263486_tp_box_2" providerId="OAuth2" clId="{CE2DED1C-98E3-404D-AA29-8769E08C8A92}" dt="2026-05-29T16:14:30.002" v="2153" actId="1076"/>
          <ac:spMkLst>
            <pc:docMk/>
            <pc:sldMk cId="3452325041" sldId="553"/>
            <ac:spMk id="4" creationId="{3DD99968-2EC2-F4CC-0EEE-E9DA9ACE89E3}"/>
          </ac:spMkLst>
        </pc:spChg>
        <pc:spChg chg="add mod">
          <ac:chgData name="Alejandra León Barrera" userId="43512263486_tp_box_2" providerId="OAuth2" clId="{CE2DED1C-98E3-404D-AA29-8769E08C8A92}" dt="2026-05-29T16:14:30.002" v="2153" actId="1076"/>
          <ac:spMkLst>
            <pc:docMk/>
            <pc:sldMk cId="3452325041" sldId="553"/>
            <ac:spMk id="11" creationId="{47591607-18D2-C39C-783C-F48DADC07A5B}"/>
          </ac:spMkLst>
        </pc:spChg>
        <pc:picChg chg="add mod">
          <ac:chgData name="Alejandra León Barrera" userId="43512263486_tp_box_2" providerId="OAuth2" clId="{CE2DED1C-98E3-404D-AA29-8769E08C8A92}" dt="2026-05-29T16:14:47.809" v="2161" actId="1037"/>
          <ac:picMkLst>
            <pc:docMk/>
            <pc:sldMk cId="3452325041" sldId="553"/>
            <ac:picMk id="6" creationId="{BDD16752-A5BC-8CE9-5A5C-DE780196AB24}"/>
          </ac:picMkLst>
        </pc:picChg>
        <pc:picChg chg="add mod">
          <ac:chgData name="Alejandra León Barrera" userId="43512263486_tp_box_2" providerId="OAuth2" clId="{CE2DED1C-98E3-404D-AA29-8769E08C8A92}" dt="2026-05-29T16:14:54.047" v="2177" actId="1036"/>
          <ac:picMkLst>
            <pc:docMk/>
            <pc:sldMk cId="3452325041" sldId="553"/>
            <ac:picMk id="10" creationId="{700EE532-8F53-D98F-6CD0-FAA37D97C1D8}"/>
          </ac:picMkLst>
        </pc:picChg>
        <pc:picChg chg="add mod ord">
          <ac:chgData name="Alejandra León Barrera" userId="43512263486_tp_box_2" providerId="OAuth2" clId="{CE2DED1C-98E3-404D-AA29-8769E08C8A92}" dt="2026-05-29T16:14:40.019" v="2155" actId="1076"/>
          <ac:picMkLst>
            <pc:docMk/>
            <pc:sldMk cId="3452325041" sldId="553"/>
            <ac:picMk id="13" creationId="{0B10520E-9AE6-31D1-5179-86D0A2F38096}"/>
          </ac:picMkLst>
        </pc:picChg>
      </pc:sldChg>
      <pc:sldChg chg="addSp delSp modSp mod">
        <pc:chgData name="Alejandra León Barrera" userId="43512263486_tp_box_2" providerId="OAuth2" clId="{CE2DED1C-98E3-404D-AA29-8769E08C8A92}" dt="2026-05-29T15:52:00.350" v="2026" actId="1076"/>
        <pc:sldMkLst>
          <pc:docMk/>
          <pc:sldMk cId="1239958226" sldId="554"/>
        </pc:sldMkLst>
        <pc:spChg chg="add mod">
          <ac:chgData name="Alejandra León Barrera" userId="43512263486_tp_box_2" providerId="OAuth2" clId="{CE2DED1C-98E3-404D-AA29-8769E08C8A92}" dt="2026-05-29T15:41:50.937" v="1999"/>
          <ac:spMkLst>
            <pc:docMk/>
            <pc:sldMk cId="1239958226" sldId="554"/>
            <ac:spMk id="2" creationId="{976BBA88-4FEB-4364-EC0D-8A1E8053D2CE}"/>
          </ac:spMkLst>
        </pc:spChg>
        <pc:spChg chg="mod">
          <ac:chgData name="Alejandra León Barrera" userId="43512263486_tp_box_2" providerId="OAuth2" clId="{CE2DED1C-98E3-404D-AA29-8769E08C8A92}" dt="2026-05-29T15:52:00.350" v="2026" actId="1076"/>
          <ac:spMkLst>
            <pc:docMk/>
            <pc:sldMk cId="1239958226" sldId="554"/>
            <ac:spMk id="9" creationId="{58FD1F43-AE18-04BC-BB7C-FAA7AF959745}"/>
          </ac:spMkLst>
        </pc:spChg>
        <pc:spChg chg="mod">
          <ac:chgData name="Alejandra León Barrera" userId="43512263486_tp_box_2" providerId="OAuth2" clId="{CE2DED1C-98E3-404D-AA29-8769E08C8A92}" dt="2026-05-29T15:52:00.350" v="2026" actId="1076"/>
          <ac:spMkLst>
            <pc:docMk/>
            <pc:sldMk cId="1239958226" sldId="554"/>
            <ac:spMk id="10" creationId="{607C1123-A852-88C7-514C-77BE91AFD8F3}"/>
          </ac:spMkLst>
        </pc:spChg>
        <pc:picChg chg="ord">
          <ac:chgData name="Alejandra León Barrera" userId="43512263486_tp_box_2" providerId="OAuth2" clId="{CE2DED1C-98E3-404D-AA29-8769E08C8A92}" dt="2026-05-29T15:51:33.251" v="2018" actId="167"/>
          <ac:picMkLst>
            <pc:docMk/>
            <pc:sldMk cId="1239958226" sldId="554"/>
            <ac:picMk id="3" creationId="{6B0FAEE1-62E5-3E66-6DAD-6BA890B51A9A}"/>
          </ac:picMkLst>
        </pc:picChg>
      </pc:sldChg>
      <pc:sldChg chg="addSp delSp modSp new mod">
        <pc:chgData name="Alejandra León Barrera" userId="43512263486_tp_box_2" providerId="OAuth2" clId="{CE2DED1C-98E3-404D-AA29-8769E08C8A92}" dt="2026-05-29T16:42:02.836" v="2363" actId="1037"/>
        <pc:sldMkLst>
          <pc:docMk/>
          <pc:sldMk cId="1077818940" sldId="555"/>
        </pc:sldMkLst>
        <pc:spChg chg="add mod">
          <ac:chgData name="Alejandra León Barrera" userId="43512263486_tp_box_2" providerId="OAuth2" clId="{CE2DED1C-98E3-404D-AA29-8769E08C8A92}" dt="2026-05-29T16:25:42.312" v="2255" actId="1076"/>
          <ac:spMkLst>
            <pc:docMk/>
            <pc:sldMk cId="1077818940" sldId="555"/>
            <ac:spMk id="4" creationId="{EE296977-22CE-9A0C-356E-0DABB2E09AB2}"/>
          </ac:spMkLst>
        </pc:spChg>
        <pc:spChg chg="add mod">
          <ac:chgData name="Alejandra León Barrera" userId="43512263486_tp_box_2" providerId="OAuth2" clId="{CE2DED1C-98E3-404D-AA29-8769E08C8A92}" dt="2026-05-29T16:27:28.255" v="2283" actId="14100"/>
          <ac:spMkLst>
            <pc:docMk/>
            <pc:sldMk cId="1077818940" sldId="555"/>
            <ac:spMk id="5" creationId="{2FBBB833-9FD1-87AE-14B0-46D4A19E85C8}"/>
          </ac:spMkLst>
        </pc:spChg>
        <pc:spChg chg="add mod">
          <ac:chgData name="Alejandra León Barrera" userId="43512263486_tp_box_2" providerId="OAuth2" clId="{CE2DED1C-98E3-404D-AA29-8769E08C8A92}" dt="2026-05-29T16:27:31.262" v="2284" actId="1076"/>
          <ac:spMkLst>
            <pc:docMk/>
            <pc:sldMk cId="1077818940" sldId="555"/>
            <ac:spMk id="6" creationId="{7C04A4B0-A29F-3123-5CBC-E1BDBEAC49AF}"/>
          </ac:spMkLst>
        </pc:spChg>
        <pc:picChg chg="add mod">
          <ac:chgData name="Alejandra León Barrera" userId="43512263486_tp_box_2" providerId="OAuth2" clId="{CE2DED1C-98E3-404D-AA29-8769E08C8A92}" dt="2026-05-29T16:41:58.110" v="2346" actId="1036"/>
          <ac:picMkLst>
            <pc:docMk/>
            <pc:sldMk cId="1077818940" sldId="555"/>
            <ac:picMk id="8" creationId="{47EFA9A6-A396-6A1A-6BEA-27E37886DDCA}"/>
          </ac:picMkLst>
        </pc:picChg>
        <pc:picChg chg="add mod">
          <ac:chgData name="Alejandra León Barrera" userId="43512263486_tp_box_2" providerId="OAuth2" clId="{CE2DED1C-98E3-404D-AA29-8769E08C8A92}" dt="2026-05-29T16:42:02.836" v="2363" actId="1037"/>
          <ac:picMkLst>
            <pc:docMk/>
            <pc:sldMk cId="1077818940" sldId="555"/>
            <ac:picMk id="10" creationId="{6390E8F3-AE64-8901-D065-75DF691CA3A5}"/>
          </ac:picMkLst>
        </pc:picChg>
        <pc:picChg chg="add mod ord">
          <ac:chgData name="Alejandra León Barrera" userId="43512263486_tp_box_2" providerId="OAuth2" clId="{CE2DED1C-98E3-404D-AA29-8769E08C8A92}" dt="2026-05-29T16:41:53.480" v="2337" actId="1076"/>
          <ac:picMkLst>
            <pc:docMk/>
            <pc:sldMk cId="1077818940" sldId="555"/>
            <ac:picMk id="12" creationId="{B83C8D97-D8E0-5C47-977C-37A09FF82A37}"/>
          </ac:picMkLst>
        </pc:picChg>
      </pc:sldChg>
      <pc:sldChg chg="addSp delSp modSp add mod ord">
        <pc:chgData name="Alejandra León Barrera" userId="43512263486_tp_box_2" providerId="OAuth2" clId="{CE2DED1C-98E3-404D-AA29-8769E08C8A92}" dt="2026-05-29T20:07:13.800" v="3103" actId="14100"/>
        <pc:sldMkLst>
          <pc:docMk/>
          <pc:sldMk cId="1921820420" sldId="556"/>
        </pc:sldMkLst>
        <pc:spChg chg="mod">
          <ac:chgData name="Alejandra León Barrera" userId="43512263486_tp_box_2" providerId="OAuth2" clId="{CE2DED1C-98E3-404D-AA29-8769E08C8A92}" dt="2026-05-29T20:07:09.346" v="3102" actId="1076"/>
          <ac:spMkLst>
            <pc:docMk/>
            <pc:sldMk cId="1921820420" sldId="556"/>
            <ac:spMk id="2" creationId="{D6C345FF-9BAA-4189-070A-D5917E332BD1}"/>
          </ac:spMkLst>
        </pc:spChg>
        <pc:picChg chg="add mod">
          <ac:chgData name="Alejandra León Barrera" userId="43512263486_tp_box_2" providerId="OAuth2" clId="{CE2DED1C-98E3-404D-AA29-8769E08C8A92}" dt="2026-05-29T20:07:13.800" v="3103" actId="14100"/>
          <ac:picMkLst>
            <pc:docMk/>
            <pc:sldMk cId="1921820420" sldId="556"/>
            <ac:picMk id="3" creationId="{CB44550B-E0AF-4B65-3871-57351664B48D}"/>
          </ac:picMkLst>
        </pc:picChg>
      </pc:sldChg>
      <pc:sldChg chg="addSp delSp modSp add mod">
        <pc:chgData name="Alejandra León Barrera" userId="43512263486_tp_box_2" providerId="OAuth2" clId="{CE2DED1C-98E3-404D-AA29-8769E08C8A92}" dt="2026-05-29T16:16:02.447" v="2186" actId="1035"/>
        <pc:sldMkLst>
          <pc:docMk/>
          <pc:sldMk cId="26166078" sldId="558"/>
        </pc:sldMkLst>
        <pc:spChg chg="mod">
          <ac:chgData name="Alejandra León Barrera" userId="43512263486_tp_box_2" providerId="OAuth2" clId="{CE2DED1C-98E3-404D-AA29-8769E08C8A92}" dt="2026-05-29T15:58:26.190" v="2101" actId="14100"/>
          <ac:spMkLst>
            <pc:docMk/>
            <pc:sldMk cId="26166078" sldId="558"/>
            <ac:spMk id="4" creationId="{45BCCE2A-F9BE-CB46-0F93-FE919CBB9432}"/>
          </ac:spMkLst>
        </pc:spChg>
        <pc:spChg chg="mod">
          <ac:chgData name="Alejandra León Barrera" userId="43512263486_tp_box_2" providerId="OAuth2" clId="{CE2DED1C-98E3-404D-AA29-8769E08C8A92}" dt="2026-05-29T15:58:32.922" v="2102" actId="1076"/>
          <ac:spMkLst>
            <pc:docMk/>
            <pc:sldMk cId="26166078" sldId="558"/>
            <ac:spMk id="11" creationId="{EF048F5E-23F3-DB49-8843-6E7CB892A992}"/>
          </ac:spMkLst>
        </pc:spChg>
        <pc:picChg chg="add mod">
          <ac:chgData name="Alejandra León Barrera" userId="43512263486_tp_box_2" providerId="OAuth2" clId="{CE2DED1C-98E3-404D-AA29-8769E08C8A92}" dt="2026-05-29T16:16:02.447" v="2186" actId="1035"/>
          <ac:picMkLst>
            <pc:docMk/>
            <pc:sldMk cId="26166078" sldId="558"/>
            <ac:picMk id="7" creationId="{BCE7FA08-0617-8C9F-5FA2-4228E26CD1C2}"/>
          </ac:picMkLst>
        </pc:picChg>
        <pc:picChg chg="add mod">
          <ac:chgData name="Alejandra León Barrera" userId="43512263486_tp_box_2" providerId="OAuth2" clId="{CE2DED1C-98E3-404D-AA29-8769E08C8A92}" dt="2026-05-29T15:56:53.792" v="2058" actId="1076"/>
          <ac:picMkLst>
            <pc:docMk/>
            <pc:sldMk cId="26166078" sldId="558"/>
            <ac:picMk id="9" creationId="{A90D313B-79F6-CD8B-857E-B23ED120DBAA}"/>
          </ac:picMkLst>
        </pc:picChg>
        <pc:picChg chg="add mod ord">
          <ac:chgData name="Alejandra León Barrera" userId="43512263486_tp_box_2" providerId="OAuth2" clId="{CE2DED1C-98E3-404D-AA29-8769E08C8A92}" dt="2026-05-29T16:15:56.642" v="2182" actId="1076"/>
          <ac:picMkLst>
            <pc:docMk/>
            <pc:sldMk cId="26166078" sldId="558"/>
            <ac:picMk id="13" creationId="{C7033FA3-4134-DCC0-E067-EF6CC3F33B18}"/>
          </ac:picMkLst>
        </pc:picChg>
      </pc:sldChg>
      <pc:sldChg chg="addSp delSp modSp add mod">
        <pc:chgData name="Alejandra León Barrera" userId="43512263486_tp_box_2" providerId="OAuth2" clId="{CE2DED1C-98E3-404D-AA29-8769E08C8A92}" dt="2026-05-29T20:07:55.434" v="3118" actId="1035"/>
        <pc:sldMkLst>
          <pc:docMk/>
          <pc:sldMk cId="494870583" sldId="559"/>
        </pc:sldMkLst>
        <pc:spChg chg="mod">
          <ac:chgData name="Alejandra León Barrera" userId="43512263486_tp_box_2" providerId="OAuth2" clId="{CE2DED1C-98E3-404D-AA29-8769E08C8A92}" dt="2026-05-29T16:19:22.317" v="2215" actId="14100"/>
          <ac:spMkLst>
            <pc:docMk/>
            <pc:sldMk cId="494870583" sldId="559"/>
            <ac:spMk id="4" creationId="{72DBFC8F-F4E6-40E9-3DFC-7316936BB274}"/>
          </ac:spMkLst>
        </pc:spChg>
        <pc:picChg chg="add mod">
          <ac:chgData name="Alejandra León Barrera" userId="43512263486_tp_box_2" providerId="OAuth2" clId="{CE2DED1C-98E3-404D-AA29-8769E08C8A92}" dt="2026-05-29T16:17:47.557" v="2193" actId="1076"/>
          <ac:picMkLst>
            <pc:docMk/>
            <pc:sldMk cId="494870583" sldId="559"/>
            <ac:picMk id="6" creationId="{9DD41E1E-D57F-D8B5-B0D5-FD1A8A16A1DF}"/>
          </ac:picMkLst>
        </pc:picChg>
        <pc:picChg chg="add mod">
          <ac:chgData name="Alejandra León Barrera" userId="43512263486_tp_box_2" providerId="OAuth2" clId="{CE2DED1C-98E3-404D-AA29-8769E08C8A92}" dt="2026-05-29T20:07:55.434" v="3118" actId="1035"/>
          <ac:picMkLst>
            <pc:docMk/>
            <pc:sldMk cId="494870583" sldId="559"/>
            <ac:picMk id="10" creationId="{1955385A-B6C4-68BF-532E-F62954E779F6}"/>
          </ac:picMkLst>
        </pc:picChg>
      </pc:sldChg>
      <pc:sldChg chg="addSp modSp add mod">
        <pc:chgData name="Alejandra León Barrera" userId="43512263486_tp_box_2" providerId="OAuth2" clId="{CE2DED1C-98E3-404D-AA29-8769E08C8A92}" dt="2026-05-29T20:08:16.589" v="3128" actId="1035"/>
        <pc:sldMkLst>
          <pc:docMk/>
          <pc:sldMk cId="2036176475" sldId="560"/>
        </pc:sldMkLst>
        <pc:spChg chg="mod">
          <ac:chgData name="Alejandra León Barrera" userId="43512263486_tp_box_2" providerId="OAuth2" clId="{CE2DED1C-98E3-404D-AA29-8769E08C8A92}" dt="2026-05-29T16:20:32.420" v="2222" actId="1076"/>
          <ac:spMkLst>
            <pc:docMk/>
            <pc:sldMk cId="2036176475" sldId="560"/>
            <ac:spMk id="2" creationId="{767AB8E1-44AE-4B67-FB29-E44B96069D4D}"/>
          </ac:spMkLst>
        </pc:spChg>
        <pc:spChg chg="mod">
          <ac:chgData name="Alejandra León Barrera" userId="43512263486_tp_box_2" providerId="OAuth2" clId="{CE2DED1C-98E3-404D-AA29-8769E08C8A92}" dt="2026-05-29T16:20:25.961" v="2221" actId="1076"/>
          <ac:spMkLst>
            <pc:docMk/>
            <pc:sldMk cId="2036176475" sldId="560"/>
            <ac:spMk id="4" creationId="{652F0039-E02A-7457-D245-10DEE229B36C}"/>
          </ac:spMkLst>
        </pc:spChg>
        <pc:picChg chg="add mod">
          <ac:chgData name="Alejandra León Barrera" userId="43512263486_tp_box_2" providerId="OAuth2" clId="{CE2DED1C-98E3-404D-AA29-8769E08C8A92}" dt="2026-05-29T16:20:20.789" v="2220" actId="14100"/>
          <ac:picMkLst>
            <pc:docMk/>
            <pc:sldMk cId="2036176475" sldId="560"/>
            <ac:picMk id="5" creationId="{C44A7150-FD4C-718A-DC53-CF2D63DBF49C}"/>
          </ac:picMkLst>
        </pc:picChg>
        <pc:picChg chg="add mod">
          <ac:chgData name="Alejandra León Barrera" userId="43512263486_tp_box_2" providerId="OAuth2" clId="{CE2DED1C-98E3-404D-AA29-8769E08C8A92}" dt="2026-05-29T20:08:16.589" v="3128" actId="1035"/>
          <ac:picMkLst>
            <pc:docMk/>
            <pc:sldMk cId="2036176475" sldId="560"/>
            <ac:picMk id="7" creationId="{E8BAE747-0BBD-8951-3C11-AD6840837354}"/>
          </ac:picMkLst>
        </pc:picChg>
      </pc:sldChg>
      <pc:sldChg chg="addSp modSp add mod">
        <pc:chgData name="Alejandra León Barrera" userId="43512263486_tp_box_2" providerId="OAuth2" clId="{CE2DED1C-98E3-404D-AA29-8769E08C8A92}" dt="2026-05-29T20:08:36.531" v="3139" actId="1035"/>
        <pc:sldMkLst>
          <pc:docMk/>
          <pc:sldMk cId="1901597530" sldId="561"/>
        </pc:sldMkLst>
        <pc:spChg chg="mod">
          <ac:chgData name="Alejandra León Barrera" userId="43512263486_tp_box_2" providerId="OAuth2" clId="{CE2DED1C-98E3-404D-AA29-8769E08C8A92}" dt="2026-05-29T16:21:57.459" v="2230" actId="1076"/>
          <ac:spMkLst>
            <pc:docMk/>
            <pc:sldMk cId="1901597530" sldId="561"/>
            <ac:spMk id="2" creationId="{C09B8E0D-8FF2-6B7B-676D-B5635CF243A7}"/>
          </ac:spMkLst>
        </pc:spChg>
        <pc:spChg chg="mod">
          <ac:chgData name="Alejandra León Barrera" userId="43512263486_tp_box_2" providerId="OAuth2" clId="{CE2DED1C-98E3-404D-AA29-8769E08C8A92}" dt="2026-05-29T16:22:18.684" v="2232" actId="113"/>
          <ac:spMkLst>
            <pc:docMk/>
            <pc:sldMk cId="1901597530" sldId="561"/>
            <ac:spMk id="4" creationId="{6C8B5727-23EC-FB00-90DC-36786BB44E17}"/>
          </ac:spMkLst>
        </pc:spChg>
        <pc:picChg chg="add mod">
          <ac:chgData name="Alejandra León Barrera" userId="43512263486_tp_box_2" providerId="OAuth2" clId="{CE2DED1C-98E3-404D-AA29-8769E08C8A92}" dt="2026-05-29T16:21:55.500" v="2229" actId="1076"/>
          <ac:picMkLst>
            <pc:docMk/>
            <pc:sldMk cId="1901597530" sldId="561"/>
            <ac:picMk id="5" creationId="{B69FE734-462C-B577-B1C2-60C201F1BD6F}"/>
          </ac:picMkLst>
        </pc:picChg>
        <pc:picChg chg="add mod">
          <ac:chgData name="Alejandra León Barrera" userId="43512263486_tp_box_2" providerId="OAuth2" clId="{CE2DED1C-98E3-404D-AA29-8769E08C8A92}" dt="2026-05-29T20:08:36.531" v="3139" actId="1035"/>
          <ac:picMkLst>
            <pc:docMk/>
            <pc:sldMk cId="1901597530" sldId="561"/>
            <ac:picMk id="7" creationId="{D769A608-8DA7-323A-4868-7F8D59094CC5}"/>
          </ac:picMkLst>
        </pc:picChg>
      </pc:sldChg>
      <pc:sldChg chg="addSp delSp modSp add mod">
        <pc:chgData name="Alejandra León Barrera" userId="43512263486_tp_box_2" providerId="OAuth2" clId="{CE2DED1C-98E3-404D-AA29-8769E08C8A92}" dt="2026-05-29T20:09:00.913" v="3150" actId="1035"/>
        <pc:sldMkLst>
          <pc:docMk/>
          <pc:sldMk cId="3951472549" sldId="562"/>
        </pc:sldMkLst>
        <pc:spChg chg="mod">
          <ac:chgData name="Alejandra León Barrera" userId="43512263486_tp_box_2" providerId="OAuth2" clId="{CE2DED1C-98E3-404D-AA29-8769E08C8A92}" dt="2026-05-29T16:35:20.705" v="2296" actId="1076"/>
          <ac:spMkLst>
            <pc:docMk/>
            <pc:sldMk cId="3951472549" sldId="562"/>
            <ac:spMk id="2" creationId="{3F1470AC-79C5-7EF2-555B-21DFB504C32F}"/>
          </ac:spMkLst>
        </pc:spChg>
        <pc:spChg chg="mod">
          <ac:chgData name="Alejandra León Barrera" userId="43512263486_tp_box_2" providerId="OAuth2" clId="{CE2DED1C-98E3-404D-AA29-8769E08C8A92}" dt="2026-05-29T16:35:15.837" v="2294" actId="1076"/>
          <ac:spMkLst>
            <pc:docMk/>
            <pc:sldMk cId="3951472549" sldId="562"/>
            <ac:spMk id="4" creationId="{94F1AEDE-7D67-5E5A-2934-BE1FF09C772E}"/>
          </ac:spMkLst>
        </pc:spChg>
        <pc:picChg chg="add mod">
          <ac:chgData name="Alejandra León Barrera" userId="43512263486_tp_box_2" providerId="OAuth2" clId="{CE2DED1C-98E3-404D-AA29-8769E08C8A92}" dt="2026-05-29T16:35:13.666" v="2293" actId="1076"/>
          <ac:picMkLst>
            <pc:docMk/>
            <pc:sldMk cId="3951472549" sldId="562"/>
            <ac:picMk id="7" creationId="{6D852BC3-E7DF-EA85-F129-37ED26200A51}"/>
          </ac:picMkLst>
        </pc:picChg>
        <pc:picChg chg="add mod">
          <ac:chgData name="Alejandra León Barrera" userId="43512263486_tp_box_2" providerId="OAuth2" clId="{CE2DED1C-98E3-404D-AA29-8769E08C8A92}" dt="2026-05-29T20:09:00.913" v="3150" actId="1035"/>
          <ac:picMkLst>
            <pc:docMk/>
            <pc:sldMk cId="3951472549" sldId="562"/>
            <ac:picMk id="9" creationId="{CEBCF2BA-13B4-A198-6DB9-8EDBD27D7576}"/>
          </ac:picMkLst>
        </pc:picChg>
      </pc:sldChg>
      <pc:sldChg chg="addSp delSp modSp add mod">
        <pc:chgData name="Alejandra León Barrera" userId="43512263486_tp_box_2" providerId="OAuth2" clId="{CE2DED1C-98E3-404D-AA29-8769E08C8A92}" dt="2026-05-29T20:10:40.634" v="3162" actId="14100"/>
        <pc:sldMkLst>
          <pc:docMk/>
          <pc:sldMk cId="2778813170" sldId="563"/>
        </pc:sldMkLst>
        <pc:spChg chg="mod">
          <ac:chgData name="Alejandra León Barrera" userId="43512263486_tp_box_2" providerId="OAuth2" clId="{CE2DED1C-98E3-404D-AA29-8769E08C8A92}" dt="2026-05-29T16:38:50.531" v="2322" actId="1076"/>
          <ac:spMkLst>
            <pc:docMk/>
            <pc:sldMk cId="2778813170" sldId="563"/>
            <ac:spMk id="4" creationId="{8CD833FF-2BA6-6B6D-4FB1-36F924321592}"/>
          </ac:spMkLst>
        </pc:spChg>
        <pc:spChg chg="mod">
          <ac:chgData name="Alejandra León Barrera" userId="43512263486_tp_box_2" providerId="OAuth2" clId="{CE2DED1C-98E3-404D-AA29-8769E08C8A92}" dt="2026-05-29T20:10:40.634" v="3162" actId="14100"/>
          <ac:spMkLst>
            <pc:docMk/>
            <pc:sldMk cId="2778813170" sldId="563"/>
            <ac:spMk id="5" creationId="{90A3BC23-883D-957E-BB4C-0D3B2E613EF9}"/>
          </ac:spMkLst>
        </pc:spChg>
        <pc:spChg chg="mod">
          <ac:chgData name="Alejandra León Barrera" userId="43512263486_tp_box_2" providerId="OAuth2" clId="{CE2DED1C-98E3-404D-AA29-8769E08C8A92}" dt="2026-05-29T20:10:38.645" v="3161" actId="14100"/>
          <ac:spMkLst>
            <pc:docMk/>
            <pc:sldMk cId="2778813170" sldId="563"/>
            <ac:spMk id="6" creationId="{24B538B6-1879-3ADF-B31C-7B3FC082ACEB}"/>
          </ac:spMkLst>
        </pc:spChg>
        <pc:picChg chg="add mod">
          <ac:chgData name="Alejandra León Barrera" userId="43512263486_tp_box_2" providerId="OAuth2" clId="{CE2DED1C-98E3-404D-AA29-8769E08C8A92}" dt="2026-05-29T16:38:52.338" v="2323" actId="1076"/>
          <ac:picMkLst>
            <pc:docMk/>
            <pc:sldMk cId="2778813170" sldId="563"/>
            <ac:picMk id="3" creationId="{DB26976D-F0B3-8FDD-9A9C-419088DCD7BE}"/>
          </ac:picMkLst>
        </pc:picChg>
        <pc:picChg chg="add mod">
          <ac:chgData name="Alejandra León Barrera" userId="43512263486_tp_box_2" providerId="OAuth2" clId="{CE2DED1C-98E3-404D-AA29-8769E08C8A92}" dt="2026-05-29T16:40:31.025" v="2328" actId="1076"/>
          <ac:picMkLst>
            <pc:docMk/>
            <pc:sldMk cId="2778813170" sldId="563"/>
            <ac:picMk id="9" creationId="{C12F8FA6-163A-9469-5CA6-DE0C2D7ACBB0}"/>
          </ac:picMkLst>
        </pc:picChg>
        <pc:picChg chg="add mod">
          <ac:chgData name="Alejandra León Barrera" userId="43512263486_tp_box_2" providerId="OAuth2" clId="{CE2DED1C-98E3-404D-AA29-8769E08C8A92}" dt="2026-05-29T20:09:38.871" v="3154" actId="1076"/>
          <ac:picMkLst>
            <pc:docMk/>
            <pc:sldMk cId="2778813170" sldId="563"/>
            <ac:picMk id="13" creationId="{96F6A224-395F-2A64-36AA-4BF3D11CD4C1}"/>
          </ac:picMkLst>
        </pc:picChg>
        <pc:picChg chg="add mod">
          <ac:chgData name="Alejandra León Barrera" userId="43512263486_tp_box_2" providerId="OAuth2" clId="{CE2DED1C-98E3-404D-AA29-8769E08C8A92}" dt="2026-05-29T20:09:32.931" v="3153" actId="1076"/>
          <ac:picMkLst>
            <pc:docMk/>
            <pc:sldMk cId="2778813170" sldId="563"/>
            <ac:picMk id="15" creationId="{6C67DC24-C0D3-C8AE-B754-7FC44847A367}"/>
          </ac:picMkLst>
        </pc:picChg>
      </pc:sldChg>
      <pc:sldChg chg="addSp delSp modSp add mod">
        <pc:chgData name="Alejandra León Barrera" userId="43512263486_tp_box_2" providerId="OAuth2" clId="{CE2DED1C-98E3-404D-AA29-8769E08C8A92}" dt="2026-05-29T16:48:07.155" v="2421" actId="113"/>
        <pc:sldMkLst>
          <pc:docMk/>
          <pc:sldMk cId="2281965546" sldId="564"/>
        </pc:sldMkLst>
        <pc:spChg chg="mod">
          <ac:chgData name="Alejandra León Barrera" userId="43512263486_tp_box_2" providerId="OAuth2" clId="{CE2DED1C-98E3-404D-AA29-8769E08C8A92}" dt="2026-05-29T16:44:34.792" v="2383" actId="1076"/>
          <ac:spMkLst>
            <pc:docMk/>
            <pc:sldMk cId="2281965546" sldId="564"/>
            <ac:spMk id="4" creationId="{18272F19-E3E0-BFDC-A633-57F7DFB551E9}"/>
          </ac:spMkLst>
        </pc:spChg>
        <pc:spChg chg="mod">
          <ac:chgData name="Alejandra León Barrera" userId="43512263486_tp_box_2" providerId="OAuth2" clId="{CE2DED1C-98E3-404D-AA29-8769E08C8A92}" dt="2026-05-29T16:48:04.990" v="2420" actId="113"/>
          <ac:spMkLst>
            <pc:docMk/>
            <pc:sldMk cId="2281965546" sldId="564"/>
            <ac:spMk id="5" creationId="{64FD6DFC-3246-060F-963F-B39A5F764D63}"/>
          </ac:spMkLst>
        </pc:spChg>
        <pc:spChg chg="mod">
          <ac:chgData name="Alejandra León Barrera" userId="43512263486_tp_box_2" providerId="OAuth2" clId="{CE2DED1C-98E3-404D-AA29-8769E08C8A92}" dt="2026-05-29T16:48:07.155" v="2421" actId="113"/>
          <ac:spMkLst>
            <pc:docMk/>
            <pc:sldMk cId="2281965546" sldId="564"/>
            <ac:spMk id="6" creationId="{0CFAB82A-162C-9323-E3A6-87F5D1E7E410}"/>
          </ac:spMkLst>
        </pc:spChg>
        <pc:picChg chg="add mod ord modCrop">
          <ac:chgData name="Alejandra León Barrera" userId="43512263486_tp_box_2" providerId="OAuth2" clId="{CE2DED1C-98E3-404D-AA29-8769E08C8A92}" dt="2026-05-29T16:47:36.124" v="2418" actId="167"/>
          <ac:picMkLst>
            <pc:docMk/>
            <pc:sldMk cId="2281965546" sldId="564"/>
            <ac:picMk id="3" creationId="{60A19ED4-84D6-850D-9CE3-BB3A7A1DEEDE}"/>
          </ac:picMkLst>
        </pc:picChg>
        <pc:picChg chg="add mod">
          <ac:chgData name="Alejandra León Barrera" userId="43512263486_tp_box_2" providerId="OAuth2" clId="{CE2DED1C-98E3-404D-AA29-8769E08C8A92}" dt="2026-05-29T16:45:33.129" v="2402" actId="1036"/>
          <ac:picMkLst>
            <pc:docMk/>
            <pc:sldMk cId="2281965546" sldId="564"/>
            <ac:picMk id="9" creationId="{598F5BA0-5B0A-3925-2BEB-E687B9FCCDCA}"/>
          </ac:picMkLst>
        </pc:picChg>
        <pc:picChg chg="add mod">
          <ac:chgData name="Alejandra León Barrera" userId="43512263486_tp_box_2" providerId="OAuth2" clId="{CE2DED1C-98E3-404D-AA29-8769E08C8A92}" dt="2026-05-29T16:45:25.005" v="2393" actId="1038"/>
          <ac:picMkLst>
            <pc:docMk/>
            <pc:sldMk cId="2281965546" sldId="564"/>
            <ac:picMk id="13" creationId="{1A1A6E6A-001D-7B39-8811-95525C696C87}"/>
          </ac:picMkLst>
        </pc:picChg>
      </pc:sldChg>
      <pc:sldChg chg="addSp delSp modSp add mod ord">
        <pc:chgData name="Alejandra León Barrera" userId="43512263486_tp_box_2" providerId="OAuth2" clId="{CE2DED1C-98E3-404D-AA29-8769E08C8A92}" dt="2026-05-29T16:55:55.174" v="2495" actId="113"/>
        <pc:sldMkLst>
          <pc:docMk/>
          <pc:sldMk cId="2921395975" sldId="566"/>
        </pc:sldMkLst>
        <pc:spChg chg="mod">
          <ac:chgData name="Alejandra León Barrera" userId="43512263486_tp_box_2" providerId="OAuth2" clId="{CE2DED1C-98E3-404D-AA29-8769E08C8A92}" dt="2026-05-29T16:54:06.069" v="2453" actId="1076"/>
          <ac:spMkLst>
            <pc:docMk/>
            <pc:sldMk cId="2921395975" sldId="566"/>
            <ac:spMk id="2" creationId="{81F1FB18-5E8F-9C12-A5B8-56D9DAAFC09D}"/>
          </ac:spMkLst>
        </pc:spChg>
        <pc:spChg chg="mod">
          <ac:chgData name="Alejandra León Barrera" userId="43512263486_tp_box_2" providerId="OAuth2" clId="{CE2DED1C-98E3-404D-AA29-8769E08C8A92}" dt="2026-05-29T16:55:52.842" v="2494" actId="113"/>
          <ac:spMkLst>
            <pc:docMk/>
            <pc:sldMk cId="2921395975" sldId="566"/>
            <ac:spMk id="4" creationId="{C12B5B0D-BC74-9F66-2599-397463322497}"/>
          </ac:spMkLst>
        </pc:spChg>
        <pc:spChg chg="add mod">
          <ac:chgData name="Alejandra León Barrera" userId="43512263486_tp_box_2" providerId="OAuth2" clId="{CE2DED1C-98E3-404D-AA29-8769E08C8A92}" dt="2026-05-29T16:55:55.174" v="2495" actId="113"/>
          <ac:spMkLst>
            <pc:docMk/>
            <pc:sldMk cId="2921395975" sldId="566"/>
            <ac:spMk id="13" creationId="{EB975D08-42FB-E46D-2BFD-7EF1B88B06AD}"/>
          </ac:spMkLst>
        </pc:spChg>
        <pc:picChg chg="add mod">
          <ac:chgData name="Alejandra León Barrera" userId="43512263486_tp_box_2" providerId="OAuth2" clId="{CE2DED1C-98E3-404D-AA29-8769E08C8A92}" dt="2026-05-29T16:54:02.717" v="2452" actId="1076"/>
          <ac:picMkLst>
            <pc:docMk/>
            <pc:sldMk cId="2921395975" sldId="566"/>
            <ac:picMk id="8" creationId="{1CBDAF22-0A4E-925D-A670-A8264736BEEA}"/>
          </ac:picMkLst>
        </pc:picChg>
        <pc:picChg chg="add mod">
          <ac:chgData name="Alejandra León Barrera" userId="43512263486_tp_box_2" providerId="OAuth2" clId="{CE2DED1C-98E3-404D-AA29-8769E08C8A92}" dt="2026-05-29T16:54:48.902" v="2469" actId="1038"/>
          <ac:picMkLst>
            <pc:docMk/>
            <pc:sldMk cId="2921395975" sldId="566"/>
            <ac:picMk id="10" creationId="{366C14E7-B714-AF3E-DB7D-E9DD08978899}"/>
          </ac:picMkLst>
        </pc:picChg>
        <pc:picChg chg="add mod">
          <ac:chgData name="Alejandra León Barrera" userId="43512263486_tp_box_2" providerId="OAuth2" clId="{CE2DED1C-98E3-404D-AA29-8769E08C8A92}" dt="2026-05-29T16:54:42.027" v="2463" actId="1035"/>
          <ac:picMkLst>
            <pc:docMk/>
            <pc:sldMk cId="2921395975" sldId="566"/>
            <ac:picMk id="12" creationId="{B8D4D75A-63A2-03EC-14E6-29E0FE8972BD}"/>
          </ac:picMkLst>
        </pc:picChg>
      </pc:sldChg>
      <pc:sldChg chg="addSp delSp modSp add mod">
        <pc:chgData name="Alejandra León Barrera" userId="43512263486_tp_box_2" providerId="OAuth2" clId="{CE2DED1C-98E3-404D-AA29-8769E08C8A92}" dt="2026-05-29T18:50:09.343" v="2548" actId="1036"/>
        <pc:sldMkLst>
          <pc:docMk/>
          <pc:sldMk cId="2995254868" sldId="567"/>
        </pc:sldMkLst>
        <pc:spChg chg="mod">
          <ac:chgData name="Alejandra León Barrera" userId="43512263486_tp_box_2" providerId="OAuth2" clId="{CE2DED1C-98E3-404D-AA29-8769E08C8A92}" dt="2026-05-29T16:58:02.991" v="2511" actId="1076"/>
          <ac:spMkLst>
            <pc:docMk/>
            <pc:sldMk cId="2995254868" sldId="567"/>
            <ac:spMk id="2" creationId="{653332B7-AA57-D47A-9B6E-83514BEE2CD2}"/>
          </ac:spMkLst>
        </pc:spChg>
        <pc:spChg chg="mod">
          <ac:chgData name="Alejandra León Barrera" userId="43512263486_tp_box_2" providerId="OAuth2" clId="{CE2DED1C-98E3-404D-AA29-8769E08C8A92}" dt="2026-05-29T16:57:49.296" v="2508" actId="1076"/>
          <ac:spMkLst>
            <pc:docMk/>
            <pc:sldMk cId="2995254868" sldId="567"/>
            <ac:spMk id="4" creationId="{FA1AD06D-0E17-2220-DA83-48151947372C}"/>
          </ac:spMkLst>
        </pc:spChg>
        <pc:picChg chg="add mod ord">
          <ac:chgData name="Alejandra León Barrera" userId="43512263486_tp_box_2" providerId="OAuth2" clId="{CE2DED1C-98E3-404D-AA29-8769E08C8A92}" dt="2026-05-29T16:58:05.345" v="2512" actId="1076"/>
          <ac:picMkLst>
            <pc:docMk/>
            <pc:sldMk cId="2995254868" sldId="567"/>
            <ac:picMk id="5" creationId="{35B1E59B-CC7A-0318-AC1F-A9389C4986EE}"/>
          </ac:picMkLst>
        </pc:picChg>
        <pc:picChg chg="add mod">
          <ac:chgData name="Alejandra León Barrera" userId="43512263486_tp_box_2" providerId="OAuth2" clId="{CE2DED1C-98E3-404D-AA29-8769E08C8A92}" dt="2026-05-29T18:50:09.343" v="2548" actId="1036"/>
          <ac:picMkLst>
            <pc:docMk/>
            <pc:sldMk cId="2995254868" sldId="567"/>
            <ac:picMk id="7" creationId="{2296C822-0ED3-8FB4-D7D7-113D4BF7AD35}"/>
          </ac:picMkLst>
        </pc:picChg>
      </pc:sldChg>
      <pc:sldChg chg="addSp delSp modSp add mod">
        <pc:chgData name="Alejandra León Barrera" userId="43512263486_tp_box_2" providerId="OAuth2" clId="{CE2DED1C-98E3-404D-AA29-8769E08C8A92}" dt="2026-05-29T19:03:36.588" v="2586" actId="113"/>
        <pc:sldMkLst>
          <pc:docMk/>
          <pc:sldMk cId="2226718735" sldId="568"/>
        </pc:sldMkLst>
        <pc:spChg chg="mod">
          <ac:chgData name="Alejandra León Barrera" userId="43512263486_tp_box_2" providerId="OAuth2" clId="{CE2DED1C-98E3-404D-AA29-8769E08C8A92}" dt="2026-05-29T17:01:22.930" v="2527" actId="1076"/>
          <ac:spMkLst>
            <pc:docMk/>
            <pc:sldMk cId="2226718735" sldId="568"/>
            <ac:spMk id="2" creationId="{58BBD47C-663B-121D-974D-640B367C63FB}"/>
          </ac:spMkLst>
        </pc:spChg>
        <pc:spChg chg="mod">
          <ac:chgData name="Alejandra León Barrera" userId="43512263486_tp_box_2" providerId="OAuth2" clId="{CE2DED1C-98E3-404D-AA29-8769E08C8A92}" dt="2026-05-29T19:03:36.588" v="2586" actId="113"/>
          <ac:spMkLst>
            <pc:docMk/>
            <pc:sldMk cId="2226718735" sldId="568"/>
            <ac:spMk id="4" creationId="{18077AD2-ADBF-092F-EF85-FA3A72706BE5}"/>
          </ac:spMkLst>
        </pc:spChg>
        <pc:picChg chg="add mod ord">
          <ac:chgData name="Alejandra León Barrera" userId="43512263486_tp_box_2" providerId="OAuth2" clId="{CE2DED1C-98E3-404D-AA29-8769E08C8A92}" dt="2026-05-29T17:01:24.167" v="2528" actId="1076"/>
          <ac:picMkLst>
            <pc:docMk/>
            <pc:sldMk cId="2226718735" sldId="568"/>
            <ac:picMk id="5" creationId="{ECE8865D-6AAC-2BD2-3468-7CA1B7157E28}"/>
          </ac:picMkLst>
        </pc:picChg>
        <pc:picChg chg="add mod">
          <ac:chgData name="Alejandra León Barrera" userId="43512263486_tp_box_2" providerId="OAuth2" clId="{CE2DED1C-98E3-404D-AA29-8769E08C8A92}" dt="2026-05-29T18:50:34.195" v="2557" actId="1035"/>
          <ac:picMkLst>
            <pc:docMk/>
            <pc:sldMk cId="2226718735" sldId="568"/>
            <ac:picMk id="7" creationId="{2614292C-3C99-F77C-DB0A-C01441C84B48}"/>
          </ac:picMkLst>
        </pc:picChg>
      </pc:sldChg>
      <pc:sldChg chg="addSp delSp modSp add mod">
        <pc:chgData name="Alejandra León Barrera" userId="43512263486_tp_box_2" providerId="OAuth2" clId="{CE2DED1C-98E3-404D-AA29-8769E08C8A92}" dt="2026-05-29T19:04:48.025" v="2616" actId="1076"/>
        <pc:sldMkLst>
          <pc:docMk/>
          <pc:sldMk cId="2860673116" sldId="569"/>
        </pc:sldMkLst>
        <pc:spChg chg="mod">
          <ac:chgData name="Alejandra León Barrera" userId="43512263486_tp_box_2" providerId="OAuth2" clId="{CE2DED1C-98E3-404D-AA29-8769E08C8A92}" dt="2026-05-29T18:47:51.881" v="2538" actId="1076"/>
          <ac:spMkLst>
            <pc:docMk/>
            <pc:sldMk cId="2860673116" sldId="569"/>
            <ac:spMk id="2" creationId="{BAA43360-BBFC-552B-2244-58CA48BC07CD}"/>
          </ac:spMkLst>
        </pc:spChg>
        <pc:spChg chg="mod">
          <ac:chgData name="Alejandra León Barrera" userId="43512263486_tp_box_2" providerId="OAuth2" clId="{CE2DED1C-98E3-404D-AA29-8769E08C8A92}" dt="2026-05-29T19:04:48.025" v="2616" actId="1076"/>
          <ac:spMkLst>
            <pc:docMk/>
            <pc:sldMk cId="2860673116" sldId="569"/>
            <ac:spMk id="4" creationId="{FDC05331-7A0B-2002-6D7D-16BD55F746C0}"/>
          </ac:spMkLst>
        </pc:spChg>
        <pc:picChg chg="add mod">
          <ac:chgData name="Alejandra León Barrera" userId="43512263486_tp_box_2" providerId="OAuth2" clId="{CE2DED1C-98E3-404D-AA29-8769E08C8A92}" dt="2026-05-29T18:47:53.557" v="2539" actId="1076"/>
          <ac:picMkLst>
            <pc:docMk/>
            <pc:sldMk cId="2860673116" sldId="569"/>
            <ac:picMk id="5" creationId="{82A379EA-206E-5C70-EC22-CB2B9A943711}"/>
          </ac:picMkLst>
        </pc:picChg>
        <pc:picChg chg="add mod">
          <ac:chgData name="Alejandra León Barrera" userId="43512263486_tp_box_2" providerId="OAuth2" clId="{CE2DED1C-98E3-404D-AA29-8769E08C8A92}" dt="2026-05-29T19:04:13.313" v="2610" actId="1035"/>
          <ac:picMkLst>
            <pc:docMk/>
            <pc:sldMk cId="2860673116" sldId="569"/>
            <ac:picMk id="7" creationId="{6543D37F-85ED-FDE3-07FF-A85D2EC69363}"/>
          </ac:picMkLst>
        </pc:picChg>
      </pc:sldChg>
      <pc:sldChg chg="addSp delSp modSp add mod">
        <pc:chgData name="Alejandra León Barrera" userId="43512263486_tp_box_2" providerId="OAuth2" clId="{CE2DED1C-98E3-404D-AA29-8769E08C8A92}" dt="2026-05-29T19:23:37.503" v="2663" actId="14100"/>
        <pc:sldMkLst>
          <pc:docMk/>
          <pc:sldMk cId="1550726194" sldId="570"/>
        </pc:sldMkLst>
        <pc:spChg chg="add mod">
          <ac:chgData name="Alejandra León Barrera" userId="43512263486_tp_box_2" providerId="OAuth2" clId="{CE2DED1C-98E3-404D-AA29-8769E08C8A92}" dt="2026-05-29T19:23:37.503" v="2663" actId="14100"/>
          <ac:spMkLst>
            <pc:docMk/>
            <pc:sldMk cId="1550726194" sldId="570"/>
            <ac:spMk id="7" creationId="{41E72A0B-E50E-C38A-92A9-4A17DB88AA46}"/>
          </ac:spMkLst>
        </pc:spChg>
        <pc:spChg chg="add mod">
          <ac:chgData name="Alejandra León Barrera" userId="43512263486_tp_box_2" providerId="OAuth2" clId="{CE2DED1C-98E3-404D-AA29-8769E08C8A92}" dt="2026-05-29T19:23:32.677" v="2661" actId="113"/>
          <ac:spMkLst>
            <pc:docMk/>
            <pc:sldMk cId="1550726194" sldId="570"/>
            <ac:spMk id="14" creationId="{39C7C9B5-ABCC-ACD6-9360-5EB2AAE35720}"/>
          </ac:spMkLst>
        </pc:spChg>
        <pc:picChg chg="add mod">
          <ac:chgData name="Alejandra León Barrera" userId="43512263486_tp_box_2" providerId="OAuth2" clId="{CE2DED1C-98E3-404D-AA29-8769E08C8A92}" dt="2026-05-29T19:20:34.263" v="2620" actId="1076"/>
          <ac:picMkLst>
            <pc:docMk/>
            <pc:sldMk cId="1550726194" sldId="570"/>
            <ac:picMk id="6" creationId="{9FDDA849-2606-8E52-B1AD-FA1FA60FA154}"/>
          </ac:picMkLst>
        </pc:picChg>
        <pc:picChg chg="add mod modCrop">
          <ac:chgData name="Alejandra León Barrera" userId="43512263486_tp_box_2" providerId="OAuth2" clId="{CE2DED1C-98E3-404D-AA29-8769E08C8A92}" dt="2026-05-29T19:21:55.568" v="2629" actId="1076"/>
          <ac:picMkLst>
            <pc:docMk/>
            <pc:sldMk cId="1550726194" sldId="570"/>
            <ac:picMk id="9" creationId="{D4C2D687-56C4-FDB9-D6BD-BB5088772E96}"/>
          </ac:picMkLst>
        </pc:picChg>
        <pc:picChg chg="add mod">
          <ac:chgData name="Alejandra León Barrera" userId="43512263486_tp_box_2" providerId="OAuth2" clId="{CE2DED1C-98E3-404D-AA29-8769E08C8A92}" dt="2026-05-29T19:22:28.696" v="2648" actId="1036"/>
          <ac:picMkLst>
            <pc:docMk/>
            <pc:sldMk cId="1550726194" sldId="570"/>
            <ac:picMk id="11" creationId="{CDF1285A-7ED7-BAB4-507C-274B9F47408A}"/>
          </ac:picMkLst>
        </pc:picChg>
        <pc:picChg chg="add mod">
          <ac:chgData name="Alejandra León Barrera" userId="43512263486_tp_box_2" providerId="OAuth2" clId="{CE2DED1C-98E3-404D-AA29-8769E08C8A92}" dt="2026-05-29T19:22:22.611" v="2640" actId="1036"/>
          <ac:picMkLst>
            <pc:docMk/>
            <pc:sldMk cId="1550726194" sldId="570"/>
            <ac:picMk id="13" creationId="{B566D80E-0078-C96D-9337-9E54BC8640D8}"/>
          </ac:picMkLst>
        </pc:picChg>
      </pc:sldChg>
      <pc:sldChg chg="addSp delSp modSp add mod">
        <pc:chgData name="Alejandra León Barrera" userId="43512263486_tp_box_2" providerId="OAuth2" clId="{CE2DED1C-98E3-404D-AA29-8769E08C8A92}" dt="2026-05-29T19:25:32.773" v="2694" actId="1038"/>
        <pc:sldMkLst>
          <pc:docMk/>
          <pc:sldMk cId="3535107816" sldId="571"/>
        </pc:sldMkLst>
        <pc:spChg chg="mod">
          <ac:chgData name="Alejandra León Barrera" userId="43512263486_tp_box_2" providerId="OAuth2" clId="{CE2DED1C-98E3-404D-AA29-8769E08C8A92}" dt="2026-05-29T19:24:46.834" v="2679" actId="1076"/>
          <ac:spMkLst>
            <pc:docMk/>
            <pc:sldMk cId="3535107816" sldId="571"/>
            <ac:spMk id="2" creationId="{B0A363F0-DB64-34B8-5578-6B0850ED374A}"/>
          </ac:spMkLst>
        </pc:spChg>
        <pc:spChg chg="mod">
          <ac:chgData name="Alejandra León Barrera" userId="43512263486_tp_box_2" providerId="OAuth2" clId="{CE2DED1C-98E3-404D-AA29-8769E08C8A92}" dt="2026-05-29T19:25:08.712" v="2687" actId="113"/>
          <ac:spMkLst>
            <pc:docMk/>
            <pc:sldMk cId="3535107816" sldId="571"/>
            <ac:spMk id="7" creationId="{9763C679-A580-74A9-5FAB-BB56888684D2}"/>
          </ac:spMkLst>
        </pc:spChg>
        <pc:picChg chg="add mod">
          <ac:chgData name="Alejandra León Barrera" userId="43512263486_tp_box_2" providerId="OAuth2" clId="{CE2DED1C-98E3-404D-AA29-8769E08C8A92}" dt="2026-05-29T19:24:43.646" v="2678" actId="1076"/>
          <ac:picMkLst>
            <pc:docMk/>
            <pc:sldMk cId="3535107816" sldId="571"/>
            <ac:picMk id="4" creationId="{3492E898-DD10-1DDD-FAE8-1F6E1E2E7C40}"/>
          </ac:picMkLst>
        </pc:picChg>
        <pc:picChg chg="add mod">
          <ac:chgData name="Alejandra León Barrera" userId="43512263486_tp_box_2" providerId="OAuth2" clId="{CE2DED1C-98E3-404D-AA29-8769E08C8A92}" dt="2026-05-29T19:25:32.773" v="2694" actId="1038"/>
          <ac:picMkLst>
            <pc:docMk/>
            <pc:sldMk cId="3535107816" sldId="571"/>
            <ac:picMk id="8" creationId="{5DF00910-6614-D027-F4AD-57ABBFB93469}"/>
          </ac:picMkLst>
        </pc:picChg>
      </pc:sldChg>
      <pc:sldChg chg="addSp delSp modSp add mod">
        <pc:chgData name="Alejandra León Barrera" userId="43512263486_tp_box_2" providerId="OAuth2" clId="{CE2DED1C-98E3-404D-AA29-8769E08C8A92}" dt="2026-05-29T19:27:36.778" v="2730" actId="1038"/>
        <pc:sldMkLst>
          <pc:docMk/>
          <pc:sldMk cId="3564045868" sldId="572"/>
        </pc:sldMkLst>
        <pc:spChg chg="mod">
          <ac:chgData name="Alejandra León Barrera" userId="43512263486_tp_box_2" providerId="OAuth2" clId="{CE2DED1C-98E3-404D-AA29-8769E08C8A92}" dt="2026-05-29T19:26:14.282" v="2699" actId="1076"/>
          <ac:spMkLst>
            <pc:docMk/>
            <pc:sldMk cId="3564045868" sldId="572"/>
            <ac:spMk id="2" creationId="{D52799C1-AAD3-87F5-7302-B4C7522F0F92}"/>
          </ac:spMkLst>
        </pc:spChg>
        <pc:spChg chg="add mod">
          <ac:chgData name="Alejandra León Barrera" userId="43512263486_tp_box_2" providerId="OAuth2" clId="{CE2DED1C-98E3-404D-AA29-8769E08C8A92}" dt="2026-05-29T19:27:10.878" v="2714" actId="1076"/>
          <ac:spMkLst>
            <pc:docMk/>
            <pc:sldMk cId="3564045868" sldId="572"/>
            <ac:spMk id="5" creationId="{4E91FF77-34F5-B8DB-1173-B302E97A7214}"/>
          </ac:spMkLst>
        </pc:spChg>
        <pc:spChg chg="mod">
          <ac:chgData name="Alejandra León Barrera" userId="43512263486_tp_box_2" providerId="OAuth2" clId="{CE2DED1C-98E3-404D-AA29-8769E08C8A92}" dt="2026-05-29T19:27:10.878" v="2714" actId="1076"/>
          <ac:spMkLst>
            <pc:docMk/>
            <pc:sldMk cId="3564045868" sldId="572"/>
            <ac:spMk id="7" creationId="{FDE33B9A-C07A-33F3-02C4-B42093E3F9B3}"/>
          </ac:spMkLst>
        </pc:spChg>
        <pc:picChg chg="add mod ord">
          <ac:chgData name="Alejandra León Barrera" userId="43512263486_tp_box_2" providerId="OAuth2" clId="{CE2DED1C-98E3-404D-AA29-8769E08C8A92}" dt="2026-05-29T19:27:04.891" v="2712" actId="167"/>
          <ac:picMkLst>
            <pc:docMk/>
            <pc:sldMk cId="3564045868" sldId="572"/>
            <ac:picMk id="4" creationId="{4ABE4AB0-EF5E-B0F7-5661-A65C225AC2FD}"/>
          </ac:picMkLst>
        </pc:picChg>
        <pc:picChg chg="add mod">
          <ac:chgData name="Alejandra León Barrera" userId="43512263486_tp_box_2" providerId="OAuth2" clId="{CE2DED1C-98E3-404D-AA29-8769E08C8A92}" dt="2026-05-29T19:27:36.778" v="2730" actId="1038"/>
          <ac:picMkLst>
            <pc:docMk/>
            <pc:sldMk cId="3564045868" sldId="572"/>
            <ac:picMk id="10" creationId="{8920F1DC-C44B-A7B1-8D1D-341BB233CB94}"/>
          </ac:picMkLst>
        </pc:picChg>
        <pc:picChg chg="add mod">
          <ac:chgData name="Alejandra León Barrera" userId="43512263486_tp_box_2" providerId="OAuth2" clId="{CE2DED1C-98E3-404D-AA29-8769E08C8A92}" dt="2026-05-29T19:27:30.405" v="2722" actId="1038"/>
          <ac:picMkLst>
            <pc:docMk/>
            <pc:sldMk cId="3564045868" sldId="572"/>
            <ac:picMk id="15" creationId="{C202724E-A88D-1C4F-6548-D341546DC7E2}"/>
          </ac:picMkLst>
        </pc:picChg>
      </pc:sldChg>
      <pc:sldChg chg="addSp modSp add mod">
        <pc:chgData name="Alejandra León Barrera" userId="43512263486_tp_box_2" providerId="OAuth2" clId="{CE2DED1C-98E3-404D-AA29-8769E08C8A92}" dt="2026-05-29T19:30:29.342" v="2764" actId="14100"/>
        <pc:sldMkLst>
          <pc:docMk/>
          <pc:sldMk cId="3375213139" sldId="573"/>
        </pc:sldMkLst>
        <pc:spChg chg="mod">
          <ac:chgData name="Alejandra León Barrera" userId="43512263486_tp_box_2" providerId="OAuth2" clId="{CE2DED1C-98E3-404D-AA29-8769E08C8A92}" dt="2026-05-29T19:28:38.886" v="2734" actId="1076"/>
          <ac:spMkLst>
            <pc:docMk/>
            <pc:sldMk cId="3375213139" sldId="573"/>
            <ac:spMk id="2" creationId="{DC415001-99A0-A06B-0362-F657635DE4DD}"/>
          </ac:spMkLst>
        </pc:spChg>
        <pc:spChg chg="mod">
          <ac:chgData name="Alejandra León Barrera" userId="43512263486_tp_box_2" providerId="OAuth2" clId="{CE2DED1C-98E3-404D-AA29-8769E08C8A92}" dt="2026-05-29T19:30:00.745" v="2757" actId="113"/>
          <ac:spMkLst>
            <pc:docMk/>
            <pc:sldMk cId="3375213139" sldId="573"/>
            <ac:spMk id="7" creationId="{7047EFEA-850A-F20A-91AE-FE4FC66E7F10}"/>
          </ac:spMkLst>
        </pc:spChg>
        <pc:spChg chg="mod">
          <ac:chgData name="Alejandra León Barrera" userId="43512263486_tp_box_2" providerId="OAuth2" clId="{CE2DED1C-98E3-404D-AA29-8769E08C8A92}" dt="2026-05-29T19:30:29.342" v="2764" actId="14100"/>
          <ac:spMkLst>
            <pc:docMk/>
            <pc:sldMk cId="3375213139" sldId="573"/>
            <ac:spMk id="14" creationId="{EB9F9AA4-5AF0-BE4B-6673-BDC5DCF5B963}"/>
          </ac:spMkLst>
        </pc:spChg>
        <pc:picChg chg="add mod">
          <ac:chgData name="Alejandra León Barrera" userId="43512263486_tp_box_2" providerId="OAuth2" clId="{CE2DED1C-98E3-404D-AA29-8769E08C8A92}" dt="2026-05-29T19:28:36.856" v="2733" actId="1076"/>
          <ac:picMkLst>
            <pc:docMk/>
            <pc:sldMk cId="3375213139" sldId="573"/>
            <ac:picMk id="4" creationId="{847D8EBC-31DA-564E-03AA-0D6F7119FB9A}"/>
          </ac:picMkLst>
        </pc:picChg>
        <pc:picChg chg="add mod">
          <ac:chgData name="Alejandra León Barrera" userId="43512263486_tp_box_2" providerId="OAuth2" clId="{CE2DED1C-98E3-404D-AA29-8769E08C8A92}" dt="2026-05-29T19:29:04.649" v="2742" actId="1076"/>
          <ac:picMkLst>
            <pc:docMk/>
            <pc:sldMk cId="3375213139" sldId="573"/>
            <ac:picMk id="6" creationId="{30BC1AE9-0A05-E3E6-9F3A-60FEABCE5D40}"/>
          </ac:picMkLst>
        </pc:picChg>
        <pc:picChg chg="add mod">
          <ac:chgData name="Alejandra León Barrera" userId="43512263486_tp_box_2" providerId="OAuth2" clId="{CE2DED1C-98E3-404D-AA29-8769E08C8A92}" dt="2026-05-29T19:29:01.498" v="2741" actId="1035"/>
          <ac:picMkLst>
            <pc:docMk/>
            <pc:sldMk cId="3375213139" sldId="573"/>
            <ac:picMk id="9" creationId="{CF00D1F5-93BD-91AB-D78A-D5FFE15EE9B5}"/>
          </ac:picMkLst>
        </pc:picChg>
      </pc:sldChg>
      <pc:sldChg chg="addSp modSp add mod">
        <pc:chgData name="Alejandra León Barrera" userId="43512263486_tp_box_2" providerId="OAuth2" clId="{CE2DED1C-98E3-404D-AA29-8769E08C8A92}" dt="2026-05-29T19:34:08.648" v="2805" actId="1076"/>
        <pc:sldMkLst>
          <pc:docMk/>
          <pc:sldMk cId="314679287" sldId="574"/>
        </pc:sldMkLst>
        <pc:spChg chg="mod">
          <ac:chgData name="Alejandra León Barrera" userId="43512263486_tp_box_2" providerId="OAuth2" clId="{CE2DED1C-98E3-404D-AA29-8769E08C8A92}" dt="2026-05-29T19:31:47.042" v="2769" actId="1076"/>
          <ac:spMkLst>
            <pc:docMk/>
            <pc:sldMk cId="314679287" sldId="574"/>
            <ac:spMk id="2" creationId="{A3AD9E1B-04D3-93D0-98EB-F963D9C66538}"/>
          </ac:spMkLst>
        </pc:spChg>
        <pc:spChg chg="mod">
          <ac:chgData name="Alejandra León Barrera" userId="43512263486_tp_box_2" providerId="OAuth2" clId="{CE2DED1C-98E3-404D-AA29-8769E08C8A92}" dt="2026-05-29T19:34:03.856" v="2804" actId="14100"/>
          <ac:spMkLst>
            <pc:docMk/>
            <pc:sldMk cId="314679287" sldId="574"/>
            <ac:spMk id="7" creationId="{A5FF594F-810C-54C7-ACA1-8DF1C2F58D40}"/>
          </ac:spMkLst>
        </pc:spChg>
        <pc:spChg chg="mod">
          <ac:chgData name="Alejandra León Barrera" userId="43512263486_tp_box_2" providerId="OAuth2" clId="{CE2DED1C-98E3-404D-AA29-8769E08C8A92}" dt="2026-05-29T19:34:08.648" v="2805" actId="1076"/>
          <ac:spMkLst>
            <pc:docMk/>
            <pc:sldMk cId="314679287" sldId="574"/>
            <ac:spMk id="14" creationId="{9A5CF0C3-743F-5A80-B48E-A4ACB0E13047}"/>
          </ac:spMkLst>
        </pc:spChg>
        <pc:picChg chg="add mod ord">
          <ac:chgData name="Alejandra León Barrera" userId="43512263486_tp_box_2" providerId="OAuth2" clId="{CE2DED1C-98E3-404D-AA29-8769E08C8A92}" dt="2026-05-29T19:32:35.133" v="2793" actId="167"/>
          <ac:picMkLst>
            <pc:docMk/>
            <pc:sldMk cId="314679287" sldId="574"/>
            <ac:picMk id="4" creationId="{367FDC0D-07DE-9B68-FDFC-38F2C48DE631}"/>
          </ac:picMkLst>
        </pc:picChg>
        <pc:picChg chg="add mod">
          <ac:chgData name="Alejandra León Barrera" userId="43512263486_tp_box_2" providerId="OAuth2" clId="{CE2DED1C-98E3-404D-AA29-8769E08C8A92}" dt="2026-05-29T19:32:17.487" v="2787" actId="1076"/>
          <ac:picMkLst>
            <pc:docMk/>
            <pc:sldMk cId="314679287" sldId="574"/>
            <ac:picMk id="6" creationId="{8625E1F5-12FF-AF00-9089-F6F679C2CA88}"/>
          </ac:picMkLst>
        </pc:picChg>
        <pc:picChg chg="add mod">
          <ac:chgData name="Alejandra León Barrera" userId="43512263486_tp_box_2" providerId="OAuth2" clId="{CE2DED1C-98E3-404D-AA29-8769E08C8A92}" dt="2026-05-29T19:32:14.054" v="2786" actId="1036"/>
          <ac:picMkLst>
            <pc:docMk/>
            <pc:sldMk cId="314679287" sldId="574"/>
            <ac:picMk id="9" creationId="{85DC09C9-7521-CFD5-E142-51641FC981E1}"/>
          </ac:picMkLst>
        </pc:picChg>
      </pc:sldChg>
      <pc:sldChg chg="addSp delSp modSp add mod">
        <pc:chgData name="Alejandra León Barrera" userId="43512263486_tp_box_2" providerId="OAuth2" clId="{CE2DED1C-98E3-404D-AA29-8769E08C8A92}" dt="2026-05-29T19:35:59.371" v="2848" actId="14100"/>
        <pc:sldMkLst>
          <pc:docMk/>
          <pc:sldMk cId="3676835108" sldId="575"/>
        </pc:sldMkLst>
        <pc:spChg chg="mod">
          <ac:chgData name="Alejandra León Barrera" userId="43512263486_tp_box_2" providerId="OAuth2" clId="{CE2DED1C-98E3-404D-AA29-8769E08C8A92}" dt="2026-05-29T19:35:59.371" v="2848" actId="14100"/>
          <ac:spMkLst>
            <pc:docMk/>
            <pc:sldMk cId="3676835108" sldId="575"/>
            <ac:spMk id="7" creationId="{1C8ED36F-4799-9208-E1FE-2B33104BD3B1}"/>
          </ac:spMkLst>
        </pc:spChg>
        <pc:picChg chg="add mod">
          <ac:chgData name="Alejandra León Barrera" userId="43512263486_tp_box_2" providerId="OAuth2" clId="{CE2DED1C-98E3-404D-AA29-8769E08C8A92}" dt="2026-05-29T19:34:59.413" v="2810" actId="1076"/>
          <ac:picMkLst>
            <pc:docMk/>
            <pc:sldMk cId="3676835108" sldId="575"/>
            <ac:picMk id="4" creationId="{D08BE55A-C314-D71F-B875-901878B9CA7B}"/>
          </ac:picMkLst>
        </pc:picChg>
        <pc:picChg chg="add mod">
          <ac:chgData name="Alejandra León Barrera" userId="43512263486_tp_box_2" providerId="OAuth2" clId="{CE2DED1C-98E3-404D-AA29-8769E08C8A92}" dt="2026-05-29T19:35:17.125" v="2813" actId="1076"/>
          <ac:picMkLst>
            <pc:docMk/>
            <pc:sldMk cId="3676835108" sldId="575"/>
            <ac:picMk id="6" creationId="{E8FAAA2B-176E-05A2-A4C2-8C490CBBCCBF}"/>
          </ac:picMkLst>
        </pc:picChg>
      </pc:sldChg>
      <pc:sldChg chg="addSp delSp modSp add mod">
        <pc:chgData name="Alejandra León Barrera" userId="43512263486_tp_box_2" providerId="OAuth2" clId="{CE2DED1C-98E3-404D-AA29-8769E08C8A92}" dt="2026-05-29T19:39:08.883" v="2919" actId="14100"/>
        <pc:sldMkLst>
          <pc:docMk/>
          <pc:sldMk cId="550070543" sldId="576"/>
        </pc:sldMkLst>
        <pc:spChg chg="mod">
          <ac:chgData name="Alejandra León Barrera" userId="43512263486_tp_box_2" providerId="OAuth2" clId="{CE2DED1C-98E3-404D-AA29-8769E08C8A92}" dt="2026-05-29T19:39:08.883" v="2919" actId="14100"/>
          <ac:spMkLst>
            <pc:docMk/>
            <pc:sldMk cId="550070543" sldId="576"/>
            <ac:spMk id="7" creationId="{1A69F837-6470-D271-57A7-E34A973F9231}"/>
          </ac:spMkLst>
        </pc:spChg>
        <pc:picChg chg="add mod modCrop">
          <ac:chgData name="Alejandra León Barrera" userId="43512263486_tp_box_2" providerId="OAuth2" clId="{CE2DED1C-98E3-404D-AA29-8769E08C8A92}" dt="2026-05-29T19:37:06.378" v="2855" actId="1076"/>
          <ac:picMkLst>
            <pc:docMk/>
            <pc:sldMk cId="550070543" sldId="576"/>
            <ac:picMk id="4" creationId="{E081F272-0846-4D5B-C280-4F3DF7644431}"/>
          </ac:picMkLst>
        </pc:picChg>
        <pc:picChg chg="add mod">
          <ac:chgData name="Alejandra León Barrera" userId="43512263486_tp_box_2" providerId="OAuth2" clId="{CE2DED1C-98E3-404D-AA29-8769E08C8A92}" dt="2026-05-29T19:38:40.794" v="2892" actId="1035"/>
          <ac:picMkLst>
            <pc:docMk/>
            <pc:sldMk cId="550070543" sldId="576"/>
            <ac:picMk id="6" creationId="{69979F81-3771-8BE1-DACE-FA5D1A9FCC82}"/>
          </ac:picMkLst>
        </pc:picChg>
      </pc:sldChg>
      <pc:sldChg chg="addSp delSp modSp add mod">
        <pc:chgData name="Alejandra León Barrera" userId="43512263486_tp_box_2" providerId="OAuth2" clId="{CE2DED1C-98E3-404D-AA29-8769E08C8A92}" dt="2026-05-29T19:53:40.051" v="2963" actId="113"/>
        <pc:sldMkLst>
          <pc:docMk/>
          <pc:sldMk cId="3897786385" sldId="577"/>
        </pc:sldMkLst>
        <pc:spChg chg="mod">
          <ac:chgData name="Alejandra León Barrera" userId="43512263486_tp_box_2" providerId="OAuth2" clId="{CE2DED1C-98E3-404D-AA29-8769E08C8A92}" dt="2026-05-29T19:52:41.257" v="2948" actId="1076"/>
          <ac:spMkLst>
            <pc:docMk/>
            <pc:sldMk cId="3897786385" sldId="577"/>
            <ac:spMk id="2" creationId="{81FC5961-4FF2-C695-3722-B183BA284857}"/>
          </ac:spMkLst>
        </pc:spChg>
        <pc:spChg chg="mod">
          <ac:chgData name="Alejandra León Barrera" userId="43512263486_tp_box_2" providerId="OAuth2" clId="{CE2DED1C-98E3-404D-AA29-8769E08C8A92}" dt="2026-05-29T19:53:40.051" v="2963" actId="113"/>
          <ac:spMkLst>
            <pc:docMk/>
            <pc:sldMk cId="3897786385" sldId="577"/>
            <ac:spMk id="7" creationId="{7846C9B1-B20F-083D-2B8F-35FDF006FB74}"/>
          </ac:spMkLst>
        </pc:spChg>
        <pc:picChg chg="add mod">
          <ac:chgData name="Alejandra León Barrera" userId="43512263486_tp_box_2" providerId="OAuth2" clId="{CE2DED1C-98E3-404D-AA29-8769E08C8A92}" dt="2026-05-29T19:52:30.822" v="2945" actId="1076"/>
          <ac:picMkLst>
            <pc:docMk/>
            <pc:sldMk cId="3897786385" sldId="577"/>
            <ac:picMk id="16" creationId="{921C975B-E8E7-6EF4-3D2A-7AFACCFDAABB}"/>
          </ac:picMkLst>
        </pc:picChg>
        <pc:picChg chg="add mod">
          <ac:chgData name="Alejandra León Barrera" userId="43512263486_tp_box_2" providerId="OAuth2" clId="{CE2DED1C-98E3-404D-AA29-8769E08C8A92}" dt="2026-05-29T19:53:36.726" v="2962" actId="1037"/>
          <ac:picMkLst>
            <pc:docMk/>
            <pc:sldMk cId="3897786385" sldId="577"/>
            <ac:picMk id="18" creationId="{E6574EC0-A1A3-63D1-0957-07E66C8F6281}"/>
          </ac:picMkLst>
        </pc:picChg>
      </pc:sldChg>
      <pc:sldChg chg="addSp delSp modSp add mod">
        <pc:chgData name="Alejandra León Barrera" userId="43512263486_tp_box_2" providerId="OAuth2" clId="{CE2DED1C-98E3-404D-AA29-8769E08C8A92}" dt="2026-05-29T19:57:44.209" v="3008" actId="114"/>
        <pc:sldMkLst>
          <pc:docMk/>
          <pc:sldMk cId="1239151626" sldId="578"/>
        </pc:sldMkLst>
        <pc:spChg chg="mod">
          <ac:chgData name="Alejandra León Barrera" userId="43512263486_tp_box_2" providerId="OAuth2" clId="{CE2DED1C-98E3-404D-AA29-8769E08C8A92}" dt="2026-05-29T19:57:44.209" v="3008" actId="114"/>
          <ac:spMkLst>
            <pc:docMk/>
            <pc:sldMk cId="1239151626" sldId="578"/>
            <ac:spMk id="2" creationId="{6B363630-B71C-0601-E93E-DB9C5DAB45ED}"/>
          </ac:spMkLst>
        </pc:spChg>
        <pc:spChg chg="mod">
          <ac:chgData name="Alejandra León Barrera" userId="43512263486_tp_box_2" providerId="OAuth2" clId="{CE2DED1C-98E3-404D-AA29-8769E08C8A92}" dt="2026-05-29T19:55:55.536" v="2996" actId="113"/>
          <ac:spMkLst>
            <pc:docMk/>
            <pc:sldMk cId="1239151626" sldId="578"/>
            <ac:spMk id="7" creationId="{7B8ADCA7-1910-2BEE-E607-118794B27A98}"/>
          </ac:spMkLst>
        </pc:spChg>
        <pc:picChg chg="add mod">
          <ac:chgData name="Alejandra León Barrera" userId="43512263486_tp_box_2" providerId="OAuth2" clId="{CE2DED1C-98E3-404D-AA29-8769E08C8A92}" dt="2026-05-29T19:54:56.219" v="2967" actId="1076"/>
          <ac:picMkLst>
            <pc:docMk/>
            <pc:sldMk cId="1239151626" sldId="578"/>
            <ac:picMk id="4" creationId="{4CC9F6E0-9DF3-2500-7E9D-3085C9978D79}"/>
          </ac:picMkLst>
        </pc:picChg>
        <pc:picChg chg="add mod">
          <ac:chgData name="Alejandra León Barrera" userId="43512263486_tp_box_2" providerId="OAuth2" clId="{CE2DED1C-98E3-404D-AA29-8769E08C8A92}" dt="2026-05-29T19:56:05.429" v="2998" actId="1076"/>
          <ac:picMkLst>
            <pc:docMk/>
            <pc:sldMk cId="1239151626" sldId="578"/>
            <ac:picMk id="6" creationId="{41817AF8-85BA-676C-272F-BF144F7D0E39}"/>
          </ac:picMkLst>
        </pc:picChg>
      </pc:sldChg>
      <pc:sldChg chg="addSp delSp modSp add mod">
        <pc:chgData name="Alejandra León Barrera" userId="43512263486_tp_box_2" providerId="OAuth2" clId="{CE2DED1C-98E3-404D-AA29-8769E08C8A92}" dt="2026-05-29T20:02:26.556" v="3042" actId="113"/>
        <pc:sldMkLst>
          <pc:docMk/>
          <pc:sldMk cId="3473749525" sldId="579"/>
        </pc:sldMkLst>
        <pc:spChg chg="add mod">
          <ac:chgData name="Alejandra León Barrera" userId="43512263486_tp_box_2" providerId="OAuth2" clId="{CE2DED1C-98E3-404D-AA29-8769E08C8A92}" dt="2026-05-29T20:00:33.778" v="3012"/>
          <ac:spMkLst>
            <pc:docMk/>
            <pc:sldMk cId="3473749525" sldId="579"/>
            <ac:spMk id="5" creationId="{A2C469B2-67EC-25F3-9586-CAEC6FC42CB2}"/>
          </ac:spMkLst>
        </pc:spChg>
        <pc:spChg chg="mod">
          <ac:chgData name="Alejandra León Barrera" userId="43512263486_tp_box_2" providerId="OAuth2" clId="{CE2DED1C-98E3-404D-AA29-8769E08C8A92}" dt="2026-05-29T20:02:26.556" v="3042" actId="113"/>
          <ac:spMkLst>
            <pc:docMk/>
            <pc:sldMk cId="3473749525" sldId="579"/>
            <ac:spMk id="7" creationId="{62387D0D-EE41-546E-E926-80570860E4C4}"/>
          </ac:spMkLst>
        </pc:spChg>
        <pc:spChg chg="mod">
          <ac:chgData name="Alejandra León Barrera" userId="43512263486_tp_box_2" providerId="OAuth2" clId="{CE2DED1C-98E3-404D-AA29-8769E08C8A92}" dt="2026-05-29T20:01:23.345" v="3027" actId="113"/>
          <ac:spMkLst>
            <pc:docMk/>
            <pc:sldMk cId="3473749525" sldId="579"/>
            <ac:spMk id="14" creationId="{6EB3FD06-A3A1-3DAE-24B1-2542B656492E}"/>
          </ac:spMkLst>
        </pc:spChg>
        <pc:picChg chg="add mod ord">
          <ac:chgData name="Alejandra León Barrera" userId="43512263486_tp_box_2" providerId="OAuth2" clId="{CE2DED1C-98E3-404D-AA29-8769E08C8A92}" dt="2026-05-29T20:00:59.868" v="3020" actId="1076"/>
          <ac:picMkLst>
            <pc:docMk/>
            <pc:sldMk cId="3473749525" sldId="579"/>
            <ac:picMk id="4" creationId="{092F527F-C207-4480-94D8-68B344312308}"/>
          </ac:picMkLst>
        </pc:picChg>
        <pc:picChg chg="add mod">
          <ac:chgData name="Alejandra León Barrera" userId="43512263486_tp_box_2" providerId="OAuth2" clId="{CE2DED1C-98E3-404D-AA29-8769E08C8A92}" dt="2026-05-29T20:02:16.705" v="3038" actId="1037"/>
          <ac:picMkLst>
            <pc:docMk/>
            <pc:sldMk cId="3473749525" sldId="579"/>
            <ac:picMk id="8" creationId="{C3C805EC-ADFE-6FCA-60E9-BE684AF6A228}"/>
          </ac:picMkLst>
        </pc:picChg>
        <pc:picChg chg="add mod">
          <ac:chgData name="Alejandra León Barrera" userId="43512263486_tp_box_2" providerId="OAuth2" clId="{CE2DED1C-98E3-404D-AA29-8769E08C8A92}" dt="2026-05-29T20:02:23.659" v="3041" actId="1038"/>
          <ac:picMkLst>
            <pc:docMk/>
            <pc:sldMk cId="3473749525" sldId="579"/>
            <ac:picMk id="10" creationId="{5829E0E9-F61C-0A3E-2EB2-930A0CFF27D7}"/>
          </ac:picMkLst>
        </pc:picChg>
      </pc:sldChg>
      <pc:sldChg chg="addSp delSp modSp add mod">
        <pc:chgData name="Alejandra León Barrera" userId="43512263486_tp_box_2" providerId="OAuth2" clId="{CE2DED1C-98E3-404D-AA29-8769E08C8A92}" dt="2026-05-29T20:04:55.801" v="3075" actId="1038"/>
        <pc:sldMkLst>
          <pc:docMk/>
          <pc:sldMk cId="4115055856" sldId="580"/>
        </pc:sldMkLst>
        <pc:spChg chg="add mod">
          <ac:chgData name="Alejandra León Barrera" userId="43512263486_tp_box_2" providerId="OAuth2" clId="{CE2DED1C-98E3-404D-AA29-8769E08C8A92}" dt="2026-05-29T20:03:39.088" v="3050" actId="1076"/>
          <ac:spMkLst>
            <pc:docMk/>
            <pc:sldMk cId="4115055856" sldId="580"/>
            <ac:spMk id="6" creationId="{9AB1F299-395D-1676-F224-70F9F55A34A1}"/>
          </ac:spMkLst>
        </pc:spChg>
        <pc:spChg chg="mod">
          <ac:chgData name="Alejandra León Barrera" userId="43512263486_tp_box_2" providerId="OAuth2" clId="{CE2DED1C-98E3-404D-AA29-8769E08C8A92}" dt="2026-05-29T20:04:31.248" v="3058" actId="14100"/>
          <ac:spMkLst>
            <pc:docMk/>
            <pc:sldMk cId="4115055856" sldId="580"/>
            <ac:spMk id="14" creationId="{70BA9F87-F50B-7D5F-0D6A-66766C6FD094}"/>
          </ac:spMkLst>
        </pc:spChg>
        <pc:picChg chg="add mod">
          <ac:chgData name="Alejandra León Barrera" userId="43512263486_tp_box_2" providerId="OAuth2" clId="{CE2DED1C-98E3-404D-AA29-8769E08C8A92}" dt="2026-05-29T20:03:27.055" v="3046" actId="1076"/>
          <ac:picMkLst>
            <pc:docMk/>
            <pc:sldMk cId="4115055856" sldId="580"/>
            <ac:picMk id="4" creationId="{19090C95-3C08-0C40-06AD-1D72AB9E8C22}"/>
          </ac:picMkLst>
        </pc:picChg>
        <pc:picChg chg="add mod">
          <ac:chgData name="Alejandra León Barrera" userId="43512263486_tp_box_2" providerId="OAuth2" clId="{CE2DED1C-98E3-404D-AA29-8769E08C8A92}" dt="2026-05-29T20:04:55.801" v="3075" actId="1038"/>
          <ac:picMkLst>
            <pc:docMk/>
            <pc:sldMk cId="4115055856" sldId="580"/>
            <ac:picMk id="9" creationId="{37ECA6BC-E383-FFD9-C1FB-46AC4C288A8C}"/>
          </ac:picMkLst>
        </pc:picChg>
      </pc:sldChg>
      <pc:sldChg chg="addSp delSp modSp add mod">
        <pc:chgData name="Alejandra León Barrera" userId="43512263486_tp_box_2" providerId="OAuth2" clId="{CE2DED1C-98E3-404D-AA29-8769E08C8A92}" dt="2026-05-29T20:06:48.403" v="3100" actId="1038"/>
        <pc:sldMkLst>
          <pc:docMk/>
          <pc:sldMk cId="2062406428" sldId="581"/>
        </pc:sldMkLst>
        <pc:spChg chg="add mod">
          <ac:chgData name="Alejandra León Barrera" userId="43512263486_tp_box_2" providerId="OAuth2" clId="{CE2DED1C-98E3-404D-AA29-8769E08C8A92}" dt="2026-05-29T20:05:51.527" v="3082" actId="1076"/>
          <ac:spMkLst>
            <pc:docMk/>
            <pc:sldMk cId="2062406428" sldId="581"/>
            <ac:spMk id="5" creationId="{703A45E5-26FD-EAE2-7F7B-7E39E1FC99C7}"/>
          </ac:spMkLst>
        </pc:spChg>
        <pc:spChg chg="mod">
          <ac:chgData name="Alejandra León Barrera" userId="43512263486_tp_box_2" providerId="OAuth2" clId="{CE2DED1C-98E3-404D-AA29-8769E08C8A92}" dt="2026-05-29T20:06:21.486" v="3090" actId="1076"/>
          <ac:spMkLst>
            <pc:docMk/>
            <pc:sldMk cId="2062406428" sldId="581"/>
            <ac:spMk id="7" creationId="{37AA9C30-D11D-D873-1B38-FCDFABEC7430}"/>
          </ac:spMkLst>
        </pc:spChg>
        <pc:picChg chg="add mod">
          <ac:chgData name="Alejandra León Barrera" userId="43512263486_tp_box_2" providerId="OAuth2" clId="{CE2DED1C-98E3-404D-AA29-8769E08C8A92}" dt="2026-05-29T20:05:43.953" v="3079" actId="1076"/>
          <ac:picMkLst>
            <pc:docMk/>
            <pc:sldMk cId="2062406428" sldId="581"/>
            <ac:picMk id="4" creationId="{F7323B39-D3C9-5BDA-EC79-6422B6A01B59}"/>
          </ac:picMkLst>
        </pc:picChg>
        <pc:picChg chg="add mod">
          <ac:chgData name="Alejandra León Barrera" userId="43512263486_tp_box_2" providerId="OAuth2" clId="{CE2DED1C-98E3-404D-AA29-8769E08C8A92}" dt="2026-05-29T20:06:48.403" v="3100" actId="1038"/>
          <ac:picMkLst>
            <pc:docMk/>
            <pc:sldMk cId="2062406428" sldId="581"/>
            <ac:picMk id="8" creationId="{E17658F6-6A5A-8027-D5CA-8A93C3384EBB}"/>
          </ac:picMkLst>
        </pc:picChg>
      </pc:sldChg>
      <pc:sldChg chg="addSp delSp modSp add mod ord">
        <pc:chgData name="Alejandra León Barrera" userId="43512263486_tp_box_2" providerId="OAuth2" clId="{CE2DED1C-98E3-404D-AA29-8769E08C8A92}" dt="2026-05-29T20:54:44.229" v="3201" actId="1076"/>
        <pc:sldMkLst>
          <pc:docMk/>
          <pc:sldMk cId="1676522593" sldId="582"/>
        </pc:sldMkLst>
        <pc:spChg chg="mod">
          <ac:chgData name="Alejandra León Barrera" userId="43512263486_tp_box_2" providerId="OAuth2" clId="{CE2DED1C-98E3-404D-AA29-8769E08C8A92}" dt="2026-05-29T20:54:34.743" v="3200" actId="1076"/>
          <ac:spMkLst>
            <pc:docMk/>
            <pc:sldMk cId="1676522593" sldId="582"/>
            <ac:spMk id="2" creationId="{5939BD38-E2EC-59CD-1EAB-E2E5A2389986}"/>
          </ac:spMkLst>
        </pc:spChg>
        <pc:picChg chg="add mod">
          <ac:chgData name="Alejandra León Barrera" userId="43512263486_tp_box_2" providerId="OAuth2" clId="{CE2DED1C-98E3-404D-AA29-8769E08C8A92}" dt="2026-05-29T20:54:44.229" v="3201" actId="1076"/>
          <ac:picMkLst>
            <pc:docMk/>
            <pc:sldMk cId="1676522593" sldId="582"/>
            <ac:picMk id="4" creationId="{D0A0B7FF-B6B0-6646-1C9A-8FDE3CC225DF}"/>
          </ac:picMkLst>
        </pc:picChg>
      </pc:sldChg>
      <pc:sldChg chg="modSp add del mod ord">
        <pc:chgData name="Alejandra León Barrera" userId="43512263486_tp_box_2" providerId="OAuth2" clId="{CE2DED1C-98E3-404D-AA29-8769E08C8A92}" dt="2026-05-29T20:14:49.291" v="3191" actId="2696"/>
        <pc:sldMkLst>
          <pc:docMk/>
          <pc:sldMk cId="1742513849" sldId="583"/>
        </pc:sldMkLst>
        <pc:spChg chg="mod">
          <ac:chgData name="Alejandra León Barrera" userId="43512263486_tp_box_2" providerId="OAuth2" clId="{CE2DED1C-98E3-404D-AA29-8769E08C8A92}" dt="2026-05-29T20:13:03.106" v="3172" actId="1076"/>
          <ac:spMkLst>
            <pc:docMk/>
            <pc:sldMk cId="1742513849" sldId="583"/>
            <ac:spMk id="2" creationId="{4E087B20-88E3-2DB7-A438-2C67053562AF}"/>
          </ac:spMkLst>
        </pc:spChg>
      </pc:sldChg>
      <pc:sldChg chg="addSp delSp modSp add mod ord">
        <pc:chgData name="Alejandra León Barrera" userId="43512263486_tp_box_2" providerId="OAuth2" clId="{CE2DED1C-98E3-404D-AA29-8769E08C8A92}" dt="2026-05-29T21:17:21.955" v="3245" actId="1035"/>
        <pc:sldMkLst>
          <pc:docMk/>
          <pc:sldMk cId="3640808881" sldId="584"/>
        </pc:sldMkLst>
        <pc:spChg chg="mod">
          <ac:chgData name="Alejandra León Barrera" userId="43512263486_tp_box_2" providerId="OAuth2" clId="{CE2DED1C-98E3-404D-AA29-8769E08C8A92}" dt="2026-05-29T21:13:51.895" v="3208" actId="207"/>
          <ac:spMkLst>
            <pc:docMk/>
            <pc:sldMk cId="3640808881" sldId="584"/>
            <ac:spMk id="5" creationId="{14305C66-84EE-F051-8F3B-C949790C6798}"/>
          </ac:spMkLst>
        </pc:spChg>
        <pc:spChg chg="add mod">
          <ac:chgData name="Alejandra León Barrera" userId="43512263486_tp_box_2" providerId="OAuth2" clId="{CE2DED1C-98E3-404D-AA29-8769E08C8A92}" dt="2026-05-29T21:16:53.274" v="3225" actId="113"/>
          <ac:spMkLst>
            <pc:docMk/>
            <pc:sldMk cId="3640808881" sldId="584"/>
            <ac:spMk id="6" creationId="{C3989649-0572-9E23-B772-B36542A3D225}"/>
          </ac:spMkLst>
        </pc:spChg>
        <pc:spChg chg="mod">
          <ac:chgData name="Alejandra León Barrera" userId="43512263486_tp_box_2" providerId="OAuth2" clId="{CE2DED1C-98E3-404D-AA29-8769E08C8A92}" dt="2026-05-29T21:16:51.279" v="3224" actId="113"/>
          <ac:spMkLst>
            <pc:docMk/>
            <pc:sldMk cId="3640808881" sldId="584"/>
            <ac:spMk id="7" creationId="{D21ADE55-EAC2-B078-A8E6-3D6C7D240E1E}"/>
          </ac:spMkLst>
        </pc:spChg>
        <pc:picChg chg="add mod">
          <ac:chgData name="Alejandra León Barrera" userId="43512263486_tp_box_2" providerId="OAuth2" clId="{CE2DED1C-98E3-404D-AA29-8769E08C8A92}" dt="2026-05-29T21:16:05.877" v="3211" actId="1076"/>
          <ac:picMkLst>
            <pc:docMk/>
            <pc:sldMk cId="3640808881" sldId="584"/>
            <ac:picMk id="3" creationId="{6A1F0966-E87D-EF6B-E5E1-B096A1F1A43C}"/>
          </ac:picMkLst>
        </pc:picChg>
        <pc:picChg chg="add mod">
          <ac:chgData name="Alejandra León Barrera" userId="43512263486_tp_box_2" providerId="OAuth2" clId="{CE2DED1C-98E3-404D-AA29-8769E08C8A92}" dt="2026-05-29T21:17:21.955" v="3245" actId="1035"/>
          <ac:picMkLst>
            <pc:docMk/>
            <pc:sldMk cId="3640808881" sldId="584"/>
            <ac:picMk id="10" creationId="{F2B172CD-B986-C76B-0704-FBA6564FD6BA}"/>
          </ac:picMkLst>
        </pc:picChg>
        <pc:picChg chg="add mod">
          <ac:chgData name="Alejandra León Barrera" userId="43512263486_tp_box_2" providerId="OAuth2" clId="{CE2DED1C-98E3-404D-AA29-8769E08C8A92}" dt="2026-05-29T21:17:15.800" v="3238" actId="1037"/>
          <ac:picMkLst>
            <pc:docMk/>
            <pc:sldMk cId="3640808881" sldId="584"/>
            <ac:picMk id="12" creationId="{7D4F3E53-8265-762B-6EDA-D015931CE218}"/>
          </ac:picMkLst>
        </pc:picChg>
      </pc:sldChg>
      <pc:sldChg chg="addSp delSp modSp add mod">
        <pc:chgData name="Alejandra León Barrera" userId="43512263486_tp_box_2" providerId="OAuth2" clId="{CE2DED1C-98E3-404D-AA29-8769E08C8A92}" dt="2026-05-29T21:31:54.074" v="3461" actId="1076"/>
        <pc:sldMkLst>
          <pc:docMk/>
          <pc:sldMk cId="1859132945" sldId="586"/>
        </pc:sldMkLst>
        <pc:spChg chg="mod">
          <ac:chgData name="Alejandra León Barrera" userId="43512263486_tp_box_2" providerId="OAuth2" clId="{CE2DED1C-98E3-404D-AA29-8769E08C8A92}" dt="2026-05-29T21:28:12.251" v="3387" actId="6549"/>
          <ac:spMkLst>
            <pc:docMk/>
            <pc:sldMk cId="1859132945" sldId="586"/>
            <ac:spMk id="5" creationId="{B420ABFA-8D97-956A-51C1-71764B957340}"/>
          </ac:spMkLst>
        </pc:spChg>
        <pc:spChg chg="mod">
          <ac:chgData name="Alejandra León Barrera" userId="43512263486_tp_box_2" providerId="OAuth2" clId="{CE2DED1C-98E3-404D-AA29-8769E08C8A92}" dt="2026-05-29T21:31:19.158" v="3452" actId="1076"/>
          <ac:spMkLst>
            <pc:docMk/>
            <pc:sldMk cId="1859132945" sldId="586"/>
            <ac:spMk id="7" creationId="{DA991299-2A6F-AD3F-8DF8-3302241ADD26}"/>
          </ac:spMkLst>
        </pc:spChg>
        <pc:spChg chg="add mod">
          <ac:chgData name="Alejandra León Barrera" userId="43512263486_tp_box_2" providerId="OAuth2" clId="{CE2DED1C-98E3-404D-AA29-8769E08C8A92}" dt="2026-05-29T21:31:54.074" v="3461" actId="1076"/>
          <ac:spMkLst>
            <pc:docMk/>
            <pc:sldMk cId="1859132945" sldId="586"/>
            <ac:spMk id="8" creationId="{908AFC2A-7416-5F68-376C-2E92A382AD46}"/>
          </ac:spMkLst>
        </pc:spChg>
        <pc:spChg chg="add mod">
          <ac:chgData name="Alejandra León Barrera" userId="43512263486_tp_box_2" providerId="OAuth2" clId="{CE2DED1C-98E3-404D-AA29-8769E08C8A92}" dt="2026-05-29T21:31:21.512" v="3453" actId="1076"/>
          <ac:spMkLst>
            <pc:docMk/>
            <pc:sldMk cId="1859132945" sldId="586"/>
            <ac:spMk id="9" creationId="{90D255A4-2228-3452-32E1-17C8DD810013}"/>
          </ac:spMkLst>
        </pc:spChg>
        <pc:spChg chg="add mod">
          <ac:chgData name="Alejandra León Barrera" userId="43512263486_tp_box_2" providerId="OAuth2" clId="{CE2DED1C-98E3-404D-AA29-8769E08C8A92}" dt="2026-05-29T21:30:51.169" v="3441" actId="113"/>
          <ac:spMkLst>
            <pc:docMk/>
            <pc:sldMk cId="1859132945" sldId="586"/>
            <ac:spMk id="11" creationId="{3DFB9D62-0D1D-05D9-9232-CABED6CB4617}"/>
          </ac:spMkLst>
        </pc:spChg>
        <pc:spChg chg="add mod">
          <ac:chgData name="Alejandra León Barrera" userId="43512263486_tp_box_2" providerId="OAuth2" clId="{CE2DED1C-98E3-404D-AA29-8769E08C8A92}" dt="2026-05-29T21:30:49.075" v="3440" actId="113"/>
          <ac:spMkLst>
            <pc:docMk/>
            <pc:sldMk cId="1859132945" sldId="586"/>
            <ac:spMk id="13" creationId="{E3F5A5A6-1E2E-A883-2835-516B71F5437B}"/>
          </ac:spMkLst>
        </pc:spChg>
        <pc:picChg chg="add mod ord">
          <ac:chgData name="Alejandra León Barrera" userId="43512263486_tp_box_2" providerId="OAuth2" clId="{CE2DED1C-98E3-404D-AA29-8769E08C8A92}" dt="2026-05-29T21:31:48.855" v="3460" actId="1076"/>
          <ac:picMkLst>
            <pc:docMk/>
            <pc:sldMk cId="1859132945" sldId="586"/>
            <ac:picMk id="4" creationId="{8C0F43FB-74DF-E290-7E57-27FFB3216925}"/>
          </ac:picMkLst>
        </pc:picChg>
        <pc:picChg chg="add mod">
          <ac:chgData name="Alejandra León Barrera" userId="43512263486_tp_box_2" providerId="OAuth2" clId="{CE2DED1C-98E3-404D-AA29-8769E08C8A92}" dt="2026-05-29T21:29:20.900" v="3416" actId="1076"/>
          <ac:picMkLst>
            <pc:docMk/>
            <pc:sldMk cId="1859132945" sldId="586"/>
            <ac:picMk id="15" creationId="{D418C352-B352-0636-4A78-C11E0B808990}"/>
          </ac:picMkLst>
        </pc:picChg>
        <pc:picChg chg="add mod">
          <ac:chgData name="Alejandra León Barrera" userId="43512263486_tp_box_2" providerId="OAuth2" clId="{CE2DED1C-98E3-404D-AA29-8769E08C8A92}" dt="2026-05-29T21:29:14.149" v="3414" actId="1076"/>
          <ac:picMkLst>
            <pc:docMk/>
            <pc:sldMk cId="1859132945" sldId="586"/>
            <ac:picMk id="17" creationId="{AED302FE-72F8-7A6E-F05A-AB5866BFB8FF}"/>
          </ac:picMkLst>
        </pc:picChg>
        <pc:picChg chg="add mod">
          <ac:chgData name="Alejandra León Barrera" userId="43512263486_tp_box_2" providerId="OAuth2" clId="{CE2DED1C-98E3-404D-AA29-8769E08C8A92}" dt="2026-05-29T21:29:09.267" v="3413" actId="1038"/>
          <ac:picMkLst>
            <pc:docMk/>
            <pc:sldMk cId="1859132945" sldId="586"/>
            <ac:picMk id="19" creationId="{25452A3C-BD57-D2F3-22DF-B17A913124E7}"/>
          </ac:picMkLst>
        </pc:picChg>
        <pc:picChg chg="add mod">
          <ac:chgData name="Alejandra León Barrera" userId="43512263486_tp_box_2" providerId="OAuth2" clId="{CE2DED1C-98E3-404D-AA29-8769E08C8A92}" dt="2026-05-29T21:29:17.649" v="3415" actId="1076"/>
          <ac:picMkLst>
            <pc:docMk/>
            <pc:sldMk cId="1859132945" sldId="586"/>
            <ac:picMk id="21" creationId="{329EE8EE-7561-552C-02CB-40A5328BF410}"/>
          </ac:picMkLst>
        </pc:picChg>
      </pc:sldChg>
      <pc:sldChg chg="addSp modSp add mod ord">
        <pc:chgData name="Alejandra León Barrera" userId="43512263486_tp_box_2" providerId="OAuth2" clId="{CE2DED1C-98E3-404D-AA29-8769E08C8A92}" dt="2026-05-29T21:26:16.585" v="3374" actId="113"/>
        <pc:sldMkLst>
          <pc:docMk/>
          <pc:sldMk cId="575007474" sldId="587"/>
        </pc:sldMkLst>
        <pc:spChg chg="mod">
          <ac:chgData name="Alejandra León Barrera" userId="43512263486_tp_box_2" providerId="OAuth2" clId="{CE2DED1C-98E3-404D-AA29-8769E08C8A92}" dt="2026-05-29T21:26:16.585" v="3374" actId="113"/>
          <ac:spMkLst>
            <pc:docMk/>
            <pc:sldMk cId="575007474" sldId="587"/>
            <ac:spMk id="6" creationId="{72325364-1BB4-0EFF-EE1B-448B73B21222}"/>
          </ac:spMkLst>
        </pc:spChg>
        <pc:spChg chg="mod">
          <ac:chgData name="Alejandra León Barrera" userId="43512263486_tp_box_2" providerId="OAuth2" clId="{CE2DED1C-98E3-404D-AA29-8769E08C8A92}" dt="2026-05-29T21:21:40.398" v="3281" actId="113"/>
          <ac:spMkLst>
            <pc:docMk/>
            <pc:sldMk cId="575007474" sldId="587"/>
            <ac:spMk id="7" creationId="{92220040-B3F1-4020-49A6-919EE8EF5A26}"/>
          </ac:spMkLst>
        </pc:spChg>
        <pc:picChg chg="add mod">
          <ac:chgData name="Alejandra León Barrera" userId="43512263486_tp_box_2" providerId="OAuth2" clId="{CE2DED1C-98E3-404D-AA29-8769E08C8A92}" dt="2026-05-29T21:21:05.794" v="3269" actId="1076"/>
          <ac:picMkLst>
            <pc:docMk/>
            <pc:sldMk cId="575007474" sldId="587"/>
            <ac:picMk id="3" creationId="{55CAC2AF-6AFF-4604-9439-FFA8FDEB4177}"/>
          </ac:picMkLst>
        </pc:picChg>
        <pc:picChg chg="add mod">
          <ac:chgData name="Alejandra León Barrera" userId="43512263486_tp_box_2" providerId="OAuth2" clId="{CE2DED1C-98E3-404D-AA29-8769E08C8A92}" dt="2026-05-29T21:22:12.386" v="3329" actId="1038"/>
          <ac:picMkLst>
            <pc:docMk/>
            <pc:sldMk cId="575007474" sldId="587"/>
            <ac:picMk id="4" creationId="{5AD17521-CFE6-D1AB-A085-6DB75E16B53B}"/>
          </ac:picMkLst>
        </pc:picChg>
        <pc:picChg chg="add mod">
          <ac:chgData name="Alejandra León Barrera" userId="43512263486_tp_box_2" providerId="OAuth2" clId="{CE2DED1C-98E3-404D-AA29-8769E08C8A92}" dt="2026-05-29T21:22:04.586" v="3302" actId="1036"/>
          <ac:picMkLst>
            <pc:docMk/>
            <pc:sldMk cId="575007474" sldId="587"/>
            <ac:picMk id="8" creationId="{EFD2D57B-A1E8-7B18-BF88-6259AD6F8C9F}"/>
          </ac:picMkLst>
        </pc:picChg>
      </pc:sldChg>
      <pc:sldChg chg="addSp delSp modSp add mod">
        <pc:chgData name="Alejandra León Barrera" userId="43512263486_tp_box_2" providerId="OAuth2" clId="{CE2DED1C-98E3-404D-AA29-8769E08C8A92}" dt="2026-05-29T21:26:19.683" v="3375" actId="113"/>
        <pc:sldMkLst>
          <pc:docMk/>
          <pc:sldMk cId="246503899" sldId="588"/>
        </pc:sldMkLst>
        <pc:spChg chg="mod">
          <ac:chgData name="Alejandra León Barrera" userId="43512263486_tp_box_2" providerId="OAuth2" clId="{CE2DED1C-98E3-404D-AA29-8769E08C8A92}" dt="2026-05-29T21:26:19.683" v="3375" actId="113"/>
          <ac:spMkLst>
            <pc:docMk/>
            <pc:sldMk cId="246503899" sldId="588"/>
            <ac:spMk id="6" creationId="{86FFA62C-F4F1-24DA-2FE8-F4E1136F357A}"/>
          </ac:spMkLst>
        </pc:spChg>
        <pc:picChg chg="mod">
          <ac:chgData name="Alejandra León Barrera" userId="43512263486_tp_box_2" providerId="OAuth2" clId="{CE2DED1C-98E3-404D-AA29-8769E08C8A92}" dt="2026-05-29T21:24:36.568" v="3362" actId="1076"/>
          <ac:picMkLst>
            <pc:docMk/>
            <pc:sldMk cId="246503899" sldId="588"/>
            <ac:picMk id="4" creationId="{A30661FA-6F84-134A-6EB5-C735C3B26F50}"/>
          </ac:picMkLst>
        </pc:picChg>
        <pc:picChg chg="add mod ord">
          <ac:chgData name="Alejandra León Barrera" userId="43512263486_tp_box_2" providerId="OAuth2" clId="{CE2DED1C-98E3-404D-AA29-8769E08C8A92}" dt="2026-05-29T21:24:36.568" v="3362" actId="1076"/>
          <ac:picMkLst>
            <pc:docMk/>
            <pc:sldMk cId="246503899" sldId="588"/>
            <ac:picMk id="9" creationId="{1E1B421B-8C40-F0DD-A106-4E37B9ABE280}"/>
          </ac:picMkLst>
        </pc:picChg>
      </pc:sldChg>
      <pc:sldChg chg="addSp delSp modSp add mod">
        <pc:chgData name="Alejandra León Barrera" userId="43512263486_tp_box_2" providerId="OAuth2" clId="{CE2DED1C-98E3-404D-AA29-8769E08C8A92}" dt="2026-05-29T22:47:07.318" v="4016" actId="113"/>
        <pc:sldMkLst>
          <pc:docMk/>
          <pc:sldMk cId="1672905199" sldId="589"/>
        </pc:sldMkLst>
        <pc:spChg chg="mod">
          <ac:chgData name="Alejandra León Barrera" userId="43512263486_tp_box_2" providerId="OAuth2" clId="{CE2DED1C-98E3-404D-AA29-8769E08C8A92}" dt="2026-05-29T22:47:07.318" v="4016" actId="113"/>
          <ac:spMkLst>
            <pc:docMk/>
            <pc:sldMk cId="1672905199" sldId="589"/>
            <ac:spMk id="7" creationId="{32BB7B23-F139-2081-A499-1AC98D086279}"/>
          </ac:spMkLst>
        </pc:spChg>
        <pc:spChg chg="mod">
          <ac:chgData name="Alejandra León Barrera" userId="43512263486_tp_box_2" providerId="OAuth2" clId="{CE2DED1C-98E3-404D-AA29-8769E08C8A92}" dt="2026-05-29T22:47:04.013" v="4014" actId="113"/>
          <ac:spMkLst>
            <pc:docMk/>
            <pc:sldMk cId="1672905199" sldId="589"/>
            <ac:spMk id="8" creationId="{FB9714F9-2BA2-FD9C-A1FA-270BA37B894F}"/>
          </ac:spMkLst>
        </pc:spChg>
        <pc:spChg chg="mod">
          <ac:chgData name="Alejandra León Barrera" userId="43512263486_tp_box_2" providerId="OAuth2" clId="{CE2DED1C-98E3-404D-AA29-8769E08C8A92}" dt="2026-05-29T22:47:05.545" v="4015" actId="113"/>
          <ac:spMkLst>
            <pc:docMk/>
            <pc:sldMk cId="1672905199" sldId="589"/>
            <ac:spMk id="11" creationId="{2D2154CE-E161-6769-E654-B0F38F05E7C6}"/>
          </ac:spMkLst>
        </pc:spChg>
        <pc:spChg chg="mod">
          <ac:chgData name="Alejandra León Barrera" userId="43512263486_tp_box_2" providerId="OAuth2" clId="{CE2DED1C-98E3-404D-AA29-8769E08C8A92}" dt="2026-05-29T22:47:01.619" v="4013" actId="113"/>
          <ac:spMkLst>
            <pc:docMk/>
            <pc:sldMk cId="1672905199" sldId="589"/>
            <ac:spMk id="13" creationId="{942151BA-DDE0-0998-DA99-28DFF196134D}"/>
          </ac:spMkLst>
        </pc:spChg>
        <pc:picChg chg="add mod">
          <ac:chgData name="Alejandra León Barrera" userId="43512263486_tp_box_2" providerId="OAuth2" clId="{CE2DED1C-98E3-404D-AA29-8769E08C8A92}" dt="2026-05-29T21:33:38.131" v="3473" actId="1076"/>
          <ac:picMkLst>
            <pc:docMk/>
            <pc:sldMk cId="1672905199" sldId="589"/>
            <ac:picMk id="3" creationId="{AA67408A-73BB-A0A7-5D31-CD25C08EDD82}"/>
          </ac:picMkLst>
        </pc:picChg>
        <pc:picChg chg="add mod modCrop">
          <ac:chgData name="Alejandra León Barrera" userId="43512263486_tp_box_2" providerId="OAuth2" clId="{CE2DED1C-98E3-404D-AA29-8769E08C8A92}" dt="2026-05-29T21:34:21.600" v="3479" actId="1076"/>
          <ac:picMkLst>
            <pc:docMk/>
            <pc:sldMk cId="1672905199" sldId="589"/>
            <ac:picMk id="10" creationId="{1F26CFA3-A6B7-D019-4799-066326F3F6B3}"/>
          </ac:picMkLst>
        </pc:picChg>
        <pc:picChg chg="add mod">
          <ac:chgData name="Alejandra León Barrera" userId="43512263486_tp_box_2" providerId="OAuth2" clId="{CE2DED1C-98E3-404D-AA29-8769E08C8A92}" dt="2026-05-29T21:35:27.355" v="3504" actId="1037"/>
          <ac:picMkLst>
            <pc:docMk/>
            <pc:sldMk cId="1672905199" sldId="589"/>
            <ac:picMk id="14" creationId="{C9BAE1C0-444E-5113-D5E4-8C03E2786D9E}"/>
          </ac:picMkLst>
        </pc:picChg>
        <pc:picChg chg="add mod">
          <ac:chgData name="Alejandra León Barrera" userId="43512263486_tp_box_2" providerId="OAuth2" clId="{CE2DED1C-98E3-404D-AA29-8769E08C8A92}" dt="2026-05-29T21:35:11.118" v="3490" actId="1076"/>
          <ac:picMkLst>
            <pc:docMk/>
            <pc:sldMk cId="1672905199" sldId="589"/>
            <ac:picMk id="18" creationId="{BEEC5992-7EDD-E6FE-96C0-D36D49323A2E}"/>
          </ac:picMkLst>
        </pc:picChg>
        <pc:picChg chg="add mod">
          <ac:chgData name="Alejandra León Barrera" userId="43512263486_tp_box_2" providerId="OAuth2" clId="{CE2DED1C-98E3-404D-AA29-8769E08C8A92}" dt="2026-05-29T21:35:20.768" v="3501" actId="1035"/>
          <ac:picMkLst>
            <pc:docMk/>
            <pc:sldMk cId="1672905199" sldId="589"/>
            <ac:picMk id="22" creationId="{C4D80EE3-75A0-36AC-86D4-271B9B4C9B8E}"/>
          </ac:picMkLst>
        </pc:picChg>
        <pc:picChg chg="add mod">
          <ac:chgData name="Alejandra León Barrera" userId="43512263486_tp_box_2" providerId="OAuth2" clId="{CE2DED1C-98E3-404D-AA29-8769E08C8A92}" dt="2026-05-29T21:35:02.769" v="3488" actId="1036"/>
          <ac:picMkLst>
            <pc:docMk/>
            <pc:sldMk cId="1672905199" sldId="589"/>
            <ac:picMk id="24" creationId="{9AAF34D6-5F4D-1F9B-0032-AF16F9D7957C}"/>
          </ac:picMkLst>
        </pc:picChg>
      </pc:sldChg>
      <pc:sldChg chg="addSp delSp modSp add mod">
        <pc:chgData name="Alejandra León Barrera" userId="43512263486_tp_box_2" providerId="OAuth2" clId="{CE2DED1C-98E3-404D-AA29-8769E08C8A92}" dt="2026-05-29T21:50:24.912" v="3598" actId="1037"/>
        <pc:sldMkLst>
          <pc:docMk/>
          <pc:sldMk cId="2472082903" sldId="590"/>
        </pc:sldMkLst>
        <pc:spChg chg="mod">
          <ac:chgData name="Alejandra León Barrera" userId="43512263486_tp_box_2" providerId="OAuth2" clId="{CE2DED1C-98E3-404D-AA29-8769E08C8A92}" dt="2026-05-29T21:45:39.165" v="3571" actId="1076"/>
          <ac:spMkLst>
            <pc:docMk/>
            <pc:sldMk cId="2472082903" sldId="590"/>
            <ac:spMk id="7" creationId="{1DF01E2D-5321-A13F-4379-02FE7F037A1D}"/>
          </ac:spMkLst>
        </pc:spChg>
        <pc:spChg chg="mod">
          <ac:chgData name="Alejandra León Barrera" userId="43512263486_tp_box_2" providerId="OAuth2" clId="{CE2DED1C-98E3-404D-AA29-8769E08C8A92}" dt="2026-05-29T21:45:37.036" v="3570" actId="1076"/>
          <ac:spMkLst>
            <pc:docMk/>
            <pc:sldMk cId="2472082903" sldId="590"/>
            <ac:spMk id="8" creationId="{DCC19BD5-0E9A-B2DF-4689-5B756CB80F49}"/>
          </ac:spMkLst>
        </pc:spChg>
        <pc:picChg chg="add mod">
          <ac:chgData name="Alejandra León Barrera" userId="43512263486_tp_box_2" providerId="OAuth2" clId="{CE2DED1C-98E3-404D-AA29-8769E08C8A92}" dt="2026-05-29T21:45:29.671" v="3567" actId="1076"/>
          <ac:picMkLst>
            <pc:docMk/>
            <pc:sldMk cId="2472082903" sldId="590"/>
            <ac:picMk id="6" creationId="{E32745D5-2411-9653-EB3A-2C6A4D1B91CA}"/>
          </ac:picMkLst>
        </pc:picChg>
        <pc:picChg chg="add mod">
          <ac:chgData name="Alejandra León Barrera" userId="43512263486_tp_box_2" providerId="OAuth2" clId="{CE2DED1C-98E3-404D-AA29-8769E08C8A92}" dt="2026-05-29T21:49:59.336" v="3592" actId="1076"/>
          <ac:picMkLst>
            <pc:docMk/>
            <pc:sldMk cId="2472082903" sldId="590"/>
            <ac:picMk id="12" creationId="{3343782B-33D5-7E35-CCF6-FE8ADAB35701}"/>
          </ac:picMkLst>
        </pc:picChg>
        <pc:picChg chg="add mod">
          <ac:chgData name="Alejandra León Barrera" userId="43512263486_tp_box_2" providerId="OAuth2" clId="{CE2DED1C-98E3-404D-AA29-8769E08C8A92}" dt="2026-05-29T21:50:24.912" v="3598" actId="1037"/>
          <ac:picMkLst>
            <pc:docMk/>
            <pc:sldMk cId="2472082903" sldId="590"/>
            <ac:picMk id="19" creationId="{4DF66796-0742-D18B-819D-CECFBA073539}"/>
          </ac:picMkLst>
        </pc:picChg>
        <pc:picChg chg="add mod">
          <ac:chgData name="Alejandra León Barrera" userId="43512263486_tp_box_2" providerId="OAuth2" clId="{CE2DED1C-98E3-404D-AA29-8769E08C8A92}" dt="2026-05-29T21:50:22.153" v="3597" actId="1037"/>
          <ac:picMkLst>
            <pc:docMk/>
            <pc:sldMk cId="2472082903" sldId="590"/>
            <ac:picMk id="21" creationId="{365D42CF-222C-8A30-13C4-1FFAEC872873}"/>
          </ac:picMkLst>
        </pc:picChg>
      </pc:sldChg>
      <pc:sldChg chg="addSp delSp modSp add mod">
        <pc:chgData name="Alejandra León Barrera" userId="43512263486_tp_box_2" providerId="OAuth2" clId="{CE2DED1C-98E3-404D-AA29-8769E08C8A92}" dt="2026-05-29T21:56:22.777" v="3629" actId="1035"/>
        <pc:sldMkLst>
          <pc:docMk/>
          <pc:sldMk cId="3995915796" sldId="591"/>
        </pc:sldMkLst>
        <pc:spChg chg="mod">
          <ac:chgData name="Alejandra León Barrera" userId="43512263486_tp_box_2" providerId="OAuth2" clId="{CE2DED1C-98E3-404D-AA29-8769E08C8A92}" dt="2026-05-29T21:55:51.233" v="3617" actId="113"/>
          <ac:spMkLst>
            <pc:docMk/>
            <pc:sldMk cId="3995915796" sldId="591"/>
            <ac:spMk id="7" creationId="{EA44499E-BB09-9A2F-497A-462DEA6CCD0D}"/>
          </ac:spMkLst>
        </pc:spChg>
        <pc:spChg chg="mod">
          <ac:chgData name="Alejandra León Barrera" userId="43512263486_tp_box_2" providerId="OAuth2" clId="{CE2DED1C-98E3-404D-AA29-8769E08C8A92}" dt="2026-05-29T21:55:48.282" v="3616" actId="113"/>
          <ac:spMkLst>
            <pc:docMk/>
            <pc:sldMk cId="3995915796" sldId="591"/>
            <ac:spMk id="8" creationId="{5A35ECE1-3A4D-4076-2855-96EF3D9850A5}"/>
          </ac:spMkLst>
        </pc:spChg>
        <pc:picChg chg="add mod modCrop">
          <ac:chgData name="Alejandra León Barrera" userId="43512263486_tp_box_2" providerId="OAuth2" clId="{CE2DED1C-98E3-404D-AA29-8769E08C8A92}" dt="2026-05-29T21:49:38.412" v="3587" actId="1076"/>
          <ac:picMkLst>
            <pc:docMk/>
            <pc:sldMk cId="3995915796" sldId="591"/>
            <ac:picMk id="3" creationId="{62EC7D5D-E62E-ED60-0005-59E45FACF8E1}"/>
          </ac:picMkLst>
        </pc:picChg>
        <pc:picChg chg="add mod">
          <ac:chgData name="Alejandra León Barrera" userId="43512263486_tp_box_2" providerId="OAuth2" clId="{CE2DED1C-98E3-404D-AA29-8769E08C8A92}" dt="2026-05-29T21:56:16.891" v="3625" actId="1035"/>
          <ac:picMkLst>
            <pc:docMk/>
            <pc:sldMk cId="3995915796" sldId="591"/>
            <ac:picMk id="9" creationId="{D89120AB-F369-32BB-2D62-FCB6E982365B}"/>
          </ac:picMkLst>
        </pc:picChg>
        <pc:picChg chg="add mod">
          <ac:chgData name="Alejandra León Barrera" userId="43512263486_tp_box_2" providerId="OAuth2" clId="{CE2DED1C-98E3-404D-AA29-8769E08C8A92}" dt="2026-05-29T21:56:22.777" v="3629" actId="1035"/>
          <ac:picMkLst>
            <pc:docMk/>
            <pc:sldMk cId="3995915796" sldId="591"/>
            <ac:picMk id="11" creationId="{1148B357-C63B-38A4-052F-F2E51C3F97EF}"/>
          </ac:picMkLst>
        </pc:picChg>
        <pc:picChg chg="mod">
          <ac:chgData name="Alejandra León Barrera" userId="43512263486_tp_box_2" providerId="OAuth2" clId="{CE2DED1C-98E3-404D-AA29-8769E08C8A92}" dt="2026-05-29T21:48:06.912" v="3581" actId="1076"/>
          <ac:picMkLst>
            <pc:docMk/>
            <pc:sldMk cId="3995915796" sldId="591"/>
            <ac:picMk id="16" creationId="{0833022C-491C-B013-E38E-3D701E68A385}"/>
          </ac:picMkLst>
        </pc:picChg>
      </pc:sldChg>
      <pc:sldChg chg="addSp delSp modSp add mod">
        <pc:chgData name="Alejandra León Barrera" userId="43512263486_tp_box_2" providerId="OAuth2" clId="{CE2DED1C-98E3-404D-AA29-8769E08C8A92}" dt="2026-05-29T22:04:17.381" v="3650" actId="113"/>
        <pc:sldMkLst>
          <pc:docMk/>
          <pc:sldMk cId="767326826" sldId="592"/>
        </pc:sldMkLst>
        <pc:spChg chg="mod">
          <ac:chgData name="Alejandra León Barrera" userId="43512263486_tp_box_2" providerId="OAuth2" clId="{CE2DED1C-98E3-404D-AA29-8769E08C8A92}" dt="2026-05-29T21:57:05.791" v="3638" actId="14100"/>
          <ac:spMkLst>
            <pc:docMk/>
            <pc:sldMk cId="767326826" sldId="592"/>
            <ac:spMk id="5" creationId="{89651CF4-C28A-FEA1-B124-76DAFE6C27FC}"/>
          </ac:spMkLst>
        </pc:spChg>
        <pc:spChg chg="mod">
          <ac:chgData name="Alejandra León Barrera" userId="43512263486_tp_box_2" providerId="OAuth2" clId="{CE2DED1C-98E3-404D-AA29-8769E08C8A92}" dt="2026-05-29T22:04:17.381" v="3650" actId="113"/>
          <ac:spMkLst>
            <pc:docMk/>
            <pc:sldMk cId="767326826" sldId="592"/>
            <ac:spMk id="7" creationId="{B458352D-E7BD-2C9D-DC9F-4D4CA2BED54F}"/>
          </ac:spMkLst>
        </pc:spChg>
        <pc:picChg chg="add mod ord modCrop">
          <ac:chgData name="Alejandra León Barrera" userId="43512263486_tp_box_2" providerId="OAuth2" clId="{CE2DED1C-98E3-404D-AA29-8769E08C8A92}" dt="2026-05-29T22:03:25.204" v="3644" actId="167"/>
          <ac:picMkLst>
            <pc:docMk/>
            <pc:sldMk cId="767326826" sldId="592"/>
            <ac:picMk id="4" creationId="{16617D36-E525-EA05-D5A3-A65A1EBE13A3}"/>
          </ac:picMkLst>
        </pc:picChg>
      </pc:sldChg>
      <pc:sldChg chg="addSp delSp modSp add mod">
        <pc:chgData name="Alejandra León Barrera" userId="43512263486_tp_box_2" providerId="OAuth2" clId="{CE2DED1C-98E3-404D-AA29-8769E08C8A92}" dt="2026-05-29T22:07:01.265" v="3681" actId="1076"/>
        <pc:sldMkLst>
          <pc:docMk/>
          <pc:sldMk cId="2824001461" sldId="593"/>
        </pc:sldMkLst>
        <pc:spChg chg="add mod">
          <ac:chgData name="Alejandra León Barrera" userId="43512263486_tp_box_2" providerId="OAuth2" clId="{CE2DED1C-98E3-404D-AA29-8769E08C8A92}" dt="2026-05-29T22:05:07.672" v="3656" actId="1076"/>
          <ac:spMkLst>
            <pc:docMk/>
            <pc:sldMk cId="2824001461" sldId="593"/>
            <ac:spMk id="4" creationId="{75C4CA0B-7DC7-3027-E0BD-C7C6ABDF76C0}"/>
          </ac:spMkLst>
        </pc:spChg>
        <pc:spChg chg="add mod">
          <ac:chgData name="Alejandra León Barrera" userId="43512263486_tp_box_2" providerId="OAuth2" clId="{CE2DED1C-98E3-404D-AA29-8769E08C8A92}" dt="2026-05-29T22:06:36.705" v="3672" actId="1076"/>
          <ac:spMkLst>
            <pc:docMk/>
            <pc:sldMk cId="2824001461" sldId="593"/>
            <ac:spMk id="6" creationId="{F200627A-8111-F381-3A95-65AE8AC5D1F5}"/>
          </ac:spMkLst>
        </pc:spChg>
        <pc:spChg chg="mod">
          <ac:chgData name="Alejandra León Barrera" userId="43512263486_tp_box_2" providerId="OAuth2" clId="{CE2DED1C-98E3-404D-AA29-8769E08C8A92}" dt="2026-05-29T22:06:36.705" v="3672" actId="1076"/>
          <ac:spMkLst>
            <pc:docMk/>
            <pc:sldMk cId="2824001461" sldId="593"/>
            <ac:spMk id="8" creationId="{F3749750-3530-1F20-2D3A-BE4089D9CA9A}"/>
          </ac:spMkLst>
        </pc:spChg>
        <pc:picChg chg="add mod">
          <ac:chgData name="Alejandra León Barrera" userId="43512263486_tp_box_2" providerId="OAuth2" clId="{CE2DED1C-98E3-404D-AA29-8769E08C8A92}" dt="2026-05-29T22:06:36.705" v="3672" actId="1076"/>
          <ac:picMkLst>
            <pc:docMk/>
            <pc:sldMk cId="2824001461" sldId="593"/>
            <ac:picMk id="3" creationId="{4C9845F4-12EF-0403-8483-68496B56F868}"/>
          </ac:picMkLst>
        </pc:picChg>
        <pc:picChg chg="add mod">
          <ac:chgData name="Alejandra León Barrera" userId="43512263486_tp_box_2" providerId="OAuth2" clId="{CE2DED1C-98E3-404D-AA29-8769E08C8A92}" dt="2026-05-29T22:07:01.265" v="3681" actId="1076"/>
          <ac:picMkLst>
            <pc:docMk/>
            <pc:sldMk cId="2824001461" sldId="593"/>
            <ac:picMk id="10" creationId="{B7E1BF67-737A-0BC2-A257-67CE12482843}"/>
          </ac:picMkLst>
        </pc:picChg>
        <pc:picChg chg="add mod">
          <ac:chgData name="Alejandra León Barrera" userId="43512263486_tp_box_2" providerId="OAuth2" clId="{CE2DED1C-98E3-404D-AA29-8769E08C8A92}" dt="2026-05-29T22:06:55.962" v="3680" actId="1036"/>
          <ac:picMkLst>
            <pc:docMk/>
            <pc:sldMk cId="2824001461" sldId="593"/>
            <ac:picMk id="12" creationId="{4B691E53-6F31-DCAA-4E2D-66552A35E07E}"/>
          </ac:picMkLst>
        </pc:picChg>
      </pc:sldChg>
      <pc:sldChg chg="addSp delSp modSp add mod">
        <pc:chgData name="Alejandra León Barrera" userId="43512263486_tp_box_2" providerId="OAuth2" clId="{CE2DED1C-98E3-404D-AA29-8769E08C8A92}" dt="2026-05-29T22:09:39.192" v="3702" actId="1076"/>
        <pc:sldMkLst>
          <pc:docMk/>
          <pc:sldMk cId="1368942020" sldId="594"/>
        </pc:sldMkLst>
        <pc:spChg chg="mod">
          <ac:chgData name="Alejandra León Barrera" userId="43512263486_tp_box_2" providerId="OAuth2" clId="{CE2DED1C-98E3-404D-AA29-8769E08C8A92}" dt="2026-05-29T22:09:21.905" v="3699" actId="113"/>
          <ac:spMkLst>
            <pc:docMk/>
            <pc:sldMk cId="1368942020" sldId="594"/>
            <ac:spMk id="8" creationId="{95E2882D-D6CE-2A04-490B-AF9660964C1B}"/>
          </ac:spMkLst>
        </pc:spChg>
        <pc:picChg chg="add mod">
          <ac:chgData name="Alejandra León Barrera" userId="43512263486_tp_box_2" providerId="OAuth2" clId="{CE2DED1C-98E3-404D-AA29-8769E08C8A92}" dt="2026-05-29T22:08:57.028" v="3691" actId="1076"/>
          <ac:picMkLst>
            <pc:docMk/>
            <pc:sldMk cId="1368942020" sldId="594"/>
            <ac:picMk id="5" creationId="{1853C54D-3AB8-35B3-9094-6F17433E29C3}"/>
          </ac:picMkLst>
        </pc:picChg>
        <pc:picChg chg="add mod">
          <ac:chgData name="Alejandra León Barrera" userId="43512263486_tp_box_2" providerId="OAuth2" clId="{CE2DED1C-98E3-404D-AA29-8769E08C8A92}" dt="2026-05-29T22:09:39.192" v="3702" actId="1076"/>
          <ac:picMkLst>
            <pc:docMk/>
            <pc:sldMk cId="1368942020" sldId="594"/>
            <ac:picMk id="9" creationId="{FCD7711B-A4E7-2316-583B-D30D289D01FE}"/>
          </ac:picMkLst>
        </pc:picChg>
      </pc:sldChg>
      <pc:sldChg chg="addSp delSp modSp add mod">
        <pc:chgData name="Alejandra León Barrera" userId="43512263486_tp_box_2" providerId="OAuth2" clId="{CE2DED1C-98E3-404D-AA29-8769E08C8A92}" dt="2026-05-29T22:13:42.940" v="3748" actId="1038"/>
        <pc:sldMkLst>
          <pc:docMk/>
          <pc:sldMk cId="2905485713" sldId="595"/>
        </pc:sldMkLst>
        <pc:spChg chg="mod">
          <ac:chgData name="Alejandra León Barrera" userId="43512263486_tp_box_2" providerId="OAuth2" clId="{CE2DED1C-98E3-404D-AA29-8769E08C8A92}" dt="2026-05-29T22:10:30.878" v="3706" actId="1076"/>
          <ac:spMkLst>
            <pc:docMk/>
            <pc:sldMk cId="2905485713" sldId="595"/>
            <ac:spMk id="4" creationId="{994C23B7-3AFA-F9D0-E6A0-DD93E3FBAC53}"/>
          </ac:spMkLst>
        </pc:spChg>
        <pc:spChg chg="mod">
          <ac:chgData name="Alejandra León Barrera" userId="43512263486_tp_box_2" providerId="OAuth2" clId="{CE2DED1C-98E3-404D-AA29-8769E08C8A92}" dt="2026-05-29T22:12:57.241" v="3726" actId="113"/>
          <ac:spMkLst>
            <pc:docMk/>
            <pc:sldMk cId="2905485713" sldId="595"/>
            <ac:spMk id="8" creationId="{A85F04E9-FDEF-8EBE-21BD-30BD25C8C565}"/>
          </ac:spMkLst>
        </pc:spChg>
        <pc:picChg chg="add mod">
          <ac:chgData name="Alejandra León Barrera" userId="43512263486_tp_box_2" providerId="OAuth2" clId="{CE2DED1C-98E3-404D-AA29-8769E08C8A92}" dt="2026-05-29T22:11:44.236" v="3713" actId="1076"/>
          <ac:picMkLst>
            <pc:docMk/>
            <pc:sldMk cId="2905485713" sldId="595"/>
            <ac:picMk id="6" creationId="{490BD9B9-30A2-F16C-D33C-7AAD4B500DA8}"/>
          </ac:picMkLst>
        </pc:picChg>
        <pc:picChg chg="add mod">
          <ac:chgData name="Alejandra León Barrera" userId="43512263486_tp_box_2" providerId="OAuth2" clId="{CE2DED1C-98E3-404D-AA29-8769E08C8A92}" dt="2026-05-29T22:13:42.940" v="3748" actId="1038"/>
          <ac:picMkLst>
            <pc:docMk/>
            <pc:sldMk cId="2905485713" sldId="595"/>
            <ac:picMk id="9" creationId="{89F621E9-78F1-F975-1BC2-92801D672AB1}"/>
          </ac:picMkLst>
        </pc:picChg>
      </pc:sldChg>
      <pc:sldChg chg="addSp modSp add mod">
        <pc:chgData name="Alejandra León Barrera" userId="43512263486_tp_box_2" providerId="OAuth2" clId="{CE2DED1C-98E3-404D-AA29-8769E08C8A92}" dt="2026-05-29T22:25:54.899" v="3801" actId="1076"/>
        <pc:sldMkLst>
          <pc:docMk/>
          <pc:sldMk cId="3777996657" sldId="596"/>
        </pc:sldMkLst>
        <pc:spChg chg="mod">
          <ac:chgData name="Alejandra León Barrera" userId="43512263486_tp_box_2" providerId="OAuth2" clId="{CE2DED1C-98E3-404D-AA29-8769E08C8A92}" dt="2026-05-29T22:18:34.334" v="3784" actId="1076"/>
          <ac:spMkLst>
            <pc:docMk/>
            <pc:sldMk cId="3777996657" sldId="596"/>
            <ac:spMk id="4" creationId="{198625A2-B4EE-7EB0-CCF5-089F6BB56B4F}"/>
          </ac:spMkLst>
        </pc:spChg>
        <pc:spChg chg="add mod">
          <ac:chgData name="Alejandra León Barrera" userId="43512263486_tp_box_2" providerId="OAuth2" clId="{CE2DED1C-98E3-404D-AA29-8769E08C8A92}" dt="2026-05-29T22:19:09.264" v="3792" actId="14100"/>
          <ac:spMkLst>
            <pc:docMk/>
            <pc:sldMk cId="3777996657" sldId="596"/>
            <ac:spMk id="7" creationId="{F4D5728A-BEDC-64AC-F550-5EA903454269}"/>
          </ac:spMkLst>
        </pc:spChg>
        <pc:spChg chg="mod">
          <ac:chgData name="Alejandra León Barrera" userId="43512263486_tp_box_2" providerId="OAuth2" clId="{CE2DED1C-98E3-404D-AA29-8769E08C8A92}" dt="2026-05-29T22:19:13.190" v="3793" actId="14100"/>
          <ac:spMkLst>
            <pc:docMk/>
            <pc:sldMk cId="3777996657" sldId="596"/>
            <ac:spMk id="8" creationId="{7C6EBB4E-7BD5-961E-9C05-1212271F1CDE}"/>
          </ac:spMkLst>
        </pc:spChg>
        <pc:picChg chg="add mod">
          <ac:chgData name="Alejandra León Barrera" userId="43512263486_tp_box_2" providerId="OAuth2" clId="{CE2DED1C-98E3-404D-AA29-8769E08C8A92}" dt="2026-05-29T22:18:36.651" v="3785" actId="1076"/>
          <ac:picMkLst>
            <pc:docMk/>
            <pc:sldMk cId="3777996657" sldId="596"/>
            <ac:picMk id="3" creationId="{EB6A0A9E-C23E-A5D2-16A1-096F5C6DF522}"/>
          </ac:picMkLst>
        </pc:picChg>
        <pc:picChg chg="add mod modCrop">
          <ac:chgData name="Alejandra León Barrera" userId="43512263486_tp_box_2" providerId="OAuth2" clId="{CE2DED1C-98E3-404D-AA29-8769E08C8A92}" dt="2026-05-29T22:18:36.651" v="3785" actId="1076"/>
          <ac:picMkLst>
            <pc:docMk/>
            <pc:sldMk cId="3777996657" sldId="596"/>
            <ac:picMk id="6" creationId="{404FE88C-5059-808B-209D-8D7CD0014B6A}"/>
          </ac:picMkLst>
        </pc:picChg>
        <pc:picChg chg="add mod">
          <ac:chgData name="Alejandra León Barrera" userId="43512263486_tp_box_2" providerId="OAuth2" clId="{CE2DED1C-98E3-404D-AA29-8769E08C8A92}" dt="2026-05-29T22:25:54.899" v="3801" actId="1076"/>
          <ac:picMkLst>
            <pc:docMk/>
            <pc:sldMk cId="3777996657" sldId="596"/>
            <ac:picMk id="10" creationId="{157DCE38-2231-1482-BCD7-3A47F41C58F5}"/>
          </ac:picMkLst>
        </pc:picChg>
        <pc:picChg chg="add mod">
          <ac:chgData name="Alejandra León Barrera" userId="43512263486_tp_box_2" providerId="OAuth2" clId="{CE2DED1C-98E3-404D-AA29-8769E08C8A92}" dt="2026-05-29T22:25:50.211" v="3800" actId="1036"/>
          <ac:picMkLst>
            <pc:docMk/>
            <pc:sldMk cId="3777996657" sldId="596"/>
            <ac:picMk id="12" creationId="{57CD0B9E-B121-53B8-D109-2AE9C9710881}"/>
          </ac:picMkLst>
        </pc:picChg>
      </pc:sldChg>
      <pc:sldChg chg="addSp modSp add mod">
        <pc:chgData name="Alejandra León Barrera" userId="43512263486_tp_box_2" providerId="OAuth2" clId="{CE2DED1C-98E3-404D-AA29-8769E08C8A92}" dt="2026-05-29T22:27:01.389" v="3821" actId="1037"/>
        <pc:sldMkLst>
          <pc:docMk/>
          <pc:sldMk cId="717439250" sldId="597"/>
        </pc:sldMkLst>
        <pc:spChg chg="mod">
          <ac:chgData name="Alejandra León Barrera" userId="43512263486_tp_box_2" providerId="OAuth2" clId="{CE2DED1C-98E3-404D-AA29-8769E08C8A92}" dt="2026-05-29T22:26:42.211" v="3809" actId="1076"/>
          <ac:spMkLst>
            <pc:docMk/>
            <pc:sldMk cId="717439250" sldId="597"/>
            <ac:spMk id="8" creationId="{849E2F91-1FAA-FBB7-6328-728A6A63D2BB}"/>
          </ac:spMkLst>
        </pc:spChg>
        <pc:picChg chg="add mod">
          <ac:chgData name="Alejandra León Barrera" userId="43512263486_tp_box_2" providerId="OAuth2" clId="{CE2DED1C-98E3-404D-AA29-8769E08C8A92}" dt="2026-05-29T22:26:20.492" v="3804" actId="1076"/>
          <ac:picMkLst>
            <pc:docMk/>
            <pc:sldMk cId="717439250" sldId="597"/>
            <ac:picMk id="3" creationId="{CAD75BA3-6FE2-E275-DB8B-61E0A6F4598B}"/>
          </ac:picMkLst>
        </pc:picChg>
        <pc:picChg chg="add mod">
          <ac:chgData name="Alejandra León Barrera" userId="43512263486_tp_box_2" providerId="OAuth2" clId="{CE2DED1C-98E3-404D-AA29-8769E08C8A92}" dt="2026-05-29T22:27:01.389" v="3821" actId="1037"/>
          <ac:picMkLst>
            <pc:docMk/>
            <pc:sldMk cId="717439250" sldId="597"/>
            <ac:picMk id="6" creationId="{8CE0A3D9-BE75-C9D5-0EAA-1DE270EA194E}"/>
          </ac:picMkLst>
        </pc:picChg>
      </pc:sldChg>
      <pc:sldChg chg="addSp modSp add mod">
        <pc:chgData name="Alejandra León Barrera" userId="43512263486_tp_box_2" providerId="OAuth2" clId="{CE2DED1C-98E3-404D-AA29-8769E08C8A92}" dt="2026-05-29T22:29:32.569" v="3864" actId="313"/>
        <pc:sldMkLst>
          <pc:docMk/>
          <pc:sldMk cId="1634036381" sldId="598"/>
        </pc:sldMkLst>
        <pc:spChg chg="add mod">
          <ac:chgData name="Alejandra León Barrera" userId="43512263486_tp_box_2" providerId="OAuth2" clId="{CE2DED1C-98E3-404D-AA29-8769E08C8A92}" dt="2026-05-29T22:29:32.569" v="3864" actId="313"/>
          <ac:spMkLst>
            <pc:docMk/>
            <pc:sldMk cId="1634036381" sldId="598"/>
            <ac:spMk id="5" creationId="{9F5E43F1-562C-71E5-1BEE-E94022F64703}"/>
          </ac:spMkLst>
        </pc:spChg>
        <pc:spChg chg="mod">
          <ac:chgData name="Alejandra León Barrera" userId="43512263486_tp_box_2" providerId="OAuth2" clId="{CE2DED1C-98E3-404D-AA29-8769E08C8A92}" dt="2026-05-29T22:28:02.357" v="3834" actId="113"/>
          <ac:spMkLst>
            <pc:docMk/>
            <pc:sldMk cId="1634036381" sldId="598"/>
            <ac:spMk id="8" creationId="{8BA55B77-74D9-0CBD-658D-5266DBE4FBB0}"/>
          </ac:spMkLst>
        </pc:spChg>
        <pc:picChg chg="add mod">
          <ac:chgData name="Alejandra León Barrera" userId="43512263486_tp_box_2" providerId="OAuth2" clId="{CE2DED1C-98E3-404D-AA29-8769E08C8A92}" dt="2026-05-29T22:27:41.120" v="3828" actId="1076"/>
          <ac:picMkLst>
            <pc:docMk/>
            <pc:sldMk cId="1634036381" sldId="598"/>
            <ac:picMk id="3" creationId="{0D6B516E-0586-5805-D2F7-795FF47B5BC2}"/>
          </ac:picMkLst>
        </pc:picChg>
        <pc:picChg chg="add mod">
          <ac:chgData name="Alejandra León Barrera" userId="43512263486_tp_box_2" providerId="OAuth2" clId="{CE2DED1C-98E3-404D-AA29-8769E08C8A92}" dt="2026-05-29T22:29:16.586" v="3860" actId="1035"/>
          <ac:picMkLst>
            <pc:docMk/>
            <pc:sldMk cId="1634036381" sldId="598"/>
            <ac:picMk id="7" creationId="{E10C8B1C-B50D-E283-235D-AC603B548C14}"/>
          </ac:picMkLst>
        </pc:picChg>
        <pc:picChg chg="add mod">
          <ac:chgData name="Alejandra León Barrera" userId="43512263486_tp_box_2" providerId="OAuth2" clId="{CE2DED1C-98E3-404D-AA29-8769E08C8A92}" dt="2026-05-29T22:29:10.746" v="3851" actId="1036"/>
          <ac:picMkLst>
            <pc:docMk/>
            <pc:sldMk cId="1634036381" sldId="598"/>
            <ac:picMk id="10" creationId="{EE1E163D-5BCA-4AFB-3F7D-2D6CD88EA517}"/>
          </ac:picMkLst>
        </pc:picChg>
      </pc:sldChg>
      <pc:sldChg chg="addSp modSp add mod">
        <pc:chgData name="Alejandra León Barrera" userId="43512263486_tp_box_2" providerId="OAuth2" clId="{CE2DED1C-98E3-404D-AA29-8769E08C8A92}" dt="2026-05-29T22:34:45.088" v="3944" actId="1035"/>
        <pc:sldMkLst>
          <pc:docMk/>
          <pc:sldMk cId="2693664456" sldId="599"/>
        </pc:sldMkLst>
        <pc:spChg chg="mod">
          <ac:chgData name="Alejandra León Barrera" userId="43512263486_tp_box_2" providerId="OAuth2" clId="{CE2DED1C-98E3-404D-AA29-8769E08C8A92}" dt="2026-05-29T22:30:44.970" v="3870" actId="1076"/>
          <ac:spMkLst>
            <pc:docMk/>
            <pc:sldMk cId="2693664456" sldId="599"/>
            <ac:spMk id="4" creationId="{68D1CAED-DBAC-79D6-3057-5666FC770BAF}"/>
          </ac:spMkLst>
        </pc:spChg>
        <pc:spChg chg="add mod">
          <ac:chgData name="Alejandra León Barrera" userId="43512263486_tp_box_2" providerId="OAuth2" clId="{CE2DED1C-98E3-404D-AA29-8769E08C8A92}" dt="2026-05-29T22:33:35.023" v="3924" actId="14100"/>
          <ac:spMkLst>
            <pc:docMk/>
            <pc:sldMk cId="2693664456" sldId="599"/>
            <ac:spMk id="5" creationId="{06982FC1-B550-E6E5-C8EB-BBD5874C7050}"/>
          </ac:spMkLst>
        </pc:spChg>
        <pc:spChg chg="add mod">
          <ac:chgData name="Alejandra León Barrera" userId="43512263486_tp_box_2" providerId="OAuth2" clId="{CE2DED1C-98E3-404D-AA29-8769E08C8A92}" dt="2026-05-29T22:33:00.933" v="3912" actId="113"/>
          <ac:spMkLst>
            <pc:docMk/>
            <pc:sldMk cId="2693664456" sldId="599"/>
            <ac:spMk id="6" creationId="{1FF942CE-2E74-F891-D050-0A2E80E405B0}"/>
          </ac:spMkLst>
        </pc:spChg>
        <pc:spChg chg="add mod">
          <ac:chgData name="Alejandra León Barrera" userId="43512263486_tp_box_2" providerId="OAuth2" clId="{CE2DED1C-98E3-404D-AA29-8769E08C8A92}" dt="2026-05-29T22:32:38.983" v="3904" actId="14100"/>
          <ac:spMkLst>
            <pc:docMk/>
            <pc:sldMk cId="2693664456" sldId="599"/>
            <ac:spMk id="7" creationId="{9CD2DD18-D9C8-C0AF-F1CD-782835A37581}"/>
          </ac:spMkLst>
        </pc:spChg>
        <pc:spChg chg="mod">
          <ac:chgData name="Alejandra León Barrera" userId="43512263486_tp_box_2" providerId="OAuth2" clId="{CE2DED1C-98E3-404D-AA29-8769E08C8A92}" dt="2026-05-29T22:33:43.128" v="3925" actId="113"/>
          <ac:spMkLst>
            <pc:docMk/>
            <pc:sldMk cId="2693664456" sldId="599"/>
            <ac:spMk id="8" creationId="{E7CB7761-1228-4D77-6039-C8EE0395150F}"/>
          </ac:spMkLst>
        </pc:spChg>
        <pc:picChg chg="add mod ord">
          <ac:chgData name="Alejandra León Barrera" userId="43512263486_tp_box_2" providerId="OAuth2" clId="{CE2DED1C-98E3-404D-AA29-8769E08C8A92}" dt="2026-05-29T22:33:04.754" v="3914" actId="1076"/>
          <ac:picMkLst>
            <pc:docMk/>
            <pc:sldMk cId="2693664456" sldId="599"/>
            <ac:picMk id="3" creationId="{28F451FF-B967-87A5-C19E-E4C3D0992DA7}"/>
          </ac:picMkLst>
        </pc:picChg>
        <pc:picChg chg="add mod">
          <ac:chgData name="Alejandra León Barrera" userId="43512263486_tp_box_2" providerId="OAuth2" clId="{CE2DED1C-98E3-404D-AA29-8769E08C8A92}" dt="2026-05-29T22:34:29.116" v="3934" actId="1036"/>
          <ac:picMkLst>
            <pc:docMk/>
            <pc:sldMk cId="2693664456" sldId="599"/>
            <ac:picMk id="10" creationId="{7F9CC13F-C8A7-8E5A-E65E-0B7CFA3FF815}"/>
          </ac:picMkLst>
        </pc:picChg>
        <pc:picChg chg="add mod">
          <ac:chgData name="Alejandra León Barrera" userId="43512263486_tp_box_2" providerId="OAuth2" clId="{CE2DED1C-98E3-404D-AA29-8769E08C8A92}" dt="2026-05-29T22:34:45.088" v="3944" actId="1035"/>
          <ac:picMkLst>
            <pc:docMk/>
            <pc:sldMk cId="2693664456" sldId="599"/>
            <ac:picMk id="12" creationId="{1E7EF34F-3036-75E8-3B3C-3FB704888A82}"/>
          </ac:picMkLst>
        </pc:picChg>
        <pc:picChg chg="add mod">
          <ac:chgData name="Alejandra León Barrera" userId="43512263486_tp_box_2" providerId="OAuth2" clId="{CE2DED1C-98E3-404D-AA29-8769E08C8A92}" dt="2026-05-29T22:34:34.230" v="3939" actId="1036"/>
          <ac:picMkLst>
            <pc:docMk/>
            <pc:sldMk cId="2693664456" sldId="599"/>
            <ac:picMk id="14" creationId="{1A0E3ED9-7944-7917-855D-6AC3F2115827}"/>
          </ac:picMkLst>
        </pc:picChg>
        <pc:picChg chg="add mod">
          <ac:chgData name="Alejandra León Barrera" userId="43512263486_tp_box_2" providerId="OAuth2" clId="{CE2DED1C-98E3-404D-AA29-8769E08C8A92}" dt="2026-05-29T22:34:25.050" v="3928" actId="1076"/>
          <ac:picMkLst>
            <pc:docMk/>
            <pc:sldMk cId="2693664456" sldId="599"/>
            <ac:picMk id="16" creationId="{CE8B366C-F17C-214E-EFA7-479CB4A0F1D7}"/>
          </ac:picMkLst>
        </pc:picChg>
      </pc:sldChg>
      <pc:sldChg chg="addSp delSp modSp add mod">
        <pc:chgData name="Alejandra León Barrera" userId="43512263486_tp_box_2" providerId="OAuth2" clId="{CE2DED1C-98E3-404D-AA29-8769E08C8A92}" dt="2026-05-29T22:36:37.002" v="3967" actId="1036"/>
        <pc:sldMkLst>
          <pc:docMk/>
          <pc:sldMk cId="1045781221" sldId="600"/>
        </pc:sldMkLst>
        <pc:spChg chg="mod">
          <ac:chgData name="Alejandra León Barrera" userId="43512263486_tp_box_2" providerId="OAuth2" clId="{CE2DED1C-98E3-404D-AA29-8769E08C8A92}" dt="2026-05-29T22:36:15.738" v="3956" actId="113"/>
          <ac:spMkLst>
            <pc:docMk/>
            <pc:sldMk cId="1045781221" sldId="600"/>
            <ac:spMk id="8" creationId="{C3263AA6-420D-FAEF-DF97-2B931CA6EB17}"/>
          </ac:spMkLst>
        </pc:spChg>
        <pc:picChg chg="add mod">
          <ac:chgData name="Alejandra León Barrera" userId="43512263486_tp_box_2" providerId="OAuth2" clId="{CE2DED1C-98E3-404D-AA29-8769E08C8A92}" dt="2026-05-29T22:35:53.097" v="3949" actId="1076"/>
          <ac:picMkLst>
            <pc:docMk/>
            <pc:sldMk cId="1045781221" sldId="600"/>
            <ac:picMk id="6" creationId="{66D4B294-0EFC-ACEB-1837-3F6D969342E3}"/>
          </ac:picMkLst>
        </pc:picChg>
        <pc:picChg chg="add mod">
          <ac:chgData name="Alejandra León Barrera" userId="43512263486_tp_box_2" providerId="OAuth2" clId="{CE2DED1C-98E3-404D-AA29-8769E08C8A92}" dt="2026-05-29T22:36:37.002" v="3967" actId="1036"/>
          <ac:picMkLst>
            <pc:docMk/>
            <pc:sldMk cId="1045781221" sldId="600"/>
            <ac:picMk id="9" creationId="{ED83FF2E-8C3B-A6C7-014C-3E8755F228D0}"/>
          </ac:picMkLst>
        </pc:picChg>
      </pc:sldChg>
      <pc:sldChg chg="addSp modSp add mod">
        <pc:chgData name="Alejandra León Barrera" userId="43512263486_tp_box_2" providerId="OAuth2" clId="{CE2DED1C-98E3-404D-AA29-8769E08C8A92}" dt="2026-05-29T22:38:33.909" v="3991" actId="14100"/>
        <pc:sldMkLst>
          <pc:docMk/>
          <pc:sldMk cId="1553566479" sldId="601"/>
        </pc:sldMkLst>
        <pc:spChg chg="mod">
          <ac:chgData name="Alejandra León Barrera" userId="43512263486_tp_box_2" providerId="OAuth2" clId="{CE2DED1C-98E3-404D-AA29-8769E08C8A92}" dt="2026-05-29T22:37:34.220" v="3975" actId="1076"/>
          <ac:spMkLst>
            <pc:docMk/>
            <pc:sldMk cId="1553566479" sldId="601"/>
            <ac:spMk id="4" creationId="{EF2F4BD4-179D-C9FD-69C5-B569D2D97AB6}"/>
          </ac:spMkLst>
        </pc:spChg>
        <pc:spChg chg="mod">
          <ac:chgData name="Alejandra León Barrera" userId="43512263486_tp_box_2" providerId="OAuth2" clId="{CE2DED1C-98E3-404D-AA29-8769E08C8A92}" dt="2026-05-29T22:38:33.909" v="3991" actId="14100"/>
          <ac:spMkLst>
            <pc:docMk/>
            <pc:sldMk cId="1553566479" sldId="601"/>
            <ac:spMk id="8" creationId="{FB337CA3-AE60-07D8-BF8C-89566554A6CD}"/>
          </ac:spMkLst>
        </pc:spChg>
        <pc:picChg chg="add mod">
          <ac:chgData name="Alejandra León Barrera" userId="43512263486_tp_box_2" providerId="OAuth2" clId="{CE2DED1C-98E3-404D-AA29-8769E08C8A92}" dt="2026-05-29T22:37:37.716" v="3976" actId="1076"/>
          <ac:picMkLst>
            <pc:docMk/>
            <pc:sldMk cId="1553566479" sldId="601"/>
            <ac:picMk id="3" creationId="{12CA2059-928B-5DEA-E5E4-B761D479CBDC}"/>
          </ac:picMkLst>
        </pc:picChg>
        <pc:picChg chg="add mod">
          <ac:chgData name="Alejandra León Barrera" userId="43512263486_tp_box_2" providerId="OAuth2" clId="{CE2DED1C-98E3-404D-AA29-8769E08C8A92}" dt="2026-05-29T22:38:20.715" v="3990" actId="1037"/>
          <ac:picMkLst>
            <pc:docMk/>
            <pc:sldMk cId="1553566479" sldId="601"/>
            <ac:picMk id="6" creationId="{54A81DE0-18D2-1662-2237-7FC8139522E6}"/>
          </ac:picMkLst>
        </pc:picChg>
      </pc:sldChg>
      <pc:sldChg chg="addSp modSp add mod">
        <pc:chgData name="Alejandra León Barrera" userId="43512263486_tp_box_2" providerId="OAuth2" clId="{CE2DED1C-98E3-404D-AA29-8769E08C8A92}" dt="2026-05-29T22:41:21.549" v="4009" actId="1076"/>
        <pc:sldMkLst>
          <pc:docMk/>
          <pc:sldMk cId="3026608794" sldId="602"/>
        </pc:sldMkLst>
        <pc:spChg chg="mod">
          <ac:chgData name="Alejandra León Barrera" userId="43512263486_tp_box_2" providerId="OAuth2" clId="{CE2DED1C-98E3-404D-AA29-8769E08C8A92}" dt="2026-05-29T22:41:21.549" v="4009" actId="1076"/>
          <ac:spMkLst>
            <pc:docMk/>
            <pc:sldMk cId="3026608794" sldId="602"/>
            <ac:spMk id="4" creationId="{4129B150-14E7-874A-5528-34FA44184BBA}"/>
          </ac:spMkLst>
        </pc:spChg>
        <pc:spChg chg="mod">
          <ac:chgData name="Alejandra León Barrera" userId="43512263486_tp_box_2" providerId="OAuth2" clId="{CE2DED1C-98E3-404D-AA29-8769E08C8A92}" dt="2026-05-29T22:41:16.903" v="4008" actId="14100"/>
          <ac:spMkLst>
            <pc:docMk/>
            <pc:sldMk cId="3026608794" sldId="602"/>
            <ac:spMk id="8" creationId="{68209696-D0B3-DD07-3757-D96B3FDB7390}"/>
          </ac:spMkLst>
        </pc:spChg>
        <pc:picChg chg="add mod">
          <ac:chgData name="Alejandra León Barrera" userId="43512263486_tp_box_2" providerId="OAuth2" clId="{CE2DED1C-98E3-404D-AA29-8769E08C8A92}" dt="2026-05-29T22:40:54.168" v="4003" actId="1076"/>
          <ac:picMkLst>
            <pc:docMk/>
            <pc:sldMk cId="3026608794" sldId="602"/>
            <ac:picMk id="3" creationId="{27C4095A-62DF-DB1E-A953-4DB84CAB1372}"/>
          </ac:picMkLst>
        </pc:picChg>
      </pc:sldChg>
      <pc:sldChg chg="modSp add mod ord">
        <pc:chgData name="Alejandra León Barrera" userId="43512263486_tp_box_2" providerId="OAuth2" clId="{CE2DED1C-98E3-404D-AA29-8769E08C8A92}" dt="2026-05-29T22:47:57.567" v="4026" actId="20577"/>
        <pc:sldMkLst>
          <pc:docMk/>
          <pc:sldMk cId="1838522485" sldId="603"/>
        </pc:sldMkLst>
        <pc:spChg chg="mod">
          <ac:chgData name="Alejandra León Barrera" userId="43512263486_tp_box_2" providerId="OAuth2" clId="{CE2DED1C-98E3-404D-AA29-8769E08C8A92}" dt="2026-05-29T22:47:57.567" v="4026" actId="20577"/>
          <ac:spMkLst>
            <pc:docMk/>
            <pc:sldMk cId="1838522485" sldId="603"/>
            <ac:spMk id="2" creationId="{F3A88833-BA5C-768A-058E-FA51F3984D88}"/>
          </ac:spMkLst>
        </pc:spChg>
      </pc:sldChg>
      <pc:sldChg chg="addSp delSp modSp add mod ord">
        <pc:chgData name="Alejandra León Barrera" userId="43512263486_tp_box_2" providerId="OAuth2" clId="{CE2DED1C-98E3-404D-AA29-8769E08C8A92}" dt="2026-05-29T22:49:11.730" v="4041" actId="1076"/>
        <pc:sldMkLst>
          <pc:docMk/>
          <pc:sldMk cId="3787551465" sldId="604"/>
        </pc:sldMkLst>
        <pc:spChg chg="mod">
          <ac:chgData name="Alejandra León Barrera" userId="43512263486_tp_box_2" providerId="OAuth2" clId="{CE2DED1C-98E3-404D-AA29-8769E08C8A92}" dt="2026-05-29T22:48:41.865" v="4037" actId="1076"/>
          <ac:spMkLst>
            <pc:docMk/>
            <pc:sldMk cId="3787551465" sldId="604"/>
            <ac:spMk id="2" creationId="{591835BA-0D57-60EC-47FB-2D2D8033C0EF}"/>
          </ac:spMkLst>
        </pc:spChg>
        <pc:picChg chg="add mod">
          <ac:chgData name="Alejandra León Barrera" userId="43512263486_tp_box_2" providerId="OAuth2" clId="{CE2DED1C-98E3-404D-AA29-8769E08C8A92}" dt="2026-05-29T22:49:11.730" v="4041" actId="1076"/>
          <ac:picMkLst>
            <pc:docMk/>
            <pc:sldMk cId="3787551465" sldId="604"/>
            <ac:picMk id="3" creationId="{62C9FB70-3396-4D18-301D-C094CD78645B}"/>
          </ac:picMkLst>
        </pc:picChg>
      </pc:sldChg>
      <pc:sldChg chg="addSp delSp modSp add mod ord">
        <pc:chgData name="Alejandra León Barrera" userId="43512263486_tp_box_2" providerId="OAuth2" clId="{CE2DED1C-98E3-404D-AA29-8769E08C8A92}" dt="2026-05-30T01:17:04.484" v="4354" actId="14100"/>
        <pc:sldMkLst>
          <pc:docMk/>
          <pc:sldMk cId="1218286636" sldId="605"/>
        </pc:sldMkLst>
        <pc:spChg chg="mod">
          <ac:chgData name="Alejandra León Barrera" userId="43512263486_tp_box_2" providerId="OAuth2" clId="{CE2DED1C-98E3-404D-AA29-8769E08C8A92}" dt="2026-05-30T00:48:21.549" v="4336" actId="20577"/>
          <ac:spMkLst>
            <pc:docMk/>
            <pc:sldMk cId="1218286636" sldId="605"/>
            <ac:spMk id="4" creationId="{D795179D-D0D4-DAA6-07C6-CFC27377EAB1}"/>
          </ac:spMkLst>
        </pc:spChg>
        <pc:spChg chg="mod">
          <ac:chgData name="Alejandra León Barrera" userId="43512263486_tp_box_2" providerId="OAuth2" clId="{CE2DED1C-98E3-404D-AA29-8769E08C8A92}" dt="2026-05-30T01:17:04.484" v="4354" actId="14100"/>
          <ac:spMkLst>
            <pc:docMk/>
            <pc:sldMk cId="1218286636" sldId="605"/>
            <ac:spMk id="8" creationId="{C176896C-16B4-A931-EECB-90A8C4DBA5D1}"/>
          </ac:spMkLst>
        </pc:spChg>
        <pc:picChg chg="add mod">
          <ac:chgData name="Alejandra León Barrera" userId="43512263486_tp_box_2" providerId="OAuth2" clId="{CE2DED1C-98E3-404D-AA29-8769E08C8A92}" dt="2026-05-30T00:33:29.653" v="4133" actId="1076"/>
          <ac:picMkLst>
            <pc:docMk/>
            <pc:sldMk cId="1218286636" sldId="605"/>
            <ac:picMk id="6" creationId="{986A7899-A546-1D0C-2CA7-F716FC1F93FE}"/>
          </ac:picMkLst>
        </pc:picChg>
      </pc:sldChg>
      <pc:sldChg chg="addSp delSp modSp add mod">
        <pc:chgData name="Alejandra León Barrera" userId="43512263486_tp_box_2" providerId="OAuth2" clId="{CE2DED1C-98E3-404D-AA29-8769E08C8A92}" dt="2026-05-30T01:35:30.841" v="4478" actId="14100"/>
        <pc:sldMkLst>
          <pc:docMk/>
          <pc:sldMk cId="1388896536" sldId="606"/>
        </pc:sldMkLst>
        <pc:spChg chg="mod">
          <ac:chgData name="Alejandra León Barrera" userId="43512263486_tp_box_2" providerId="OAuth2" clId="{CE2DED1C-98E3-404D-AA29-8769E08C8A92}" dt="2026-05-30T00:47:37.714" v="4254" actId="1076"/>
          <ac:spMkLst>
            <pc:docMk/>
            <pc:sldMk cId="1388896536" sldId="606"/>
            <ac:spMk id="4" creationId="{861F9B1A-D017-6CB9-01D6-83C8428E960B}"/>
          </ac:spMkLst>
        </pc:spChg>
        <pc:spChg chg="mod">
          <ac:chgData name="Alejandra León Barrera" userId="43512263486_tp_box_2" providerId="OAuth2" clId="{CE2DED1C-98E3-404D-AA29-8769E08C8A92}" dt="2026-05-30T01:33:24.912" v="4467" actId="20577"/>
          <ac:spMkLst>
            <pc:docMk/>
            <pc:sldMk cId="1388896536" sldId="606"/>
            <ac:spMk id="8" creationId="{3E3EB440-870B-3662-59F7-F1B060D4349C}"/>
          </ac:spMkLst>
        </pc:spChg>
        <pc:spChg chg="add mod">
          <ac:chgData name="Alejandra León Barrera" userId="43512263486_tp_box_2" providerId="OAuth2" clId="{CE2DED1C-98E3-404D-AA29-8769E08C8A92}" dt="2026-05-30T01:33:43.155" v="4472" actId="14100"/>
          <ac:spMkLst>
            <pc:docMk/>
            <pc:sldMk cId="1388896536" sldId="606"/>
            <ac:spMk id="16" creationId="{E6A41E54-CC06-2C15-4941-A0A97928CBDD}"/>
          </ac:spMkLst>
        </pc:spChg>
        <pc:spChg chg="add mod">
          <ac:chgData name="Alejandra León Barrera" userId="43512263486_tp_box_2" providerId="OAuth2" clId="{CE2DED1C-98E3-404D-AA29-8769E08C8A92}" dt="2026-05-30T01:35:30.841" v="4478" actId="14100"/>
          <ac:spMkLst>
            <pc:docMk/>
            <pc:sldMk cId="1388896536" sldId="606"/>
            <ac:spMk id="17" creationId="{FD7F96DD-508B-A080-BE75-4746A62B4945}"/>
          </ac:spMkLst>
        </pc:spChg>
        <pc:picChg chg="add mod ord">
          <ac:chgData name="Alejandra León Barrera" userId="43512263486_tp_box_2" providerId="OAuth2" clId="{CE2DED1C-98E3-404D-AA29-8769E08C8A92}" dt="2026-05-30T01:28:35.934" v="4396" actId="167"/>
          <ac:picMkLst>
            <pc:docMk/>
            <pc:sldMk cId="1388896536" sldId="606"/>
            <ac:picMk id="6" creationId="{FA8342EE-E89A-A52F-E996-87F779377183}"/>
          </ac:picMkLst>
        </pc:picChg>
        <pc:picChg chg="add mod">
          <ac:chgData name="Alejandra León Barrera" userId="43512263486_tp_box_2" providerId="OAuth2" clId="{CE2DED1C-98E3-404D-AA29-8769E08C8A92}" dt="2026-05-30T01:28:13.585" v="4386" actId="1036"/>
          <ac:picMkLst>
            <pc:docMk/>
            <pc:sldMk cId="1388896536" sldId="606"/>
            <ac:picMk id="9" creationId="{E5EDD5E4-1955-BA89-CE8A-14A006D0E055}"/>
          </ac:picMkLst>
        </pc:picChg>
        <pc:picChg chg="add mod">
          <ac:chgData name="Alejandra León Barrera" userId="43512263486_tp_box_2" providerId="OAuth2" clId="{CE2DED1C-98E3-404D-AA29-8769E08C8A92}" dt="2026-05-30T01:28:08.933" v="4383" actId="1036"/>
          <ac:picMkLst>
            <pc:docMk/>
            <pc:sldMk cId="1388896536" sldId="606"/>
            <ac:picMk id="11" creationId="{CB49BEF4-56F4-ADD1-5E12-0730E3F8383C}"/>
          </ac:picMkLst>
        </pc:picChg>
        <pc:picChg chg="add mod">
          <ac:chgData name="Alejandra León Barrera" userId="43512263486_tp_box_2" providerId="OAuth2" clId="{CE2DED1C-98E3-404D-AA29-8769E08C8A92}" dt="2026-05-30T01:28:17.391" v="4388" actId="1037"/>
          <ac:picMkLst>
            <pc:docMk/>
            <pc:sldMk cId="1388896536" sldId="606"/>
            <ac:picMk id="13" creationId="{1E7C472D-860E-4356-1DE3-6DA2C3485DBA}"/>
          </ac:picMkLst>
        </pc:picChg>
      </pc:sldChg>
      <pc:sldChg chg="addSp delSp modSp add mod">
        <pc:chgData name="Alejandra León Barrera" userId="43512263486_tp_box_2" providerId="OAuth2" clId="{CE2DED1C-98E3-404D-AA29-8769E08C8A92}" dt="2026-05-30T01:18:06.502" v="4356" actId="113"/>
        <pc:sldMkLst>
          <pc:docMk/>
          <pc:sldMk cId="831260368" sldId="607"/>
        </pc:sldMkLst>
        <pc:spChg chg="add mod">
          <ac:chgData name="Alejandra León Barrera" userId="43512263486_tp_box_2" providerId="OAuth2" clId="{CE2DED1C-98E3-404D-AA29-8769E08C8A92}" dt="2026-05-30T01:18:06.502" v="4356" actId="113"/>
          <ac:spMkLst>
            <pc:docMk/>
            <pc:sldMk cId="831260368" sldId="607"/>
            <ac:spMk id="5" creationId="{F66B8A94-3AB3-648B-CB3D-3E155C6A7C1E}"/>
          </ac:spMkLst>
        </pc:spChg>
        <pc:spChg chg="mod">
          <ac:chgData name="Alejandra León Barrera" userId="43512263486_tp_box_2" providerId="OAuth2" clId="{CE2DED1C-98E3-404D-AA29-8769E08C8A92}" dt="2026-05-30T00:39:59.841" v="4226" actId="113"/>
          <ac:spMkLst>
            <pc:docMk/>
            <pc:sldMk cId="831260368" sldId="607"/>
            <ac:spMk id="8" creationId="{EFF8AD25-2B64-A63B-06DC-9A337425B96B}"/>
          </ac:spMkLst>
        </pc:spChg>
        <pc:spChg chg="add mod">
          <ac:chgData name="Alejandra León Barrera" userId="43512263486_tp_box_2" providerId="OAuth2" clId="{CE2DED1C-98E3-404D-AA29-8769E08C8A92}" dt="2026-05-30T00:48:37.646" v="4340" actId="1076"/>
          <ac:spMkLst>
            <pc:docMk/>
            <pc:sldMk cId="831260368" sldId="607"/>
            <ac:spMk id="13" creationId="{5DE60D34-FBB8-BCA3-E2B1-769BDBCA91B3}"/>
          </ac:spMkLst>
        </pc:spChg>
        <pc:picChg chg="add mod">
          <ac:chgData name="Alejandra León Barrera" userId="43512263486_tp_box_2" providerId="OAuth2" clId="{CE2DED1C-98E3-404D-AA29-8769E08C8A92}" dt="2026-05-30T00:36:05.345" v="4159" actId="1076"/>
          <ac:picMkLst>
            <pc:docMk/>
            <pc:sldMk cId="831260368" sldId="607"/>
            <ac:picMk id="7" creationId="{1810BD3A-60E1-7F67-7238-75C582AF4EC9}"/>
          </ac:picMkLst>
        </pc:picChg>
        <pc:picChg chg="add mod">
          <ac:chgData name="Alejandra León Barrera" userId="43512263486_tp_box_2" providerId="OAuth2" clId="{CE2DED1C-98E3-404D-AA29-8769E08C8A92}" dt="2026-05-30T00:35:08.750" v="4152" actId="1035"/>
          <ac:picMkLst>
            <pc:docMk/>
            <pc:sldMk cId="831260368" sldId="607"/>
            <ac:picMk id="10" creationId="{18ED7862-7A51-49D7-59D1-7AB056360B48}"/>
          </ac:picMkLst>
        </pc:picChg>
        <pc:picChg chg="add mod modCrop">
          <ac:chgData name="Alejandra León Barrera" userId="43512263486_tp_box_2" providerId="OAuth2" clId="{CE2DED1C-98E3-404D-AA29-8769E08C8A92}" dt="2026-05-30T00:36:01.101" v="4158" actId="1076"/>
          <ac:picMkLst>
            <pc:docMk/>
            <pc:sldMk cId="831260368" sldId="607"/>
            <ac:picMk id="12" creationId="{577E63BE-75DA-A6E8-206C-BB57CA4973F0}"/>
          </ac:picMkLst>
        </pc:picChg>
      </pc:sldChg>
      <pc:sldChg chg="addSp delSp modSp add mod">
        <pc:chgData name="Alejandra León Barrera" userId="43512263486_tp_box_2" providerId="OAuth2" clId="{CE2DED1C-98E3-404D-AA29-8769E08C8A92}" dt="2026-05-30T01:40:27.875" v="4515" actId="1076"/>
        <pc:sldMkLst>
          <pc:docMk/>
          <pc:sldMk cId="3247494349" sldId="608"/>
        </pc:sldMkLst>
        <pc:spChg chg="mod">
          <ac:chgData name="Alejandra León Barrera" userId="43512263486_tp_box_2" providerId="OAuth2" clId="{CE2DED1C-98E3-404D-AA29-8769E08C8A92}" dt="2026-05-30T01:39:22.121" v="4501" actId="20577"/>
          <ac:spMkLst>
            <pc:docMk/>
            <pc:sldMk cId="3247494349" sldId="608"/>
            <ac:spMk id="8" creationId="{7C005A6D-DB82-FFB4-8718-62BB41C92E21}"/>
          </ac:spMkLst>
        </pc:spChg>
        <pc:spChg chg="add mod">
          <ac:chgData name="Alejandra León Barrera" userId="43512263486_tp_box_2" providerId="OAuth2" clId="{CE2DED1C-98E3-404D-AA29-8769E08C8A92}" dt="2026-05-30T01:39:17.435" v="4499" actId="113"/>
          <ac:spMkLst>
            <pc:docMk/>
            <pc:sldMk cId="3247494349" sldId="608"/>
            <ac:spMk id="9" creationId="{9E72F902-3D4E-7E44-479C-B4660DA285C1}"/>
          </ac:spMkLst>
        </pc:spChg>
        <pc:picChg chg="add mod modCrop">
          <ac:chgData name="Alejandra León Barrera" userId="43512263486_tp_box_2" providerId="OAuth2" clId="{CE2DED1C-98E3-404D-AA29-8769E08C8A92}" dt="2026-05-30T01:37:42.123" v="4486" actId="1076"/>
          <ac:picMkLst>
            <pc:docMk/>
            <pc:sldMk cId="3247494349" sldId="608"/>
            <ac:picMk id="7" creationId="{8555CF30-5D78-C2F1-A5B5-F242C03A28EC}"/>
          </ac:picMkLst>
        </pc:picChg>
        <pc:picChg chg="add mod">
          <ac:chgData name="Alejandra León Barrera" userId="43512263486_tp_box_2" providerId="OAuth2" clId="{CE2DED1C-98E3-404D-AA29-8769E08C8A92}" dt="2026-05-30T01:39:43.776" v="4511" actId="1036"/>
          <ac:picMkLst>
            <pc:docMk/>
            <pc:sldMk cId="3247494349" sldId="608"/>
            <ac:picMk id="11" creationId="{1C0DFFD6-E74B-63CD-C30C-5536EB2BE381}"/>
          </ac:picMkLst>
        </pc:picChg>
        <pc:picChg chg="add mod">
          <ac:chgData name="Alejandra León Barrera" userId="43512263486_tp_box_2" providerId="OAuth2" clId="{CE2DED1C-98E3-404D-AA29-8769E08C8A92}" dt="2026-05-30T01:40:27.875" v="4515" actId="1076"/>
          <ac:picMkLst>
            <pc:docMk/>
            <pc:sldMk cId="3247494349" sldId="608"/>
            <ac:picMk id="13" creationId="{633E7811-4FE8-1CA2-37BD-284AD0138EF7}"/>
          </ac:picMkLst>
        </pc:picChg>
      </pc:sldChg>
      <pc:sldChg chg="addSp delSp modSp add mod">
        <pc:chgData name="Alejandra León Barrera" userId="43512263486_tp_box_2" providerId="OAuth2" clId="{CE2DED1C-98E3-404D-AA29-8769E08C8A92}" dt="2026-05-30T01:44:45.388" v="4726" actId="1036"/>
        <pc:sldMkLst>
          <pc:docMk/>
          <pc:sldMk cId="3788711185" sldId="609"/>
        </pc:sldMkLst>
        <pc:spChg chg="mod">
          <ac:chgData name="Alejandra León Barrera" userId="43512263486_tp_box_2" providerId="OAuth2" clId="{CE2DED1C-98E3-404D-AA29-8769E08C8A92}" dt="2026-05-30T01:43:19.052" v="4592" actId="14100"/>
          <ac:spMkLst>
            <pc:docMk/>
            <pc:sldMk cId="3788711185" sldId="609"/>
            <ac:spMk id="4" creationId="{DED7AF75-95A5-D682-8658-D32467C972B0}"/>
          </ac:spMkLst>
        </pc:spChg>
        <pc:spChg chg="mod">
          <ac:chgData name="Alejandra León Barrera" userId="43512263486_tp_box_2" providerId="OAuth2" clId="{CE2DED1C-98E3-404D-AA29-8769E08C8A92}" dt="2026-05-30T01:44:21.609" v="4713" actId="14100"/>
          <ac:spMkLst>
            <pc:docMk/>
            <pc:sldMk cId="3788711185" sldId="609"/>
            <ac:spMk id="9" creationId="{B428D38D-EB33-427C-DE11-985C7CF77A5D}"/>
          </ac:spMkLst>
        </pc:spChg>
        <pc:picChg chg="add mod">
          <ac:chgData name="Alejandra León Barrera" userId="43512263486_tp_box_2" providerId="OAuth2" clId="{CE2DED1C-98E3-404D-AA29-8769E08C8A92}" dt="2026-05-30T01:42:52.751" v="4525" actId="1076"/>
          <ac:picMkLst>
            <pc:docMk/>
            <pc:sldMk cId="3788711185" sldId="609"/>
            <ac:picMk id="3" creationId="{E8603D61-C00C-237D-78FA-25747F7A3E39}"/>
          </ac:picMkLst>
        </pc:picChg>
        <pc:picChg chg="add mod">
          <ac:chgData name="Alejandra León Barrera" userId="43512263486_tp_box_2" providerId="OAuth2" clId="{CE2DED1C-98E3-404D-AA29-8769E08C8A92}" dt="2026-05-30T01:44:45.388" v="4726" actId="1036"/>
          <ac:picMkLst>
            <pc:docMk/>
            <pc:sldMk cId="3788711185" sldId="609"/>
            <ac:picMk id="6" creationId="{5BFDABCD-FD12-6033-1930-D5E655BE5A75}"/>
          </ac:picMkLst>
        </pc:picChg>
      </pc:sldChg>
      <pc:sldChg chg="addSp delSp modSp add mod">
        <pc:chgData name="Alejandra León Barrera" userId="43512263486_tp_box_2" providerId="OAuth2" clId="{CE2DED1C-98E3-404D-AA29-8769E08C8A92}" dt="2026-05-30T01:48:20.497" v="4871" actId="20577"/>
        <pc:sldMkLst>
          <pc:docMk/>
          <pc:sldMk cId="3123323402" sldId="610"/>
        </pc:sldMkLst>
        <pc:spChg chg="mod">
          <ac:chgData name="Alejandra León Barrera" userId="43512263486_tp_box_2" providerId="OAuth2" clId="{CE2DED1C-98E3-404D-AA29-8769E08C8A92}" dt="2026-05-30T01:47:36.690" v="4803" actId="14100"/>
          <ac:spMkLst>
            <pc:docMk/>
            <pc:sldMk cId="3123323402" sldId="610"/>
            <ac:spMk id="9" creationId="{61B66C58-35FD-7157-E435-7B01F8785BB2}"/>
          </ac:spMkLst>
        </pc:spChg>
        <pc:spChg chg="add mod">
          <ac:chgData name="Alejandra León Barrera" userId="43512263486_tp_box_2" providerId="OAuth2" clId="{CE2DED1C-98E3-404D-AA29-8769E08C8A92}" dt="2026-05-30T01:48:20.497" v="4871" actId="20577"/>
          <ac:spMkLst>
            <pc:docMk/>
            <pc:sldMk cId="3123323402" sldId="610"/>
            <ac:spMk id="12" creationId="{6A965989-08EF-73A8-143A-E886048D95AA}"/>
          </ac:spMkLst>
        </pc:spChg>
        <pc:picChg chg="add mod">
          <ac:chgData name="Alejandra León Barrera" userId="43512263486_tp_box_2" providerId="OAuth2" clId="{CE2DED1C-98E3-404D-AA29-8769E08C8A92}" dt="2026-05-30T01:45:50.634" v="4733" actId="1076"/>
          <ac:picMkLst>
            <pc:docMk/>
            <pc:sldMk cId="3123323402" sldId="610"/>
            <ac:picMk id="5" creationId="{600EDE90-EC8E-1CC2-7A72-84FF5E8FDB95}"/>
          </ac:picMkLst>
        </pc:picChg>
        <pc:picChg chg="add mod">
          <ac:chgData name="Alejandra León Barrera" userId="43512263486_tp_box_2" providerId="OAuth2" clId="{CE2DED1C-98E3-404D-AA29-8769E08C8A92}" dt="2026-05-30T01:46:22.122" v="4744" actId="1035"/>
          <ac:picMkLst>
            <pc:docMk/>
            <pc:sldMk cId="3123323402" sldId="610"/>
            <ac:picMk id="8" creationId="{82412627-F599-EB66-1269-B37AEA808C39}"/>
          </ac:picMkLst>
        </pc:picChg>
        <pc:picChg chg="add mod">
          <ac:chgData name="Alejandra León Barrera" userId="43512263486_tp_box_2" providerId="OAuth2" clId="{CE2DED1C-98E3-404D-AA29-8769E08C8A92}" dt="2026-05-30T01:46:27.870" v="4753" actId="1036"/>
          <ac:picMkLst>
            <pc:docMk/>
            <pc:sldMk cId="3123323402" sldId="610"/>
            <ac:picMk id="11" creationId="{A424E8E0-8DFF-6F62-22CC-7EC732BC6426}"/>
          </ac:picMkLst>
        </pc:picChg>
      </pc:sldChg>
      <pc:sldChg chg="modSp add mod ord">
        <pc:chgData name="Alejandra León Barrera" userId="43512263486_tp_box_2" providerId="OAuth2" clId="{CE2DED1C-98E3-404D-AA29-8769E08C8A92}" dt="2026-05-30T01:51:55.356" v="4887" actId="1076"/>
        <pc:sldMkLst>
          <pc:docMk/>
          <pc:sldMk cId="949099341" sldId="611"/>
        </pc:sldMkLst>
        <pc:spChg chg="mod">
          <ac:chgData name="Alejandra León Barrera" userId="43512263486_tp_box_2" providerId="OAuth2" clId="{CE2DED1C-98E3-404D-AA29-8769E08C8A92}" dt="2026-05-30T01:51:55.356" v="4887" actId="1076"/>
          <ac:spMkLst>
            <pc:docMk/>
            <pc:sldMk cId="949099341" sldId="611"/>
            <ac:spMk id="2" creationId="{CDBAE477-C63B-6EE3-D5F2-BB4CB807AE2E}"/>
          </ac:spMkLst>
        </pc:spChg>
        <pc:spChg chg="mod">
          <ac:chgData name="Alejandra León Barrera" userId="43512263486_tp_box_2" providerId="OAuth2" clId="{CE2DED1C-98E3-404D-AA29-8769E08C8A92}" dt="2026-05-30T01:51:52.056" v="4886" actId="1076"/>
          <ac:spMkLst>
            <pc:docMk/>
            <pc:sldMk cId="949099341" sldId="611"/>
            <ac:spMk id="6" creationId="{DCB53758-169D-5287-482B-D99E1AB5EDF2}"/>
          </ac:spMkLst>
        </pc:spChg>
      </pc:sldChg>
      <pc:sldChg chg="addSp delSp modSp add mod ord">
        <pc:chgData name="Alejandra León Barrera" userId="43512263486_tp_box_2" providerId="OAuth2" clId="{CE2DED1C-98E3-404D-AA29-8769E08C8A92}" dt="2026-05-30T01:53:26.587" v="4898" actId="1076"/>
        <pc:sldMkLst>
          <pc:docMk/>
          <pc:sldMk cId="2322094676" sldId="612"/>
        </pc:sldMkLst>
        <pc:spChg chg="mod">
          <ac:chgData name="Alejandra León Barrera" userId="43512263486_tp_box_2" providerId="OAuth2" clId="{CE2DED1C-98E3-404D-AA29-8769E08C8A92}" dt="2026-05-30T01:53:21.417" v="4897" actId="1076"/>
          <ac:spMkLst>
            <pc:docMk/>
            <pc:sldMk cId="2322094676" sldId="612"/>
            <ac:spMk id="2" creationId="{1F8F2BC9-0BFF-C051-68F9-28D44411B4BB}"/>
          </ac:spMkLst>
        </pc:spChg>
        <pc:picChg chg="add mod">
          <ac:chgData name="Alejandra León Barrera" userId="43512263486_tp_box_2" providerId="OAuth2" clId="{CE2DED1C-98E3-404D-AA29-8769E08C8A92}" dt="2026-05-30T01:53:26.587" v="4898" actId="1076"/>
          <ac:picMkLst>
            <pc:docMk/>
            <pc:sldMk cId="2322094676" sldId="612"/>
            <ac:picMk id="4" creationId="{1FF8F093-2A06-41EB-35C2-1BD084D1E8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15/07/2026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ACD1-1AFE-D78D-0D29-61FFD38FE3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DB51CC-6F18-56CE-0E5C-38A6CA3E8E4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7F7A3EC-C5BE-6B32-54E7-D047DE1AFA4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EE69689-2DE1-0F03-7926-24C242668A20}"/>
              </a:ext>
            </a:extLst>
          </p:cNvPr>
          <p:cNvSpPr>
            <a:spLocks noGrp="1"/>
          </p:cNvSpPr>
          <p:nvPr>
            <p:ph type="sldNum" sz="quarter" idx="5"/>
          </p:nvPr>
        </p:nvSpPr>
        <p:spPr/>
        <p:txBody>
          <a:bodyPr/>
          <a:lstStyle/>
          <a:p>
            <a:fld id="{AC8B0C1C-64DB-4ECD-8E89-57383081EDC0}" type="slidenum">
              <a:rPr lang="es-CO" smtClean="0"/>
              <a:t>9</a:t>
            </a:fld>
            <a:endParaRPr lang="es-CO"/>
          </a:p>
        </p:txBody>
      </p:sp>
    </p:spTree>
    <p:extLst>
      <p:ext uri="{BB962C8B-B14F-4D97-AF65-F5344CB8AC3E}">
        <p14:creationId xmlns:p14="http://schemas.microsoft.com/office/powerpoint/2010/main" val="1329644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5D842-7601-3380-89D0-0E81253592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0AA568-B405-8234-C8BF-687BBF1A13C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6D53837-187A-5A93-D789-C50515F378F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30EAF6A-72AC-1FB0-ED5D-1F11B0B029C8}"/>
              </a:ext>
            </a:extLst>
          </p:cNvPr>
          <p:cNvSpPr>
            <a:spLocks noGrp="1"/>
          </p:cNvSpPr>
          <p:nvPr>
            <p:ph type="sldNum" sz="quarter" idx="5"/>
          </p:nvPr>
        </p:nvSpPr>
        <p:spPr/>
        <p:txBody>
          <a:bodyPr/>
          <a:lstStyle/>
          <a:p>
            <a:fld id="{AC8B0C1C-64DB-4ECD-8E89-57383081EDC0}" type="slidenum">
              <a:rPr lang="es-CO" smtClean="0"/>
              <a:t>46</a:t>
            </a:fld>
            <a:endParaRPr lang="es-CO"/>
          </a:p>
        </p:txBody>
      </p:sp>
    </p:spTree>
    <p:extLst>
      <p:ext uri="{BB962C8B-B14F-4D97-AF65-F5344CB8AC3E}">
        <p14:creationId xmlns:p14="http://schemas.microsoft.com/office/powerpoint/2010/main" val="73279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7AF81-E68E-A09F-CF9C-DE9C235CB1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151545-3FD6-F725-E8F8-6A63411DD59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18ACF11-67B3-95DA-05BE-2C2BDF22586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9E3D348-D754-0410-FDFA-250EF7F4CA7E}"/>
              </a:ext>
            </a:extLst>
          </p:cNvPr>
          <p:cNvSpPr>
            <a:spLocks noGrp="1"/>
          </p:cNvSpPr>
          <p:nvPr>
            <p:ph type="sldNum" sz="quarter" idx="5"/>
          </p:nvPr>
        </p:nvSpPr>
        <p:spPr/>
        <p:txBody>
          <a:bodyPr/>
          <a:lstStyle/>
          <a:p>
            <a:fld id="{AC8B0C1C-64DB-4ECD-8E89-57383081EDC0}" type="slidenum">
              <a:rPr lang="es-CO" smtClean="0"/>
              <a:t>66</a:t>
            </a:fld>
            <a:endParaRPr lang="es-CO"/>
          </a:p>
        </p:txBody>
      </p:sp>
    </p:spTree>
    <p:extLst>
      <p:ext uri="{BB962C8B-B14F-4D97-AF65-F5344CB8AC3E}">
        <p14:creationId xmlns:p14="http://schemas.microsoft.com/office/powerpoint/2010/main" val="4284705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6EA9B-012A-1B4A-270A-ADFB60CB75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7136BE-CCF6-3994-ABC8-2371EA5ACBE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47BBE1C-649F-58C1-2EA6-F32ACF2FE74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CBA11EC-81A4-4556-9942-80954BD5AC6C}"/>
              </a:ext>
            </a:extLst>
          </p:cNvPr>
          <p:cNvSpPr>
            <a:spLocks noGrp="1"/>
          </p:cNvSpPr>
          <p:nvPr>
            <p:ph type="sldNum" sz="quarter" idx="5"/>
          </p:nvPr>
        </p:nvSpPr>
        <p:spPr/>
        <p:txBody>
          <a:bodyPr/>
          <a:lstStyle/>
          <a:p>
            <a:fld id="{AC8B0C1C-64DB-4ECD-8E89-57383081EDC0}" type="slidenum">
              <a:rPr lang="es-CO" smtClean="0"/>
              <a:t>74</a:t>
            </a:fld>
            <a:endParaRPr lang="es-CO"/>
          </a:p>
        </p:txBody>
      </p:sp>
    </p:spTree>
    <p:extLst>
      <p:ext uri="{BB962C8B-B14F-4D97-AF65-F5344CB8AC3E}">
        <p14:creationId xmlns:p14="http://schemas.microsoft.com/office/powerpoint/2010/main" val="3066486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34837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03272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390447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842387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02641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8174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88668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9352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2062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070171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948343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46797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16348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01056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1322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940306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23341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663361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350568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345723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58301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952755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5852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46381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2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2161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4778244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43858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3666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89027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81436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32876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270941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98994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05437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719786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1.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 id="2147483730"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63922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9.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9.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9.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9.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9.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9.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9.xml"/><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9.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9.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9.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9.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9.xml"/></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9.xml"/></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9.xml"/><Relationship Id="rId5" Type="http://schemas.openxmlformats.org/officeDocument/2006/relationships/image" Target="../media/image6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69.xml"/></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9.xml"/><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69.xml"/><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9.xml"/><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69.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69.xml"/></Relationships>
</file>

<file path=ppt/slides/_rels/slide4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69.xml"/></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69.xml"/></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69.xml"/><Relationship Id="rId4" Type="http://schemas.openxmlformats.org/officeDocument/2006/relationships/image" Target="../media/image91.png"/></Relationships>
</file>

<file path=ppt/slides/_rels/slide4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7.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8.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9.png"/><Relationship Id="rId1" Type="http://schemas.openxmlformats.org/officeDocument/2006/relationships/slideLayout" Target="../slideLayouts/slideLayout69.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0.png"/><Relationship Id="rId1" Type="http://schemas.openxmlformats.org/officeDocument/2006/relationships/slideLayout" Target="../slideLayouts/slideLayout69.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23.png"/><Relationship Id="rId2" Type="http://schemas.openxmlformats.org/officeDocument/2006/relationships/image" Target="../media/image101.png"/><Relationship Id="rId1" Type="http://schemas.openxmlformats.org/officeDocument/2006/relationships/slideLayout" Target="../slideLayouts/slideLayout6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69.xml"/><Relationship Id="rId5" Type="http://schemas.openxmlformats.org/officeDocument/2006/relationships/image" Target="../media/image32.png"/><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69.xml"/><Relationship Id="rId5" Type="http://schemas.openxmlformats.org/officeDocument/2006/relationships/image" Target="../media/image35.png"/><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9.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7.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8.png"/><Relationship Id="rId1" Type="http://schemas.openxmlformats.org/officeDocument/2006/relationships/slideLayout" Target="../slideLayouts/slideLayout69.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9.png"/><Relationship Id="rId1" Type="http://schemas.openxmlformats.org/officeDocument/2006/relationships/slideLayout" Target="../slideLayouts/slideLayout69.xml"/></Relationships>
</file>

<file path=ppt/slides/_rels/slide5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69.xml"/><Relationship Id="rId5" Type="http://schemas.openxmlformats.org/officeDocument/2006/relationships/image" Target="../media/image23.png"/><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2.png"/><Relationship Id="rId1" Type="http://schemas.openxmlformats.org/officeDocument/2006/relationships/slideLayout" Target="../slideLayouts/slideLayout69.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3.png"/><Relationship Id="rId1" Type="http://schemas.openxmlformats.org/officeDocument/2006/relationships/slideLayout" Target="../slideLayouts/slideLayout69.xml"/><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4.png"/><Relationship Id="rId1" Type="http://schemas.openxmlformats.org/officeDocument/2006/relationships/slideLayout" Target="../slideLayouts/slideLayout69.xml"/><Relationship Id="rId6" Type="http://schemas.openxmlformats.org/officeDocument/2006/relationships/image" Target="../media/image31.png"/><Relationship Id="rId5" Type="http://schemas.openxmlformats.org/officeDocument/2006/relationships/image" Target="../media/image35.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5.png"/><Relationship Id="rId1" Type="http://schemas.openxmlformats.org/officeDocument/2006/relationships/slideLayout" Target="../slideLayouts/slideLayout69.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16.png"/><Relationship Id="rId1" Type="http://schemas.openxmlformats.org/officeDocument/2006/relationships/slideLayout" Target="../slideLayouts/slideLayout69.xml"/></Relationships>
</file>

<file path=ppt/slides/_rels/slide64.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6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xml"/><Relationship Id="rId1" Type="http://schemas.openxmlformats.org/officeDocument/2006/relationships/slideLayout" Target="../slideLayouts/slideLayout69.xml"/></Relationships>
</file>

<file path=ppt/slides/_rels/slide6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69.xml"/></Relationships>
</file>

<file path=ppt/slides/_rels/slide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0.png"/><Relationship Id="rId1" Type="http://schemas.openxmlformats.org/officeDocument/2006/relationships/slideLayout" Target="../slideLayouts/slideLayout69.xml"/><Relationship Id="rId5" Type="http://schemas.openxmlformats.org/officeDocument/2006/relationships/image" Target="../media/image121.png"/><Relationship Id="rId4" Type="http://schemas.openxmlformats.org/officeDocument/2006/relationships/image" Target="../media/image17.png"/></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2.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3.png"/><Relationship Id="rId1" Type="http://schemas.openxmlformats.org/officeDocument/2006/relationships/slideLayout" Target="../slideLayouts/slideLayout69.xml"/><Relationship Id="rId4" Type="http://schemas.openxmlformats.org/officeDocument/2006/relationships/image" Target="../media/image124.png"/></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5.png"/><Relationship Id="rId1" Type="http://schemas.openxmlformats.org/officeDocument/2006/relationships/slideLayout" Target="../slideLayouts/slideLayout69.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26.png"/><Relationship Id="rId1" Type="http://schemas.openxmlformats.org/officeDocument/2006/relationships/slideLayout" Target="../slideLayouts/slideLayout69.xml"/><Relationship Id="rId4" Type="http://schemas.openxmlformats.org/officeDocument/2006/relationships/image" Target="../media/image2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xml"/><Relationship Id="rId1" Type="http://schemas.openxmlformats.org/officeDocument/2006/relationships/slideLayout" Target="../slideLayouts/slideLayout69.xml"/></Relationships>
</file>

<file path=ppt/slides/_rels/slide75.xml.rels><?xml version="1.0" encoding="UTF-8" standalone="yes"?>
<Relationships xmlns="http://schemas.openxmlformats.org/package/2006/relationships"><Relationship Id="rId3" Type="http://schemas.openxmlformats.org/officeDocument/2006/relationships/image" Target="../media/image129.svg"/><Relationship Id="rId7" Type="http://schemas.openxmlformats.org/officeDocument/2006/relationships/image" Target="../media/image133.svg"/><Relationship Id="rId2" Type="http://schemas.openxmlformats.org/officeDocument/2006/relationships/image" Target="../media/image128.svg"/><Relationship Id="rId1" Type="http://schemas.openxmlformats.org/officeDocument/2006/relationships/slideLayout" Target="../slideLayouts/slideLayout42.xml"/><Relationship Id="rId6" Type="http://schemas.openxmlformats.org/officeDocument/2006/relationships/image" Target="../media/image132.svg"/><Relationship Id="rId5" Type="http://schemas.openxmlformats.org/officeDocument/2006/relationships/image" Target="../media/image131.svg"/><Relationship Id="rId4" Type="http://schemas.openxmlformats.org/officeDocument/2006/relationships/image" Target="../media/image130.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79.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69.xml"/></Relationships>
</file>

<file path=ppt/slides/_rels/slide8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9.xml"/></Relationships>
</file>

<file path=ppt/slides/_rels/slide8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6.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8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7.png"/><Relationship Id="rId1" Type="http://schemas.openxmlformats.org/officeDocument/2006/relationships/slideLayout" Target="../slideLayouts/slideLayout69.xml"/></Relationships>
</file>

<file path=ppt/slides/_rels/slide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8.png"/><Relationship Id="rId1" Type="http://schemas.openxmlformats.org/officeDocument/2006/relationships/slideLayout" Target="../slideLayouts/slideLayout69.xml"/></Relationships>
</file>

<file path=ppt/slides/_rels/slide8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69.xml"/><Relationship Id="rId5" Type="http://schemas.openxmlformats.org/officeDocument/2006/relationships/image" Target="../media/image23.png"/><Relationship Id="rId4" Type="http://schemas.openxmlformats.org/officeDocument/2006/relationships/image" Target="../media/image26.png"/></Relationships>
</file>

<file path=ppt/slides/_rels/slide8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1.png"/><Relationship Id="rId1" Type="http://schemas.openxmlformats.org/officeDocument/2006/relationships/slideLayout" Target="../slideLayouts/slideLayout69.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2.png"/><Relationship Id="rId1" Type="http://schemas.openxmlformats.org/officeDocument/2006/relationships/slideLayout" Target="../slideLayouts/slideLayout69.xml"/><Relationship Id="rId4" Type="http://schemas.openxmlformats.org/officeDocument/2006/relationships/image" Target="../media/image28.png"/></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1.png"/><Relationship Id="rId2" Type="http://schemas.openxmlformats.org/officeDocument/2006/relationships/image" Target="../media/image143.png"/><Relationship Id="rId1" Type="http://schemas.openxmlformats.org/officeDocument/2006/relationships/slideLayout" Target="../slideLayouts/slideLayout69.xml"/><Relationship Id="rId6" Type="http://schemas.openxmlformats.org/officeDocument/2006/relationships/image" Target="../media/image35.png"/><Relationship Id="rId5" Type="http://schemas.openxmlformats.org/officeDocument/2006/relationships/image" Target="../media/image38.png"/><Relationship Id="rId4" Type="http://schemas.openxmlformats.org/officeDocument/2006/relationships/image" Target="../media/image37.png"/></Relationships>
</file>

<file path=ppt/slides/_rels/slide8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44.png"/><Relationship Id="rId1" Type="http://schemas.openxmlformats.org/officeDocument/2006/relationships/slideLayout" Target="../slideLayouts/slideLayout69.xml"/></Relationships>
</file>

<file path=ppt/slides/_rels/slide8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45.png"/><Relationship Id="rId1" Type="http://schemas.openxmlformats.org/officeDocument/2006/relationships/slideLayout" Target="../slideLayouts/slideLayout69.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46.png"/><Relationship Id="rId1" Type="http://schemas.openxmlformats.org/officeDocument/2006/relationships/slideLayout" Target="../slideLayouts/slideLayout69.xml"/></Relationships>
</file>

<file path=ppt/slides/_rels/slide91.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69.xml"/></Relationships>
</file>

<file path=ppt/slides/_rels/slide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8.png"/><Relationship Id="rId1" Type="http://schemas.openxmlformats.org/officeDocument/2006/relationships/slideLayout" Target="../slideLayouts/slideLayout69.xml"/></Relationships>
</file>

<file path=ppt/slides/_rels/slide9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6.png"/></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1.png"/><Relationship Id="rId1" Type="http://schemas.openxmlformats.org/officeDocument/2006/relationships/slideLayout" Target="../slideLayouts/slideLayout69.xml"/></Relationships>
</file>

<file path=ppt/slides/_rels/slide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2566442"/>
            <a:ext cx="5427132" cy="1222707"/>
          </a:xfrm>
        </p:spPr>
        <p:txBody>
          <a:bodyPr/>
          <a:lstStyle/>
          <a:p>
            <a:r>
              <a:rPr lang="es-CO" sz="4400" dirty="0"/>
              <a:t>Gestionar la cuenta corriente</a:t>
            </a:r>
            <a:endParaRPr lang="en-US" sz="4400" dirty="0"/>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p:txBody>
          <a:bodyPr/>
          <a:lstStyle/>
          <a:p>
            <a:r>
              <a:rPr lang="es-ES" dirty="0"/>
              <a:t>Faver Herrera Mejia</a:t>
            </a:r>
            <a:br>
              <a:rPr lang="es-ES" dirty="0"/>
            </a:br>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8" name="Marcador de posición de imagen 17">
            <a:extLst>
              <a:ext uri="{FF2B5EF4-FFF2-40B4-BE49-F238E27FC236}">
                <a16:creationId xmlns:a16="http://schemas.microsoft.com/office/drawing/2014/main" id="{5016D2BD-5D39-9A0D-9E81-B6400D9E142B}"/>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3891703685"/>
              </p:ext>
            </p:extLst>
          </p:nvPr>
        </p:nvGraphicFramePr>
        <p:xfrm>
          <a:off x="574223" y="1934479"/>
          <a:ext cx="11130097"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9971248">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la cuenta corriente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1382632" y="233948"/>
            <a:ext cx="9418021"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err="1">
                <a:solidFill>
                  <a:schemeClr val="accent1"/>
                </a:solidFill>
              </a:rPr>
              <a:t>Overview</a:t>
            </a:r>
            <a:r>
              <a:rPr lang="es-ES_tradnl" sz="3200" dirty="0">
                <a:solidFill>
                  <a:schemeClr val="accent1"/>
                </a:solidFill>
              </a:rPr>
              <a:t>: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rcRect l="1062" t="775" b="-1"/>
          <a:stretch>
            <a:fillRect/>
          </a:stretch>
        </p:blipFill>
        <p:spPr>
          <a:xfrm>
            <a:off x="132373" y="996696"/>
            <a:ext cx="11927254" cy="5010911"/>
          </a:xfrm>
          <a:prstGeom prst="rect">
            <a:avLst/>
          </a:prstGeom>
        </p:spPr>
      </p:pic>
      <p:sp>
        <p:nvSpPr>
          <p:cNvPr id="2" name="Rectángulo 1">
            <a:extLst>
              <a:ext uri="{FF2B5EF4-FFF2-40B4-BE49-F238E27FC236}">
                <a16:creationId xmlns:a16="http://schemas.microsoft.com/office/drawing/2014/main" id="{721A1DC8-C68A-CA30-5658-EEC964804FF2}"/>
              </a:ext>
            </a:extLst>
          </p:cNvPr>
          <p:cNvSpPr/>
          <p:nvPr/>
        </p:nvSpPr>
        <p:spPr>
          <a:xfrm>
            <a:off x="9364610" y="2953512"/>
            <a:ext cx="693356" cy="493776"/>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dirty="0"/>
          </a:p>
        </p:txBody>
      </p:sp>
      <p:sp>
        <p:nvSpPr>
          <p:cNvPr id="3" name="Rectángulo 2">
            <a:extLst>
              <a:ext uri="{FF2B5EF4-FFF2-40B4-BE49-F238E27FC236}">
                <a16:creationId xmlns:a16="http://schemas.microsoft.com/office/drawing/2014/main" id="{46C9D732-B804-8B07-4709-4BB80096AADB}"/>
              </a:ext>
            </a:extLst>
          </p:cNvPr>
          <p:cNvSpPr/>
          <p:nvPr/>
        </p:nvSpPr>
        <p:spPr>
          <a:xfrm>
            <a:off x="8603045" y="2959173"/>
            <a:ext cx="693356" cy="493776"/>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014984" y="448056"/>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Capacidad Operativa Gestión de la Cuenta del Estudiante</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746504"/>
            <a:ext cx="9962587" cy="4006908"/>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Gestionar los conceptos de configuración de la cuenta corriente</a:t>
            </a:r>
          </a:p>
          <a:p>
            <a:pPr>
              <a:buClr>
                <a:srgbClr val="0CB4B4"/>
              </a:buClr>
              <a:buBlip>
                <a:blip r:embed="rId2"/>
              </a:buBlip>
            </a:pPr>
            <a:r>
              <a:rPr lang="es-CO" sz="2400" dirty="0"/>
              <a:t> 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Gestionar la matrícula</a:t>
            </a:r>
          </a:p>
          <a:p>
            <a:pPr>
              <a:buClr>
                <a:srgbClr val="0CB4B4"/>
              </a:buClr>
              <a:buBlip>
                <a:blip r:embed="rId2"/>
              </a:buBlip>
            </a:pPr>
            <a:r>
              <a:rPr lang="es-CO" sz="2400" dirty="0"/>
              <a:t> 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a:t>
            </a:r>
            <a:r>
              <a:rPr lang="es-CO" sz="2400" b="1" dirty="0">
                <a:solidFill>
                  <a:schemeClr val="accent1"/>
                </a:solidFill>
              </a:rPr>
              <a:t>Gestionar la cuenta corriente</a:t>
            </a:r>
          </a:p>
          <a:p>
            <a:pPr>
              <a:buClr>
                <a:srgbClr val="0CB4B4"/>
              </a:buClr>
              <a:buBlip>
                <a:blip r:embed="rId2"/>
              </a:buBlip>
            </a:pPr>
            <a:r>
              <a:rPr lang="es-CO" sz="2400" dirty="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D37-CDA9-D682-B97A-5DDF3300299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E638EA4-C530-CFF6-F456-E83A811D4142}"/>
              </a:ext>
            </a:extLst>
          </p:cNvPr>
          <p:cNvSpPr txBox="1">
            <a:spLocks/>
          </p:cNvSpPr>
          <p:nvPr/>
        </p:nvSpPr>
        <p:spPr>
          <a:xfrm>
            <a:off x="857250" y="597881"/>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Gestión de la Cuenta del Estudiante</a:t>
            </a:r>
          </a:p>
          <a:p>
            <a:endParaRPr lang="es-CL" dirty="0"/>
          </a:p>
        </p:txBody>
      </p:sp>
      <p:sp>
        <p:nvSpPr>
          <p:cNvPr id="4" name="Marcador de texto 1">
            <a:extLst>
              <a:ext uri="{FF2B5EF4-FFF2-40B4-BE49-F238E27FC236}">
                <a16:creationId xmlns:a16="http://schemas.microsoft.com/office/drawing/2014/main" id="{48D7EFB0-139D-497B-CE16-7D4D59985C61}"/>
              </a:ext>
            </a:extLst>
          </p:cNvPr>
          <p:cNvSpPr txBox="1">
            <a:spLocks/>
          </p:cNvSpPr>
          <p:nvPr/>
        </p:nvSpPr>
        <p:spPr>
          <a:xfrm>
            <a:off x="857250" y="1496436"/>
            <a:ext cx="10477497" cy="3834516"/>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CB4B4"/>
              </a:buClr>
              <a:buBlip>
                <a:blip r:embed="rId2"/>
              </a:buBlip>
            </a:pPr>
            <a:r>
              <a:rPr lang="es-CO" sz="2000" dirty="0"/>
              <a:t>El proceso tiene por objetivo otorgar a la institución las herramientas necesarias para auditar y administrar las operaciones de cargos y pagos de la cuenta de los estudiantes, como pudiera ser el obtener el balance, aplicar penalizaciones, establecer y definir políticas y porcentajes de reembolso dependiendo de fechas de corte de actividades y eventos académicos y la aplicación de retenciones a alumnos morosos. </a:t>
            </a:r>
          </a:p>
          <a:p>
            <a:pPr marL="0" indent="0" algn="just">
              <a:buClr>
                <a:srgbClr val="0CB4B4"/>
              </a:buClr>
              <a:buNone/>
            </a:pPr>
            <a:endParaRPr lang="es-CO" sz="2000" dirty="0"/>
          </a:p>
          <a:p>
            <a:pPr marL="0" indent="0" algn="just">
              <a:buClr>
                <a:srgbClr val="0CB4B4"/>
              </a:buClr>
              <a:buNone/>
            </a:pPr>
            <a:endParaRPr lang="es-CO" sz="2000" dirty="0"/>
          </a:p>
          <a:p>
            <a:pPr marL="0" indent="0" algn="just">
              <a:buClr>
                <a:srgbClr val="0CB4B4"/>
              </a:buClr>
              <a:buNone/>
            </a:pPr>
            <a:endParaRPr lang="es-CO" sz="2000" dirty="0"/>
          </a:p>
          <a:p>
            <a:pPr marL="0" indent="0" algn="just">
              <a:buClr>
                <a:srgbClr val="0CB4B4"/>
              </a:buClr>
              <a:buNone/>
            </a:pPr>
            <a:endParaRPr lang="es-CO" sz="2000" dirty="0"/>
          </a:p>
        </p:txBody>
      </p:sp>
    </p:spTree>
    <p:extLst>
      <p:ext uri="{BB962C8B-B14F-4D97-AF65-F5344CB8AC3E}">
        <p14:creationId xmlns:p14="http://schemas.microsoft.com/office/powerpoint/2010/main" val="88286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757860" y="259264"/>
            <a:ext cx="10333811"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 la Cuenta del Estudiante</a:t>
            </a:r>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1205195" y="387280"/>
            <a:ext cx="9609373" cy="53626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 la Cuenta del Estudiante</a:t>
            </a:r>
          </a:p>
          <a:p>
            <a:r>
              <a:rPr lang="es-ES_tradnl" sz="3000" dirty="0"/>
              <a:t> </a:t>
            </a:r>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8189ACF-57C2-6B30-03EB-5F9E991675AA}"/>
              </a:ext>
            </a:extLst>
          </p:cNvPr>
          <p:cNvSpPr>
            <a:spLocks noGrp="1"/>
          </p:cNvSpPr>
          <p:nvPr>
            <p:ph type="body" sz="quarter" idx="10"/>
          </p:nvPr>
        </p:nvSpPr>
        <p:spPr>
          <a:xfrm>
            <a:off x="566045" y="3063240"/>
            <a:ext cx="10434187" cy="804981"/>
          </a:xfrm>
        </p:spPr>
        <p:txBody>
          <a:bodyPr/>
          <a:lstStyle/>
          <a:p>
            <a:r>
              <a:rPr lang="es-ES" dirty="0"/>
              <a:t>Gestión del proceso de reembolsos</a:t>
            </a:r>
            <a:endParaRPr lang="es-CO" dirty="0"/>
          </a:p>
        </p:txBody>
      </p:sp>
      <p:sp>
        <p:nvSpPr>
          <p:cNvPr id="6" name="Text Placeholder 16">
            <a:extLst>
              <a:ext uri="{FF2B5EF4-FFF2-40B4-BE49-F238E27FC236}">
                <a16:creationId xmlns:a16="http://schemas.microsoft.com/office/drawing/2014/main" id="{D18961A5-D875-C3C7-6910-80179D77E101}"/>
              </a:ext>
            </a:extLst>
          </p:cNvPr>
          <p:cNvSpPr txBox="1">
            <a:spLocks/>
          </p:cNvSpPr>
          <p:nvPr/>
        </p:nvSpPr>
        <p:spPr>
          <a:xfrm>
            <a:off x="566045" y="3868221"/>
            <a:ext cx="536841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la cuenta corriente</a:t>
            </a:r>
            <a:endParaRPr lang="en-US" sz="2000" dirty="0">
              <a:solidFill>
                <a:schemeClr val="bg1"/>
              </a:solidFill>
            </a:endParaRPr>
          </a:p>
        </p:txBody>
      </p:sp>
    </p:spTree>
    <p:extLst>
      <p:ext uri="{BB962C8B-B14F-4D97-AF65-F5344CB8AC3E}">
        <p14:creationId xmlns:p14="http://schemas.microsoft.com/office/powerpoint/2010/main" val="67741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296F8-15EF-C953-C11D-3864FE04B1F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6C345FF-9BAA-4189-070A-D5917E332BD1}"/>
              </a:ext>
            </a:extLst>
          </p:cNvPr>
          <p:cNvSpPr txBox="1">
            <a:spLocks/>
          </p:cNvSpPr>
          <p:nvPr/>
        </p:nvSpPr>
        <p:spPr>
          <a:xfrm>
            <a:off x="2257722" y="520630"/>
            <a:ext cx="7676556"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del proceso de reembolsos</a:t>
            </a:r>
          </a:p>
          <a:p>
            <a:r>
              <a:rPr lang="es-CO" sz="3000" dirty="0"/>
              <a:t>  </a:t>
            </a:r>
          </a:p>
          <a:p>
            <a:r>
              <a:rPr lang="es-ES_tradnl" sz="3000" dirty="0"/>
              <a:t> </a:t>
            </a:r>
            <a:endParaRPr lang="es-CL" sz="3000" dirty="0"/>
          </a:p>
        </p:txBody>
      </p:sp>
      <p:pic>
        <p:nvPicPr>
          <p:cNvPr id="3" name="Imagen 2" descr="Diagrama&#10;&#10;Descripción generada automáticamente">
            <a:extLst>
              <a:ext uri="{FF2B5EF4-FFF2-40B4-BE49-F238E27FC236}">
                <a16:creationId xmlns:a16="http://schemas.microsoft.com/office/drawing/2014/main" id="{CB44550B-E0AF-4B65-3871-57351664B48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42" t="3002" r="4340" b="3184"/>
          <a:stretch/>
        </p:blipFill>
        <p:spPr bwMode="auto">
          <a:xfrm>
            <a:off x="1314087" y="1958612"/>
            <a:ext cx="9583200" cy="25829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1820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00641-C192-5C1E-7529-AEFD674768DF}"/>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2B37379F-B765-5E13-84F6-6D8CF2464983}"/>
              </a:ext>
            </a:extLst>
          </p:cNvPr>
          <p:cNvSpPr/>
          <p:nvPr/>
        </p:nvSpPr>
        <p:spPr>
          <a:xfrm>
            <a:off x="1034414" y="5705488"/>
            <a:ext cx="10287762" cy="6191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solidFill>
                  <a:schemeClr val="bg1"/>
                </a:solidFill>
                <a:cs typeface="Arial"/>
              </a:rPr>
              <a:t>El proceso de REEMBOLSOS permite realizar el pago de saldos a favor de alumnos.</a:t>
            </a:r>
          </a:p>
          <a:p>
            <a:pPr algn="just"/>
            <a:r>
              <a:rPr lang="es-CO" sz="1200" dirty="0">
                <a:solidFill>
                  <a:schemeClr val="bg1"/>
                </a:solidFill>
                <a:cs typeface="Arial"/>
              </a:rPr>
              <a:t>En la página </a:t>
            </a:r>
            <a:r>
              <a:rPr lang="es-CO" sz="1200" b="1" dirty="0">
                <a:solidFill>
                  <a:schemeClr val="bg1"/>
                </a:solidFill>
                <a:cs typeface="Arial"/>
              </a:rPr>
              <a:t>TSADETC</a:t>
            </a:r>
            <a:r>
              <a:rPr lang="es-CO" sz="1200" dirty="0">
                <a:solidFill>
                  <a:schemeClr val="bg1"/>
                </a:solidFill>
                <a:cs typeface="Arial"/>
              </a:rPr>
              <a:t> se configuran los códigos de detalle que serán sujetos de reembolsos. El código de detalle debe tener activo el check del campo </a:t>
            </a:r>
            <a:r>
              <a:rPr lang="es-CO" sz="1200" b="1" dirty="0">
                <a:solidFill>
                  <a:schemeClr val="bg1"/>
                </a:solidFill>
                <a:cs typeface="Arial"/>
              </a:rPr>
              <a:t>Reembolsable.</a:t>
            </a:r>
            <a:endParaRPr lang="es-ES" sz="1200" b="1" dirty="0">
              <a:solidFill>
                <a:schemeClr val="bg1"/>
              </a:solidFill>
              <a:cs typeface="Arial"/>
            </a:endParaRPr>
          </a:p>
        </p:txBody>
      </p:sp>
      <p:sp>
        <p:nvSpPr>
          <p:cNvPr id="5" name="Título 3">
            <a:extLst>
              <a:ext uri="{FF2B5EF4-FFF2-40B4-BE49-F238E27FC236}">
                <a16:creationId xmlns:a16="http://schemas.microsoft.com/office/drawing/2014/main" id="{26F92649-77F2-4889-ED39-9289F208F3E3}"/>
              </a:ext>
            </a:extLst>
          </p:cNvPr>
          <p:cNvSpPr txBox="1">
            <a:spLocks/>
          </p:cNvSpPr>
          <p:nvPr/>
        </p:nvSpPr>
        <p:spPr>
          <a:xfrm>
            <a:off x="939546" y="81192"/>
            <a:ext cx="1047749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 sz="3200" dirty="0"/>
              <a:t>TSADETC Control código de detalle -</a:t>
            </a:r>
          </a:p>
          <a:p>
            <a:r>
              <a:rPr lang="es-ES" sz="3200" dirty="0"/>
              <a:t>Alumnos</a:t>
            </a:r>
            <a:endParaRPr lang="es-CL" dirty="0"/>
          </a:p>
        </p:txBody>
      </p:sp>
      <p:pic>
        <p:nvPicPr>
          <p:cNvPr id="8" name="Imagen 7">
            <a:extLst>
              <a:ext uri="{FF2B5EF4-FFF2-40B4-BE49-F238E27FC236}">
                <a16:creationId xmlns:a16="http://schemas.microsoft.com/office/drawing/2014/main" id="{3C0FBF7A-FAD4-D058-2C57-0FB35B621B2D}"/>
              </a:ext>
            </a:extLst>
          </p:cNvPr>
          <p:cNvPicPr>
            <a:picLocks noChangeAspect="1"/>
          </p:cNvPicPr>
          <p:nvPr/>
        </p:nvPicPr>
        <p:blipFill>
          <a:blip r:embed="rId2"/>
          <a:stretch>
            <a:fillRect/>
          </a:stretch>
        </p:blipFill>
        <p:spPr>
          <a:xfrm>
            <a:off x="1005840" y="1033130"/>
            <a:ext cx="10180320" cy="4503956"/>
          </a:xfrm>
          <a:prstGeom prst="rect">
            <a:avLst/>
          </a:prstGeom>
        </p:spPr>
      </p:pic>
    </p:spTree>
    <p:extLst>
      <p:ext uri="{BB962C8B-B14F-4D97-AF65-F5344CB8AC3E}">
        <p14:creationId xmlns:p14="http://schemas.microsoft.com/office/powerpoint/2010/main" val="317136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F8E3E-009F-8E29-957C-E2635245E204}"/>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F95B55DA-4384-89BF-8381-6BC09D3D4116}"/>
              </a:ext>
            </a:extLst>
          </p:cNvPr>
          <p:cNvSpPr/>
          <p:nvPr/>
        </p:nvSpPr>
        <p:spPr>
          <a:xfrm>
            <a:off x="1033271" y="4352925"/>
            <a:ext cx="10259568" cy="640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solidFill>
                  <a:schemeClr val="bg1"/>
                </a:solidFill>
                <a:cs typeface="Arial"/>
              </a:rPr>
              <a:t>Se debe definir el código de detalle tipo Cargo con el cual se registrará la novedad del reembolso. El campo Código de reembolso debe estar configurado en Y.</a:t>
            </a:r>
            <a:endParaRPr lang="es-ES" sz="1200" dirty="0">
              <a:solidFill>
                <a:schemeClr val="bg1"/>
              </a:solidFill>
              <a:cs typeface="Arial"/>
            </a:endParaRPr>
          </a:p>
        </p:txBody>
      </p:sp>
      <p:pic>
        <p:nvPicPr>
          <p:cNvPr id="6" name="Imagen 5">
            <a:extLst>
              <a:ext uri="{FF2B5EF4-FFF2-40B4-BE49-F238E27FC236}">
                <a16:creationId xmlns:a16="http://schemas.microsoft.com/office/drawing/2014/main" id="{41386208-42DF-59EB-83E1-06BF7DD9AB89}"/>
              </a:ext>
            </a:extLst>
          </p:cNvPr>
          <p:cNvPicPr>
            <a:picLocks noChangeAspect="1"/>
          </p:cNvPicPr>
          <p:nvPr/>
        </p:nvPicPr>
        <p:blipFill>
          <a:blip r:embed="rId2"/>
          <a:stretch>
            <a:fillRect/>
          </a:stretch>
        </p:blipFill>
        <p:spPr>
          <a:xfrm>
            <a:off x="1033271" y="1895231"/>
            <a:ext cx="10259568" cy="1844477"/>
          </a:xfrm>
          <a:prstGeom prst="rect">
            <a:avLst/>
          </a:prstGeom>
        </p:spPr>
      </p:pic>
      <p:sp>
        <p:nvSpPr>
          <p:cNvPr id="7" name="Título 3">
            <a:extLst>
              <a:ext uri="{FF2B5EF4-FFF2-40B4-BE49-F238E27FC236}">
                <a16:creationId xmlns:a16="http://schemas.microsoft.com/office/drawing/2014/main" id="{D4C8BD65-2594-69E4-8C5C-A897F6A06EF0}"/>
              </a:ext>
            </a:extLst>
          </p:cNvPr>
          <p:cNvSpPr txBox="1">
            <a:spLocks/>
          </p:cNvSpPr>
          <p:nvPr/>
        </p:nvSpPr>
        <p:spPr>
          <a:xfrm>
            <a:off x="924307" y="330076"/>
            <a:ext cx="1047749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 sz="3200" dirty="0"/>
              <a:t>TSADETC Control código de detalle -</a:t>
            </a:r>
          </a:p>
          <a:p>
            <a:r>
              <a:rPr lang="es-ES" sz="3200" dirty="0"/>
              <a:t>Alumnos</a:t>
            </a:r>
            <a:endParaRPr lang="es-CL" dirty="0"/>
          </a:p>
        </p:txBody>
      </p:sp>
    </p:spTree>
    <p:extLst>
      <p:ext uri="{BB962C8B-B14F-4D97-AF65-F5344CB8AC3E}">
        <p14:creationId xmlns:p14="http://schemas.microsoft.com/office/powerpoint/2010/main" val="2469285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B625-2979-A7AC-DD17-26552D37D0F2}"/>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0FA9E1C7-8EA1-20D7-005B-1F97A17AF8B0}"/>
              </a:ext>
            </a:extLst>
          </p:cNvPr>
          <p:cNvSpPr/>
          <p:nvPr/>
        </p:nvSpPr>
        <p:spPr>
          <a:xfrm>
            <a:off x="1049286" y="5051798"/>
            <a:ext cx="9766856" cy="9519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solidFill>
                  <a:schemeClr val="bg1"/>
                </a:solidFill>
                <a:cs typeface="Arial"/>
              </a:rPr>
              <a:t>Para gestionar reembolsos, la cuenta corriente del estudiante debe tener un saldo a favor asociado a un código de detalle que esté marcado como reembolsable en </a:t>
            </a:r>
            <a:r>
              <a:rPr lang="es-CO" sz="1200" b="1" dirty="0">
                <a:solidFill>
                  <a:schemeClr val="bg1"/>
                </a:solidFill>
                <a:cs typeface="Arial"/>
              </a:rPr>
              <a:t>TSADETC</a:t>
            </a:r>
            <a:r>
              <a:rPr lang="es-CO" sz="1200" dirty="0">
                <a:solidFill>
                  <a:schemeClr val="bg1"/>
                </a:solidFill>
                <a:cs typeface="Arial"/>
              </a:rPr>
              <a:t>.</a:t>
            </a:r>
          </a:p>
          <a:p>
            <a:pPr algn="just"/>
            <a:r>
              <a:rPr lang="es-CO" sz="1200" dirty="0">
                <a:solidFill>
                  <a:schemeClr val="bg1"/>
                </a:solidFill>
                <a:cs typeface="Arial"/>
              </a:rPr>
              <a:t>Se debe tener en cuenta el código de detalle que origina el saldo a favor para definir el código de detalle tipo Cargo a utilizar en el proceso de reembolso para que éstos sean coherentes.</a:t>
            </a:r>
            <a:endParaRPr lang="es-ES" sz="1200" dirty="0">
              <a:solidFill>
                <a:schemeClr val="bg1"/>
              </a:solidFill>
              <a:cs typeface="Arial"/>
            </a:endParaRPr>
          </a:p>
        </p:txBody>
      </p:sp>
      <p:sp>
        <p:nvSpPr>
          <p:cNvPr id="7" name="Título 3">
            <a:extLst>
              <a:ext uri="{FF2B5EF4-FFF2-40B4-BE49-F238E27FC236}">
                <a16:creationId xmlns:a16="http://schemas.microsoft.com/office/drawing/2014/main" id="{6B9058B9-2AE3-CB39-D1E5-0FBF651AE6FD}"/>
              </a:ext>
            </a:extLst>
          </p:cNvPr>
          <p:cNvSpPr txBox="1">
            <a:spLocks/>
          </p:cNvSpPr>
          <p:nvPr/>
        </p:nvSpPr>
        <p:spPr>
          <a:xfrm>
            <a:off x="1049286" y="263994"/>
            <a:ext cx="9105518"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CO" sz="3200" dirty="0"/>
              <a:t>TSAAREV Revisión de detalle de</a:t>
            </a:r>
          </a:p>
          <a:p>
            <a:r>
              <a:rPr lang="es-CO" sz="3200" dirty="0"/>
              <a:t>cuenta - alumnos</a:t>
            </a:r>
            <a:endParaRPr lang="es-CL" dirty="0"/>
          </a:p>
        </p:txBody>
      </p:sp>
      <p:pic>
        <p:nvPicPr>
          <p:cNvPr id="4" name="Imagen 3">
            <a:extLst>
              <a:ext uri="{FF2B5EF4-FFF2-40B4-BE49-F238E27FC236}">
                <a16:creationId xmlns:a16="http://schemas.microsoft.com/office/drawing/2014/main" id="{0B844935-AB19-329D-6EDE-94771593FCE8}"/>
              </a:ext>
            </a:extLst>
          </p:cNvPr>
          <p:cNvPicPr>
            <a:picLocks noChangeAspect="1"/>
          </p:cNvPicPr>
          <p:nvPr/>
        </p:nvPicPr>
        <p:blipFill>
          <a:blip r:embed="rId2"/>
          <a:stretch>
            <a:fillRect/>
          </a:stretch>
        </p:blipFill>
        <p:spPr>
          <a:xfrm>
            <a:off x="1049286" y="1438274"/>
            <a:ext cx="9766856" cy="3318389"/>
          </a:xfrm>
          <a:prstGeom prst="rect">
            <a:avLst/>
          </a:prstGeom>
        </p:spPr>
      </p:pic>
    </p:spTree>
    <p:extLst>
      <p:ext uri="{BB962C8B-B14F-4D97-AF65-F5344CB8AC3E}">
        <p14:creationId xmlns:p14="http://schemas.microsoft.com/office/powerpoint/2010/main" val="4169813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ACB8D-C963-D4F0-9DDF-D26F4E18F4C5}"/>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D7CB56F5-9F2A-2084-0D15-DE422E93C8CB}"/>
              </a:ext>
            </a:extLst>
          </p:cNvPr>
          <p:cNvSpPr/>
          <p:nvPr/>
        </p:nvSpPr>
        <p:spPr>
          <a:xfrm>
            <a:off x="6125677" y="4019451"/>
            <a:ext cx="4777359" cy="4752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2. </a:t>
            </a:r>
            <a:r>
              <a:rPr lang="es-CO" sz="1200" dirty="0">
                <a:solidFill>
                  <a:schemeClr val="bg1"/>
                </a:solidFill>
                <a:cs typeface="Arial"/>
              </a:rPr>
              <a:t>Luego hacer click en el botón Ir para pasar a la siguiente sección.</a:t>
            </a:r>
            <a:endParaRPr lang="es-ES" sz="1200" dirty="0">
              <a:solidFill>
                <a:schemeClr val="bg1"/>
              </a:solidFill>
              <a:cs typeface="Arial"/>
            </a:endParaRPr>
          </a:p>
        </p:txBody>
      </p:sp>
      <p:sp>
        <p:nvSpPr>
          <p:cNvPr id="7" name="Título 3">
            <a:extLst>
              <a:ext uri="{FF2B5EF4-FFF2-40B4-BE49-F238E27FC236}">
                <a16:creationId xmlns:a16="http://schemas.microsoft.com/office/drawing/2014/main" id="{55F5F1E0-3E06-A6BE-1FB3-67785639964B}"/>
              </a:ext>
            </a:extLst>
          </p:cNvPr>
          <p:cNvSpPr txBox="1">
            <a:spLocks/>
          </p:cNvSpPr>
          <p:nvPr/>
        </p:nvSpPr>
        <p:spPr>
          <a:xfrm>
            <a:off x="966216" y="648922"/>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pic>
        <p:nvPicPr>
          <p:cNvPr id="5" name="Imagen 4">
            <a:extLst>
              <a:ext uri="{FF2B5EF4-FFF2-40B4-BE49-F238E27FC236}">
                <a16:creationId xmlns:a16="http://schemas.microsoft.com/office/drawing/2014/main" id="{C9CC4445-525D-FE58-625E-FE02E13E1D4F}"/>
              </a:ext>
            </a:extLst>
          </p:cNvPr>
          <p:cNvPicPr>
            <a:picLocks noChangeAspect="1"/>
          </p:cNvPicPr>
          <p:nvPr/>
        </p:nvPicPr>
        <p:blipFill>
          <a:blip r:embed="rId2"/>
          <a:stretch>
            <a:fillRect/>
          </a:stretch>
        </p:blipFill>
        <p:spPr>
          <a:xfrm>
            <a:off x="966216" y="2501519"/>
            <a:ext cx="9936820" cy="1315243"/>
          </a:xfrm>
          <a:prstGeom prst="rect">
            <a:avLst/>
          </a:prstGeom>
        </p:spPr>
      </p:pic>
      <p:pic>
        <p:nvPicPr>
          <p:cNvPr id="8" name="Imagen 7">
            <a:extLst>
              <a:ext uri="{FF2B5EF4-FFF2-40B4-BE49-F238E27FC236}">
                <a16:creationId xmlns:a16="http://schemas.microsoft.com/office/drawing/2014/main" id="{CD3AB2DF-70EF-0118-993D-5FD8F16FCF41}"/>
              </a:ext>
            </a:extLst>
          </p:cNvPr>
          <p:cNvPicPr>
            <a:picLocks noChangeAspect="1"/>
          </p:cNvPicPr>
          <p:nvPr/>
        </p:nvPicPr>
        <p:blipFill>
          <a:blip r:embed="rId3"/>
          <a:stretch>
            <a:fillRect/>
          </a:stretch>
        </p:blipFill>
        <p:spPr>
          <a:xfrm>
            <a:off x="10253947" y="3179485"/>
            <a:ext cx="162000" cy="162000"/>
          </a:xfrm>
          <a:prstGeom prst="rect">
            <a:avLst/>
          </a:prstGeom>
        </p:spPr>
      </p:pic>
      <p:pic>
        <p:nvPicPr>
          <p:cNvPr id="10" name="Imagen 9">
            <a:extLst>
              <a:ext uri="{FF2B5EF4-FFF2-40B4-BE49-F238E27FC236}">
                <a16:creationId xmlns:a16="http://schemas.microsoft.com/office/drawing/2014/main" id="{B51A5575-F74D-90FE-1E0E-4D3629BB16A9}"/>
              </a:ext>
            </a:extLst>
          </p:cNvPr>
          <p:cNvPicPr>
            <a:picLocks noChangeAspect="1"/>
          </p:cNvPicPr>
          <p:nvPr/>
        </p:nvPicPr>
        <p:blipFill>
          <a:blip r:embed="rId4"/>
          <a:stretch>
            <a:fillRect/>
          </a:stretch>
        </p:blipFill>
        <p:spPr>
          <a:xfrm>
            <a:off x="3252693" y="3179485"/>
            <a:ext cx="162000" cy="162000"/>
          </a:xfrm>
          <a:prstGeom prst="rect">
            <a:avLst/>
          </a:prstGeom>
        </p:spPr>
      </p:pic>
      <p:sp>
        <p:nvSpPr>
          <p:cNvPr id="11" name="Rectángulo: esquinas redondeadas 10">
            <a:extLst>
              <a:ext uri="{FF2B5EF4-FFF2-40B4-BE49-F238E27FC236}">
                <a16:creationId xmlns:a16="http://schemas.microsoft.com/office/drawing/2014/main" id="{3C05DB2C-ED65-FCFF-5C76-F9709143C67C}"/>
              </a:ext>
            </a:extLst>
          </p:cNvPr>
          <p:cNvSpPr/>
          <p:nvPr/>
        </p:nvSpPr>
        <p:spPr>
          <a:xfrm>
            <a:off x="966216" y="4019451"/>
            <a:ext cx="3777234" cy="4752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solidFill>
                  <a:schemeClr val="bg1"/>
                </a:solidFill>
                <a:cs typeface="Arial"/>
              </a:rPr>
              <a:t>1. </a:t>
            </a:r>
            <a:r>
              <a:rPr lang="es-ES" sz="1200" dirty="0">
                <a:solidFill>
                  <a:schemeClr val="bg1"/>
                </a:solidFill>
                <a:cs typeface="Arial"/>
              </a:rPr>
              <a:t>Ingresar al proceso de reembolsos automático.</a:t>
            </a:r>
          </a:p>
        </p:txBody>
      </p:sp>
    </p:spTree>
    <p:extLst>
      <p:ext uri="{BB962C8B-B14F-4D97-AF65-F5344CB8AC3E}">
        <p14:creationId xmlns:p14="http://schemas.microsoft.com/office/powerpoint/2010/main" val="3766511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E5571-22F4-C3CD-D4F4-32DFA9118F91}"/>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30EFA037-69A4-E77C-6FFD-EF249AC94216}"/>
              </a:ext>
            </a:extLst>
          </p:cNvPr>
          <p:cNvSpPr/>
          <p:nvPr/>
        </p:nvSpPr>
        <p:spPr>
          <a:xfrm>
            <a:off x="1085278" y="5695950"/>
            <a:ext cx="6896673" cy="4488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3</a:t>
            </a:r>
            <a:r>
              <a:rPr lang="es-CO" sz="1200" dirty="0">
                <a:solidFill>
                  <a:schemeClr val="bg1"/>
                </a:solidFill>
                <a:cs typeface="Arial"/>
              </a:rPr>
              <a:t>. En la sección “Control de Impresora” campo “Impresora” se debe asignar la sentencia </a:t>
            </a:r>
            <a:r>
              <a:rPr lang="es-CO" sz="1200" b="1" dirty="0">
                <a:solidFill>
                  <a:schemeClr val="bg1"/>
                </a:solidFill>
                <a:cs typeface="Arial"/>
              </a:rPr>
              <a:t>DATABASE</a:t>
            </a:r>
            <a:r>
              <a:rPr lang="es-CO" sz="1200" dirty="0">
                <a:solidFill>
                  <a:schemeClr val="bg1"/>
                </a:solidFill>
                <a:cs typeface="Arial"/>
              </a:rPr>
              <a:t>.</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0D1E57B0-9298-A0F9-0B75-48BA768B06B8}"/>
              </a:ext>
            </a:extLst>
          </p:cNvPr>
          <p:cNvPicPr>
            <a:picLocks noChangeAspect="1"/>
          </p:cNvPicPr>
          <p:nvPr/>
        </p:nvPicPr>
        <p:blipFill>
          <a:blip r:embed="rId2"/>
          <a:stretch>
            <a:fillRect/>
          </a:stretch>
        </p:blipFill>
        <p:spPr>
          <a:xfrm>
            <a:off x="1085278" y="1262770"/>
            <a:ext cx="10021442" cy="4332460"/>
          </a:xfrm>
          <a:prstGeom prst="rect">
            <a:avLst/>
          </a:prstGeom>
        </p:spPr>
      </p:pic>
      <p:pic>
        <p:nvPicPr>
          <p:cNvPr id="8" name="Imagen 7">
            <a:extLst>
              <a:ext uri="{FF2B5EF4-FFF2-40B4-BE49-F238E27FC236}">
                <a16:creationId xmlns:a16="http://schemas.microsoft.com/office/drawing/2014/main" id="{4EE2FAC5-2318-8330-DC6E-009CB63E08BF}"/>
              </a:ext>
            </a:extLst>
          </p:cNvPr>
          <p:cNvPicPr>
            <a:picLocks noChangeAspect="1"/>
          </p:cNvPicPr>
          <p:nvPr/>
        </p:nvPicPr>
        <p:blipFill>
          <a:blip r:embed="rId3"/>
          <a:stretch>
            <a:fillRect/>
          </a:stretch>
        </p:blipFill>
        <p:spPr>
          <a:xfrm>
            <a:off x="1197523" y="2242987"/>
            <a:ext cx="162000" cy="162000"/>
          </a:xfrm>
          <a:prstGeom prst="rect">
            <a:avLst/>
          </a:prstGeom>
        </p:spPr>
      </p:pic>
      <p:sp>
        <p:nvSpPr>
          <p:cNvPr id="2" name="Título 3">
            <a:extLst>
              <a:ext uri="{FF2B5EF4-FFF2-40B4-BE49-F238E27FC236}">
                <a16:creationId xmlns:a16="http://schemas.microsoft.com/office/drawing/2014/main" id="{BC0F60E8-7B41-DE4E-F605-E8DEC968B276}"/>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Tree>
    <p:extLst>
      <p:ext uri="{BB962C8B-B14F-4D97-AF65-F5344CB8AC3E}">
        <p14:creationId xmlns:p14="http://schemas.microsoft.com/office/powerpoint/2010/main" val="218528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95CB6-AFBD-2FED-CD31-41C53D38ECEF}"/>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768FA13E-5B08-8AA5-7CDE-BE99C9FD980C}"/>
              </a:ext>
            </a:extLst>
          </p:cNvPr>
          <p:cNvSpPr/>
          <p:nvPr/>
        </p:nvSpPr>
        <p:spPr>
          <a:xfrm>
            <a:off x="983674" y="5431900"/>
            <a:ext cx="10224651" cy="9519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4. Diligenciar los parámetros:</a:t>
            </a:r>
          </a:p>
          <a:p>
            <a:pPr algn="just"/>
            <a:r>
              <a:rPr lang="es-CO" sz="1200" dirty="0">
                <a:solidFill>
                  <a:schemeClr val="bg1"/>
                </a:solidFill>
                <a:cs typeface="Arial"/>
              </a:rPr>
              <a:t>Ejecutar el proceso - TSRRFND en modo FLAG.</a:t>
            </a:r>
          </a:p>
          <a:p>
            <a:pPr algn="just"/>
            <a:r>
              <a:rPr lang="es-CO" sz="1200" dirty="0">
                <a:solidFill>
                  <a:schemeClr val="bg1"/>
                </a:solidFill>
                <a:cs typeface="Arial"/>
              </a:rPr>
              <a:t>Este modo genera un listado de alumnos que poseen saldo a favor en códigos configurados como reembolsables para ser revisados y seleccionar si se les hará o no reembolso.</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0DB7921E-D01A-D538-6B46-FEE168CA0D82}"/>
              </a:ext>
            </a:extLst>
          </p:cNvPr>
          <p:cNvPicPr>
            <a:picLocks noChangeAspect="1"/>
          </p:cNvPicPr>
          <p:nvPr/>
        </p:nvPicPr>
        <p:blipFill>
          <a:blip r:embed="rId2"/>
          <a:srcRect b="6554"/>
          <a:stretch>
            <a:fillRect/>
          </a:stretch>
        </p:blipFill>
        <p:spPr>
          <a:xfrm>
            <a:off x="983674" y="1163576"/>
            <a:ext cx="10224651" cy="4139944"/>
          </a:xfrm>
          <a:prstGeom prst="rect">
            <a:avLst/>
          </a:prstGeom>
        </p:spPr>
      </p:pic>
      <p:pic>
        <p:nvPicPr>
          <p:cNvPr id="6" name="Imagen 5">
            <a:extLst>
              <a:ext uri="{FF2B5EF4-FFF2-40B4-BE49-F238E27FC236}">
                <a16:creationId xmlns:a16="http://schemas.microsoft.com/office/drawing/2014/main" id="{8D186584-7AEB-3F08-D92C-9B4A914738BA}"/>
              </a:ext>
            </a:extLst>
          </p:cNvPr>
          <p:cNvPicPr>
            <a:picLocks noChangeAspect="1"/>
          </p:cNvPicPr>
          <p:nvPr/>
        </p:nvPicPr>
        <p:blipFill>
          <a:blip r:embed="rId3"/>
          <a:stretch>
            <a:fillRect/>
          </a:stretch>
        </p:blipFill>
        <p:spPr>
          <a:xfrm>
            <a:off x="7379513" y="3216738"/>
            <a:ext cx="162000" cy="162000"/>
          </a:xfrm>
          <a:prstGeom prst="rect">
            <a:avLst/>
          </a:prstGeom>
        </p:spPr>
      </p:pic>
      <p:sp>
        <p:nvSpPr>
          <p:cNvPr id="2" name="Título 3">
            <a:extLst>
              <a:ext uri="{FF2B5EF4-FFF2-40B4-BE49-F238E27FC236}">
                <a16:creationId xmlns:a16="http://schemas.microsoft.com/office/drawing/2014/main" id="{F9D490D5-DE55-F96C-18C9-A1140FEAB746}"/>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Tree>
    <p:extLst>
      <p:ext uri="{BB962C8B-B14F-4D97-AF65-F5344CB8AC3E}">
        <p14:creationId xmlns:p14="http://schemas.microsoft.com/office/powerpoint/2010/main" val="621452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D5F4-9107-7E7C-168F-BDB87E6D5F17}"/>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71C281DA-2290-82D7-FE3A-CA8058461F8B}"/>
              </a:ext>
            </a:extLst>
          </p:cNvPr>
          <p:cNvSpPr/>
          <p:nvPr/>
        </p:nvSpPr>
        <p:spPr>
          <a:xfrm>
            <a:off x="996174" y="5521520"/>
            <a:ext cx="10199651" cy="4929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5</a:t>
            </a:r>
            <a:r>
              <a:rPr lang="es-CO" sz="1200" dirty="0">
                <a:solidFill>
                  <a:schemeClr val="bg1"/>
                </a:solidFill>
                <a:cs typeface="Arial"/>
              </a:rPr>
              <a:t>. Diligenciar los parámetros 11 al 19, para este caso es requerido el parámetro 14 con la opción Y, los otros parámetros se pueden dejar en blanco.</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1DBC9458-FA83-F643-3FCB-37D4F2861D95}"/>
              </a:ext>
            </a:extLst>
          </p:cNvPr>
          <p:cNvPicPr>
            <a:picLocks noChangeAspect="1"/>
          </p:cNvPicPr>
          <p:nvPr/>
        </p:nvPicPr>
        <p:blipFill>
          <a:blip r:embed="rId2"/>
          <a:stretch>
            <a:fillRect/>
          </a:stretch>
        </p:blipFill>
        <p:spPr>
          <a:xfrm>
            <a:off x="996174" y="1314450"/>
            <a:ext cx="10199651" cy="3986502"/>
          </a:xfrm>
          <a:prstGeom prst="rect">
            <a:avLst/>
          </a:prstGeom>
        </p:spPr>
      </p:pic>
      <p:pic>
        <p:nvPicPr>
          <p:cNvPr id="6" name="Imagen 5">
            <a:extLst>
              <a:ext uri="{FF2B5EF4-FFF2-40B4-BE49-F238E27FC236}">
                <a16:creationId xmlns:a16="http://schemas.microsoft.com/office/drawing/2014/main" id="{C50EE7BF-FAF0-27C6-0143-6311C6CD7412}"/>
              </a:ext>
            </a:extLst>
          </p:cNvPr>
          <p:cNvPicPr>
            <a:picLocks noChangeAspect="1"/>
          </p:cNvPicPr>
          <p:nvPr/>
        </p:nvPicPr>
        <p:blipFill>
          <a:blip r:embed="rId3"/>
          <a:stretch>
            <a:fillRect/>
          </a:stretch>
        </p:blipFill>
        <p:spPr>
          <a:xfrm>
            <a:off x="7369607" y="3348000"/>
            <a:ext cx="162000" cy="162000"/>
          </a:xfrm>
          <a:prstGeom prst="rect">
            <a:avLst/>
          </a:prstGeom>
        </p:spPr>
      </p:pic>
      <p:sp>
        <p:nvSpPr>
          <p:cNvPr id="2" name="Título 3">
            <a:extLst>
              <a:ext uri="{FF2B5EF4-FFF2-40B4-BE49-F238E27FC236}">
                <a16:creationId xmlns:a16="http://schemas.microsoft.com/office/drawing/2014/main" id="{C6F92D2B-0EBF-7C1C-C4C4-9A033B64BF57}"/>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Tree>
    <p:extLst>
      <p:ext uri="{BB962C8B-B14F-4D97-AF65-F5344CB8AC3E}">
        <p14:creationId xmlns:p14="http://schemas.microsoft.com/office/powerpoint/2010/main" val="95245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959C-B50F-BEFE-2EAB-410F04BA8F08}"/>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9FB25E5C-699D-9B5D-663E-0F2C53FB4D3A}"/>
              </a:ext>
            </a:extLst>
          </p:cNvPr>
          <p:cNvSpPr/>
          <p:nvPr/>
        </p:nvSpPr>
        <p:spPr>
          <a:xfrm>
            <a:off x="1085277" y="5585591"/>
            <a:ext cx="4163379" cy="38488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6. </a:t>
            </a:r>
            <a:r>
              <a:rPr lang="es-CO" sz="1200" dirty="0">
                <a:solidFill>
                  <a:schemeClr val="bg1"/>
                </a:solidFill>
                <a:cs typeface="Arial"/>
              </a:rPr>
              <a:t>Activar el check del campo </a:t>
            </a:r>
            <a:r>
              <a:rPr lang="es-CO" sz="1200" b="1" dirty="0">
                <a:solidFill>
                  <a:schemeClr val="bg1"/>
                </a:solidFill>
                <a:cs typeface="Arial"/>
              </a:rPr>
              <a:t>Guardar parámetros como.</a:t>
            </a:r>
            <a:endParaRPr lang="es-ES" sz="1200" b="1" dirty="0">
              <a:solidFill>
                <a:schemeClr val="bg1"/>
              </a:solidFill>
              <a:cs typeface="Arial"/>
            </a:endParaRPr>
          </a:p>
        </p:txBody>
      </p:sp>
      <p:pic>
        <p:nvPicPr>
          <p:cNvPr id="3" name="Imagen 2">
            <a:extLst>
              <a:ext uri="{FF2B5EF4-FFF2-40B4-BE49-F238E27FC236}">
                <a16:creationId xmlns:a16="http://schemas.microsoft.com/office/drawing/2014/main" id="{E7E1BF3A-461F-32BD-4C5A-8BBAA515B219}"/>
              </a:ext>
            </a:extLst>
          </p:cNvPr>
          <p:cNvPicPr>
            <a:picLocks noChangeAspect="1"/>
          </p:cNvPicPr>
          <p:nvPr/>
        </p:nvPicPr>
        <p:blipFill>
          <a:blip r:embed="rId2"/>
          <a:stretch>
            <a:fillRect/>
          </a:stretch>
        </p:blipFill>
        <p:spPr>
          <a:xfrm>
            <a:off x="1085277" y="1151948"/>
            <a:ext cx="9847220" cy="3785812"/>
          </a:xfrm>
          <a:prstGeom prst="rect">
            <a:avLst/>
          </a:prstGeom>
        </p:spPr>
      </p:pic>
      <p:pic>
        <p:nvPicPr>
          <p:cNvPr id="8" name="Imagen 7">
            <a:extLst>
              <a:ext uri="{FF2B5EF4-FFF2-40B4-BE49-F238E27FC236}">
                <a16:creationId xmlns:a16="http://schemas.microsoft.com/office/drawing/2014/main" id="{5E404CBC-58CD-9E7A-2B17-3CEBF08BE62F}"/>
              </a:ext>
            </a:extLst>
          </p:cNvPr>
          <p:cNvPicPr>
            <a:picLocks noChangeAspect="1"/>
          </p:cNvPicPr>
          <p:nvPr/>
        </p:nvPicPr>
        <p:blipFill>
          <a:blip r:embed="rId3"/>
          <a:stretch>
            <a:fillRect/>
          </a:stretch>
        </p:blipFill>
        <p:spPr>
          <a:xfrm>
            <a:off x="1085277" y="5091161"/>
            <a:ext cx="9847220" cy="348937"/>
          </a:xfrm>
          <a:prstGeom prst="rect">
            <a:avLst/>
          </a:prstGeom>
        </p:spPr>
      </p:pic>
      <p:sp>
        <p:nvSpPr>
          <p:cNvPr id="9" name="Rectángulo: esquinas redondeadas 8">
            <a:extLst>
              <a:ext uri="{FF2B5EF4-FFF2-40B4-BE49-F238E27FC236}">
                <a16:creationId xmlns:a16="http://schemas.microsoft.com/office/drawing/2014/main" id="{EBE4CB1E-C138-D98E-76B0-6F04852FD587}"/>
              </a:ext>
            </a:extLst>
          </p:cNvPr>
          <p:cNvSpPr/>
          <p:nvPr/>
        </p:nvSpPr>
        <p:spPr>
          <a:xfrm>
            <a:off x="8040134" y="5598757"/>
            <a:ext cx="2892363" cy="3717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7. </a:t>
            </a:r>
            <a:r>
              <a:rPr lang="es-CO" sz="1200" dirty="0">
                <a:solidFill>
                  <a:schemeClr val="bg1"/>
                </a:solidFill>
                <a:cs typeface="Arial"/>
              </a:rPr>
              <a:t>Presionar el botón </a:t>
            </a:r>
            <a:r>
              <a:rPr lang="es-CO" sz="1200" b="1" dirty="0">
                <a:solidFill>
                  <a:schemeClr val="bg1"/>
                </a:solidFill>
                <a:cs typeface="Arial"/>
              </a:rPr>
              <a:t>Guardar.</a:t>
            </a:r>
            <a:endParaRPr lang="es-ES" sz="1200" b="1" dirty="0">
              <a:solidFill>
                <a:schemeClr val="bg1"/>
              </a:solidFill>
              <a:cs typeface="Arial"/>
            </a:endParaRPr>
          </a:p>
        </p:txBody>
      </p:sp>
      <p:pic>
        <p:nvPicPr>
          <p:cNvPr id="12" name="Imagen 11">
            <a:extLst>
              <a:ext uri="{FF2B5EF4-FFF2-40B4-BE49-F238E27FC236}">
                <a16:creationId xmlns:a16="http://schemas.microsoft.com/office/drawing/2014/main" id="{48F55CA1-19DB-466C-8EC9-F46B46F0053E}"/>
              </a:ext>
            </a:extLst>
          </p:cNvPr>
          <p:cNvPicPr>
            <a:picLocks noChangeAspect="1"/>
          </p:cNvPicPr>
          <p:nvPr/>
        </p:nvPicPr>
        <p:blipFill>
          <a:blip r:embed="rId4"/>
          <a:stretch>
            <a:fillRect/>
          </a:stretch>
        </p:blipFill>
        <p:spPr>
          <a:xfrm>
            <a:off x="1277791" y="4593641"/>
            <a:ext cx="162000" cy="162000"/>
          </a:xfrm>
          <a:prstGeom prst="rect">
            <a:avLst/>
          </a:prstGeom>
        </p:spPr>
      </p:pic>
      <p:pic>
        <p:nvPicPr>
          <p:cNvPr id="14" name="Imagen 13">
            <a:extLst>
              <a:ext uri="{FF2B5EF4-FFF2-40B4-BE49-F238E27FC236}">
                <a16:creationId xmlns:a16="http://schemas.microsoft.com/office/drawing/2014/main" id="{7B956E68-0AB1-A5FA-59CF-F45C9812C543}"/>
              </a:ext>
            </a:extLst>
          </p:cNvPr>
          <p:cNvPicPr>
            <a:picLocks noChangeAspect="1"/>
          </p:cNvPicPr>
          <p:nvPr/>
        </p:nvPicPr>
        <p:blipFill>
          <a:blip r:embed="rId5"/>
          <a:stretch>
            <a:fillRect/>
          </a:stretch>
        </p:blipFill>
        <p:spPr>
          <a:xfrm>
            <a:off x="10126409" y="5166341"/>
            <a:ext cx="162000" cy="162000"/>
          </a:xfrm>
          <a:prstGeom prst="rect">
            <a:avLst/>
          </a:prstGeom>
        </p:spPr>
      </p:pic>
      <p:sp>
        <p:nvSpPr>
          <p:cNvPr id="2" name="Título 3">
            <a:extLst>
              <a:ext uri="{FF2B5EF4-FFF2-40B4-BE49-F238E27FC236}">
                <a16:creationId xmlns:a16="http://schemas.microsoft.com/office/drawing/2014/main" id="{CA4E93C1-85AB-4FD3-C5A9-09F3EF36DD05}"/>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Tree>
    <p:extLst>
      <p:ext uri="{BB962C8B-B14F-4D97-AF65-F5344CB8AC3E}">
        <p14:creationId xmlns:p14="http://schemas.microsoft.com/office/powerpoint/2010/main" val="735899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45A23-6682-68AF-2A99-2D0945D84B88}"/>
            </a:ext>
          </a:extLst>
        </p:cNvPr>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99D70F36-CC14-CF31-D04C-F2B15959DF98}"/>
              </a:ext>
            </a:extLst>
          </p:cNvPr>
          <p:cNvSpPr/>
          <p:nvPr/>
        </p:nvSpPr>
        <p:spPr>
          <a:xfrm>
            <a:off x="992909" y="3781425"/>
            <a:ext cx="5846041" cy="44897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8. </a:t>
            </a:r>
            <a:r>
              <a:rPr lang="es-CO" sz="1200" dirty="0">
                <a:solidFill>
                  <a:schemeClr val="bg1"/>
                </a:solidFill>
                <a:cs typeface="Arial"/>
              </a:rPr>
              <a:t>Confirmación de la ejecución del Proceso. Generación de los archivos .LIS y .LOG</a:t>
            </a:r>
            <a:endParaRPr lang="es-ES" sz="1200" b="1" dirty="0">
              <a:solidFill>
                <a:schemeClr val="bg1"/>
              </a:solidFill>
              <a:cs typeface="Arial"/>
            </a:endParaRPr>
          </a:p>
        </p:txBody>
      </p:sp>
      <p:pic>
        <p:nvPicPr>
          <p:cNvPr id="5" name="Imagen 4">
            <a:extLst>
              <a:ext uri="{FF2B5EF4-FFF2-40B4-BE49-F238E27FC236}">
                <a16:creationId xmlns:a16="http://schemas.microsoft.com/office/drawing/2014/main" id="{6D362B19-A279-77A9-C63F-278D48CF000D}"/>
              </a:ext>
            </a:extLst>
          </p:cNvPr>
          <p:cNvPicPr>
            <a:picLocks noChangeAspect="1"/>
          </p:cNvPicPr>
          <p:nvPr/>
        </p:nvPicPr>
        <p:blipFill>
          <a:blip r:embed="rId2"/>
          <a:stretch>
            <a:fillRect/>
          </a:stretch>
        </p:blipFill>
        <p:spPr>
          <a:xfrm>
            <a:off x="11253895" y="2695915"/>
            <a:ext cx="162000" cy="162000"/>
          </a:xfrm>
          <a:prstGeom prst="rect">
            <a:avLst/>
          </a:prstGeom>
        </p:spPr>
      </p:pic>
      <p:sp>
        <p:nvSpPr>
          <p:cNvPr id="2" name="Título 3">
            <a:extLst>
              <a:ext uri="{FF2B5EF4-FFF2-40B4-BE49-F238E27FC236}">
                <a16:creationId xmlns:a16="http://schemas.microsoft.com/office/drawing/2014/main" id="{119704D4-A795-B2EF-BCC7-D2EEB0F243A0}"/>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pic>
        <p:nvPicPr>
          <p:cNvPr id="4" name="Imagen 3">
            <a:extLst>
              <a:ext uri="{FF2B5EF4-FFF2-40B4-BE49-F238E27FC236}">
                <a16:creationId xmlns:a16="http://schemas.microsoft.com/office/drawing/2014/main" id="{C22C05A7-05A9-307F-FF3B-D9A063BDACF0}"/>
              </a:ext>
            </a:extLst>
          </p:cNvPr>
          <p:cNvPicPr>
            <a:picLocks noChangeAspect="1"/>
          </p:cNvPicPr>
          <p:nvPr/>
        </p:nvPicPr>
        <p:blipFill>
          <a:blip r:embed="rId3"/>
          <a:stretch>
            <a:fillRect/>
          </a:stretch>
        </p:blipFill>
        <p:spPr>
          <a:xfrm>
            <a:off x="1004316" y="2085975"/>
            <a:ext cx="10215899" cy="1505781"/>
          </a:xfrm>
          <a:prstGeom prst="rect">
            <a:avLst/>
          </a:prstGeom>
        </p:spPr>
      </p:pic>
    </p:spTree>
    <p:extLst>
      <p:ext uri="{BB962C8B-B14F-4D97-AF65-F5344CB8AC3E}">
        <p14:creationId xmlns:p14="http://schemas.microsoft.com/office/powerpoint/2010/main" val="3831323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D2065-8C7C-F365-8CC7-0A7B95F2724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B0FAEE1-62E5-3E66-6DAD-6BA890B51A9A}"/>
              </a:ext>
            </a:extLst>
          </p:cNvPr>
          <p:cNvPicPr>
            <a:picLocks noChangeAspect="1"/>
          </p:cNvPicPr>
          <p:nvPr/>
        </p:nvPicPr>
        <p:blipFill>
          <a:blip r:embed="rId2"/>
          <a:stretch>
            <a:fillRect/>
          </a:stretch>
        </p:blipFill>
        <p:spPr>
          <a:xfrm>
            <a:off x="1007413" y="1354243"/>
            <a:ext cx="10177173" cy="3550548"/>
          </a:xfrm>
          <a:prstGeom prst="rect">
            <a:avLst/>
          </a:prstGeom>
        </p:spPr>
      </p:pic>
      <p:sp>
        <p:nvSpPr>
          <p:cNvPr id="9" name="Rectángulo: esquinas redondeadas 8">
            <a:extLst>
              <a:ext uri="{FF2B5EF4-FFF2-40B4-BE49-F238E27FC236}">
                <a16:creationId xmlns:a16="http://schemas.microsoft.com/office/drawing/2014/main" id="{58FD1F43-AE18-04BC-BB7C-FAA7AF959745}"/>
              </a:ext>
            </a:extLst>
          </p:cNvPr>
          <p:cNvSpPr/>
          <p:nvPr/>
        </p:nvSpPr>
        <p:spPr>
          <a:xfrm>
            <a:off x="1007413" y="4532207"/>
            <a:ext cx="3934042" cy="422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9</a:t>
            </a:r>
            <a:r>
              <a:rPr lang="es-CO" sz="1200" dirty="0">
                <a:solidFill>
                  <a:schemeClr val="bg1"/>
                </a:solidFill>
                <a:cs typeface="Arial"/>
              </a:rPr>
              <a:t>. Presionar el botón RELACIONADO.</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8DE94D8B-2ACB-FD35-7BBE-64C09F3D9782}"/>
              </a:ext>
            </a:extLst>
          </p:cNvPr>
          <p:cNvPicPr>
            <a:picLocks noChangeAspect="1"/>
          </p:cNvPicPr>
          <p:nvPr/>
        </p:nvPicPr>
        <p:blipFill>
          <a:blip r:embed="rId3"/>
          <a:stretch>
            <a:fillRect/>
          </a:stretch>
        </p:blipFill>
        <p:spPr>
          <a:xfrm>
            <a:off x="10680545" y="2292586"/>
            <a:ext cx="162000" cy="162000"/>
          </a:xfrm>
          <a:prstGeom prst="rect">
            <a:avLst/>
          </a:prstGeom>
        </p:spPr>
      </p:pic>
      <p:pic>
        <p:nvPicPr>
          <p:cNvPr id="8" name="Imagen 7">
            <a:extLst>
              <a:ext uri="{FF2B5EF4-FFF2-40B4-BE49-F238E27FC236}">
                <a16:creationId xmlns:a16="http://schemas.microsoft.com/office/drawing/2014/main" id="{E1ADBE37-3392-FCD4-6FC0-01A4E317C8BB}"/>
              </a:ext>
            </a:extLst>
          </p:cNvPr>
          <p:cNvPicPr>
            <a:picLocks noChangeAspect="1"/>
          </p:cNvPicPr>
          <p:nvPr/>
        </p:nvPicPr>
        <p:blipFill>
          <a:blip r:embed="rId4"/>
          <a:stretch>
            <a:fillRect/>
          </a:stretch>
        </p:blipFill>
        <p:spPr>
          <a:xfrm>
            <a:off x="11243179" y="1685849"/>
            <a:ext cx="162000" cy="162000"/>
          </a:xfrm>
          <a:prstGeom prst="rect">
            <a:avLst/>
          </a:prstGeom>
        </p:spPr>
      </p:pic>
      <p:sp>
        <p:nvSpPr>
          <p:cNvPr id="10" name="Rectángulo: esquinas redondeadas 9">
            <a:extLst>
              <a:ext uri="{FF2B5EF4-FFF2-40B4-BE49-F238E27FC236}">
                <a16:creationId xmlns:a16="http://schemas.microsoft.com/office/drawing/2014/main" id="{607C1123-A852-88C7-514C-77BE91AFD8F3}"/>
              </a:ext>
            </a:extLst>
          </p:cNvPr>
          <p:cNvSpPr/>
          <p:nvPr/>
        </p:nvSpPr>
        <p:spPr>
          <a:xfrm>
            <a:off x="1007413" y="5081661"/>
            <a:ext cx="3934042" cy="422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10. </a:t>
            </a:r>
            <a:r>
              <a:rPr lang="es-CO" sz="1200" dirty="0">
                <a:solidFill>
                  <a:schemeClr val="bg1"/>
                </a:solidFill>
                <a:cs typeface="Arial"/>
              </a:rPr>
              <a:t>Seleccionar la opción Revisar salida [GJIREVO]</a:t>
            </a:r>
            <a:endParaRPr lang="es-ES" sz="1200" dirty="0">
              <a:solidFill>
                <a:schemeClr val="bg1"/>
              </a:solidFill>
              <a:cs typeface="Arial"/>
            </a:endParaRPr>
          </a:p>
        </p:txBody>
      </p:sp>
      <p:sp>
        <p:nvSpPr>
          <p:cNvPr id="2" name="Título 3">
            <a:extLst>
              <a:ext uri="{FF2B5EF4-FFF2-40B4-BE49-F238E27FC236}">
                <a16:creationId xmlns:a16="http://schemas.microsoft.com/office/drawing/2014/main" id="{976BBA88-4FEB-4364-EC0D-8A1E8053D2CE}"/>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Tree>
    <p:extLst>
      <p:ext uri="{BB962C8B-B14F-4D97-AF65-F5344CB8AC3E}">
        <p14:creationId xmlns:p14="http://schemas.microsoft.com/office/powerpoint/2010/main" val="1239958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8264-D01D-6738-BDF1-63A1B24E9C5E}"/>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0B10520E-9AE6-31D1-5179-86D0A2F38096}"/>
              </a:ext>
            </a:extLst>
          </p:cNvPr>
          <p:cNvPicPr>
            <a:picLocks noChangeAspect="1"/>
          </p:cNvPicPr>
          <p:nvPr/>
        </p:nvPicPr>
        <p:blipFill>
          <a:blip r:embed="rId2"/>
          <a:stretch>
            <a:fillRect/>
          </a:stretch>
        </p:blipFill>
        <p:spPr>
          <a:xfrm>
            <a:off x="919978" y="2011329"/>
            <a:ext cx="10352044" cy="1698382"/>
          </a:xfrm>
          <a:prstGeom prst="rect">
            <a:avLst/>
          </a:prstGeom>
        </p:spPr>
      </p:pic>
      <p:sp>
        <p:nvSpPr>
          <p:cNvPr id="2" name="Título 3">
            <a:extLst>
              <a:ext uri="{FF2B5EF4-FFF2-40B4-BE49-F238E27FC236}">
                <a16:creationId xmlns:a16="http://schemas.microsoft.com/office/drawing/2014/main" id="{DCF8EA24-DB3B-2B7C-5C10-240AF49D6C9D}"/>
              </a:ext>
            </a:extLst>
          </p:cNvPr>
          <p:cNvSpPr txBox="1">
            <a:spLocks/>
          </p:cNvSpPr>
          <p:nvPr/>
        </p:nvSpPr>
        <p:spPr>
          <a:xfrm>
            <a:off x="919978" y="443438"/>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
        <p:nvSpPr>
          <p:cNvPr id="4" name="Rectángulo: esquinas redondeadas 3">
            <a:extLst>
              <a:ext uri="{FF2B5EF4-FFF2-40B4-BE49-F238E27FC236}">
                <a16:creationId xmlns:a16="http://schemas.microsoft.com/office/drawing/2014/main" id="{3DD99968-2EC2-F4CC-0EEE-E9DA9ACE89E3}"/>
              </a:ext>
            </a:extLst>
          </p:cNvPr>
          <p:cNvSpPr/>
          <p:nvPr/>
        </p:nvSpPr>
        <p:spPr>
          <a:xfrm>
            <a:off x="932713" y="4133269"/>
            <a:ext cx="6715596" cy="422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11. </a:t>
            </a:r>
            <a:r>
              <a:rPr lang="es-CO" sz="1200" dirty="0"/>
              <a:t>Ratificar que el campo “Número” cuente con la numeración asignada al proceso ejecutado.</a:t>
            </a:r>
            <a:endParaRPr lang="es-ES" sz="1200" dirty="0">
              <a:solidFill>
                <a:schemeClr val="bg1"/>
              </a:solidFill>
              <a:cs typeface="Arial"/>
            </a:endParaRPr>
          </a:p>
        </p:txBody>
      </p:sp>
      <p:pic>
        <p:nvPicPr>
          <p:cNvPr id="6" name="Imagen 5">
            <a:extLst>
              <a:ext uri="{FF2B5EF4-FFF2-40B4-BE49-F238E27FC236}">
                <a16:creationId xmlns:a16="http://schemas.microsoft.com/office/drawing/2014/main" id="{BDD16752-A5BC-8CE9-5A5C-DE780196AB24}"/>
              </a:ext>
            </a:extLst>
          </p:cNvPr>
          <p:cNvPicPr>
            <a:picLocks noChangeAspect="1"/>
          </p:cNvPicPr>
          <p:nvPr/>
        </p:nvPicPr>
        <p:blipFill>
          <a:blip r:embed="rId3"/>
          <a:stretch>
            <a:fillRect/>
          </a:stretch>
        </p:blipFill>
        <p:spPr>
          <a:xfrm>
            <a:off x="7838734" y="2664879"/>
            <a:ext cx="162000" cy="162000"/>
          </a:xfrm>
          <a:prstGeom prst="rect">
            <a:avLst/>
          </a:prstGeom>
        </p:spPr>
      </p:pic>
      <p:pic>
        <p:nvPicPr>
          <p:cNvPr id="10" name="Imagen 9">
            <a:extLst>
              <a:ext uri="{FF2B5EF4-FFF2-40B4-BE49-F238E27FC236}">
                <a16:creationId xmlns:a16="http://schemas.microsoft.com/office/drawing/2014/main" id="{700EE532-8F53-D98F-6CD0-FAA37D97C1D8}"/>
              </a:ext>
            </a:extLst>
          </p:cNvPr>
          <p:cNvPicPr>
            <a:picLocks noChangeAspect="1"/>
          </p:cNvPicPr>
          <p:nvPr/>
        </p:nvPicPr>
        <p:blipFill>
          <a:blip r:embed="rId4"/>
          <a:stretch>
            <a:fillRect/>
          </a:stretch>
        </p:blipFill>
        <p:spPr>
          <a:xfrm>
            <a:off x="772303" y="2836670"/>
            <a:ext cx="162000" cy="162000"/>
          </a:xfrm>
          <a:prstGeom prst="rect">
            <a:avLst/>
          </a:prstGeom>
        </p:spPr>
      </p:pic>
      <p:sp>
        <p:nvSpPr>
          <p:cNvPr id="11" name="Rectángulo: esquinas redondeadas 10">
            <a:extLst>
              <a:ext uri="{FF2B5EF4-FFF2-40B4-BE49-F238E27FC236}">
                <a16:creationId xmlns:a16="http://schemas.microsoft.com/office/drawing/2014/main" id="{47591607-18D2-C39C-783C-F48DADC07A5B}"/>
              </a:ext>
            </a:extLst>
          </p:cNvPr>
          <p:cNvSpPr/>
          <p:nvPr/>
        </p:nvSpPr>
        <p:spPr>
          <a:xfrm>
            <a:off x="932712" y="4686191"/>
            <a:ext cx="8458672" cy="422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12. </a:t>
            </a:r>
            <a:r>
              <a:rPr lang="es-CO" sz="1200" dirty="0"/>
              <a:t>Presionar la lista desplegable del campo Nombre de Archivo para el despliega de las opciones de los archivos .LIS y .LOG.</a:t>
            </a:r>
            <a:endParaRPr lang="es-ES" sz="1200" dirty="0">
              <a:solidFill>
                <a:schemeClr val="bg1"/>
              </a:solidFill>
              <a:cs typeface="Arial"/>
            </a:endParaRPr>
          </a:p>
        </p:txBody>
      </p:sp>
    </p:spTree>
    <p:extLst>
      <p:ext uri="{BB962C8B-B14F-4D97-AF65-F5344CB8AC3E}">
        <p14:creationId xmlns:p14="http://schemas.microsoft.com/office/powerpoint/2010/main" val="3452325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6FDD4-DC17-520F-6E49-3EBD34AA6F85}"/>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C7033FA3-4134-DCC0-E067-EF6CC3F33B18}"/>
              </a:ext>
            </a:extLst>
          </p:cNvPr>
          <p:cNvPicPr>
            <a:picLocks noChangeAspect="1"/>
          </p:cNvPicPr>
          <p:nvPr/>
        </p:nvPicPr>
        <p:blipFill>
          <a:blip r:embed="rId2"/>
          <a:stretch>
            <a:fillRect/>
          </a:stretch>
        </p:blipFill>
        <p:spPr>
          <a:xfrm>
            <a:off x="1161579" y="1172781"/>
            <a:ext cx="9647182" cy="4398872"/>
          </a:xfrm>
          <a:prstGeom prst="rect">
            <a:avLst/>
          </a:prstGeom>
        </p:spPr>
      </p:pic>
      <p:sp>
        <p:nvSpPr>
          <p:cNvPr id="2" name="Título 3">
            <a:extLst>
              <a:ext uri="{FF2B5EF4-FFF2-40B4-BE49-F238E27FC236}">
                <a16:creationId xmlns:a16="http://schemas.microsoft.com/office/drawing/2014/main" id="{99DB380C-97DA-88FC-1B05-0FAD4892764E}"/>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
        <p:nvSpPr>
          <p:cNvPr id="4" name="Rectángulo: esquinas redondeadas 3">
            <a:extLst>
              <a:ext uri="{FF2B5EF4-FFF2-40B4-BE49-F238E27FC236}">
                <a16:creationId xmlns:a16="http://schemas.microsoft.com/office/drawing/2014/main" id="{45BCCE2A-F9BE-CB46-0F93-FE919CBB9432}"/>
              </a:ext>
            </a:extLst>
          </p:cNvPr>
          <p:cNvSpPr/>
          <p:nvPr/>
        </p:nvSpPr>
        <p:spPr>
          <a:xfrm>
            <a:off x="1161579" y="5571653"/>
            <a:ext cx="5696422"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13. </a:t>
            </a:r>
            <a:r>
              <a:rPr lang="es-CO" sz="1200" dirty="0"/>
              <a:t>En la ventana emergente se debe seleccionar el archivo a analizar, .LIS o .LOG,</a:t>
            </a:r>
            <a:endParaRPr lang="es-ES" sz="1200" dirty="0">
              <a:solidFill>
                <a:schemeClr val="bg1"/>
              </a:solidFill>
              <a:cs typeface="Arial"/>
            </a:endParaRPr>
          </a:p>
        </p:txBody>
      </p:sp>
      <p:sp>
        <p:nvSpPr>
          <p:cNvPr id="11" name="Rectángulo: esquinas redondeadas 10">
            <a:extLst>
              <a:ext uri="{FF2B5EF4-FFF2-40B4-BE49-F238E27FC236}">
                <a16:creationId xmlns:a16="http://schemas.microsoft.com/office/drawing/2014/main" id="{EF048F5E-23F3-DB49-8843-6E7CB892A992}"/>
              </a:ext>
            </a:extLst>
          </p:cNvPr>
          <p:cNvSpPr/>
          <p:nvPr/>
        </p:nvSpPr>
        <p:spPr>
          <a:xfrm>
            <a:off x="8093872" y="5571653"/>
            <a:ext cx="241468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14. </a:t>
            </a:r>
            <a:r>
              <a:rPr lang="es-CO" sz="1200" dirty="0"/>
              <a:t>Luego dar clic al botón OK</a:t>
            </a:r>
            <a:endParaRPr lang="es-ES" sz="1200" dirty="0">
              <a:solidFill>
                <a:schemeClr val="bg1"/>
              </a:solidFill>
              <a:cs typeface="Arial"/>
            </a:endParaRPr>
          </a:p>
        </p:txBody>
      </p:sp>
      <p:pic>
        <p:nvPicPr>
          <p:cNvPr id="7" name="Imagen 6">
            <a:extLst>
              <a:ext uri="{FF2B5EF4-FFF2-40B4-BE49-F238E27FC236}">
                <a16:creationId xmlns:a16="http://schemas.microsoft.com/office/drawing/2014/main" id="{BCE7FA08-0617-8C9F-5FA2-4228E26CD1C2}"/>
              </a:ext>
            </a:extLst>
          </p:cNvPr>
          <p:cNvPicPr>
            <a:picLocks noChangeAspect="1"/>
          </p:cNvPicPr>
          <p:nvPr/>
        </p:nvPicPr>
        <p:blipFill>
          <a:blip r:embed="rId3"/>
          <a:stretch>
            <a:fillRect/>
          </a:stretch>
        </p:blipFill>
        <p:spPr>
          <a:xfrm>
            <a:off x="7486309" y="5204327"/>
            <a:ext cx="162000" cy="162000"/>
          </a:xfrm>
          <a:prstGeom prst="rect">
            <a:avLst/>
          </a:prstGeom>
        </p:spPr>
      </p:pic>
      <p:pic>
        <p:nvPicPr>
          <p:cNvPr id="9" name="Imagen 8">
            <a:extLst>
              <a:ext uri="{FF2B5EF4-FFF2-40B4-BE49-F238E27FC236}">
                <a16:creationId xmlns:a16="http://schemas.microsoft.com/office/drawing/2014/main" id="{A90D313B-79F6-CD8B-857E-B23ED120DBAA}"/>
              </a:ext>
            </a:extLst>
          </p:cNvPr>
          <p:cNvPicPr>
            <a:picLocks noChangeAspect="1"/>
          </p:cNvPicPr>
          <p:nvPr/>
        </p:nvPicPr>
        <p:blipFill>
          <a:blip r:embed="rId4"/>
          <a:stretch>
            <a:fillRect/>
          </a:stretch>
        </p:blipFill>
        <p:spPr>
          <a:xfrm>
            <a:off x="3576259" y="3519394"/>
            <a:ext cx="162000" cy="162000"/>
          </a:xfrm>
          <a:prstGeom prst="rect">
            <a:avLst/>
          </a:prstGeom>
        </p:spPr>
      </p:pic>
    </p:spTree>
    <p:extLst>
      <p:ext uri="{BB962C8B-B14F-4D97-AF65-F5344CB8AC3E}">
        <p14:creationId xmlns:p14="http://schemas.microsoft.com/office/powerpoint/2010/main" val="26166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11A1-38DD-0F5D-C475-3C2C090A8A2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979151F-DB76-32DB-B186-81A1C8777311}"/>
              </a:ext>
            </a:extLst>
          </p:cNvPr>
          <p:cNvSpPr txBox="1">
            <a:spLocks/>
          </p:cNvSpPr>
          <p:nvPr/>
        </p:nvSpPr>
        <p:spPr>
          <a:xfrm>
            <a:off x="966216" y="14194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
        <p:nvSpPr>
          <p:cNvPr id="4" name="Rectángulo: esquinas redondeadas 3">
            <a:extLst>
              <a:ext uri="{FF2B5EF4-FFF2-40B4-BE49-F238E27FC236}">
                <a16:creationId xmlns:a16="http://schemas.microsoft.com/office/drawing/2014/main" id="{72DBFC8F-F4E6-40E9-3DFC-7316936BB274}"/>
              </a:ext>
            </a:extLst>
          </p:cNvPr>
          <p:cNvSpPr/>
          <p:nvPr/>
        </p:nvSpPr>
        <p:spPr>
          <a:xfrm>
            <a:off x="1161578" y="5571653"/>
            <a:ext cx="6010747"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15. </a:t>
            </a:r>
            <a:r>
              <a:rPr lang="es-CO" sz="1200" dirty="0"/>
              <a:t>Se relacionan los </a:t>
            </a:r>
            <a:r>
              <a:rPr lang="es-CO" sz="1200" dirty="0" err="1"/>
              <a:t>ID´s</a:t>
            </a:r>
            <a:r>
              <a:rPr lang="es-CO" sz="1200" dirty="0"/>
              <a:t> que en la cuenta corriente tienen saldos a favor, archivo .LIS</a:t>
            </a:r>
            <a:endParaRPr lang="es-ES" sz="1200" dirty="0">
              <a:solidFill>
                <a:schemeClr val="bg1"/>
              </a:solidFill>
              <a:cs typeface="Arial"/>
            </a:endParaRPr>
          </a:p>
        </p:txBody>
      </p:sp>
      <p:pic>
        <p:nvPicPr>
          <p:cNvPr id="6" name="Imagen 5">
            <a:extLst>
              <a:ext uri="{FF2B5EF4-FFF2-40B4-BE49-F238E27FC236}">
                <a16:creationId xmlns:a16="http://schemas.microsoft.com/office/drawing/2014/main" id="{9DD41E1E-D57F-D8B5-B0D5-FD1A8A16A1DF}"/>
              </a:ext>
            </a:extLst>
          </p:cNvPr>
          <p:cNvPicPr>
            <a:picLocks noChangeAspect="1"/>
          </p:cNvPicPr>
          <p:nvPr/>
        </p:nvPicPr>
        <p:blipFill>
          <a:blip r:embed="rId2"/>
          <a:stretch>
            <a:fillRect/>
          </a:stretch>
        </p:blipFill>
        <p:spPr>
          <a:xfrm>
            <a:off x="1161579" y="1209676"/>
            <a:ext cx="9583124" cy="4149188"/>
          </a:xfrm>
          <a:prstGeom prst="rect">
            <a:avLst/>
          </a:prstGeom>
        </p:spPr>
      </p:pic>
      <p:pic>
        <p:nvPicPr>
          <p:cNvPr id="10" name="Imagen 9">
            <a:extLst>
              <a:ext uri="{FF2B5EF4-FFF2-40B4-BE49-F238E27FC236}">
                <a16:creationId xmlns:a16="http://schemas.microsoft.com/office/drawing/2014/main" id="{1955385A-B6C4-68BF-532E-F62954E779F6}"/>
              </a:ext>
            </a:extLst>
          </p:cNvPr>
          <p:cNvPicPr>
            <a:picLocks noChangeAspect="1"/>
          </p:cNvPicPr>
          <p:nvPr/>
        </p:nvPicPr>
        <p:blipFill>
          <a:blip r:embed="rId3"/>
          <a:stretch>
            <a:fillRect/>
          </a:stretch>
        </p:blipFill>
        <p:spPr>
          <a:xfrm>
            <a:off x="966216" y="2742859"/>
            <a:ext cx="162000" cy="162000"/>
          </a:xfrm>
          <a:prstGeom prst="rect">
            <a:avLst/>
          </a:prstGeom>
        </p:spPr>
      </p:pic>
    </p:spTree>
    <p:extLst>
      <p:ext uri="{BB962C8B-B14F-4D97-AF65-F5344CB8AC3E}">
        <p14:creationId xmlns:p14="http://schemas.microsoft.com/office/powerpoint/2010/main" val="494870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7FB00-B846-BB24-9950-AC642646FA7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67AB8E1-44AE-4B67-FB29-E44B96069D4D}"/>
              </a:ext>
            </a:extLst>
          </p:cNvPr>
          <p:cNvSpPr txBox="1">
            <a:spLocks/>
          </p:cNvSpPr>
          <p:nvPr/>
        </p:nvSpPr>
        <p:spPr>
          <a:xfrm>
            <a:off x="1185345" y="398422"/>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
        <p:nvSpPr>
          <p:cNvPr id="4" name="Rectángulo: esquinas redondeadas 3">
            <a:extLst>
              <a:ext uri="{FF2B5EF4-FFF2-40B4-BE49-F238E27FC236}">
                <a16:creationId xmlns:a16="http://schemas.microsoft.com/office/drawing/2014/main" id="{652F0039-E02A-7457-D245-10DEE229B36C}"/>
              </a:ext>
            </a:extLst>
          </p:cNvPr>
          <p:cNvSpPr/>
          <p:nvPr/>
        </p:nvSpPr>
        <p:spPr>
          <a:xfrm>
            <a:off x="1285404" y="5129229"/>
            <a:ext cx="8525346"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16. </a:t>
            </a:r>
            <a:r>
              <a:rPr lang="es-CO" sz="1200" dirty="0"/>
              <a:t>En la última página de la salida, se relaciona el monto total de saldos a favor y el total de registros encontrados.</a:t>
            </a:r>
            <a:endParaRPr lang="es-ES" sz="1200" dirty="0">
              <a:solidFill>
                <a:schemeClr val="bg1"/>
              </a:solidFill>
              <a:cs typeface="Arial"/>
            </a:endParaRPr>
          </a:p>
        </p:txBody>
      </p:sp>
      <p:pic>
        <p:nvPicPr>
          <p:cNvPr id="5" name="Imagen 4">
            <a:extLst>
              <a:ext uri="{FF2B5EF4-FFF2-40B4-BE49-F238E27FC236}">
                <a16:creationId xmlns:a16="http://schemas.microsoft.com/office/drawing/2014/main" id="{C44A7150-FD4C-718A-DC53-CF2D63DBF49C}"/>
              </a:ext>
            </a:extLst>
          </p:cNvPr>
          <p:cNvPicPr>
            <a:picLocks noChangeAspect="1"/>
          </p:cNvPicPr>
          <p:nvPr/>
        </p:nvPicPr>
        <p:blipFill>
          <a:blip r:embed="rId2"/>
          <a:stretch>
            <a:fillRect/>
          </a:stretch>
        </p:blipFill>
        <p:spPr>
          <a:xfrm>
            <a:off x="1285404" y="1606838"/>
            <a:ext cx="9583200" cy="3009435"/>
          </a:xfrm>
          <a:prstGeom prst="rect">
            <a:avLst/>
          </a:prstGeom>
        </p:spPr>
      </p:pic>
      <p:pic>
        <p:nvPicPr>
          <p:cNvPr id="7" name="Imagen 6">
            <a:extLst>
              <a:ext uri="{FF2B5EF4-FFF2-40B4-BE49-F238E27FC236}">
                <a16:creationId xmlns:a16="http://schemas.microsoft.com/office/drawing/2014/main" id="{E8BAE747-0BBD-8951-3C11-AD6840837354}"/>
              </a:ext>
            </a:extLst>
          </p:cNvPr>
          <p:cNvPicPr>
            <a:picLocks noChangeAspect="1"/>
          </p:cNvPicPr>
          <p:nvPr/>
        </p:nvPicPr>
        <p:blipFill>
          <a:blip r:embed="rId3"/>
          <a:stretch>
            <a:fillRect/>
          </a:stretch>
        </p:blipFill>
        <p:spPr>
          <a:xfrm>
            <a:off x="1075770" y="3429000"/>
            <a:ext cx="162000" cy="162000"/>
          </a:xfrm>
          <a:prstGeom prst="rect">
            <a:avLst/>
          </a:prstGeom>
        </p:spPr>
      </p:pic>
    </p:spTree>
    <p:extLst>
      <p:ext uri="{BB962C8B-B14F-4D97-AF65-F5344CB8AC3E}">
        <p14:creationId xmlns:p14="http://schemas.microsoft.com/office/powerpoint/2010/main" val="2036176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6D855-D5B6-4C0A-A996-D7739692908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09B8E0D-8FF2-6B7B-676D-B5635CF243A7}"/>
              </a:ext>
            </a:extLst>
          </p:cNvPr>
          <p:cNvSpPr txBox="1">
            <a:spLocks/>
          </p:cNvSpPr>
          <p:nvPr/>
        </p:nvSpPr>
        <p:spPr>
          <a:xfrm>
            <a:off x="966214" y="38473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FLAG</a:t>
            </a:r>
            <a:r>
              <a:rPr lang="es-ES" sz="3200" dirty="0"/>
              <a:t>)</a:t>
            </a:r>
            <a:endParaRPr lang="es-CL" dirty="0"/>
          </a:p>
        </p:txBody>
      </p:sp>
      <p:sp>
        <p:nvSpPr>
          <p:cNvPr id="4" name="Rectángulo: esquinas redondeadas 3">
            <a:extLst>
              <a:ext uri="{FF2B5EF4-FFF2-40B4-BE49-F238E27FC236}">
                <a16:creationId xmlns:a16="http://schemas.microsoft.com/office/drawing/2014/main" id="{6C8B5727-23EC-FB00-90DC-36786BB44E17}"/>
              </a:ext>
            </a:extLst>
          </p:cNvPr>
          <p:cNvSpPr/>
          <p:nvPr/>
        </p:nvSpPr>
        <p:spPr>
          <a:xfrm>
            <a:off x="1066273" y="5265875"/>
            <a:ext cx="3743796"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17</a:t>
            </a:r>
            <a:r>
              <a:rPr lang="es-CO" sz="1200" dirty="0"/>
              <a:t>. El archivo .LOG confirma ejecución completa.</a:t>
            </a:r>
            <a:endParaRPr lang="es-ES" sz="1200" dirty="0">
              <a:solidFill>
                <a:schemeClr val="bg1"/>
              </a:solidFill>
              <a:cs typeface="Arial"/>
            </a:endParaRPr>
          </a:p>
        </p:txBody>
      </p:sp>
      <p:pic>
        <p:nvPicPr>
          <p:cNvPr id="5" name="Imagen 4">
            <a:extLst>
              <a:ext uri="{FF2B5EF4-FFF2-40B4-BE49-F238E27FC236}">
                <a16:creationId xmlns:a16="http://schemas.microsoft.com/office/drawing/2014/main" id="{B69FE734-462C-B577-B1C2-60C201F1BD6F}"/>
              </a:ext>
            </a:extLst>
          </p:cNvPr>
          <p:cNvPicPr>
            <a:picLocks noChangeAspect="1"/>
          </p:cNvPicPr>
          <p:nvPr/>
        </p:nvPicPr>
        <p:blipFill>
          <a:blip r:embed="rId2"/>
          <a:stretch>
            <a:fillRect/>
          </a:stretch>
        </p:blipFill>
        <p:spPr>
          <a:xfrm>
            <a:off x="1066273" y="1642451"/>
            <a:ext cx="9583200" cy="3317646"/>
          </a:xfrm>
          <a:prstGeom prst="rect">
            <a:avLst/>
          </a:prstGeom>
        </p:spPr>
      </p:pic>
      <p:pic>
        <p:nvPicPr>
          <p:cNvPr id="7" name="Imagen 6">
            <a:extLst>
              <a:ext uri="{FF2B5EF4-FFF2-40B4-BE49-F238E27FC236}">
                <a16:creationId xmlns:a16="http://schemas.microsoft.com/office/drawing/2014/main" id="{D769A608-8DA7-323A-4868-7F8D59094CC5}"/>
              </a:ext>
            </a:extLst>
          </p:cNvPr>
          <p:cNvPicPr>
            <a:picLocks noChangeAspect="1"/>
          </p:cNvPicPr>
          <p:nvPr/>
        </p:nvPicPr>
        <p:blipFill>
          <a:blip r:embed="rId3"/>
          <a:stretch>
            <a:fillRect/>
          </a:stretch>
        </p:blipFill>
        <p:spPr>
          <a:xfrm>
            <a:off x="847114" y="3598938"/>
            <a:ext cx="162000" cy="162000"/>
          </a:xfrm>
          <a:prstGeom prst="rect">
            <a:avLst/>
          </a:prstGeom>
        </p:spPr>
      </p:pic>
    </p:spTree>
    <p:extLst>
      <p:ext uri="{BB962C8B-B14F-4D97-AF65-F5344CB8AC3E}">
        <p14:creationId xmlns:p14="http://schemas.microsoft.com/office/powerpoint/2010/main" val="1901597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F965-76A0-0A92-AD1D-C0140182DA8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F1470AC-79C5-7EF2-555B-21DFB504C32F}"/>
              </a:ext>
            </a:extLst>
          </p:cNvPr>
          <p:cNvSpPr txBox="1">
            <a:spLocks/>
          </p:cNvSpPr>
          <p:nvPr/>
        </p:nvSpPr>
        <p:spPr>
          <a:xfrm>
            <a:off x="1042415" y="592981"/>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CO" sz="3200" dirty="0"/>
              <a:t>TSARFND Revisión de reembolso -</a:t>
            </a:r>
          </a:p>
          <a:p>
            <a:r>
              <a:rPr lang="es-CO" sz="3200" dirty="0"/>
              <a:t>alumnos</a:t>
            </a:r>
            <a:endParaRPr lang="es-CL" dirty="0"/>
          </a:p>
        </p:txBody>
      </p:sp>
      <p:sp>
        <p:nvSpPr>
          <p:cNvPr id="4" name="Rectángulo: esquinas redondeadas 3">
            <a:extLst>
              <a:ext uri="{FF2B5EF4-FFF2-40B4-BE49-F238E27FC236}">
                <a16:creationId xmlns:a16="http://schemas.microsoft.com/office/drawing/2014/main" id="{94F1AEDE-7D67-5E5A-2934-BE1FF09C772E}"/>
              </a:ext>
            </a:extLst>
          </p:cNvPr>
          <p:cNvSpPr/>
          <p:nvPr/>
        </p:nvSpPr>
        <p:spPr>
          <a:xfrm>
            <a:off x="1197184" y="3957923"/>
            <a:ext cx="9868371" cy="6786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18. </a:t>
            </a:r>
            <a:r>
              <a:rPr lang="es-CO" sz="1200" dirty="0"/>
              <a:t>Luego de ejecutar el proceso TSRRFND en modo FLAG, se debe ingresar a la página TSARFND donde se relacionan los </a:t>
            </a:r>
            <a:r>
              <a:rPr lang="es-CO" sz="1200" dirty="0" err="1"/>
              <a:t>ID´s</a:t>
            </a:r>
            <a:r>
              <a:rPr lang="es-CO" sz="1200" dirty="0"/>
              <a:t> identificados por el</a:t>
            </a:r>
          </a:p>
          <a:p>
            <a:r>
              <a:rPr lang="es-CO" sz="1200" dirty="0"/>
              <a:t>sistema como cuentas corrientes con saldos a favor.</a:t>
            </a:r>
            <a:endParaRPr lang="es-ES" sz="1200" dirty="0">
              <a:solidFill>
                <a:schemeClr val="bg1"/>
              </a:solidFill>
              <a:cs typeface="Arial"/>
            </a:endParaRPr>
          </a:p>
        </p:txBody>
      </p:sp>
      <p:pic>
        <p:nvPicPr>
          <p:cNvPr id="7" name="Imagen 6">
            <a:extLst>
              <a:ext uri="{FF2B5EF4-FFF2-40B4-BE49-F238E27FC236}">
                <a16:creationId xmlns:a16="http://schemas.microsoft.com/office/drawing/2014/main" id="{6D852BC3-E7DF-EA85-F129-37ED26200A51}"/>
              </a:ext>
            </a:extLst>
          </p:cNvPr>
          <p:cNvPicPr>
            <a:picLocks noChangeAspect="1"/>
          </p:cNvPicPr>
          <p:nvPr/>
        </p:nvPicPr>
        <p:blipFill>
          <a:blip r:embed="rId2"/>
          <a:stretch>
            <a:fillRect/>
          </a:stretch>
        </p:blipFill>
        <p:spPr>
          <a:xfrm>
            <a:off x="1197184" y="2075148"/>
            <a:ext cx="9797632" cy="1621854"/>
          </a:xfrm>
          <a:prstGeom prst="rect">
            <a:avLst/>
          </a:prstGeom>
        </p:spPr>
      </p:pic>
      <p:pic>
        <p:nvPicPr>
          <p:cNvPr id="9" name="Imagen 8">
            <a:extLst>
              <a:ext uri="{FF2B5EF4-FFF2-40B4-BE49-F238E27FC236}">
                <a16:creationId xmlns:a16="http://schemas.microsoft.com/office/drawing/2014/main" id="{CEBCF2BA-13B4-A198-6DB9-8EDBD27D7576}"/>
              </a:ext>
            </a:extLst>
          </p:cNvPr>
          <p:cNvPicPr>
            <a:picLocks noChangeAspect="1"/>
          </p:cNvPicPr>
          <p:nvPr/>
        </p:nvPicPr>
        <p:blipFill>
          <a:blip r:embed="rId3"/>
          <a:stretch>
            <a:fillRect/>
          </a:stretch>
        </p:blipFill>
        <p:spPr>
          <a:xfrm>
            <a:off x="987559" y="2809552"/>
            <a:ext cx="162000" cy="162000"/>
          </a:xfrm>
          <a:prstGeom prst="rect">
            <a:avLst/>
          </a:prstGeom>
        </p:spPr>
      </p:pic>
    </p:spTree>
    <p:extLst>
      <p:ext uri="{BB962C8B-B14F-4D97-AF65-F5344CB8AC3E}">
        <p14:creationId xmlns:p14="http://schemas.microsoft.com/office/powerpoint/2010/main" val="3951472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83C8D97-D8E0-5C47-977C-37A09FF82A37}"/>
              </a:ext>
            </a:extLst>
          </p:cNvPr>
          <p:cNvPicPr>
            <a:picLocks noChangeAspect="1"/>
          </p:cNvPicPr>
          <p:nvPr/>
        </p:nvPicPr>
        <p:blipFill>
          <a:blip r:embed="rId2"/>
          <a:stretch>
            <a:fillRect/>
          </a:stretch>
        </p:blipFill>
        <p:spPr>
          <a:xfrm>
            <a:off x="1160007" y="1239219"/>
            <a:ext cx="10024381" cy="4670630"/>
          </a:xfrm>
          <a:prstGeom prst="rect">
            <a:avLst/>
          </a:prstGeom>
        </p:spPr>
      </p:pic>
      <p:sp>
        <p:nvSpPr>
          <p:cNvPr id="4" name="Título 3">
            <a:extLst>
              <a:ext uri="{FF2B5EF4-FFF2-40B4-BE49-F238E27FC236}">
                <a16:creationId xmlns:a16="http://schemas.microsoft.com/office/drawing/2014/main" id="{EE296977-22CE-9A0C-356E-0DABB2E09AB2}"/>
              </a:ext>
            </a:extLst>
          </p:cNvPr>
          <p:cNvSpPr txBox="1">
            <a:spLocks/>
          </p:cNvSpPr>
          <p:nvPr/>
        </p:nvSpPr>
        <p:spPr>
          <a:xfrm>
            <a:off x="1280540" y="151247"/>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CO" sz="3200" dirty="0"/>
              <a:t>TSARFND Revisión de reembolso -</a:t>
            </a:r>
          </a:p>
          <a:p>
            <a:r>
              <a:rPr lang="es-CO" sz="3200" dirty="0"/>
              <a:t>alumnos</a:t>
            </a:r>
            <a:endParaRPr lang="es-CL" dirty="0"/>
          </a:p>
        </p:txBody>
      </p:sp>
      <p:sp>
        <p:nvSpPr>
          <p:cNvPr id="5" name="Rectángulo: esquinas redondeadas 4">
            <a:extLst>
              <a:ext uri="{FF2B5EF4-FFF2-40B4-BE49-F238E27FC236}">
                <a16:creationId xmlns:a16="http://schemas.microsoft.com/office/drawing/2014/main" id="{2FBBB833-9FD1-87AE-14B0-46D4A19E85C8}"/>
              </a:ext>
            </a:extLst>
          </p:cNvPr>
          <p:cNvSpPr/>
          <p:nvPr/>
        </p:nvSpPr>
        <p:spPr>
          <a:xfrm>
            <a:off x="1358400" y="4276725"/>
            <a:ext cx="2861176" cy="4881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19. Presionar el botón HERRAMIENTAS.</a:t>
            </a:r>
            <a:endParaRPr lang="es-ES" sz="1200" dirty="0">
              <a:solidFill>
                <a:schemeClr val="bg1"/>
              </a:solidFill>
              <a:cs typeface="Arial"/>
            </a:endParaRPr>
          </a:p>
        </p:txBody>
      </p:sp>
      <p:sp>
        <p:nvSpPr>
          <p:cNvPr id="6" name="Rectángulo: esquinas redondeadas 5">
            <a:extLst>
              <a:ext uri="{FF2B5EF4-FFF2-40B4-BE49-F238E27FC236}">
                <a16:creationId xmlns:a16="http://schemas.microsoft.com/office/drawing/2014/main" id="{7C04A4B0-A29F-3123-5CBC-E1BDBEAC49AF}"/>
              </a:ext>
            </a:extLst>
          </p:cNvPr>
          <p:cNvSpPr/>
          <p:nvPr/>
        </p:nvSpPr>
        <p:spPr>
          <a:xfrm>
            <a:off x="1358400" y="4940091"/>
            <a:ext cx="3889874" cy="6786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20. </a:t>
            </a:r>
            <a:r>
              <a:rPr lang="es-CO" sz="1200" dirty="0"/>
              <a:t>Presionar la opción de acuerdo con la necesidad:</a:t>
            </a:r>
          </a:p>
          <a:p>
            <a:r>
              <a:rPr lang="es-CO" sz="1200" dirty="0"/>
              <a:t>• Desmarcar TODOS los indicadores de reembolso</a:t>
            </a:r>
          </a:p>
          <a:p>
            <a:r>
              <a:rPr lang="es-CO" sz="1200" dirty="0"/>
              <a:t>• Marcar TODOS los indicadores de reembolso</a:t>
            </a:r>
            <a:endParaRPr lang="es-ES" sz="1200" dirty="0">
              <a:solidFill>
                <a:schemeClr val="bg1"/>
              </a:solidFill>
              <a:cs typeface="Arial"/>
            </a:endParaRPr>
          </a:p>
        </p:txBody>
      </p:sp>
      <p:pic>
        <p:nvPicPr>
          <p:cNvPr id="8" name="Imagen 7">
            <a:extLst>
              <a:ext uri="{FF2B5EF4-FFF2-40B4-BE49-F238E27FC236}">
                <a16:creationId xmlns:a16="http://schemas.microsoft.com/office/drawing/2014/main" id="{47EFA9A6-A396-6A1A-6BEA-27E37886DDCA}"/>
              </a:ext>
            </a:extLst>
          </p:cNvPr>
          <p:cNvPicPr>
            <a:picLocks noChangeAspect="1"/>
          </p:cNvPicPr>
          <p:nvPr/>
        </p:nvPicPr>
        <p:blipFill>
          <a:blip r:embed="rId3"/>
          <a:stretch>
            <a:fillRect/>
          </a:stretch>
        </p:blipFill>
        <p:spPr>
          <a:xfrm>
            <a:off x="11262153" y="1523659"/>
            <a:ext cx="162000" cy="162000"/>
          </a:xfrm>
          <a:prstGeom prst="rect">
            <a:avLst/>
          </a:prstGeom>
        </p:spPr>
      </p:pic>
      <p:pic>
        <p:nvPicPr>
          <p:cNvPr id="10" name="Imagen 9">
            <a:extLst>
              <a:ext uri="{FF2B5EF4-FFF2-40B4-BE49-F238E27FC236}">
                <a16:creationId xmlns:a16="http://schemas.microsoft.com/office/drawing/2014/main" id="{6390E8F3-AE64-8901-D065-75DF691CA3A5}"/>
              </a:ext>
            </a:extLst>
          </p:cNvPr>
          <p:cNvPicPr>
            <a:picLocks noChangeAspect="1"/>
          </p:cNvPicPr>
          <p:nvPr/>
        </p:nvPicPr>
        <p:blipFill>
          <a:blip r:embed="rId4"/>
          <a:stretch>
            <a:fillRect/>
          </a:stretch>
        </p:blipFill>
        <p:spPr>
          <a:xfrm>
            <a:off x="9265084" y="5427237"/>
            <a:ext cx="162000" cy="162000"/>
          </a:xfrm>
          <a:prstGeom prst="rect">
            <a:avLst/>
          </a:prstGeom>
        </p:spPr>
      </p:pic>
    </p:spTree>
    <p:extLst>
      <p:ext uri="{BB962C8B-B14F-4D97-AF65-F5344CB8AC3E}">
        <p14:creationId xmlns:p14="http://schemas.microsoft.com/office/powerpoint/2010/main" val="1077818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FF34-54E2-3204-8C3B-F309EF689C7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8CD833FF-2BA6-6B6D-4FB1-36F924321592}"/>
              </a:ext>
            </a:extLst>
          </p:cNvPr>
          <p:cNvSpPr txBox="1">
            <a:spLocks/>
          </p:cNvSpPr>
          <p:nvPr/>
        </p:nvSpPr>
        <p:spPr>
          <a:xfrm>
            <a:off x="1204341" y="57268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CO" sz="3200" dirty="0"/>
              <a:t>TSARFND Revisión de reembolso -</a:t>
            </a:r>
          </a:p>
          <a:p>
            <a:r>
              <a:rPr lang="es-CO" sz="3200" dirty="0"/>
              <a:t>alumnos</a:t>
            </a:r>
            <a:endParaRPr lang="es-CL" dirty="0"/>
          </a:p>
        </p:txBody>
      </p:sp>
      <p:sp>
        <p:nvSpPr>
          <p:cNvPr id="5" name="Rectángulo: esquinas redondeadas 4">
            <a:extLst>
              <a:ext uri="{FF2B5EF4-FFF2-40B4-BE49-F238E27FC236}">
                <a16:creationId xmlns:a16="http://schemas.microsoft.com/office/drawing/2014/main" id="{90A3BC23-883D-957E-BB4C-0D3B2E613EF9}"/>
              </a:ext>
            </a:extLst>
          </p:cNvPr>
          <p:cNvSpPr/>
          <p:nvPr/>
        </p:nvSpPr>
        <p:spPr>
          <a:xfrm>
            <a:off x="9163048" y="5118434"/>
            <a:ext cx="1724551" cy="4881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22</a:t>
            </a:r>
            <a:r>
              <a:rPr lang="es-CO" sz="1200" dirty="0"/>
              <a:t>. Guarda cambios.</a:t>
            </a:r>
            <a:endParaRPr lang="es-ES" sz="1200" dirty="0">
              <a:solidFill>
                <a:schemeClr val="bg1"/>
              </a:solidFill>
              <a:cs typeface="Arial"/>
            </a:endParaRPr>
          </a:p>
        </p:txBody>
      </p:sp>
      <p:sp>
        <p:nvSpPr>
          <p:cNvPr id="6" name="Rectángulo: esquinas redondeadas 5">
            <a:extLst>
              <a:ext uri="{FF2B5EF4-FFF2-40B4-BE49-F238E27FC236}">
                <a16:creationId xmlns:a16="http://schemas.microsoft.com/office/drawing/2014/main" id="{24B538B6-1879-3ADF-B31C-7B3FC082ACEB}"/>
              </a:ext>
            </a:extLst>
          </p:cNvPr>
          <p:cNvSpPr/>
          <p:nvPr/>
        </p:nvSpPr>
        <p:spPr>
          <a:xfrm>
            <a:off x="1304399" y="4250004"/>
            <a:ext cx="9583200" cy="6786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21. </a:t>
            </a:r>
            <a:r>
              <a:rPr lang="es-CO" sz="1200" dirty="0"/>
              <a:t>Activar el check del campo Indicador de reembolso para seleccionar los </a:t>
            </a:r>
            <a:r>
              <a:rPr lang="es-CO" sz="1200" dirty="0" err="1"/>
              <a:t>ID's</a:t>
            </a:r>
            <a:r>
              <a:rPr lang="es-CO" sz="1200" dirty="0"/>
              <a:t> a los que se les realizará reembolso.</a:t>
            </a:r>
          </a:p>
          <a:p>
            <a:endParaRPr lang="es-CO" sz="1200" dirty="0"/>
          </a:p>
          <a:p>
            <a:r>
              <a:rPr lang="es-CO" sz="1200" b="1" dirty="0"/>
              <a:t>NOTA</a:t>
            </a:r>
            <a:r>
              <a:rPr lang="es-CO" sz="1200" dirty="0"/>
              <a:t>: solo serán generados reembolsos automáticos a los alumnos seleccionados.</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DB26976D-F0B3-8FDD-9A9C-419088DCD7BE}"/>
              </a:ext>
            </a:extLst>
          </p:cNvPr>
          <p:cNvPicPr>
            <a:picLocks noChangeAspect="1"/>
          </p:cNvPicPr>
          <p:nvPr/>
        </p:nvPicPr>
        <p:blipFill>
          <a:blip r:embed="rId2"/>
          <a:stretch>
            <a:fillRect/>
          </a:stretch>
        </p:blipFill>
        <p:spPr>
          <a:xfrm>
            <a:off x="1304399" y="2022684"/>
            <a:ext cx="9583200" cy="1572244"/>
          </a:xfrm>
          <a:prstGeom prst="rect">
            <a:avLst/>
          </a:prstGeom>
        </p:spPr>
      </p:pic>
      <p:pic>
        <p:nvPicPr>
          <p:cNvPr id="9" name="Imagen 8">
            <a:extLst>
              <a:ext uri="{FF2B5EF4-FFF2-40B4-BE49-F238E27FC236}">
                <a16:creationId xmlns:a16="http://schemas.microsoft.com/office/drawing/2014/main" id="{C12F8FA6-163A-9469-5CA6-DE0C2D7ACBB0}"/>
              </a:ext>
            </a:extLst>
          </p:cNvPr>
          <p:cNvPicPr>
            <a:picLocks noChangeAspect="1"/>
          </p:cNvPicPr>
          <p:nvPr/>
        </p:nvPicPr>
        <p:blipFill>
          <a:blip r:embed="rId3"/>
          <a:stretch>
            <a:fillRect/>
          </a:stretch>
        </p:blipFill>
        <p:spPr>
          <a:xfrm>
            <a:off x="1304399" y="3645774"/>
            <a:ext cx="9583200" cy="414490"/>
          </a:xfrm>
          <a:prstGeom prst="rect">
            <a:avLst/>
          </a:prstGeom>
        </p:spPr>
      </p:pic>
      <p:pic>
        <p:nvPicPr>
          <p:cNvPr id="13" name="Imagen 12">
            <a:extLst>
              <a:ext uri="{FF2B5EF4-FFF2-40B4-BE49-F238E27FC236}">
                <a16:creationId xmlns:a16="http://schemas.microsoft.com/office/drawing/2014/main" id="{96F6A224-395F-2A64-36AA-4BF3D11CD4C1}"/>
              </a:ext>
            </a:extLst>
          </p:cNvPr>
          <p:cNvPicPr>
            <a:picLocks noChangeAspect="1"/>
          </p:cNvPicPr>
          <p:nvPr/>
        </p:nvPicPr>
        <p:blipFill>
          <a:blip r:embed="rId4"/>
          <a:stretch>
            <a:fillRect/>
          </a:stretch>
        </p:blipFill>
        <p:spPr>
          <a:xfrm>
            <a:off x="10987658" y="3772019"/>
            <a:ext cx="162000" cy="162000"/>
          </a:xfrm>
          <a:prstGeom prst="rect">
            <a:avLst/>
          </a:prstGeom>
        </p:spPr>
      </p:pic>
      <p:pic>
        <p:nvPicPr>
          <p:cNvPr id="15" name="Imagen 14">
            <a:extLst>
              <a:ext uri="{FF2B5EF4-FFF2-40B4-BE49-F238E27FC236}">
                <a16:creationId xmlns:a16="http://schemas.microsoft.com/office/drawing/2014/main" id="{6C67DC24-C0D3-C8AE-B754-7FC44847A367}"/>
              </a:ext>
            </a:extLst>
          </p:cNvPr>
          <p:cNvPicPr>
            <a:picLocks noChangeAspect="1"/>
          </p:cNvPicPr>
          <p:nvPr/>
        </p:nvPicPr>
        <p:blipFill>
          <a:blip r:embed="rId5"/>
          <a:stretch>
            <a:fillRect/>
          </a:stretch>
        </p:blipFill>
        <p:spPr>
          <a:xfrm>
            <a:off x="10987658" y="3051269"/>
            <a:ext cx="162000" cy="162000"/>
          </a:xfrm>
          <a:prstGeom prst="rect">
            <a:avLst/>
          </a:prstGeom>
        </p:spPr>
      </p:pic>
    </p:spTree>
    <p:extLst>
      <p:ext uri="{BB962C8B-B14F-4D97-AF65-F5344CB8AC3E}">
        <p14:creationId xmlns:p14="http://schemas.microsoft.com/office/powerpoint/2010/main" val="2778813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22DFB-E965-80EC-A7BA-7B5CF2A7628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0A19ED4-84D6-850D-9CE3-BB3A7A1DEEDE}"/>
              </a:ext>
            </a:extLst>
          </p:cNvPr>
          <p:cNvPicPr>
            <a:picLocks noChangeAspect="1"/>
          </p:cNvPicPr>
          <p:nvPr/>
        </p:nvPicPr>
        <p:blipFill>
          <a:blip r:embed="rId2"/>
          <a:srcRect t="3909" b="1"/>
          <a:stretch>
            <a:fillRect/>
          </a:stretch>
        </p:blipFill>
        <p:spPr>
          <a:xfrm>
            <a:off x="1280540" y="2279931"/>
            <a:ext cx="9583200" cy="1625038"/>
          </a:xfrm>
          <a:prstGeom prst="rect">
            <a:avLst/>
          </a:prstGeom>
        </p:spPr>
      </p:pic>
      <p:sp>
        <p:nvSpPr>
          <p:cNvPr id="4" name="Título 3">
            <a:extLst>
              <a:ext uri="{FF2B5EF4-FFF2-40B4-BE49-F238E27FC236}">
                <a16:creationId xmlns:a16="http://schemas.microsoft.com/office/drawing/2014/main" id="{18272F19-E3E0-BFDC-A633-57F7DFB551E9}"/>
              </a:ext>
            </a:extLst>
          </p:cNvPr>
          <p:cNvSpPr txBox="1">
            <a:spLocks/>
          </p:cNvSpPr>
          <p:nvPr/>
        </p:nvSpPr>
        <p:spPr>
          <a:xfrm>
            <a:off x="1204341" y="446522"/>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CO" sz="3200" dirty="0"/>
              <a:t>TSARFND Revisión de reembolso -</a:t>
            </a:r>
          </a:p>
          <a:p>
            <a:r>
              <a:rPr lang="es-CO" sz="3200" dirty="0"/>
              <a:t>alumnos</a:t>
            </a:r>
            <a:endParaRPr lang="es-CL" dirty="0"/>
          </a:p>
        </p:txBody>
      </p:sp>
      <p:sp>
        <p:nvSpPr>
          <p:cNvPr id="5" name="Rectángulo: esquinas redondeadas 4">
            <a:extLst>
              <a:ext uri="{FF2B5EF4-FFF2-40B4-BE49-F238E27FC236}">
                <a16:creationId xmlns:a16="http://schemas.microsoft.com/office/drawing/2014/main" id="{64FD6DFC-3246-060F-963F-B39A5F764D63}"/>
              </a:ext>
            </a:extLst>
          </p:cNvPr>
          <p:cNvSpPr/>
          <p:nvPr/>
        </p:nvSpPr>
        <p:spPr>
          <a:xfrm>
            <a:off x="1358399" y="4298250"/>
            <a:ext cx="2975476" cy="4881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23. </a:t>
            </a:r>
            <a:r>
              <a:rPr lang="es-CO" sz="1200" dirty="0"/>
              <a:t>Se genera mensaje de confirmación.</a:t>
            </a:r>
            <a:endParaRPr lang="es-ES" sz="1200" dirty="0">
              <a:solidFill>
                <a:schemeClr val="bg1"/>
              </a:solidFill>
              <a:cs typeface="Arial"/>
            </a:endParaRPr>
          </a:p>
        </p:txBody>
      </p:sp>
      <p:sp>
        <p:nvSpPr>
          <p:cNvPr id="6" name="Rectángulo: esquinas redondeadas 5">
            <a:extLst>
              <a:ext uri="{FF2B5EF4-FFF2-40B4-BE49-F238E27FC236}">
                <a16:creationId xmlns:a16="http://schemas.microsoft.com/office/drawing/2014/main" id="{0CFAB82A-162C-9323-E3A6-87F5D1E7E410}"/>
              </a:ext>
            </a:extLst>
          </p:cNvPr>
          <p:cNvSpPr/>
          <p:nvPr/>
        </p:nvSpPr>
        <p:spPr>
          <a:xfrm>
            <a:off x="1358399" y="5025816"/>
            <a:ext cx="5023351" cy="4881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24. </a:t>
            </a:r>
            <a:r>
              <a:rPr lang="es-CO" sz="1200" dirty="0"/>
              <a:t>En la página sólo se visualizarán los </a:t>
            </a:r>
            <a:r>
              <a:rPr lang="es-CO" sz="1200" dirty="0" err="1"/>
              <a:t>ID´s</a:t>
            </a:r>
            <a:r>
              <a:rPr lang="es-CO" sz="1200" dirty="0"/>
              <a:t> que fueron seleccionados.</a:t>
            </a:r>
            <a:endParaRPr lang="es-ES" sz="1200" dirty="0">
              <a:solidFill>
                <a:schemeClr val="bg1"/>
              </a:solidFill>
              <a:cs typeface="Arial"/>
            </a:endParaRPr>
          </a:p>
        </p:txBody>
      </p:sp>
      <p:pic>
        <p:nvPicPr>
          <p:cNvPr id="9" name="Imagen 8">
            <a:extLst>
              <a:ext uri="{FF2B5EF4-FFF2-40B4-BE49-F238E27FC236}">
                <a16:creationId xmlns:a16="http://schemas.microsoft.com/office/drawing/2014/main" id="{598F5BA0-5B0A-3925-2BEB-E687B9FCCDCA}"/>
              </a:ext>
            </a:extLst>
          </p:cNvPr>
          <p:cNvPicPr>
            <a:picLocks noChangeAspect="1"/>
          </p:cNvPicPr>
          <p:nvPr/>
        </p:nvPicPr>
        <p:blipFill>
          <a:blip r:embed="rId3"/>
          <a:stretch>
            <a:fillRect/>
          </a:stretch>
        </p:blipFill>
        <p:spPr>
          <a:xfrm>
            <a:off x="1080440" y="3030500"/>
            <a:ext cx="162000" cy="162000"/>
          </a:xfrm>
          <a:prstGeom prst="rect">
            <a:avLst/>
          </a:prstGeom>
        </p:spPr>
      </p:pic>
      <p:pic>
        <p:nvPicPr>
          <p:cNvPr id="13" name="Imagen 12">
            <a:extLst>
              <a:ext uri="{FF2B5EF4-FFF2-40B4-BE49-F238E27FC236}">
                <a16:creationId xmlns:a16="http://schemas.microsoft.com/office/drawing/2014/main" id="{1A1A6E6A-001D-7B39-8811-95525C696C87}"/>
              </a:ext>
            </a:extLst>
          </p:cNvPr>
          <p:cNvPicPr>
            <a:picLocks noChangeAspect="1"/>
          </p:cNvPicPr>
          <p:nvPr/>
        </p:nvPicPr>
        <p:blipFill>
          <a:blip r:embed="rId4"/>
          <a:stretch>
            <a:fillRect/>
          </a:stretch>
        </p:blipFill>
        <p:spPr>
          <a:xfrm>
            <a:off x="7883959" y="2749984"/>
            <a:ext cx="162000" cy="162000"/>
          </a:xfrm>
          <a:prstGeom prst="rect">
            <a:avLst/>
          </a:prstGeom>
        </p:spPr>
      </p:pic>
    </p:spTree>
    <p:extLst>
      <p:ext uri="{BB962C8B-B14F-4D97-AF65-F5344CB8AC3E}">
        <p14:creationId xmlns:p14="http://schemas.microsoft.com/office/powerpoint/2010/main" val="2281965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EE6B4-EE33-1F89-8780-C110F29899D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1F1FB18-5E8F-9C12-A5B8-56D9DAAFC09D}"/>
              </a:ext>
            </a:extLst>
          </p:cNvPr>
          <p:cNvSpPr txBox="1">
            <a:spLocks/>
          </p:cNvSpPr>
          <p:nvPr/>
        </p:nvSpPr>
        <p:spPr>
          <a:xfrm>
            <a:off x="1204341" y="51808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4" name="Rectángulo: esquinas redondeadas 3">
            <a:extLst>
              <a:ext uri="{FF2B5EF4-FFF2-40B4-BE49-F238E27FC236}">
                <a16:creationId xmlns:a16="http://schemas.microsoft.com/office/drawing/2014/main" id="{C12B5B0D-BC74-9F66-2599-397463322497}"/>
              </a:ext>
            </a:extLst>
          </p:cNvPr>
          <p:cNvSpPr/>
          <p:nvPr/>
        </p:nvSpPr>
        <p:spPr>
          <a:xfrm>
            <a:off x="1304400" y="3752850"/>
            <a:ext cx="3734325" cy="4302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25</a:t>
            </a:r>
            <a:r>
              <a:rPr lang="es-CO" sz="1200" dirty="0"/>
              <a:t>. Ingresar al proceso de reembolsos automático. </a:t>
            </a:r>
            <a:endParaRPr lang="es-ES" sz="1200" dirty="0">
              <a:solidFill>
                <a:schemeClr val="bg1"/>
              </a:solidFill>
              <a:cs typeface="Arial"/>
            </a:endParaRPr>
          </a:p>
        </p:txBody>
      </p:sp>
      <p:pic>
        <p:nvPicPr>
          <p:cNvPr id="8" name="Imagen 7">
            <a:extLst>
              <a:ext uri="{FF2B5EF4-FFF2-40B4-BE49-F238E27FC236}">
                <a16:creationId xmlns:a16="http://schemas.microsoft.com/office/drawing/2014/main" id="{1CBDAF22-0A4E-925D-A670-A8264736BEEA}"/>
              </a:ext>
            </a:extLst>
          </p:cNvPr>
          <p:cNvPicPr>
            <a:picLocks noChangeAspect="1"/>
          </p:cNvPicPr>
          <p:nvPr/>
        </p:nvPicPr>
        <p:blipFill>
          <a:blip r:embed="rId2"/>
          <a:stretch>
            <a:fillRect/>
          </a:stretch>
        </p:blipFill>
        <p:spPr>
          <a:xfrm>
            <a:off x="1304400" y="2151240"/>
            <a:ext cx="9583200" cy="1277760"/>
          </a:xfrm>
          <a:prstGeom prst="rect">
            <a:avLst/>
          </a:prstGeom>
        </p:spPr>
      </p:pic>
      <p:pic>
        <p:nvPicPr>
          <p:cNvPr id="10" name="Imagen 9">
            <a:extLst>
              <a:ext uri="{FF2B5EF4-FFF2-40B4-BE49-F238E27FC236}">
                <a16:creationId xmlns:a16="http://schemas.microsoft.com/office/drawing/2014/main" id="{366C14E7-B714-AF3E-DB7D-E9DD08978899}"/>
              </a:ext>
            </a:extLst>
          </p:cNvPr>
          <p:cNvPicPr>
            <a:picLocks noChangeAspect="1"/>
          </p:cNvPicPr>
          <p:nvPr/>
        </p:nvPicPr>
        <p:blipFill>
          <a:blip r:embed="rId3"/>
          <a:stretch>
            <a:fillRect/>
          </a:stretch>
        </p:blipFill>
        <p:spPr>
          <a:xfrm>
            <a:off x="10158374" y="2799645"/>
            <a:ext cx="162000" cy="162000"/>
          </a:xfrm>
          <a:prstGeom prst="rect">
            <a:avLst/>
          </a:prstGeom>
        </p:spPr>
      </p:pic>
      <p:pic>
        <p:nvPicPr>
          <p:cNvPr id="12" name="Imagen 11">
            <a:extLst>
              <a:ext uri="{FF2B5EF4-FFF2-40B4-BE49-F238E27FC236}">
                <a16:creationId xmlns:a16="http://schemas.microsoft.com/office/drawing/2014/main" id="{B8D4D75A-63A2-03EC-14E6-29E0FE8972BD}"/>
              </a:ext>
            </a:extLst>
          </p:cNvPr>
          <p:cNvPicPr>
            <a:picLocks noChangeAspect="1"/>
          </p:cNvPicPr>
          <p:nvPr/>
        </p:nvPicPr>
        <p:blipFill>
          <a:blip r:embed="rId4"/>
          <a:stretch>
            <a:fillRect/>
          </a:stretch>
        </p:blipFill>
        <p:spPr>
          <a:xfrm>
            <a:off x="3505069" y="2782654"/>
            <a:ext cx="162000" cy="162000"/>
          </a:xfrm>
          <a:prstGeom prst="rect">
            <a:avLst/>
          </a:prstGeom>
        </p:spPr>
      </p:pic>
      <p:sp>
        <p:nvSpPr>
          <p:cNvPr id="13" name="Rectángulo: esquinas redondeadas 12">
            <a:extLst>
              <a:ext uri="{FF2B5EF4-FFF2-40B4-BE49-F238E27FC236}">
                <a16:creationId xmlns:a16="http://schemas.microsoft.com/office/drawing/2014/main" id="{EB975D08-42FB-E46D-2BFD-7EF1B88B06AD}"/>
              </a:ext>
            </a:extLst>
          </p:cNvPr>
          <p:cNvSpPr/>
          <p:nvPr/>
        </p:nvSpPr>
        <p:spPr>
          <a:xfrm>
            <a:off x="1304399" y="4391025"/>
            <a:ext cx="4877326" cy="4302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26</a:t>
            </a:r>
            <a:r>
              <a:rPr lang="es-CO" sz="1200" dirty="0"/>
              <a:t>. Luego hacer click en el botón Ir para pasar a la siguiente sección.</a:t>
            </a:r>
            <a:endParaRPr lang="es-ES" sz="1200" dirty="0">
              <a:solidFill>
                <a:schemeClr val="bg1"/>
              </a:solidFill>
              <a:cs typeface="Arial"/>
            </a:endParaRPr>
          </a:p>
        </p:txBody>
      </p:sp>
    </p:spTree>
    <p:extLst>
      <p:ext uri="{BB962C8B-B14F-4D97-AF65-F5344CB8AC3E}">
        <p14:creationId xmlns:p14="http://schemas.microsoft.com/office/powerpoint/2010/main" val="2921395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94EB0-94AC-70A4-56E2-26E9EA6205D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5B1E59B-CC7A-0318-AC1F-A9389C4986EE}"/>
              </a:ext>
            </a:extLst>
          </p:cNvPr>
          <p:cNvPicPr>
            <a:picLocks noChangeAspect="1"/>
          </p:cNvPicPr>
          <p:nvPr/>
        </p:nvPicPr>
        <p:blipFill>
          <a:blip r:embed="rId2"/>
          <a:stretch>
            <a:fillRect/>
          </a:stretch>
        </p:blipFill>
        <p:spPr>
          <a:xfrm>
            <a:off x="1304398" y="1504938"/>
            <a:ext cx="9583200" cy="4183222"/>
          </a:xfrm>
          <a:prstGeom prst="rect">
            <a:avLst/>
          </a:prstGeom>
        </p:spPr>
      </p:pic>
      <p:sp>
        <p:nvSpPr>
          <p:cNvPr id="2" name="Título 3">
            <a:extLst>
              <a:ext uri="{FF2B5EF4-FFF2-40B4-BE49-F238E27FC236}">
                <a16:creationId xmlns:a16="http://schemas.microsoft.com/office/drawing/2014/main" id="{653332B7-AA57-D47A-9B6E-83514BEE2CD2}"/>
              </a:ext>
            </a:extLst>
          </p:cNvPr>
          <p:cNvSpPr txBox="1">
            <a:spLocks/>
          </p:cNvSpPr>
          <p:nvPr/>
        </p:nvSpPr>
        <p:spPr>
          <a:xfrm>
            <a:off x="1204340" y="36568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4" name="Rectángulo: esquinas redondeadas 3">
            <a:extLst>
              <a:ext uri="{FF2B5EF4-FFF2-40B4-BE49-F238E27FC236}">
                <a16:creationId xmlns:a16="http://schemas.microsoft.com/office/drawing/2014/main" id="{FA1AD06D-0E17-2220-DA83-48151947372C}"/>
              </a:ext>
            </a:extLst>
          </p:cNvPr>
          <p:cNvSpPr/>
          <p:nvPr/>
        </p:nvSpPr>
        <p:spPr>
          <a:xfrm>
            <a:off x="1304399" y="5875475"/>
            <a:ext cx="709193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27. </a:t>
            </a:r>
            <a:r>
              <a:rPr lang="es-CO" sz="1200" dirty="0"/>
              <a:t>En la sección “Control de Impresora” campo “Impresora” se debe asignar la sentencia DATABASE.</a:t>
            </a:r>
            <a:endParaRPr lang="es-ES" sz="1200" dirty="0">
              <a:solidFill>
                <a:schemeClr val="bg1"/>
              </a:solidFill>
              <a:cs typeface="Arial"/>
            </a:endParaRPr>
          </a:p>
        </p:txBody>
      </p:sp>
      <p:pic>
        <p:nvPicPr>
          <p:cNvPr id="7" name="Imagen 6">
            <a:extLst>
              <a:ext uri="{FF2B5EF4-FFF2-40B4-BE49-F238E27FC236}">
                <a16:creationId xmlns:a16="http://schemas.microsoft.com/office/drawing/2014/main" id="{2296C822-0ED3-8FB4-D7D7-113D4BF7AD35}"/>
              </a:ext>
            </a:extLst>
          </p:cNvPr>
          <p:cNvPicPr>
            <a:picLocks noChangeAspect="1"/>
          </p:cNvPicPr>
          <p:nvPr/>
        </p:nvPicPr>
        <p:blipFill>
          <a:blip r:embed="rId3"/>
          <a:stretch>
            <a:fillRect/>
          </a:stretch>
        </p:blipFill>
        <p:spPr>
          <a:xfrm>
            <a:off x="1428409" y="2495209"/>
            <a:ext cx="162000" cy="162000"/>
          </a:xfrm>
          <a:prstGeom prst="rect">
            <a:avLst/>
          </a:prstGeom>
        </p:spPr>
      </p:pic>
    </p:spTree>
    <p:extLst>
      <p:ext uri="{BB962C8B-B14F-4D97-AF65-F5344CB8AC3E}">
        <p14:creationId xmlns:p14="http://schemas.microsoft.com/office/powerpoint/2010/main" val="2995254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9A25E-D218-D12E-D982-BB70B9CB2D7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CE8865D-6AAC-2BD2-3468-7CA1B7157E28}"/>
              </a:ext>
            </a:extLst>
          </p:cNvPr>
          <p:cNvPicPr>
            <a:picLocks noChangeAspect="1"/>
          </p:cNvPicPr>
          <p:nvPr/>
        </p:nvPicPr>
        <p:blipFill>
          <a:blip r:embed="rId2"/>
          <a:stretch>
            <a:fillRect/>
          </a:stretch>
        </p:blipFill>
        <p:spPr>
          <a:xfrm>
            <a:off x="1304398" y="1232637"/>
            <a:ext cx="9583200" cy="4183222"/>
          </a:xfrm>
          <a:prstGeom prst="rect">
            <a:avLst/>
          </a:prstGeom>
        </p:spPr>
      </p:pic>
      <p:sp>
        <p:nvSpPr>
          <p:cNvPr id="2" name="Título 3">
            <a:extLst>
              <a:ext uri="{FF2B5EF4-FFF2-40B4-BE49-F238E27FC236}">
                <a16:creationId xmlns:a16="http://schemas.microsoft.com/office/drawing/2014/main" id="{58BBD47C-663B-121D-974D-640B367C63FB}"/>
              </a:ext>
            </a:extLst>
          </p:cNvPr>
          <p:cNvSpPr txBox="1">
            <a:spLocks/>
          </p:cNvSpPr>
          <p:nvPr/>
        </p:nvSpPr>
        <p:spPr>
          <a:xfrm>
            <a:off x="1204340" y="175948"/>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4" name="Rectángulo: esquinas redondeadas 3">
            <a:extLst>
              <a:ext uri="{FF2B5EF4-FFF2-40B4-BE49-F238E27FC236}">
                <a16:creationId xmlns:a16="http://schemas.microsoft.com/office/drawing/2014/main" id="{18077AD2-ADBF-092F-EF85-FA3A72706BE5}"/>
              </a:ext>
            </a:extLst>
          </p:cNvPr>
          <p:cNvSpPr/>
          <p:nvPr/>
        </p:nvSpPr>
        <p:spPr>
          <a:xfrm>
            <a:off x="1304398" y="5520610"/>
            <a:ext cx="9683259" cy="88018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28. Diligenciar los parámetros:</a:t>
            </a:r>
          </a:p>
          <a:p>
            <a:r>
              <a:rPr lang="es-CO" sz="1200" dirty="0"/>
              <a:t>Ejecutar el proceso - </a:t>
            </a:r>
            <a:r>
              <a:rPr lang="es-CO" sz="1200" b="1" dirty="0"/>
              <a:t>TSRRFND</a:t>
            </a:r>
            <a:r>
              <a:rPr lang="es-CO" sz="1200" dirty="0"/>
              <a:t> en modo </a:t>
            </a:r>
            <a:r>
              <a:rPr lang="es-CO" sz="1200" b="1" dirty="0"/>
              <a:t>RFND</a:t>
            </a:r>
            <a:r>
              <a:rPr lang="es-CO" sz="1200" dirty="0"/>
              <a:t> para generar la transacción del reembolso de forma automática en la cuenta corriente. En el parámetro 07 se diligencia el código de detalle que viaja al estado de cuenta </a:t>
            </a:r>
            <a:r>
              <a:rPr lang="es-CO" sz="1200" b="1" dirty="0"/>
              <a:t>(Ejemplo: REMB)</a:t>
            </a:r>
            <a:endParaRPr lang="es-ES" sz="1200" b="1" dirty="0">
              <a:solidFill>
                <a:schemeClr val="bg1"/>
              </a:solidFill>
              <a:cs typeface="Arial"/>
            </a:endParaRPr>
          </a:p>
        </p:txBody>
      </p:sp>
      <p:pic>
        <p:nvPicPr>
          <p:cNvPr id="7" name="Imagen 6">
            <a:extLst>
              <a:ext uri="{FF2B5EF4-FFF2-40B4-BE49-F238E27FC236}">
                <a16:creationId xmlns:a16="http://schemas.microsoft.com/office/drawing/2014/main" id="{2614292C-3C99-F77C-DB0A-C01441C84B48}"/>
              </a:ext>
            </a:extLst>
          </p:cNvPr>
          <p:cNvPicPr>
            <a:picLocks noChangeAspect="1"/>
          </p:cNvPicPr>
          <p:nvPr/>
        </p:nvPicPr>
        <p:blipFill>
          <a:blip r:embed="rId3"/>
          <a:stretch>
            <a:fillRect/>
          </a:stretch>
        </p:blipFill>
        <p:spPr>
          <a:xfrm>
            <a:off x="1104290" y="3375809"/>
            <a:ext cx="162000" cy="162000"/>
          </a:xfrm>
          <a:prstGeom prst="rect">
            <a:avLst/>
          </a:prstGeom>
        </p:spPr>
      </p:pic>
    </p:spTree>
    <p:extLst>
      <p:ext uri="{BB962C8B-B14F-4D97-AF65-F5344CB8AC3E}">
        <p14:creationId xmlns:p14="http://schemas.microsoft.com/office/powerpoint/2010/main" val="222671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89BA6-48F5-4CE5-9D68-8B71528D4E5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AA43360-BBFC-552B-2244-58CA48BC07CD}"/>
              </a:ext>
            </a:extLst>
          </p:cNvPr>
          <p:cNvSpPr txBox="1">
            <a:spLocks/>
          </p:cNvSpPr>
          <p:nvPr/>
        </p:nvSpPr>
        <p:spPr>
          <a:xfrm>
            <a:off x="1137666" y="16277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4" name="Rectángulo: esquinas redondeadas 3">
            <a:extLst>
              <a:ext uri="{FF2B5EF4-FFF2-40B4-BE49-F238E27FC236}">
                <a16:creationId xmlns:a16="http://schemas.microsoft.com/office/drawing/2014/main" id="{FDC05331-7A0B-2002-6D7D-16BD55F746C0}"/>
              </a:ext>
            </a:extLst>
          </p:cNvPr>
          <p:cNvSpPr/>
          <p:nvPr/>
        </p:nvSpPr>
        <p:spPr>
          <a:xfrm>
            <a:off x="1237722" y="5602137"/>
            <a:ext cx="9583199" cy="5510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29. </a:t>
            </a:r>
            <a:r>
              <a:rPr lang="es-CO" sz="1200" dirty="0"/>
              <a:t>Diligenciar los parámetros 11 al 19 , para este caso es requerido el parámetro 14 con la opción Y, los otros parámetros se pueden dejar en blanco.</a:t>
            </a:r>
            <a:endParaRPr lang="es-ES" sz="1200" dirty="0">
              <a:solidFill>
                <a:schemeClr val="bg1"/>
              </a:solidFill>
              <a:cs typeface="Arial"/>
            </a:endParaRPr>
          </a:p>
        </p:txBody>
      </p:sp>
      <p:pic>
        <p:nvPicPr>
          <p:cNvPr id="5" name="Imagen 4">
            <a:extLst>
              <a:ext uri="{FF2B5EF4-FFF2-40B4-BE49-F238E27FC236}">
                <a16:creationId xmlns:a16="http://schemas.microsoft.com/office/drawing/2014/main" id="{82A379EA-206E-5C70-EC22-CB2B9A943711}"/>
              </a:ext>
            </a:extLst>
          </p:cNvPr>
          <p:cNvPicPr>
            <a:picLocks noChangeAspect="1"/>
          </p:cNvPicPr>
          <p:nvPr/>
        </p:nvPicPr>
        <p:blipFill>
          <a:blip r:embed="rId2"/>
          <a:stretch>
            <a:fillRect/>
          </a:stretch>
        </p:blipFill>
        <p:spPr>
          <a:xfrm>
            <a:off x="1237724" y="1356679"/>
            <a:ext cx="9583200" cy="4003491"/>
          </a:xfrm>
          <a:prstGeom prst="rect">
            <a:avLst/>
          </a:prstGeom>
        </p:spPr>
      </p:pic>
      <p:pic>
        <p:nvPicPr>
          <p:cNvPr id="7" name="Imagen 6">
            <a:extLst>
              <a:ext uri="{FF2B5EF4-FFF2-40B4-BE49-F238E27FC236}">
                <a16:creationId xmlns:a16="http://schemas.microsoft.com/office/drawing/2014/main" id="{6543D37F-85ED-FDE3-07FF-A85D2EC69363}"/>
              </a:ext>
            </a:extLst>
          </p:cNvPr>
          <p:cNvPicPr>
            <a:picLocks noChangeAspect="1"/>
          </p:cNvPicPr>
          <p:nvPr/>
        </p:nvPicPr>
        <p:blipFill>
          <a:blip r:embed="rId3"/>
          <a:stretch>
            <a:fillRect/>
          </a:stretch>
        </p:blipFill>
        <p:spPr>
          <a:xfrm>
            <a:off x="1023291" y="3428659"/>
            <a:ext cx="162000" cy="162000"/>
          </a:xfrm>
          <a:prstGeom prst="rect">
            <a:avLst/>
          </a:prstGeom>
        </p:spPr>
      </p:pic>
    </p:spTree>
    <p:extLst>
      <p:ext uri="{BB962C8B-B14F-4D97-AF65-F5344CB8AC3E}">
        <p14:creationId xmlns:p14="http://schemas.microsoft.com/office/powerpoint/2010/main" val="2860673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F6F4-A570-7095-137E-1558946A02D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94EB9B1-30F2-B10F-2E40-C46F518ABF0C}"/>
              </a:ext>
            </a:extLst>
          </p:cNvPr>
          <p:cNvSpPr txBox="1">
            <a:spLocks/>
          </p:cNvSpPr>
          <p:nvPr/>
        </p:nvSpPr>
        <p:spPr>
          <a:xfrm>
            <a:off x="1137666" y="16277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pic>
        <p:nvPicPr>
          <p:cNvPr id="6" name="Imagen 5">
            <a:extLst>
              <a:ext uri="{FF2B5EF4-FFF2-40B4-BE49-F238E27FC236}">
                <a16:creationId xmlns:a16="http://schemas.microsoft.com/office/drawing/2014/main" id="{9FDDA849-2606-8E52-B1AD-FA1FA60FA154}"/>
              </a:ext>
            </a:extLst>
          </p:cNvPr>
          <p:cNvPicPr>
            <a:picLocks noChangeAspect="1"/>
          </p:cNvPicPr>
          <p:nvPr/>
        </p:nvPicPr>
        <p:blipFill>
          <a:blip r:embed="rId2"/>
          <a:stretch>
            <a:fillRect/>
          </a:stretch>
        </p:blipFill>
        <p:spPr>
          <a:xfrm>
            <a:off x="1304400" y="1426654"/>
            <a:ext cx="9583200" cy="3641916"/>
          </a:xfrm>
          <a:prstGeom prst="rect">
            <a:avLst/>
          </a:prstGeom>
        </p:spPr>
      </p:pic>
      <p:sp>
        <p:nvSpPr>
          <p:cNvPr id="7" name="Rectángulo: esquinas redondeadas 6">
            <a:extLst>
              <a:ext uri="{FF2B5EF4-FFF2-40B4-BE49-F238E27FC236}">
                <a16:creationId xmlns:a16="http://schemas.microsoft.com/office/drawing/2014/main" id="{41E72A0B-E50E-C38A-92A9-4A17DB88AA46}"/>
              </a:ext>
            </a:extLst>
          </p:cNvPr>
          <p:cNvSpPr/>
          <p:nvPr/>
        </p:nvSpPr>
        <p:spPr>
          <a:xfrm>
            <a:off x="1304400" y="5870110"/>
            <a:ext cx="415342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30. </a:t>
            </a:r>
            <a:r>
              <a:rPr lang="es-CO" sz="1200" dirty="0"/>
              <a:t>Activar el check del campo </a:t>
            </a:r>
            <a:r>
              <a:rPr lang="es-CO" sz="1200" b="1" dirty="0"/>
              <a:t>Guardar parámetros como</a:t>
            </a:r>
            <a:r>
              <a:rPr lang="es-CO" sz="1200" dirty="0"/>
              <a:t>.</a:t>
            </a:r>
            <a:endParaRPr lang="es-ES" sz="1200" dirty="0">
              <a:solidFill>
                <a:schemeClr val="bg1"/>
              </a:solidFill>
              <a:cs typeface="Arial"/>
            </a:endParaRPr>
          </a:p>
        </p:txBody>
      </p:sp>
      <p:pic>
        <p:nvPicPr>
          <p:cNvPr id="9" name="Imagen 8">
            <a:extLst>
              <a:ext uri="{FF2B5EF4-FFF2-40B4-BE49-F238E27FC236}">
                <a16:creationId xmlns:a16="http://schemas.microsoft.com/office/drawing/2014/main" id="{D4C2D687-56C4-FDB9-D6BD-BB5088772E96}"/>
              </a:ext>
            </a:extLst>
          </p:cNvPr>
          <p:cNvPicPr>
            <a:picLocks noChangeAspect="1"/>
          </p:cNvPicPr>
          <p:nvPr/>
        </p:nvPicPr>
        <p:blipFill>
          <a:blip r:embed="rId3"/>
          <a:srcRect t="4564" b="42361"/>
          <a:stretch>
            <a:fillRect/>
          </a:stretch>
        </p:blipFill>
        <p:spPr>
          <a:xfrm>
            <a:off x="1337783" y="5223283"/>
            <a:ext cx="9583200" cy="416125"/>
          </a:xfrm>
          <a:prstGeom prst="rect">
            <a:avLst/>
          </a:prstGeom>
        </p:spPr>
      </p:pic>
      <p:pic>
        <p:nvPicPr>
          <p:cNvPr id="11" name="Imagen 10">
            <a:extLst>
              <a:ext uri="{FF2B5EF4-FFF2-40B4-BE49-F238E27FC236}">
                <a16:creationId xmlns:a16="http://schemas.microsoft.com/office/drawing/2014/main" id="{CDF1285A-7ED7-BAB4-507C-274B9F47408A}"/>
              </a:ext>
            </a:extLst>
          </p:cNvPr>
          <p:cNvPicPr>
            <a:picLocks noChangeAspect="1"/>
          </p:cNvPicPr>
          <p:nvPr/>
        </p:nvPicPr>
        <p:blipFill>
          <a:blip r:embed="rId4"/>
          <a:stretch>
            <a:fillRect/>
          </a:stretch>
        </p:blipFill>
        <p:spPr>
          <a:xfrm>
            <a:off x="10972459" y="5321429"/>
            <a:ext cx="162000" cy="162000"/>
          </a:xfrm>
          <a:prstGeom prst="rect">
            <a:avLst/>
          </a:prstGeom>
        </p:spPr>
      </p:pic>
      <p:pic>
        <p:nvPicPr>
          <p:cNvPr id="13" name="Imagen 12">
            <a:extLst>
              <a:ext uri="{FF2B5EF4-FFF2-40B4-BE49-F238E27FC236}">
                <a16:creationId xmlns:a16="http://schemas.microsoft.com/office/drawing/2014/main" id="{B566D80E-0078-C96D-9337-9E54BC8640D8}"/>
              </a:ext>
            </a:extLst>
          </p:cNvPr>
          <p:cNvPicPr>
            <a:picLocks noChangeAspect="1"/>
          </p:cNvPicPr>
          <p:nvPr/>
        </p:nvPicPr>
        <p:blipFill>
          <a:blip r:embed="rId5"/>
          <a:stretch>
            <a:fillRect/>
          </a:stretch>
        </p:blipFill>
        <p:spPr>
          <a:xfrm>
            <a:off x="1807009" y="4650988"/>
            <a:ext cx="162000" cy="162000"/>
          </a:xfrm>
          <a:prstGeom prst="rect">
            <a:avLst/>
          </a:prstGeom>
        </p:spPr>
      </p:pic>
      <p:sp>
        <p:nvSpPr>
          <p:cNvPr id="14" name="Rectángulo: esquinas redondeadas 13">
            <a:extLst>
              <a:ext uri="{FF2B5EF4-FFF2-40B4-BE49-F238E27FC236}">
                <a16:creationId xmlns:a16="http://schemas.microsoft.com/office/drawing/2014/main" id="{39C7C9B5-ABCC-ACD6-9360-5EB2AAE35720}"/>
              </a:ext>
            </a:extLst>
          </p:cNvPr>
          <p:cNvSpPr/>
          <p:nvPr/>
        </p:nvSpPr>
        <p:spPr>
          <a:xfrm>
            <a:off x="8600734" y="5853770"/>
            <a:ext cx="2286866"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31. </a:t>
            </a:r>
            <a:r>
              <a:rPr lang="es-CO" sz="1200" dirty="0"/>
              <a:t>Presionar el botón </a:t>
            </a:r>
            <a:r>
              <a:rPr lang="es-CO" sz="1200" b="1" dirty="0"/>
              <a:t>Guardar.</a:t>
            </a:r>
            <a:endParaRPr lang="es-ES" sz="1200" b="1" dirty="0">
              <a:solidFill>
                <a:schemeClr val="bg1"/>
              </a:solidFill>
              <a:cs typeface="Arial"/>
            </a:endParaRPr>
          </a:p>
        </p:txBody>
      </p:sp>
    </p:spTree>
    <p:extLst>
      <p:ext uri="{BB962C8B-B14F-4D97-AF65-F5344CB8AC3E}">
        <p14:creationId xmlns:p14="http://schemas.microsoft.com/office/powerpoint/2010/main" val="1550726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B27F8-732E-C945-06B3-477D5F636A3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0A363F0-DB64-34B8-5578-6B0850ED374A}"/>
              </a:ext>
            </a:extLst>
          </p:cNvPr>
          <p:cNvSpPr txBox="1">
            <a:spLocks/>
          </p:cNvSpPr>
          <p:nvPr/>
        </p:nvSpPr>
        <p:spPr>
          <a:xfrm>
            <a:off x="1137665" y="632578"/>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9763C679-A580-74A9-5FAB-BB56888684D2}"/>
              </a:ext>
            </a:extLst>
          </p:cNvPr>
          <p:cNvSpPr/>
          <p:nvPr/>
        </p:nvSpPr>
        <p:spPr>
          <a:xfrm>
            <a:off x="1237724" y="3810225"/>
            <a:ext cx="6134626"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32. </a:t>
            </a:r>
            <a:r>
              <a:rPr lang="es-CO" sz="1200" dirty="0"/>
              <a:t>Confirmación de la ejecución del Proceso. Generación de los archivos .LIS y .LOG</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3492E898-DD10-1DDD-FAE8-1F6E1E2E7C40}"/>
              </a:ext>
            </a:extLst>
          </p:cNvPr>
          <p:cNvPicPr>
            <a:picLocks noChangeAspect="1"/>
          </p:cNvPicPr>
          <p:nvPr/>
        </p:nvPicPr>
        <p:blipFill>
          <a:blip r:embed="rId2"/>
          <a:stretch>
            <a:fillRect/>
          </a:stretch>
        </p:blipFill>
        <p:spPr>
          <a:xfrm>
            <a:off x="1237724" y="2160535"/>
            <a:ext cx="9583200" cy="1649690"/>
          </a:xfrm>
          <a:prstGeom prst="rect">
            <a:avLst/>
          </a:prstGeom>
        </p:spPr>
      </p:pic>
      <p:pic>
        <p:nvPicPr>
          <p:cNvPr id="8" name="Imagen 7">
            <a:extLst>
              <a:ext uri="{FF2B5EF4-FFF2-40B4-BE49-F238E27FC236}">
                <a16:creationId xmlns:a16="http://schemas.microsoft.com/office/drawing/2014/main" id="{5DF00910-6614-D027-F4AD-57ABBFB93469}"/>
              </a:ext>
            </a:extLst>
          </p:cNvPr>
          <p:cNvPicPr>
            <a:picLocks noChangeAspect="1"/>
          </p:cNvPicPr>
          <p:nvPr/>
        </p:nvPicPr>
        <p:blipFill>
          <a:blip r:embed="rId3"/>
          <a:stretch>
            <a:fillRect/>
          </a:stretch>
        </p:blipFill>
        <p:spPr>
          <a:xfrm>
            <a:off x="10882801" y="2804330"/>
            <a:ext cx="162000" cy="162000"/>
          </a:xfrm>
          <a:prstGeom prst="rect">
            <a:avLst/>
          </a:prstGeom>
        </p:spPr>
      </p:pic>
    </p:spTree>
    <p:extLst>
      <p:ext uri="{BB962C8B-B14F-4D97-AF65-F5344CB8AC3E}">
        <p14:creationId xmlns:p14="http://schemas.microsoft.com/office/powerpoint/2010/main" val="3535107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A1DD7-B3AC-1482-8925-FB64B711F37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ABE4AB0-EF5E-B0F7-5661-A65C225AC2FD}"/>
              </a:ext>
            </a:extLst>
          </p:cNvPr>
          <p:cNvPicPr>
            <a:picLocks noChangeAspect="1"/>
          </p:cNvPicPr>
          <p:nvPr/>
        </p:nvPicPr>
        <p:blipFill>
          <a:blip r:embed="rId2"/>
          <a:stretch>
            <a:fillRect/>
          </a:stretch>
        </p:blipFill>
        <p:spPr>
          <a:xfrm>
            <a:off x="1304400" y="1494562"/>
            <a:ext cx="9583200" cy="3490240"/>
          </a:xfrm>
          <a:prstGeom prst="rect">
            <a:avLst/>
          </a:prstGeom>
        </p:spPr>
      </p:pic>
      <p:sp>
        <p:nvSpPr>
          <p:cNvPr id="2" name="Título 3">
            <a:extLst>
              <a:ext uri="{FF2B5EF4-FFF2-40B4-BE49-F238E27FC236}">
                <a16:creationId xmlns:a16="http://schemas.microsoft.com/office/drawing/2014/main" id="{D52799C1-AAD3-87F5-7302-B4C7522F0F92}"/>
              </a:ext>
            </a:extLst>
          </p:cNvPr>
          <p:cNvSpPr txBox="1">
            <a:spLocks/>
          </p:cNvSpPr>
          <p:nvPr/>
        </p:nvSpPr>
        <p:spPr>
          <a:xfrm>
            <a:off x="1104283" y="27707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FDE33B9A-C07A-33F3-02C4-B42093E3F9B3}"/>
              </a:ext>
            </a:extLst>
          </p:cNvPr>
          <p:cNvSpPr/>
          <p:nvPr/>
        </p:nvSpPr>
        <p:spPr>
          <a:xfrm>
            <a:off x="1304400" y="4724740"/>
            <a:ext cx="415342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33. Presionar el botón RELACIONADO.</a:t>
            </a:r>
            <a:endParaRPr lang="es-ES" sz="1200" dirty="0">
              <a:solidFill>
                <a:schemeClr val="bg1"/>
              </a:solidFill>
              <a:cs typeface="Arial"/>
            </a:endParaRPr>
          </a:p>
        </p:txBody>
      </p:sp>
      <p:sp>
        <p:nvSpPr>
          <p:cNvPr id="5" name="Rectángulo: esquinas redondeadas 4">
            <a:extLst>
              <a:ext uri="{FF2B5EF4-FFF2-40B4-BE49-F238E27FC236}">
                <a16:creationId xmlns:a16="http://schemas.microsoft.com/office/drawing/2014/main" id="{4E91FF77-34F5-B8DB-1173-B302E97A7214}"/>
              </a:ext>
            </a:extLst>
          </p:cNvPr>
          <p:cNvSpPr/>
          <p:nvPr/>
        </p:nvSpPr>
        <p:spPr>
          <a:xfrm>
            <a:off x="1304400" y="5255776"/>
            <a:ext cx="415342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34. Seleccionar la opción Revisar salida [GJIREVO]</a:t>
            </a:r>
            <a:endParaRPr lang="es-ES" sz="1200" dirty="0">
              <a:solidFill>
                <a:schemeClr val="bg1"/>
              </a:solidFill>
              <a:cs typeface="Arial"/>
            </a:endParaRPr>
          </a:p>
        </p:txBody>
      </p:sp>
      <p:pic>
        <p:nvPicPr>
          <p:cNvPr id="10" name="Imagen 9">
            <a:extLst>
              <a:ext uri="{FF2B5EF4-FFF2-40B4-BE49-F238E27FC236}">
                <a16:creationId xmlns:a16="http://schemas.microsoft.com/office/drawing/2014/main" id="{8920F1DC-C44B-A7B1-8D1D-341BB233CB94}"/>
              </a:ext>
            </a:extLst>
          </p:cNvPr>
          <p:cNvPicPr>
            <a:picLocks noChangeAspect="1"/>
          </p:cNvPicPr>
          <p:nvPr/>
        </p:nvPicPr>
        <p:blipFill>
          <a:blip r:embed="rId3"/>
          <a:stretch>
            <a:fillRect/>
          </a:stretch>
        </p:blipFill>
        <p:spPr>
          <a:xfrm>
            <a:off x="8876959" y="2361859"/>
            <a:ext cx="162000" cy="162000"/>
          </a:xfrm>
          <a:prstGeom prst="rect">
            <a:avLst/>
          </a:prstGeom>
        </p:spPr>
      </p:pic>
      <p:pic>
        <p:nvPicPr>
          <p:cNvPr id="15" name="Imagen 14">
            <a:extLst>
              <a:ext uri="{FF2B5EF4-FFF2-40B4-BE49-F238E27FC236}">
                <a16:creationId xmlns:a16="http://schemas.microsoft.com/office/drawing/2014/main" id="{C202724E-A88D-1C4F-6548-D341546DC7E2}"/>
              </a:ext>
            </a:extLst>
          </p:cNvPr>
          <p:cNvPicPr>
            <a:picLocks noChangeAspect="1"/>
          </p:cNvPicPr>
          <p:nvPr/>
        </p:nvPicPr>
        <p:blipFill>
          <a:blip r:embed="rId4"/>
          <a:stretch>
            <a:fillRect/>
          </a:stretch>
        </p:blipFill>
        <p:spPr>
          <a:xfrm>
            <a:off x="10916175" y="1826059"/>
            <a:ext cx="162000" cy="162000"/>
          </a:xfrm>
          <a:prstGeom prst="rect">
            <a:avLst/>
          </a:prstGeom>
        </p:spPr>
      </p:pic>
    </p:spTree>
    <p:extLst>
      <p:ext uri="{BB962C8B-B14F-4D97-AF65-F5344CB8AC3E}">
        <p14:creationId xmlns:p14="http://schemas.microsoft.com/office/powerpoint/2010/main" val="3564045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F8D0-D321-D877-F923-9CFE5C91259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C415001-99A0-A06B-0362-F657635DE4DD}"/>
              </a:ext>
            </a:extLst>
          </p:cNvPr>
          <p:cNvSpPr txBox="1">
            <a:spLocks/>
          </p:cNvSpPr>
          <p:nvPr/>
        </p:nvSpPr>
        <p:spPr>
          <a:xfrm>
            <a:off x="1137665" y="346756"/>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7047EFEA-850A-F20A-91AE-FE4FC66E7F10}"/>
              </a:ext>
            </a:extLst>
          </p:cNvPr>
          <p:cNvSpPr/>
          <p:nvPr/>
        </p:nvSpPr>
        <p:spPr>
          <a:xfrm>
            <a:off x="1237724" y="4032622"/>
            <a:ext cx="663678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35. </a:t>
            </a:r>
            <a:r>
              <a:rPr lang="es-CO" sz="1200" dirty="0"/>
              <a:t>Ratificar que el campo “Número” cuente con la numeración asignada al proceso ejecutado.</a:t>
            </a:r>
            <a:endParaRPr lang="es-ES" sz="1200" dirty="0">
              <a:solidFill>
                <a:schemeClr val="bg1"/>
              </a:solidFill>
              <a:cs typeface="Arial"/>
            </a:endParaRPr>
          </a:p>
        </p:txBody>
      </p:sp>
      <p:sp>
        <p:nvSpPr>
          <p:cNvPr id="14" name="Rectángulo: esquinas redondeadas 13">
            <a:extLst>
              <a:ext uri="{FF2B5EF4-FFF2-40B4-BE49-F238E27FC236}">
                <a16:creationId xmlns:a16="http://schemas.microsoft.com/office/drawing/2014/main" id="{EB9F9AA4-5AF0-BE4B-6673-BDC5DCF5B963}"/>
              </a:ext>
            </a:extLst>
          </p:cNvPr>
          <p:cNvSpPr/>
          <p:nvPr/>
        </p:nvSpPr>
        <p:spPr>
          <a:xfrm>
            <a:off x="1237724" y="4537672"/>
            <a:ext cx="8773051" cy="3564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36. </a:t>
            </a:r>
            <a:r>
              <a:rPr lang="es-CO" sz="1200" dirty="0"/>
              <a:t>Presionar la lista desplegable del campo Nombre de Archivo para el despliega de las opciones de los archivos .LIS y .LOG.</a:t>
            </a:r>
            <a:endParaRPr lang="es-ES" sz="1200" b="1" dirty="0">
              <a:solidFill>
                <a:schemeClr val="bg1"/>
              </a:solidFill>
              <a:cs typeface="Arial"/>
            </a:endParaRPr>
          </a:p>
        </p:txBody>
      </p:sp>
      <p:pic>
        <p:nvPicPr>
          <p:cNvPr id="4" name="Imagen 3">
            <a:extLst>
              <a:ext uri="{FF2B5EF4-FFF2-40B4-BE49-F238E27FC236}">
                <a16:creationId xmlns:a16="http://schemas.microsoft.com/office/drawing/2014/main" id="{847D8EBC-31DA-564E-03AA-0D6F7119FB9A}"/>
              </a:ext>
            </a:extLst>
          </p:cNvPr>
          <p:cNvPicPr>
            <a:picLocks noChangeAspect="1"/>
          </p:cNvPicPr>
          <p:nvPr/>
        </p:nvPicPr>
        <p:blipFill>
          <a:blip r:embed="rId2"/>
          <a:stretch>
            <a:fillRect/>
          </a:stretch>
        </p:blipFill>
        <p:spPr>
          <a:xfrm>
            <a:off x="1237724" y="1875183"/>
            <a:ext cx="9583200" cy="1873670"/>
          </a:xfrm>
          <a:prstGeom prst="rect">
            <a:avLst/>
          </a:prstGeom>
        </p:spPr>
      </p:pic>
      <p:pic>
        <p:nvPicPr>
          <p:cNvPr id="6" name="Imagen 5">
            <a:extLst>
              <a:ext uri="{FF2B5EF4-FFF2-40B4-BE49-F238E27FC236}">
                <a16:creationId xmlns:a16="http://schemas.microsoft.com/office/drawing/2014/main" id="{30BC1AE9-0A05-E3E6-9F3A-60FEABCE5D40}"/>
              </a:ext>
            </a:extLst>
          </p:cNvPr>
          <p:cNvPicPr>
            <a:picLocks noChangeAspect="1"/>
          </p:cNvPicPr>
          <p:nvPr/>
        </p:nvPicPr>
        <p:blipFill>
          <a:blip r:embed="rId3"/>
          <a:stretch>
            <a:fillRect/>
          </a:stretch>
        </p:blipFill>
        <p:spPr>
          <a:xfrm>
            <a:off x="3404621" y="2664002"/>
            <a:ext cx="162000" cy="162000"/>
          </a:xfrm>
          <a:prstGeom prst="rect">
            <a:avLst/>
          </a:prstGeom>
        </p:spPr>
      </p:pic>
      <p:pic>
        <p:nvPicPr>
          <p:cNvPr id="9" name="Imagen 8">
            <a:extLst>
              <a:ext uri="{FF2B5EF4-FFF2-40B4-BE49-F238E27FC236}">
                <a16:creationId xmlns:a16="http://schemas.microsoft.com/office/drawing/2014/main" id="{CF00D1F5-93BD-91AB-D78A-D5FFE15EE9B5}"/>
              </a:ext>
            </a:extLst>
          </p:cNvPr>
          <p:cNvPicPr>
            <a:picLocks noChangeAspect="1"/>
          </p:cNvPicPr>
          <p:nvPr/>
        </p:nvPicPr>
        <p:blipFill>
          <a:blip r:embed="rId4"/>
          <a:stretch>
            <a:fillRect/>
          </a:stretch>
        </p:blipFill>
        <p:spPr>
          <a:xfrm>
            <a:off x="7712509" y="2473759"/>
            <a:ext cx="162000" cy="162000"/>
          </a:xfrm>
          <a:prstGeom prst="rect">
            <a:avLst/>
          </a:prstGeom>
        </p:spPr>
      </p:pic>
    </p:spTree>
    <p:extLst>
      <p:ext uri="{BB962C8B-B14F-4D97-AF65-F5344CB8AC3E}">
        <p14:creationId xmlns:p14="http://schemas.microsoft.com/office/powerpoint/2010/main" val="3375213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717B2-ADD5-95DC-C343-9156C46D641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67FDC0D-07DE-9B68-FDFC-38F2C48DE631}"/>
              </a:ext>
            </a:extLst>
          </p:cNvPr>
          <p:cNvPicPr>
            <a:picLocks noChangeAspect="1"/>
          </p:cNvPicPr>
          <p:nvPr/>
        </p:nvPicPr>
        <p:blipFill>
          <a:blip r:embed="rId2"/>
          <a:stretch>
            <a:fillRect/>
          </a:stretch>
        </p:blipFill>
        <p:spPr>
          <a:xfrm>
            <a:off x="1304400" y="1240553"/>
            <a:ext cx="9583200" cy="4376894"/>
          </a:xfrm>
          <a:prstGeom prst="rect">
            <a:avLst/>
          </a:prstGeom>
        </p:spPr>
      </p:pic>
      <p:sp>
        <p:nvSpPr>
          <p:cNvPr id="2" name="Título 3">
            <a:extLst>
              <a:ext uri="{FF2B5EF4-FFF2-40B4-BE49-F238E27FC236}">
                <a16:creationId xmlns:a16="http://schemas.microsoft.com/office/drawing/2014/main" id="{A3AD9E1B-04D3-93D0-98EB-F963D9C66538}"/>
              </a:ext>
            </a:extLst>
          </p:cNvPr>
          <p:cNvSpPr txBox="1">
            <a:spLocks/>
          </p:cNvSpPr>
          <p:nvPr/>
        </p:nvSpPr>
        <p:spPr>
          <a:xfrm>
            <a:off x="1204341" y="22520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A5FF594F-810C-54C7-ACA1-8DF1C2F58D40}"/>
              </a:ext>
            </a:extLst>
          </p:cNvPr>
          <p:cNvSpPr/>
          <p:nvPr/>
        </p:nvSpPr>
        <p:spPr>
          <a:xfrm>
            <a:off x="1304400" y="5582057"/>
            <a:ext cx="563932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37</a:t>
            </a:r>
            <a:r>
              <a:rPr lang="es-CO" sz="1200" dirty="0"/>
              <a:t>. En la ventana emergente se debe seleccionar el </a:t>
            </a:r>
            <a:r>
              <a:rPr lang="pt-BR" sz="1200" dirty="0"/>
              <a:t>archivo a analizar .LIS o .LOG.</a:t>
            </a:r>
            <a:endParaRPr lang="es-ES" sz="1200" dirty="0">
              <a:solidFill>
                <a:schemeClr val="bg1"/>
              </a:solidFill>
              <a:cs typeface="Arial"/>
            </a:endParaRPr>
          </a:p>
        </p:txBody>
      </p:sp>
      <p:sp>
        <p:nvSpPr>
          <p:cNvPr id="14" name="Rectángulo: esquinas redondeadas 13">
            <a:extLst>
              <a:ext uri="{FF2B5EF4-FFF2-40B4-BE49-F238E27FC236}">
                <a16:creationId xmlns:a16="http://schemas.microsoft.com/office/drawing/2014/main" id="{9A5CF0C3-743F-5A80-B48E-A4ACB0E13047}"/>
              </a:ext>
            </a:extLst>
          </p:cNvPr>
          <p:cNvSpPr/>
          <p:nvPr/>
        </p:nvSpPr>
        <p:spPr>
          <a:xfrm>
            <a:off x="8438625" y="5582057"/>
            <a:ext cx="2286866"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38</a:t>
            </a:r>
            <a:r>
              <a:rPr lang="es-CO" sz="1200" dirty="0"/>
              <a:t>. Luego dar clic al botón </a:t>
            </a:r>
            <a:r>
              <a:rPr lang="es-CO" sz="1200" b="1" dirty="0"/>
              <a:t>OK</a:t>
            </a:r>
            <a:endParaRPr lang="es-ES" sz="1200" b="1" dirty="0">
              <a:solidFill>
                <a:schemeClr val="bg1"/>
              </a:solidFill>
              <a:cs typeface="Arial"/>
            </a:endParaRPr>
          </a:p>
        </p:txBody>
      </p:sp>
      <p:pic>
        <p:nvPicPr>
          <p:cNvPr id="6" name="Imagen 5">
            <a:extLst>
              <a:ext uri="{FF2B5EF4-FFF2-40B4-BE49-F238E27FC236}">
                <a16:creationId xmlns:a16="http://schemas.microsoft.com/office/drawing/2014/main" id="{8625E1F5-12FF-AF00-9089-F6F679C2CA88}"/>
              </a:ext>
            </a:extLst>
          </p:cNvPr>
          <p:cNvPicPr>
            <a:picLocks noChangeAspect="1"/>
          </p:cNvPicPr>
          <p:nvPr/>
        </p:nvPicPr>
        <p:blipFill>
          <a:blip r:embed="rId3"/>
          <a:stretch>
            <a:fillRect/>
          </a:stretch>
        </p:blipFill>
        <p:spPr>
          <a:xfrm>
            <a:off x="7753009" y="5133634"/>
            <a:ext cx="162000" cy="162000"/>
          </a:xfrm>
          <a:prstGeom prst="rect">
            <a:avLst/>
          </a:prstGeom>
        </p:spPr>
      </p:pic>
      <p:pic>
        <p:nvPicPr>
          <p:cNvPr id="9" name="Imagen 8">
            <a:extLst>
              <a:ext uri="{FF2B5EF4-FFF2-40B4-BE49-F238E27FC236}">
                <a16:creationId xmlns:a16="http://schemas.microsoft.com/office/drawing/2014/main" id="{85DC09C9-7521-CFD5-E142-51641FC981E1}"/>
              </a:ext>
            </a:extLst>
          </p:cNvPr>
          <p:cNvPicPr>
            <a:picLocks noChangeAspect="1"/>
          </p:cNvPicPr>
          <p:nvPr/>
        </p:nvPicPr>
        <p:blipFill>
          <a:blip r:embed="rId4"/>
          <a:stretch>
            <a:fillRect/>
          </a:stretch>
        </p:blipFill>
        <p:spPr>
          <a:xfrm>
            <a:off x="3857359" y="3607234"/>
            <a:ext cx="162000" cy="162000"/>
          </a:xfrm>
          <a:prstGeom prst="rect">
            <a:avLst/>
          </a:prstGeom>
        </p:spPr>
      </p:pic>
    </p:spTree>
    <p:extLst>
      <p:ext uri="{BB962C8B-B14F-4D97-AF65-F5344CB8AC3E}">
        <p14:creationId xmlns:p14="http://schemas.microsoft.com/office/powerpoint/2010/main" val="314679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BAC9-1A1A-6A06-5425-6FAABA6716B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DEA4F51-2928-56C8-3BAB-3C4CD001384B}"/>
              </a:ext>
            </a:extLst>
          </p:cNvPr>
          <p:cNvSpPr txBox="1">
            <a:spLocks/>
          </p:cNvSpPr>
          <p:nvPr/>
        </p:nvSpPr>
        <p:spPr>
          <a:xfrm>
            <a:off x="1137666" y="16277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1C8ED36F-4799-9208-E1FE-2B33104BD3B1}"/>
              </a:ext>
            </a:extLst>
          </p:cNvPr>
          <p:cNvSpPr/>
          <p:nvPr/>
        </p:nvSpPr>
        <p:spPr>
          <a:xfrm>
            <a:off x="1237724" y="5717710"/>
            <a:ext cx="602985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39. </a:t>
            </a:r>
            <a:r>
              <a:rPr lang="es-CO" sz="1200" dirty="0"/>
              <a:t>Se relacionan los </a:t>
            </a:r>
            <a:r>
              <a:rPr lang="es-CO" sz="1200" dirty="0" err="1"/>
              <a:t>ID´s</a:t>
            </a:r>
            <a:r>
              <a:rPr lang="es-CO" sz="1200" dirty="0"/>
              <a:t> que en la cuenta corriente tienen saldos a favor, archivo .LIS. </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D08BE55A-C314-D71F-B875-901878B9CA7B}"/>
              </a:ext>
            </a:extLst>
          </p:cNvPr>
          <p:cNvPicPr>
            <a:picLocks noChangeAspect="1"/>
          </p:cNvPicPr>
          <p:nvPr/>
        </p:nvPicPr>
        <p:blipFill>
          <a:blip r:embed="rId2"/>
          <a:stretch>
            <a:fillRect/>
          </a:stretch>
        </p:blipFill>
        <p:spPr>
          <a:xfrm>
            <a:off x="1237724" y="1221942"/>
            <a:ext cx="9583200" cy="4204566"/>
          </a:xfrm>
          <a:prstGeom prst="rect">
            <a:avLst/>
          </a:prstGeom>
        </p:spPr>
      </p:pic>
      <p:pic>
        <p:nvPicPr>
          <p:cNvPr id="6" name="Imagen 5">
            <a:extLst>
              <a:ext uri="{FF2B5EF4-FFF2-40B4-BE49-F238E27FC236}">
                <a16:creationId xmlns:a16="http://schemas.microsoft.com/office/drawing/2014/main" id="{E8FAAA2B-176E-05A2-A4C2-8C490CBBCCBF}"/>
              </a:ext>
            </a:extLst>
          </p:cNvPr>
          <p:cNvPicPr>
            <a:picLocks noChangeAspect="1"/>
          </p:cNvPicPr>
          <p:nvPr/>
        </p:nvPicPr>
        <p:blipFill>
          <a:blip r:embed="rId3"/>
          <a:stretch>
            <a:fillRect/>
          </a:stretch>
        </p:blipFill>
        <p:spPr>
          <a:xfrm>
            <a:off x="8191159" y="2714284"/>
            <a:ext cx="162000" cy="162000"/>
          </a:xfrm>
          <a:prstGeom prst="rect">
            <a:avLst/>
          </a:prstGeom>
        </p:spPr>
      </p:pic>
    </p:spTree>
    <p:extLst>
      <p:ext uri="{BB962C8B-B14F-4D97-AF65-F5344CB8AC3E}">
        <p14:creationId xmlns:p14="http://schemas.microsoft.com/office/powerpoint/2010/main" val="3676835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DE095-D8BF-EFF8-CE10-D40FD76048B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C3B147A-1D30-8B25-D21A-366628C51579}"/>
              </a:ext>
            </a:extLst>
          </p:cNvPr>
          <p:cNvSpPr txBox="1">
            <a:spLocks/>
          </p:cNvSpPr>
          <p:nvPr/>
        </p:nvSpPr>
        <p:spPr>
          <a:xfrm>
            <a:off x="1137666" y="162774"/>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1A69F837-6470-D271-57A7-E34A973F9231}"/>
              </a:ext>
            </a:extLst>
          </p:cNvPr>
          <p:cNvSpPr/>
          <p:nvPr/>
        </p:nvSpPr>
        <p:spPr>
          <a:xfrm>
            <a:off x="1304399" y="4934251"/>
            <a:ext cx="843015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40. </a:t>
            </a:r>
            <a:r>
              <a:rPr lang="es-CO" sz="1200" dirty="0"/>
              <a:t>En la última página de la salida .LIS, se relaciona el monto total de saldos a favor y el total de registros procesados. </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E081F272-0846-4D5B-C280-4F3DF7644431}"/>
              </a:ext>
            </a:extLst>
          </p:cNvPr>
          <p:cNvPicPr>
            <a:picLocks noChangeAspect="1"/>
          </p:cNvPicPr>
          <p:nvPr/>
        </p:nvPicPr>
        <p:blipFill>
          <a:blip r:embed="rId2"/>
          <a:srcRect t="1324"/>
          <a:stretch>
            <a:fillRect/>
          </a:stretch>
        </p:blipFill>
        <p:spPr>
          <a:xfrm>
            <a:off x="1304400" y="1571624"/>
            <a:ext cx="9583200" cy="3153733"/>
          </a:xfrm>
          <a:prstGeom prst="rect">
            <a:avLst/>
          </a:prstGeom>
        </p:spPr>
      </p:pic>
      <p:pic>
        <p:nvPicPr>
          <p:cNvPr id="6" name="Imagen 5">
            <a:extLst>
              <a:ext uri="{FF2B5EF4-FFF2-40B4-BE49-F238E27FC236}">
                <a16:creationId xmlns:a16="http://schemas.microsoft.com/office/drawing/2014/main" id="{69979F81-3771-8BE1-DACE-FA5D1A9FCC82}"/>
              </a:ext>
            </a:extLst>
          </p:cNvPr>
          <p:cNvPicPr>
            <a:picLocks noChangeAspect="1"/>
          </p:cNvPicPr>
          <p:nvPr/>
        </p:nvPicPr>
        <p:blipFill>
          <a:blip r:embed="rId3"/>
          <a:stretch>
            <a:fillRect/>
          </a:stretch>
        </p:blipFill>
        <p:spPr>
          <a:xfrm>
            <a:off x="1094766" y="3542959"/>
            <a:ext cx="162000" cy="162000"/>
          </a:xfrm>
          <a:prstGeom prst="rect">
            <a:avLst/>
          </a:prstGeom>
        </p:spPr>
      </p:pic>
    </p:spTree>
    <p:extLst>
      <p:ext uri="{BB962C8B-B14F-4D97-AF65-F5344CB8AC3E}">
        <p14:creationId xmlns:p14="http://schemas.microsoft.com/office/powerpoint/2010/main" val="550070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77C3-2BFF-841F-B4F9-291EDA9F9A7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1FC5961-4FF2-C695-3722-B183BA284857}"/>
              </a:ext>
            </a:extLst>
          </p:cNvPr>
          <p:cNvSpPr txBox="1">
            <a:spLocks/>
          </p:cNvSpPr>
          <p:nvPr/>
        </p:nvSpPr>
        <p:spPr>
          <a:xfrm>
            <a:off x="1204341" y="340430"/>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 sz="3200" dirty="0">
                <a:solidFill>
                  <a:schemeClr val="accent1"/>
                </a:solidFill>
              </a:rPr>
              <a:t>Operación: </a:t>
            </a:r>
            <a:r>
              <a:rPr lang="es-ES" sz="3200" dirty="0"/>
              <a:t>TSRRFND Reembolso automático de</a:t>
            </a:r>
          </a:p>
          <a:p>
            <a:r>
              <a:rPr lang="es-ES" sz="3200" dirty="0"/>
              <a:t>monto de crédito – alumnos </a:t>
            </a:r>
            <a:r>
              <a:rPr lang="es-ES" sz="3200" i="1" dirty="0"/>
              <a:t>(Modo RFND)</a:t>
            </a:r>
            <a:endParaRPr lang="es-CL" i="1" dirty="0"/>
          </a:p>
        </p:txBody>
      </p:sp>
      <p:sp>
        <p:nvSpPr>
          <p:cNvPr id="7" name="Rectángulo: esquinas redondeadas 6">
            <a:extLst>
              <a:ext uri="{FF2B5EF4-FFF2-40B4-BE49-F238E27FC236}">
                <a16:creationId xmlns:a16="http://schemas.microsoft.com/office/drawing/2014/main" id="{7846C9B1-B20F-083D-2B8F-35FDF006FB74}"/>
              </a:ext>
            </a:extLst>
          </p:cNvPr>
          <p:cNvSpPr/>
          <p:nvPr/>
        </p:nvSpPr>
        <p:spPr>
          <a:xfrm>
            <a:off x="1304401" y="5116155"/>
            <a:ext cx="3801000"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41</a:t>
            </a:r>
            <a:r>
              <a:rPr lang="es-CO" sz="1200" dirty="0"/>
              <a:t>. El archivo .LOG confirma ejecución completa.</a:t>
            </a:r>
            <a:endParaRPr lang="es-ES" sz="1200" dirty="0">
              <a:solidFill>
                <a:schemeClr val="bg1"/>
              </a:solidFill>
              <a:cs typeface="Arial"/>
            </a:endParaRPr>
          </a:p>
        </p:txBody>
      </p:sp>
      <p:pic>
        <p:nvPicPr>
          <p:cNvPr id="16" name="Imagen 15">
            <a:extLst>
              <a:ext uri="{FF2B5EF4-FFF2-40B4-BE49-F238E27FC236}">
                <a16:creationId xmlns:a16="http://schemas.microsoft.com/office/drawing/2014/main" id="{921C975B-E8E7-6EF4-3D2A-7AFACCFDAABB}"/>
              </a:ext>
            </a:extLst>
          </p:cNvPr>
          <p:cNvPicPr>
            <a:picLocks noChangeAspect="1"/>
          </p:cNvPicPr>
          <p:nvPr/>
        </p:nvPicPr>
        <p:blipFill>
          <a:blip r:embed="rId2"/>
          <a:stretch>
            <a:fillRect/>
          </a:stretch>
        </p:blipFill>
        <p:spPr>
          <a:xfrm>
            <a:off x="1304400" y="1468986"/>
            <a:ext cx="9583200" cy="3470551"/>
          </a:xfrm>
          <a:prstGeom prst="rect">
            <a:avLst/>
          </a:prstGeom>
        </p:spPr>
      </p:pic>
      <p:pic>
        <p:nvPicPr>
          <p:cNvPr id="18" name="Imagen 17">
            <a:extLst>
              <a:ext uri="{FF2B5EF4-FFF2-40B4-BE49-F238E27FC236}">
                <a16:creationId xmlns:a16="http://schemas.microsoft.com/office/drawing/2014/main" id="{E6574EC0-A1A3-63D1-0957-07E66C8F6281}"/>
              </a:ext>
            </a:extLst>
          </p:cNvPr>
          <p:cNvPicPr>
            <a:picLocks noChangeAspect="1"/>
          </p:cNvPicPr>
          <p:nvPr/>
        </p:nvPicPr>
        <p:blipFill>
          <a:blip r:embed="rId3"/>
          <a:stretch>
            <a:fillRect/>
          </a:stretch>
        </p:blipFill>
        <p:spPr>
          <a:xfrm>
            <a:off x="1094775" y="3400425"/>
            <a:ext cx="162000" cy="162000"/>
          </a:xfrm>
          <a:prstGeom prst="rect">
            <a:avLst/>
          </a:prstGeom>
        </p:spPr>
      </p:pic>
    </p:spTree>
    <p:extLst>
      <p:ext uri="{BB962C8B-B14F-4D97-AF65-F5344CB8AC3E}">
        <p14:creationId xmlns:p14="http://schemas.microsoft.com/office/powerpoint/2010/main" val="3897786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53AFA-BDA2-BFC0-23B0-B5F302618FC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B363630-B71C-0601-E93E-DB9C5DAB45ED}"/>
              </a:ext>
            </a:extLst>
          </p:cNvPr>
          <p:cNvSpPr txBox="1">
            <a:spLocks/>
          </p:cNvSpPr>
          <p:nvPr/>
        </p:nvSpPr>
        <p:spPr>
          <a:xfrm>
            <a:off x="1137666" y="302933"/>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Resultado: </a:t>
            </a:r>
            <a:r>
              <a:rPr lang="es-CO" sz="3200" dirty="0"/>
              <a:t>TSAAREV Revisión de detalle de cuenta -</a:t>
            </a:r>
          </a:p>
          <a:p>
            <a:r>
              <a:rPr lang="es-CO" sz="3200" dirty="0"/>
              <a:t>alumnos</a:t>
            </a:r>
            <a:endParaRPr lang="es-CL" dirty="0"/>
          </a:p>
        </p:txBody>
      </p:sp>
      <p:sp>
        <p:nvSpPr>
          <p:cNvPr id="7" name="Rectángulo: esquinas redondeadas 6">
            <a:extLst>
              <a:ext uri="{FF2B5EF4-FFF2-40B4-BE49-F238E27FC236}">
                <a16:creationId xmlns:a16="http://schemas.microsoft.com/office/drawing/2014/main" id="{7B8ADCA7-1910-2BEE-E607-118794B27A98}"/>
              </a:ext>
            </a:extLst>
          </p:cNvPr>
          <p:cNvSpPr/>
          <p:nvPr/>
        </p:nvSpPr>
        <p:spPr>
          <a:xfrm>
            <a:off x="1137666" y="5097286"/>
            <a:ext cx="9583200" cy="9606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42. </a:t>
            </a:r>
            <a:r>
              <a:rPr lang="es-CO" sz="1200" dirty="0"/>
              <a:t>En la cuenta corriente se crea la transacción con el código de detalle tipo cargo correspondiente a la novedad del reembolso por el valor calculado por el sistema.</a:t>
            </a:r>
          </a:p>
          <a:p>
            <a:r>
              <a:rPr lang="es-CO" sz="1200" dirty="0"/>
              <a:t>Las transacciones no se encuentran aplicadas.</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4CC9F6E0-9DF3-2500-7E9D-3085C9978D79}"/>
              </a:ext>
            </a:extLst>
          </p:cNvPr>
          <p:cNvPicPr>
            <a:picLocks noChangeAspect="1"/>
          </p:cNvPicPr>
          <p:nvPr/>
        </p:nvPicPr>
        <p:blipFill>
          <a:blip r:embed="rId2"/>
          <a:stretch>
            <a:fillRect/>
          </a:stretch>
        </p:blipFill>
        <p:spPr>
          <a:xfrm>
            <a:off x="1137666" y="1405401"/>
            <a:ext cx="9583200" cy="3390825"/>
          </a:xfrm>
          <a:prstGeom prst="rect">
            <a:avLst/>
          </a:prstGeom>
        </p:spPr>
      </p:pic>
      <p:pic>
        <p:nvPicPr>
          <p:cNvPr id="6" name="Imagen 5">
            <a:extLst>
              <a:ext uri="{FF2B5EF4-FFF2-40B4-BE49-F238E27FC236}">
                <a16:creationId xmlns:a16="http://schemas.microsoft.com/office/drawing/2014/main" id="{41817AF8-85BA-676C-272F-BF144F7D0E39}"/>
              </a:ext>
            </a:extLst>
          </p:cNvPr>
          <p:cNvPicPr>
            <a:picLocks noChangeAspect="1"/>
          </p:cNvPicPr>
          <p:nvPr/>
        </p:nvPicPr>
        <p:blipFill>
          <a:blip r:embed="rId3"/>
          <a:stretch>
            <a:fillRect/>
          </a:stretch>
        </p:blipFill>
        <p:spPr>
          <a:xfrm>
            <a:off x="923584" y="2862613"/>
            <a:ext cx="162000" cy="162000"/>
          </a:xfrm>
          <a:prstGeom prst="rect">
            <a:avLst/>
          </a:prstGeom>
        </p:spPr>
      </p:pic>
    </p:spTree>
    <p:extLst>
      <p:ext uri="{BB962C8B-B14F-4D97-AF65-F5344CB8AC3E}">
        <p14:creationId xmlns:p14="http://schemas.microsoft.com/office/powerpoint/2010/main" val="1239151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451F-3CB5-8AD7-54A1-BA39B898FAC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92F527F-C207-4480-94D8-68B344312308}"/>
              </a:ext>
            </a:extLst>
          </p:cNvPr>
          <p:cNvPicPr>
            <a:picLocks noChangeAspect="1"/>
          </p:cNvPicPr>
          <p:nvPr/>
        </p:nvPicPr>
        <p:blipFill>
          <a:blip r:embed="rId2"/>
          <a:stretch>
            <a:fillRect/>
          </a:stretch>
        </p:blipFill>
        <p:spPr>
          <a:xfrm>
            <a:off x="1304400" y="1254871"/>
            <a:ext cx="9583200" cy="4420686"/>
          </a:xfrm>
          <a:prstGeom prst="rect">
            <a:avLst/>
          </a:prstGeom>
        </p:spPr>
      </p:pic>
      <p:sp>
        <p:nvSpPr>
          <p:cNvPr id="7" name="Rectángulo: esquinas redondeadas 6">
            <a:extLst>
              <a:ext uri="{FF2B5EF4-FFF2-40B4-BE49-F238E27FC236}">
                <a16:creationId xmlns:a16="http://schemas.microsoft.com/office/drawing/2014/main" id="{62387D0D-EE41-546E-E926-80570860E4C4}"/>
              </a:ext>
            </a:extLst>
          </p:cNvPr>
          <p:cNvSpPr/>
          <p:nvPr/>
        </p:nvSpPr>
        <p:spPr>
          <a:xfrm>
            <a:off x="1304400" y="4809339"/>
            <a:ext cx="2953275"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43. </a:t>
            </a:r>
            <a:r>
              <a:rPr lang="es-CO" sz="1200" dirty="0"/>
              <a:t>Presionar el botón </a:t>
            </a:r>
            <a:r>
              <a:rPr lang="es-CO" sz="1200" b="1" dirty="0"/>
              <a:t>HERRAMIENTAS.</a:t>
            </a:r>
            <a:endParaRPr lang="es-ES" sz="1200" b="1" dirty="0">
              <a:solidFill>
                <a:schemeClr val="bg1"/>
              </a:solidFill>
              <a:cs typeface="Arial"/>
            </a:endParaRPr>
          </a:p>
        </p:txBody>
      </p:sp>
      <p:sp>
        <p:nvSpPr>
          <p:cNvPr id="14" name="Rectángulo: esquinas redondeadas 13">
            <a:extLst>
              <a:ext uri="{FF2B5EF4-FFF2-40B4-BE49-F238E27FC236}">
                <a16:creationId xmlns:a16="http://schemas.microsoft.com/office/drawing/2014/main" id="{6EB3FD06-A3A1-3DAE-24B1-2542B656492E}"/>
              </a:ext>
            </a:extLst>
          </p:cNvPr>
          <p:cNvSpPr/>
          <p:nvPr/>
        </p:nvSpPr>
        <p:spPr>
          <a:xfrm>
            <a:off x="1304400" y="5320245"/>
            <a:ext cx="3381900"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44</a:t>
            </a:r>
            <a:r>
              <a:rPr lang="es-CO" sz="1200" dirty="0"/>
              <a:t>. Presionar el botón Aplicar transacciones.</a:t>
            </a:r>
            <a:endParaRPr lang="es-ES" sz="1200" b="1" dirty="0">
              <a:solidFill>
                <a:schemeClr val="bg1"/>
              </a:solidFill>
              <a:cs typeface="Arial"/>
            </a:endParaRPr>
          </a:p>
        </p:txBody>
      </p:sp>
      <p:sp>
        <p:nvSpPr>
          <p:cNvPr id="5" name="Título 3">
            <a:extLst>
              <a:ext uri="{FF2B5EF4-FFF2-40B4-BE49-F238E27FC236}">
                <a16:creationId xmlns:a16="http://schemas.microsoft.com/office/drawing/2014/main" id="{A2C469B2-67EC-25F3-9586-CAEC6FC42CB2}"/>
              </a:ext>
            </a:extLst>
          </p:cNvPr>
          <p:cNvSpPr txBox="1">
            <a:spLocks/>
          </p:cNvSpPr>
          <p:nvPr/>
        </p:nvSpPr>
        <p:spPr>
          <a:xfrm>
            <a:off x="1137666" y="302933"/>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Resultado: </a:t>
            </a:r>
            <a:r>
              <a:rPr lang="es-CO" sz="3200" dirty="0"/>
              <a:t>TSAAREV Revisión de detalle de cuenta -</a:t>
            </a:r>
          </a:p>
          <a:p>
            <a:r>
              <a:rPr lang="es-CO" sz="3200" dirty="0"/>
              <a:t>alumnos</a:t>
            </a:r>
            <a:endParaRPr lang="es-CL" dirty="0"/>
          </a:p>
        </p:txBody>
      </p:sp>
      <p:pic>
        <p:nvPicPr>
          <p:cNvPr id="8" name="Imagen 7">
            <a:extLst>
              <a:ext uri="{FF2B5EF4-FFF2-40B4-BE49-F238E27FC236}">
                <a16:creationId xmlns:a16="http://schemas.microsoft.com/office/drawing/2014/main" id="{C3C805EC-ADFE-6FCA-60E9-BE684AF6A228}"/>
              </a:ext>
            </a:extLst>
          </p:cNvPr>
          <p:cNvPicPr>
            <a:picLocks noChangeAspect="1"/>
          </p:cNvPicPr>
          <p:nvPr/>
        </p:nvPicPr>
        <p:blipFill>
          <a:blip r:embed="rId3"/>
          <a:stretch>
            <a:fillRect/>
          </a:stretch>
        </p:blipFill>
        <p:spPr>
          <a:xfrm>
            <a:off x="9063534" y="5220195"/>
            <a:ext cx="162000" cy="162000"/>
          </a:xfrm>
          <a:prstGeom prst="rect">
            <a:avLst/>
          </a:prstGeom>
        </p:spPr>
      </p:pic>
      <p:pic>
        <p:nvPicPr>
          <p:cNvPr id="10" name="Imagen 9">
            <a:extLst>
              <a:ext uri="{FF2B5EF4-FFF2-40B4-BE49-F238E27FC236}">
                <a16:creationId xmlns:a16="http://schemas.microsoft.com/office/drawing/2014/main" id="{5829E0E9-F61C-0A3E-2EB2-930A0CFF27D7}"/>
              </a:ext>
            </a:extLst>
          </p:cNvPr>
          <p:cNvPicPr>
            <a:picLocks noChangeAspect="1"/>
          </p:cNvPicPr>
          <p:nvPr/>
        </p:nvPicPr>
        <p:blipFill>
          <a:blip r:embed="rId4"/>
          <a:stretch>
            <a:fillRect/>
          </a:stretch>
        </p:blipFill>
        <p:spPr>
          <a:xfrm>
            <a:off x="10911192" y="1502209"/>
            <a:ext cx="162000" cy="162000"/>
          </a:xfrm>
          <a:prstGeom prst="rect">
            <a:avLst/>
          </a:prstGeom>
        </p:spPr>
      </p:pic>
    </p:spTree>
    <p:extLst>
      <p:ext uri="{BB962C8B-B14F-4D97-AF65-F5344CB8AC3E}">
        <p14:creationId xmlns:p14="http://schemas.microsoft.com/office/powerpoint/2010/main" val="3473749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ACE2F-B3EA-B5CC-315F-081F0F7371F7}"/>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70BA9F87-F50B-7D5F-0D6A-66766C6FD094}"/>
              </a:ext>
            </a:extLst>
          </p:cNvPr>
          <p:cNvSpPr/>
          <p:nvPr/>
        </p:nvSpPr>
        <p:spPr>
          <a:xfrm>
            <a:off x="1237724" y="4979505"/>
            <a:ext cx="330570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45. </a:t>
            </a:r>
            <a:r>
              <a:rPr lang="es-CO" sz="1200" dirty="0"/>
              <a:t>Proceso de aplicación de transacciones.</a:t>
            </a:r>
            <a:endParaRPr lang="es-ES" sz="1200" b="1" dirty="0">
              <a:solidFill>
                <a:schemeClr val="bg1"/>
              </a:solidFill>
              <a:cs typeface="Arial"/>
            </a:endParaRPr>
          </a:p>
        </p:txBody>
      </p:sp>
      <p:pic>
        <p:nvPicPr>
          <p:cNvPr id="4" name="Imagen 3">
            <a:extLst>
              <a:ext uri="{FF2B5EF4-FFF2-40B4-BE49-F238E27FC236}">
                <a16:creationId xmlns:a16="http://schemas.microsoft.com/office/drawing/2014/main" id="{19090C95-3C08-0C40-06AD-1D72AB9E8C22}"/>
              </a:ext>
            </a:extLst>
          </p:cNvPr>
          <p:cNvPicPr>
            <a:picLocks noChangeAspect="1"/>
          </p:cNvPicPr>
          <p:nvPr/>
        </p:nvPicPr>
        <p:blipFill>
          <a:blip r:embed="rId2"/>
          <a:stretch>
            <a:fillRect/>
          </a:stretch>
        </p:blipFill>
        <p:spPr>
          <a:xfrm>
            <a:off x="1237724" y="1642504"/>
            <a:ext cx="9583200" cy="3212749"/>
          </a:xfrm>
          <a:prstGeom prst="rect">
            <a:avLst/>
          </a:prstGeom>
        </p:spPr>
      </p:pic>
      <p:sp>
        <p:nvSpPr>
          <p:cNvPr id="6" name="Título 3">
            <a:extLst>
              <a:ext uri="{FF2B5EF4-FFF2-40B4-BE49-F238E27FC236}">
                <a16:creationId xmlns:a16="http://schemas.microsoft.com/office/drawing/2014/main" id="{9AB1F299-395D-1676-F224-70F9F55A34A1}"/>
              </a:ext>
            </a:extLst>
          </p:cNvPr>
          <p:cNvSpPr txBox="1">
            <a:spLocks/>
          </p:cNvSpPr>
          <p:nvPr/>
        </p:nvSpPr>
        <p:spPr>
          <a:xfrm>
            <a:off x="1204341" y="388658"/>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Resultado: </a:t>
            </a:r>
            <a:r>
              <a:rPr lang="es-CO" sz="3200" dirty="0"/>
              <a:t>TSAAREV Revisión de detalle de cuenta -</a:t>
            </a:r>
          </a:p>
          <a:p>
            <a:r>
              <a:rPr lang="es-CO" sz="3200" dirty="0"/>
              <a:t>alumnos</a:t>
            </a:r>
            <a:endParaRPr lang="es-CL" dirty="0"/>
          </a:p>
        </p:txBody>
      </p:sp>
      <p:pic>
        <p:nvPicPr>
          <p:cNvPr id="9" name="Imagen 8">
            <a:extLst>
              <a:ext uri="{FF2B5EF4-FFF2-40B4-BE49-F238E27FC236}">
                <a16:creationId xmlns:a16="http://schemas.microsoft.com/office/drawing/2014/main" id="{37ECA6BC-E383-FFD9-C1FB-46AC4C288A8C}"/>
              </a:ext>
            </a:extLst>
          </p:cNvPr>
          <p:cNvPicPr>
            <a:picLocks noChangeAspect="1"/>
          </p:cNvPicPr>
          <p:nvPr/>
        </p:nvPicPr>
        <p:blipFill>
          <a:blip r:embed="rId3"/>
          <a:stretch>
            <a:fillRect/>
          </a:stretch>
        </p:blipFill>
        <p:spPr>
          <a:xfrm>
            <a:off x="4181134" y="3742984"/>
            <a:ext cx="162000" cy="162000"/>
          </a:xfrm>
          <a:prstGeom prst="rect">
            <a:avLst/>
          </a:prstGeom>
        </p:spPr>
      </p:pic>
    </p:spTree>
    <p:extLst>
      <p:ext uri="{BB962C8B-B14F-4D97-AF65-F5344CB8AC3E}">
        <p14:creationId xmlns:p14="http://schemas.microsoft.com/office/powerpoint/2010/main" val="4115055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AAF10-DD54-8A24-35D1-D3013D7598A7}"/>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37AA9C30-D11D-D873-1B38-FCDFABEC7430}"/>
              </a:ext>
            </a:extLst>
          </p:cNvPr>
          <p:cNvSpPr/>
          <p:nvPr/>
        </p:nvSpPr>
        <p:spPr>
          <a:xfrm>
            <a:off x="1237724" y="5085137"/>
            <a:ext cx="4577334"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46. </a:t>
            </a:r>
            <a:r>
              <a:rPr lang="es-CO" sz="1200" dirty="0"/>
              <a:t>Transacciones aplicadas y cuenta corriente balanceada.</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F7323B39-D3C9-5BDA-EC79-6422B6A01B59}"/>
              </a:ext>
            </a:extLst>
          </p:cNvPr>
          <p:cNvPicPr>
            <a:picLocks noChangeAspect="1"/>
          </p:cNvPicPr>
          <p:nvPr/>
        </p:nvPicPr>
        <p:blipFill>
          <a:blip r:embed="rId2"/>
          <a:stretch>
            <a:fillRect/>
          </a:stretch>
        </p:blipFill>
        <p:spPr>
          <a:xfrm>
            <a:off x="1237724" y="1683033"/>
            <a:ext cx="9583200" cy="2909454"/>
          </a:xfrm>
          <a:prstGeom prst="rect">
            <a:avLst/>
          </a:prstGeom>
        </p:spPr>
      </p:pic>
      <p:sp>
        <p:nvSpPr>
          <p:cNvPr id="5" name="Título 3">
            <a:extLst>
              <a:ext uri="{FF2B5EF4-FFF2-40B4-BE49-F238E27FC236}">
                <a16:creationId xmlns:a16="http://schemas.microsoft.com/office/drawing/2014/main" id="{703A45E5-26FD-EAE2-7F7B-7E39E1FC99C7}"/>
              </a:ext>
            </a:extLst>
          </p:cNvPr>
          <p:cNvSpPr txBox="1">
            <a:spLocks/>
          </p:cNvSpPr>
          <p:nvPr/>
        </p:nvSpPr>
        <p:spPr>
          <a:xfrm>
            <a:off x="1204341" y="421750"/>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Resultado: </a:t>
            </a:r>
            <a:r>
              <a:rPr lang="es-CO" sz="3200" dirty="0"/>
              <a:t>TSAAREV Revisión de detalle de cuenta -</a:t>
            </a:r>
          </a:p>
          <a:p>
            <a:r>
              <a:rPr lang="es-CO" sz="3200" dirty="0"/>
              <a:t>alumnos</a:t>
            </a:r>
            <a:endParaRPr lang="es-CL" dirty="0"/>
          </a:p>
        </p:txBody>
      </p:sp>
      <p:pic>
        <p:nvPicPr>
          <p:cNvPr id="8" name="Imagen 7">
            <a:extLst>
              <a:ext uri="{FF2B5EF4-FFF2-40B4-BE49-F238E27FC236}">
                <a16:creationId xmlns:a16="http://schemas.microsoft.com/office/drawing/2014/main" id="{E17658F6-6A5A-8027-D5CA-8A93C3384EBB}"/>
              </a:ext>
            </a:extLst>
          </p:cNvPr>
          <p:cNvPicPr>
            <a:picLocks noChangeAspect="1"/>
          </p:cNvPicPr>
          <p:nvPr/>
        </p:nvPicPr>
        <p:blipFill>
          <a:blip r:embed="rId3"/>
          <a:stretch>
            <a:fillRect/>
          </a:stretch>
        </p:blipFill>
        <p:spPr>
          <a:xfrm>
            <a:off x="5286034" y="2447584"/>
            <a:ext cx="162000" cy="162000"/>
          </a:xfrm>
          <a:prstGeom prst="rect">
            <a:avLst/>
          </a:prstGeom>
        </p:spPr>
      </p:pic>
    </p:spTree>
    <p:extLst>
      <p:ext uri="{BB962C8B-B14F-4D97-AF65-F5344CB8AC3E}">
        <p14:creationId xmlns:p14="http://schemas.microsoft.com/office/powerpoint/2010/main" val="20624064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D9F03-05FF-1824-7682-8C45F329366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E087B20-88E3-2DB7-A438-2C67053562AF}"/>
              </a:ext>
            </a:extLst>
          </p:cNvPr>
          <p:cNvSpPr>
            <a:spLocks noGrp="1"/>
          </p:cNvSpPr>
          <p:nvPr>
            <p:ph type="body" sz="quarter" idx="10"/>
          </p:nvPr>
        </p:nvSpPr>
        <p:spPr>
          <a:xfrm>
            <a:off x="717362" y="2534330"/>
            <a:ext cx="10434187" cy="1333891"/>
          </a:xfrm>
        </p:spPr>
        <p:txBody>
          <a:bodyPr/>
          <a:lstStyle/>
          <a:p>
            <a:r>
              <a:rPr lang="es-ES" dirty="0"/>
              <a:t>Gestión del proceso de retenciones financieras</a:t>
            </a:r>
            <a:endParaRPr lang="es-CO" dirty="0"/>
          </a:p>
        </p:txBody>
      </p:sp>
      <p:sp>
        <p:nvSpPr>
          <p:cNvPr id="6" name="Text Placeholder 16">
            <a:extLst>
              <a:ext uri="{FF2B5EF4-FFF2-40B4-BE49-F238E27FC236}">
                <a16:creationId xmlns:a16="http://schemas.microsoft.com/office/drawing/2014/main" id="{14B7BE41-C860-8BCD-6A71-17BB11995FCF}"/>
              </a:ext>
            </a:extLst>
          </p:cNvPr>
          <p:cNvSpPr txBox="1">
            <a:spLocks/>
          </p:cNvSpPr>
          <p:nvPr/>
        </p:nvSpPr>
        <p:spPr>
          <a:xfrm>
            <a:off x="566045" y="3868221"/>
            <a:ext cx="536841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la cuenta corriente</a:t>
            </a:r>
            <a:endParaRPr lang="en-US" sz="2000" dirty="0">
              <a:solidFill>
                <a:schemeClr val="bg1"/>
              </a:solidFill>
            </a:endParaRPr>
          </a:p>
        </p:txBody>
      </p:sp>
    </p:spTree>
    <p:extLst>
      <p:ext uri="{BB962C8B-B14F-4D97-AF65-F5344CB8AC3E}">
        <p14:creationId xmlns:p14="http://schemas.microsoft.com/office/powerpoint/2010/main" val="1742513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A98C-1EE5-DF53-C6DE-7B3AC0E2166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939BD38-E2EC-59CD-1EAB-E2E5A2389986}"/>
              </a:ext>
            </a:extLst>
          </p:cNvPr>
          <p:cNvSpPr txBox="1">
            <a:spLocks/>
          </p:cNvSpPr>
          <p:nvPr/>
        </p:nvSpPr>
        <p:spPr>
          <a:xfrm>
            <a:off x="1081086" y="206305"/>
            <a:ext cx="10029825"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del proceso de retenciones financieras</a:t>
            </a:r>
          </a:p>
          <a:p>
            <a:endParaRPr lang="es-CO" sz="3000" dirty="0"/>
          </a:p>
          <a:p>
            <a:r>
              <a:rPr lang="es-CO" sz="3000" dirty="0"/>
              <a:t>  </a:t>
            </a:r>
          </a:p>
          <a:p>
            <a:r>
              <a:rPr lang="es-ES_tradnl" sz="3000" dirty="0"/>
              <a:t> </a:t>
            </a:r>
            <a:endParaRPr lang="es-CL" sz="3000" dirty="0"/>
          </a:p>
        </p:txBody>
      </p:sp>
      <p:pic>
        <p:nvPicPr>
          <p:cNvPr id="4" name="Imagen 3" descr="Diagrama&#10;&#10;Descripción generada automáticamente">
            <a:extLst>
              <a:ext uri="{FF2B5EF4-FFF2-40B4-BE49-F238E27FC236}">
                <a16:creationId xmlns:a16="http://schemas.microsoft.com/office/drawing/2014/main" id="{D0A0B7FF-B6B0-6646-1C9A-8FDE3CC225DF}"/>
              </a:ext>
            </a:extLst>
          </p:cNvPr>
          <p:cNvPicPr>
            <a:picLocks noChangeAspect="1"/>
          </p:cNvPicPr>
          <p:nvPr/>
        </p:nvPicPr>
        <p:blipFill>
          <a:blip r:embed="rId3"/>
          <a:stretch>
            <a:fillRect/>
          </a:stretch>
        </p:blipFill>
        <p:spPr>
          <a:xfrm>
            <a:off x="1304398" y="936053"/>
            <a:ext cx="9583200" cy="5353692"/>
          </a:xfrm>
          <a:prstGeom prst="rect">
            <a:avLst/>
          </a:prstGeom>
        </p:spPr>
      </p:pic>
    </p:spTree>
    <p:extLst>
      <p:ext uri="{BB962C8B-B14F-4D97-AF65-F5344CB8AC3E}">
        <p14:creationId xmlns:p14="http://schemas.microsoft.com/office/powerpoint/2010/main" val="1676522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9063-C77E-9C16-562F-46522B9B8ADB}"/>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D21ADE55-EAC2-B078-A8E6-3D6C7D240E1E}"/>
              </a:ext>
            </a:extLst>
          </p:cNvPr>
          <p:cNvSpPr/>
          <p:nvPr/>
        </p:nvSpPr>
        <p:spPr>
          <a:xfrm>
            <a:off x="1304399" y="3895036"/>
            <a:ext cx="383910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 </a:t>
            </a:r>
            <a:r>
              <a:rPr lang="es-CO" sz="1200" dirty="0"/>
              <a:t>Para crear un registro se presiona el botón Insertar.</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14305C66-84EE-F051-8F3B-C949790C6798}"/>
              </a:ext>
            </a:extLst>
          </p:cNvPr>
          <p:cNvSpPr txBox="1">
            <a:spLocks/>
          </p:cNvSpPr>
          <p:nvPr/>
        </p:nvSpPr>
        <p:spPr>
          <a:xfrm>
            <a:off x="1204341" y="421750"/>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TTVRHLD - Creación de reglas de</a:t>
            </a:r>
          </a:p>
          <a:p>
            <a:r>
              <a:rPr lang="es-CO" sz="3200" dirty="0"/>
              <a:t>retención</a:t>
            </a:r>
            <a:endParaRPr lang="es-CL" dirty="0"/>
          </a:p>
        </p:txBody>
      </p:sp>
      <p:pic>
        <p:nvPicPr>
          <p:cNvPr id="3" name="Imagen 2">
            <a:extLst>
              <a:ext uri="{FF2B5EF4-FFF2-40B4-BE49-F238E27FC236}">
                <a16:creationId xmlns:a16="http://schemas.microsoft.com/office/drawing/2014/main" id="{6A1F0966-E87D-EF6B-E5E1-B096A1F1A43C}"/>
              </a:ext>
            </a:extLst>
          </p:cNvPr>
          <p:cNvPicPr>
            <a:picLocks noChangeAspect="1"/>
          </p:cNvPicPr>
          <p:nvPr/>
        </p:nvPicPr>
        <p:blipFill>
          <a:blip r:embed="rId2"/>
          <a:stretch>
            <a:fillRect/>
          </a:stretch>
        </p:blipFill>
        <p:spPr>
          <a:xfrm>
            <a:off x="1304399" y="1875183"/>
            <a:ext cx="9583200" cy="1873670"/>
          </a:xfrm>
          <a:prstGeom prst="rect">
            <a:avLst/>
          </a:prstGeom>
        </p:spPr>
      </p:pic>
      <p:sp>
        <p:nvSpPr>
          <p:cNvPr id="6" name="Rectángulo: esquinas redondeadas 5">
            <a:extLst>
              <a:ext uri="{FF2B5EF4-FFF2-40B4-BE49-F238E27FC236}">
                <a16:creationId xmlns:a16="http://schemas.microsoft.com/office/drawing/2014/main" id="{C3989649-0572-9E23-B772-B36542A3D225}"/>
              </a:ext>
            </a:extLst>
          </p:cNvPr>
          <p:cNvSpPr/>
          <p:nvPr/>
        </p:nvSpPr>
        <p:spPr>
          <a:xfrm>
            <a:off x="1304399" y="4402048"/>
            <a:ext cx="622035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 </a:t>
            </a:r>
            <a:r>
              <a:rPr lang="es-CO" sz="1200" dirty="0"/>
              <a:t>En esta página se definen y crean las reglas de retenciones a configurar en el ambiente.</a:t>
            </a:r>
            <a:endParaRPr lang="es-ES" sz="1200" dirty="0">
              <a:solidFill>
                <a:schemeClr val="bg1"/>
              </a:solidFill>
              <a:cs typeface="Arial"/>
            </a:endParaRPr>
          </a:p>
        </p:txBody>
      </p:sp>
      <p:pic>
        <p:nvPicPr>
          <p:cNvPr id="10" name="Imagen 9">
            <a:extLst>
              <a:ext uri="{FF2B5EF4-FFF2-40B4-BE49-F238E27FC236}">
                <a16:creationId xmlns:a16="http://schemas.microsoft.com/office/drawing/2014/main" id="{F2B172CD-B986-C76B-0704-FBA6564FD6BA}"/>
              </a:ext>
            </a:extLst>
          </p:cNvPr>
          <p:cNvPicPr>
            <a:picLocks noChangeAspect="1"/>
          </p:cNvPicPr>
          <p:nvPr/>
        </p:nvPicPr>
        <p:blipFill>
          <a:blip r:embed="rId3"/>
          <a:stretch>
            <a:fillRect/>
          </a:stretch>
        </p:blipFill>
        <p:spPr>
          <a:xfrm>
            <a:off x="1085545" y="2914955"/>
            <a:ext cx="162000" cy="162000"/>
          </a:xfrm>
          <a:prstGeom prst="rect">
            <a:avLst/>
          </a:prstGeom>
        </p:spPr>
      </p:pic>
      <p:pic>
        <p:nvPicPr>
          <p:cNvPr id="12" name="Imagen 11">
            <a:extLst>
              <a:ext uri="{FF2B5EF4-FFF2-40B4-BE49-F238E27FC236}">
                <a16:creationId xmlns:a16="http://schemas.microsoft.com/office/drawing/2014/main" id="{7D4F3E53-8265-762B-6EDA-D015931CE218}"/>
              </a:ext>
            </a:extLst>
          </p:cNvPr>
          <p:cNvPicPr>
            <a:picLocks noChangeAspect="1"/>
          </p:cNvPicPr>
          <p:nvPr/>
        </p:nvPicPr>
        <p:blipFill>
          <a:blip r:embed="rId4"/>
          <a:stretch>
            <a:fillRect/>
          </a:stretch>
        </p:blipFill>
        <p:spPr>
          <a:xfrm>
            <a:off x="10949558" y="2448967"/>
            <a:ext cx="162000" cy="162000"/>
          </a:xfrm>
          <a:prstGeom prst="rect">
            <a:avLst/>
          </a:prstGeom>
        </p:spPr>
      </p:pic>
    </p:spTree>
    <p:extLst>
      <p:ext uri="{BB962C8B-B14F-4D97-AF65-F5344CB8AC3E}">
        <p14:creationId xmlns:p14="http://schemas.microsoft.com/office/powerpoint/2010/main" val="3640808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A44B-E451-A22A-7DEF-0CDDADAF0358}"/>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92220040-B3F1-4020-49A6-919EE8EF5A26}"/>
              </a:ext>
            </a:extLst>
          </p:cNvPr>
          <p:cNvSpPr/>
          <p:nvPr/>
        </p:nvSpPr>
        <p:spPr>
          <a:xfrm>
            <a:off x="1304399" y="4445103"/>
            <a:ext cx="3839101" cy="355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 </a:t>
            </a:r>
            <a:r>
              <a:rPr lang="es-CO" sz="1200" dirty="0"/>
              <a:t>Para crear un registro se presiona el botón Insertar.</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D58DF508-B4EE-E484-126E-7E07CC0A3B2A}"/>
              </a:ext>
            </a:extLst>
          </p:cNvPr>
          <p:cNvSpPr txBox="1">
            <a:spLocks/>
          </p:cNvSpPr>
          <p:nvPr/>
        </p:nvSpPr>
        <p:spPr>
          <a:xfrm>
            <a:off x="1204341" y="421750"/>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STVHLDD - Validación de código de</a:t>
            </a:r>
          </a:p>
          <a:p>
            <a:r>
              <a:rPr lang="es-CO" sz="3200" dirty="0"/>
              <a:t>tipo de retención</a:t>
            </a:r>
            <a:endParaRPr lang="es-CL" dirty="0"/>
          </a:p>
        </p:txBody>
      </p:sp>
      <p:sp>
        <p:nvSpPr>
          <p:cNvPr id="6" name="Rectángulo: esquinas redondeadas 5">
            <a:extLst>
              <a:ext uri="{FF2B5EF4-FFF2-40B4-BE49-F238E27FC236}">
                <a16:creationId xmlns:a16="http://schemas.microsoft.com/office/drawing/2014/main" id="{72325364-1BB4-0EFF-EE1B-448B73B21222}"/>
              </a:ext>
            </a:extLst>
          </p:cNvPr>
          <p:cNvSpPr/>
          <p:nvPr/>
        </p:nvSpPr>
        <p:spPr>
          <a:xfrm>
            <a:off x="1261795" y="4950351"/>
            <a:ext cx="9077851" cy="148589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 </a:t>
            </a:r>
            <a:r>
              <a:rPr lang="es-CO" sz="1200" dirty="0"/>
              <a:t>Diligenciar los campos según corresponda:</a:t>
            </a:r>
          </a:p>
          <a:p>
            <a:r>
              <a:rPr lang="es-CO" sz="1200" b="1" dirty="0"/>
              <a:t>Código</a:t>
            </a:r>
            <a:r>
              <a:rPr lang="es-CO" sz="1200" dirty="0"/>
              <a:t>: Código del tipo de retención.</a:t>
            </a:r>
          </a:p>
          <a:p>
            <a:r>
              <a:rPr lang="es-CO" sz="1200" b="1" dirty="0"/>
              <a:t>Descripción: </a:t>
            </a:r>
            <a:r>
              <a:rPr lang="es-CO" sz="1200" dirty="0"/>
              <a:t>Descripción del tipo de retención.</a:t>
            </a:r>
          </a:p>
          <a:p>
            <a:r>
              <a:rPr lang="es-CO" sz="1200" b="1" dirty="0"/>
              <a:t>Inscripción: </a:t>
            </a:r>
            <a:r>
              <a:rPr lang="es-CO" sz="1200" dirty="0"/>
              <a:t>Cuadro usado para especificar si este tipo de retención restringirá la inscripción.</a:t>
            </a:r>
          </a:p>
          <a:p>
            <a:r>
              <a:rPr lang="es-CO" sz="1200" b="1" dirty="0"/>
              <a:t>Verificación de ingreso: </a:t>
            </a:r>
            <a:r>
              <a:rPr lang="es-CO" sz="1200" dirty="0"/>
              <a:t>Cuadro usado para especificar si este tipo de retención restringirá la verificación de inscripción.</a:t>
            </a:r>
          </a:p>
          <a:p>
            <a:r>
              <a:rPr lang="es-CO" sz="1200" b="1" dirty="0"/>
              <a:t>Histórico académico</a:t>
            </a:r>
            <a:r>
              <a:rPr lang="es-CO" sz="1200" dirty="0"/>
              <a:t>: Cuadro usado para especificar si este tipo de retención restringirá los históricos académicos.</a:t>
            </a:r>
          </a:p>
          <a:p>
            <a:r>
              <a:rPr lang="es-CO" sz="1200" b="1" dirty="0"/>
              <a:t>Graduación: </a:t>
            </a:r>
            <a:r>
              <a:rPr lang="es-CO" sz="1200" dirty="0"/>
              <a:t>Cuadro usado para especificar si este tipo de retención restringirá la graduación.</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55CAC2AF-6AFF-4604-9439-FFA8FDEB4177}"/>
              </a:ext>
            </a:extLst>
          </p:cNvPr>
          <p:cNvPicPr>
            <a:picLocks noChangeAspect="1"/>
          </p:cNvPicPr>
          <p:nvPr/>
        </p:nvPicPr>
        <p:blipFill>
          <a:blip r:embed="rId2"/>
          <a:stretch>
            <a:fillRect/>
          </a:stretch>
        </p:blipFill>
        <p:spPr>
          <a:xfrm>
            <a:off x="1304399" y="1536791"/>
            <a:ext cx="9583200" cy="2709491"/>
          </a:xfrm>
          <a:prstGeom prst="rect">
            <a:avLst/>
          </a:prstGeom>
        </p:spPr>
      </p:pic>
      <p:pic>
        <p:nvPicPr>
          <p:cNvPr id="4" name="Imagen 3">
            <a:extLst>
              <a:ext uri="{FF2B5EF4-FFF2-40B4-BE49-F238E27FC236}">
                <a16:creationId xmlns:a16="http://schemas.microsoft.com/office/drawing/2014/main" id="{5AD17521-CFE6-D1AB-A085-6DB75E16B53B}"/>
              </a:ext>
            </a:extLst>
          </p:cNvPr>
          <p:cNvPicPr>
            <a:picLocks noChangeAspect="1"/>
          </p:cNvPicPr>
          <p:nvPr/>
        </p:nvPicPr>
        <p:blipFill>
          <a:blip r:embed="rId3"/>
          <a:stretch>
            <a:fillRect/>
          </a:stretch>
        </p:blipFill>
        <p:spPr>
          <a:xfrm>
            <a:off x="1099795" y="2819375"/>
            <a:ext cx="162000" cy="162000"/>
          </a:xfrm>
          <a:prstGeom prst="rect">
            <a:avLst/>
          </a:prstGeom>
        </p:spPr>
      </p:pic>
      <p:pic>
        <p:nvPicPr>
          <p:cNvPr id="8" name="Imagen 7">
            <a:extLst>
              <a:ext uri="{FF2B5EF4-FFF2-40B4-BE49-F238E27FC236}">
                <a16:creationId xmlns:a16="http://schemas.microsoft.com/office/drawing/2014/main" id="{EFD2D57B-A1E8-7B18-BF88-6259AD6F8C9F}"/>
              </a:ext>
            </a:extLst>
          </p:cNvPr>
          <p:cNvPicPr>
            <a:picLocks noChangeAspect="1"/>
          </p:cNvPicPr>
          <p:nvPr/>
        </p:nvPicPr>
        <p:blipFill>
          <a:blip r:embed="rId4"/>
          <a:stretch>
            <a:fillRect/>
          </a:stretch>
        </p:blipFill>
        <p:spPr>
          <a:xfrm>
            <a:off x="10916183" y="2115262"/>
            <a:ext cx="162000" cy="162000"/>
          </a:xfrm>
          <a:prstGeom prst="rect">
            <a:avLst/>
          </a:prstGeom>
        </p:spPr>
      </p:pic>
    </p:spTree>
    <p:extLst>
      <p:ext uri="{BB962C8B-B14F-4D97-AF65-F5344CB8AC3E}">
        <p14:creationId xmlns:p14="http://schemas.microsoft.com/office/powerpoint/2010/main" val="5750074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0883-6215-4A3B-2E18-63141104654D}"/>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E1B421B-8C40-F0DD-A106-4E37B9ABE280}"/>
              </a:ext>
            </a:extLst>
          </p:cNvPr>
          <p:cNvPicPr>
            <a:picLocks noChangeAspect="1"/>
          </p:cNvPicPr>
          <p:nvPr/>
        </p:nvPicPr>
        <p:blipFill>
          <a:blip r:embed="rId2"/>
          <a:stretch>
            <a:fillRect/>
          </a:stretch>
        </p:blipFill>
        <p:spPr>
          <a:xfrm>
            <a:off x="1304399" y="1460596"/>
            <a:ext cx="9583200" cy="2754483"/>
          </a:xfrm>
          <a:prstGeom prst="rect">
            <a:avLst/>
          </a:prstGeom>
        </p:spPr>
      </p:pic>
      <p:sp>
        <p:nvSpPr>
          <p:cNvPr id="5" name="Título 3">
            <a:extLst>
              <a:ext uri="{FF2B5EF4-FFF2-40B4-BE49-F238E27FC236}">
                <a16:creationId xmlns:a16="http://schemas.microsoft.com/office/drawing/2014/main" id="{E77BC6A5-8AAB-5BD6-2D22-2D6DFD7DD6EC}"/>
              </a:ext>
            </a:extLst>
          </p:cNvPr>
          <p:cNvSpPr txBox="1">
            <a:spLocks/>
          </p:cNvSpPr>
          <p:nvPr/>
        </p:nvSpPr>
        <p:spPr>
          <a:xfrm>
            <a:off x="1204341" y="421750"/>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STVHLDD - Validación de código de</a:t>
            </a:r>
          </a:p>
          <a:p>
            <a:r>
              <a:rPr lang="es-CO" sz="3200" dirty="0"/>
              <a:t>tipo de retención</a:t>
            </a:r>
            <a:endParaRPr lang="es-CL" dirty="0"/>
          </a:p>
        </p:txBody>
      </p:sp>
      <p:sp>
        <p:nvSpPr>
          <p:cNvPr id="6" name="Rectángulo: esquinas redondeadas 5">
            <a:extLst>
              <a:ext uri="{FF2B5EF4-FFF2-40B4-BE49-F238E27FC236}">
                <a16:creationId xmlns:a16="http://schemas.microsoft.com/office/drawing/2014/main" id="{86FFA62C-F4F1-24DA-2FE8-F4E1136F357A}"/>
              </a:ext>
            </a:extLst>
          </p:cNvPr>
          <p:cNvSpPr/>
          <p:nvPr/>
        </p:nvSpPr>
        <p:spPr>
          <a:xfrm>
            <a:off x="1304398" y="4371975"/>
            <a:ext cx="9683259" cy="21336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 </a:t>
            </a:r>
            <a:r>
              <a:rPr lang="es-CO" sz="1200" dirty="0"/>
              <a:t>Diligenciar los campos según corresponda:</a:t>
            </a:r>
          </a:p>
          <a:p>
            <a:r>
              <a:rPr lang="es-CO" sz="1200" b="1" dirty="0"/>
              <a:t>Calificación: </a:t>
            </a:r>
            <a:r>
              <a:rPr lang="es-CO" sz="1200" dirty="0"/>
              <a:t>Cuadro usado para especificar si este tipo de retención restringirá la generación de reportes de calificación.</a:t>
            </a:r>
          </a:p>
          <a:p>
            <a:r>
              <a:rPr lang="es-CO" sz="1200" b="1" dirty="0" err="1"/>
              <a:t>CxC</a:t>
            </a:r>
            <a:r>
              <a:rPr lang="es-CO" sz="1200" b="1" dirty="0"/>
              <a:t>: </a:t>
            </a:r>
            <a:r>
              <a:rPr lang="es-CO" sz="1200" dirty="0"/>
              <a:t>Cuadro usado para especificar si este tipo de retención restringirá la captura de una variedad de las páginas de procesamiento del módulo de Cuentas</a:t>
            </a:r>
          </a:p>
          <a:p>
            <a:r>
              <a:rPr lang="es-CO" sz="1200" dirty="0"/>
              <a:t>por Cobrar.</a:t>
            </a:r>
          </a:p>
          <a:p>
            <a:r>
              <a:rPr lang="es-CO" sz="1200" b="1" dirty="0"/>
              <a:t>Solicitud: </a:t>
            </a:r>
            <a:r>
              <a:rPr lang="es-CO" sz="1200" dirty="0"/>
              <a:t>Cuadro usado para especificar si este tipo de retención restringirá la solicitud.</a:t>
            </a:r>
          </a:p>
          <a:p>
            <a:r>
              <a:rPr lang="es-CO" sz="1200" b="1" dirty="0"/>
              <a:t>Cumplimiento: </a:t>
            </a:r>
            <a:r>
              <a:rPr lang="es-CO" sz="1200" dirty="0"/>
              <a:t>Cuadro usado para especificar si este tipo de retención restringirá el cumplimiento (o evaluaciones degrado).</a:t>
            </a:r>
          </a:p>
          <a:p>
            <a:r>
              <a:rPr lang="es-CO" sz="1200" b="1" dirty="0"/>
              <a:t>Mensaje de voz</a:t>
            </a:r>
            <a:r>
              <a:rPr lang="es-CO" sz="1200" dirty="0"/>
              <a:t>: Número de Mensaje de Respuesta de Voz. Número asignado al mensaje de Respuesta a Voz asignado a este código de tipo de restricción.</a:t>
            </a:r>
          </a:p>
          <a:p>
            <a:r>
              <a:rPr lang="es-CO" sz="1200" b="1" dirty="0"/>
              <a:t>Indicador web: </a:t>
            </a:r>
            <a:r>
              <a:rPr lang="es-CO" sz="1200" dirty="0"/>
              <a:t>Cuadro que se usa para especificar los tipos de retención que se pueden desplegar en las solicitudes de Self-Service de Banner.</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A30661FA-6F84-134A-6EB5-C735C3B26F50}"/>
              </a:ext>
            </a:extLst>
          </p:cNvPr>
          <p:cNvPicPr>
            <a:picLocks noChangeAspect="1"/>
          </p:cNvPicPr>
          <p:nvPr/>
        </p:nvPicPr>
        <p:blipFill>
          <a:blip r:embed="rId3"/>
          <a:stretch>
            <a:fillRect/>
          </a:stretch>
        </p:blipFill>
        <p:spPr>
          <a:xfrm>
            <a:off x="5947943" y="2732872"/>
            <a:ext cx="162000" cy="162000"/>
          </a:xfrm>
          <a:prstGeom prst="rect">
            <a:avLst/>
          </a:prstGeom>
        </p:spPr>
      </p:pic>
    </p:spTree>
    <p:extLst>
      <p:ext uri="{BB962C8B-B14F-4D97-AF65-F5344CB8AC3E}">
        <p14:creationId xmlns:p14="http://schemas.microsoft.com/office/powerpoint/2010/main" val="246503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1D63-71E9-0685-3BF1-924701A57EE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8C0F43FB-74DF-E290-7E57-27FFB3216925}"/>
              </a:ext>
            </a:extLst>
          </p:cNvPr>
          <p:cNvPicPr>
            <a:picLocks noChangeAspect="1"/>
          </p:cNvPicPr>
          <p:nvPr/>
        </p:nvPicPr>
        <p:blipFill>
          <a:blip r:embed="rId2"/>
          <a:stretch>
            <a:fillRect/>
          </a:stretch>
        </p:blipFill>
        <p:spPr>
          <a:xfrm>
            <a:off x="1304399" y="1337984"/>
            <a:ext cx="9583200" cy="4182032"/>
          </a:xfrm>
          <a:prstGeom prst="rect">
            <a:avLst/>
          </a:prstGeom>
        </p:spPr>
      </p:pic>
      <p:sp>
        <p:nvSpPr>
          <p:cNvPr id="7" name="Rectángulo: esquinas redondeadas 6">
            <a:extLst>
              <a:ext uri="{FF2B5EF4-FFF2-40B4-BE49-F238E27FC236}">
                <a16:creationId xmlns:a16="http://schemas.microsoft.com/office/drawing/2014/main" id="{DA991299-2A6F-AD3F-8DF8-3302241ADD26}"/>
              </a:ext>
            </a:extLst>
          </p:cNvPr>
          <p:cNvSpPr/>
          <p:nvPr/>
        </p:nvSpPr>
        <p:spPr>
          <a:xfrm>
            <a:off x="1313924" y="5925782"/>
            <a:ext cx="7068077"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a:t>
            </a:r>
            <a:r>
              <a:rPr lang="es-CO" sz="1200" b="1" dirty="0"/>
              <a:t> TGAHOLD </a:t>
            </a:r>
            <a:r>
              <a:rPr lang="es-CO" sz="1200" dirty="0"/>
              <a:t>se realiza la Configuración de cada una de las reglas para las retenciones automáticas.</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B420ABFA-8D97-956A-51C1-71764B957340}"/>
              </a:ext>
            </a:extLst>
          </p:cNvPr>
          <p:cNvSpPr txBox="1">
            <a:spLocks/>
          </p:cNvSpPr>
          <p:nvPr/>
        </p:nvSpPr>
        <p:spPr>
          <a:xfrm>
            <a:off x="1204340" y="25814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TGAHOLD - Reglas de retención</a:t>
            </a:r>
          </a:p>
          <a:p>
            <a:r>
              <a:rPr lang="es-CO" sz="3200" dirty="0"/>
              <a:t>automática</a:t>
            </a:r>
            <a:endParaRPr lang="es-CL" dirty="0"/>
          </a:p>
        </p:txBody>
      </p:sp>
      <p:sp>
        <p:nvSpPr>
          <p:cNvPr id="8" name="Rectángulo: esquinas redondeadas 7">
            <a:extLst>
              <a:ext uri="{FF2B5EF4-FFF2-40B4-BE49-F238E27FC236}">
                <a16:creationId xmlns:a16="http://schemas.microsoft.com/office/drawing/2014/main" id="{908AFC2A-7416-5F68-376C-2E92A382AD46}"/>
              </a:ext>
            </a:extLst>
          </p:cNvPr>
          <p:cNvSpPr/>
          <p:nvPr/>
        </p:nvSpPr>
        <p:spPr>
          <a:xfrm>
            <a:off x="8582175" y="4239027"/>
            <a:ext cx="2181603" cy="48025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 </a:t>
            </a:r>
            <a:r>
              <a:rPr lang="es-CO" sz="1200" dirty="0"/>
              <a:t>Presionar el botón OK.</a:t>
            </a:r>
            <a:endParaRPr lang="es-ES" sz="1200" dirty="0">
              <a:solidFill>
                <a:schemeClr val="bg1"/>
              </a:solidFill>
              <a:cs typeface="Arial"/>
            </a:endParaRPr>
          </a:p>
        </p:txBody>
      </p:sp>
      <p:sp>
        <p:nvSpPr>
          <p:cNvPr id="9" name="Rectángulo: esquinas redondeadas 8">
            <a:extLst>
              <a:ext uri="{FF2B5EF4-FFF2-40B4-BE49-F238E27FC236}">
                <a16:creationId xmlns:a16="http://schemas.microsoft.com/office/drawing/2014/main" id="{90D255A4-2228-3452-32E1-17C8DD810013}"/>
              </a:ext>
            </a:extLst>
          </p:cNvPr>
          <p:cNvSpPr/>
          <p:nvPr/>
        </p:nvSpPr>
        <p:spPr>
          <a:xfrm>
            <a:off x="1428222" y="4239027"/>
            <a:ext cx="2553227" cy="6579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 </a:t>
            </a:r>
            <a:r>
              <a:rPr lang="es-CO" sz="1200" dirty="0"/>
              <a:t>En la ventana emergente, se</a:t>
            </a:r>
          </a:p>
          <a:p>
            <a:r>
              <a:rPr lang="es-CO" sz="1200" dirty="0"/>
              <a:t>selecciona el código de retención que se va a configurar.</a:t>
            </a:r>
            <a:endParaRPr lang="es-ES" sz="1200" dirty="0">
              <a:solidFill>
                <a:schemeClr val="bg1"/>
              </a:solidFill>
              <a:cs typeface="Arial"/>
            </a:endParaRPr>
          </a:p>
        </p:txBody>
      </p:sp>
      <p:sp>
        <p:nvSpPr>
          <p:cNvPr id="11" name="Rectángulo: esquinas redondeadas 10">
            <a:extLst>
              <a:ext uri="{FF2B5EF4-FFF2-40B4-BE49-F238E27FC236}">
                <a16:creationId xmlns:a16="http://schemas.microsoft.com/office/drawing/2014/main" id="{3DFB9D62-0D1D-05D9-9232-CABED6CB4617}"/>
              </a:ext>
            </a:extLst>
          </p:cNvPr>
          <p:cNvSpPr/>
          <p:nvPr/>
        </p:nvSpPr>
        <p:spPr>
          <a:xfrm>
            <a:off x="8210552" y="2693433"/>
            <a:ext cx="2677047" cy="6579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 </a:t>
            </a:r>
            <a:r>
              <a:rPr lang="es-CO" sz="1200" dirty="0"/>
              <a:t>Presionar el botón </a:t>
            </a:r>
            <a:r>
              <a:rPr lang="es-CO" sz="1200" b="1" dirty="0"/>
              <a:t>Ir </a:t>
            </a:r>
            <a:r>
              <a:rPr lang="es-CO" sz="1200" dirty="0"/>
              <a:t>para pasar a la siguiente sección.</a:t>
            </a:r>
            <a:endParaRPr lang="es-ES" sz="1200" dirty="0">
              <a:solidFill>
                <a:schemeClr val="bg1"/>
              </a:solidFill>
              <a:cs typeface="Arial"/>
            </a:endParaRPr>
          </a:p>
        </p:txBody>
      </p:sp>
      <p:sp>
        <p:nvSpPr>
          <p:cNvPr id="13" name="Rectángulo: esquinas redondeadas 12">
            <a:extLst>
              <a:ext uri="{FF2B5EF4-FFF2-40B4-BE49-F238E27FC236}">
                <a16:creationId xmlns:a16="http://schemas.microsoft.com/office/drawing/2014/main" id="{E3F5A5A6-1E2E-A883-2835-516B71F5437B}"/>
              </a:ext>
            </a:extLst>
          </p:cNvPr>
          <p:cNvSpPr/>
          <p:nvPr/>
        </p:nvSpPr>
        <p:spPr>
          <a:xfrm>
            <a:off x="1428223" y="2693433"/>
            <a:ext cx="2553227" cy="9225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 </a:t>
            </a:r>
            <a:r>
              <a:rPr lang="es-CO" sz="1200" dirty="0"/>
              <a:t>En el campo Código de regla se</a:t>
            </a:r>
          </a:p>
          <a:p>
            <a:r>
              <a:rPr lang="es-CO" sz="1200" dirty="0"/>
              <a:t>presiona el botón para desplegar la lista de retenciones, seleccionar un código.</a:t>
            </a:r>
            <a:endParaRPr lang="es-ES" sz="1200" dirty="0">
              <a:solidFill>
                <a:schemeClr val="bg1"/>
              </a:solidFill>
              <a:cs typeface="Arial"/>
            </a:endParaRPr>
          </a:p>
        </p:txBody>
      </p:sp>
      <p:pic>
        <p:nvPicPr>
          <p:cNvPr id="15" name="Imagen 14">
            <a:extLst>
              <a:ext uri="{FF2B5EF4-FFF2-40B4-BE49-F238E27FC236}">
                <a16:creationId xmlns:a16="http://schemas.microsoft.com/office/drawing/2014/main" id="{D418C352-B352-0636-4A78-C11E0B808990}"/>
              </a:ext>
            </a:extLst>
          </p:cNvPr>
          <p:cNvPicPr>
            <a:picLocks noChangeAspect="1"/>
          </p:cNvPicPr>
          <p:nvPr/>
        </p:nvPicPr>
        <p:blipFill>
          <a:blip r:embed="rId3"/>
          <a:stretch>
            <a:fillRect/>
          </a:stretch>
        </p:blipFill>
        <p:spPr>
          <a:xfrm>
            <a:off x="10230155" y="1940540"/>
            <a:ext cx="162000" cy="162000"/>
          </a:xfrm>
          <a:prstGeom prst="rect">
            <a:avLst/>
          </a:prstGeom>
        </p:spPr>
      </p:pic>
      <p:pic>
        <p:nvPicPr>
          <p:cNvPr id="17" name="Imagen 16">
            <a:extLst>
              <a:ext uri="{FF2B5EF4-FFF2-40B4-BE49-F238E27FC236}">
                <a16:creationId xmlns:a16="http://schemas.microsoft.com/office/drawing/2014/main" id="{AED302FE-72F8-7A6E-F05A-AB5866BFB8FF}"/>
              </a:ext>
            </a:extLst>
          </p:cNvPr>
          <p:cNvPicPr>
            <a:picLocks noChangeAspect="1"/>
          </p:cNvPicPr>
          <p:nvPr/>
        </p:nvPicPr>
        <p:blipFill>
          <a:blip r:embed="rId4"/>
          <a:stretch>
            <a:fillRect/>
          </a:stretch>
        </p:blipFill>
        <p:spPr>
          <a:xfrm>
            <a:off x="4107259" y="3693605"/>
            <a:ext cx="162000" cy="162000"/>
          </a:xfrm>
          <a:prstGeom prst="rect">
            <a:avLst/>
          </a:prstGeom>
        </p:spPr>
      </p:pic>
      <p:pic>
        <p:nvPicPr>
          <p:cNvPr id="19" name="Imagen 18">
            <a:extLst>
              <a:ext uri="{FF2B5EF4-FFF2-40B4-BE49-F238E27FC236}">
                <a16:creationId xmlns:a16="http://schemas.microsoft.com/office/drawing/2014/main" id="{25452A3C-BD57-D2F3-22DF-B17A913124E7}"/>
              </a:ext>
            </a:extLst>
          </p:cNvPr>
          <p:cNvPicPr>
            <a:picLocks noChangeAspect="1"/>
          </p:cNvPicPr>
          <p:nvPr/>
        </p:nvPicPr>
        <p:blipFill>
          <a:blip r:embed="rId5"/>
          <a:stretch>
            <a:fillRect/>
          </a:stretch>
        </p:blipFill>
        <p:spPr>
          <a:xfrm>
            <a:off x="1232924" y="1947684"/>
            <a:ext cx="162000" cy="162000"/>
          </a:xfrm>
          <a:prstGeom prst="rect">
            <a:avLst/>
          </a:prstGeom>
        </p:spPr>
      </p:pic>
      <p:pic>
        <p:nvPicPr>
          <p:cNvPr id="21" name="Imagen 20">
            <a:extLst>
              <a:ext uri="{FF2B5EF4-FFF2-40B4-BE49-F238E27FC236}">
                <a16:creationId xmlns:a16="http://schemas.microsoft.com/office/drawing/2014/main" id="{329EE8EE-7561-552C-02CB-40A5328BF410}"/>
              </a:ext>
            </a:extLst>
          </p:cNvPr>
          <p:cNvPicPr>
            <a:picLocks noChangeAspect="1"/>
          </p:cNvPicPr>
          <p:nvPr/>
        </p:nvPicPr>
        <p:blipFill>
          <a:blip r:embed="rId6"/>
          <a:stretch>
            <a:fillRect/>
          </a:stretch>
        </p:blipFill>
        <p:spPr>
          <a:xfrm>
            <a:off x="7964884" y="4964509"/>
            <a:ext cx="162000" cy="162000"/>
          </a:xfrm>
          <a:prstGeom prst="rect">
            <a:avLst/>
          </a:prstGeom>
        </p:spPr>
      </p:pic>
    </p:spTree>
    <p:extLst>
      <p:ext uri="{BB962C8B-B14F-4D97-AF65-F5344CB8AC3E}">
        <p14:creationId xmlns:p14="http://schemas.microsoft.com/office/powerpoint/2010/main" val="18591329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AAE3-AE31-BBF0-4F0F-9A41FE75FCB2}"/>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32BB7B23-F139-2081-A499-1AC98D086279}"/>
              </a:ext>
            </a:extLst>
          </p:cNvPr>
          <p:cNvSpPr/>
          <p:nvPr/>
        </p:nvSpPr>
        <p:spPr>
          <a:xfrm>
            <a:off x="1261794" y="5804921"/>
            <a:ext cx="3867677"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8</a:t>
            </a:r>
            <a:r>
              <a:rPr lang="es-CO" sz="1200" dirty="0"/>
              <a:t>. Presionar el botón para pasar a la siguiente página.</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68D8E073-9D7A-241D-5C3A-D3E0BF20F10B}"/>
              </a:ext>
            </a:extLst>
          </p:cNvPr>
          <p:cNvSpPr txBox="1">
            <a:spLocks/>
          </p:cNvSpPr>
          <p:nvPr/>
        </p:nvSpPr>
        <p:spPr>
          <a:xfrm>
            <a:off x="1204340" y="25814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TGAHOLD - Reglas de retención</a:t>
            </a:r>
          </a:p>
          <a:p>
            <a:r>
              <a:rPr lang="es-CO" sz="3200" dirty="0"/>
              <a:t>automática</a:t>
            </a:r>
            <a:endParaRPr lang="es-CL" dirty="0"/>
          </a:p>
        </p:txBody>
      </p:sp>
      <p:sp>
        <p:nvSpPr>
          <p:cNvPr id="8" name="Rectángulo: esquinas redondeadas 7">
            <a:extLst>
              <a:ext uri="{FF2B5EF4-FFF2-40B4-BE49-F238E27FC236}">
                <a16:creationId xmlns:a16="http://schemas.microsoft.com/office/drawing/2014/main" id="{FB9714F9-2BA2-FD9C-A1FA-270BA37B894F}"/>
              </a:ext>
            </a:extLst>
          </p:cNvPr>
          <p:cNvSpPr/>
          <p:nvPr/>
        </p:nvSpPr>
        <p:spPr>
          <a:xfrm>
            <a:off x="1261794" y="4679298"/>
            <a:ext cx="6072456"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6. </a:t>
            </a:r>
            <a:r>
              <a:rPr lang="es-CO" sz="1200" dirty="0"/>
              <a:t>Puede utilizar el campo Razón para explicar por qué una retención se colocó en un ID.</a:t>
            </a:r>
            <a:endParaRPr lang="es-ES" sz="1200" dirty="0">
              <a:solidFill>
                <a:schemeClr val="bg1"/>
              </a:solidFill>
              <a:cs typeface="Arial"/>
            </a:endParaRPr>
          </a:p>
        </p:txBody>
      </p:sp>
      <p:sp>
        <p:nvSpPr>
          <p:cNvPr id="11" name="Rectángulo: esquinas redondeadas 10">
            <a:extLst>
              <a:ext uri="{FF2B5EF4-FFF2-40B4-BE49-F238E27FC236}">
                <a16:creationId xmlns:a16="http://schemas.microsoft.com/office/drawing/2014/main" id="{2D2154CE-E161-6769-E654-B0F38F05E7C6}"/>
              </a:ext>
            </a:extLst>
          </p:cNvPr>
          <p:cNvSpPr/>
          <p:nvPr/>
        </p:nvSpPr>
        <p:spPr>
          <a:xfrm>
            <a:off x="1261794" y="5246781"/>
            <a:ext cx="3867677" cy="42527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7. </a:t>
            </a:r>
            <a:r>
              <a:rPr lang="es-CO" sz="1200" dirty="0"/>
              <a:t>El campo A fecha es la fecha final de la retención.</a:t>
            </a:r>
            <a:endParaRPr lang="es-ES" sz="1200" dirty="0">
              <a:solidFill>
                <a:schemeClr val="bg1"/>
              </a:solidFill>
              <a:cs typeface="Arial"/>
            </a:endParaRPr>
          </a:p>
        </p:txBody>
      </p:sp>
      <p:sp>
        <p:nvSpPr>
          <p:cNvPr id="13" name="Rectángulo: esquinas redondeadas 12">
            <a:extLst>
              <a:ext uri="{FF2B5EF4-FFF2-40B4-BE49-F238E27FC236}">
                <a16:creationId xmlns:a16="http://schemas.microsoft.com/office/drawing/2014/main" id="{942151BA-DDE0-0998-DA99-28DFF196134D}"/>
              </a:ext>
            </a:extLst>
          </p:cNvPr>
          <p:cNvSpPr/>
          <p:nvPr/>
        </p:nvSpPr>
        <p:spPr>
          <a:xfrm>
            <a:off x="1261794" y="4077456"/>
            <a:ext cx="7872681" cy="42527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5</a:t>
            </a:r>
            <a:r>
              <a:rPr lang="es-CO" sz="1200" dirty="0"/>
              <a:t>. En el campo Tipo de retención se presiona el botón para desplegar la lista de retenciones, seleccionar un código.</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AA67408A-73BB-A0A7-5D31-CD25C08EDD82}"/>
              </a:ext>
            </a:extLst>
          </p:cNvPr>
          <p:cNvPicPr>
            <a:picLocks noChangeAspect="1"/>
          </p:cNvPicPr>
          <p:nvPr/>
        </p:nvPicPr>
        <p:blipFill>
          <a:blip r:embed="rId2"/>
          <a:stretch>
            <a:fillRect/>
          </a:stretch>
        </p:blipFill>
        <p:spPr>
          <a:xfrm>
            <a:off x="1304398" y="1514408"/>
            <a:ext cx="9583200" cy="1898653"/>
          </a:xfrm>
          <a:prstGeom prst="rect">
            <a:avLst/>
          </a:prstGeom>
        </p:spPr>
      </p:pic>
      <p:pic>
        <p:nvPicPr>
          <p:cNvPr id="10" name="Imagen 9">
            <a:extLst>
              <a:ext uri="{FF2B5EF4-FFF2-40B4-BE49-F238E27FC236}">
                <a16:creationId xmlns:a16="http://schemas.microsoft.com/office/drawing/2014/main" id="{1F26CFA3-A6B7-D019-4799-066326F3F6B3}"/>
              </a:ext>
            </a:extLst>
          </p:cNvPr>
          <p:cNvPicPr>
            <a:picLocks noChangeAspect="1"/>
          </p:cNvPicPr>
          <p:nvPr/>
        </p:nvPicPr>
        <p:blipFill>
          <a:blip r:embed="rId3"/>
          <a:srcRect t="7861" b="47473"/>
          <a:stretch>
            <a:fillRect/>
          </a:stretch>
        </p:blipFill>
        <p:spPr>
          <a:xfrm>
            <a:off x="1304398" y="3364961"/>
            <a:ext cx="9583200" cy="352425"/>
          </a:xfrm>
          <a:prstGeom prst="rect">
            <a:avLst/>
          </a:prstGeom>
        </p:spPr>
      </p:pic>
      <p:pic>
        <p:nvPicPr>
          <p:cNvPr id="14" name="Imagen 13">
            <a:extLst>
              <a:ext uri="{FF2B5EF4-FFF2-40B4-BE49-F238E27FC236}">
                <a16:creationId xmlns:a16="http://schemas.microsoft.com/office/drawing/2014/main" id="{C9BAE1C0-444E-5113-D5E4-8C03E2786D9E}"/>
              </a:ext>
            </a:extLst>
          </p:cNvPr>
          <p:cNvPicPr>
            <a:picLocks noChangeAspect="1"/>
          </p:cNvPicPr>
          <p:nvPr/>
        </p:nvPicPr>
        <p:blipFill>
          <a:blip r:embed="rId4"/>
          <a:stretch>
            <a:fillRect/>
          </a:stretch>
        </p:blipFill>
        <p:spPr>
          <a:xfrm>
            <a:off x="4177435" y="2819133"/>
            <a:ext cx="162000" cy="162000"/>
          </a:xfrm>
          <a:prstGeom prst="rect">
            <a:avLst/>
          </a:prstGeom>
        </p:spPr>
      </p:pic>
      <p:pic>
        <p:nvPicPr>
          <p:cNvPr id="18" name="Imagen 17">
            <a:extLst>
              <a:ext uri="{FF2B5EF4-FFF2-40B4-BE49-F238E27FC236}">
                <a16:creationId xmlns:a16="http://schemas.microsoft.com/office/drawing/2014/main" id="{BEEC5992-7EDD-E6FE-96C0-D36D49323A2E}"/>
              </a:ext>
            </a:extLst>
          </p:cNvPr>
          <p:cNvPicPr>
            <a:picLocks noChangeAspect="1"/>
          </p:cNvPicPr>
          <p:nvPr/>
        </p:nvPicPr>
        <p:blipFill>
          <a:blip r:embed="rId5"/>
          <a:stretch>
            <a:fillRect/>
          </a:stretch>
        </p:blipFill>
        <p:spPr>
          <a:xfrm>
            <a:off x="8220001" y="2505283"/>
            <a:ext cx="162000" cy="162000"/>
          </a:xfrm>
          <a:prstGeom prst="rect">
            <a:avLst/>
          </a:prstGeom>
        </p:spPr>
      </p:pic>
      <p:pic>
        <p:nvPicPr>
          <p:cNvPr id="22" name="Imagen 21">
            <a:extLst>
              <a:ext uri="{FF2B5EF4-FFF2-40B4-BE49-F238E27FC236}">
                <a16:creationId xmlns:a16="http://schemas.microsoft.com/office/drawing/2014/main" id="{C4D80EE3-75A0-36AC-86D4-271B9B4C9B8E}"/>
              </a:ext>
            </a:extLst>
          </p:cNvPr>
          <p:cNvPicPr>
            <a:picLocks noChangeAspect="1"/>
          </p:cNvPicPr>
          <p:nvPr/>
        </p:nvPicPr>
        <p:blipFill>
          <a:blip r:embed="rId6"/>
          <a:stretch>
            <a:fillRect/>
          </a:stretch>
        </p:blipFill>
        <p:spPr>
          <a:xfrm>
            <a:off x="1099795" y="3432416"/>
            <a:ext cx="162000" cy="162000"/>
          </a:xfrm>
          <a:prstGeom prst="rect">
            <a:avLst/>
          </a:prstGeom>
        </p:spPr>
      </p:pic>
      <p:pic>
        <p:nvPicPr>
          <p:cNvPr id="24" name="Imagen 23">
            <a:extLst>
              <a:ext uri="{FF2B5EF4-FFF2-40B4-BE49-F238E27FC236}">
                <a16:creationId xmlns:a16="http://schemas.microsoft.com/office/drawing/2014/main" id="{9AAF34D6-5F4D-1F9B-0032-AF16F9D7957C}"/>
              </a:ext>
            </a:extLst>
          </p:cNvPr>
          <p:cNvPicPr>
            <a:picLocks noChangeAspect="1"/>
          </p:cNvPicPr>
          <p:nvPr/>
        </p:nvPicPr>
        <p:blipFill>
          <a:blip r:embed="rId7"/>
          <a:stretch>
            <a:fillRect/>
          </a:stretch>
        </p:blipFill>
        <p:spPr>
          <a:xfrm>
            <a:off x="4158005" y="2514808"/>
            <a:ext cx="162000" cy="162000"/>
          </a:xfrm>
          <a:prstGeom prst="rect">
            <a:avLst/>
          </a:prstGeom>
        </p:spPr>
      </p:pic>
    </p:spTree>
    <p:extLst>
      <p:ext uri="{BB962C8B-B14F-4D97-AF65-F5344CB8AC3E}">
        <p14:creationId xmlns:p14="http://schemas.microsoft.com/office/powerpoint/2010/main" val="16729051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3934E-1F91-4D9C-FEB7-3B58EE9C14C7}"/>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1DF01E2D-5321-A13F-4379-02FE7F037A1D}"/>
              </a:ext>
            </a:extLst>
          </p:cNvPr>
          <p:cNvSpPr/>
          <p:nvPr/>
        </p:nvSpPr>
        <p:spPr>
          <a:xfrm>
            <a:off x="1304398" y="5434594"/>
            <a:ext cx="3867677"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10. </a:t>
            </a:r>
            <a:r>
              <a:rPr lang="es-CO" sz="1200" dirty="0"/>
              <a:t>Presionar el botón para pasar a la siguiente página.</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44765F8D-3F8F-0D8D-6A1D-B2766B5CAE60}"/>
              </a:ext>
            </a:extLst>
          </p:cNvPr>
          <p:cNvSpPr txBox="1">
            <a:spLocks/>
          </p:cNvSpPr>
          <p:nvPr/>
        </p:nvSpPr>
        <p:spPr>
          <a:xfrm>
            <a:off x="1204340" y="25814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TGAHOLD - Reglas de retención</a:t>
            </a:r>
          </a:p>
          <a:p>
            <a:r>
              <a:rPr lang="es-CO" sz="3200" dirty="0"/>
              <a:t>automática</a:t>
            </a:r>
            <a:endParaRPr lang="es-CL" dirty="0"/>
          </a:p>
        </p:txBody>
      </p:sp>
      <p:sp>
        <p:nvSpPr>
          <p:cNvPr id="8" name="Rectángulo: esquinas redondeadas 7">
            <a:extLst>
              <a:ext uri="{FF2B5EF4-FFF2-40B4-BE49-F238E27FC236}">
                <a16:creationId xmlns:a16="http://schemas.microsoft.com/office/drawing/2014/main" id="{DCC19BD5-0E9A-B2DF-4689-5B756CB80F49}"/>
              </a:ext>
            </a:extLst>
          </p:cNvPr>
          <p:cNvSpPr/>
          <p:nvPr/>
        </p:nvSpPr>
        <p:spPr>
          <a:xfrm>
            <a:off x="1304398" y="4739385"/>
            <a:ext cx="9583200" cy="5228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9. </a:t>
            </a:r>
            <a:r>
              <a:rPr lang="es-CO" sz="1200" dirty="0"/>
              <a:t>En la segunda ventana de </a:t>
            </a:r>
            <a:r>
              <a:rPr lang="es-CO" sz="1200" b="1" dirty="0"/>
              <a:t>TGAHOLD</a:t>
            </a:r>
            <a:r>
              <a:rPr lang="es-CO" sz="1200" dirty="0"/>
              <a:t> se configura el detalle de las reglas de saldo de cuenta. Como saldo mínimo y máximo y los periodos a tener en cuenta.</a:t>
            </a:r>
            <a:endParaRPr lang="es-ES" sz="1200" dirty="0">
              <a:solidFill>
                <a:schemeClr val="bg1"/>
              </a:solidFill>
              <a:cs typeface="Arial"/>
            </a:endParaRPr>
          </a:p>
        </p:txBody>
      </p:sp>
      <p:pic>
        <p:nvPicPr>
          <p:cNvPr id="6" name="Imagen 5">
            <a:extLst>
              <a:ext uri="{FF2B5EF4-FFF2-40B4-BE49-F238E27FC236}">
                <a16:creationId xmlns:a16="http://schemas.microsoft.com/office/drawing/2014/main" id="{E32745D5-2411-9653-EB3A-2C6A4D1B91CA}"/>
              </a:ext>
            </a:extLst>
          </p:cNvPr>
          <p:cNvPicPr>
            <a:picLocks noChangeAspect="1"/>
          </p:cNvPicPr>
          <p:nvPr/>
        </p:nvPicPr>
        <p:blipFill>
          <a:blip r:embed="rId2"/>
          <a:srcRect t="7861" b="47473"/>
          <a:stretch>
            <a:fillRect/>
          </a:stretch>
        </p:blipFill>
        <p:spPr>
          <a:xfrm>
            <a:off x="1404457" y="4027407"/>
            <a:ext cx="9583200" cy="352425"/>
          </a:xfrm>
          <a:prstGeom prst="rect">
            <a:avLst/>
          </a:prstGeom>
        </p:spPr>
      </p:pic>
      <p:pic>
        <p:nvPicPr>
          <p:cNvPr id="12" name="Imagen 11">
            <a:extLst>
              <a:ext uri="{FF2B5EF4-FFF2-40B4-BE49-F238E27FC236}">
                <a16:creationId xmlns:a16="http://schemas.microsoft.com/office/drawing/2014/main" id="{3343782B-33D5-7E35-CCF6-FE8ADAB35701}"/>
              </a:ext>
            </a:extLst>
          </p:cNvPr>
          <p:cNvPicPr>
            <a:picLocks noChangeAspect="1"/>
          </p:cNvPicPr>
          <p:nvPr/>
        </p:nvPicPr>
        <p:blipFill>
          <a:blip r:embed="rId3"/>
          <a:stretch>
            <a:fillRect/>
          </a:stretch>
        </p:blipFill>
        <p:spPr>
          <a:xfrm>
            <a:off x="1404457" y="1382426"/>
            <a:ext cx="9583200" cy="2679496"/>
          </a:xfrm>
          <a:prstGeom prst="rect">
            <a:avLst/>
          </a:prstGeom>
        </p:spPr>
      </p:pic>
      <p:pic>
        <p:nvPicPr>
          <p:cNvPr id="19" name="Imagen 18">
            <a:extLst>
              <a:ext uri="{FF2B5EF4-FFF2-40B4-BE49-F238E27FC236}">
                <a16:creationId xmlns:a16="http://schemas.microsoft.com/office/drawing/2014/main" id="{4DF66796-0742-D18B-819D-CECFBA073539}"/>
              </a:ext>
            </a:extLst>
          </p:cNvPr>
          <p:cNvPicPr>
            <a:picLocks noChangeAspect="1"/>
          </p:cNvPicPr>
          <p:nvPr/>
        </p:nvPicPr>
        <p:blipFill>
          <a:blip r:embed="rId4"/>
          <a:stretch>
            <a:fillRect/>
          </a:stretch>
        </p:blipFill>
        <p:spPr>
          <a:xfrm>
            <a:off x="1213873" y="4103569"/>
            <a:ext cx="162000" cy="162000"/>
          </a:xfrm>
          <a:prstGeom prst="rect">
            <a:avLst/>
          </a:prstGeom>
        </p:spPr>
      </p:pic>
      <p:pic>
        <p:nvPicPr>
          <p:cNvPr id="21" name="Imagen 20">
            <a:extLst>
              <a:ext uri="{FF2B5EF4-FFF2-40B4-BE49-F238E27FC236}">
                <a16:creationId xmlns:a16="http://schemas.microsoft.com/office/drawing/2014/main" id="{365D42CF-222C-8A30-13C4-1FFAEC872873}"/>
              </a:ext>
            </a:extLst>
          </p:cNvPr>
          <p:cNvPicPr>
            <a:picLocks noChangeAspect="1"/>
          </p:cNvPicPr>
          <p:nvPr/>
        </p:nvPicPr>
        <p:blipFill>
          <a:blip r:embed="rId5"/>
          <a:stretch>
            <a:fillRect/>
          </a:stretch>
        </p:blipFill>
        <p:spPr>
          <a:xfrm>
            <a:off x="1232932" y="2181756"/>
            <a:ext cx="162000" cy="162000"/>
          </a:xfrm>
          <a:prstGeom prst="rect">
            <a:avLst/>
          </a:prstGeom>
        </p:spPr>
      </p:pic>
    </p:spTree>
    <p:extLst>
      <p:ext uri="{BB962C8B-B14F-4D97-AF65-F5344CB8AC3E}">
        <p14:creationId xmlns:p14="http://schemas.microsoft.com/office/powerpoint/2010/main" val="24720829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54B8E-62DB-E9C9-A063-807BAC4BFD6C}"/>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EA44499E-BB09-9A2F-497A-462DEA6CCD0D}"/>
              </a:ext>
            </a:extLst>
          </p:cNvPr>
          <p:cNvSpPr/>
          <p:nvPr/>
        </p:nvSpPr>
        <p:spPr>
          <a:xfrm>
            <a:off x="1304398" y="5186465"/>
            <a:ext cx="6544202"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12. </a:t>
            </a:r>
            <a:r>
              <a:rPr lang="es-CO" sz="1200" dirty="0"/>
              <a:t>Al finalizar de diligenciar los campos, se presiona el botón Guardar o presionar la tecla F10.</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15B70BDA-1686-94C2-68CF-EDD135BA4B4E}"/>
              </a:ext>
            </a:extLst>
          </p:cNvPr>
          <p:cNvSpPr txBox="1">
            <a:spLocks/>
          </p:cNvSpPr>
          <p:nvPr/>
        </p:nvSpPr>
        <p:spPr>
          <a:xfrm>
            <a:off x="1204340" y="258145"/>
            <a:ext cx="978331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TGAHOLD - Reglas de retención</a:t>
            </a:r>
          </a:p>
          <a:p>
            <a:r>
              <a:rPr lang="es-CO" sz="3200" dirty="0"/>
              <a:t>automática</a:t>
            </a:r>
            <a:endParaRPr lang="es-CL" dirty="0"/>
          </a:p>
        </p:txBody>
      </p:sp>
      <p:sp>
        <p:nvSpPr>
          <p:cNvPr id="8" name="Rectángulo: esquinas redondeadas 7">
            <a:extLst>
              <a:ext uri="{FF2B5EF4-FFF2-40B4-BE49-F238E27FC236}">
                <a16:creationId xmlns:a16="http://schemas.microsoft.com/office/drawing/2014/main" id="{5A35ECE1-3A4D-4076-2855-96EF3D9850A5}"/>
              </a:ext>
            </a:extLst>
          </p:cNvPr>
          <p:cNvSpPr/>
          <p:nvPr/>
        </p:nvSpPr>
        <p:spPr>
          <a:xfrm>
            <a:off x="1304398" y="4437891"/>
            <a:ext cx="9583200" cy="5228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11</a:t>
            </a:r>
            <a:r>
              <a:rPr lang="es-CO" sz="1200" dirty="0"/>
              <a:t>. En la tercera ventana de </a:t>
            </a:r>
            <a:r>
              <a:rPr lang="es-CO" sz="1200" b="1" dirty="0"/>
              <a:t>TGAHOLD</a:t>
            </a:r>
            <a:r>
              <a:rPr lang="es-CO" sz="1200" dirty="0"/>
              <a:t> se configura el detalle de las reglas de antigüedad de cuenta como la fecha y los días mínimos y máximos de antigüedad.</a:t>
            </a:r>
            <a:endParaRPr lang="es-ES" sz="1200" dirty="0">
              <a:solidFill>
                <a:schemeClr val="bg1"/>
              </a:solidFill>
              <a:cs typeface="Arial"/>
            </a:endParaRPr>
          </a:p>
        </p:txBody>
      </p:sp>
      <p:pic>
        <p:nvPicPr>
          <p:cNvPr id="16" name="Imagen 15">
            <a:extLst>
              <a:ext uri="{FF2B5EF4-FFF2-40B4-BE49-F238E27FC236}">
                <a16:creationId xmlns:a16="http://schemas.microsoft.com/office/drawing/2014/main" id="{0833022C-491C-B013-E38E-3D701E68A385}"/>
              </a:ext>
            </a:extLst>
          </p:cNvPr>
          <p:cNvPicPr>
            <a:picLocks noChangeAspect="1"/>
          </p:cNvPicPr>
          <p:nvPr/>
        </p:nvPicPr>
        <p:blipFill>
          <a:blip r:embed="rId2"/>
          <a:stretch>
            <a:fillRect/>
          </a:stretch>
        </p:blipFill>
        <p:spPr>
          <a:xfrm>
            <a:off x="1304398" y="1650155"/>
            <a:ext cx="9583200" cy="1939636"/>
          </a:xfrm>
          <a:prstGeom prst="rect">
            <a:avLst/>
          </a:prstGeom>
        </p:spPr>
      </p:pic>
      <p:pic>
        <p:nvPicPr>
          <p:cNvPr id="3" name="Imagen 2">
            <a:extLst>
              <a:ext uri="{FF2B5EF4-FFF2-40B4-BE49-F238E27FC236}">
                <a16:creationId xmlns:a16="http://schemas.microsoft.com/office/drawing/2014/main" id="{62EC7D5D-E62E-ED60-0005-59E45FACF8E1}"/>
              </a:ext>
            </a:extLst>
          </p:cNvPr>
          <p:cNvPicPr>
            <a:picLocks noChangeAspect="1"/>
          </p:cNvPicPr>
          <p:nvPr/>
        </p:nvPicPr>
        <p:blipFill>
          <a:blip r:embed="rId3"/>
          <a:srcRect b="48668"/>
          <a:stretch>
            <a:fillRect/>
          </a:stretch>
        </p:blipFill>
        <p:spPr>
          <a:xfrm>
            <a:off x="1304398" y="3589791"/>
            <a:ext cx="9583200" cy="374264"/>
          </a:xfrm>
          <a:prstGeom prst="rect">
            <a:avLst/>
          </a:prstGeom>
        </p:spPr>
      </p:pic>
      <p:pic>
        <p:nvPicPr>
          <p:cNvPr id="9" name="Imagen 8">
            <a:extLst>
              <a:ext uri="{FF2B5EF4-FFF2-40B4-BE49-F238E27FC236}">
                <a16:creationId xmlns:a16="http://schemas.microsoft.com/office/drawing/2014/main" id="{D89120AB-F369-32BB-2D62-FCB6E982365B}"/>
              </a:ext>
            </a:extLst>
          </p:cNvPr>
          <p:cNvPicPr>
            <a:picLocks noChangeAspect="1"/>
          </p:cNvPicPr>
          <p:nvPr/>
        </p:nvPicPr>
        <p:blipFill>
          <a:blip r:embed="rId4"/>
          <a:stretch>
            <a:fillRect/>
          </a:stretch>
        </p:blipFill>
        <p:spPr>
          <a:xfrm>
            <a:off x="1106274" y="2429398"/>
            <a:ext cx="162000" cy="162000"/>
          </a:xfrm>
          <a:prstGeom prst="rect">
            <a:avLst/>
          </a:prstGeom>
        </p:spPr>
      </p:pic>
      <p:pic>
        <p:nvPicPr>
          <p:cNvPr id="11" name="Imagen 10">
            <a:extLst>
              <a:ext uri="{FF2B5EF4-FFF2-40B4-BE49-F238E27FC236}">
                <a16:creationId xmlns:a16="http://schemas.microsoft.com/office/drawing/2014/main" id="{1148B357-C63B-38A4-052F-F2E51C3F97EF}"/>
              </a:ext>
            </a:extLst>
          </p:cNvPr>
          <p:cNvPicPr>
            <a:picLocks noChangeAspect="1"/>
          </p:cNvPicPr>
          <p:nvPr/>
        </p:nvPicPr>
        <p:blipFill>
          <a:blip r:embed="rId5"/>
          <a:stretch>
            <a:fillRect/>
          </a:stretch>
        </p:blipFill>
        <p:spPr>
          <a:xfrm>
            <a:off x="10112809" y="3695923"/>
            <a:ext cx="162000" cy="162000"/>
          </a:xfrm>
          <a:prstGeom prst="rect">
            <a:avLst/>
          </a:prstGeom>
        </p:spPr>
      </p:pic>
    </p:spTree>
    <p:extLst>
      <p:ext uri="{BB962C8B-B14F-4D97-AF65-F5344CB8AC3E}">
        <p14:creationId xmlns:p14="http://schemas.microsoft.com/office/powerpoint/2010/main" val="39959157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B21CC-BD99-FF48-75E8-EAF41E16DE9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6617D36-E525-EA05-D5A3-A65A1EBE13A3}"/>
              </a:ext>
            </a:extLst>
          </p:cNvPr>
          <p:cNvPicPr>
            <a:picLocks noChangeAspect="1"/>
          </p:cNvPicPr>
          <p:nvPr/>
        </p:nvPicPr>
        <p:blipFill>
          <a:blip r:embed="rId2"/>
          <a:srcRect t="1190"/>
          <a:stretch>
            <a:fillRect/>
          </a:stretch>
        </p:blipFill>
        <p:spPr>
          <a:xfrm>
            <a:off x="1304398" y="1314450"/>
            <a:ext cx="9583200" cy="4432812"/>
          </a:xfrm>
          <a:prstGeom prst="rect">
            <a:avLst/>
          </a:prstGeom>
        </p:spPr>
      </p:pic>
      <p:sp>
        <p:nvSpPr>
          <p:cNvPr id="7" name="Rectángulo: esquinas redondeadas 6">
            <a:extLst>
              <a:ext uri="{FF2B5EF4-FFF2-40B4-BE49-F238E27FC236}">
                <a16:creationId xmlns:a16="http://schemas.microsoft.com/office/drawing/2014/main" id="{B458352D-E7BD-2C9D-DC9F-4D4CA2BED54F}"/>
              </a:ext>
            </a:extLst>
          </p:cNvPr>
          <p:cNvSpPr/>
          <p:nvPr/>
        </p:nvSpPr>
        <p:spPr>
          <a:xfrm>
            <a:off x="1304399" y="5851629"/>
            <a:ext cx="9583200" cy="434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proceso </a:t>
            </a:r>
            <a:r>
              <a:rPr lang="es-CO" sz="1200" b="1" dirty="0"/>
              <a:t>TGPHOLD</a:t>
            </a:r>
            <a:r>
              <a:rPr lang="es-CO" sz="1200" dirty="0"/>
              <a:t> tiene por función la asignación y la liberación de retenciones de acuerdo con las configuraciones realizadas.</a:t>
            </a:r>
            <a:endParaRPr lang="es-ES" sz="1200" dirty="0">
              <a:solidFill>
                <a:schemeClr val="bg1"/>
              </a:solidFill>
              <a:cs typeface="Arial"/>
            </a:endParaRPr>
          </a:p>
        </p:txBody>
      </p:sp>
      <p:sp>
        <p:nvSpPr>
          <p:cNvPr id="5" name="Título 3">
            <a:extLst>
              <a:ext uri="{FF2B5EF4-FFF2-40B4-BE49-F238E27FC236}">
                <a16:creationId xmlns:a16="http://schemas.microsoft.com/office/drawing/2014/main" id="{89651CF4-C28A-FEA1-B124-76DAFE6C27FC}"/>
              </a:ext>
            </a:extLst>
          </p:cNvPr>
          <p:cNvSpPr txBox="1">
            <a:spLocks/>
          </p:cNvSpPr>
          <p:nvPr/>
        </p:nvSpPr>
        <p:spPr>
          <a:xfrm>
            <a:off x="1204340" y="258145"/>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spTree>
    <p:extLst>
      <p:ext uri="{BB962C8B-B14F-4D97-AF65-F5344CB8AC3E}">
        <p14:creationId xmlns:p14="http://schemas.microsoft.com/office/powerpoint/2010/main" val="767326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C7B0C-742A-B40E-5FA9-3FCFFDC236CB}"/>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F3749750-3530-1F20-2D3A-BE4089D9CA9A}"/>
              </a:ext>
            </a:extLst>
          </p:cNvPr>
          <p:cNvSpPr/>
          <p:nvPr/>
        </p:nvSpPr>
        <p:spPr>
          <a:xfrm>
            <a:off x="1304398" y="3690805"/>
            <a:ext cx="3791477"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1. Se relaciona el nombre del proceso a ejecutar.</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4C9845F4-12EF-0403-8483-68496B56F868}"/>
              </a:ext>
            </a:extLst>
          </p:cNvPr>
          <p:cNvPicPr>
            <a:picLocks noChangeAspect="1"/>
          </p:cNvPicPr>
          <p:nvPr/>
        </p:nvPicPr>
        <p:blipFill>
          <a:blip r:embed="rId2"/>
          <a:stretch>
            <a:fillRect/>
          </a:stretch>
        </p:blipFill>
        <p:spPr>
          <a:xfrm>
            <a:off x="1304398" y="2139242"/>
            <a:ext cx="9583200" cy="1289758"/>
          </a:xfrm>
          <a:prstGeom prst="rect">
            <a:avLst/>
          </a:prstGeom>
        </p:spPr>
      </p:pic>
      <p:sp>
        <p:nvSpPr>
          <p:cNvPr id="4" name="Título 3">
            <a:extLst>
              <a:ext uri="{FF2B5EF4-FFF2-40B4-BE49-F238E27FC236}">
                <a16:creationId xmlns:a16="http://schemas.microsoft.com/office/drawing/2014/main" id="{75C4CA0B-7DC7-3027-E0BD-C7C6ABDF76C0}"/>
              </a:ext>
            </a:extLst>
          </p:cNvPr>
          <p:cNvSpPr txBox="1">
            <a:spLocks/>
          </p:cNvSpPr>
          <p:nvPr/>
        </p:nvSpPr>
        <p:spPr>
          <a:xfrm>
            <a:off x="1304398" y="4772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sp>
        <p:nvSpPr>
          <p:cNvPr id="6" name="Rectángulo: esquinas redondeadas 5">
            <a:extLst>
              <a:ext uri="{FF2B5EF4-FFF2-40B4-BE49-F238E27FC236}">
                <a16:creationId xmlns:a16="http://schemas.microsoft.com/office/drawing/2014/main" id="{F200627A-8111-F381-3A95-65AE8AC5D1F5}"/>
              </a:ext>
            </a:extLst>
          </p:cNvPr>
          <p:cNvSpPr/>
          <p:nvPr/>
        </p:nvSpPr>
        <p:spPr>
          <a:xfrm>
            <a:off x="8773044" y="3690804"/>
            <a:ext cx="2114554"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2. Presionar el botón Ir.</a:t>
            </a:r>
            <a:endParaRPr lang="es-ES" sz="1200" dirty="0">
              <a:solidFill>
                <a:schemeClr val="bg1"/>
              </a:solidFill>
              <a:cs typeface="Arial"/>
            </a:endParaRPr>
          </a:p>
        </p:txBody>
      </p:sp>
      <p:pic>
        <p:nvPicPr>
          <p:cNvPr id="10" name="Imagen 9">
            <a:extLst>
              <a:ext uri="{FF2B5EF4-FFF2-40B4-BE49-F238E27FC236}">
                <a16:creationId xmlns:a16="http://schemas.microsoft.com/office/drawing/2014/main" id="{B7E1BF67-737A-0BC2-A257-67CE12482843}"/>
              </a:ext>
            </a:extLst>
          </p:cNvPr>
          <p:cNvPicPr>
            <a:picLocks noChangeAspect="1"/>
          </p:cNvPicPr>
          <p:nvPr/>
        </p:nvPicPr>
        <p:blipFill>
          <a:blip r:embed="rId3"/>
          <a:stretch>
            <a:fillRect/>
          </a:stretch>
        </p:blipFill>
        <p:spPr>
          <a:xfrm>
            <a:off x="10249205" y="2755851"/>
            <a:ext cx="162000" cy="162000"/>
          </a:xfrm>
          <a:prstGeom prst="rect">
            <a:avLst/>
          </a:prstGeom>
        </p:spPr>
      </p:pic>
      <p:pic>
        <p:nvPicPr>
          <p:cNvPr id="12" name="Imagen 11">
            <a:extLst>
              <a:ext uri="{FF2B5EF4-FFF2-40B4-BE49-F238E27FC236}">
                <a16:creationId xmlns:a16="http://schemas.microsoft.com/office/drawing/2014/main" id="{4B691E53-6F31-DCAA-4E2D-66552A35E07E}"/>
              </a:ext>
            </a:extLst>
          </p:cNvPr>
          <p:cNvPicPr>
            <a:picLocks noChangeAspect="1"/>
          </p:cNvPicPr>
          <p:nvPr/>
        </p:nvPicPr>
        <p:blipFill>
          <a:blip r:embed="rId4"/>
          <a:stretch>
            <a:fillRect/>
          </a:stretch>
        </p:blipFill>
        <p:spPr>
          <a:xfrm>
            <a:off x="3448660" y="2750746"/>
            <a:ext cx="162000" cy="162000"/>
          </a:xfrm>
          <a:prstGeom prst="rect">
            <a:avLst/>
          </a:prstGeom>
        </p:spPr>
      </p:pic>
    </p:spTree>
    <p:extLst>
      <p:ext uri="{BB962C8B-B14F-4D97-AF65-F5344CB8AC3E}">
        <p14:creationId xmlns:p14="http://schemas.microsoft.com/office/powerpoint/2010/main" val="2824001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D9946-CDD6-E662-5F21-78B7D9CA6D66}"/>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95E2882D-D6CE-2A04-490B-AF9660964C1B}"/>
              </a:ext>
            </a:extLst>
          </p:cNvPr>
          <p:cNvSpPr/>
          <p:nvPr/>
        </p:nvSpPr>
        <p:spPr>
          <a:xfrm>
            <a:off x="1304398" y="5943639"/>
            <a:ext cx="4191527"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 </a:t>
            </a:r>
            <a:r>
              <a:rPr lang="es-CO" sz="1200" dirty="0"/>
              <a:t>En el campo Impresora digitar la sentencia DATABASE</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006ECD1A-6B12-7217-AC78-C0FBC5108C9B}"/>
              </a:ext>
            </a:extLst>
          </p:cNvPr>
          <p:cNvSpPr txBox="1">
            <a:spLocks/>
          </p:cNvSpPr>
          <p:nvPr/>
        </p:nvSpPr>
        <p:spPr>
          <a:xfrm>
            <a:off x="1304398" y="4772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5" name="Imagen 4">
            <a:extLst>
              <a:ext uri="{FF2B5EF4-FFF2-40B4-BE49-F238E27FC236}">
                <a16:creationId xmlns:a16="http://schemas.microsoft.com/office/drawing/2014/main" id="{1853C54D-3AB8-35B3-9094-6F17433E29C3}"/>
              </a:ext>
            </a:extLst>
          </p:cNvPr>
          <p:cNvPicPr>
            <a:picLocks noChangeAspect="1"/>
          </p:cNvPicPr>
          <p:nvPr/>
        </p:nvPicPr>
        <p:blipFill>
          <a:blip r:embed="rId2"/>
          <a:stretch>
            <a:fillRect/>
          </a:stretch>
        </p:blipFill>
        <p:spPr>
          <a:xfrm>
            <a:off x="1304400" y="1543976"/>
            <a:ext cx="9583200" cy="4284844"/>
          </a:xfrm>
          <a:prstGeom prst="rect">
            <a:avLst/>
          </a:prstGeom>
        </p:spPr>
      </p:pic>
      <p:pic>
        <p:nvPicPr>
          <p:cNvPr id="9" name="Imagen 8">
            <a:extLst>
              <a:ext uri="{FF2B5EF4-FFF2-40B4-BE49-F238E27FC236}">
                <a16:creationId xmlns:a16="http://schemas.microsoft.com/office/drawing/2014/main" id="{FCD7711B-A4E7-2316-583B-D30D289D01FE}"/>
              </a:ext>
            </a:extLst>
          </p:cNvPr>
          <p:cNvPicPr>
            <a:picLocks noChangeAspect="1"/>
          </p:cNvPicPr>
          <p:nvPr/>
        </p:nvPicPr>
        <p:blipFill>
          <a:blip r:embed="rId3"/>
          <a:stretch>
            <a:fillRect/>
          </a:stretch>
        </p:blipFill>
        <p:spPr>
          <a:xfrm>
            <a:off x="3666784" y="2542834"/>
            <a:ext cx="162000" cy="162000"/>
          </a:xfrm>
          <a:prstGeom prst="rect">
            <a:avLst/>
          </a:prstGeom>
        </p:spPr>
      </p:pic>
    </p:spTree>
    <p:extLst>
      <p:ext uri="{BB962C8B-B14F-4D97-AF65-F5344CB8AC3E}">
        <p14:creationId xmlns:p14="http://schemas.microsoft.com/office/powerpoint/2010/main" val="1368942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47901-CA96-ABD9-F493-37551FE610D5}"/>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A85F04E9-FDEF-8EBE-21BD-30BD25C8C565}"/>
              </a:ext>
            </a:extLst>
          </p:cNvPr>
          <p:cNvSpPr/>
          <p:nvPr/>
        </p:nvSpPr>
        <p:spPr>
          <a:xfrm>
            <a:off x="1304397" y="4957426"/>
            <a:ext cx="9583200" cy="15662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 </a:t>
            </a:r>
            <a:r>
              <a:rPr lang="es-CO" sz="1200" dirty="0"/>
              <a:t>Definir los parámetros a ejecutar: para ejecutar este proceso es necesario que previamente se haya definido una selección de población en </a:t>
            </a:r>
            <a:r>
              <a:rPr lang="es-CO" sz="1200" b="1" dirty="0"/>
              <a:t>GLAEXTR.</a:t>
            </a:r>
          </a:p>
          <a:p>
            <a:r>
              <a:rPr lang="es-CO" sz="1200" dirty="0"/>
              <a:t>Nota: la selección de población puede generarse:</a:t>
            </a:r>
          </a:p>
          <a:p>
            <a:r>
              <a:rPr lang="es-CO" sz="1200" dirty="0"/>
              <a:t>• De forma manual</a:t>
            </a:r>
          </a:p>
          <a:p>
            <a:r>
              <a:rPr lang="es-CO" sz="1200" dirty="0"/>
              <a:t>• Por reglas de selección</a:t>
            </a:r>
          </a:p>
          <a:p>
            <a:r>
              <a:rPr lang="es-CO" sz="1200" dirty="0"/>
              <a:t>• Por carga de archivo .csv</a:t>
            </a:r>
          </a:p>
          <a:p>
            <a:r>
              <a:rPr lang="es-CO" sz="1200" dirty="0"/>
              <a:t>Para ampliar el detalle de cada proceso, consultar el instructivo </a:t>
            </a:r>
            <a:r>
              <a:rPr lang="es-CO" sz="1200" b="1" dirty="0">
                <a:solidFill>
                  <a:srgbClr val="FFFF00"/>
                </a:solidFill>
              </a:rPr>
              <a:t>EBP 11 - 4.5.6.1 Generar Selecciones de Población</a:t>
            </a:r>
            <a:r>
              <a:rPr lang="es-CO" sz="1200" dirty="0"/>
              <a:t>.</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994C23B7-3AFA-F9D0-E6A0-DD93E3FBAC53}"/>
              </a:ext>
            </a:extLst>
          </p:cNvPr>
          <p:cNvSpPr txBox="1">
            <a:spLocks/>
          </p:cNvSpPr>
          <p:nvPr/>
        </p:nvSpPr>
        <p:spPr>
          <a:xfrm>
            <a:off x="1304397" y="334345"/>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6" name="Imagen 5">
            <a:extLst>
              <a:ext uri="{FF2B5EF4-FFF2-40B4-BE49-F238E27FC236}">
                <a16:creationId xmlns:a16="http://schemas.microsoft.com/office/drawing/2014/main" id="{490BD9B9-30A2-F16C-D33C-7AAD4B500DA8}"/>
              </a:ext>
            </a:extLst>
          </p:cNvPr>
          <p:cNvPicPr>
            <a:picLocks noChangeAspect="1"/>
          </p:cNvPicPr>
          <p:nvPr/>
        </p:nvPicPr>
        <p:blipFill>
          <a:blip r:embed="rId2"/>
          <a:stretch>
            <a:fillRect/>
          </a:stretch>
        </p:blipFill>
        <p:spPr>
          <a:xfrm>
            <a:off x="1304397" y="1585311"/>
            <a:ext cx="9583200" cy="3302657"/>
          </a:xfrm>
          <a:prstGeom prst="rect">
            <a:avLst/>
          </a:prstGeom>
        </p:spPr>
      </p:pic>
      <p:pic>
        <p:nvPicPr>
          <p:cNvPr id="9" name="Imagen 8">
            <a:extLst>
              <a:ext uri="{FF2B5EF4-FFF2-40B4-BE49-F238E27FC236}">
                <a16:creationId xmlns:a16="http://schemas.microsoft.com/office/drawing/2014/main" id="{89F621E9-78F1-F975-1BC2-92801D672AB1}"/>
              </a:ext>
            </a:extLst>
          </p:cNvPr>
          <p:cNvPicPr>
            <a:picLocks noChangeAspect="1"/>
          </p:cNvPicPr>
          <p:nvPr/>
        </p:nvPicPr>
        <p:blipFill>
          <a:blip r:embed="rId3"/>
          <a:stretch>
            <a:fillRect/>
          </a:stretch>
        </p:blipFill>
        <p:spPr>
          <a:xfrm>
            <a:off x="1114730" y="2695880"/>
            <a:ext cx="162000" cy="162000"/>
          </a:xfrm>
          <a:prstGeom prst="rect">
            <a:avLst/>
          </a:prstGeom>
        </p:spPr>
      </p:pic>
    </p:spTree>
    <p:extLst>
      <p:ext uri="{BB962C8B-B14F-4D97-AF65-F5344CB8AC3E}">
        <p14:creationId xmlns:p14="http://schemas.microsoft.com/office/powerpoint/2010/main" val="2905485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9A34-0D7A-80F8-8D2D-4F4E0804EFDB}"/>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7C6EBB4E-7BD5-961E-9C05-1212271F1CDE}"/>
              </a:ext>
            </a:extLst>
          </p:cNvPr>
          <p:cNvSpPr/>
          <p:nvPr/>
        </p:nvSpPr>
        <p:spPr>
          <a:xfrm>
            <a:off x="1304400" y="5653529"/>
            <a:ext cx="4343925"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5. </a:t>
            </a:r>
            <a:r>
              <a:rPr lang="es-CO" sz="1200" dirty="0"/>
              <a:t>En la sección “Envío” se activa el check del campo </a:t>
            </a:r>
            <a:r>
              <a:rPr lang="es-CO" sz="1200" b="1" dirty="0"/>
              <a:t>Guardar parámetros como</a:t>
            </a:r>
            <a:endParaRPr lang="es-ES" sz="1200" b="1" dirty="0">
              <a:solidFill>
                <a:schemeClr val="bg1"/>
              </a:solidFill>
              <a:cs typeface="Arial"/>
            </a:endParaRPr>
          </a:p>
        </p:txBody>
      </p:sp>
      <p:sp>
        <p:nvSpPr>
          <p:cNvPr id="4" name="Título 3">
            <a:extLst>
              <a:ext uri="{FF2B5EF4-FFF2-40B4-BE49-F238E27FC236}">
                <a16:creationId xmlns:a16="http://schemas.microsoft.com/office/drawing/2014/main" id="{198625A2-B4EE-7EB0-CCF5-089F6BB56B4F}"/>
              </a:ext>
            </a:extLst>
          </p:cNvPr>
          <p:cNvSpPr txBox="1">
            <a:spLocks/>
          </p:cNvSpPr>
          <p:nvPr/>
        </p:nvSpPr>
        <p:spPr>
          <a:xfrm>
            <a:off x="1304399" y="72790"/>
            <a:ext cx="9583201"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3" name="Imagen 2">
            <a:extLst>
              <a:ext uri="{FF2B5EF4-FFF2-40B4-BE49-F238E27FC236}">
                <a16:creationId xmlns:a16="http://schemas.microsoft.com/office/drawing/2014/main" id="{EB6A0A9E-C23E-A5D2-16A1-096F5C6DF522}"/>
              </a:ext>
            </a:extLst>
          </p:cNvPr>
          <p:cNvPicPr>
            <a:picLocks noChangeAspect="1"/>
          </p:cNvPicPr>
          <p:nvPr/>
        </p:nvPicPr>
        <p:blipFill>
          <a:blip r:embed="rId2"/>
          <a:stretch>
            <a:fillRect/>
          </a:stretch>
        </p:blipFill>
        <p:spPr>
          <a:xfrm>
            <a:off x="1304400" y="1024728"/>
            <a:ext cx="9583200" cy="3990497"/>
          </a:xfrm>
          <a:prstGeom prst="rect">
            <a:avLst/>
          </a:prstGeom>
        </p:spPr>
      </p:pic>
      <p:pic>
        <p:nvPicPr>
          <p:cNvPr id="6" name="Imagen 5">
            <a:extLst>
              <a:ext uri="{FF2B5EF4-FFF2-40B4-BE49-F238E27FC236}">
                <a16:creationId xmlns:a16="http://schemas.microsoft.com/office/drawing/2014/main" id="{404FE88C-5059-808B-209D-8D7CD0014B6A}"/>
              </a:ext>
            </a:extLst>
          </p:cNvPr>
          <p:cNvPicPr>
            <a:picLocks noChangeAspect="1"/>
          </p:cNvPicPr>
          <p:nvPr/>
        </p:nvPicPr>
        <p:blipFill>
          <a:blip r:embed="rId3"/>
          <a:srcRect b="35696"/>
          <a:stretch>
            <a:fillRect/>
          </a:stretch>
        </p:blipFill>
        <p:spPr>
          <a:xfrm>
            <a:off x="1304400" y="5015225"/>
            <a:ext cx="9583200" cy="343603"/>
          </a:xfrm>
          <a:prstGeom prst="rect">
            <a:avLst/>
          </a:prstGeom>
        </p:spPr>
      </p:pic>
      <p:sp>
        <p:nvSpPr>
          <p:cNvPr id="7" name="Rectángulo: esquinas redondeadas 6">
            <a:extLst>
              <a:ext uri="{FF2B5EF4-FFF2-40B4-BE49-F238E27FC236}">
                <a16:creationId xmlns:a16="http://schemas.microsoft.com/office/drawing/2014/main" id="{F4D5728A-BEDC-64AC-F550-5EA903454269}"/>
              </a:ext>
            </a:extLst>
          </p:cNvPr>
          <p:cNvSpPr/>
          <p:nvPr/>
        </p:nvSpPr>
        <p:spPr>
          <a:xfrm>
            <a:off x="6657976" y="5653528"/>
            <a:ext cx="4229624"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6. </a:t>
            </a:r>
            <a:r>
              <a:rPr lang="es-CO" sz="1200" dirty="0"/>
              <a:t>Al finalizar de diligenciar los campos, se presiona el</a:t>
            </a:r>
          </a:p>
          <a:p>
            <a:r>
              <a:rPr lang="es-CO" sz="1200" dirty="0"/>
              <a:t>botón Guardar o presionar la tecla F10.</a:t>
            </a:r>
            <a:endParaRPr lang="es-ES" sz="1200" b="1" dirty="0">
              <a:solidFill>
                <a:schemeClr val="bg1"/>
              </a:solidFill>
              <a:cs typeface="Arial"/>
            </a:endParaRPr>
          </a:p>
        </p:txBody>
      </p:sp>
      <p:pic>
        <p:nvPicPr>
          <p:cNvPr id="10" name="Imagen 9">
            <a:extLst>
              <a:ext uri="{FF2B5EF4-FFF2-40B4-BE49-F238E27FC236}">
                <a16:creationId xmlns:a16="http://schemas.microsoft.com/office/drawing/2014/main" id="{157DCE38-2231-1482-BCD7-3A47F41C58F5}"/>
              </a:ext>
            </a:extLst>
          </p:cNvPr>
          <p:cNvPicPr>
            <a:picLocks noChangeAspect="1"/>
          </p:cNvPicPr>
          <p:nvPr/>
        </p:nvPicPr>
        <p:blipFill>
          <a:blip r:embed="rId4"/>
          <a:stretch>
            <a:fillRect/>
          </a:stretch>
        </p:blipFill>
        <p:spPr>
          <a:xfrm>
            <a:off x="10163480" y="5133980"/>
            <a:ext cx="162000" cy="162000"/>
          </a:xfrm>
          <a:prstGeom prst="rect">
            <a:avLst/>
          </a:prstGeom>
        </p:spPr>
      </p:pic>
      <p:pic>
        <p:nvPicPr>
          <p:cNvPr id="12" name="Imagen 11">
            <a:extLst>
              <a:ext uri="{FF2B5EF4-FFF2-40B4-BE49-F238E27FC236}">
                <a16:creationId xmlns:a16="http://schemas.microsoft.com/office/drawing/2014/main" id="{57CD0B9E-B121-53B8-D109-2AE9C9710881}"/>
              </a:ext>
            </a:extLst>
          </p:cNvPr>
          <p:cNvPicPr>
            <a:picLocks noChangeAspect="1"/>
          </p:cNvPicPr>
          <p:nvPr/>
        </p:nvPicPr>
        <p:blipFill>
          <a:blip r:embed="rId5"/>
          <a:stretch>
            <a:fillRect/>
          </a:stretch>
        </p:blipFill>
        <p:spPr>
          <a:xfrm>
            <a:off x="1798130" y="4511279"/>
            <a:ext cx="162000" cy="162000"/>
          </a:xfrm>
          <a:prstGeom prst="rect">
            <a:avLst/>
          </a:prstGeom>
        </p:spPr>
      </p:pic>
    </p:spTree>
    <p:extLst>
      <p:ext uri="{BB962C8B-B14F-4D97-AF65-F5344CB8AC3E}">
        <p14:creationId xmlns:p14="http://schemas.microsoft.com/office/powerpoint/2010/main" val="3777996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AEA2-6149-8A7A-A316-EE07AFF3F111}"/>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849E2F91-1FAA-FBB7-6328-728A6A63D2BB}"/>
              </a:ext>
            </a:extLst>
          </p:cNvPr>
          <p:cNvSpPr/>
          <p:nvPr/>
        </p:nvSpPr>
        <p:spPr>
          <a:xfrm>
            <a:off x="1304398" y="3905289"/>
            <a:ext cx="9496952"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7. Tras la aplicación del proceso TGRAPPL, se generan las salidas .LOG y .LIS que hablan de del resultado de la ejecución misma del proceso.</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9D8320E7-62B3-F4EA-6E9D-421DF3918734}"/>
              </a:ext>
            </a:extLst>
          </p:cNvPr>
          <p:cNvSpPr txBox="1">
            <a:spLocks/>
          </p:cNvSpPr>
          <p:nvPr/>
        </p:nvSpPr>
        <p:spPr>
          <a:xfrm>
            <a:off x="1304398" y="4772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3" name="Imagen 2">
            <a:extLst>
              <a:ext uri="{FF2B5EF4-FFF2-40B4-BE49-F238E27FC236}">
                <a16:creationId xmlns:a16="http://schemas.microsoft.com/office/drawing/2014/main" id="{CAD75BA3-6FE2-E275-DB8B-61E0A6F4598B}"/>
              </a:ext>
            </a:extLst>
          </p:cNvPr>
          <p:cNvPicPr>
            <a:picLocks noChangeAspect="1"/>
          </p:cNvPicPr>
          <p:nvPr/>
        </p:nvPicPr>
        <p:blipFill>
          <a:blip r:embed="rId2"/>
          <a:stretch>
            <a:fillRect/>
          </a:stretch>
        </p:blipFill>
        <p:spPr>
          <a:xfrm>
            <a:off x="1304400" y="2177468"/>
            <a:ext cx="9583200" cy="1508930"/>
          </a:xfrm>
          <a:prstGeom prst="rect">
            <a:avLst/>
          </a:prstGeom>
        </p:spPr>
      </p:pic>
      <p:pic>
        <p:nvPicPr>
          <p:cNvPr id="6" name="Imagen 5">
            <a:extLst>
              <a:ext uri="{FF2B5EF4-FFF2-40B4-BE49-F238E27FC236}">
                <a16:creationId xmlns:a16="http://schemas.microsoft.com/office/drawing/2014/main" id="{8CE0A3D9-BE75-C9D5-0EAA-1DE270EA194E}"/>
              </a:ext>
            </a:extLst>
          </p:cNvPr>
          <p:cNvPicPr>
            <a:picLocks noChangeAspect="1"/>
          </p:cNvPicPr>
          <p:nvPr/>
        </p:nvPicPr>
        <p:blipFill>
          <a:blip r:embed="rId3"/>
          <a:stretch>
            <a:fillRect/>
          </a:stretch>
        </p:blipFill>
        <p:spPr>
          <a:xfrm>
            <a:off x="6505880" y="2538598"/>
            <a:ext cx="162000" cy="162000"/>
          </a:xfrm>
          <a:prstGeom prst="rect">
            <a:avLst/>
          </a:prstGeom>
        </p:spPr>
      </p:pic>
    </p:spTree>
    <p:extLst>
      <p:ext uri="{BB962C8B-B14F-4D97-AF65-F5344CB8AC3E}">
        <p14:creationId xmlns:p14="http://schemas.microsoft.com/office/powerpoint/2010/main" val="7174392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2CA3E-4462-7969-0254-F49A70D64166}"/>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8BA55B77-74D9-0CBD-658D-5266DBE4FBB0}"/>
              </a:ext>
            </a:extLst>
          </p:cNvPr>
          <p:cNvSpPr/>
          <p:nvPr/>
        </p:nvSpPr>
        <p:spPr>
          <a:xfrm>
            <a:off x="1380598" y="5164848"/>
            <a:ext cx="3943877"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8. </a:t>
            </a:r>
            <a:r>
              <a:rPr lang="es-CO" sz="1200" dirty="0"/>
              <a:t>Para revisar las salidas .LOG y .LIS se debe ingresar a</a:t>
            </a:r>
          </a:p>
          <a:p>
            <a:r>
              <a:rPr lang="es-CO" sz="1200" dirty="0"/>
              <a:t>la sección superior del menú, opción "Relacionado“.</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DA3CA760-4A3E-0ED7-F611-69FD221A26F6}"/>
              </a:ext>
            </a:extLst>
          </p:cNvPr>
          <p:cNvSpPr txBox="1">
            <a:spLocks/>
          </p:cNvSpPr>
          <p:nvPr/>
        </p:nvSpPr>
        <p:spPr>
          <a:xfrm>
            <a:off x="1304398" y="4772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3" name="Imagen 2">
            <a:extLst>
              <a:ext uri="{FF2B5EF4-FFF2-40B4-BE49-F238E27FC236}">
                <a16:creationId xmlns:a16="http://schemas.microsoft.com/office/drawing/2014/main" id="{0D6B516E-0586-5805-D2F7-795FF47B5BC2}"/>
              </a:ext>
            </a:extLst>
          </p:cNvPr>
          <p:cNvPicPr>
            <a:picLocks noChangeAspect="1"/>
          </p:cNvPicPr>
          <p:nvPr/>
        </p:nvPicPr>
        <p:blipFill>
          <a:blip r:embed="rId2"/>
          <a:stretch>
            <a:fillRect/>
          </a:stretch>
        </p:blipFill>
        <p:spPr>
          <a:xfrm>
            <a:off x="1304400" y="1587500"/>
            <a:ext cx="9583200" cy="3419006"/>
          </a:xfrm>
          <a:prstGeom prst="rect">
            <a:avLst/>
          </a:prstGeom>
        </p:spPr>
      </p:pic>
      <p:sp>
        <p:nvSpPr>
          <p:cNvPr id="5" name="Rectángulo: esquinas redondeadas 4">
            <a:extLst>
              <a:ext uri="{FF2B5EF4-FFF2-40B4-BE49-F238E27FC236}">
                <a16:creationId xmlns:a16="http://schemas.microsoft.com/office/drawing/2014/main" id="{9F5E43F1-562C-71E5-1BEE-E94022F64703}"/>
              </a:ext>
            </a:extLst>
          </p:cNvPr>
          <p:cNvSpPr/>
          <p:nvPr/>
        </p:nvSpPr>
        <p:spPr>
          <a:xfrm>
            <a:off x="6943723" y="5164848"/>
            <a:ext cx="3943877"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9. </a:t>
            </a:r>
            <a:r>
              <a:rPr lang="es-CO" sz="1200" dirty="0"/>
              <a:t>Posteriormente seleccionar la opción "Revisar Salida [GJIREVO]”</a:t>
            </a:r>
            <a:endParaRPr lang="es-ES" sz="1200" dirty="0">
              <a:solidFill>
                <a:schemeClr val="bg1"/>
              </a:solidFill>
              <a:cs typeface="Arial"/>
            </a:endParaRPr>
          </a:p>
        </p:txBody>
      </p:sp>
      <p:pic>
        <p:nvPicPr>
          <p:cNvPr id="7" name="Imagen 6">
            <a:extLst>
              <a:ext uri="{FF2B5EF4-FFF2-40B4-BE49-F238E27FC236}">
                <a16:creationId xmlns:a16="http://schemas.microsoft.com/office/drawing/2014/main" id="{E10C8B1C-B50D-E283-235D-AC603B548C14}"/>
              </a:ext>
            </a:extLst>
          </p:cNvPr>
          <p:cNvPicPr>
            <a:picLocks noChangeAspect="1"/>
          </p:cNvPicPr>
          <p:nvPr/>
        </p:nvPicPr>
        <p:blipFill>
          <a:blip r:embed="rId3"/>
          <a:stretch>
            <a:fillRect/>
          </a:stretch>
        </p:blipFill>
        <p:spPr>
          <a:xfrm>
            <a:off x="8858511" y="2472978"/>
            <a:ext cx="162000" cy="162000"/>
          </a:xfrm>
          <a:prstGeom prst="rect">
            <a:avLst/>
          </a:prstGeom>
        </p:spPr>
      </p:pic>
      <p:pic>
        <p:nvPicPr>
          <p:cNvPr id="10" name="Imagen 9">
            <a:extLst>
              <a:ext uri="{FF2B5EF4-FFF2-40B4-BE49-F238E27FC236}">
                <a16:creationId xmlns:a16="http://schemas.microsoft.com/office/drawing/2014/main" id="{EE1E163D-5BCA-4AFB-3F7D-2D6CD88EA517}"/>
              </a:ext>
            </a:extLst>
          </p:cNvPr>
          <p:cNvPicPr>
            <a:picLocks noChangeAspect="1"/>
          </p:cNvPicPr>
          <p:nvPr/>
        </p:nvPicPr>
        <p:blipFill>
          <a:blip r:embed="rId4"/>
          <a:stretch>
            <a:fillRect/>
          </a:stretch>
        </p:blipFill>
        <p:spPr>
          <a:xfrm>
            <a:off x="10935225" y="1933575"/>
            <a:ext cx="162000" cy="162000"/>
          </a:xfrm>
          <a:prstGeom prst="rect">
            <a:avLst/>
          </a:prstGeom>
        </p:spPr>
      </p:pic>
    </p:spTree>
    <p:extLst>
      <p:ext uri="{BB962C8B-B14F-4D97-AF65-F5344CB8AC3E}">
        <p14:creationId xmlns:p14="http://schemas.microsoft.com/office/powerpoint/2010/main" val="1634036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233F-3316-BC2F-0945-6EDF32D529D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8F451FF-B967-87A5-C19E-E4C3D0992DA7}"/>
              </a:ext>
            </a:extLst>
          </p:cNvPr>
          <p:cNvPicPr>
            <a:picLocks noChangeAspect="1"/>
          </p:cNvPicPr>
          <p:nvPr/>
        </p:nvPicPr>
        <p:blipFill>
          <a:blip r:embed="rId2"/>
          <a:stretch>
            <a:fillRect/>
          </a:stretch>
        </p:blipFill>
        <p:spPr>
          <a:xfrm>
            <a:off x="1304402" y="1244190"/>
            <a:ext cx="9583200" cy="4369619"/>
          </a:xfrm>
          <a:prstGeom prst="rect">
            <a:avLst/>
          </a:prstGeom>
        </p:spPr>
      </p:pic>
      <p:sp>
        <p:nvSpPr>
          <p:cNvPr id="8" name="Rectángulo: esquinas redondeadas 7">
            <a:extLst>
              <a:ext uri="{FF2B5EF4-FFF2-40B4-BE49-F238E27FC236}">
                <a16:creationId xmlns:a16="http://schemas.microsoft.com/office/drawing/2014/main" id="{E7CB7761-1228-4D77-6039-C8EE0395150F}"/>
              </a:ext>
            </a:extLst>
          </p:cNvPr>
          <p:cNvSpPr/>
          <p:nvPr/>
        </p:nvSpPr>
        <p:spPr>
          <a:xfrm>
            <a:off x="8678318" y="4169987"/>
            <a:ext cx="2209280"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13. </a:t>
            </a:r>
            <a:r>
              <a:rPr lang="es-CO" sz="1200" dirty="0"/>
              <a:t>Presionar el botón OK.</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68D1CAED-DBAC-79D6-3057-5666FC770BAF}"/>
              </a:ext>
            </a:extLst>
          </p:cNvPr>
          <p:cNvSpPr txBox="1">
            <a:spLocks/>
          </p:cNvSpPr>
          <p:nvPr/>
        </p:nvSpPr>
        <p:spPr>
          <a:xfrm>
            <a:off x="1304402" y="229570"/>
            <a:ext cx="8668277"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sp>
        <p:nvSpPr>
          <p:cNvPr id="5" name="Rectángulo: esquinas redondeadas 4">
            <a:extLst>
              <a:ext uri="{FF2B5EF4-FFF2-40B4-BE49-F238E27FC236}">
                <a16:creationId xmlns:a16="http://schemas.microsoft.com/office/drawing/2014/main" id="{06982FC1-B550-E6E5-C8EB-BBD5874C7050}"/>
              </a:ext>
            </a:extLst>
          </p:cNvPr>
          <p:cNvSpPr/>
          <p:nvPr/>
        </p:nvSpPr>
        <p:spPr>
          <a:xfrm>
            <a:off x="1304399" y="5829339"/>
            <a:ext cx="9583200" cy="542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12. </a:t>
            </a:r>
            <a:r>
              <a:rPr lang="es-CO" sz="1200" dirty="0"/>
              <a:t>En la ventana Archivos disponibles, se ha de seleccionar aquel archivo que se desee visualizar, los cuales se diferencia por las</a:t>
            </a:r>
          </a:p>
          <a:p>
            <a:r>
              <a:rPr lang="es-CO" sz="1200" dirty="0"/>
              <a:t>extensiones .LIS o .LOG.</a:t>
            </a:r>
            <a:endParaRPr lang="es-ES" sz="1200" dirty="0">
              <a:solidFill>
                <a:schemeClr val="bg1"/>
              </a:solidFill>
              <a:cs typeface="Arial"/>
            </a:endParaRPr>
          </a:p>
        </p:txBody>
      </p:sp>
      <p:sp>
        <p:nvSpPr>
          <p:cNvPr id="6" name="Rectángulo: esquinas redondeadas 5">
            <a:extLst>
              <a:ext uri="{FF2B5EF4-FFF2-40B4-BE49-F238E27FC236}">
                <a16:creationId xmlns:a16="http://schemas.microsoft.com/office/drawing/2014/main" id="{1FF942CE-2E74-F891-D050-0A2E80E405B0}"/>
              </a:ext>
            </a:extLst>
          </p:cNvPr>
          <p:cNvSpPr/>
          <p:nvPr/>
        </p:nvSpPr>
        <p:spPr>
          <a:xfrm>
            <a:off x="8239645" y="2991858"/>
            <a:ext cx="2647953" cy="7990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10. </a:t>
            </a:r>
            <a:r>
              <a:rPr lang="es-CO" sz="1200" dirty="0"/>
              <a:t>En la nueva ventana, asegurarse que el campo "número" coincida con el número del proceso ejecutado.</a:t>
            </a:r>
            <a:endParaRPr lang="es-ES" sz="1200" dirty="0">
              <a:solidFill>
                <a:schemeClr val="bg1"/>
              </a:solidFill>
              <a:cs typeface="Arial"/>
            </a:endParaRPr>
          </a:p>
        </p:txBody>
      </p:sp>
      <p:sp>
        <p:nvSpPr>
          <p:cNvPr id="7" name="Rectángulo: esquinas redondeadas 6">
            <a:extLst>
              <a:ext uri="{FF2B5EF4-FFF2-40B4-BE49-F238E27FC236}">
                <a16:creationId xmlns:a16="http://schemas.microsoft.com/office/drawing/2014/main" id="{9CD2DD18-D9C8-C0AF-F1CD-782835A37581}"/>
              </a:ext>
            </a:extLst>
          </p:cNvPr>
          <p:cNvSpPr/>
          <p:nvPr/>
        </p:nvSpPr>
        <p:spPr>
          <a:xfrm>
            <a:off x="1304399" y="2991858"/>
            <a:ext cx="2286526" cy="7990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11. </a:t>
            </a:r>
            <a:r>
              <a:rPr lang="es-CO" sz="1200" dirty="0"/>
              <a:t>Desde el campo "nombre de archivo" presionar el botón de la lista desplegable.</a:t>
            </a:r>
            <a:endParaRPr lang="es-ES" sz="1200" dirty="0">
              <a:solidFill>
                <a:schemeClr val="bg1"/>
              </a:solidFill>
              <a:cs typeface="Arial"/>
            </a:endParaRPr>
          </a:p>
        </p:txBody>
      </p:sp>
      <p:pic>
        <p:nvPicPr>
          <p:cNvPr id="10" name="Imagen 9">
            <a:extLst>
              <a:ext uri="{FF2B5EF4-FFF2-40B4-BE49-F238E27FC236}">
                <a16:creationId xmlns:a16="http://schemas.microsoft.com/office/drawing/2014/main" id="{7F9CC13F-C8A7-8E5A-E65E-0B7CFA3FF815}"/>
              </a:ext>
            </a:extLst>
          </p:cNvPr>
          <p:cNvPicPr>
            <a:picLocks noChangeAspect="1"/>
          </p:cNvPicPr>
          <p:nvPr/>
        </p:nvPicPr>
        <p:blipFill>
          <a:blip r:embed="rId3"/>
          <a:stretch>
            <a:fillRect/>
          </a:stretch>
        </p:blipFill>
        <p:spPr>
          <a:xfrm>
            <a:off x="3500400" y="2019652"/>
            <a:ext cx="162000" cy="162000"/>
          </a:xfrm>
          <a:prstGeom prst="rect">
            <a:avLst/>
          </a:prstGeom>
        </p:spPr>
      </p:pic>
      <p:pic>
        <p:nvPicPr>
          <p:cNvPr id="12" name="Imagen 11">
            <a:extLst>
              <a:ext uri="{FF2B5EF4-FFF2-40B4-BE49-F238E27FC236}">
                <a16:creationId xmlns:a16="http://schemas.microsoft.com/office/drawing/2014/main" id="{1E7EF34F-3036-75E8-3B3C-3FB704888A82}"/>
              </a:ext>
            </a:extLst>
          </p:cNvPr>
          <p:cNvPicPr>
            <a:picLocks noChangeAspect="1"/>
          </p:cNvPicPr>
          <p:nvPr/>
        </p:nvPicPr>
        <p:blipFill>
          <a:blip r:embed="rId4"/>
          <a:stretch>
            <a:fillRect/>
          </a:stretch>
        </p:blipFill>
        <p:spPr>
          <a:xfrm>
            <a:off x="7274359" y="5274109"/>
            <a:ext cx="162000" cy="162000"/>
          </a:xfrm>
          <a:prstGeom prst="rect">
            <a:avLst/>
          </a:prstGeom>
        </p:spPr>
      </p:pic>
      <p:pic>
        <p:nvPicPr>
          <p:cNvPr id="14" name="Imagen 13">
            <a:extLst>
              <a:ext uri="{FF2B5EF4-FFF2-40B4-BE49-F238E27FC236}">
                <a16:creationId xmlns:a16="http://schemas.microsoft.com/office/drawing/2014/main" id="{1A0E3ED9-7944-7917-855D-6AC3F2115827}"/>
              </a:ext>
            </a:extLst>
          </p:cNvPr>
          <p:cNvPicPr>
            <a:picLocks noChangeAspect="1"/>
          </p:cNvPicPr>
          <p:nvPr/>
        </p:nvPicPr>
        <p:blipFill>
          <a:blip r:embed="rId5"/>
          <a:stretch>
            <a:fillRect/>
          </a:stretch>
        </p:blipFill>
        <p:spPr>
          <a:xfrm>
            <a:off x="3409875" y="3853632"/>
            <a:ext cx="162000" cy="162000"/>
          </a:xfrm>
          <a:prstGeom prst="rect">
            <a:avLst/>
          </a:prstGeom>
        </p:spPr>
      </p:pic>
      <p:pic>
        <p:nvPicPr>
          <p:cNvPr id="16" name="Imagen 15">
            <a:extLst>
              <a:ext uri="{FF2B5EF4-FFF2-40B4-BE49-F238E27FC236}">
                <a16:creationId xmlns:a16="http://schemas.microsoft.com/office/drawing/2014/main" id="{CE8B366C-F17C-214E-EFA7-479CB4A0F1D7}"/>
              </a:ext>
            </a:extLst>
          </p:cNvPr>
          <p:cNvPicPr>
            <a:picLocks noChangeAspect="1"/>
          </p:cNvPicPr>
          <p:nvPr/>
        </p:nvPicPr>
        <p:blipFill>
          <a:blip r:embed="rId6"/>
          <a:stretch>
            <a:fillRect/>
          </a:stretch>
        </p:blipFill>
        <p:spPr>
          <a:xfrm>
            <a:off x="7736284" y="1849834"/>
            <a:ext cx="162000" cy="162000"/>
          </a:xfrm>
          <a:prstGeom prst="rect">
            <a:avLst/>
          </a:prstGeom>
        </p:spPr>
      </p:pic>
    </p:spTree>
    <p:extLst>
      <p:ext uri="{BB962C8B-B14F-4D97-AF65-F5344CB8AC3E}">
        <p14:creationId xmlns:p14="http://schemas.microsoft.com/office/powerpoint/2010/main" val="26936644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4FFA-D5DE-6E5C-2BFA-D94D46F62F4B}"/>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C3263AA6-420D-FAEF-DF97-2B931CA6EB17}"/>
              </a:ext>
            </a:extLst>
          </p:cNvPr>
          <p:cNvSpPr/>
          <p:nvPr/>
        </p:nvSpPr>
        <p:spPr>
          <a:xfrm>
            <a:off x="1304398" y="5772189"/>
            <a:ext cx="9583200" cy="5333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salidas en </a:t>
            </a:r>
            <a:r>
              <a:rPr lang="es-CO" sz="1200" b="1" dirty="0"/>
              <a:t>GJIOREVO:</a:t>
            </a:r>
          </a:p>
          <a:p>
            <a:r>
              <a:rPr lang="es-CO" sz="1200" b="1" dirty="0"/>
              <a:t>14</a:t>
            </a:r>
            <a:r>
              <a:rPr lang="es-CO" sz="1200" dirty="0"/>
              <a:t>. Si el archivo corresponde al .LIS, se han de corroborar la cantidad de registros aplicados como evidencia de su correcta operación.</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EF5BE2A4-2A5F-55E1-246E-92FF51B3DFAF}"/>
              </a:ext>
            </a:extLst>
          </p:cNvPr>
          <p:cNvSpPr txBox="1">
            <a:spLocks/>
          </p:cNvSpPr>
          <p:nvPr/>
        </p:nvSpPr>
        <p:spPr>
          <a:xfrm>
            <a:off x="1304398" y="4772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6" name="Imagen 5">
            <a:extLst>
              <a:ext uri="{FF2B5EF4-FFF2-40B4-BE49-F238E27FC236}">
                <a16:creationId xmlns:a16="http://schemas.microsoft.com/office/drawing/2014/main" id="{66D4B294-0EFC-ACEB-1837-3F6D969342E3}"/>
              </a:ext>
            </a:extLst>
          </p:cNvPr>
          <p:cNvPicPr>
            <a:picLocks noChangeAspect="1"/>
          </p:cNvPicPr>
          <p:nvPr/>
        </p:nvPicPr>
        <p:blipFill>
          <a:blip r:embed="rId2"/>
          <a:stretch>
            <a:fillRect/>
          </a:stretch>
        </p:blipFill>
        <p:spPr>
          <a:xfrm>
            <a:off x="1304400" y="1501776"/>
            <a:ext cx="9583200" cy="4107799"/>
          </a:xfrm>
          <a:prstGeom prst="rect">
            <a:avLst/>
          </a:prstGeom>
        </p:spPr>
      </p:pic>
      <p:pic>
        <p:nvPicPr>
          <p:cNvPr id="9" name="Imagen 8">
            <a:extLst>
              <a:ext uri="{FF2B5EF4-FFF2-40B4-BE49-F238E27FC236}">
                <a16:creationId xmlns:a16="http://schemas.microsoft.com/office/drawing/2014/main" id="{ED83FF2E-8C3B-A6C7-014C-3E8755F228D0}"/>
              </a:ext>
            </a:extLst>
          </p:cNvPr>
          <p:cNvPicPr>
            <a:picLocks noChangeAspect="1"/>
          </p:cNvPicPr>
          <p:nvPr/>
        </p:nvPicPr>
        <p:blipFill>
          <a:blip r:embed="rId3"/>
          <a:stretch>
            <a:fillRect/>
          </a:stretch>
        </p:blipFill>
        <p:spPr>
          <a:xfrm>
            <a:off x="1095034" y="2447584"/>
            <a:ext cx="162000" cy="162000"/>
          </a:xfrm>
          <a:prstGeom prst="rect">
            <a:avLst/>
          </a:prstGeom>
        </p:spPr>
      </p:pic>
    </p:spTree>
    <p:extLst>
      <p:ext uri="{BB962C8B-B14F-4D97-AF65-F5344CB8AC3E}">
        <p14:creationId xmlns:p14="http://schemas.microsoft.com/office/powerpoint/2010/main" val="10457812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8047-8E5F-A2E2-E46A-B1E4B1290E27}"/>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FB337CA3-AE60-07D8-BF8C-89566554A6CD}"/>
              </a:ext>
            </a:extLst>
          </p:cNvPr>
          <p:cNvSpPr/>
          <p:nvPr/>
        </p:nvSpPr>
        <p:spPr>
          <a:xfrm>
            <a:off x="1582765" y="5543142"/>
            <a:ext cx="7485035" cy="58143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salidas en </a:t>
            </a:r>
            <a:r>
              <a:rPr lang="es-CO" sz="1200" b="1" dirty="0"/>
              <a:t>GJIOREVO:</a:t>
            </a:r>
          </a:p>
          <a:p>
            <a:r>
              <a:rPr lang="es-CO" sz="1200" b="1" dirty="0"/>
              <a:t>15. </a:t>
            </a:r>
            <a:r>
              <a:rPr lang="es-CO" sz="1200" dirty="0"/>
              <a:t>Si el archivo corresponde al .LOG, se han de corroborar que el proceso no haya terminado con errores.</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EF2F4BD4-179D-C9FD-69C5-B569D2D97AB6}"/>
              </a:ext>
            </a:extLst>
          </p:cNvPr>
          <p:cNvSpPr txBox="1">
            <a:spLocks/>
          </p:cNvSpPr>
          <p:nvPr/>
        </p:nvSpPr>
        <p:spPr>
          <a:xfrm>
            <a:off x="1390123" y="362920"/>
            <a:ext cx="9968485"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TGPHOLD – Proceso de liberación de</a:t>
            </a:r>
          </a:p>
          <a:p>
            <a:r>
              <a:rPr lang="es-CO" sz="3200" dirty="0"/>
              <a:t>retención automática</a:t>
            </a:r>
            <a:endParaRPr lang="es-CL" dirty="0"/>
          </a:p>
        </p:txBody>
      </p:sp>
      <p:pic>
        <p:nvPicPr>
          <p:cNvPr id="3" name="Imagen 2">
            <a:extLst>
              <a:ext uri="{FF2B5EF4-FFF2-40B4-BE49-F238E27FC236}">
                <a16:creationId xmlns:a16="http://schemas.microsoft.com/office/drawing/2014/main" id="{12CA2059-928B-5DEA-E5E4-B761D479CBDC}"/>
              </a:ext>
            </a:extLst>
          </p:cNvPr>
          <p:cNvPicPr>
            <a:picLocks noChangeAspect="1"/>
          </p:cNvPicPr>
          <p:nvPr/>
        </p:nvPicPr>
        <p:blipFill>
          <a:blip r:embed="rId2"/>
          <a:stretch>
            <a:fillRect/>
          </a:stretch>
        </p:blipFill>
        <p:spPr>
          <a:xfrm>
            <a:off x="1582765" y="1314858"/>
            <a:ext cx="9583200" cy="4012965"/>
          </a:xfrm>
          <a:prstGeom prst="rect">
            <a:avLst/>
          </a:prstGeom>
        </p:spPr>
      </p:pic>
      <p:pic>
        <p:nvPicPr>
          <p:cNvPr id="6" name="Imagen 5">
            <a:extLst>
              <a:ext uri="{FF2B5EF4-FFF2-40B4-BE49-F238E27FC236}">
                <a16:creationId xmlns:a16="http://schemas.microsoft.com/office/drawing/2014/main" id="{54A81DE0-18D2-1662-2237-7FC8139522E6}"/>
              </a:ext>
            </a:extLst>
          </p:cNvPr>
          <p:cNvPicPr>
            <a:picLocks noChangeAspect="1"/>
          </p:cNvPicPr>
          <p:nvPr/>
        </p:nvPicPr>
        <p:blipFill>
          <a:blip r:embed="rId3"/>
          <a:stretch>
            <a:fillRect/>
          </a:stretch>
        </p:blipFill>
        <p:spPr>
          <a:xfrm>
            <a:off x="4114459" y="3130765"/>
            <a:ext cx="162000" cy="162000"/>
          </a:xfrm>
          <a:prstGeom prst="rect">
            <a:avLst/>
          </a:prstGeom>
        </p:spPr>
      </p:pic>
    </p:spTree>
    <p:extLst>
      <p:ext uri="{BB962C8B-B14F-4D97-AF65-F5344CB8AC3E}">
        <p14:creationId xmlns:p14="http://schemas.microsoft.com/office/powerpoint/2010/main" val="15535664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73DF-5272-8EDB-4894-7A7B821247AD}"/>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68209696-D0B3-DD07-3757-D96B3FDB7390}"/>
              </a:ext>
            </a:extLst>
          </p:cNvPr>
          <p:cNvSpPr/>
          <p:nvPr/>
        </p:nvSpPr>
        <p:spPr>
          <a:xfrm>
            <a:off x="1304400" y="3924339"/>
            <a:ext cx="5553600"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Página para asignar – revocar o consultar retenciones asignadas al alumno.</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4129B150-14E7-874A-5528-34FA44184BBA}"/>
              </a:ext>
            </a:extLst>
          </p:cNvPr>
          <p:cNvSpPr txBox="1">
            <a:spLocks/>
          </p:cNvSpPr>
          <p:nvPr/>
        </p:nvSpPr>
        <p:spPr>
          <a:xfrm>
            <a:off x="1304400" y="724870"/>
            <a:ext cx="8439677" cy="52290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SOAHOLD – Información de Retención</a:t>
            </a:r>
            <a:endParaRPr lang="es-CL" dirty="0"/>
          </a:p>
        </p:txBody>
      </p:sp>
      <p:pic>
        <p:nvPicPr>
          <p:cNvPr id="3" name="Imagen 2">
            <a:extLst>
              <a:ext uri="{FF2B5EF4-FFF2-40B4-BE49-F238E27FC236}">
                <a16:creationId xmlns:a16="http://schemas.microsoft.com/office/drawing/2014/main" id="{27C4095A-62DF-DB1E-A953-4DB84CAB1372}"/>
              </a:ext>
            </a:extLst>
          </p:cNvPr>
          <p:cNvPicPr>
            <a:picLocks noChangeAspect="1"/>
          </p:cNvPicPr>
          <p:nvPr/>
        </p:nvPicPr>
        <p:blipFill>
          <a:blip r:embed="rId2"/>
          <a:stretch>
            <a:fillRect/>
          </a:stretch>
        </p:blipFill>
        <p:spPr>
          <a:xfrm>
            <a:off x="1304400" y="1928289"/>
            <a:ext cx="9583200" cy="1638837"/>
          </a:xfrm>
          <a:prstGeom prst="rect">
            <a:avLst/>
          </a:prstGeom>
        </p:spPr>
      </p:pic>
    </p:spTree>
    <p:extLst>
      <p:ext uri="{BB962C8B-B14F-4D97-AF65-F5344CB8AC3E}">
        <p14:creationId xmlns:p14="http://schemas.microsoft.com/office/powerpoint/2010/main" val="30266087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760F4-8630-220E-44D2-019418D93E7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F3A88833-BA5C-768A-058E-FA51F3984D88}"/>
              </a:ext>
            </a:extLst>
          </p:cNvPr>
          <p:cNvSpPr>
            <a:spLocks noGrp="1"/>
          </p:cNvSpPr>
          <p:nvPr>
            <p:ph type="body" sz="quarter" idx="10"/>
          </p:nvPr>
        </p:nvSpPr>
        <p:spPr>
          <a:xfrm>
            <a:off x="717362" y="2534330"/>
            <a:ext cx="10434187" cy="1333891"/>
          </a:xfrm>
        </p:spPr>
        <p:txBody>
          <a:bodyPr/>
          <a:lstStyle/>
          <a:p>
            <a:r>
              <a:rPr lang="es-ES" dirty="0"/>
              <a:t>Gestión del proceso de cheques devueltos</a:t>
            </a:r>
            <a:endParaRPr lang="es-CO" dirty="0"/>
          </a:p>
        </p:txBody>
      </p:sp>
      <p:sp>
        <p:nvSpPr>
          <p:cNvPr id="6" name="Text Placeholder 16">
            <a:extLst>
              <a:ext uri="{FF2B5EF4-FFF2-40B4-BE49-F238E27FC236}">
                <a16:creationId xmlns:a16="http://schemas.microsoft.com/office/drawing/2014/main" id="{EBD049DE-5AA3-5C4D-DE07-1D27DA3A4277}"/>
              </a:ext>
            </a:extLst>
          </p:cNvPr>
          <p:cNvSpPr txBox="1">
            <a:spLocks/>
          </p:cNvSpPr>
          <p:nvPr/>
        </p:nvSpPr>
        <p:spPr>
          <a:xfrm>
            <a:off x="566045" y="3868221"/>
            <a:ext cx="536841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la cuenta corriente</a:t>
            </a:r>
            <a:endParaRPr lang="en-US" sz="2000" dirty="0">
              <a:solidFill>
                <a:schemeClr val="bg1"/>
              </a:solidFill>
            </a:endParaRPr>
          </a:p>
        </p:txBody>
      </p:sp>
    </p:spTree>
    <p:extLst>
      <p:ext uri="{BB962C8B-B14F-4D97-AF65-F5344CB8AC3E}">
        <p14:creationId xmlns:p14="http://schemas.microsoft.com/office/powerpoint/2010/main" val="18385224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F113-FD5D-D65E-B400-8C6CB3454C5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91835BA-0D57-60EC-47FB-2D2D8033C0EF}"/>
              </a:ext>
            </a:extLst>
          </p:cNvPr>
          <p:cNvSpPr txBox="1">
            <a:spLocks/>
          </p:cNvSpPr>
          <p:nvPr/>
        </p:nvSpPr>
        <p:spPr>
          <a:xfrm>
            <a:off x="1669254" y="701605"/>
            <a:ext cx="8853489"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del proceso de cheques devueltos</a:t>
            </a:r>
          </a:p>
          <a:p>
            <a:endParaRPr lang="es-CO" sz="3000" dirty="0"/>
          </a:p>
          <a:p>
            <a:endParaRPr lang="es-CO" sz="3000" dirty="0"/>
          </a:p>
          <a:p>
            <a:r>
              <a:rPr lang="es-CO" sz="3000" dirty="0"/>
              <a:t>  </a:t>
            </a:r>
          </a:p>
          <a:p>
            <a:r>
              <a:rPr lang="es-ES_tradnl" sz="3000" dirty="0"/>
              <a:t> </a:t>
            </a:r>
            <a:endParaRPr lang="es-CL" sz="3000" dirty="0"/>
          </a:p>
        </p:txBody>
      </p:sp>
      <p:pic>
        <p:nvPicPr>
          <p:cNvPr id="3" name="Imagen 2" descr="Diagrama&#10;&#10;Descripción generada automáticamente">
            <a:extLst>
              <a:ext uri="{FF2B5EF4-FFF2-40B4-BE49-F238E27FC236}">
                <a16:creationId xmlns:a16="http://schemas.microsoft.com/office/drawing/2014/main" id="{62C9FB70-3396-4D18-301D-C094CD78645B}"/>
              </a:ext>
            </a:extLst>
          </p:cNvPr>
          <p:cNvPicPr>
            <a:picLocks noChangeAspect="1"/>
          </p:cNvPicPr>
          <p:nvPr/>
        </p:nvPicPr>
        <p:blipFill>
          <a:blip r:embed="rId3"/>
          <a:stretch>
            <a:fillRect/>
          </a:stretch>
        </p:blipFill>
        <p:spPr>
          <a:xfrm>
            <a:off x="1823774" y="2240596"/>
            <a:ext cx="8544452" cy="1992792"/>
          </a:xfrm>
          <a:prstGeom prst="rect">
            <a:avLst/>
          </a:prstGeom>
        </p:spPr>
      </p:pic>
    </p:spTree>
    <p:extLst>
      <p:ext uri="{BB962C8B-B14F-4D97-AF65-F5344CB8AC3E}">
        <p14:creationId xmlns:p14="http://schemas.microsoft.com/office/powerpoint/2010/main" val="3787551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B6C94-18CF-F9AF-CB30-6C82A4A78B2D}"/>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C176896C-16B4-A931-EECB-90A8C4DBA5D1}"/>
              </a:ext>
            </a:extLst>
          </p:cNvPr>
          <p:cNvSpPr/>
          <p:nvPr/>
        </p:nvSpPr>
        <p:spPr>
          <a:xfrm>
            <a:off x="1304399" y="4977255"/>
            <a:ext cx="9583199"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a:t>
            </a:r>
            <a:r>
              <a:rPr lang="es-CO" sz="1200" b="1" dirty="0"/>
              <a:t>TSADETC</a:t>
            </a:r>
            <a:r>
              <a:rPr lang="es-CO" sz="1200" dirty="0"/>
              <a:t> - Se crean los códigos de detalle para registra cargo de cheque devuelto y cargo de penalidad por cheque devuelto.</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D795179D-D0D4-DAA6-07C6-CFC27377EAB1}"/>
              </a:ext>
            </a:extLst>
          </p:cNvPr>
          <p:cNvSpPr txBox="1">
            <a:spLocks/>
          </p:cNvSpPr>
          <p:nvPr/>
        </p:nvSpPr>
        <p:spPr>
          <a:xfrm>
            <a:off x="1304400" y="477220"/>
            <a:ext cx="9317418" cy="9705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TSADETC – Control del código de detalle - Alumnos</a:t>
            </a:r>
            <a:endParaRPr lang="es-CL" sz="3200" dirty="0"/>
          </a:p>
          <a:p>
            <a:endParaRPr lang="es-CL" dirty="0"/>
          </a:p>
        </p:txBody>
      </p:sp>
      <p:pic>
        <p:nvPicPr>
          <p:cNvPr id="6" name="Imagen 5">
            <a:extLst>
              <a:ext uri="{FF2B5EF4-FFF2-40B4-BE49-F238E27FC236}">
                <a16:creationId xmlns:a16="http://schemas.microsoft.com/office/drawing/2014/main" id="{986A7899-A546-1D0C-2CA7-F716FC1F93FE}"/>
              </a:ext>
            </a:extLst>
          </p:cNvPr>
          <p:cNvPicPr>
            <a:picLocks noChangeAspect="1"/>
          </p:cNvPicPr>
          <p:nvPr/>
        </p:nvPicPr>
        <p:blipFill>
          <a:blip r:embed="rId2"/>
          <a:stretch>
            <a:fillRect/>
          </a:stretch>
        </p:blipFill>
        <p:spPr>
          <a:xfrm>
            <a:off x="1304400" y="1788382"/>
            <a:ext cx="9583200" cy="2922926"/>
          </a:xfrm>
          <a:prstGeom prst="rect">
            <a:avLst/>
          </a:prstGeom>
        </p:spPr>
      </p:pic>
    </p:spTree>
    <p:extLst>
      <p:ext uri="{BB962C8B-B14F-4D97-AF65-F5344CB8AC3E}">
        <p14:creationId xmlns:p14="http://schemas.microsoft.com/office/powerpoint/2010/main" val="12182866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5FA67-E664-8058-2D8D-CCE744AF3281}"/>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EFF8AD25-2B64-A63B-06DC-9A337425B96B}"/>
              </a:ext>
            </a:extLst>
          </p:cNvPr>
          <p:cNvSpPr/>
          <p:nvPr/>
        </p:nvSpPr>
        <p:spPr>
          <a:xfrm>
            <a:off x="1304400" y="4567195"/>
            <a:ext cx="6177055" cy="7252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 </a:t>
            </a:r>
            <a:r>
              <a:rPr lang="es-CO" sz="1200" dirty="0"/>
              <a:t>Crear y parametrizar los códigos que identifican: </a:t>
            </a:r>
          </a:p>
          <a:p>
            <a:pPr marL="171450" indent="-171450">
              <a:buFont typeface="Arial" panose="020B0604020202020204" pitchFamily="34" charset="0"/>
              <a:buChar char="•"/>
            </a:pPr>
            <a:r>
              <a:rPr lang="es-CO" sz="1200" dirty="0"/>
              <a:t>Código de detalle para registrar cheque devuelto (RETY)</a:t>
            </a:r>
          </a:p>
          <a:p>
            <a:pPr marL="171450" indent="-171450">
              <a:buFont typeface="Arial" panose="020B0604020202020204" pitchFamily="34" charset="0"/>
              <a:buChar char="•"/>
            </a:pPr>
            <a:r>
              <a:rPr lang="es-CO" sz="1200" dirty="0"/>
              <a:t>Código de detalle para registrar penalidad por cheque devuelto (PENL)</a:t>
            </a:r>
          </a:p>
        </p:txBody>
      </p:sp>
      <p:pic>
        <p:nvPicPr>
          <p:cNvPr id="3" name="Imagen 2">
            <a:extLst>
              <a:ext uri="{FF2B5EF4-FFF2-40B4-BE49-F238E27FC236}">
                <a16:creationId xmlns:a16="http://schemas.microsoft.com/office/drawing/2014/main" id="{92621658-742F-1CA4-E60E-5A1B95E9F6FA}"/>
              </a:ext>
            </a:extLst>
          </p:cNvPr>
          <p:cNvPicPr>
            <a:picLocks noChangeAspect="1"/>
          </p:cNvPicPr>
          <p:nvPr/>
        </p:nvPicPr>
        <p:blipFill>
          <a:blip r:embed="rId2"/>
          <a:stretch>
            <a:fillRect/>
          </a:stretch>
        </p:blipFill>
        <p:spPr>
          <a:xfrm>
            <a:off x="1304400" y="1949015"/>
            <a:ext cx="9583200" cy="1963606"/>
          </a:xfrm>
          <a:prstGeom prst="rect">
            <a:avLst/>
          </a:prstGeom>
        </p:spPr>
      </p:pic>
      <p:sp>
        <p:nvSpPr>
          <p:cNvPr id="5" name="Rectángulo: esquinas redondeadas 4">
            <a:extLst>
              <a:ext uri="{FF2B5EF4-FFF2-40B4-BE49-F238E27FC236}">
                <a16:creationId xmlns:a16="http://schemas.microsoft.com/office/drawing/2014/main" id="{F66B8A94-3AB3-648B-CB3D-3E155C6A7C1E}"/>
              </a:ext>
            </a:extLst>
          </p:cNvPr>
          <p:cNvSpPr/>
          <p:nvPr/>
        </p:nvSpPr>
        <p:spPr>
          <a:xfrm>
            <a:off x="1304400" y="5473910"/>
            <a:ext cx="6417200" cy="4371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 </a:t>
            </a:r>
            <a:r>
              <a:rPr lang="es-CO" sz="1200" dirty="0"/>
              <a:t>Al finalizar de diligenciar los campos, se presiona el botón </a:t>
            </a:r>
            <a:r>
              <a:rPr lang="es-CO" sz="1200" b="1" dirty="0"/>
              <a:t>Guardar</a:t>
            </a:r>
            <a:r>
              <a:rPr lang="es-CO" sz="1200" dirty="0"/>
              <a:t> o presionar la tecla </a:t>
            </a:r>
            <a:r>
              <a:rPr lang="es-CO" sz="1200" b="1" dirty="0"/>
              <a:t>F10.</a:t>
            </a:r>
            <a:endParaRPr lang="es-ES" sz="1200" b="1" dirty="0">
              <a:solidFill>
                <a:schemeClr val="bg1"/>
              </a:solidFill>
              <a:cs typeface="Arial"/>
            </a:endParaRPr>
          </a:p>
        </p:txBody>
      </p:sp>
      <p:pic>
        <p:nvPicPr>
          <p:cNvPr id="7" name="Imagen 6">
            <a:extLst>
              <a:ext uri="{FF2B5EF4-FFF2-40B4-BE49-F238E27FC236}">
                <a16:creationId xmlns:a16="http://schemas.microsoft.com/office/drawing/2014/main" id="{1810BD3A-60E1-7F67-7238-75C582AF4EC9}"/>
              </a:ext>
            </a:extLst>
          </p:cNvPr>
          <p:cNvPicPr>
            <a:picLocks noChangeAspect="1"/>
          </p:cNvPicPr>
          <p:nvPr/>
        </p:nvPicPr>
        <p:blipFill>
          <a:blip r:embed="rId3"/>
          <a:stretch>
            <a:fillRect/>
          </a:stretch>
        </p:blipFill>
        <p:spPr>
          <a:xfrm>
            <a:off x="10937733" y="3912621"/>
            <a:ext cx="162000" cy="162000"/>
          </a:xfrm>
          <a:prstGeom prst="rect">
            <a:avLst/>
          </a:prstGeom>
        </p:spPr>
      </p:pic>
      <p:pic>
        <p:nvPicPr>
          <p:cNvPr id="10" name="Imagen 9">
            <a:extLst>
              <a:ext uri="{FF2B5EF4-FFF2-40B4-BE49-F238E27FC236}">
                <a16:creationId xmlns:a16="http://schemas.microsoft.com/office/drawing/2014/main" id="{18ED7862-7A51-49D7-59D1-7AB056360B48}"/>
              </a:ext>
            </a:extLst>
          </p:cNvPr>
          <p:cNvPicPr>
            <a:picLocks noChangeAspect="1"/>
          </p:cNvPicPr>
          <p:nvPr/>
        </p:nvPicPr>
        <p:blipFill>
          <a:blip r:embed="rId4"/>
          <a:stretch>
            <a:fillRect/>
          </a:stretch>
        </p:blipFill>
        <p:spPr>
          <a:xfrm>
            <a:off x="10937733" y="2562659"/>
            <a:ext cx="162000" cy="162000"/>
          </a:xfrm>
          <a:prstGeom prst="rect">
            <a:avLst/>
          </a:prstGeom>
        </p:spPr>
      </p:pic>
      <p:pic>
        <p:nvPicPr>
          <p:cNvPr id="12" name="Imagen 11">
            <a:extLst>
              <a:ext uri="{FF2B5EF4-FFF2-40B4-BE49-F238E27FC236}">
                <a16:creationId xmlns:a16="http://schemas.microsoft.com/office/drawing/2014/main" id="{577E63BE-75DA-A6E8-206C-BB57CA4973F0}"/>
              </a:ext>
            </a:extLst>
          </p:cNvPr>
          <p:cNvPicPr>
            <a:picLocks noChangeAspect="1"/>
          </p:cNvPicPr>
          <p:nvPr/>
        </p:nvPicPr>
        <p:blipFill>
          <a:blip r:embed="rId5"/>
          <a:srcRect b="18233"/>
          <a:stretch>
            <a:fillRect/>
          </a:stretch>
        </p:blipFill>
        <p:spPr>
          <a:xfrm>
            <a:off x="1304400" y="3802766"/>
            <a:ext cx="9583200" cy="437141"/>
          </a:xfrm>
          <a:prstGeom prst="rect">
            <a:avLst/>
          </a:prstGeom>
        </p:spPr>
      </p:pic>
      <p:sp>
        <p:nvSpPr>
          <p:cNvPr id="13" name="Título 3">
            <a:extLst>
              <a:ext uri="{FF2B5EF4-FFF2-40B4-BE49-F238E27FC236}">
                <a16:creationId xmlns:a16="http://schemas.microsoft.com/office/drawing/2014/main" id="{5DE60D34-FBB8-BCA3-E2B1-769BDBCA91B3}"/>
              </a:ext>
            </a:extLst>
          </p:cNvPr>
          <p:cNvSpPr txBox="1">
            <a:spLocks/>
          </p:cNvSpPr>
          <p:nvPr/>
        </p:nvSpPr>
        <p:spPr>
          <a:xfrm>
            <a:off x="1202800" y="536850"/>
            <a:ext cx="9317418" cy="9705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TSADETC – Control del código de detalle - Alumnos</a:t>
            </a:r>
            <a:endParaRPr lang="es-CL" sz="3200" dirty="0"/>
          </a:p>
          <a:p>
            <a:endParaRPr lang="es-CL" dirty="0"/>
          </a:p>
        </p:txBody>
      </p:sp>
    </p:spTree>
    <p:extLst>
      <p:ext uri="{BB962C8B-B14F-4D97-AF65-F5344CB8AC3E}">
        <p14:creationId xmlns:p14="http://schemas.microsoft.com/office/powerpoint/2010/main" val="8312603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650A-B803-5A2F-8AE4-4D62813CFD8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A8342EE-E89A-A52F-E996-87F779377183}"/>
              </a:ext>
            </a:extLst>
          </p:cNvPr>
          <p:cNvPicPr>
            <a:picLocks noChangeAspect="1"/>
          </p:cNvPicPr>
          <p:nvPr/>
        </p:nvPicPr>
        <p:blipFill>
          <a:blip r:embed="rId2"/>
          <a:stretch>
            <a:fillRect/>
          </a:stretch>
        </p:blipFill>
        <p:spPr>
          <a:xfrm>
            <a:off x="1304400" y="1831841"/>
            <a:ext cx="9583200" cy="2060688"/>
          </a:xfrm>
          <a:prstGeom prst="rect">
            <a:avLst/>
          </a:prstGeom>
        </p:spPr>
      </p:pic>
      <p:sp>
        <p:nvSpPr>
          <p:cNvPr id="8" name="Rectángulo: esquinas redondeadas 7">
            <a:extLst>
              <a:ext uri="{FF2B5EF4-FFF2-40B4-BE49-F238E27FC236}">
                <a16:creationId xmlns:a16="http://schemas.microsoft.com/office/drawing/2014/main" id="{3E3EB440-870B-3662-59F7-F1B060D4349C}"/>
              </a:ext>
            </a:extLst>
          </p:cNvPr>
          <p:cNvSpPr/>
          <p:nvPr/>
        </p:nvSpPr>
        <p:spPr>
          <a:xfrm>
            <a:off x="1304400" y="3786497"/>
            <a:ext cx="6758945" cy="43305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a:t>
            </a:r>
            <a:r>
              <a:rPr lang="es-CO" sz="1200" dirty="0"/>
              <a:t>Seleccionar el código de detalle de cheque devuelto, ingresar el código previamente creado. </a:t>
            </a:r>
          </a:p>
        </p:txBody>
      </p:sp>
      <p:sp>
        <p:nvSpPr>
          <p:cNvPr id="4" name="Título 3">
            <a:extLst>
              <a:ext uri="{FF2B5EF4-FFF2-40B4-BE49-F238E27FC236}">
                <a16:creationId xmlns:a16="http://schemas.microsoft.com/office/drawing/2014/main" id="{861F9B1A-D017-6CB9-01D6-83C8428E960B}"/>
              </a:ext>
            </a:extLst>
          </p:cNvPr>
          <p:cNvSpPr txBox="1">
            <a:spLocks/>
          </p:cNvSpPr>
          <p:nvPr/>
        </p:nvSpPr>
        <p:spPr>
          <a:xfrm>
            <a:off x="1304400" y="355416"/>
            <a:ext cx="8439677" cy="52290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TGARETC Control del código de cheque devuelto</a:t>
            </a:r>
            <a:endParaRPr lang="es-CL" dirty="0"/>
          </a:p>
        </p:txBody>
      </p:sp>
      <p:pic>
        <p:nvPicPr>
          <p:cNvPr id="9" name="Imagen 8">
            <a:extLst>
              <a:ext uri="{FF2B5EF4-FFF2-40B4-BE49-F238E27FC236}">
                <a16:creationId xmlns:a16="http://schemas.microsoft.com/office/drawing/2014/main" id="{E5EDD5E4-1955-BA89-CE8A-14A006D0E055}"/>
              </a:ext>
            </a:extLst>
          </p:cNvPr>
          <p:cNvPicPr>
            <a:picLocks noChangeAspect="1"/>
          </p:cNvPicPr>
          <p:nvPr/>
        </p:nvPicPr>
        <p:blipFill>
          <a:blip r:embed="rId3"/>
          <a:stretch>
            <a:fillRect/>
          </a:stretch>
        </p:blipFill>
        <p:spPr>
          <a:xfrm>
            <a:off x="4969468" y="2978293"/>
            <a:ext cx="162000" cy="162000"/>
          </a:xfrm>
          <a:prstGeom prst="rect">
            <a:avLst/>
          </a:prstGeom>
        </p:spPr>
      </p:pic>
      <p:pic>
        <p:nvPicPr>
          <p:cNvPr id="11" name="Imagen 10">
            <a:extLst>
              <a:ext uri="{FF2B5EF4-FFF2-40B4-BE49-F238E27FC236}">
                <a16:creationId xmlns:a16="http://schemas.microsoft.com/office/drawing/2014/main" id="{CB49BEF4-56F4-ADD1-5E12-0730E3F8383C}"/>
              </a:ext>
            </a:extLst>
          </p:cNvPr>
          <p:cNvPicPr>
            <a:picLocks noChangeAspect="1"/>
          </p:cNvPicPr>
          <p:nvPr/>
        </p:nvPicPr>
        <p:blipFill>
          <a:blip r:embed="rId4"/>
          <a:stretch>
            <a:fillRect/>
          </a:stretch>
        </p:blipFill>
        <p:spPr>
          <a:xfrm>
            <a:off x="1123928" y="2978293"/>
            <a:ext cx="162000" cy="162000"/>
          </a:xfrm>
          <a:prstGeom prst="rect">
            <a:avLst/>
          </a:prstGeom>
        </p:spPr>
      </p:pic>
      <p:pic>
        <p:nvPicPr>
          <p:cNvPr id="13" name="Imagen 12">
            <a:extLst>
              <a:ext uri="{FF2B5EF4-FFF2-40B4-BE49-F238E27FC236}">
                <a16:creationId xmlns:a16="http://schemas.microsoft.com/office/drawing/2014/main" id="{1E7C472D-860E-4356-1DE3-6DA2C3485DBA}"/>
              </a:ext>
            </a:extLst>
          </p:cNvPr>
          <p:cNvPicPr>
            <a:picLocks noChangeAspect="1"/>
          </p:cNvPicPr>
          <p:nvPr/>
        </p:nvPicPr>
        <p:blipFill>
          <a:blip r:embed="rId5"/>
          <a:stretch>
            <a:fillRect/>
          </a:stretch>
        </p:blipFill>
        <p:spPr>
          <a:xfrm>
            <a:off x="7757298" y="3001043"/>
            <a:ext cx="162000" cy="162000"/>
          </a:xfrm>
          <a:prstGeom prst="rect">
            <a:avLst/>
          </a:prstGeom>
        </p:spPr>
      </p:pic>
      <p:sp>
        <p:nvSpPr>
          <p:cNvPr id="16" name="Rectángulo: esquinas redondeadas 15">
            <a:extLst>
              <a:ext uri="{FF2B5EF4-FFF2-40B4-BE49-F238E27FC236}">
                <a16:creationId xmlns:a16="http://schemas.microsoft.com/office/drawing/2014/main" id="{E6A41E54-CC06-2C15-4941-A0A97928CBDD}"/>
              </a:ext>
            </a:extLst>
          </p:cNvPr>
          <p:cNvSpPr/>
          <p:nvPr/>
        </p:nvSpPr>
        <p:spPr>
          <a:xfrm>
            <a:off x="1285928" y="4462967"/>
            <a:ext cx="6777417" cy="43305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2.</a:t>
            </a:r>
            <a:r>
              <a:rPr lang="es-CO" sz="1200" dirty="0"/>
              <a:t> Asociar el código de detalle de multa, seleccionar el código que se aplicará cuando ocurra la devolución.</a:t>
            </a:r>
          </a:p>
        </p:txBody>
      </p:sp>
      <p:sp>
        <p:nvSpPr>
          <p:cNvPr id="17" name="Rectángulo: esquinas redondeadas 16">
            <a:extLst>
              <a:ext uri="{FF2B5EF4-FFF2-40B4-BE49-F238E27FC236}">
                <a16:creationId xmlns:a16="http://schemas.microsoft.com/office/drawing/2014/main" id="{FD7F96DD-508B-A080-BE75-4746A62B4945}"/>
              </a:ext>
            </a:extLst>
          </p:cNvPr>
          <p:cNvSpPr/>
          <p:nvPr/>
        </p:nvSpPr>
        <p:spPr>
          <a:xfrm>
            <a:off x="1285927" y="5109171"/>
            <a:ext cx="2427091" cy="43305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3.</a:t>
            </a:r>
            <a:r>
              <a:rPr lang="es-CO" sz="1200" dirty="0"/>
              <a:t>Definir el monto de la multa</a:t>
            </a:r>
          </a:p>
        </p:txBody>
      </p:sp>
    </p:spTree>
    <p:extLst>
      <p:ext uri="{BB962C8B-B14F-4D97-AF65-F5344CB8AC3E}">
        <p14:creationId xmlns:p14="http://schemas.microsoft.com/office/powerpoint/2010/main" val="13888965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73FB9-B979-A8ED-526D-3B87FBEE1614}"/>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7C005A6D-DB82-FFB4-8718-62BB41C92E21}"/>
              </a:ext>
            </a:extLst>
          </p:cNvPr>
          <p:cNvSpPr/>
          <p:nvPr/>
        </p:nvSpPr>
        <p:spPr>
          <a:xfrm>
            <a:off x="1304400" y="4176387"/>
            <a:ext cx="6888255" cy="4593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TGARETC</a:t>
            </a:r>
            <a:r>
              <a:rPr lang="es-CO" sz="1200" dirty="0"/>
              <a:t> confirmar el registro para que quede disponible en los procesos de generación de cargos.</a:t>
            </a:r>
            <a:endParaRPr lang="es-ES" sz="1200" dirty="0">
              <a:solidFill>
                <a:schemeClr val="bg1"/>
              </a:solidFill>
              <a:cs typeface="Arial"/>
            </a:endParaRPr>
          </a:p>
        </p:txBody>
      </p:sp>
      <p:sp>
        <p:nvSpPr>
          <p:cNvPr id="4" name="Título 3">
            <a:extLst>
              <a:ext uri="{FF2B5EF4-FFF2-40B4-BE49-F238E27FC236}">
                <a16:creationId xmlns:a16="http://schemas.microsoft.com/office/drawing/2014/main" id="{2F8EEF70-117D-66EB-14E7-FB21999F6B8A}"/>
              </a:ext>
            </a:extLst>
          </p:cNvPr>
          <p:cNvSpPr txBox="1">
            <a:spLocks/>
          </p:cNvSpPr>
          <p:nvPr/>
        </p:nvSpPr>
        <p:spPr>
          <a:xfrm>
            <a:off x="1304400" y="355416"/>
            <a:ext cx="8439677" cy="52290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TGARETC Control del código de cheque devuelto</a:t>
            </a:r>
            <a:endParaRPr lang="es-CL" dirty="0"/>
          </a:p>
        </p:txBody>
      </p:sp>
      <p:pic>
        <p:nvPicPr>
          <p:cNvPr id="7" name="Imagen 6">
            <a:extLst>
              <a:ext uri="{FF2B5EF4-FFF2-40B4-BE49-F238E27FC236}">
                <a16:creationId xmlns:a16="http://schemas.microsoft.com/office/drawing/2014/main" id="{8555CF30-5D78-C2F1-A5B5-F242C03A28EC}"/>
              </a:ext>
            </a:extLst>
          </p:cNvPr>
          <p:cNvPicPr>
            <a:picLocks noChangeAspect="1"/>
          </p:cNvPicPr>
          <p:nvPr/>
        </p:nvPicPr>
        <p:blipFill>
          <a:blip r:embed="rId2"/>
          <a:srcRect b="9958"/>
          <a:stretch>
            <a:fillRect/>
          </a:stretch>
        </p:blipFill>
        <p:spPr>
          <a:xfrm>
            <a:off x="1304400" y="3287231"/>
            <a:ext cx="9583200" cy="459369"/>
          </a:xfrm>
          <a:prstGeom prst="rect">
            <a:avLst/>
          </a:prstGeom>
        </p:spPr>
      </p:pic>
      <p:sp>
        <p:nvSpPr>
          <p:cNvPr id="9" name="Rectángulo: esquinas redondeadas 8">
            <a:extLst>
              <a:ext uri="{FF2B5EF4-FFF2-40B4-BE49-F238E27FC236}">
                <a16:creationId xmlns:a16="http://schemas.microsoft.com/office/drawing/2014/main" id="{9E72F902-3D4E-7E44-479C-B4660DA285C1}"/>
              </a:ext>
            </a:extLst>
          </p:cNvPr>
          <p:cNvSpPr/>
          <p:nvPr/>
        </p:nvSpPr>
        <p:spPr>
          <a:xfrm>
            <a:off x="1304399" y="4835858"/>
            <a:ext cx="6888255" cy="4593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4. </a:t>
            </a:r>
            <a:r>
              <a:rPr lang="es-CO" sz="1200" dirty="0"/>
              <a:t>Al finalizar de diligenciar los campos, se presiona el botón </a:t>
            </a:r>
            <a:r>
              <a:rPr lang="es-CO" sz="1200" b="1" dirty="0"/>
              <a:t>Guardar</a:t>
            </a:r>
            <a:r>
              <a:rPr lang="es-CO" sz="1200" dirty="0"/>
              <a:t> o presionar la tecla </a:t>
            </a:r>
            <a:r>
              <a:rPr lang="es-CO" sz="1200" b="1" dirty="0"/>
              <a:t>F10</a:t>
            </a:r>
            <a:endParaRPr lang="es-ES" sz="1200" dirty="0">
              <a:solidFill>
                <a:schemeClr val="bg1"/>
              </a:solidFill>
              <a:cs typeface="Arial"/>
            </a:endParaRPr>
          </a:p>
        </p:txBody>
      </p:sp>
      <p:pic>
        <p:nvPicPr>
          <p:cNvPr id="11" name="Imagen 10">
            <a:extLst>
              <a:ext uri="{FF2B5EF4-FFF2-40B4-BE49-F238E27FC236}">
                <a16:creationId xmlns:a16="http://schemas.microsoft.com/office/drawing/2014/main" id="{1C0DFFD6-E74B-63CD-C30C-5536EB2BE381}"/>
              </a:ext>
            </a:extLst>
          </p:cNvPr>
          <p:cNvPicPr>
            <a:picLocks noChangeAspect="1"/>
          </p:cNvPicPr>
          <p:nvPr/>
        </p:nvPicPr>
        <p:blipFill>
          <a:blip r:embed="rId3"/>
          <a:stretch>
            <a:fillRect/>
          </a:stretch>
        </p:blipFill>
        <p:spPr>
          <a:xfrm>
            <a:off x="10924544" y="3439379"/>
            <a:ext cx="162000" cy="162000"/>
          </a:xfrm>
          <a:prstGeom prst="rect">
            <a:avLst/>
          </a:prstGeom>
        </p:spPr>
      </p:pic>
      <p:pic>
        <p:nvPicPr>
          <p:cNvPr id="13" name="Imagen 12">
            <a:extLst>
              <a:ext uri="{FF2B5EF4-FFF2-40B4-BE49-F238E27FC236}">
                <a16:creationId xmlns:a16="http://schemas.microsoft.com/office/drawing/2014/main" id="{633E7811-4FE8-1CA2-37BD-284AD0138EF7}"/>
              </a:ext>
            </a:extLst>
          </p:cNvPr>
          <p:cNvPicPr>
            <a:picLocks noChangeAspect="1"/>
          </p:cNvPicPr>
          <p:nvPr/>
        </p:nvPicPr>
        <p:blipFill>
          <a:blip r:embed="rId4"/>
          <a:stretch>
            <a:fillRect/>
          </a:stretch>
        </p:blipFill>
        <p:spPr>
          <a:xfrm>
            <a:off x="1304399" y="1896520"/>
            <a:ext cx="9583200" cy="1453211"/>
          </a:xfrm>
          <a:prstGeom prst="rect">
            <a:avLst/>
          </a:prstGeom>
        </p:spPr>
      </p:pic>
    </p:spTree>
    <p:extLst>
      <p:ext uri="{BB962C8B-B14F-4D97-AF65-F5344CB8AC3E}">
        <p14:creationId xmlns:p14="http://schemas.microsoft.com/office/powerpoint/2010/main" val="32474943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48CDE-278E-5E09-71BF-76FBA28067B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DED7AF75-95A5-D682-8658-D32467C972B0}"/>
              </a:ext>
            </a:extLst>
          </p:cNvPr>
          <p:cNvSpPr txBox="1">
            <a:spLocks/>
          </p:cNvSpPr>
          <p:nvPr/>
        </p:nvSpPr>
        <p:spPr>
          <a:xfrm>
            <a:off x="1304400" y="355416"/>
            <a:ext cx="9677636" cy="52290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 Revisión del detalle de la cuenta - Alumnos</a:t>
            </a:r>
            <a:endParaRPr lang="es-CL" dirty="0"/>
          </a:p>
        </p:txBody>
      </p:sp>
      <p:sp>
        <p:nvSpPr>
          <p:cNvPr id="9" name="Rectángulo: esquinas redondeadas 8">
            <a:extLst>
              <a:ext uri="{FF2B5EF4-FFF2-40B4-BE49-F238E27FC236}">
                <a16:creationId xmlns:a16="http://schemas.microsoft.com/office/drawing/2014/main" id="{B428D38D-EB33-427C-DE11-985C7CF77A5D}"/>
              </a:ext>
            </a:extLst>
          </p:cNvPr>
          <p:cNvSpPr/>
          <p:nvPr/>
        </p:nvSpPr>
        <p:spPr>
          <a:xfrm>
            <a:off x="1304400" y="4946574"/>
            <a:ext cx="5687527" cy="4593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5. TSAAREV - </a:t>
            </a:r>
            <a:r>
              <a:rPr lang="es-CO" sz="1200" dirty="0"/>
              <a:t>Se inserta código de cargo para registra monto por cheque devuelto.</a:t>
            </a:r>
            <a:endParaRPr lang="es-ES" sz="1200" dirty="0">
              <a:solidFill>
                <a:schemeClr val="bg1"/>
              </a:solidFill>
              <a:cs typeface="Arial"/>
            </a:endParaRPr>
          </a:p>
        </p:txBody>
      </p:sp>
      <p:pic>
        <p:nvPicPr>
          <p:cNvPr id="3" name="Imagen 2">
            <a:extLst>
              <a:ext uri="{FF2B5EF4-FFF2-40B4-BE49-F238E27FC236}">
                <a16:creationId xmlns:a16="http://schemas.microsoft.com/office/drawing/2014/main" id="{E8603D61-C00C-237D-78FA-25747F7A3E39}"/>
              </a:ext>
            </a:extLst>
          </p:cNvPr>
          <p:cNvPicPr>
            <a:picLocks noChangeAspect="1"/>
          </p:cNvPicPr>
          <p:nvPr/>
        </p:nvPicPr>
        <p:blipFill>
          <a:blip r:embed="rId2"/>
          <a:stretch>
            <a:fillRect/>
          </a:stretch>
        </p:blipFill>
        <p:spPr>
          <a:xfrm>
            <a:off x="1304400" y="1452057"/>
            <a:ext cx="9583200" cy="3267567"/>
          </a:xfrm>
          <a:prstGeom prst="rect">
            <a:avLst/>
          </a:prstGeom>
        </p:spPr>
      </p:pic>
      <p:pic>
        <p:nvPicPr>
          <p:cNvPr id="6" name="Imagen 5">
            <a:extLst>
              <a:ext uri="{FF2B5EF4-FFF2-40B4-BE49-F238E27FC236}">
                <a16:creationId xmlns:a16="http://schemas.microsoft.com/office/drawing/2014/main" id="{5BFDABCD-FD12-6033-1930-D5E655BE5A75}"/>
              </a:ext>
            </a:extLst>
          </p:cNvPr>
          <p:cNvPicPr>
            <a:picLocks noChangeAspect="1"/>
          </p:cNvPicPr>
          <p:nvPr/>
        </p:nvPicPr>
        <p:blipFill>
          <a:blip r:embed="rId3"/>
          <a:stretch>
            <a:fillRect/>
          </a:stretch>
        </p:blipFill>
        <p:spPr>
          <a:xfrm>
            <a:off x="1096220" y="3239292"/>
            <a:ext cx="162000" cy="162000"/>
          </a:xfrm>
          <a:prstGeom prst="rect">
            <a:avLst/>
          </a:prstGeom>
        </p:spPr>
      </p:pic>
    </p:spTree>
    <p:extLst>
      <p:ext uri="{BB962C8B-B14F-4D97-AF65-F5344CB8AC3E}">
        <p14:creationId xmlns:p14="http://schemas.microsoft.com/office/powerpoint/2010/main" val="37887111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1EFAE-5103-512C-0372-BABF9B3D07D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26C87C0C-77F6-BC88-6354-C6E9C70FEF88}"/>
              </a:ext>
            </a:extLst>
          </p:cNvPr>
          <p:cNvSpPr txBox="1">
            <a:spLocks/>
          </p:cNvSpPr>
          <p:nvPr/>
        </p:nvSpPr>
        <p:spPr>
          <a:xfrm>
            <a:off x="1304400" y="355416"/>
            <a:ext cx="9677636" cy="52290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 Revisión del detalle de la cuenta - Alumnos</a:t>
            </a:r>
            <a:endParaRPr lang="es-CL" dirty="0"/>
          </a:p>
        </p:txBody>
      </p:sp>
      <p:sp>
        <p:nvSpPr>
          <p:cNvPr id="9" name="Rectángulo: esquinas redondeadas 8">
            <a:extLst>
              <a:ext uri="{FF2B5EF4-FFF2-40B4-BE49-F238E27FC236}">
                <a16:creationId xmlns:a16="http://schemas.microsoft.com/office/drawing/2014/main" id="{61B66C58-35FD-7157-E435-7B01F8785BB2}"/>
              </a:ext>
            </a:extLst>
          </p:cNvPr>
          <p:cNvSpPr/>
          <p:nvPr/>
        </p:nvSpPr>
        <p:spPr>
          <a:xfrm>
            <a:off x="1351618" y="5059445"/>
            <a:ext cx="4744382" cy="3985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6.</a:t>
            </a:r>
            <a:r>
              <a:rPr lang="es-CO" sz="1200" dirty="0"/>
              <a:t>Refrescar la pagina TSAAREV, se ingresa de nuevo. </a:t>
            </a:r>
            <a:endParaRPr lang="es-ES" sz="1200" dirty="0">
              <a:solidFill>
                <a:schemeClr val="bg1"/>
              </a:solidFill>
              <a:cs typeface="Arial"/>
            </a:endParaRPr>
          </a:p>
        </p:txBody>
      </p:sp>
      <p:pic>
        <p:nvPicPr>
          <p:cNvPr id="5" name="Imagen 4">
            <a:extLst>
              <a:ext uri="{FF2B5EF4-FFF2-40B4-BE49-F238E27FC236}">
                <a16:creationId xmlns:a16="http://schemas.microsoft.com/office/drawing/2014/main" id="{600EDE90-EC8E-1CC2-7A72-84FF5E8FDB95}"/>
              </a:ext>
            </a:extLst>
          </p:cNvPr>
          <p:cNvPicPr>
            <a:picLocks noChangeAspect="1"/>
          </p:cNvPicPr>
          <p:nvPr/>
        </p:nvPicPr>
        <p:blipFill>
          <a:blip r:embed="rId2"/>
          <a:stretch>
            <a:fillRect/>
          </a:stretch>
        </p:blipFill>
        <p:spPr>
          <a:xfrm>
            <a:off x="1351618" y="1452057"/>
            <a:ext cx="9583200" cy="3432193"/>
          </a:xfrm>
          <a:prstGeom prst="rect">
            <a:avLst/>
          </a:prstGeom>
        </p:spPr>
      </p:pic>
      <p:pic>
        <p:nvPicPr>
          <p:cNvPr id="8" name="Imagen 7">
            <a:extLst>
              <a:ext uri="{FF2B5EF4-FFF2-40B4-BE49-F238E27FC236}">
                <a16:creationId xmlns:a16="http://schemas.microsoft.com/office/drawing/2014/main" id="{82412627-F599-EB66-1269-B37AEA808C39}"/>
              </a:ext>
            </a:extLst>
          </p:cNvPr>
          <p:cNvPicPr>
            <a:picLocks noChangeAspect="1"/>
          </p:cNvPicPr>
          <p:nvPr/>
        </p:nvPicPr>
        <p:blipFill>
          <a:blip r:embed="rId3"/>
          <a:stretch>
            <a:fillRect/>
          </a:stretch>
        </p:blipFill>
        <p:spPr>
          <a:xfrm>
            <a:off x="10963564" y="2071559"/>
            <a:ext cx="162000" cy="162000"/>
          </a:xfrm>
          <a:prstGeom prst="rect">
            <a:avLst/>
          </a:prstGeom>
        </p:spPr>
      </p:pic>
      <p:pic>
        <p:nvPicPr>
          <p:cNvPr id="11" name="Imagen 10">
            <a:extLst>
              <a:ext uri="{FF2B5EF4-FFF2-40B4-BE49-F238E27FC236}">
                <a16:creationId xmlns:a16="http://schemas.microsoft.com/office/drawing/2014/main" id="{A424E8E0-8DFF-6F62-22CC-7EC732BC6426}"/>
              </a:ext>
            </a:extLst>
          </p:cNvPr>
          <p:cNvPicPr>
            <a:picLocks noChangeAspect="1"/>
          </p:cNvPicPr>
          <p:nvPr/>
        </p:nvPicPr>
        <p:blipFill>
          <a:blip r:embed="rId4"/>
          <a:stretch>
            <a:fillRect/>
          </a:stretch>
        </p:blipFill>
        <p:spPr>
          <a:xfrm>
            <a:off x="1160230" y="2935140"/>
            <a:ext cx="162000" cy="162000"/>
          </a:xfrm>
          <a:prstGeom prst="rect">
            <a:avLst/>
          </a:prstGeom>
        </p:spPr>
      </p:pic>
      <p:sp>
        <p:nvSpPr>
          <p:cNvPr id="12" name="Rectángulo: esquinas redondeadas 11">
            <a:extLst>
              <a:ext uri="{FF2B5EF4-FFF2-40B4-BE49-F238E27FC236}">
                <a16:creationId xmlns:a16="http://schemas.microsoft.com/office/drawing/2014/main" id="{6A965989-08EF-73A8-143A-E886048D95AA}"/>
              </a:ext>
            </a:extLst>
          </p:cNvPr>
          <p:cNvSpPr/>
          <p:nvPr/>
        </p:nvSpPr>
        <p:spPr>
          <a:xfrm>
            <a:off x="1351617" y="5633181"/>
            <a:ext cx="6508527" cy="3985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7. </a:t>
            </a:r>
            <a:r>
              <a:rPr lang="es-CO" sz="1200" dirty="0"/>
              <a:t>Se evidencia que se inserta el cargo (PENL) y el monto de la penalidad de cheque devuelto.</a:t>
            </a:r>
            <a:endParaRPr lang="es-ES" sz="1200" dirty="0">
              <a:solidFill>
                <a:schemeClr val="bg1"/>
              </a:solidFill>
              <a:cs typeface="Arial"/>
            </a:endParaRPr>
          </a:p>
        </p:txBody>
      </p:sp>
    </p:spTree>
    <p:extLst>
      <p:ext uri="{BB962C8B-B14F-4D97-AF65-F5344CB8AC3E}">
        <p14:creationId xmlns:p14="http://schemas.microsoft.com/office/powerpoint/2010/main" val="31233234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D02B-A2AF-006B-3317-9736F6C125C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DBAE477-C63B-6EE3-D5F2-BB4CB807AE2E}"/>
              </a:ext>
            </a:extLst>
          </p:cNvPr>
          <p:cNvSpPr>
            <a:spLocks noGrp="1"/>
          </p:cNvSpPr>
          <p:nvPr>
            <p:ph type="body" sz="quarter" idx="10"/>
          </p:nvPr>
        </p:nvSpPr>
        <p:spPr>
          <a:xfrm>
            <a:off x="717361" y="2451203"/>
            <a:ext cx="10434187" cy="1333891"/>
          </a:xfrm>
        </p:spPr>
        <p:txBody>
          <a:bodyPr/>
          <a:lstStyle/>
          <a:p>
            <a:r>
              <a:rPr lang="es-ES" dirty="0"/>
              <a:t>Gestión del proceso </a:t>
            </a:r>
            <a:r>
              <a:rPr lang="es-CO" dirty="0"/>
              <a:t>de la aplicación y desaplicación de transacciones.</a:t>
            </a:r>
          </a:p>
        </p:txBody>
      </p:sp>
      <p:sp>
        <p:nvSpPr>
          <p:cNvPr id="6" name="Text Placeholder 16">
            <a:extLst>
              <a:ext uri="{FF2B5EF4-FFF2-40B4-BE49-F238E27FC236}">
                <a16:creationId xmlns:a16="http://schemas.microsoft.com/office/drawing/2014/main" id="{DCB53758-169D-5287-482B-D99E1AB5EDF2}"/>
              </a:ext>
            </a:extLst>
          </p:cNvPr>
          <p:cNvSpPr txBox="1">
            <a:spLocks/>
          </p:cNvSpPr>
          <p:nvPr/>
        </p:nvSpPr>
        <p:spPr>
          <a:xfrm>
            <a:off x="566044" y="4016002"/>
            <a:ext cx="536841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la cuenta corriente</a:t>
            </a:r>
            <a:endParaRPr lang="en-US" sz="2000" dirty="0">
              <a:solidFill>
                <a:schemeClr val="bg1"/>
              </a:solidFill>
            </a:endParaRPr>
          </a:p>
        </p:txBody>
      </p:sp>
    </p:spTree>
    <p:extLst>
      <p:ext uri="{BB962C8B-B14F-4D97-AF65-F5344CB8AC3E}">
        <p14:creationId xmlns:p14="http://schemas.microsoft.com/office/powerpoint/2010/main" val="9490993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0D9E5-8697-B30E-83DE-ECF1016B559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F8F2BC9-0BFF-C051-68F9-28D44411B4BB}"/>
              </a:ext>
            </a:extLst>
          </p:cNvPr>
          <p:cNvSpPr txBox="1">
            <a:spLocks/>
          </p:cNvSpPr>
          <p:nvPr/>
        </p:nvSpPr>
        <p:spPr>
          <a:xfrm>
            <a:off x="1669255" y="156257"/>
            <a:ext cx="8853489" cy="92399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Gestión del proceso de la aplicación y desaplicación de transacciones</a:t>
            </a:r>
          </a:p>
          <a:p>
            <a:endParaRPr lang="es-CO" sz="3000" dirty="0"/>
          </a:p>
          <a:p>
            <a:endParaRPr lang="es-CO" sz="3000" dirty="0"/>
          </a:p>
          <a:p>
            <a:r>
              <a:rPr lang="es-CO" sz="3000" dirty="0"/>
              <a:t>  </a:t>
            </a:r>
          </a:p>
          <a:p>
            <a:r>
              <a:rPr lang="es-ES_tradnl" sz="3000" dirty="0"/>
              <a:t> </a:t>
            </a:r>
            <a:endParaRPr lang="es-CL" sz="3000" dirty="0"/>
          </a:p>
        </p:txBody>
      </p:sp>
      <p:pic>
        <p:nvPicPr>
          <p:cNvPr id="4" name="Imagen 3" descr="Diagrama, Esquemático&#10;&#10;Descripción generada automáticamente">
            <a:extLst>
              <a:ext uri="{FF2B5EF4-FFF2-40B4-BE49-F238E27FC236}">
                <a16:creationId xmlns:a16="http://schemas.microsoft.com/office/drawing/2014/main" id="{1FF8F093-2A06-41EB-35C2-1BD084D1E88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43" t="4047" r="4043" b="4435"/>
          <a:stretch/>
        </p:blipFill>
        <p:spPr bwMode="auto">
          <a:xfrm>
            <a:off x="1304399" y="1080252"/>
            <a:ext cx="9583200" cy="535323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20946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8FC5DD8D-A188-22A8-EED6-6401C22961A9}"/>
              </a:ext>
            </a:extLst>
          </p:cNvPr>
          <p:cNvSpPr txBox="1">
            <a:spLocks/>
          </p:cNvSpPr>
          <p:nvPr/>
        </p:nvSpPr>
        <p:spPr>
          <a:xfrm>
            <a:off x="930640" y="452455"/>
            <a:ext cx="10317934"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Procedimiento: </a:t>
            </a:r>
            <a:r>
              <a:rPr lang="es-ES_tradnl" sz="3200" dirty="0"/>
              <a:t>Gestionar los conceptos de cobro</a:t>
            </a:r>
            <a:br>
              <a:rPr lang="es-ES_tradnl" sz="3200" dirty="0"/>
            </a:br>
            <a:r>
              <a:rPr lang="es-ES_tradnl" sz="3200" dirty="0"/>
              <a:t>Designar Prioridades</a:t>
            </a:r>
            <a:endParaRPr lang="es-CL" sz="3200" dirty="0"/>
          </a:p>
        </p:txBody>
      </p:sp>
      <p:sp>
        <p:nvSpPr>
          <p:cNvPr id="3" name="TextBox 3">
            <a:extLst>
              <a:ext uri="{FF2B5EF4-FFF2-40B4-BE49-F238E27FC236}">
                <a16:creationId xmlns:a16="http://schemas.microsoft.com/office/drawing/2014/main" id="{4A091060-FA3C-7C7C-95E7-AD8CF3536621}"/>
              </a:ext>
            </a:extLst>
          </p:cNvPr>
          <p:cNvSpPr txBox="1"/>
          <p:nvPr/>
        </p:nvSpPr>
        <p:spPr>
          <a:xfrm>
            <a:off x="930640" y="1421197"/>
            <a:ext cx="9264987" cy="369332"/>
          </a:xfrm>
          <a:prstGeom prst="rect">
            <a:avLst/>
          </a:prstGeom>
          <a:noFill/>
        </p:spPr>
        <p:txBody>
          <a:bodyPr wrap="square" rtlCol="0">
            <a:spAutoFit/>
          </a:bodyPr>
          <a:lstStyle/>
          <a:p>
            <a:r>
              <a:rPr lang="es-CO" dirty="0"/>
              <a:t>Lógica de prioridades usada en </a:t>
            </a:r>
            <a:r>
              <a:rPr lang="es-CO" b="1" dirty="0"/>
              <a:t>Aplicación de Pagos </a:t>
            </a:r>
            <a:r>
              <a:rPr lang="es-CO" dirty="0"/>
              <a:t>sigue los siguientes pasos:</a:t>
            </a:r>
          </a:p>
        </p:txBody>
      </p:sp>
      <p:sp>
        <p:nvSpPr>
          <p:cNvPr id="4" name="Rectangle 110">
            <a:extLst>
              <a:ext uri="{FF2B5EF4-FFF2-40B4-BE49-F238E27FC236}">
                <a16:creationId xmlns:a16="http://schemas.microsoft.com/office/drawing/2014/main" id="{906F185B-27E1-D807-6E26-B5B7ABED3787}"/>
              </a:ext>
            </a:extLst>
          </p:cNvPr>
          <p:cNvSpPr/>
          <p:nvPr/>
        </p:nvSpPr>
        <p:spPr>
          <a:xfrm rot="233751">
            <a:off x="7155321" y="433710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11">
            <a:extLst>
              <a:ext uri="{FF2B5EF4-FFF2-40B4-BE49-F238E27FC236}">
                <a16:creationId xmlns:a16="http://schemas.microsoft.com/office/drawing/2014/main" id="{0768D004-458D-F9A4-F8FE-AB992812A61A}"/>
              </a:ext>
            </a:extLst>
          </p:cNvPr>
          <p:cNvSpPr/>
          <p:nvPr/>
        </p:nvSpPr>
        <p:spPr>
          <a:xfrm rot="233751">
            <a:off x="7188582" y="5523931"/>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9">
            <a:extLst>
              <a:ext uri="{FF2B5EF4-FFF2-40B4-BE49-F238E27FC236}">
                <a16:creationId xmlns:a16="http://schemas.microsoft.com/office/drawing/2014/main" id="{094551CB-220F-7CB5-FE8C-2BA70DD6B378}"/>
              </a:ext>
            </a:extLst>
          </p:cNvPr>
          <p:cNvSpPr/>
          <p:nvPr/>
        </p:nvSpPr>
        <p:spPr>
          <a:xfrm rot="21353261">
            <a:off x="1291587" y="4345125"/>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98">
            <a:extLst>
              <a:ext uri="{FF2B5EF4-FFF2-40B4-BE49-F238E27FC236}">
                <a16:creationId xmlns:a16="http://schemas.microsoft.com/office/drawing/2014/main" id="{4F67847D-1C33-3820-0834-CC2C8011D2E3}"/>
              </a:ext>
            </a:extLst>
          </p:cNvPr>
          <p:cNvSpPr/>
          <p:nvPr/>
        </p:nvSpPr>
        <p:spPr>
          <a:xfrm rot="233751">
            <a:off x="7224792" y="2835950"/>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2C941DB4-B494-13FF-6B73-F0E490BF2FB9}"/>
              </a:ext>
            </a:extLst>
          </p:cNvPr>
          <p:cNvSpPr/>
          <p:nvPr/>
        </p:nvSpPr>
        <p:spPr>
          <a:xfrm rot="21353261">
            <a:off x="1332689" y="2811592"/>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6">
            <a:extLst>
              <a:ext uri="{FF2B5EF4-FFF2-40B4-BE49-F238E27FC236}">
                <a16:creationId xmlns:a16="http://schemas.microsoft.com/office/drawing/2014/main" id="{D248D2AF-D985-B3AD-0552-3219EC0D99FA}"/>
              </a:ext>
            </a:extLst>
          </p:cNvPr>
          <p:cNvSpPr/>
          <p:nvPr/>
        </p:nvSpPr>
        <p:spPr>
          <a:xfrm>
            <a:off x="6487887" y="2209828"/>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24">
            <a:extLst>
              <a:ext uri="{FF2B5EF4-FFF2-40B4-BE49-F238E27FC236}">
                <a16:creationId xmlns:a16="http://schemas.microsoft.com/office/drawing/2014/main" id="{3CE0A1DD-71C3-CCCA-87AF-0F5C9EEDEEBE}"/>
              </a:ext>
            </a:extLst>
          </p:cNvPr>
          <p:cNvSpPr/>
          <p:nvPr/>
        </p:nvSpPr>
        <p:spPr>
          <a:xfrm>
            <a:off x="943429" y="3694579"/>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Rounded Corners 27">
            <a:extLst>
              <a:ext uri="{FF2B5EF4-FFF2-40B4-BE49-F238E27FC236}">
                <a16:creationId xmlns:a16="http://schemas.microsoft.com/office/drawing/2014/main" id="{5202C66D-B52E-04CC-5FF6-C50CCFFBCB56}"/>
              </a:ext>
            </a:extLst>
          </p:cNvPr>
          <p:cNvSpPr/>
          <p:nvPr/>
        </p:nvSpPr>
        <p:spPr>
          <a:xfrm>
            <a:off x="6487887" y="3711439"/>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42">
            <a:extLst>
              <a:ext uri="{FF2B5EF4-FFF2-40B4-BE49-F238E27FC236}">
                <a16:creationId xmlns:a16="http://schemas.microsoft.com/office/drawing/2014/main" id="{0860F510-5C48-14A5-E06C-8C3DCB52578B}"/>
              </a:ext>
            </a:extLst>
          </p:cNvPr>
          <p:cNvSpPr/>
          <p:nvPr/>
        </p:nvSpPr>
        <p:spPr>
          <a:xfrm>
            <a:off x="943429" y="5225221"/>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Rectangle: Rounded Corners 45">
            <a:extLst>
              <a:ext uri="{FF2B5EF4-FFF2-40B4-BE49-F238E27FC236}">
                <a16:creationId xmlns:a16="http://schemas.microsoft.com/office/drawing/2014/main" id="{D1511BD6-665D-F333-FAAE-B042591271CA}"/>
              </a:ext>
            </a:extLst>
          </p:cNvPr>
          <p:cNvSpPr/>
          <p:nvPr/>
        </p:nvSpPr>
        <p:spPr>
          <a:xfrm>
            <a:off x="6487887" y="5242081"/>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Rectangle: Rounded Corners 2">
            <a:extLst>
              <a:ext uri="{FF2B5EF4-FFF2-40B4-BE49-F238E27FC236}">
                <a16:creationId xmlns:a16="http://schemas.microsoft.com/office/drawing/2014/main" id="{508135F7-238A-CE84-13B6-86169EE10265}"/>
              </a:ext>
            </a:extLst>
          </p:cNvPr>
          <p:cNvSpPr/>
          <p:nvPr/>
        </p:nvSpPr>
        <p:spPr>
          <a:xfrm>
            <a:off x="943429" y="2192968"/>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00">
            <a:extLst>
              <a:ext uri="{FF2B5EF4-FFF2-40B4-BE49-F238E27FC236}">
                <a16:creationId xmlns:a16="http://schemas.microsoft.com/office/drawing/2014/main" id="{837C96C8-5ECA-6F09-C6FE-6DB2BE83BA58}"/>
              </a:ext>
            </a:extLst>
          </p:cNvPr>
          <p:cNvGrpSpPr/>
          <p:nvPr/>
        </p:nvGrpSpPr>
        <p:grpSpPr>
          <a:xfrm>
            <a:off x="1202173" y="2292222"/>
            <a:ext cx="4213888" cy="846520"/>
            <a:chOff x="1202173" y="694343"/>
            <a:chExt cx="4213888" cy="846520"/>
          </a:xfrm>
        </p:grpSpPr>
        <p:sp>
          <p:nvSpPr>
            <p:cNvPr id="16" name="Rectangle: Rounded Corners 4">
              <a:extLst>
                <a:ext uri="{FF2B5EF4-FFF2-40B4-BE49-F238E27FC236}">
                  <a16:creationId xmlns:a16="http://schemas.microsoft.com/office/drawing/2014/main" id="{8CCA90E7-4630-13A7-6516-9D4A86258237}"/>
                </a:ext>
              </a:extLst>
            </p:cNvPr>
            <p:cNvSpPr/>
            <p:nvPr/>
          </p:nvSpPr>
          <p:spPr>
            <a:xfrm>
              <a:off x="1202173" y="694343"/>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91">
              <a:extLst>
                <a:ext uri="{FF2B5EF4-FFF2-40B4-BE49-F238E27FC236}">
                  <a16:creationId xmlns:a16="http://schemas.microsoft.com/office/drawing/2014/main" id="{010E77E8-F6CC-50E0-FD01-E22451D884B7}"/>
                </a:ext>
              </a:extLst>
            </p:cNvPr>
            <p:cNvGrpSpPr/>
            <p:nvPr/>
          </p:nvGrpSpPr>
          <p:grpSpPr>
            <a:xfrm>
              <a:off x="1399583" y="762003"/>
              <a:ext cx="3690145" cy="711200"/>
              <a:chOff x="1399583" y="762003"/>
              <a:chExt cx="3690145" cy="711200"/>
            </a:xfrm>
          </p:grpSpPr>
          <p:cxnSp>
            <p:nvCxnSpPr>
              <p:cNvPr id="18" name="Straight Connector 10">
                <a:extLst>
                  <a:ext uri="{FF2B5EF4-FFF2-40B4-BE49-F238E27FC236}">
                    <a16:creationId xmlns:a16="http://schemas.microsoft.com/office/drawing/2014/main" id="{F624FABB-2A03-0379-6CB6-A43A8849B210}"/>
                  </a:ext>
                </a:extLst>
              </p:cNvPr>
              <p:cNvCxnSpPr/>
              <p:nvPr/>
            </p:nvCxnSpPr>
            <p:spPr>
              <a:xfrm>
                <a:off x="2075544" y="762003"/>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1">
                <a:extLst>
                  <a:ext uri="{FF2B5EF4-FFF2-40B4-BE49-F238E27FC236}">
                    <a16:creationId xmlns:a16="http://schemas.microsoft.com/office/drawing/2014/main" id="{8773CC7C-A27D-64A6-B8FF-A1FFE4012C80}"/>
                  </a:ext>
                </a:extLst>
              </p:cNvPr>
              <p:cNvSpPr txBox="1"/>
              <p:nvPr/>
            </p:nvSpPr>
            <p:spPr>
              <a:xfrm>
                <a:off x="1399583" y="816127"/>
                <a:ext cx="568150" cy="369332"/>
              </a:xfrm>
              <a:prstGeom prst="rect">
                <a:avLst/>
              </a:prstGeom>
              <a:noFill/>
            </p:spPr>
            <p:txBody>
              <a:bodyPr wrap="square" rtlCol="0">
                <a:spAutoFit/>
              </a:bodyPr>
              <a:lstStyle/>
              <a:p>
                <a:pPr algn="ctr"/>
                <a:r>
                  <a:rPr lang="en-US" b="1" dirty="0">
                    <a:latin typeface="Century Gothic" panose="020B0502020202020204" pitchFamily="34" charset="0"/>
                  </a:rPr>
                  <a:t>01</a:t>
                </a:r>
              </a:p>
            </p:txBody>
          </p:sp>
          <p:sp>
            <p:nvSpPr>
              <p:cNvPr id="20" name="TextBox 14">
                <a:extLst>
                  <a:ext uri="{FF2B5EF4-FFF2-40B4-BE49-F238E27FC236}">
                    <a16:creationId xmlns:a16="http://schemas.microsoft.com/office/drawing/2014/main" id="{9DBFE489-1860-4EAF-C08A-B47E8F392E37}"/>
                  </a:ext>
                </a:extLst>
              </p:cNvPr>
              <p:cNvSpPr txBox="1"/>
              <p:nvPr/>
            </p:nvSpPr>
            <p:spPr>
              <a:xfrm>
                <a:off x="2135870" y="800599"/>
                <a:ext cx="2104772" cy="369332"/>
              </a:xfrm>
              <a:prstGeom prst="rect">
                <a:avLst/>
              </a:prstGeom>
              <a:noFill/>
            </p:spPr>
            <p:txBody>
              <a:bodyPr wrap="square" rtlCol="0">
                <a:spAutoFit/>
              </a:bodyPr>
              <a:lstStyle/>
              <a:p>
                <a:r>
                  <a:rPr lang="es-CO" dirty="0">
                    <a:solidFill>
                      <a:schemeClr val="accent5">
                        <a:lumMod val="10000"/>
                      </a:schemeClr>
                    </a:solidFill>
                  </a:rPr>
                  <a:t>Pagos directos </a:t>
                </a:r>
              </a:p>
            </p:txBody>
          </p:sp>
          <p:pic>
            <p:nvPicPr>
              <p:cNvPr id="21" name="Graphic 9" descr="Bullseye">
                <a:extLst>
                  <a:ext uri="{FF2B5EF4-FFF2-40B4-BE49-F238E27FC236}">
                    <a16:creationId xmlns:a16="http://schemas.microsoft.com/office/drawing/2014/main" id="{CBE211A3-0A25-8D4B-13BF-30E4759E82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32528" y="879872"/>
                <a:ext cx="457200" cy="457200"/>
              </a:xfrm>
              <a:prstGeom prst="rect">
                <a:avLst/>
              </a:prstGeom>
            </p:spPr>
          </p:pic>
        </p:grpSp>
      </p:grpSp>
      <p:grpSp>
        <p:nvGrpSpPr>
          <p:cNvPr id="22" name="Group 107">
            <a:extLst>
              <a:ext uri="{FF2B5EF4-FFF2-40B4-BE49-F238E27FC236}">
                <a16:creationId xmlns:a16="http://schemas.microsoft.com/office/drawing/2014/main" id="{5946EE12-1F34-DE73-BD9A-F753C76FC7EA}"/>
              </a:ext>
            </a:extLst>
          </p:cNvPr>
          <p:cNvGrpSpPr/>
          <p:nvPr/>
        </p:nvGrpSpPr>
        <p:grpSpPr>
          <a:xfrm>
            <a:off x="6781662" y="2308554"/>
            <a:ext cx="4213888" cy="846520"/>
            <a:chOff x="6781662" y="710675"/>
            <a:chExt cx="4213888" cy="846520"/>
          </a:xfrm>
        </p:grpSpPr>
        <p:sp>
          <p:nvSpPr>
            <p:cNvPr id="23" name="Rectangle: Rounded Corners 7">
              <a:extLst>
                <a:ext uri="{FF2B5EF4-FFF2-40B4-BE49-F238E27FC236}">
                  <a16:creationId xmlns:a16="http://schemas.microsoft.com/office/drawing/2014/main" id="{42A12475-570F-2A63-2617-72D8E86CE4DC}"/>
                </a:ext>
              </a:extLst>
            </p:cNvPr>
            <p:cNvSpPr/>
            <p:nvPr/>
          </p:nvSpPr>
          <p:spPr>
            <a:xfrm>
              <a:off x="6781662" y="710675"/>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06">
              <a:extLst>
                <a:ext uri="{FF2B5EF4-FFF2-40B4-BE49-F238E27FC236}">
                  <a16:creationId xmlns:a16="http://schemas.microsoft.com/office/drawing/2014/main" id="{B9E6F507-F500-FD27-BD91-D6859CE583D5}"/>
                </a:ext>
              </a:extLst>
            </p:cNvPr>
            <p:cNvGrpSpPr/>
            <p:nvPr/>
          </p:nvGrpSpPr>
          <p:grpSpPr>
            <a:xfrm>
              <a:off x="7133205" y="814692"/>
              <a:ext cx="3700110" cy="670347"/>
              <a:chOff x="7133205" y="814692"/>
              <a:chExt cx="3700110" cy="670347"/>
            </a:xfrm>
          </p:grpSpPr>
          <p:cxnSp>
            <p:nvCxnSpPr>
              <p:cNvPr id="25" name="Straight Connector 15">
                <a:extLst>
                  <a:ext uri="{FF2B5EF4-FFF2-40B4-BE49-F238E27FC236}">
                    <a16:creationId xmlns:a16="http://schemas.microsoft.com/office/drawing/2014/main" id="{3DBF9CEC-D7AE-E208-F90B-FA4188C89AB4}"/>
                  </a:ext>
                </a:extLst>
              </p:cNvPr>
              <p:cNvCxnSpPr>
                <a:cxnSpLocks/>
              </p:cNvCxnSpPr>
              <p:nvPr/>
            </p:nvCxnSpPr>
            <p:spPr>
              <a:xfrm>
                <a:off x="7823179" y="885879"/>
                <a:ext cx="0" cy="5991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16">
                <a:extLst>
                  <a:ext uri="{FF2B5EF4-FFF2-40B4-BE49-F238E27FC236}">
                    <a16:creationId xmlns:a16="http://schemas.microsoft.com/office/drawing/2014/main" id="{E989FF0A-F2D7-ACBD-1C95-9F3151089157}"/>
                  </a:ext>
                </a:extLst>
              </p:cNvPr>
              <p:cNvSpPr txBox="1"/>
              <p:nvPr/>
            </p:nvSpPr>
            <p:spPr>
              <a:xfrm>
                <a:off x="7133205" y="870359"/>
                <a:ext cx="489784" cy="369332"/>
              </a:xfrm>
              <a:prstGeom prst="rect">
                <a:avLst/>
              </a:prstGeom>
              <a:noFill/>
            </p:spPr>
            <p:txBody>
              <a:bodyPr wrap="square" rtlCol="0">
                <a:spAutoFit/>
              </a:bodyPr>
              <a:lstStyle/>
              <a:p>
                <a:pPr algn="ctr"/>
                <a:r>
                  <a:rPr lang="en-US" b="1" dirty="0">
                    <a:latin typeface="Century Gothic" panose="020B0502020202020204" pitchFamily="34" charset="0"/>
                  </a:rPr>
                  <a:t>02</a:t>
                </a:r>
              </a:p>
            </p:txBody>
          </p:sp>
          <p:sp>
            <p:nvSpPr>
              <p:cNvPr id="27" name="TextBox 19">
                <a:extLst>
                  <a:ext uri="{FF2B5EF4-FFF2-40B4-BE49-F238E27FC236}">
                    <a16:creationId xmlns:a16="http://schemas.microsoft.com/office/drawing/2014/main" id="{A3406EF1-AA7E-D3DD-7F9E-A399B3748168}"/>
                  </a:ext>
                </a:extLst>
              </p:cNvPr>
              <p:cNvSpPr txBox="1"/>
              <p:nvPr/>
            </p:nvSpPr>
            <p:spPr>
              <a:xfrm>
                <a:off x="7783653" y="814692"/>
                <a:ext cx="2726922" cy="584775"/>
              </a:xfrm>
              <a:prstGeom prst="rect">
                <a:avLst/>
              </a:prstGeom>
              <a:noFill/>
            </p:spPr>
            <p:txBody>
              <a:bodyPr wrap="square" rtlCol="0">
                <a:spAutoFit/>
              </a:bodyPr>
              <a:lstStyle/>
              <a:p>
                <a:r>
                  <a:rPr lang="es-CO" sz="1600" dirty="0">
                    <a:solidFill>
                      <a:schemeClr val="accent5">
                        <a:lumMod val="10000"/>
                      </a:schemeClr>
                    </a:solidFill>
                  </a:rPr>
                  <a:t>Códigos de detalle iguales del mismo período</a:t>
                </a:r>
                <a:endParaRPr lang="en-US" sz="1600" dirty="0">
                  <a:solidFill>
                    <a:schemeClr val="accent5">
                      <a:lumMod val="10000"/>
                    </a:schemeClr>
                  </a:solidFill>
                </a:endParaRPr>
              </a:p>
            </p:txBody>
          </p:sp>
          <p:pic>
            <p:nvPicPr>
              <p:cNvPr id="28" name="Graphic 79" descr="Presentation with bar chart">
                <a:extLst>
                  <a:ext uri="{FF2B5EF4-FFF2-40B4-BE49-F238E27FC236}">
                    <a16:creationId xmlns:a16="http://schemas.microsoft.com/office/drawing/2014/main" id="{8B966052-D7DC-9A56-F4E5-B92E7B3ECB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39177" y="935898"/>
                <a:ext cx="394138" cy="394138"/>
              </a:xfrm>
              <a:prstGeom prst="rect">
                <a:avLst/>
              </a:prstGeom>
            </p:spPr>
          </p:pic>
        </p:grpSp>
      </p:grpSp>
      <p:sp>
        <p:nvSpPr>
          <p:cNvPr id="29" name="Rectangle: Top Corners Rounded 5">
            <a:extLst>
              <a:ext uri="{FF2B5EF4-FFF2-40B4-BE49-F238E27FC236}">
                <a16:creationId xmlns:a16="http://schemas.microsoft.com/office/drawing/2014/main" id="{1B9DA432-8141-398B-6767-97F3FCB1785A}"/>
              </a:ext>
            </a:extLst>
          </p:cNvPr>
          <p:cNvSpPr/>
          <p:nvPr/>
        </p:nvSpPr>
        <p:spPr>
          <a:xfrm rot="5400000">
            <a:off x="5009660" y="2541311"/>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Top Corners Rounded 8">
            <a:extLst>
              <a:ext uri="{FF2B5EF4-FFF2-40B4-BE49-F238E27FC236}">
                <a16:creationId xmlns:a16="http://schemas.microsoft.com/office/drawing/2014/main" id="{6FD2A95D-980B-85E0-A001-E4B57309224C}"/>
              </a:ext>
            </a:extLst>
          </p:cNvPr>
          <p:cNvSpPr/>
          <p:nvPr/>
        </p:nvSpPr>
        <p:spPr>
          <a:xfrm rot="5400000">
            <a:off x="6369537" y="2541312"/>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101">
            <a:extLst>
              <a:ext uri="{FF2B5EF4-FFF2-40B4-BE49-F238E27FC236}">
                <a16:creationId xmlns:a16="http://schemas.microsoft.com/office/drawing/2014/main" id="{57898003-B9AD-3E69-25C0-B5B149D3AF95}"/>
              </a:ext>
            </a:extLst>
          </p:cNvPr>
          <p:cNvGrpSpPr/>
          <p:nvPr/>
        </p:nvGrpSpPr>
        <p:grpSpPr>
          <a:xfrm>
            <a:off x="1202173" y="3793833"/>
            <a:ext cx="4213888" cy="846520"/>
            <a:chOff x="1202173" y="2195955"/>
            <a:chExt cx="4213887" cy="846520"/>
          </a:xfrm>
        </p:grpSpPr>
        <p:sp>
          <p:nvSpPr>
            <p:cNvPr id="32" name="Rectangle: Rounded Corners 25">
              <a:extLst>
                <a:ext uri="{FF2B5EF4-FFF2-40B4-BE49-F238E27FC236}">
                  <a16:creationId xmlns:a16="http://schemas.microsoft.com/office/drawing/2014/main" id="{988475E6-66C7-BD7D-C7D8-E5814744B90F}"/>
                </a:ext>
              </a:extLst>
            </p:cNvPr>
            <p:cNvSpPr/>
            <p:nvPr/>
          </p:nvSpPr>
          <p:spPr>
            <a:xfrm>
              <a:off x="1202173" y="2195955"/>
              <a:ext cx="4213887"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92">
              <a:extLst>
                <a:ext uri="{FF2B5EF4-FFF2-40B4-BE49-F238E27FC236}">
                  <a16:creationId xmlns:a16="http://schemas.microsoft.com/office/drawing/2014/main" id="{8152703E-4F2F-5672-7169-1F09D7AEDBFE}"/>
                </a:ext>
              </a:extLst>
            </p:cNvPr>
            <p:cNvGrpSpPr/>
            <p:nvPr/>
          </p:nvGrpSpPr>
          <p:grpSpPr>
            <a:xfrm>
              <a:off x="1392376" y="2263614"/>
              <a:ext cx="3665712" cy="711200"/>
              <a:chOff x="1392376" y="2263614"/>
              <a:chExt cx="3665713" cy="711200"/>
            </a:xfrm>
          </p:grpSpPr>
          <p:cxnSp>
            <p:nvCxnSpPr>
              <p:cNvPr id="34" name="Straight Connector 30">
                <a:extLst>
                  <a:ext uri="{FF2B5EF4-FFF2-40B4-BE49-F238E27FC236}">
                    <a16:creationId xmlns:a16="http://schemas.microsoft.com/office/drawing/2014/main" id="{A6B0102A-8AD8-7F56-3503-72CA14E3CDE8}"/>
                  </a:ext>
                </a:extLst>
              </p:cNvPr>
              <p:cNvCxnSpPr/>
              <p:nvPr/>
            </p:nvCxnSpPr>
            <p:spPr>
              <a:xfrm>
                <a:off x="2075544" y="2263614"/>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1">
                <a:extLst>
                  <a:ext uri="{FF2B5EF4-FFF2-40B4-BE49-F238E27FC236}">
                    <a16:creationId xmlns:a16="http://schemas.microsoft.com/office/drawing/2014/main" id="{64EEC84C-C885-A8C4-BF9D-4A0FA3433F3E}"/>
                  </a:ext>
                </a:extLst>
              </p:cNvPr>
              <p:cNvSpPr txBox="1"/>
              <p:nvPr/>
            </p:nvSpPr>
            <p:spPr>
              <a:xfrm>
                <a:off x="1392376" y="2319271"/>
                <a:ext cx="568150" cy="369332"/>
              </a:xfrm>
              <a:prstGeom prst="rect">
                <a:avLst/>
              </a:prstGeom>
              <a:noFill/>
            </p:spPr>
            <p:txBody>
              <a:bodyPr wrap="square" rtlCol="0">
                <a:spAutoFit/>
              </a:bodyPr>
              <a:lstStyle/>
              <a:p>
                <a:pPr algn="ctr"/>
                <a:r>
                  <a:rPr lang="en-US" b="1" dirty="0">
                    <a:latin typeface="Century Gothic" panose="020B0502020202020204" pitchFamily="34" charset="0"/>
                  </a:rPr>
                  <a:t>03</a:t>
                </a:r>
              </a:p>
            </p:txBody>
          </p:sp>
          <p:sp>
            <p:nvSpPr>
              <p:cNvPr id="36" name="TextBox 34">
                <a:extLst>
                  <a:ext uri="{FF2B5EF4-FFF2-40B4-BE49-F238E27FC236}">
                    <a16:creationId xmlns:a16="http://schemas.microsoft.com/office/drawing/2014/main" id="{CAF93E56-A539-B8C6-76B2-76930D360297}"/>
                  </a:ext>
                </a:extLst>
              </p:cNvPr>
              <p:cNvSpPr txBox="1"/>
              <p:nvPr/>
            </p:nvSpPr>
            <p:spPr>
              <a:xfrm>
                <a:off x="2076862" y="2286701"/>
                <a:ext cx="1845905" cy="369332"/>
              </a:xfrm>
              <a:prstGeom prst="rect">
                <a:avLst/>
              </a:prstGeom>
              <a:noFill/>
            </p:spPr>
            <p:txBody>
              <a:bodyPr wrap="square" rtlCol="0">
                <a:spAutoFit/>
              </a:bodyPr>
              <a:lstStyle/>
              <a:p>
                <a:r>
                  <a:rPr lang="es-CO" dirty="0">
                    <a:solidFill>
                      <a:schemeClr val="accent5">
                        <a:lumMod val="10000"/>
                      </a:schemeClr>
                    </a:solidFill>
                  </a:rPr>
                  <a:t>Prioridades </a:t>
                </a:r>
              </a:p>
            </p:txBody>
          </p:sp>
          <p:pic>
            <p:nvPicPr>
              <p:cNvPr id="37" name="Graphic 77" descr="Venn diagram">
                <a:extLst>
                  <a:ext uri="{FF2B5EF4-FFF2-40B4-BE49-F238E27FC236}">
                    <a16:creationId xmlns:a16="http://schemas.microsoft.com/office/drawing/2014/main" id="{3C4FC5F8-81DD-EEB0-D064-66F83B159A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00889" y="2348377"/>
                <a:ext cx="457200" cy="457200"/>
              </a:xfrm>
              <a:prstGeom prst="rect">
                <a:avLst/>
              </a:prstGeom>
            </p:spPr>
          </p:pic>
        </p:grpSp>
      </p:grpSp>
      <p:grpSp>
        <p:nvGrpSpPr>
          <p:cNvPr id="38" name="Group 105">
            <a:extLst>
              <a:ext uri="{FF2B5EF4-FFF2-40B4-BE49-F238E27FC236}">
                <a16:creationId xmlns:a16="http://schemas.microsoft.com/office/drawing/2014/main" id="{AE7A4FD2-4E07-3961-8F3B-18CDF5E46BE4}"/>
              </a:ext>
            </a:extLst>
          </p:cNvPr>
          <p:cNvGrpSpPr/>
          <p:nvPr/>
        </p:nvGrpSpPr>
        <p:grpSpPr>
          <a:xfrm>
            <a:off x="6746631" y="3810693"/>
            <a:ext cx="4213888" cy="846520"/>
            <a:chOff x="6746630" y="2212815"/>
            <a:chExt cx="4213887" cy="846520"/>
          </a:xfrm>
        </p:grpSpPr>
        <p:sp>
          <p:nvSpPr>
            <p:cNvPr id="39" name="Rectangle: Rounded Corners 28">
              <a:extLst>
                <a:ext uri="{FF2B5EF4-FFF2-40B4-BE49-F238E27FC236}">
                  <a16:creationId xmlns:a16="http://schemas.microsoft.com/office/drawing/2014/main" id="{53CE0C90-B0C1-7E05-2EE9-2A62BC931767}"/>
                </a:ext>
              </a:extLst>
            </p:cNvPr>
            <p:cNvSpPr/>
            <p:nvPr/>
          </p:nvSpPr>
          <p:spPr>
            <a:xfrm>
              <a:off x="6746630" y="2212815"/>
              <a:ext cx="4213887" cy="846520"/>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7">
              <a:extLst>
                <a:ext uri="{FF2B5EF4-FFF2-40B4-BE49-F238E27FC236}">
                  <a16:creationId xmlns:a16="http://schemas.microsoft.com/office/drawing/2014/main" id="{14918E7C-4902-1AEE-EED4-4D4E1544EBD0}"/>
                </a:ext>
              </a:extLst>
            </p:cNvPr>
            <p:cNvGrpSpPr/>
            <p:nvPr/>
          </p:nvGrpSpPr>
          <p:grpSpPr>
            <a:xfrm>
              <a:off x="7129982" y="2275450"/>
              <a:ext cx="3715517" cy="711200"/>
              <a:chOff x="7129982" y="2275450"/>
              <a:chExt cx="3715518" cy="711200"/>
            </a:xfrm>
          </p:grpSpPr>
          <p:cxnSp>
            <p:nvCxnSpPr>
              <p:cNvPr id="41" name="Straight Connector 35">
                <a:extLst>
                  <a:ext uri="{FF2B5EF4-FFF2-40B4-BE49-F238E27FC236}">
                    <a16:creationId xmlns:a16="http://schemas.microsoft.com/office/drawing/2014/main" id="{4FA4AB38-30DF-7213-7E98-612F2423986C}"/>
                  </a:ext>
                </a:extLst>
              </p:cNvPr>
              <p:cNvCxnSpPr/>
              <p:nvPr/>
            </p:nvCxnSpPr>
            <p:spPr>
              <a:xfrm>
                <a:off x="7823179" y="2275450"/>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36">
                <a:extLst>
                  <a:ext uri="{FF2B5EF4-FFF2-40B4-BE49-F238E27FC236}">
                    <a16:creationId xmlns:a16="http://schemas.microsoft.com/office/drawing/2014/main" id="{5CB235A4-0C39-4070-4F6D-85F64DD83758}"/>
                  </a:ext>
                </a:extLst>
              </p:cNvPr>
              <p:cNvSpPr txBox="1"/>
              <p:nvPr/>
            </p:nvSpPr>
            <p:spPr>
              <a:xfrm>
                <a:off x="7129982" y="2304532"/>
                <a:ext cx="568150" cy="369332"/>
              </a:xfrm>
              <a:prstGeom prst="rect">
                <a:avLst/>
              </a:prstGeom>
              <a:noFill/>
            </p:spPr>
            <p:txBody>
              <a:bodyPr wrap="square" rtlCol="0">
                <a:spAutoFit/>
              </a:bodyPr>
              <a:lstStyle/>
              <a:p>
                <a:pPr algn="ctr"/>
                <a:r>
                  <a:rPr lang="en-US" b="1" dirty="0">
                    <a:latin typeface="Century Gothic" panose="020B0502020202020204" pitchFamily="34" charset="0"/>
                  </a:rPr>
                  <a:t>04</a:t>
                </a:r>
              </a:p>
            </p:txBody>
          </p:sp>
          <p:sp>
            <p:nvSpPr>
              <p:cNvPr id="43" name="TextBox 39">
                <a:extLst>
                  <a:ext uri="{FF2B5EF4-FFF2-40B4-BE49-F238E27FC236}">
                    <a16:creationId xmlns:a16="http://schemas.microsoft.com/office/drawing/2014/main" id="{73AF0955-0A65-7D04-3393-794F94875132}"/>
                  </a:ext>
                </a:extLst>
              </p:cNvPr>
              <p:cNvSpPr txBox="1"/>
              <p:nvPr/>
            </p:nvSpPr>
            <p:spPr>
              <a:xfrm>
                <a:off x="7823178" y="2308743"/>
                <a:ext cx="2339574" cy="584775"/>
              </a:xfrm>
              <a:prstGeom prst="rect">
                <a:avLst/>
              </a:prstGeom>
              <a:noFill/>
            </p:spPr>
            <p:txBody>
              <a:bodyPr wrap="square" rtlCol="0">
                <a:spAutoFit/>
              </a:bodyPr>
              <a:lstStyle/>
              <a:p>
                <a:r>
                  <a:rPr lang="es-CO" sz="1600" dirty="0">
                    <a:solidFill>
                      <a:schemeClr val="accent5">
                        <a:lumMod val="10000"/>
                      </a:schemeClr>
                    </a:solidFill>
                  </a:rPr>
                  <a:t>Reembolsos a cualquier prioridad </a:t>
                </a:r>
              </a:p>
            </p:txBody>
          </p:sp>
          <p:pic>
            <p:nvPicPr>
              <p:cNvPr id="44" name="Graphic 87" descr="Briefcase">
                <a:extLst>
                  <a:ext uri="{FF2B5EF4-FFF2-40B4-BE49-F238E27FC236}">
                    <a16:creationId xmlns:a16="http://schemas.microsoft.com/office/drawing/2014/main" id="{98316864-C24F-A837-F195-C07B3E37DF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88300" y="2402350"/>
                <a:ext cx="457200" cy="457200"/>
              </a:xfrm>
              <a:prstGeom prst="rect">
                <a:avLst/>
              </a:prstGeom>
            </p:spPr>
          </p:pic>
        </p:grpSp>
      </p:grpSp>
      <p:sp>
        <p:nvSpPr>
          <p:cNvPr id="45" name="Rectangle: Top Corners Rounded 26">
            <a:extLst>
              <a:ext uri="{FF2B5EF4-FFF2-40B4-BE49-F238E27FC236}">
                <a16:creationId xmlns:a16="http://schemas.microsoft.com/office/drawing/2014/main" id="{EAFCA5BC-961B-0F4F-2699-E037BA12416F}"/>
              </a:ext>
            </a:extLst>
          </p:cNvPr>
          <p:cNvSpPr/>
          <p:nvPr/>
        </p:nvSpPr>
        <p:spPr>
          <a:xfrm rot="5400000">
            <a:off x="5009660" y="4042922"/>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Rectangle: Top Corners Rounded 29">
            <a:extLst>
              <a:ext uri="{FF2B5EF4-FFF2-40B4-BE49-F238E27FC236}">
                <a16:creationId xmlns:a16="http://schemas.microsoft.com/office/drawing/2014/main" id="{5E05DEFF-B3BA-CFB3-BBF2-0FDE0CD70B49}"/>
              </a:ext>
            </a:extLst>
          </p:cNvPr>
          <p:cNvSpPr/>
          <p:nvPr/>
        </p:nvSpPr>
        <p:spPr>
          <a:xfrm rot="5400000">
            <a:off x="6369537" y="4042923"/>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102">
            <a:extLst>
              <a:ext uri="{FF2B5EF4-FFF2-40B4-BE49-F238E27FC236}">
                <a16:creationId xmlns:a16="http://schemas.microsoft.com/office/drawing/2014/main" id="{CF626282-7582-9DF3-81CA-4473BE5692DF}"/>
              </a:ext>
            </a:extLst>
          </p:cNvPr>
          <p:cNvGrpSpPr/>
          <p:nvPr/>
        </p:nvGrpSpPr>
        <p:grpSpPr>
          <a:xfrm>
            <a:off x="1202173" y="5324475"/>
            <a:ext cx="4213888" cy="846520"/>
            <a:chOff x="1202173" y="3726598"/>
            <a:chExt cx="4213888" cy="846520"/>
          </a:xfrm>
        </p:grpSpPr>
        <p:sp>
          <p:nvSpPr>
            <p:cNvPr id="48" name="Rectangle: Rounded Corners 43">
              <a:extLst>
                <a:ext uri="{FF2B5EF4-FFF2-40B4-BE49-F238E27FC236}">
                  <a16:creationId xmlns:a16="http://schemas.microsoft.com/office/drawing/2014/main" id="{CBCE567A-B43D-D057-3C48-87E6C9D3C0A0}"/>
                </a:ext>
              </a:extLst>
            </p:cNvPr>
            <p:cNvSpPr/>
            <p:nvPr/>
          </p:nvSpPr>
          <p:spPr>
            <a:xfrm>
              <a:off x="1202173" y="3726598"/>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93">
              <a:extLst>
                <a:ext uri="{FF2B5EF4-FFF2-40B4-BE49-F238E27FC236}">
                  <a16:creationId xmlns:a16="http://schemas.microsoft.com/office/drawing/2014/main" id="{30E0CCDE-7C10-98E0-74F5-9C671921F47E}"/>
                </a:ext>
              </a:extLst>
            </p:cNvPr>
            <p:cNvGrpSpPr/>
            <p:nvPr/>
          </p:nvGrpSpPr>
          <p:grpSpPr>
            <a:xfrm>
              <a:off x="1327153" y="3794256"/>
              <a:ext cx="3726606" cy="711200"/>
              <a:chOff x="1327153" y="3794256"/>
              <a:chExt cx="3726606" cy="711200"/>
            </a:xfrm>
          </p:grpSpPr>
          <p:cxnSp>
            <p:nvCxnSpPr>
              <p:cNvPr id="50" name="Straight Connector 48">
                <a:extLst>
                  <a:ext uri="{FF2B5EF4-FFF2-40B4-BE49-F238E27FC236}">
                    <a16:creationId xmlns:a16="http://schemas.microsoft.com/office/drawing/2014/main" id="{4351969F-9574-044C-9158-1ED17EB58DDC}"/>
                  </a:ext>
                </a:extLst>
              </p:cNvPr>
              <p:cNvCxnSpPr/>
              <p:nvPr/>
            </p:nvCxnSpPr>
            <p:spPr>
              <a:xfrm>
                <a:off x="2075544" y="3794256"/>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TextBox 49">
                <a:extLst>
                  <a:ext uri="{FF2B5EF4-FFF2-40B4-BE49-F238E27FC236}">
                    <a16:creationId xmlns:a16="http://schemas.microsoft.com/office/drawing/2014/main" id="{D4195051-2E9B-D71B-8ACB-393C3B101B92}"/>
                  </a:ext>
                </a:extLst>
              </p:cNvPr>
              <p:cNvSpPr txBox="1"/>
              <p:nvPr/>
            </p:nvSpPr>
            <p:spPr>
              <a:xfrm>
                <a:off x="1327153" y="3794256"/>
                <a:ext cx="568150" cy="369332"/>
              </a:xfrm>
              <a:prstGeom prst="rect">
                <a:avLst/>
              </a:prstGeom>
              <a:noFill/>
            </p:spPr>
            <p:txBody>
              <a:bodyPr wrap="square" rtlCol="0">
                <a:spAutoFit/>
              </a:bodyPr>
              <a:lstStyle/>
              <a:p>
                <a:pPr algn="ctr"/>
                <a:r>
                  <a:rPr lang="en-US" b="1" dirty="0">
                    <a:latin typeface="Century Gothic" panose="020B0502020202020204" pitchFamily="34" charset="0"/>
                  </a:rPr>
                  <a:t>05</a:t>
                </a:r>
              </a:p>
            </p:txBody>
          </p:sp>
          <p:sp>
            <p:nvSpPr>
              <p:cNvPr id="52" name="TextBox 52">
                <a:extLst>
                  <a:ext uri="{FF2B5EF4-FFF2-40B4-BE49-F238E27FC236}">
                    <a16:creationId xmlns:a16="http://schemas.microsoft.com/office/drawing/2014/main" id="{EB4EA7DC-6390-52D2-E4E9-68E9F0468777}"/>
                  </a:ext>
                </a:extLst>
              </p:cNvPr>
              <p:cNvSpPr txBox="1"/>
              <p:nvPr/>
            </p:nvSpPr>
            <p:spPr>
              <a:xfrm>
                <a:off x="2096160" y="3807407"/>
                <a:ext cx="2368580" cy="584775"/>
              </a:xfrm>
              <a:prstGeom prst="rect">
                <a:avLst/>
              </a:prstGeom>
              <a:noFill/>
            </p:spPr>
            <p:txBody>
              <a:bodyPr wrap="square" rtlCol="0">
                <a:spAutoFit/>
              </a:bodyPr>
              <a:lstStyle/>
              <a:p>
                <a:r>
                  <a:rPr lang="es-CO" sz="1600" dirty="0">
                    <a:solidFill>
                      <a:schemeClr val="accent5">
                        <a:lumMod val="10000"/>
                      </a:schemeClr>
                    </a:solidFill>
                  </a:rPr>
                  <a:t>Cargos negativos a cualquier prioridad </a:t>
                </a:r>
              </a:p>
            </p:txBody>
          </p:sp>
          <p:pic>
            <p:nvPicPr>
              <p:cNvPr id="53" name="Graphic 83" descr="Bank">
                <a:extLst>
                  <a:ext uri="{FF2B5EF4-FFF2-40B4-BE49-F238E27FC236}">
                    <a16:creationId xmlns:a16="http://schemas.microsoft.com/office/drawing/2014/main" id="{CB46FE70-FC17-CB70-78DF-EE7C34A189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96559" y="3947796"/>
                <a:ext cx="457200" cy="457200"/>
              </a:xfrm>
              <a:prstGeom prst="rect">
                <a:avLst/>
              </a:prstGeom>
            </p:spPr>
          </p:pic>
        </p:grpSp>
      </p:grpSp>
      <p:sp>
        <p:nvSpPr>
          <p:cNvPr id="54" name="Rectangle: Top Corners Rounded 44">
            <a:extLst>
              <a:ext uri="{FF2B5EF4-FFF2-40B4-BE49-F238E27FC236}">
                <a16:creationId xmlns:a16="http://schemas.microsoft.com/office/drawing/2014/main" id="{3721A300-4B39-B5D1-6380-9B8718D7C1CC}"/>
              </a:ext>
            </a:extLst>
          </p:cNvPr>
          <p:cNvSpPr/>
          <p:nvPr/>
        </p:nvSpPr>
        <p:spPr>
          <a:xfrm rot="5400000">
            <a:off x="5009660" y="5573564"/>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5" name="Group 96">
            <a:extLst>
              <a:ext uri="{FF2B5EF4-FFF2-40B4-BE49-F238E27FC236}">
                <a16:creationId xmlns:a16="http://schemas.microsoft.com/office/drawing/2014/main" id="{EC41E69D-B216-1939-1D99-362959F0F9D1}"/>
              </a:ext>
            </a:extLst>
          </p:cNvPr>
          <p:cNvGrpSpPr/>
          <p:nvPr/>
        </p:nvGrpSpPr>
        <p:grpSpPr>
          <a:xfrm>
            <a:off x="6746631" y="5341335"/>
            <a:ext cx="4213888" cy="846520"/>
            <a:chOff x="6746628" y="3743453"/>
            <a:chExt cx="4213887" cy="846519"/>
          </a:xfrm>
        </p:grpSpPr>
        <p:sp>
          <p:nvSpPr>
            <p:cNvPr id="56" name="Rectangle: Rounded Corners 46">
              <a:extLst>
                <a:ext uri="{FF2B5EF4-FFF2-40B4-BE49-F238E27FC236}">
                  <a16:creationId xmlns:a16="http://schemas.microsoft.com/office/drawing/2014/main" id="{5AA00B73-1D8A-48DE-3704-05F1A3021165}"/>
                </a:ext>
              </a:extLst>
            </p:cNvPr>
            <p:cNvSpPr/>
            <p:nvPr/>
          </p:nvSpPr>
          <p:spPr>
            <a:xfrm>
              <a:off x="6746628" y="3743453"/>
              <a:ext cx="4213887" cy="846519"/>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3">
              <a:extLst>
                <a:ext uri="{FF2B5EF4-FFF2-40B4-BE49-F238E27FC236}">
                  <a16:creationId xmlns:a16="http://schemas.microsoft.com/office/drawing/2014/main" id="{96BFF5B2-82B5-018B-F3B8-BAE55B2E4140}"/>
                </a:ext>
              </a:extLst>
            </p:cNvPr>
            <p:cNvCxnSpPr/>
            <p:nvPr/>
          </p:nvCxnSpPr>
          <p:spPr>
            <a:xfrm>
              <a:off x="7823176" y="3806089"/>
              <a:ext cx="0" cy="7111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8" name="TextBox 54">
              <a:extLst>
                <a:ext uri="{FF2B5EF4-FFF2-40B4-BE49-F238E27FC236}">
                  <a16:creationId xmlns:a16="http://schemas.microsoft.com/office/drawing/2014/main" id="{E058BB72-1885-4380-9F65-0B74BD91D826}"/>
                </a:ext>
              </a:extLst>
            </p:cNvPr>
            <p:cNvSpPr txBox="1"/>
            <p:nvPr/>
          </p:nvSpPr>
          <p:spPr>
            <a:xfrm>
              <a:off x="7110095" y="3805499"/>
              <a:ext cx="568150" cy="369332"/>
            </a:xfrm>
            <a:prstGeom prst="rect">
              <a:avLst/>
            </a:prstGeom>
            <a:noFill/>
          </p:spPr>
          <p:txBody>
            <a:bodyPr wrap="square" rtlCol="0">
              <a:spAutoFit/>
            </a:bodyPr>
            <a:lstStyle/>
            <a:p>
              <a:pPr algn="ctr"/>
              <a:r>
                <a:rPr lang="en-US" b="1" dirty="0">
                  <a:latin typeface="Century Gothic" panose="020B0502020202020204" pitchFamily="34" charset="0"/>
                </a:rPr>
                <a:t>06</a:t>
              </a:r>
            </a:p>
          </p:txBody>
        </p:sp>
        <p:sp>
          <p:nvSpPr>
            <p:cNvPr id="59" name="TextBox 57">
              <a:extLst>
                <a:ext uri="{FF2B5EF4-FFF2-40B4-BE49-F238E27FC236}">
                  <a16:creationId xmlns:a16="http://schemas.microsoft.com/office/drawing/2014/main" id="{60CEBE36-7B6B-AC23-98CC-921529145BC8}"/>
                </a:ext>
              </a:extLst>
            </p:cNvPr>
            <p:cNvSpPr txBox="1"/>
            <p:nvPr/>
          </p:nvSpPr>
          <p:spPr>
            <a:xfrm>
              <a:off x="7823176" y="3794252"/>
              <a:ext cx="2661740" cy="738663"/>
            </a:xfrm>
            <a:prstGeom prst="rect">
              <a:avLst/>
            </a:prstGeom>
            <a:noFill/>
          </p:spPr>
          <p:txBody>
            <a:bodyPr wrap="square" rtlCol="0">
              <a:spAutoFit/>
            </a:bodyPr>
            <a:lstStyle/>
            <a:p>
              <a:pPr algn="just"/>
              <a:r>
                <a:rPr lang="es-CO" sz="1400" dirty="0">
                  <a:solidFill>
                    <a:schemeClr val="accent5">
                      <a:lumMod val="10000"/>
                    </a:schemeClr>
                  </a:solidFill>
                </a:rPr>
                <a:t>Si es una transacción de Contrato o Exención se debe cumplir con el código de origen </a:t>
              </a:r>
            </a:p>
          </p:txBody>
        </p:sp>
        <p:pic>
          <p:nvPicPr>
            <p:cNvPr id="60" name="Graphic 85" descr="Boardroom">
              <a:extLst>
                <a:ext uri="{FF2B5EF4-FFF2-40B4-BE49-F238E27FC236}">
                  <a16:creationId xmlns:a16="http://schemas.microsoft.com/office/drawing/2014/main" id="{6CFDD019-8E44-7A3F-1431-F8190F799C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99904" y="3921250"/>
              <a:ext cx="457200" cy="457200"/>
            </a:xfrm>
            <a:prstGeom prst="rect">
              <a:avLst/>
            </a:prstGeom>
          </p:spPr>
        </p:pic>
      </p:grpSp>
      <p:sp>
        <p:nvSpPr>
          <p:cNvPr id="62" name="Rectangle: Rounded Corners 1">
            <a:extLst>
              <a:ext uri="{FF2B5EF4-FFF2-40B4-BE49-F238E27FC236}">
                <a16:creationId xmlns:a16="http://schemas.microsoft.com/office/drawing/2014/main" id="{A79DA33F-F472-B91A-88C4-A5033D479B8B}"/>
              </a:ext>
            </a:extLst>
          </p:cNvPr>
          <p:cNvSpPr/>
          <p:nvPr/>
        </p:nvSpPr>
        <p:spPr>
          <a:xfrm>
            <a:off x="5416061" y="1967334"/>
            <a:ext cx="1389117" cy="4525818"/>
          </a:xfrm>
          <a:prstGeom prst="roundRect">
            <a:avLst>
              <a:gd name="adj" fmla="val 19869"/>
            </a:avLst>
          </a:prstGeom>
          <a:noFill/>
          <a:ln w="142875">
            <a:gradFill flip="none" rotWithShape="1">
              <a:gsLst>
                <a:gs pos="0">
                  <a:schemeClr val="accent1">
                    <a:lumMod val="5000"/>
                    <a:lumOff val="95000"/>
                  </a:schemeClr>
                </a:gs>
                <a:gs pos="100000">
                  <a:schemeClr val="bg1"/>
                </a:gs>
                <a:gs pos="65000">
                  <a:schemeClr val="bg1"/>
                </a:gs>
              </a:gsLst>
              <a:lin ang="16200000" scaled="1"/>
              <a:tileRect/>
            </a:gradFill>
          </a:ln>
          <a:effectLst>
            <a:outerShdw blurRad="50800" dist="177800" dir="5400000" algn="t" rotWithShape="0">
              <a:prstClr val="black">
                <a:alpha val="22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Top Corners Rounded 47">
            <a:extLst>
              <a:ext uri="{FF2B5EF4-FFF2-40B4-BE49-F238E27FC236}">
                <a16:creationId xmlns:a16="http://schemas.microsoft.com/office/drawing/2014/main" id="{4CC134F2-1AE5-379F-DE9F-FB4CCDC342A0}"/>
              </a:ext>
            </a:extLst>
          </p:cNvPr>
          <p:cNvSpPr/>
          <p:nvPr/>
        </p:nvSpPr>
        <p:spPr>
          <a:xfrm rot="5400000">
            <a:off x="6369537" y="5573565"/>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Top Corners Rounded 5">
            <a:extLst>
              <a:ext uri="{FF2B5EF4-FFF2-40B4-BE49-F238E27FC236}">
                <a16:creationId xmlns:a16="http://schemas.microsoft.com/office/drawing/2014/main" id="{D88B5EA7-37A1-939A-2451-B6E97C5F5240}"/>
              </a:ext>
            </a:extLst>
          </p:cNvPr>
          <p:cNvSpPr/>
          <p:nvPr/>
        </p:nvSpPr>
        <p:spPr>
          <a:xfrm rot="5400000">
            <a:off x="5009664" y="2514098"/>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8">
            <a:extLst>
              <a:ext uri="{FF2B5EF4-FFF2-40B4-BE49-F238E27FC236}">
                <a16:creationId xmlns:a16="http://schemas.microsoft.com/office/drawing/2014/main" id="{B47B6461-151E-FACC-B5BE-76F5CC356D8C}"/>
              </a:ext>
            </a:extLst>
          </p:cNvPr>
          <p:cNvSpPr/>
          <p:nvPr/>
        </p:nvSpPr>
        <p:spPr>
          <a:xfrm rot="5400000">
            <a:off x="6369541" y="2514099"/>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Top Corners Rounded 26">
            <a:extLst>
              <a:ext uri="{FF2B5EF4-FFF2-40B4-BE49-F238E27FC236}">
                <a16:creationId xmlns:a16="http://schemas.microsoft.com/office/drawing/2014/main" id="{6AD53A13-62D2-D777-C240-05FCA3FFBD3B}"/>
              </a:ext>
            </a:extLst>
          </p:cNvPr>
          <p:cNvSpPr/>
          <p:nvPr/>
        </p:nvSpPr>
        <p:spPr>
          <a:xfrm rot="5400000">
            <a:off x="5009664" y="4015709"/>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6" name="Rectangle: Top Corners Rounded 29">
            <a:extLst>
              <a:ext uri="{FF2B5EF4-FFF2-40B4-BE49-F238E27FC236}">
                <a16:creationId xmlns:a16="http://schemas.microsoft.com/office/drawing/2014/main" id="{1B23689B-81B2-326E-E5FD-556E0D7B1E9D}"/>
              </a:ext>
            </a:extLst>
          </p:cNvPr>
          <p:cNvSpPr/>
          <p:nvPr/>
        </p:nvSpPr>
        <p:spPr>
          <a:xfrm rot="5400000">
            <a:off x="6369541" y="4015710"/>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Top Corners Rounded 44">
            <a:extLst>
              <a:ext uri="{FF2B5EF4-FFF2-40B4-BE49-F238E27FC236}">
                <a16:creationId xmlns:a16="http://schemas.microsoft.com/office/drawing/2014/main" id="{56A83A32-9F10-584A-CDF0-95CDEA9D92C5}"/>
              </a:ext>
            </a:extLst>
          </p:cNvPr>
          <p:cNvSpPr/>
          <p:nvPr/>
        </p:nvSpPr>
        <p:spPr>
          <a:xfrm rot="5400000">
            <a:off x="5009664" y="5546351"/>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60039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ppt_x</p:attrName>
                                        </p:attrNameLst>
                                      </p:cBhvr>
                                      <p:tavLst>
                                        <p:tav tm="0">
                                          <p:val>
                                            <p:strVal val="#ppt_x-#ppt_w/2"/>
                                          </p:val>
                                        </p:tav>
                                        <p:tav tm="100000">
                                          <p:val>
                                            <p:strVal val="#ppt_x"/>
                                          </p:val>
                                        </p:tav>
                                      </p:tavLst>
                                    </p:anim>
                                    <p:anim calcmode="lin" valueType="num">
                                      <p:cBhvr>
                                        <p:cTn id="8" dur="500" fill="hold"/>
                                        <p:tgtEl>
                                          <p:spTgt spid="29"/>
                                        </p:tgtEl>
                                        <p:attrNameLst>
                                          <p:attrName>ppt_y</p:attrName>
                                        </p:attrNameLst>
                                      </p:cBhvr>
                                      <p:tavLst>
                                        <p:tav tm="0">
                                          <p:val>
                                            <p:strVal val="#ppt_y"/>
                                          </p:val>
                                        </p:tav>
                                        <p:tav tm="100000">
                                          <p:val>
                                            <p:strVal val="#ppt_y"/>
                                          </p:val>
                                        </p:tav>
                                      </p:tavLst>
                                    </p:anim>
                                    <p:anim calcmode="lin" valueType="num">
                                      <p:cBhvr>
                                        <p:cTn id="9" dur="500" fill="hold"/>
                                        <p:tgtEl>
                                          <p:spTgt spid="29"/>
                                        </p:tgtEl>
                                        <p:attrNameLst>
                                          <p:attrName>ppt_w</p:attrName>
                                        </p:attrNameLst>
                                      </p:cBhvr>
                                      <p:tavLst>
                                        <p:tav tm="0">
                                          <p:val>
                                            <p:fltVal val="0"/>
                                          </p:val>
                                        </p:tav>
                                        <p:tav tm="100000">
                                          <p:val>
                                            <p:strVal val="#ppt_w"/>
                                          </p:val>
                                        </p:tav>
                                      </p:tavLst>
                                    </p:anim>
                                    <p:anim calcmode="lin" valueType="num">
                                      <p:cBhvr>
                                        <p:cTn id="10" dur="500" fill="hold"/>
                                        <p:tgtEl>
                                          <p:spTgt spid="2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2"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ppt_x</p:attrName>
                                        </p:attrNameLst>
                                      </p:cBhvr>
                                      <p:tavLst>
                                        <p:tav tm="0">
                                          <p:val>
                                            <p:strVal val="#ppt_x+#ppt_w/2"/>
                                          </p:val>
                                        </p:tav>
                                        <p:tav tm="100000">
                                          <p:val>
                                            <p:strVal val="#ppt_x"/>
                                          </p:val>
                                        </p:tav>
                                      </p:tavLst>
                                    </p:anim>
                                    <p:anim calcmode="lin" valueType="num">
                                      <p:cBhvr>
                                        <p:cTn id="15" dur="500" fill="hold"/>
                                        <p:tgtEl>
                                          <p:spTgt spid="14"/>
                                        </p:tgtEl>
                                        <p:attrNameLst>
                                          <p:attrName>ppt_y</p:attrName>
                                        </p:attrNameLst>
                                      </p:cBhvr>
                                      <p:tavLst>
                                        <p:tav tm="0">
                                          <p:val>
                                            <p:strVal val="#ppt_y"/>
                                          </p:val>
                                        </p:tav>
                                        <p:tav tm="100000">
                                          <p:val>
                                            <p:strVal val="#ppt_y"/>
                                          </p:val>
                                        </p:tav>
                                      </p:tavLst>
                                    </p:anim>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ppt_x</p:attrName>
                                        </p:attrNameLst>
                                      </p:cBhvr>
                                      <p:tavLst>
                                        <p:tav tm="0">
                                          <p:val>
                                            <p:strVal val="#ppt_x+#ppt_w/2"/>
                                          </p:val>
                                        </p:tav>
                                        <p:tav tm="100000">
                                          <p:val>
                                            <p:strVal val="#ppt_x"/>
                                          </p:val>
                                        </p:tav>
                                      </p:tavLst>
                                    </p:anim>
                                    <p:anim calcmode="lin" valueType="num">
                                      <p:cBhvr>
                                        <p:cTn id="22" dur="500" fill="hold"/>
                                        <p:tgtEl>
                                          <p:spTgt spid="15"/>
                                        </p:tgtEl>
                                        <p:attrNameLst>
                                          <p:attrName>ppt_y</p:attrName>
                                        </p:attrNameLst>
                                      </p:cBhvr>
                                      <p:tavLst>
                                        <p:tav tm="0">
                                          <p:val>
                                            <p:strVal val="#ppt_y"/>
                                          </p:val>
                                        </p:tav>
                                        <p:tav tm="100000">
                                          <p:val>
                                            <p:strVal val="#ppt_y"/>
                                          </p:val>
                                        </p:tav>
                                      </p:tavLst>
                                    </p:anim>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2"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p:cTn id="33" dur="500" fill="hold"/>
                                        <p:tgtEl>
                                          <p:spTgt spid="30"/>
                                        </p:tgtEl>
                                        <p:attrNameLst>
                                          <p:attrName>ppt_x</p:attrName>
                                        </p:attrNameLst>
                                      </p:cBhvr>
                                      <p:tavLst>
                                        <p:tav tm="0">
                                          <p:val>
                                            <p:strVal val="#ppt_x+#ppt_w/2"/>
                                          </p:val>
                                        </p:tav>
                                        <p:tav tm="100000">
                                          <p:val>
                                            <p:strVal val="#ppt_x"/>
                                          </p:val>
                                        </p:tav>
                                      </p:tavLst>
                                    </p:anim>
                                    <p:anim calcmode="lin" valueType="num">
                                      <p:cBhvr>
                                        <p:cTn id="34" dur="500" fill="hold"/>
                                        <p:tgtEl>
                                          <p:spTgt spid="30"/>
                                        </p:tgtEl>
                                        <p:attrNameLst>
                                          <p:attrName>ppt_y</p:attrName>
                                        </p:attrNameLst>
                                      </p:cBhvr>
                                      <p:tavLst>
                                        <p:tav tm="0">
                                          <p:val>
                                            <p:strVal val="#ppt_y"/>
                                          </p:val>
                                        </p:tav>
                                        <p:tav tm="100000">
                                          <p:val>
                                            <p:strVal val="#ppt_y"/>
                                          </p:val>
                                        </p:tav>
                                      </p:tavLst>
                                    </p:anim>
                                    <p:anim calcmode="lin" valueType="num">
                                      <p:cBhvr>
                                        <p:cTn id="35" dur="500" fill="hold"/>
                                        <p:tgtEl>
                                          <p:spTgt spid="30"/>
                                        </p:tgtEl>
                                        <p:attrNameLst>
                                          <p:attrName>ppt_w</p:attrName>
                                        </p:attrNameLst>
                                      </p:cBhvr>
                                      <p:tavLst>
                                        <p:tav tm="0">
                                          <p:val>
                                            <p:fltVal val="0"/>
                                          </p:val>
                                        </p:tav>
                                        <p:tav tm="100000">
                                          <p:val>
                                            <p:strVal val="#ppt_w"/>
                                          </p:val>
                                        </p:tav>
                                      </p:tavLst>
                                    </p:anim>
                                    <p:anim calcmode="lin" valueType="num">
                                      <p:cBhvr>
                                        <p:cTn id="36" dur="500" fill="hold"/>
                                        <p:tgtEl>
                                          <p:spTgt spid="30"/>
                                        </p:tgtEl>
                                        <p:attrNameLst>
                                          <p:attrName>ppt_h</p:attrName>
                                        </p:attrNameLst>
                                      </p:cBhvr>
                                      <p:tavLst>
                                        <p:tav tm="0">
                                          <p:val>
                                            <p:strVal val="#ppt_h"/>
                                          </p:val>
                                        </p:tav>
                                        <p:tav tm="100000">
                                          <p:val>
                                            <p:strVal val="#ppt_h"/>
                                          </p:val>
                                        </p:tav>
                                      </p:tavLst>
                                    </p:anim>
                                  </p:childTnLst>
                                </p:cTn>
                              </p:par>
                            </p:childTnLst>
                          </p:cTn>
                        </p:par>
                        <p:par>
                          <p:cTn id="37" fill="hold">
                            <p:stCondLst>
                              <p:cond delay="500"/>
                            </p:stCondLst>
                            <p:childTnLst>
                              <p:par>
                                <p:cTn id="38" presetID="17" presetClass="entr" presetSubtype="8"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ppt_x</p:attrName>
                                        </p:attrNameLst>
                                      </p:cBhvr>
                                      <p:tavLst>
                                        <p:tav tm="0">
                                          <p:val>
                                            <p:strVal val="#ppt_x-#ppt_w/2"/>
                                          </p:val>
                                        </p:tav>
                                        <p:tav tm="100000">
                                          <p:val>
                                            <p:strVal val="#ppt_x"/>
                                          </p:val>
                                        </p:tav>
                                      </p:tavLst>
                                    </p:anim>
                                    <p:anim calcmode="lin" valueType="num">
                                      <p:cBhvr>
                                        <p:cTn id="41" dur="500" fill="hold"/>
                                        <p:tgtEl>
                                          <p:spTgt spid="9"/>
                                        </p:tgtEl>
                                        <p:attrNameLst>
                                          <p:attrName>ppt_y</p:attrName>
                                        </p:attrNameLst>
                                      </p:cBhvr>
                                      <p:tavLst>
                                        <p:tav tm="0">
                                          <p:val>
                                            <p:strVal val="#ppt_y"/>
                                          </p:val>
                                        </p:tav>
                                        <p:tav tm="100000">
                                          <p:val>
                                            <p:strVal val="#ppt_y"/>
                                          </p:val>
                                        </p:tav>
                                      </p:tavLst>
                                    </p:anim>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strVal val="#ppt_h"/>
                                          </p:val>
                                        </p:tav>
                                        <p:tav tm="100000">
                                          <p:val>
                                            <p:strVal val="#ppt_h"/>
                                          </p:val>
                                        </p:tav>
                                      </p:tavLst>
                                    </p:anim>
                                  </p:childTnLst>
                                </p:cTn>
                              </p:par>
                            </p:childTnLst>
                          </p:cTn>
                        </p:par>
                        <p:par>
                          <p:cTn id="44" fill="hold">
                            <p:stCondLst>
                              <p:cond delay="1000"/>
                            </p:stCondLst>
                            <p:childTnLst>
                              <p:par>
                                <p:cTn id="45" presetID="17" presetClass="entr" presetSubtype="8"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p:cTn id="47" dur="500" fill="hold"/>
                                        <p:tgtEl>
                                          <p:spTgt spid="22"/>
                                        </p:tgtEl>
                                        <p:attrNameLst>
                                          <p:attrName>ppt_x</p:attrName>
                                        </p:attrNameLst>
                                      </p:cBhvr>
                                      <p:tavLst>
                                        <p:tav tm="0">
                                          <p:val>
                                            <p:strVal val="#ppt_x-#ppt_w/2"/>
                                          </p:val>
                                        </p:tav>
                                        <p:tav tm="100000">
                                          <p:val>
                                            <p:strVal val="#ppt_x"/>
                                          </p:val>
                                        </p:tav>
                                      </p:tavLst>
                                    </p:anim>
                                    <p:anim calcmode="lin" valueType="num">
                                      <p:cBhvr>
                                        <p:cTn id="48" dur="500" fill="hold"/>
                                        <p:tgtEl>
                                          <p:spTgt spid="22"/>
                                        </p:tgtEl>
                                        <p:attrNameLst>
                                          <p:attrName>ppt_y</p:attrName>
                                        </p:attrNameLst>
                                      </p:cBhvr>
                                      <p:tavLst>
                                        <p:tav tm="0">
                                          <p:val>
                                            <p:strVal val="#ppt_y"/>
                                          </p:val>
                                        </p:tav>
                                        <p:tav tm="100000">
                                          <p:val>
                                            <p:strVal val="#ppt_y"/>
                                          </p:val>
                                        </p:tav>
                                      </p:tavLst>
                                    </p:anim>
                                    <p:anim calcmode="lin" valueType="num">
                                      <p:cBhvr>
                                        <p:cTn id="49" dur="500" fill="hold"/>
                                        <p:tgtEl>
                                          <p:spTgt spid="22"/>
                                        </p:tgtEl>
                                        <p:attrNameLst>
                                          <p:attrName>ppt_w</p:attrName>
                                        </p:attrNameLst>
                                      </p:cBhvr>
                                      <p:tavLst>
                                        <p:tav tm="0">
                                          <p:val>
                                            <p:fltVal val="0"/>
                                          </p:val>
                                        </p:tav>
                                        <p:tav tm="100000">
                                          <p:val>
                                            <p:strVal val="#ppt_w"/>
                                          </p:val>
                                        </p:tav>
                                      </p:tavLst>
                                    </p:anim>
                                    <p:anim calcmode="lin" valueType="num">
                                      <p:cBhvr>
                                        <p:cTn id="50" dur="500" fill="hold"/>
                                        <p:tgtEl>
                                          <p:spTgt spid="22"/>
                                        </p:tgtEl>
                                        <p:attrNameLst>
                                          <p:attrName>ppt_h</p:attrName>
                                        </p:attrNameLst>
                                      </p:cBhvr>
                                      <p:tavLst>
                                        <p:tav tm="0">
                                          <p:val>
                                            <p:strVal val="#ppt_h"/>
                                          </p:val>
                                        </p:tav>
                                        <p:tav tm="100000">
                                          <p:val>
                                            <p:strVal val="#ppt_h"/>
                                          </p:val>
                                        </p:tav>
                                      </p:tavLst>
                                    </p:anim>
                                  </p:childTnLst>
                                </p:cTn>
                              </p:par>
                            </p:childTnLst>
                          </p:cTn>
                        </p:par>
                        <p:par>
                          <p:cTn id="51" fill="hold">
                            <p:stCondLst>
                              <p:cond delay="1500"/>
                            </p:stCondLst>
                            <p:childTnLst>
                              <p:par>
                                <p:cTn id="52" presetID="10" presetClass="entr" presetSubtype="0" fill="hold" grpId="0" nodeType="after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8"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anim calcmode="lin" valueType="num">
                                      <p:cBhvr>
                                        <p:cTn id="59" dur="500" fill="hold"/>
                                        <p:tgtEl>
                                          <p:spTgt spid="45"/>
                                        </p:tgtEl>
                                        <p:attrNameLst>
                                          <p:attrName>ppt_x</p:attrName>
                                        </p:attrNameLst>
                                      </p:cBhvr>
                                      <p:tavLst>
                                        <p:tav tm="0">
                                          <p:val>
                                            <p:strVal val="#ppt_x-#ppt_w/2"/>
                                          </p:val>
                                        </p:tav>
                                        <p:tav tm="100000">
                                          <p:val>
                                            <p:strVal val="#ppt_x"/>
                                          </p:val>
                                        </p:tav>
                                      </p:tavLst>
                                    </p:anim>
                                    <p:anim calcmode="lin" valueType="num">
                                      <p:cBhvr>
                                        <p:cTn id="60" dur="500" fill="hold"/>
                                        <p:tgtEl>
                                          <p:spTgt spid="45"/>
                                        </p:tgtEl>
                                        <p:attrNameLst>
                                          <p:attrName>ppt_y</p:attrName>
                                        </p:attrNameLst>
                                      </p:cBhvr>
                                      <p:tavLst>
                                        <p:tav tm="0">
                                          <p:val>
                                            <p:strVal val="#ppt_y"/>
                                          </p:val>
                                        </p:tav>
                                        <p:tav tm="100000">
                                          <p:val>
                                            <p:strVal val="#ppt_y"/>
                                          </p:val>
                                        </p:tav>
                                      </p:tavLst>
                                    </p:anim>
                                    <p:anim calcmode="lin" valueType="num">
                                      <p:cBhvr>
                                        <p:cTn id="61" dur="500" fill="hold"/>
                                        <p:tgtEl>
                                          <p:spTgt spid="45"/>
                                        </p:tgtEl>
                                        <p:attrNameLst>
                                          <p:attrName>ppt_w</p:attrName>
                                        </p:attrNameLst>
                                      </p:cBhvr>
                                      <p:tavLst>
                                        <p:tav tm="0">
                                          <p:val>
                                            <p:fltVal val="0"/>
                                          </p:val>
                                        </p:tav>
                                        <p:tav tm="100000">
                                          <p:val>
                                            <p:strVal val="#ppt_w"/>
                                          </p:val>
                                        </p:tav>
                                      </p:tavLst>
                                    </p:anim>
                                    <p:anim calcmode="lin" valueType="num">
                                      <p:cBhvr>
                                        <p:cTn id="62" dur="500" fill="hold"/>
                                        <p:tgtEl>
                                          <p:spTgt spid="45"/>
                                        </p:tgtEl>
                                        <p:attrNameLst>
                                          <p:attrName>ppt_h</p:attrName>
                                        </p:attrNameLst>
                                      </p:cBhvr>
                                      <p:tavLst>
                                        <p:tav tm="0">
                                          <p:val>
                                            <p:strVal val="#ppt_h"/>
                                          </p:val>
                                        </p:tav>
                                        <p:tav tm="100000">
                                          <p:val>
                                            <p:strVal val="#ppt_h"/>
                                          </p:val>
                                        </p:tav>
                                      </p:tavLst>
                                    </p:anim>
                                  </p:childTnLst>
                                </p:cTn>
                              </p:par>
                            </p:childTnLst>
                          </p:cTn>
                        </p:par>
                        <p:par>
                          <p:cTn id="63" fill="hold">
                            <p:stCondLst>
                              <p:cond delay="500"/>
                            </p:stCondLst>
                            <p:childTnLst>
                              <p:par>
                                <p:cTn id="64" presetID="17" presetClass="entr" presetSubtype="2" fill="hold" grpId="0" nodeType="afterEffect">
                                  <p:stCondLst>
                                    <p:cond delay="0"/>
                                  </p:stCondLst>
                                  <p:childTnLst>
                                    <p:set>
                                      <p:cBhvr>
                                        <p:cTn id="65" dur="1" fill="hold">
                                          <p:stCondLst>
                                            <p:cond delay="0"/>
                                          </p:stCondLst>
                                        </p:cTn>
                                        <p:tgtEl>
                                          <p:spTgt spid="10"/>
                                        </p:tgtEl>
                                        <p:attrNameLst>
                                          <p:attrName>style.visibility</p:attrName>
                                        </p:attrNameLst>
                                      </p:cBhvr>
                                      <p:to>
                                        <p:strVal val="visible"/>
                                      </p:to>
                                    </p:set>
                                    <p:anim calcmode="lin" valueType="num">
                                      <p:cBhvr>
                                        <p:cTn id="66" dur="500" fill="hold"/>
                                        <p:tgtEl>
                                          <p:spTgt spid="10"/>
                                        </p:tgtEl>
                                        <p:attrNameLst>
                                          <p:attrName>ppt_x</p:attrName>
                                        </p:attrNameLst>
                                      </p:cBhvr>
                                      <p:tavLst>
                                        <p:tav tm="0">
                                          <p:val>
                                            <p:strVal val="#ppt_x+#ppt_w/2"/>
                                          </p:val>
                                        </p:tav>
                                        <p:tav tm="100000">
                                          <p:val>
                                            <p:strVal val="#ppt_x"/>
                                          </p:val>
                                        </p:tav>
                                      </p:tavLst>
                                    </p:anim>
                                    <p:anim calcmode="lin" valueType="num">
                                      <p:cBhvr>
                                        <p:cTn id="67" dur="500" fill="hold"/>
                                        <p:tgtEl>
                                          <p:spTgt spid="10"/>
                                        </p:tgtEl>
                                        <p:attrNameLst>
                                          <p:attrName>ppt_y</p:attrName>
                                        </p:attrNameLst>
                                      </p:cBhvr>
                                      <p:tavLst>
                                        <p:tav tm="0">
                                          <p:val>
                                            <p:strVal val="#ppt_y"/>
                                          </p:val>
                                        </p:tav>
                                        <p:tav tm="100000">
                                          <p:val>
                                            <p:strVal val="#ppt_y"/>
                                          </p:val>
                                        </p:tav>
                                      </p:tavLst>
                                    </p:anim>
                                    <p:anim calcmode="lin" valueType="num">
                                      <p:cBhvr>
                                        <p:cTn id="68" dur="500" fill="hold"/>
                                        <p:tgtEl>
                                          <p:spTgt spid="10"/>
                                        </p:tgtEl>
                                        <p:attrNameLst>
                                          <p:attrName>ppt_w</p:attrName>
                                        </p:attrNameLst>
                                      </p:cBhvr>
                                      <p:tavLst>
                                        <p:tav tm="0">
                                          <p:val>
                                            <p:fltVal val="0"/>
                                          </p:val>
                                        </p:tav>
                                        <p:tav tm="100000">
                                          <p:val>
                                            <p:strVal val="#ppt_w"/>
                                          </p:val>
                                        </p:tav>
                                      </p:tavLst>
                                    </p:anim>
                                    <p:anim calcmode="lin" valueType="num">
                                      <p:cBhvr>
                                        <p:cTn id="69" dur="500" fill="hold"/>
                                        <p:tgtEl>
                                          <p:spTgt spid="10"/>
                                        </p:tgtEl>
                                        <p:attrNameLst>
                                          <p:attrName>ppt_h</p:attrName>
                                        </p:attrNameLst>
                                      </p:cBhvr>
                                      <p:tavLst>
                                        <p:tav tm="0">
                                          <p:val>
                                            <p:strVal val="#ppt_h"/>
                                          </p:val>
                                        </p:tav>
                                        <p:tav tm="100000">
                                          <p:val>
                                            <p:strVal val="#ppt_h"/>
                                          </p:val>
                                        </p:tav>
                                      </p:tavLst>
                                    </p:anim>
                                  </p:childTnLst>
                                </p:cTn>
                              </p:par>
                            </p:childTnLst>
                          </p:cTn>
                        </p:par>
                        <p:par>
                          <p:cTn id="70" fill="hold">
                            <p:stCondLst>
                              <p:cond delay="1000"/>
                            </p:stCondLst>
                            <p:childTnLst>
                              <p:par>
                                <p:cTn id="71" presetID="17" presetClass="entr" presetSubtype="2" fill="hold" nodeType="after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p:cTn id="73" dur="500" fill="hold"/>
                                        <p:tgtEl>
                                          <p:spTgt spid="31"/>
                                        </p:tgtEl>
                                        <p:attrNameLst>
                                          <p:attrName>ppt_x</p:attrName>
                                        </p:attrNameLst>
                                      </p:cBhvr>
                                      <p:tavLst>
                                        <p:tav tm="0">
                                          <p:val>
                                            <p:strVal val="#ppt_x+#ppt_w/2"/>
                                          </p:val>
                                        </p:tav>
                                        <p:tav tm="100000">
                                          <p:val>
                                            <p:strVal val="#ppt_x"/>
                                          </p:val>
                                        </p:tav>
                                      </p:tavLst>
                                    </p:anim>
                                    <p:anim calcmode="lin" valueType="num">
                                      <p:cBhvr>
                                        <p:cTn id="74" dur="500" fill="hold"/>
                                        <p:tgtEl>
                                          <p:spTgt spid="31"/>
                                        </p:tgtEl>
                                        <p:attrNameLst>
                                          <p:attrName>ppt_y</p:attrName>
                                        </p:attrNameLst>
                                      </p:cBhvr>
                                      <p:tavLst>
                                        <p:tav tm="0">
                                          <p:val>
                                            <p:strVal val="#ppt_y"/>
                                          </p:val>
                                        </p:tav>
                                        <p:tav tm="100000">
                                          <p:val>
                                            <p:strVal val="#ppt_y"/>
                                          </p:val>
                                        </p:tav>
                                      </p:tavLst>
                                    </p:anim>
                                    <p:anim calcmode="lin" valueType="num">
                                      <p:cBhvr>
                                        <p:cTn id="75" dur="500" fill="hold"/>
                                        <p:tgtEl>
                                          <p:spTgt spid="31"/>
                                        </p:tgtEl>
                                        <p:attrNameLst>
                                          <p:attrName>ppt_w</p:attrName>
                                        </p:attrNameLst>
                                      </p:cBhvr>
                                      <p:tavLst>
                                        <p:tav tm="0">
                                          <p:val>
                                            <p:fltVal val="0"/>
                                          </p:val>
                                        </p:tav>
                                        <p:tav tm="100000">
                                          <p:val>
                                            <p:strVal val="#ppt_w"/>
                                          </p:val>
                                        </p:tav>
                                      </p:tavLst>
                                    </p:anim>
                                    <p:anim calcmode="lin" valueType="num">
                                      <p:cBhvr>
                                        <p:cTn id="76" dur="500" fill="hold"/>
                                        <p:tgtEl>
                                          <p:spTgt spid="31"/>
                                        </p:tgtEl>
                                        <p:attrNameLst>
                                          <p:attrName>ppt_h</p:attrName>
                                        </p:attrNameLst>
                                      </p:cBhvr>
                                      <p:tavLst>
                                        <p:tav tm="0">
                                          <p:val>
                                            <p:strVal val="#ppt_h"/>
                                          </p:val>
                                        </p:tav>
                                        <p:tav tm="100000">
                                          <p:val>
                                            <p:strVal val="#ppt_h"/>
                                          </p:val>
                                        </p:tav>
                                      </p:tavLst>
                                    </p:anim>
                                  </p:childTnLst>
                                </p:cTn>
                              </p:par>
                            </p:childTnLst>
                          </p:cTn>
                        </p:par>
                        <p:par>
                          <p:cTn id="77" fill="hold">
                            <p:stCondLst>
                              <p:cond delay="1500"/>
                            </p:stCondLst>
                            <p:childTnLst>
                              <p:par>
                                <p:cTn id="78" presetID="10" presetClass="entr" presetSubtype="0" fill="hold" grpId="0" nodeType="after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fade">
                                      <p:cBhvr>
                                        <p:cTn id="80" dur="500"/>
                                        <p:tgtEl>
                                          <p:spTgt spid="6"/>
                                        </p:tgtEl>
                                      </p:cBhvr>
                                    </p:animEffect>
                                  </p:childTnLst>
                                </p:cTn>
                              </p:par>
                            </p:childTnLst>
                          </p:cTn>
                        </p:par>
                      </p:childTnLst>
                    </p:cTn>
                  </p:par>
                  <p:par>
                    <p:cTn id="81" fill="hold">
                      <p:stCondLst>
                        <p:cond delay="indefinite"/>
                      </p:stCondLst>
                      <p:childTnLst>
                        <p:par>
                          <p:cTn id="82" fill="hold">
                            <p:stCondLst>
                              <p:cond delay="0"/>
                            </p:stCondLst>
                            <p:childTnLst>
                              <p:par>
                                <p:cTn id="83" presetID="17" presetClass="entr" presetSubtype="2" fill="hold" grpId="0" nodeType="clickEffect">
                                  <p:stCondLst>
                                    <p:cond delay="0"/>
                                  </p:stCondLst>
                                  <p:childTnLst>
                                    <p:set>
                                      <p:cBhvr>
                                        <p:cTn id="84" dur="1" fill="hold">
                                          <p:stCondLst>
                                            <p:cond delay="0"/>
                                          </p:stCondLst>
                                        </p:cTn>
                                        <p:tgtEl>
                                          <p:spTgt spid="46"/>
                                        </p:tgtEl>
                                        <p:attrNameLst>
                                          <p:attrName>style.visibility</p:attrName>
                                        </p:attrNameLst>
                                      </p:cBhvr>
                                      <p:to>
                                        <p:strVal val="visible"/>
                                      </p:to>
                                    </p:set>
                                    <p:anim calcmode="lin" valueType="num">
                                      <p:cBhvr>
                                        <p:cTn id="85" dur="500" fill="hold"/>
                                        <p:tgtEl>
                                          <p:spTgt spid="46"/>
                                        </p:tgtEl>
                                        <p:attrNameLst>
                                          <p:attrName>ppt_x</p:attrName>
                                        </p:attrNameLst>
                                      </p:cBhvr>
                                      <p:tavLst>
                                        <p:tav tm="0">
                                          <p:val>
                                            <p:strVal val="#ppt_x+#ppt_w/2"/>
                                          </p:val>
                                        </p:tav>
                                        <p:tav tm="100000">
                                          <p:val>
                                            <p:strVal val="#ppt_x"/>
                                          </p:val>
                                        </p:tav>
                                      </p:tavLst>
                                    </p:anim>
                                    <p:anim calcmode="lin" valueType="num">
                                      <p:cBhvr>
                                        <p:cTn id="86" dur="500" fill="hold"/>
                                        <p:tgtEl>
                                          <p:spTgt spid="46"/>
                                        </p:tgtEl>
                                        <p:attrNameLst>
                                          <p:attrName>ppt_y</p:attrName>
                                        </p:attrNameLst>
                                      </p:cBhvr>
                                      <p:tavLst>
                                        <p:tav tm="0">
                                          <p:val>
                                            <p:strVal val="#ppt_y"/>
                                          </p:val>
                                        </p:tav>
                                        <p:tav tm="100000">
                                          <p:val>
                                            <p:strVal val="#ppt_y"/>
                                          </p:val>
                                        </p:tav>
                                      </p:tavLst>
                                    </p:anim>
                                    <p:anim calcmode="lin" valueType="num">
                                      <p:cBhvr>
                                        <p:cTn id="87" dur="500" fill="hold"/>
                                        <p:tgtEl>
                                          <p:spTgt spid="46"/>
                                        </p:tgtEl>
                                        <p:attrNameLst>
                                          <p:attrName>ppt_w</p:attrName>
                                        </p:attrNameLst>
                                      </p:cBhvr>
                                      <p:tavLst>
                                        <p:tav tm="0">
                                          <p:val>
                                            <p:fltVal val="0"/>
                                          </p:val>
                                        </p:tav>
                                        <p:tav tm="100000">
                                          <p:val>
                                            <p:strVal val="#ppt_w"/>
                                          </p:val>
                                        </p:tav>
                                      </p:tavLst>
                                    </p:anim>
                                    <p:anim calcmode="lin" valueType="num">
                                      <p:cBhvr>
                                        <p:cTn id="88" dur="500" fill="hold"/>
                                        <p:tgtEl>
                                          <p:spTgt spid="46"/>
                                        </p:tgtEl>
                                        <p:attrNameLst>
                                          <p:attrName>ppt_h</p:attrName>
                                        </p:attrNameLst>
                                      </p:cBhvr>
                                      <p:tavLst>
                                        <p:tav tm="0">
                                          <p:val>
                                            <p:strVal val="#ppt_h"/>
                                          </p:val>
                                        </p:tav>
                                        <p:tav tm="100000">
                                          <p:val>
                                            <p:strVal val="#ppt_h"/>
                                          </p:val>
                                        </p:tav>
                                      </p:tavLst>
                                    </p:anim>
                                  </p:childTnLst>
                                </p:cTn>
                              </p:par>
                            </p:childTnLst>
                          </p:cTn>
                        </p:par>
                        <p:par>
                          <p:cTn id="89" fill="hold">
                            <p:stCondLst>
                              <p:cond delay="500"/>
                            </p:stCondLst>
                            <p:childTnLst>
                              <p:par>
                                <p:cTn id="90" presetID="17" presetClass="entr" presetSubtype="8" fill="hold" grpId="0" nodeType="afterEffect">
                                  <p:stCondLst>
                                    <p:cond delay="0"/>
                                  </p:stCondLst>
                                  <p:childTnLst>
                                    <p:set>
                                      <p:cBhvr>
                                        <p:cTn id="91" dur="1" fill="hold">
                                          <p:stCondLst>
                                            <p:cond delay="0"/>
                                          </p:stCondLst>
                                        </p:cTn>
                                        <p:tgtEl>
                                          <p:spTgt spid="11"/>
                                        </p:tgtEl>
                                        <p:attrNameLst>
                                          <p:attrName>style.visibility</p:attrName>
                                        </p:attrNameLst>
                                      </p:cBhvr>
                                      <p:to>
                                        <p:strVal val="visible"/>
                                      </p:to>
                                    </p:set>
                                    <p:anim calcmode="lin" valueType="num">
                                      <p:cBhvr>
                                        <p:cTn id="92" dur="500" fill="hold"/>
                                        <p:tgtEl>
                                          <p:spTgt spid="11"/>
                                        </p:tgtEl>
                                        <p:attrNameLst>
                                          <p:attrName>ppt_x</p:attrName>
                                        </p:attrNameLst>
                                      </p:cBhvr>
                                      <p:tavLst>
                                        <p:tav tm="0">
                                          <p:val>
                                            <p:strVal val="#ppt_x-#ppt_w/2"/>
                                          </p:val>
                                        </p:tav>
                                        <p:tav tm="100000">
                                          <p:val>
                                            <p:strVal val="#ppt_x"/>
                                          </p:val>
                                        </p:tav>
                                      </p:tavLst>
                                    </p:anim>
                                    <p:anim calcmode="lin" valueType="num">
                                      <p:cBhvr>
                                        <p:cTn id="93" dur="500" fill="hold"/>
                                        <p:tgtEl>
                                          <p:spTgt spid="11"/>
                                        </p:tgtEl>
                                        <p:attrNameLst>
                                          <p:attrName>ppt_y</p:attrName>
                                        </p:attrNameLst>
                                      </p:cBhvr>
                                      <p:tavLst>
                                        <p:tav tm="0">
                                          <p:val>
                                            <p:strVal val="#ppt_y"/>
                                          </p:val>
                                        </p:tav>
                                        <p:tav tm="100000">
                                          <p:val>
                                            <p:strVal val="#ppt_y"/>
                                          </p:val>
                                        </p:tav>
                                      </p:tavLst>
                                    </p:anim>
                                    <p:anim calcmode="lin" valueType="num">
                                      <p:cBhvr>
                                        <p:cTn id="94" dur="500" fill="hold"/>
                                        <p:tgtEl>
                                          <p:spTgt spid="11"/>
                                        </p:tgtEl>
                                        <p:attrNameLst>
                                          <p:attrName>ppt_w</p:attrName>
                                        </p:attrNameLst>
                                      </p:cBhvr>
                                      <p:tavLst>
                                        <p:tav tm="0">
                                          <p:val>
                                            <p:fltVal val="0"/>
                                          </p:val>
                                        </p:tav>
                                        <p:tav tm="100000">
                                          <p:val>
                                            <p:strVal val="#ppt_w"/>
                                          </p:val>
                                        </p:tav>
                                      </p:tavLst>
                                    </p:anim>
                                    <p:anim calcmode="lin" valueType="num">
                                      <p:cBhvr>
                                        <p:cTn id="95" dur="500" fill="hold"/>
                                        <p:tgtEl>
                                          <p:spTgt spid="11"/>
                                        </p:tgtEl>
                                        <p:attrNameLst>
                                          <p:attrName>ppt_h</p:attrName>
                                        </p:attrNameLst>
                                      </p:cBhvr>
                                      <p:tavLst>
                                        <p:tav tm="0">
                                          <p:val>
                                            <p:strVal val="#ppt_h"/>
                                          </p:val>
                                        </p:tav>
                                        <p:tav tm="100000">
                                          <p:val>
                                            <p:strVal val="#ppt_h"/>
                                          </p:val>
                                        </p:tav>
                                      </p:tavLst>
                                    </p:anim>
                                  </p:childTnLst>
                                </p:cTn>
                              </p:par>
                            </p:childTnLst>
                          </p:cTn>
                        </p:par>
                        <p:par>
                          <p:cTn id="96" fill="hold">
                            <p:stCondLst>
                              <p:cond delay="1000"/>
                            </p:stCondLst>
                            <p:childTnLst>
                              <p:par>
                                <p:cTn id="97" presetID="17" presetClass="entr" presetSubtype="8" fill="hold" nodeType="afterEffect">
                                  <p:stCondLst>
                                    <p:cond delay="0"/>
                                  </p:stCondLst>
                                  <p:childTnLst>
                                    <p:set>
                                      <p:cBhvr>
                                        <p:cTn id="98" dur="1" fill="hold">
                                          <p:stCondLst>
                                            <p:cond delay="0"/>
                                          </p:stCondLst>
                                        </p:cTn>
                                        <p:tgtEl>
                                          <p:spTgt spid="38"/>
                                        </p:tgtEl>
                                        <p:attrNameLst>
                                          <p:attrName>style.visibility</p:attrName>
                                        </p:attrNameLst>
                                      </p:cBhvr>
                                      <p:to>
                                        <p:strVal val="visible"/>
                                      </p:to>
                                    </p:set>
                                    <p:anim calcmode="lin" valueType="num">
                                      <p:cBhvr>
                                        <p:cTn id="99" dur="500" fill="hold"/>
                                        <p:tgtEl>
                                          <p:spTgt spid="38"/>
                                        </p:tgtEl>
                                        <p:attrNameLst>
                                          <p:attrName>ppt_x</p:attrName>
                                        </p:attrNameLst>
                                      </p:cBhvr>
                                      <p:tavLst>
                                        <p:tav tm="0">
                                          <p:val>
                                            <p:strVal val="#ppt_x-#ppt_w/2"/>
                                          </p:val>
                                        </p:tav>
                                        <p:tav tm="100000">
                                          <p:val>
                                            <p:strVal val="#ppt_x"/>
                                          </p:val>
                                        </p:tav>
                                      </p:tavLst>
                                    </p:anim>
                                    <p:anim calcmode="lin" valueType="num">
                                      <p:cBhvr>
                                        <p:cTn id="100" dur="500" fill="hold"/>
                                        <p:tgtEl>
                                          <p:spTgt spid="38"/>
                                        </p:tgtEl>
                                        <p:attrNameLst>
                                          <p:attrName>ppt_y</p:attrName>
                                        </p:attrNameLst>
                                      </p:cBhvr>
                                      <p:tavLst>
                                        <p:tav tm="0">
                                          <p:val>
                                            <p:strVal val="#ppt_y"/>
                                          </p:val>
                                        </p:tav>
                                        <p:tav tm="100000">
                                          <p:val>
                                            <p:strVal val="#ppt_y"/>
                                          </p:val>
                                        </p:tav>
                                      </p:tavLst>
                                    </p:anim>
                                    <p:anim calcmode="lin" valueType="num">
                                      <p:cBhvr>
                                        <p:cTn id="101" dur="500" fill="hold"/>
                                        <p:tgtEl>
                                          <p:spTgt spid="38"/>
                                        </p:tgtEl>
                                        <p:attrNameLst>
                                          <p:attrName>ppt_w</p:attrName>
                                        </p:attrNameLst>
                                      </p:cBhvr>
                                      <p:tavLst>
                                        <p:tav tm="0">
                                          <p:val>
                                            <p:fltVal val="0"/>
                                          </p:val>
                                        </p:tav>
                                        <p:tav tm="100000">
                                          <p:val>
                                            <p:strVal val="#ppt_w"/>
                                          </p:val>
                                        </p:tav>
                                      </p:tavLst>
                                    </p:anim>
                                    <p:anim calcmode="lin" valueType="num">
                                      <p:cBhvr>
                                        <p:cTn id="102" dur="500" fill="hold"/>
                                        <p:tgtEl>
                                          <p:spTgt spid="38"/>
                                        </p:tgtEl>
                                        <p:attrNameLst>
                                          <p:attrName>ppt_h</p:attrName>
                                        </p:attrNameLst>
                                      </p:cBhvr>
                                      <p:tavLst>
                                        <p:tav tm="0">
                                          <p:val>
                                            <p:strVal val="#ppt_h"/>
                                          </p:val>
                                        </p:tav>
                                        <p:tav tm="100000">
                                          <p:val>
                                            <p:strVal val="#ppt_h"/>
                                          </p:val>
                                        </p:tav>
                                      </p:tavLst>
                                    </p:anim>
                                  </p:childTnLst>
                                </p:cTn>
                              </p:par>
                            </p:childTnLst>
                          </p:cTn>
                        </p:par>
                        <p:par>
                          <p:cTn id="103" fill="hold">
                            <p:stCondLst>
                              <p:cond delay="1500"/>
                            </p:stCondLst>
                            <p:childTnLst>
                              <p:par>
                                <p:cTn id="104" presetID="10" presetClass="entr" presetSubtype="0" fill="hold" grpId="0" nodeType="afterEffect">
                                  <p:stCondLst>
                                    <p:cond delay="0"/>
                                  </p:stCondLst>
                                  <p:childTnLst>
                                    <p:set>
                                      <p:cBhvr>
                                        <p:cTn id="105" dur="1" fill="hold">
                                          <p:stCondLst>
                                            <p:cond delay="0"/>
                                          </p:stCondLst>
                                        </p:cTn>
                                        <p:tgtEl>
                                          <p:spTgt spid="4"/>
                                        </p:tgtEl>
                                        <p:attrNameLst>
                                          <p:attrName>style.visibility</p:attrName>
                                        </p:attrNameLst>
                                      </p:cBhvr>
                                      <p:to>
                                        <p:strVal val="visible"/>
                                      </p:to>
                                    </p:set>
                                    <p:animEffect transition="in" filter="fade">
                                      <p:cBhvr>
                                        <p:cTn id="106" dur="500"/>
                                        <p:tgtEl>
                                          <p:spTgt spid="4"/>
                                        </p:tgtEl>
                                      </p:cBhvr>
                                    </p:animEffect>
                                  </p:childTnLst>
                                </p:cTn>
                              </p:par>
                            </p:childTnLst>
                          </p:cTn>
                        </p:par>
                      </p:childTnLst>
                    </p:cTn>
                  </p:par>
                  <p:par>
                    <p:cTn id="107" fill="hold">
                      <p:stCondLst>
                        <p:cond delay="indefinite"/>
                      </p:stCondLst>
                      <p:childTnLst>
                        <p:par>
                          <p:cTn id="108" fill="hold">
                            <p:stCondLst>
                              <p:cond delay="0"/>
                            </p:stCondLst>
                            <p:childTnLst>
                              <p:par>
                                <p:cTn id="109" presetID="17" presetClass="entr" presetSubtype="8" fill="hold" grpId="0" nodeType="click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p:cTn id="111" dur="500" fill="hold"/>
                                        <p:tgtEl>
                                          <p:spTgt spid="54"/>
                                        </p:tgtEl>
                                        <p:attrNameLst>
                                          <p:attrName>ppt_x</p:attrName>
                                        </p:attrNameLst>
                                      </p:cBhvr>
                                      <p:tavLst>
                                        <p:tav tm="0">
                                          <p:val>
                                            <p:strVal val="#ppt_x-#ppt_w/2"/>
                                          </p:val>
                                        </p:tav>
                                        <p:tav tm="100000">
                                          <p:val>
                                            <p:strVal val="#ppt_x"/>
                                          </p:val>
                                        </p:tav>
                                      </p:tavLst>
                                    </p:anim>
                                    <p:anim calcmode="lin" valueType="num">
                                      <p:cBhvr>
                                        <p:cTn id="112" dur="500" fill="hold"/>
                                        <p:tgtEl>
                                          <p:spTgt spid="54"/>
                                        </p:tgtEl>
                                        <p:attrNameLst>
                                          <p:attrName>ppt_y</p:attrName>
                                        </p:attrNameLst>
                                      </p:cBhvr>
                                      <p:tavLst>
                                        <p:tav tm="0">
                                          <p:val>
                                            <p:strVal val="#ppt_y"/>
                                          </p:val>
                                        </p:tav>
                                        <p:tav tm="100000">
                                          <p:val>
                                            <p:strVal val="#ppt_y"/>
                                          </p:val>
                                        </p:tav>
                                      </p:tavLst>
                                    </p:anim>
                                    <p:anim calcmode="lin" valueType="num">
                                      <p:cBhvr>
                                        <p:cTn id="113" dur="500" fill="hold"/>
                                        <p:tgtEl>
                                          <p:spTgt spid="54"/>
                                        </p:tgtEl>
                                        <p:attrNameLst>
                                          <p:attrName>ppt_w</p:attrName>
                                        </p:attrNameLst>
                                      </p:cBhvr>
                                      <p:tavLst>
                                        <p:tav tm="0">
                                          <p:val>
                                            <p:fltVal val="0"/>
                                          </p:val>
                                        </p:tav>
                                        <p:tav tm="100000">
                                          <p:val>
                                            <p:strVal val="#ppt_w"/>
                                          </p:val>
                                        </p:tav>
                                      </p:tavLst>
                                    </p:anim>
                                    <p:anim calcmode="lin" valueType="num">
                                      <p:cBhvr>
                                        <p:cTn id="114" dur="500" fill="hold"/>
                                        <p:tgtEl>
                                          <p:spTgt spid="54"/>
                                        </p:tgtEl>
                                        <p:attrNameLst>
                                          <p:attrName>ppt_h</p:attrName>
                                        </p:attrNameLst>
                                      </p:cBhvr>
                                      <p:tavLst>
                                        <p:tav tm="0">
                                          <p:val>
                                            <p:strVal val="#ppt_h"/>
                                          </p:val>
                                        </p:tav>
                                        <p:tav tm="100000">
                                          <p:val>
                                            <p:strVal val="#ppt_h"/>
                                          </p:val>
                                        </p:tav>
                                      </p:tavLst>
                                    </p:anim>
                                  </p:childTnLst>
                                </p:cTn>
                              </p:par>
                            </p:childTnLst>
                          </p:cTn>
                        </p:par>
                        <p:par>
                          <p:cTn id="115" fill="hold">
                            <p:stCondLst>
                              <p:cond delay="500"/>
                            </p:stCondLst>
                            <p:childTnLst>
                              <p:par>
                                <p:cTn id="116" presetID="17" presetClass="entr" presetSubtype="2" fill="hold" grpId="0" nodeType="afterEffect">
                                  <p:stCondLst>
                                    <p:cond delay="0"/>
                                  </p:stCondLst>
                                  <p:childTnLst>
                                    <p:set>
                                      <p:cBhvr>
                                        <p:cTn id="117" dur="1" fill="hold">
                                          <p:stCondLst>
                                            <p:cond delay="0"/>
                                          </p:stCondLst>
                                        </p:cTn>
                                        <p:tgtEl>
                                          <p:spTgt spid="12"/>
                                        </p:tgtEl>
                                        <p:attrNameLst>
                                          <p:attrName>style.visibility</p:attrName>
                                        </p:attrNameLst>
                                      </p:cBhvr>
                                      <p:to>
                                        <p:strVal val="visible"/>
                                      </p:to>
                                    </p:set>
                                    <p:anim calcmode="lin" valueType="num">
                                      <p:cBhvr>
                                        <p:cTn id="118" dur="500" fill="hold"/>
                                        <p:tgtEl>
                                          <p:spTgt spid="12"/>
                                        </p:tgtEl>
                                        <p:attrNameLst>
                                          <p:attrName>ppt_x</p:attrName>
                                        </p:attrNameLst>
                                      </p:cBhvr>
                                      <p:tavLst>
                                        <p:tav tm="0">
                                          <p:val>
                                            <p:strVal val="#ppt_x+#ppt_w/2"/>
                                          </p:val>
                                        </p:tav>
                                        <p:tav tm="100000">
                                          <p:val>
                                            <p:strVal val="#ppt_x"/>
                                          </p:val>
                                        </p:tav>
                                      </p:tavLst>
                                    </p:anim>
                                    <p:anim calcmode="lin" valueType="num">
                                      <p:cBhvr>
                                        <p:cTn id="119" dur="500" fill="hold"/>
                                        <p:tgtEl>
                                          <p:spTgt spid="12"/>
                                        </p:tgtEl>
                                        <p:attrNameLst>
                                          <p:attrName>ppt_y</p:attrName>
                                        </p:attrNameLst>
                                      </p:cBhvr>
                                      <p:tavLst>
                                        <p:tav tm="0">
                                          <p:val>
                                            <p:strVal val="#ppt_y"/>
                                          </p:val>
                                        </p:tav>
                                        <p:tav tm="100000">
                                          <p:val>
                                            <p:strVal val="#ppt_y"/>
                                          </p:val>
                                        </p:tav>
                                      </p:tavLst>
                                    </p:anim>
                                    <p:anim calcmode="lin" valueType="num">
                                      <p:cBhvr>
                                        <p:cTn id="120" dur="500" fill="hold"/>
                                        <p:tgtEl>
                                          <p:spTgt spid="12"/>
                                        </p:tgtEl>
                                        <p:attrNameLst>
                                          <p:attrName>ppt_w</p:attrName>
                                        </p:attrNameLst>
                                      </p:cBhvr>
                                      <p:tavLst>
                                        <p:tav tm="0">
                                          <p:val>
                                            <p:fltVal val="0"/>
                                          </p:val>
                                        </p:tav>
                                        <p:tav tm="100000">
                                          <p:val>
                                            <p:strVal val="#ppt_w"/>
                                          </p:val>
                                        </p:tav>
                                      </p:tavLst>
                                    </p:anim>
                                    <p:anim calcmode="lin" valueType="num">
                                      <p:cBhvr>
                                        <p:cTn id="121" dur="500" fill="hold"/>
                                        <p:tgtEl>
                                          <p:spTgt spid="12"/>
                                        </p:tgtEl>
                                        <p:attrNameLst>
                                          <p:attrName>ppt_h</p:attrName>
                                        </p:attrNameLst>
                                      </p:cBhvr>
                                      <p:tavLst>
                                        <p:tav tm="0">
                                          <p:val>
                                            <p:strVal val="#ppt_h"/>
                                          </p:val>
                                        </p:tav>
                                        <p:tav tm="100000">
                                          <p:val>
                                            <p:strVal val="#ppt_h"/>
                                          </p:val>
                                        </p:tav>
                                      </p:tavLst>
                                    </p:anim>
                                  </p:childTnLst>
                                </p:cTn>
                              </p:par>
                            </p:childTnLst>
                          </p:cTn>
                        </p:par>
                        <p:par>
                          <p:cTn id="122" fill="hold">
                            <p:stCondLst>
                              <p:cond delay="1000"/>
                            </p:stCondLst>
                            <p:childTnLst>
                              <p:par>
                                <p:cTn id="123" presetID="17" presetClass="entr" presetSubtype="2" fill="hold" nodeType="afterEffect">
                                  <p:stCondLst>
                                    <p:cond delay="0"/>
                                  </p:stCondLst>
                                  <p:childTnLst>
                                    <p:set>
                                      <p:cBhvr>
                                        <p:cTn id="124" dur="1" fill="hold">
                                          <p:stCondLst>
                                            <p:cond delay="0"/>
                                          </p:stCondLst>
                                        </p:cTn>
                                        <p:tgtEl>
                                          <p:spTgt spid="47"/>
                                        </p:tgtEl>
                                        <p:attrNameLst>
                                          <p:attrName>style.visibility</p:attrName>
                                        </p:attrNameLst>
                                      </p:cBhvr>
                                      <p:to>
                                        <p:strVal val="visible"/>
                                      </p:to>
                                    </p:set>
                                    <p:anim calcmode="lin" valueType="num">
                                      <p:cBhvr>
                                        <p:cTn id="125" dur="500" fill="hold"/>
                                        <p:tgtEl>
                                          <p:spTgt spid="47"/>
                                        </p:tgtEl>
                                        <p:attrNameLst>
                                          <p:attrName>ppt_x</p:attrName>
                                        </p:attrNameLst>
                                      </p:cBhvr>
                                      <p:tavLst>
                                        <p:tav tm="0">
                                          <p:val>
                                            <p:strVal val="#ppt_x+#ppt_w/2"/>
                                          </p:val>
                                        </p:tav>
                                        <p:tav tm="100000">
                                          <p:val>
                                            <p:strVal val="#ppt_x"/>
                                          </p:val>
                                        </p:tav>
                                      </p:tavLst>
                                    </p:anim>
                                    <p:anim calcmode="lin" valueType="num">
                                      <p:cBhvr>
                                        <p:cTn id="126" dur="500" fill="hold"/>
                                        <p:tgtEl>
                                          <p:spTgt spid="47"/>
                                        </p:tgtEl>
                                        <p:attrNameLst>
                                          <p:attrName>ppt_y</p:attrName>
                                        </p:attrNameLst>
                                      </p:cBhvr>
                                      <p:tavLst>
                                        <p:tav tm="0">
                                          <p:val>
                                            <p:strVal val="#ppt_y"/>
                                          </p:val>
                                        </p:tav>
                                        <p:tav tm="100000">
                                          <p:val>
                                            <p:strVal val="#ppt_y"/>
                                          </p:val>
                                        </p:tav>
                                      </p:tavLst>
                                    </p:anim>
                                    <p:anim calcmode="lin" valueType="num">
                                      <p:cBhvr>
                                        <p:cTn id="127" dur="500" fill="hold"/>
                                        <p:tgtEl>
                                          <p:spTgt spid="47"/>
                                        </p:tgtEl>
                                        <p:attrNameLst>
                                          <p:attrName>ppt_w</p:attrName>
                                        </p:attrNameLst>
                                      </p:cBhvr>
                                      <p:tavLst>
                                        <p:tav tm="0">
                                          <p:val>
                                            <p:fltVal val="0"/>
                                          </p:val>
                                        </p:tav>
                                        <p:tav tm="100000">
                                          <p:val>
                                            <p:strVal val="#ppt_w"/>
                                          </p:val>
                                        </p:tav>
                                      </p:tavLst>
                                    </p:anim>
                                    <p:anim calcmode="lin" valueType="num">
                                      <p:cBhvr>
                                        <p:cTn id="128" dur="500" fill="hold"/>
                                        <p:tgtEl>
                                          <p:spTgt spid="47"/>
                                        </p:tgtEl>
                                        <p:attrNameLst>
                                          <p:attrName>ppt_h</p:attrName>
                                        </p:attrNameLst>
                                      </p:cBhvr>
                                      <p:tavLst>
                                        <p:tav tm="0">
                                          <p:val>
                                            <p:strVal val="#ppt_h"/>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7" presetClass="entr" presetSubtype="2" fill="hold" grpId="0" nodeType="clickEffect">
                                  <p:stCondLst>
                                    <p:cond delay="0"/>
                                  </p:stCondLst>
                                  <p:childTnLst>
                                    <p:set>
                                      <p:cBhvr>
                                        <p:cTn id="132" dur="1" fill="hold">
                                          <p:stCondLst>
                                            <p:cond delay="0"/>
                                          </p:stCondLst>
                                        </p:cTn>
                                        <p:tgtEl>
                                          <p:spTgt spid="61"/>
                                        </p:tgtEl>
                                        <p:attrNameLst>
                                          <p:attrName>style.visibility</p:attrName>
                                        </p:attrNameLst>
                                      </p:cBhvr>
                                      <p:to>
                                        <p:strVal val="visible"/>
                                      </p:to>
                                    </p:set>
                                    <p:anim calcmode="lin" valueType="num">
                                      <p:cBhvr>
                                        <p:cTn id="133" dur="500" fill="hold"/>
                                        <p:tgtEl>
                                          <p:spTgt spid="61"/>
                                        </p:tgtEl>
                                        <p:attrNameLst>
                                          <p:attrName>ppt_x</p:attrName>
                                        </p:attrNameLst>
                                      </p:cBhvr>
                                      <p:tavLst>
                                        <p:tav tm="0">
                                          <p:val>
                                            <p:strVal val="#ppt_x+#ppt_w/2"/>
                                          </p:val>
                                        </p:tav>
                                        <p:tav tm="100000">
                                          <p:val>
                                            <p:strVal val="#ppt_x"/>
                                          </p:val>
                                        </p:tav>
                                      </p:tavLst>
                                    </p:anim>
                                    <p:anim calcmode="lin" valueType="num">
                                      <p:cBhvr>
                                        <p:cTn id="134" dur="500" fill="hold"/>
                                        <p:tgtEl>
                                          <p:spTgt spid="61"/>
                                        </p:tgtEl>
                                        <p:attrNameLst>
                                          <p:attrName>ppt_y</p:attrName>
                                        </p:attrNameLst>
                                      </p:cBhvr>
                                      <p:tavLst>
                                        <p:tav tm="0">
                                          <p:val>
                                            <p:strVal val="#ppt_y"/>
                                          </p:val>
                                        </p:tav>
                                        <p:tav tm="100000">
                                          <p:val>
                                            <p:strVal val="#ppt_y"/>
                                          </p:val>
                                        </p:tav>
                                      </p:tavLst>
                                    </p:anim>
                                    <p:anim calcmode="lin" valueType="num">
                                      <p:cBhvr>
                                        <p:cTn id="135" dur="500" fill="hold"/>
                                        <p:tgtEl>
                                          <p:spTgt spid="61"/>
                                        </p:tgtEl>
                                        <p:attrNameLst>
                                          <p:attrName>ppt_w</p:attrName>
                                        </p:attrNameLst>
                                      </p:cBhvr>
                                      <p:tavLst>
                                        <p:tav tm="0">
                                          <p:val>
                                            <p:fltVal val="0"/>
                                          </p:val>
                                        </p:tav>
                                        <p:tav tm="100000">
                                          <p:val>
                                            <p:strVal val="#ppt_w"/>
                                          </p:val>
                                        </p:tav>
                                      </p:tavLst>
                                    </p:anim>
                                    <p:anim calcmode="lin" valueType="num">
                                      <p:cBhvr>
                                        <p:cTn id="136" dur="500" fill="hold"/>
                                        <p:tgtEl>
                                          <p:spTgt spid="61"/>
                                        </p:tgtEl>
                                        <p:attrNameLst>
                                          <p:attrName>ppt_h</p:attrName>
                                        </p:attrNameLst>
                                      </p:cBhvr>
                                      <p:tavLst>
                                        <p:tav tm="0">
                                          <p:val>
                                            <p:strVal val="#ppt_h"/>
                                          </p:val>
                                        </p:tav>
                                        <p:tav tm="100000">
                                          <p:val>
                                            <p:strVal val="#ppt_h"/>
                                          </p:val>
                                        </p:tav>
                                      </p:tavLst>
                                    </p:anim>
                                  </p:childTnLst>
                                </p:cTn>
                              </p:par>
                            </p:childTnLst>
                          </p:cTn>
                        </p:par>
                        <p:par>
                          <p:cTn id="137" fill="hold">
                            <p:stCondLst>
                              <p:cond delay="500"/>
                            </p:stCondLst>
                            <p:childTnLst>
                              <p:par>
                                <p:cTn id="138" presetID="17" presetClass="entr" presetSubtype="8" fill="hold" grpId="0" nodeType="afterEffect">
                                  <p:stCondLst>
                                    <p:cond delay="0"/>
                                  </p:stCondLst>
                                  <p:childTnLst>
                                    <p:set>
                                      <p:cBhvr>
                                        <p:cTn id="139" dur="1" fill="hold">
                                          <p:stCondLst>
                                            <p:cond delay="0"/>
                                          </p:stCondLst>
                                        </p:cTn>
                                        <p:tgtEl>
                                          <p:spTgt spid="13"/>
                                        </p:tgtEl>
                                        <p:attrNameLst>
                                          <p:attrName>style.visibility</p:attrName>
                                        </p:attrNameLst>
                                      </p:cBhvr>
                                      <p:to>
                                        <p:strVal val="visible"/>
                                      </p:to>
                                    </p:set>
                                    <p:anim calcmode="lin" valueType="num">
                                      <p:cBhvr>
                                        <p:cTn id="140" dur="500" fill="hold"/>
                                        <p:tgtEl>
                                          <p:spTgt spid="13"/>
                                        </p:tgtEl>
                                        <p:attrNameLst>
                                          <p:attrName>ppt_x</p:attrName>
                                        </p:attrNameLst>
                                      </p:cBhvr>
                                      <p:tavLst>
                                        <p:tav tm="0">
                                          <p:val>
                                            <p:strVal val="#ppt_x-#ppt_w/2"/>
                                          </p:val>
                                        </p:tav>
                                        <p:tav tm="100000">
                                          <p:val>
                                            <p:strVal val="#ppt_x"/>
                                          </p:val>
                                        </p:tav>
                                      </p:tavLst>
                                    </p:anim>
                                    <p:anim calcmode="lin" valueType="num">
                                      <p:cBhvr>
                                        <p:cTn id="141" dur="500" fill="hold"/>
                                        <p:tgtEl>
                                          <p:spTgt spid="13"/>
                                        </p:tgtEl>
                                        <p:attrNameLst>
                                          <p:attrName>ppt_y</p:attrName>
                                        </p:attrNameLst>
                                      </p:cBhvr>
                                      <p:tavLst>
                                        <p:tav tm="0">
                                          <p:val>
                                            <p:strVal val="#ppt_y"/>
                                          </p:val>
                                        </p:tav>
                                        <p:tav tm="100000">
                                          <p:val>
                                            <p:strVal val="#ppt_y"/>
                                          </p:val>
                                        </p:tav>
                                      </p:tavLst>
                                    </p:anim>
                                    <p:anim calcmode="lin" valueType="num">
                                      <p:cBhvr>
                                        <p:cTn id="142" dur="500" fill="hold"/>
                                        <p:tgtEl>
                                          <p:spTgt spid="13"/>
                                        </p:tgtEl>
                                        <p:attrNameLst>
                                          <p:attrName>ppt_w</p:attrName>
                                        </p:attrNameLst>
                                      </p:cBhvr>
                                      <p:tavLst>
                                        <p:tav tm="0">
                                          <p:val>
                                            <p:fltVal val="0"/>
                                          </p:val>
                                        </p:tav>
                                        <p:tav tm="100000">
                                          <p:val>
                                            <p:strVal val="#ppt_w"/>
                                          </p:val>
                                        </p:tav>
                                      </p:tavLst>
                                    </p:anim>
                                    <p:anim calcmode="lin" valueType="num">
                                      <p:cBhvr>
                                        <p:cTn id="143" dur="500" fill="hold"/>
                                        <p:tgtEl>
                                          <p:spTgt spid="13"/>
                                        </p:tgtEl>
                                        <p:attrNameLst>
                                          <p:attrName>ppt_h</p:attrName>
                                        </p:attrNameLst>
                                      </p:cBhvr>
                                      <p:tavLst>
                                        <p:tav tm="0">
                                          <p:val>
                                            <p:strVal val="#ppt_h"/>
                                          </p:val>
                                        </p:tav>
                                        <p:tav tm="100000">
                                          <p:val>
                                            <p:strVal val="#ppt_h"/>
                                          </p:val>
                                        </p:tav>
                                      </p:tavLst>
                                    </p:anim>
                                  </p:childTnLst>
                                </p:cTn>
                              </p:par>
                            </p:childTnLst>
                          </p:cTn>
                        </p:par>
                        <p:par>
                          <p:cTn id="144" fill="hold">
                            <p:stCondLst>
                              <p:cond delay="1000"/>
                            </p:stCondLst>
                            <p:childTnLst>
                              <p:par>
                                <p:cTn id="145" presetID="17" presetClass="entr" presetSubtype="8" fill="hold" nodeType="afterEffect">
                                  <p:stCondLst>
                                    <p:cond delay="0"/>
                                  </p:stCondLst>
                                  <p:childTnLst>
                                    <p:set>
                                      <p:cBhvr>
                                        <p:cTn id="146" dur="1" fill="hold">
                                          <p:stCondLst>
                                            <p:cond delay="0"/>
                                          </p:stCondLst>
                                        </p:cTn>
                                        <p:tgtEl>
                                          <p:spTgt spid="55"/>
                                        </p:tgtEl>
                                        <p:attrNameLst>
                                          <p:attrName>style.visibility</p:attrName>
                                        </p:attrNameLst>
                                      </p:cBhvr>
                                      <p:to>
                                        <p:strVal val="visible"/>
                                      </p:to>
                                    </p:set>
                                    <p:anim calcmode="lin" valueType="num">
                                      <p:cBhvr>
                                        <p:cTn id="147" dur="500" fill="hold"/>
                                        <p:tgtEl>
                                          <p:spTgt spid="55"/>
                                        </p:tgtEl>
                                        <p:attrNameLst>
                                          <p:attrName>ppt_x</p:attrName>
                                        </p:attrNameLst>
                                      </p:cBhvr>
                                      <p:tavLst>
                                        <p:tav tm="0">
                                          <p:val>
                                            <p:strVal val="#ppt_x-#ppt_w/2"/>
                                          </p:val>
                                        </p:tav>
                                        <p:tav tm="100000">
                                          <p:val>
                                            <p:strVal val="#ppt_x"/>
                                          </p:val>
                                        </p:tav>
                                      </p:tavLst>
                                    </p:anim>
                                    <p:anim calcmode="lin" valueType="num">
                                      <p:cBhvr>
                                        <p:cTn id="148" dur="500" fill="hold"/>
                                        <p:tgtEl>
                                          <p:spTgt spid="55"/>
                                        </p:tgtEl>
                                        <p:attrNameLst>
                                          <p:attrName>ppt_y</p:attrName>
                                        </p:attrNameLst>
                                      </p:cBhvr>
                                      <p:tavLst>
                                        <p:tav tm="0">
                                          <p:val>
                                            <p:strVal val="#ppt_y"/>
                                          </p:val>
                                        </p:tav>
                                        <p:tav tm="100000">
                                          <p:val>
                                            <p:strVal val="#ppt_y"/>
                                          </p:val>
                                        </p:tav>
                                      </p:tavLst>
                                    </p:anim>
                                    <p:anim calcmode="lin" valueType="num">
                                      <p:cBhvr>
                                        <p:cTn id="149" dur="500" fill="hold"/>
                                        <p:tgtEl>
                                          <p:spTgt spid="55"/>
                                        </p:tgtEl>
                                        <p:attrNameLst>
                                          <p:attrName>ppt_w</p:attrName>
                                        </p:attrNameLst>
                                      </p:cBhvr>
                                      <p:tavLst>
                                        <p:tav tm="0">
                                          <p:val>
                                            <p:fltVal val="0"/>
                                          </p:val>
                                        </p:tav>
                                        <p:tav tm="100000">
                                          <p:val>
                                            <p:strVal val="#ppt_w"/>
                                          </p:val>
                                        </p:tav>
                                      </p:tavLst>
                                    </p:anim>
                                    <p:anim calcmode="lin" valueType="num">
                                      <p:cBhvr>
                                        <p:cTn id="150" dur="500" fill="hold"/>
                                        <p:tgtEl>
                                          <p:spTgt spid="55"/>
                                        </p:tgtEl>
                                        <p:attrNameLst>
                                          <p:attrName>ppt_h</p:attrName>
                                        </p:attrNameLst>
                                      </p:cBhvr>
                                      <p:tavLst>
                                        <p:tav tm="0">
                                          <p:val>
                                            <p:strVal val="#ppt_h"/>
                                          </p:val>
                                        </p:tav>
                                        <p:tav tm="100000">
                                          <p:val>
                                            <p:strVal val="#ppt_h"/>
                                          </p:val>
                                        </p:tav>
                                      </p:tavLst>
                                    </p:anim>
                                  </p:childTnLst>
                                </p:cTn>
                              </p:par>
                            </p:childTnLst>
                          </p:cTn>
                        </p:par>
                        <p:par>
                          <p:cTn id="151" fill="hold">
                            <p:stCondLst>
                              <p:cond delay="1500"/>
                            </p:stCondLst>
                            <p:childTnLst>
                              <p:par>
                                <p:cTn id="152" presetID="10" presetClass="entr" presetSubtype="0" fill="hold" grpId="0" nodeType="afterEffect">
                                  <p:stCondLst>
                                    <p:cond delay="0"/>
                                  </p:stCondLst>
                                  <p:childTnLst>
                                    <p:set>
                                      <p:cBhvr>
                                        <p:cTn id="153" dur="1" fill="hold">
                                          <p:stCondLst>
                                            <p:cond delay="0"/>
                                          </p:stCondLst>
                                        </p:cTn>
                                        <p:tgtEl>
                                          <p:spTgt spid="5"/>
                                        </p:tgtEl>
                                        <p:attrNameLst>
                                          <p:attrName>style.visibility</p:attrName>
                                        </p:attrNameLst>
                                      </p:cBhvr>
                                      <p:to>
                                        <p:strVal val="visible"/>
                                      </p:to>
                                    </p:set>
                                    <p:animEffect transition="in" filter="fade">
                                      <p:cBhvr>
                                        <p:cTn id="154" dur="500"/>
                                        <p:tgtEl>
                                          <p:spTgt spid="5"/>
                                        </p:tgtEl>
                                      </p:cBhvr>
                                    </p:animEffect>
                                  </p:childTnLst>
                                </p:cTn>
                              </p:par>
                            </p:childTnLst>
                          </p:cTn>
                        </p:par>
                      </p:childTnLst>
                    </p:cTn>
                  </p:par>
                  <p:par>
                    <p:cTn id="155" fill="hold">
                      <p:stCondLst>
                        <p:cond delay="indefinite"/>
                      </p:stCondLst>
                      <p:childTnLst>
                        <p:par>
                          <p:cTn id="156" fill="hold">
                            <p:stCondLst>
                              <p:cond delay="0"/>
                            </p:stCondLst>
                            <p:childTnLst>
                              <p:par>
                                <p:cTn id="157" presetID="17" presetClass="entr" presetSubtype="8" fill="hold" grpId="0" nodeType="clickEffect">
                                  <p:stCondLst>
                                    <p:cond delay="0"/>
                                  </p:stCondLst>
                                  <p:childTnLst>
                                    <p:set>
                                      <p:cBhvr>
                                        <p:cTn id="158" dur="1" fill="hold">
                                          <p:stCondLst>
                                            <p:cond delay="0"/>
                                          </p:stCondLst>
                                        </p:cTn>
                                        <p:tgtEl>
                                          <p:spTgt spid="63"/>
                                        </p:tgtEl>
                                        <p:attrNameLst>
                                          <p:attrName>style.visibility</p:attrName>
                                        </p:attrNameLst>
                                      </p:cBhvr>
                                      <p:to>
                                        <p:strVal val="visible"/>
                                      </p:to>
                                    </p:set>
                                    <p:anim calcmode="lin" valueType="num">
                                      <p:cBhvr>
                                        <p:cTn id="159" dur="500" fill="hold"/>
                                        <p:tgtEl>
                                          <p:spTgt spid="63"/>
                                        </p:tgtEl>
                                        <p:attrNameLst>
                                          <p:attrName>ppt_x</p:attrName>
                                        </p:attrNameLst>
                                      </p:cBhvr>
                                      <p:tavLst>
                                        <p:tav tm="0">
                                          <p:val>
                                            <p:strVal val="#ppt_x-#ppt_w/2"/>
                                          </p:val>
                                        </p:tav>
                                        <p:tav tm="100000">
                                          <p:val>
                                            <p:strVal val="#ppt_x"/>
                                          </p:val>
                                        </p:tav>
                                      </p:tavLst>
                                    </p:anim>
                                    <p:anim calcmode="lin" valueType="num">
                                      <p:cBhvr>
                                        <p:cTn id="160" dur="500" fill="hold"/>
                                        <p:tgtEl>
                                          <p:spTgt spid="63"/>
                                        </p:tgtEl>
                                        <p:attrNameLst>
                                          <p:attrName>ppt_y</p:attrName>
                                        </p:attrNameLst>
                                      </p:cBhvr>
                                      <p:tavLst>
                                        <p:tav tm="0">
                                          <p:val>
                                            <p:strVal val="#ppt_y"/>
                                          </p:val>
                                        </p:tav>
                                        <p:tav tm="100000">
                                          <p:val>
                                            <p:strVal val="#ppt_y"/>
                                          </p:val>
                                        </p:tav>
                                      </p:tavLst>
                                    </p:anim>
                                    <p:anim calcmode="lin" valueType="num">
                                      <p:cBhvr>
                                        <p:cTn id="161" dur="500" fill="hold"/>
                                        <p:tgtEl>
                                          <p:spTgt spid="63"/>
                                        </p:tgtEl>
                                        <p:attrNameLst>
                                          <p:attrName>ppt_w</p:attrName>
                                        </p:attrNameLst>
                                      </p:cBhvr>
                                      <p:tavLst>
                                        <p:tav tm="0">
                                          <p:val>
                                            <p:fltVal val="0"/>
                                          </p:val>
                                        </p:tav>
                                        <p:tav tm="100000">
                                          <p:val>
                                            <p:strVal val="#ppt_w"/>
                                          </p:val>
                                        </p:tav>
                                      </p:tavLst>
                                    </p:anim>
                                    <p:anim calcmode="lin" valueType="num">
                                      <p:cBhvr>
                                        <p:cTn id="162" dur="500" fill="hold"/>
                                        <p:tgtEl>
                                          <p:spTgt spid="63"/>
                                        </p:tgtEl>
                                        <p:attrNameLst>
                                          <p:attrName>ppt_h</p:attrName>
                                        </p:attrNameLst>
                                      </p:cBhvr>
                                      <p:tavLst>
                                        <p:tav tm="0">
                                          <p:val>
                                            <p:strVal val="#ppt_h"/>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17" presetClass="entr" presetSubtype="2" fill="hold" grpId="0" nodeType="clickEffect">
                                  <p:stCondLst>
                                    <p:cond delay="0"/>
                                  </p:stCondLst>
                                  <p:childTnLst>
                                    <p:set>
                                      <p:cBhvr>
                                        <p:cTn id="166" dur="1" fill="hold">
                                          <p:stCondLst>
                                            <p:cond delay="0"/>
                                          </p:stCondLst>
                                        </p:cTn>
                                        <p:tgtEl>
                                          <p:spTgt spid="64"/>
                                        </p:tgtEl>
                                        <p:attrNameLst>
                                          <p:attrName>style.visibility</p:attrName>
                                        </p:attrNameLst>
                                      </p:cBhvr>
                                      <p:to>
                                        <p:strVal val="visible"/>
                                      </p:to>
                                    </p:set>
                                    <p:anim calcmode="lin" valueType="num">
                                      <p:cBhvr>
                                        <p:cTn id="167" dur="500" fill="hold"/>
                                        <p:tgtEl>
                                          <p:spTgt spid="64"/>
                                        </p:tgtEl>
                                        <p:attrNameLst>
                                          <p:attrName>ppt_x</p:attrName>
                                        </p:attrNameLst>
                                      </p:cBhvr>
                                      <p:tavLst>
                                        <p:tav tm="0">
                                          <p:val>
                                            <p:strVal val="#ppt_x+#ppt_w/2"/>
                                          </p:val>
                                        </p:tav>
                                        <p:tav tm="100000">
                                          <p:val>
                                            <p:strVal val="#ppt_x"/>
                                          </p:val>
                                        </p:tav>
                                      </p:tavLst>
                                    </p:anim>
                                    <p:anim calcmode="lin" valueType="num">
                                      <p:cBhvr>
                                        <p:cTn id="168" dur="500" fill="hold"/>
                                        <p:tgtEl>
                                          <p:spTgt spid="64"/>
                                        </p:tgtEl>
                                        <p:attrNameLst>
                                          <p:attrName>ppt_y</p:attrName>
                                        </p:attrNameLst>
                                      </p:cBhvr>
                                      <p:tavLst>
                                        <p:tav tm="0">
                                          <p:val>
                                            <p:strVal val="#ppt_y"/>
                                          </p:val>
                                        </p:tav>
                                        <p:tav tm="100000">
                                          <p:val>
                                            <p:strVal val="#ppt_y"/>
                                          </p:val>
                                        </p:tav>
                                      </p:tavLst>
                                    </p:anim>
                                    <p:anim calcmode="lin" valueType="num">
                                      <p:cBhvr>
                                        <p:cTn id="169" dur="500" fill="hold"/>
                                        <p:tgtEl>
                                          <p:spTgt spid="64"/>
                                        </p:tgtEl>
                                        <p:attrNameLst>
                                          <p:attrName>ppt_w</p:attrName>
                                        </p:attrNameLst>
                                      </p:cBhvr>
                                      <p:tavLst>
                                        <p:tav tm="0">
                                          <p:val>
                                            <p:fltVal val="0"/>
                                          </p:val>
                                        </p:tav>
                                        <p:tav tm="100000">
                                          <p:val>
                                            <p:strVal val="#ppt_w"/>
                                          </p:val>
                                        </p:tav>
                                      </p:tavLst>
                                    </p:anim>
                                    <p:anim calcmode="lin" valueType="num">
                                      <p:cBhvr>
                                        <p:cTn id="170" dur="500" fill="hold"/>
                                        <p:tgtEl>
                                          <p:spTgt spid="64"/>
                                        </p:tgtEl>
                                        <p:attrNameLst>
                                          <p:attrName>ppt_h</p:attrName>
                                        </p:attrNameLst>
                                      </p:cBhvr>
                                      <p:tavLst>
                                        <p:tav tm="0">
                                          <p:val>
                                            <p:strVal val="#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17" presetClass="entr" presetSubtype="8" fill="hold" grpId="0" nodeType="clickEffect">
                                  <p:stCondLst>
                                    <p:cond delay="0"/>
                                  </p:stCondLst>
                                  <p:childTnLst>
                                    <p:set>
                                      <p:cBhvr>
                                        <p:cTn id="174" dur="1" fill="hold">
                                          <p:stCondLst>
                                            <p:cond delay="0"/>
                                          </p:stCondLst>
                                        </p:cTn>
                                        <p:tgtEl>
                                          <p:spTgt spid="65"/>
                                        </p:tgtEl>
                                        <p:attrNameLst>
                                          <p:attrName>style.visibility</p:attrName>
                                        </p:attrNameLst>
                                      </p:cBhvr>
                                      <p:to>
                                        <p:strVal val="visible"/>
                                      </p:to>
                                    </p:set>
                                    <p:anim calcmode="lin" valueType="num">
                                      <p:cBhvr>
                                        <p:cTn id="175" dur="500" fill="hold"/>
                                        <p:tgtEl>
                                          <p:spTgt spid="65"/>
                                        </p:tgtEl>
                                        <p:attrNameLst>
                                          <p:attrName>ppt_x</p:attrName>
                                        </p:attrNameLst>
                                      </p:cBhvr>
                                      <p:tavLst>
                                        <p:tav tm="0">
                                          <p:val>
                                            <p:strVal val="#ppt_x-#ppt_w/2"/>
                                          </p:val>
                                        </p:tav>
                                        <p:tav tm="100000">
                                          <p:val>
                                            <p:strVal val="#ppt_x"/>
                                          </p:val>
                                        </p:tav>
                                      </p:tavLst>
                                    </p:anim>
                                    <p:anim calcmode="lin" valueType="num">
                                      <p:cBhvr>
                                        <p:cTn id="176" dur="500" fill="hold"/>
                                        <p:tgtEl>
                                          <p:spTgt spid="65"/>
                                        </p:tgtEl>
                                        <p:attrNameLst>
                                          <p:attrName>ppt_y</p:attrName>
                                        </p:attrNameLst>
                                      </p:cBhvr>
                                      <p:tavLst>
                                        <p:tav tm="0">
                                          <p:val>
                                            <p:strVal val="#ppt_y"/>
                                          </p:val>
                                        </p:tav>
                                        <p:tav tm="100000">
                                          <p:val>
                                            <p:strVal val="#ppt_y"/>
                                          </p:val>
                                        </p:tav>
                                      </p:tavLst>
                                    </p:anim>
                                    <p:anim calcmode="lin" valueType="num">
                                      <p:cBhvr>
                                        <p:cTn id="177" dur="500" fill="hold"/>
                                        <p:tgtEl>
                                          <p:spTgt spid="65"/>
                                        </p:tgtEl>
                                        <p:attrNameLst>
                                          <p:attrName>ppt_w</p:attrName>
                                        </p:attrNameLst>
                                      </p:cBhvr>
                                      <p:tavLst>
                                        <p:tav tm="0">
                                          <p:val>
                                            <p:fltVal val="0"/>
                                          </p:val>
                                        </p:tav>
                                        <p:tav tm="100000">
                                          <p:val>
                                            <p:strVal val="#ppt_w"/>
                                          </p:val>
                                        </p:tav>
                                      </p:tavLst>
                                    </p:anim>
                                    <p:anim calcmode="lin" valueType="num">
                                      <p:cBhvr>
                                        <p:cTn id="178" dur="500" fill="hold"/>
                                        <p:tgtEl>
                                          <p:spTgt spid="65"/>
                                        </p:tgtEl>
                                        <p:attrNameLst>
                                          <p:attrName>ppt_h</p:attrName>
                                        </p:attrNameLst>
                                      </p:cBhvr>
                                      <p:tavLst>
                                        <p:tav tm="0">
                                          <p:val>
                                            <p:strVal val="#ppt_h"/>
                                          </p:val>
                                        </p:tav>
                                        <p:tav tm="100000">
                                          <p:val>
                                            <p:strVal val="#ppt_h"/>
                                          </p:val>
                                        </p:tav>
                                      </p:tavLst>
                                    </p:anim>
                                  </p:childTnLst>
                                </p:cTn>
                              </p:par>
                            </p:childTnLst>
                          </p:cTn>
                        </p:par>
                      </p:childTnLst>
                    </p:cTn>
                  </p:par>
                  <p:par>
                    <p:cTn id="179" fill="hold">
                      <p:stCondLst>
                        <p:cond delay="indefinite"/>
                      </p:stCondLst>
                      <p:childTnLst>
                        <p:par>
                          <p:cTn id="180" fill="hold">
                            <p:stCondLst>
                              <p:cond delay="0"/>
                            </p:stCondLst>
                            <p:childTnLst>
                              <p:par>
                                <p:cTn id="181" presetID="17" presetClass="entr" presetSubtype="2" fill="hold" grpId="0" nodeType="clickEffect">
                                  <p:stCondLst>
                                    <p:cond delay="0"/>
                                  </p:stCondLst>
                                  <p:childTnLst>
                                    <p:set>
                                      <p:cBhvr>
                                        <p:cTn id="182" dur="1" fill="hold">
                                          <p:stCondLst>
                                            <p:cond delay="0"/>
                                          </p:stCondLst>
                                        </p:cTn>
                                        <p:tgtEl>
                                          <p:spTgt spid="66"/>
                                        </p:tgtEl>
                                        <p:attrNameLst>
                                          <p:attrName>style.visibility</p:attrName>
                                        </p:attrNameLst>
                                      </p:cBhvr>
                                      <p:to>
                                        <p:strVal val="visible"/>
                                      </p:to>
                                    </p:set>
                                    <p:anim calcmode="lin" valueType="num">
                                      <p:cBhvr>
                                        <p:cTn id="183" dur="500" fill="hold"/>
                                        <p:tgtEl>
                                          <p:spTgt spid="66"/>
                                        </p:tgtEl>
                                        <p:attrNameLst>
                                          <p:attrName>ppt_x</p:attrName>
                                        </p:attrNameLst>
                                      </p:cBhvr>
                                      <p:tavLst>
                                        <p:tav tm="0">
                                          <p:val>
                                            <p:strVal val="#ppt_x+#ppt_w/2"/>
                                          </p:val>
                                        </p:tav>
                                        <p:tav tm="100000">
                                          <p:val>
                                            <p:strVal val="#ppt_x"/>
                                          </p:val>
                                        </p:tav>
                                      </p:tavLst>
                                    </p:anim>
                                    <p:anim calcmode="lin" valueType="num">
                                      <p:cBhvr>
                                        <p:cTn id="184" dur="500" fill="hold"/>
                                        <p:tgtEl>
                                          <p:spTgt spid="66"/>
                                        </p:tgtEl>
                                        <p:attrNameLst>
                                          <p:attrName>ppt_y</p:attrName>
                                        </p:attrNameLst>
                                      </p:cBhvr>
                                      <p:tavLst>
                                        <p:tav tm="0">
                                          <p:val>
                                            <p:strVal val="#ppt_y"/>
                                          </p:val>
                                        </p:tav>
                                        <p:tav tm="100000">
                                          <p:val>
                                            <p:strVal val="#ppt_y"/>
                                          </p:val>
                                        </p:tav>
                                      </p:tavLst>
                                    </p:anim>
                                    <p:anim calcmode="lin" valueType="num">
                                      <p:cBhvr>
                                        <p:cTn id="185" dur="500" fill="hold"/>
                                        <p:tgtEl>
                                          <p:spTgt spid="66"/>
                                        </p:tgtEl>
                                        <p:attrNameLst>
                                          <p:attrName>ppt_w</p:attrName>
                                        </p:attrNameLst>
                                      </p:cBhvr>
                                      <p:tavLst>
                                        <p:tav tm="0">
                                          <p:val>
                                            <p:fltVal val="0"/>
                                          </p:val>
                                        </p:tav>
                                        <p:tav tm="100000">
                                          <p:val>
                                            <p:strVal val="#ppt_w"/>
                                          </p:val>
                                        </p:tav>
                                      </p:tavLst>
                                    </p:anim>
                                    <p:anim calcmode="lin" valueType="num">
                                      <p:cBhvr>
                                        <p:cTn id="186" dur="500" fill="hold"/>
                                        <p:tgtEl>
                                          <p:spTgt spid="66"/>
                                        </p:tgtEl>
                                        <p:attrNameLst>
                                          <p:attrName>ppt_h</p:attrName>
                                        </p:attrNameLst>
                                      </p:cBhvr>
                                      <p:tavLst>
                                        <p:tav tm="0">
                                          <p:val>
                                            <p:strVal val="#ppt_h"/>
                                          </p:val>
                                        </p:tav>
                                        <p:tav tm="100000">
                                          <p:val>
                                            <p:strVal val="#ppt_h"/>
                                          </p:val>
                                        </p:tav>
                                      </p:tavLst>
                                    </p:anim>
                                  </p:childTnLst>
                                </p:cTn>
                              </p:par>
                            </p:childTnLst>
                          </p:cTn>
                        </p:par>
                      </p:childTnLst>
                    </p:cTn>
                  </p:par>
                  <p:par>
                    <p:cTn id="187" fill="hold">
                      <p:stCondLst>
                        <p:cond delay="indefinite"/>
                      </p:stCondLst>
                      <p:childTnLst>
                        <p:par>
                          <p:cTn id="188" fill="hold">
                            <p:stCondLst>
                              <p:cond delay="0"/>
                            </p:stCondLst>
                            <p:childTnLst>
                              <p:par>
                                <p:cTn id="189" presetID="17" presetClass="entr" presetSubtype="8" fill="hold" grpId="0" nodeType="clickEffect">
                                  <p:stCondLst>
                                    <p:cond delay="0"/>
                                  </p:stCondLst>
                                  <p:childTnLst>
                                    <p:set>
                                      <p:cBhvr>
                                        <p:cTn id="190" dur="1" fill="hold">
                                          <p:stCondLst>
                                            <p:cond delay="0"/>
                                          </p:stCondLst>
                                        </p:cTn>
                                        <p:tgtEl>
                                          <p:spTgt spid="67"/>
                                        </p:tgtEl>
                                        <p:attrNameLst>
                                          <p:attrName>style.visibility</p:attrName>
                                        </p:attrNameLst>
                                      </p:cBhvr>
                                      <p:to>
                                        <p:strVal val="visible"/>
                                      </p:to>
                                    </p:set>
                                    <p:anim calcmode="lin" valueType="num">
                                      <p:cBhvr>
                                        <p:cTn id="191" dur="500" fill="hold"/>
                                        <p:tgtEl>
                                          <p:spTgt spid="67"/>
                                        </p:tgtEl>
                                        <p:attrNameLst>
                                          <p:attrName>ppt_x</p:attrName>
                                        </p:attrNameLst>
                                      </p:cBhvr>
                                      <p:tavLst>
                                        <p:tav tm="0">
                                          <p:val>
                                            <p:strVal val="#ppt_x-#ppt_w/2"/>
                                          </p:val>
                                        </p:tav>
                                        <p:tav tm="100000">
                                          <p:val>
                                            <p:strVal val="#ppt_x"/>
                                          </p:val>
                                        </p:tav>
                                      </p:tavLst>
                                    </p:anim>
                                    <p:anim calcmode="lin" valueType="num">
                                      <p:cBhvr>
                                        <p:cTn id="192" dur="500" fill="hold"/>
                                        <p:tgtEl>
                                          <p:spTgt spid="67"/>
                                        </p:tgtEl>
                                        <p:attrNameLst>
                                          <p:attrName>ppt_y</p:attrName>
                                        </p:attrNameLst>
                                      </p:cBhvr>
                                      <p:tavLst>
                                        <p:tav tm="0">
                                          <p:val>
                                            <p:strVal val="#ppt_y"/>
                                          </p:val>
                                        </p:tav>
                                        <p:tav tm="100000">
                                          <p:val>
                                            <p:strVal val="#ppt_y"/>
                                          </p:val>
                                        </p:tav>
                                      </p:tavLst>
                                    </p:anim>
                                    <p:anim calcmode="lin" valueType="num">
                                      <p:cBhvr>
                                        <p:cTn id="193" dur="500" fill="hold"/>
                                        <p:tgtEl>
                                          <p:spTgt spid="67"/>
                                        </p:tgtEl>
                                        <p:attrNameLst>
                                          <p:attrName>ppt_w</p:attrName>
                                        </p:attrNameLst>
                                      </p:cBhvr>
                                      <p:tavLst>
                                        <p:tav tm="0">
                                          <p:val>
                                            <p:fltVal val="0"/>
                                          </p:val>
                                        </p:tav>
                                        <p:tav tm="100000">
                                          <p:val>
                                            <p:strVal val="#ppt_w"/>
                                          </p:val>
                                        </p:tav>
                                      </p:tavLst>
                                    </p:anim>
                                    <p:anim calcmode="lin" valueType="num">
                                      <p:cBhvr>
                                        <p:cTn id="194" dur="500" fill="hold"/>
                                        <p:tgtEl>
                                          <p:spTgt spid="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9" grpId="0" animBg="1"/>
      <p:bldP spid="30" grpId="0" animBg="1"/>
      <p:bldP spid="45" grpId="0" animBg="1"/>
      <p:bldP spid="46" grpId="0" animBg="1"/>
      <p:bldP spid="54" grpId="0" animBg="1"/>
      <p:bldP spid="61" grpId="0" animBg="1"/>
      <p:bldP spid="63" grpId="0" animBg="1"/>
      <p:bldP spid="64" grpId="0" animBg="1"/>
      <p:bldP spid="65" grpId="0" animBg="1"/>
      <p:bldP spid="66" grpId="0" animBg="1"/>
      <p:bldP spid="6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CCF52BD5-C3D1-B9A8-7498-A879E4E8504E}"/>
              </a:ext>
            </a:extLst>
          </p:cNvPr>
          <p:cNvSpPr txBox="1">
            <a:spLocks/>
          </p:cNvSpPr>
          <p:nvPr/>
        </p:nvSpPr>
        <p:spPr>
          <a:xfrm>
            <a:off x="930640" y="452455"/>
            <a:ext cx="10317934"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Procedimiento: </a:t>
            </a:r>
            <a:r>
              <a:rPr lang="es-ES_tradnl" sz="3200" dirty="0"/>
              <a:t>Gestionar los conceptos de cobro</a:t>
            </a:r>
            <a:br>
              <a:rPr lang="es-ES_tradnl" sz="3200" dirty="0"/>
            </a:br>
            <a:r>
              <a:rPr lang="es-ES_tradnl" sz="3200" dirty="0"/>
              <a:t>Designar Prioridades</a:t>
            </a:r>
            <a:endParaRPr lang="es-CL" sz="3200" dirty="0"/>
          </a:p>
        </p:txBody>
      </p:sp>
      <p:sp>
        <p:nvSpPr>
          <p:cNvPr id="3" name="TextBox 3">
            <a:extLst>
              <a:ext uri="{FF2B5EF4-FFF2-40B4-BE49-F238E27FC236}">
                <a16:creationId xmlns:a16="http://schemas.microsoft.com/office/drawing/2014/main" id="{EF048A7A-0642-A54B-09BB-38C17DC5AFFB}"/>
              </a:ext>
            </a:extLst>
          </p:cNvPr>
          <p:cNvSpPr txBox="1"/>
          <p:nvPr/>
        </p:nvSpPr>
        <p:spPr>
          <a:xfrm>
            <a:off x="930640" y="1502443"/>
            <a:ext cx="9842050" cy="584775"/>
          </a:xfrm>
          <a:prstGeom prst="rect">
            <a:avLst/>
          </a:prstGeom>
          <a:noFill/>
        </p:spPr>
        <p:txBody>
          <a:bodyPr wrap="square" rtlCol="0">
            <a:spAutoFit/>
          </a:bodyPr>
          <a:lstStyle/>
          <a:p>
            <a:r>
              <a:rPr lang="es-CO" sz="1600" dirty="0"/>
              <a:t>Lógica de prioridades usada en Aplicación de Pagos</a:t>
            </a:r>
          </a:p>
          <a:p>
            <a:r>
              <a:rPr lang="es-CO" sz="1600" dirty="0"/>
              <a:t>Se realiza una selección de pagos y luego de cargos basado en un ordenamiento de la siguiente manera: </a:t>
            </a:r>
          </a:p>
        </p:txBody>
      </p:sp>
      <p:grpSp>
        <p:nvGrpSpPr>
          <p:cNvPr id="67" name="Group 5">
            <a:extLst>
              <a:ext uri="{FF2B5EF4-FFF2-40B4-BE49-F238E27FC236}">
                <a16:creationId xmlns:a16="http://schemas.microsoft.com/office/drawing/2014/main" id="{94823AD7-B2B3-E35B-5B84-333DBB610FB7}"/>
              </a:ext>
            </a:extLst>
          </p:cNvPr>
          <p:cNvGrpSpPr/>
          <p:nvPr/>
        </p:nvGrpSpPr>
        <p:grpSpPr>
          <a:xfrm>
            <a:off x="1278445" y="2363494"/>
            <a:ext cx="4823659" cy="1102014"/>
            <a:chOff x="1378226" y="795384"/>
            <a:chExt cx="5248242" cy="1036307"/>
          </a:xfrm>
        </p:grpSpPr>
        <p:sp>
          <p:nvSpPr>
            <p:cNvPr id="68" name="Rectangle 21">
              <a:extLst>
                <a:ext uri="{FF2B5EF4-FFF2-40B4-BE49-F238E27FC236}">
                  <a16:creationId xmlns:a16="http://schemas.microsoft.com/office/drawing/2014/main" id="{19CFDD88-9F6E-D10B-6EC8-D275D7D2B4EE}"/>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15">
              <a:extLst>
                <a:ext uri="{FF2B5EF4-FFF2-40B4-BE49-F238E27FC236}">
                  <a16:creationId xmlns:a16="http://schemas.microsoft.com/office/drawing/2014/main" id="{F6F38381-4F9C-F045-E85F-C76E6A4B2DB5}"/>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4">
              <a:extLst>
                <a:ext uri="{FF2B5EF4-FFF2-40B4-BE49-F238E27FC236}">
                  <a16:creationId xmlns:a16="http://schemas.microsoft.com/office/drawing/2014/main" id="{4012163A-7D2F-885A-A6E9-F7E758E1B70A}"/>
                </a:ext>
              </a:extLst>
            </p:cNvPr>
            <p:cNvSpPr/>
            <p:nvPr/>
          </p:nvSpPr>
          <p:spPr>
            <a:xfrm>
              <a:off x="1378226" y="1113182"/>
              <a:ext cx="4505739" cy="662609"/>
            </a:xfrm>
            <a:prstGeom prst="rect">
              <a:avLst/>
            </a:prstGeom>
            <a:gradFill flip="none" rotWithShape="1">
              <a:gsLst>
                <a:gs pos="100000">
                  <a:srgbClr val="D48D3E"/>
                </a:gs>
                <a:gs pos="0">
                  <a:srgbClr val="FAC86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1">
              <a:extLst>
                <a:ext uri="{FF2B5EF4-FFF2-40B4-BE49-F238E27FC236}">
                  <a16:creationId xmlns:a16="http://schemas.microsoft.com/office/drawing/2014/main" id="{E505FAE2-974B-6142-24BF-665A466F02F8}"/>
                </a:ext>
              </a:extLst>
            </p:cNvPr>
            <p:cNvGrpSpPr/>
            <p:nvPr/>
          </p:nvGrpSpPr>
          <p:grpSpPr>
            <a:xfrm>
              <a:off x="5592288" y="1513843"/>
              <a:ext cx="390125" cy="205592"/>
              <a:chOff x="5592288" y="1513843"/>
              <a:chExt cx="390125" cy="205592"/>
            </a:xfrm>
          </p:grpSpPr>
          <p:sp>
            <p:nvSpPr>
              <p:cNvPr id="74" name="Oval 17">
                <a:extLst>
                  <a:ext uri="{FF2B5EF4-FFF2-40B4-BE49-F238E27FC236}">
                    <a16:creationId xmlns:a16="http://schemas.microsoft.com/office/drawing/2014/main" id="{131188D8-47E0-152A-A343-B90718B1BA6F}"/>
                  </a:ext>
                </a:extLst>
              </p:cNvPr>
              <p:cNvSpPr/>
              <p:nvPr/>
            </p:nvSpPr>
            <p:spPr>
              <a:xfrm>
                <a:off x="5592288" y="1513843"/>
                <a:ext cx="390125" cy="205592"/>
              </a:xfrm>
              <a:prstGeom prst="ellipse">
                <a:avLst/>
              </a:prstGeom>
              <a:gradFill flip="none" rotWithShape="1">
                <a:gsLst>
                  <a:gs pos="52000">
                    <a:srgbClr val="FBD48F"/>
                  </a:gs>
                  <a:gs pos="14000">
                    <a:srgbClr val="A76124"/>
                  </a:gs>
                  <a:gs pos="100000">
                    <a:srgbClr val="CE853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5" name="Freeform: Shape 16">
                <a:extLst>
                  <a:ext uri="{FF2B5EF4-FFF2-40B4-BE49-F238E27FC236}">
                    <a16:creationId xmlns:a16="http://schemas.microsoft.com/office/drawing/2014/main" id="{C296A4DB-F698-E768-7E10-E27CFDAC2197}"/>
                  </a:ext>
                </a:extLst>
              </p:cNvPr>
              <p:cNvSpPr/>
              <p:nvPr/>
            </p:nvSpPr>
            <p:spPr>
              <a:xfrm rot="16200000" flipH="1">
                <a:off x="5760363" y="1592803"/>
                <a:ext cx="107266" cy="11464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Freeform: Shape 18">
              <a:extLst>
                <a:ext uri="{FF2B5EF4-FFF2-40B4-BE49-F238E27FC236}">
                  <a16:creationId xmlns:a16="http://schemas.microsoft.com/office/drawing/2014/main" id="{6DC59D28-8BA2-8ACD-2559-37FE5693C579}"/>
                </a:ext>
              </a:extLst>
            </p:cNvPr>
            <p:cNvSpPr/>
            <p:nvPr/>
          </p:nvSpPr>
          <p:spPr>
            <a:xfrm>
              <a:off x="5754679" y="1214955"/>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DD8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20">
              <a:extLst>
                <a:ext uri="{FF2B5EF4-FFF2-40B4-BE49-F238E27FC236}">
                  <a16:creationId xmlns:a16="http://schemas.microsoft.com/office/drawing/2014/main" id="{671D3D8E-DD81-7DC9-BDAC-6ECF266234FE}"/>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FBD48F"/>
                </a:gs>
                <a:gs pos="100000">
                  <a:srgbClr val="CE8537"/>
                </a:gs>
                <a:gs pos="0">
                  <a:srgbClr val="FAC86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6" name="Group 22">
            <a:extLst>
              <a:ext uri="{FF2B5EF4-FFF2-40B4-BE49-F238E27FC236}">
                <a16:creationId xmlns:a16="http://schemas.microsoft.com/office/drawing/2014/main" id="{DD20F062-0E56-2684-0D6C-BB0E42013DC4}"/>
              </a:ext>
            </a:extLst>
          </p:cNvPr>
          <p:cNvGrpSpPr/>
          <p:nvPr/>
        </p:nvGrpSpPr>
        <p:grpSpPr>
          <a:xfrm>
            <a:off x="1313567" y="3654908"/>
            <a:ext cx="4486150" cy="1036307"/>
            <a:chOff x="2140318" y="795384"/>
            <a:chExt cx="4486150" cy="1036307"/>
          </a:xfrm>
        </p:grpSpPr>
        <p:sp>
          <p:nvSpPr>
            <p:cNvPr id="77" name="Rectangle 23">
              <a:extLst>
                <a:ext uri="{FF2B5EF4-FFF2-40B4-BE49-F238E27FC236}">
                  <a16:creationId xmlns:a16="http://schemas.microsoft.com/office/drawing/2014/main" id="{4C8316D2-1F9F-DF4D-3000-B3785EBAB915}"/>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Shape 24">
              <a:extLst>
                <a:ext uri="{FF2B5EF4-FFF2-40B4-BE49-F238E27FC236}">
                  <a16:creationId xmlns:a16="http://schemas.microsoft.com/office/drawing/2014/main" id="{CC9FFC60-926D-1CDA-B0AC-A1B575474050}"/>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25">
              <a:extLst>
                <a:ext uri="{FF2B5EF4-FFF2-40B4-BE49-F238E27FC236}">
                  <a16:creationId xmlns:a16="http://schemas.microsoft.com/office/drawing/2014/main" id="{42F1B108-6C8C-1A69-D674-4F36A7A78FC1}"/>
                </a:ext>
              </a:extLst>
            </p:cNvPr>
            <p:cNvSpPr/>
            <p:nvPr/>
          </p:nvSpPr>
          <p:spPr>
            <a:xfrm>
              <a:off x="2140318" y="1113182"/>
              <a:ext cx="3743647" cy="662609"/>
            </a:xfrm>
            <a:prstGeom prst="rect">
              <a:avLst/>
            </a:prstGeom>
            <a:gradFill flip="none" rotWithShape="1">
              <a:gsLst>
                <a:gs pos="100000">
                  <a:srgbClr val="006666"/>
                </a:gs>
                <a:gs pos="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26">
              <a:extLst>
                <a:ext uri="{FF2B5EF4-FFF2-40B4-BE49-F238E27FC236}">
                  <a16:creationId xmlns:a16="http://schemas.microsoft.com/office/drawing/2014/main" id="{8C9DB993-8DC2-DAA0-9C01-8E9C751AC1C4}"/>
                </a:ext>
              </a:extLst>
            </p:cNvPr>
            <p:cNvGrpSpPr/>
            <p:nvPr/>
          </p:nvGrpSpPr>
          <p:grpSpPr>
            <a:xfrm>
              <a:off x="5588896" y="1531471"/>
              <a:ext cx="390125" cy="205592"/>
              <a:chOff x="5588896" y="1531471"/>
              <a:chExt cx="390125" cy="205592"/>
            </a:xfrm>
          </p:grpSpPr>
          <p:sp>
            <p:nvSpPr>
              <p:cNvPr id="83" name="Oval 29">
                <a:extLst>
                  <a:ext uri="{FF2B5EF4-FFF2-40B4-BE49-F238E27FC236}">
                    <a16:creationId xmlns:a16="http://schemas.microsoft.com/office/drawing/2014/main" id="{F8035487-36EF-26A4-F02D-4F45E4FD5545}"/>
                  </a:ext>
                </a:extLst>
              </p:cNvPr>
              <p:cNvSpPr/>
              <p:nvPr/>
            </p:nvSpPr>
            <p:spPr>
              <a:xfrm>
                <a:off x="5588896" y="1531471"/>
                <a:ext cx="390125" cy="205592"/>
              </a:xfrm>
              <a:prstGeom prst="ellipse">
                <a:avLst/>
              </a:prstGeom>
              <a:gradFill flip="none" rotWithShape="1">
                <a:gsLst>
                  <a:gs pos="52000">
                    <a:srgbClr val="1DFFC4"/>
                  </a:gs>
                  <a:gs pos="14000">
                    <a:srgbClr val="004846"/>
                  </a:gs>
                  <a:gs pos="10000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4" name="Freeform: Shape 30">
                <a:extLst>
                  <a:ext uri="{FF2B5EF4-FFF2-40B4-BE49-F238E27FC236}">
                    <a16:creationId xmlns:a16="http://schemas.microsoft.com/office/drawing/2014/main" id="{6945DE97-91F2-0422-85D9-E09D6E02569F}"/>
                  </a:ext>
                </a:extLst>
              </p:cNvPr>
              <p:cNvSpPr/>
              <p:nvPr/>
            </p:nvSpPr>
            <p:spPr>
              <a:xfrm rot="16200000" flipH="1">
                <a:off x="5750509" y="1595010"/>
                <a:ext cx="113947" cy="109463"/>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Freeform: Shape 27">
              <a:extLst>
                <a:ext uri="{FF2B5EF4-FFF2-40B4-BE49-F238E27FC236}">
                  <a16:creationId xmlns:a16="http://schemas.microsoft.com/office/drawing/2014/main" id="{4748E334-9C60-4C82-633D-5F3AC4F61A60}"/>
                </a:ext>
              </a:extLst>
            </p:cNvPr>
            <p:cNvSpPr/>
            <p:nvPr/>
          </p:nvSpPr>
          <p:spPr>
            <a:xfrm>
              <a:off x="5754500"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008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28">
              <a:extLst>
                <a:ext uri="{FF2B5EF4-FFF2-40B4-BE49-F238E27FC236}">
                  <a16:creationId xmlns:a16="http://schemas.microsoft.com/office/drawing/2014/main" id="{67D0685C-C005-FC7A-BDC4-0F08A8986835}"/>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1DFFC4"/>
                </a:gs>
                <a:gs pos="100000">
                  <a:srgbClr val="006666"/>
                </a:gs>
                <a:gs pos="0">
                  <a:srgbClr val="00CC9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5" name="Group 31">
            <a:extLst>
              <a:ext uri="{FF2B5EF4-FFF2-40B4-BE49-F238E27FC236}">
                <a16:creationId xmlns:a16="http://schemas.microsoft.com/office/drawing/2014/main" id="{822056D7-1DDC-F32E-749E-54D77F66DCC1}"/>
              </a:ext>
            </a:extLst>
          </p:cNvPr>
          <p:cNvGrpSpPr/>
          <p:nvPr/>
        </p:nvGrpSpPr>
        <p:grpSpPr>
          <a:xfrm>
            <a:off x="1302987" y="4808094"/>
            <a:ext cx="3639649" cy="1036307"/>
            <a:chOff x="320494" y="795384"/>
            <a:chExt cx="6305974" cy="1036307"/>
          </a:xfrm>
        </p:grpSpPr>
        <p:sp>
          <p:nvSpPr>
            <p:cNvPr id="86" name="Rectangle 32">
              <a:extLst>
                <a:ext uri="{FF2B5EF4-FFF2-40B4-BE49-F238E27FC236}">
                  <a16:creationId xmlns:a16="http://schemas.microsoft.com/office/drawing/2014/main" id="{70FD9AA6-EF07-2096-0BAC-A8A567F697E2}"/>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33">
              <a:extLst>
                <a:ext uri="{FF2B5EF4-FFF2-40B4-BE49-F238E27FC236}">
                  <a16:creationId xmlns:a16="http://schemas.microsoft.com/office/drawing/2014/main" id="{6D74F8A4-C6A7-51BA-D4DD-CEDE426C1BF6}"/>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5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34">
              <a:extLst>
                <a:ext uri="{FF2B5EF4-FFF2-40B4-BE49-F238E27FC236}">
                  <a16:creationId xmlns:a16="http://schemas.microsoft.com/office/drawing/2014/main" id="{8DDA8136-3770-12AC-4E6B-F3E25D510975}"/>
                </a:ext>
              </a:extLst>
            </p:cNvPr>
            <p:cNvSpPr/>
            <p:nvPr/>
          </p:nvSpPr>
          <p:spPr>
            <a:xfrm>
              <a:off x="320494" y="1113182"/>
              <a:ext cx="5563472" cy="662609"/>
            </a:xfrm>
            <a:prstGeom prst="rect">
              <a:avLst/>
            </a:prstGeom>
            <a:gradFill flip="none" rotWithShape="1">
              <a:gsLst>
                <a:gs pos="100000">
                  <a:srgbClr val="0066CC"/>
                </a:gs>
                <a:gs pos="0">
                  <a:srgbClr val="0099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9" name="Group 35">
              <a:extLst>
                <a:ext uri="{FF2B5EF4-FFF2-40B4-BE49-F238E27FC236}">
                  <a16:creationId xmlns:a16="http://schemas.microsoft.com/office/drawing/2014/main" id="{110F26C6-F122-0169-B45A-414263E1BEE0}"/>
                </a:ext>
              </a:extLst>
            </p:cNvPr>
            <p:cNvGrpSpPr/>
            <p:nvPr/>
          </p:nvGrpSpPr>
          <p:grpSpPr>
            <a:xfrm>
              <a:off x="5588896" y="1531471"/>
              <a:ext cx="390125" cy="205592"/>
              <a:chOff x="5588896" y="1531471"/>
              <a:chExt cx="390125" cy="205592"/>
            </a:xfrm>
          </p:grpSpPr>
          <p:sp>
            <p:nvSpPr>
              <p:cNvPr id="92" name="Oval 38">
                <a:extLst>
                  <a:ext uri="{FF2B5EF4-FFF2-40B4-BE49-F238E27FC236}">
                    <a16:creationId xmlns:a16="http://schemas.microsoft.com/office/drawing/2014/main" id="{E4E0EADA-BCAC-B183-52BD-5F16DA497436}"/>
                  </a:ext>
                </a:extLst>
              </p:cNvPr>
              <p:cNvSpPr/>
              <p:nvPr/>
            </p:nvSpPr>
            <p:spPr>
              <a:xfrm>
                <a:off x="5588896" y="1531471"/>
                <a:ext cx="390125" cy="205592"/>
              </a:xfrm>
              <a:prstGeom prst="ellipse">
                <a:avLst/>
              </a:prstGeom>
              <a:gradFill flip="none" rotWithShape="1">
                <a:gsLst>
                  <a:gs pos="52000">
                    <a:srgbClr val="3BB0FF"/>
                  </a:gs>
                  <a:gs pos="14000">
                    <a:srgbClr val="00458A"/>
                  </a:gs>
                  <a:gs pos="100000">
                    <a:srgbClr val="00458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3" name="Freeform: Shape 39">
                <a:extLst>
                  <a:ext uri="{FF2B5EF4-FFF2-40B4-BE49-F238E27FC236}">
                    <a16:creationId xmlns:a16="http://schemas.microsoft.com/office/drawing/2014/main" id="{393E44BA-32C7-6052-B415-CD9163CB3B4E}"/>
                  </a:ext>
                </a:extLst>
              </p:cNvPr>
              <p:cNvSpPr/>
              <p:nvPr/>
            </p:nvSpPr>
            <p:spPr>
              <a:xfrm rot="16200000" flipH="1">
                <a:off x="5741094" y="1594727"/>
                <a:ext cx="120627" cy="103349"/>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2858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Freeform: Shape 36">
              <a:extLst>
                <a:ext uri="{FF2B5EF4-FFF2-40B4-BE49-F238E27FC236}">
                  <a16:creationId xmlns:a16="http://schemas.microsoft.com/office/drawing/2014/main" id="{8D1E6500-E411-A127-7279-A81923FE4A74}"/>
                </a:ext>
              </a:extLst>
            </p:cNvPr>
            <p:cNvSpPr/>
            <p:nvPr/>
          </p:nvSpPr>
          <p:spPr>
            <a:xfrm>
              <a:off x="5751482"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81C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Freeform: Shape 37">
              <a:extLst>
                <a:ext uri="{FF2B5EF4-FFF2-40B4-BE49-F238E27FC236}">
                  <a16:creationId xmlns:a16="http://schemas.microsoft.com/office/drawing/2014/main" id="{84C29E8E-E311-440F-107F-4E4EDF6FE729}"/>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3BB0FF"/>
                </a:gs>
                <a:gs pos="100000">
                  <a:srgbClr val="0066CC"/>
                </a:gs>
                <a:gs pos="0">
                  <a:srgbClr val="0099F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4" name="Rectangle 6">
            <a:extLst>
              <a:ext uri="{FF2B5EF4-FFF2-40B4-BE49-F238E27FC236}">
                <a16:creationId xmlns:a16="http://schemas.microsoft.com/office/drawing/2014/main" id="{0FBC2E8F-A82E-5071-5396-2FA786A425BD}"/>
              </a:ext>
            </a:extLst>
          </p:cNvPr>
          <p:cNvSpPr/>
          <p:nvPr/>
        </p:nvSpPr>
        <p:spPr>
          <a:xfrm>
            <a:off x="993519" y="2467131"/>
            <a:ext cx="514595" cy="3776647"/>
          </a:xfrm>
          <a:prstGeom prst="rect">
            <a:avLst/>
          </a:prstGeom>
          <a:solidFill>
            <a:srgbClr val="F4F4F4"/>
          </a:solidFill>
          <a:ln>
            <a:noFill/>
          </a:ln>
          <a:effectLst>
            <a:outerShdw blurRad="1397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8">
            <a:extLst>
              <a:ext uri="{FF2B5EF4-FFF2-40B4-BE49-F238E27FC236}">
                <a16:creationId xmlns:a16="http://schemas.microsoft.com/office/drawing/2014/main" id="{F5A87C21-10A3-47E1-FA6C-5409875C4F45}"/>
              </a:ext>
            </a:extLst>
          </p:cNvPr>
          <p:cNvSpPr txBox="1"/>
          <p:nvPr/>
        </p:nvSpPr>
        <p:spPr>
          <a:xfrm>
            <a:off x="1522145" y="2782926"/>
            <a:ext cx="3507707" cy="523220"/>
          </a:xfrm>
          <a:prstGeom prst="rect">
            <a:avLst/>
          </a:prstGeom>
          <a:noFill/>
        </p:spPr>
        <p:txBody>
          <a:bodyPr wrap="square" rtlCol="0">
            <a:spAutoFit/>
          </a:bodyPr>
          <a:lstStyle/>
          <a:p>
            <a:r>
              <a:rPr lang="es-CO" sz="1400" dirty="0"/>
              <a:t>Prioridad de</a:t>
            </a:r>
            <a:r>
              <a:rPr lang="es-CO" sz="1400" b="1" dirty="0"/>
              <a:t> Pagos </a:t>
            </a:r>
            <a:r>
              <a:rPr lang="es-CO" sz="1400" dirty="0"/>
              <a:t>en Orden Descendente</a:t>
            </a:r>
            <a:endParaRPr lang="en-US" sz="1400" dirty="0"/>
          </a:p>
        </p:txBody>
      </p:sp>
      <p:sp>
        <p:nvSpPr>
          <p:cNvPr id="96" name="TextBox 49">
            <a:extLst>
              <a:ext uri="{FF2B5EF4-FFF2-40B4-BE49-F238E27FC236}">
                <a16:creationId xmlns:a16="http://schemas.microsoft.com/office/drawing/2014/main" id="{BA3DCC91-8640-68FE-0453-1F0D4F3C9737}"/>
              </a:ext>
            </a:extLst>
          </p:cNvPr>
          <p:cNvSpPr txBox="1"/>
          <p:nvPr/>
        </p:nvSpPr>
        <p:spPr>
          <a:xfrm>
            <a:off x="1600667" y="4059034"/>
            <a:ext cx="2923995" cy="523220"/>
          </a:xfrm>
          <a:prstGeom prst="rect">
            <a:avLst/>
          </a:prstGeom>
          <a:noFill/>
        </p:spPr>
        <p:txBody>
          <a:bodyPr wrap="square" rtlCol="0">
            <a:spAutoFit/>
          </a:bodyPr>
          <a:lstStyle/>
          <a:p>
            <a:r>
              <a:rPr lang="es-419" sz="1400" dirty="0"/>
              <a:t>Fecha Vigente de </a:t>
            </a:r>
            <a:r>
              <a:rPr lang="es-419" sz="1400" b="1" dirty="0"/>
              <a:t>Pago </a:t>
            </a:r>
            <a:r>
              <a:rPr lang="es-419" sz="1400" dirty="0"/>
              <a:t>de la más antigua a más reciente</a:t>
            </a:r>
            <a:endParaRPr lang="en-US" sz="1400" dirty="0"/>
          </a:p>
        </p:txBody>
      </p:sp>
      <p:sp>
        <p:nvSpPr>
          <p:cNvPr id="97" name="TextBox 50">
            <a:extLst>
              <a:ext uri="{FF2B5EF4-FFF2-40B4-BE49-F238E27FC236}">
                <a16:creationId xmlns:a16="http://schemas.microsoft.com/office/drawing/2014/main" id="{32B3C623-849C-6AAF-858C-C7069041076D}"/>
              </a:ext>
            </a:extLst>
          </p:cNvPr>
          <p:cNvSpPr txBox="1"/>
          <p:nvPr/>
        </p:nvSpPr>
        <p:spPr>
          <a:xfrm>
            <a:off x="1508114" y="5189313"/>
            <a:ext cx="2590414" cy="523220"/>
          </a:xfrm>
          <a:prstGeom prst="rect">
            <a:avLst/>
          </a:prstGeom>
          <a:noFill/>
        </p:spPr>
        <p:txBody>
          <a:bodyPr wrap="square" rtlCol="0">
            <a:spAutoFit/>
          </a:bodyPr>
          <a:lstStyle/>
          <a:p>
            <a:r>
              <a:rPr lang="es-CO" sz="1400" dirty="0"/>
              <a:t>Número de transacción de </a:t>
            </a:r>
            <a:r>
              <a:rPr lang="es-CO" sz="1400" b="1" dirty="0"/>
              <a:t>Pago</a:t>
            </a:r>
            <a:r>
              <a:rPr lang="es-CO" sz="1400" dirty="0"/>
              <a:t> de menor a mayor</a:t>
            </a:r>
            <a:endParaRPr lang="en-US" sz="1400" dirty="0"/>
          </a:p>
        </p:txBody>
      </p:sp>
      <p:grpSp>
        <p:nvGrpSpPr>
          <p:cNvPr id="98" name="Group 5">
            <a:extLst>
              <a:ext uri="{FF2B5EF4-FFF2-40B4-BE49-F238E27FC236}">
                <a16:creationId xmlns:a16="http://schemas.microsoft.com/office/drawing/2014/main" id="{1DF70195-9088-609F-96B3-014DA5BC0A71}"/>
              </a:ext>
            </a:extLst>
          </p:cNvPr>
          <p:cNvGrpSpPr/>
          <p:nvPr/>
        </p:nvGrpSpPr>
        <p:grpSpPr>
          <a:xfrm>
            <a:off x="6769494" y="2515894"/>
            <a:ext cx="4823659" cy="1102014"/>
            <a:chOff x="1378226" y="795384"/>
            <a:chExt cx="5248242" cy="1036307"/>
          </a:xfrm>
        </p:grpSpPr>
        <p:sp>
          <p:nvSpPr>
            <p:cNvPr id="99" name="Rectangle 21">
              <a:extLst>
                <a:ext uri="{FF2B5EF4-FFF2-40B4-BE49-F238E27FC236}">
                  <a16:creationId xmlns:a16="http://schemas.microsoft.com/office/drawing/2014/main" id="{EDA16A63-59F9-0B83-5C3F-E9547081F47B}"/>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Shape 15">
              <a:extLst>
                <a:ext uri="{FF2B5EF4-FFF2-40B4-BE49-F238E27FC236}">
                  <a16:creationId xmlns:a16="http://schemas.microsoft.com/office/drawing/2014/main" id="{19E40527-712D-0642-1A63-2C92C9EAF711}"/>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4">
              <a:extLst>
                <a:ext uri="{FF2B5EF4-FFF2-40B4-BE49-F238E27FC236}">
                  <a16:creationId xmlns:a16="http://schemas.microsoft.com/office/drawing/2014/main" id="{6152ED73-B5EB-93B7-C285-DCA3ED343C27}"/>
                </a:ext>
              </a:extLst>
            </p:cNvPr>
            <p:cNvSpPr/>
            <p:nvPr/>
          </p:nvSpPr>
          <p:spPr>
            <a:xfrm>
              <a:off x="1378226" y="1113182"/>
              <a:ext cx="4505739" cy="662609"/>
            </a:xfrm>
            <a:prstGeom prst="rect">
              <a:avLst/>
            </a:prstGeom>
            <a:gradFill flip="none" rotWithShape="1">
              <a:gsLst>
                <a:gs pos="100000">
                  <a:srgbClr val="D48D3E"/>
                </a:gs>
                <a:gs pos="0">
                  <a:srgbClr val="FAC86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
              <a:extLst>
                <a:ext uri="{FF2B5EF4-FFF2-40B4-BE49-F238E27FC236}">
                  <a16:creationId xmlns:a16="http://schemas.microsoft.com/office/drawing/2014/main" id="{16B75093-0460-FFFC-605F-287731E90B8E}"/>
                </a:ext>
              </a:extLst>
            </p:cNvPr>
            <p:cNvGrpSpPr/>
            <p:nvPr/>
          </p:nvGrpSpPr>
          <p:grpSpPr>
            <a:xfrm>
              <a:off x="5592288" y="1513843"/>
              <a:ext cx="390125" cy="205592"/>
              <a:chOff x="5592288" y="1513843"/>
              <a:chExt cx="390125" cy="205592"/>
            </a:xfrm>
          </p:grpSpPr>
          <p:sp>
            <p:nvSpPr>
              <p:cNvPr id="105" name="Oval 17">
                <a:extLst>
                  <a:ext uri="{FF2B5EF4-FFF2-40B4-BE49-F238E27FC236}">
                    <a16:creationId xmlns:a16="http://schemas.microsoft.com/office/drawing/2014/main" id="{FAAF03AE-83C9-1939-C62C-B0BD8EFC815D}"/>
                  </a:ext>
                </a:extLst>
              </p:cNvPr>
              <p:cNvSpPr/>
              <p:nvPr/>
            </p:nvSpPr>
            <p:spPr>
              <a:xfrm>
                <a:off x="5592288" y="1513843"/>
                <a:ext cx="390125" cy="205592"/>
              </a:xfrm>
              <a:prstGeom prst="ellipse">
                <a:avLst/>
              </a:prstGeom>
              <a:gradFill flip="none" rotWithShape="1">
                <a:gsLst>
                  <a:gs pos="52000">
                    <a:srgbClr val="FBD48F"/>
                  </a:gs>
                  <a:gs pos="14000">
                    <a:srgbClr val="A76124"/>
                  </a:gs>
                  <a:gs pos="100000">
                    <a:srgbClr val="CE853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6" name="Freeform: Shape 16">
                <a:extLst>
                  <a:ext uri="{FF2B5EF4-FFF2-40B4-BE49-F238E27FC236}">
                    <a16:creationId xmlns:a16="http://schemas.microsoft.com/office/drawing/2014/main" id="{854A4A98-57E7-68BC-B7C7-F8549884AEF2}"/>
                  </a:ext>
                </a:extLst>
              </p:cNvPr>
              <p:cNvSpPr/>
              <p:nvPr/>
            </p:nvSpPr>
            <p:spPr>
              <a:xfrm rot="16200000" flipH="1">
                <a:off x="5760363" y="1592803"/>
                <a:ext cx="107266" cy="11464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 name="Freeform: Shape 18">
              <a:extLst>
                <a:ext uri="{FF2B5EF4-FFF2-40B4-BE49-F238E27FC236}">
                  <a16:creationId xmlns:a16="http://schemas.microsoft.com/office/drawing/2014/main" id="{71BE126D-98EA-4C91-9D94-C65C9E97A588}"/>
                </a:ext>
              </a:extLst>
            </p:cNvPr>
            <p:cNvSpPr/>
            <p:nvPr/>
          </p:nvSpPr>
          <p:spPr>
            <a:xfrm>
              <a:off x="5754679" y="1214955"/>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DD8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Freeform: Shape 20">
              <a:extLst>
                <a:ext uri="{FF2B5EF4-FFF2-40B4-BE49-F238E27FC236}">
                  <a16:creationId xmlns:a16="http://schemas.microsoft.com/office/drawing/2014/main" id="{8745CB0F-4333-F5A1-90C6-EA86EE052A88}"/>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FBD48F"/>
                </a:gs>
                <a:gs pos="100000">
                  <a:srgbClr val="CE8537"/>
                </a:gs>
                <a:gs pos="0">
                  <a:srgbClr val="FAC86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7" name="Group 22">
            <a:extLst>
              <a:ext uri="{FF2B5EF4-FFF2-40B4-BE49-F238E27FC236}">
                <a16:creationId xmlns:a16="http://schemas.microsoft.com/office/drawing/2014/main" id="{7C2263C3-FED0-0677-B590-4E81783B5DE0}"/>
              </a:ext>
            </a:extLst>
          </p:cNvPr>
          <p:cNvGrpSpPr/>
          <p:nvPr/>
        </p:nvGrpSpPr>
        <p:grpSpPr>
          <a:xfrm>
            <a:off x="6804616" y="3807308"/>
            <a:ext cx="4486150" cy="1036307"/>
            <a:chOff x="2140318" y="795384"/>
            <a:chExt cx="4486150" cy="1036307"/>
          </a:xfrm>
        </p:grpSpPr>
        <p:sp>
          <p:nvSpPr>
            <p:cNvPr id="108" name="Rectangle 23">
              <a:extLst>
                <a:ext uri="{FF2B5EF4-FFF2-40B4-BE49-F238E27FC236}">
                  <a16:creationId xmlns:a16="http://schemas.microsoft.com/office/drawing/2014/main" id="{81AB7CBE-C679-A690-84D8-5638AD88823D}"/>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24">
              <a:extLst>
                <a:ext uri="{FF2B5EF4-FFF2-40B4-BE49-F238E27FC236}">
                  <a16:creationId xmlns:a16="http://schemas.microsoft.com/office/drawing/2014/main" id="{4D76D0AE-C7C4-0331-A762-FAD490E21242}"/>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25">
              <a:extLst>
                <a:ext uri="{FF2B5EF4-FFF2-40B4-BE49-F238E27FC236}">
                  <a16:creationId xmlns:a16="http://schemas.microsoft.com/office/drawing/2014/main" id="{9C0A939A-2A79-8FFF-EDDD-35FA56C814C0}"/>
                </a:ext>
              </a:extLst>
            </p:cNvPr>
            <p:cNvSpPr/>
            <p:nvPr/>
          </p:nvSpPr>
          <p:spPr>
            <a:xfrm>
              <a:off x="2140318" y="1113182"/>
              <a:ext cx="3743647" cy="662609"/>
            </a:xfrm>
            <a:prstGeom prst="rect">
              <a:avLst/>
            </a:prstGeom>
            <a:gradFill flip="none" rotWithShape="1">
              <a:gsLst>
                <a:gs pos="100000">
                  <a:srgbClr val="006666"/>
                </a:gs>
                <a:gs pos="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1" name="Group 26">
              <a:extLst>
                <a:ext uri="{FF2B5EF4-FFF2-40B4-BE49-F238E27FC236}">
                  <a16:creationId xmlns:a16="http://schemas.microsoft.com/office/drawing/2014/main" id="{7A5C652C-EE6D-F25D-649A-512C2686F5BA}"/>
                </a:ext>
              </a:extLst>
            </p:cNvPr>
            <p:cNvGrpSpPr/>
            <p:nvPr/>
          </p:nvGrpSpPr>
          <p:grpSpPr>
            <a:xfrm>
              <a:off x="5588896" y="1531471"/>
              <a:ext cx="390125" cy="205592"/>
              <a:chOff x="5588896" y="1531471"/>
              <a:chExt cx="390125" cy="205592"/>
            </a:xfrm>
          </p:grpSpPr>
          <p:sp>
            <p:nvSpPr>
              <p:cNvPr id="114" name="Oval 29">
                <a:extLst>
                  <a:ext uri="{FF2B5EF4-FFF2-40B4-BE49-F238E27FC236}">
                    <a16:creationId xmlns:a16="http://schemas.microsoft.com/office/drawing/2014/main" id="{93596A9B-DD93-37F7-682D-092FD55EB2F7}"/>
                  </a:ext>
                </a:extLst>
              </p:cNvPr>
              <p:cNvSpPr/>
              <p:nvPr/>
            </p:nvSpPr>
            <p:spPr>
              <a:xfrm>
                <a:off x="5588896" y="1531471"/>
                <a:ext cx="390125" cy="205592"/>
              </a:xfrm>
              <a:prstGeom prst="ellipse">
                <a:avLst/>
              </a:prstGeom>
              <a:gradFill flip="none" rotWithShape="1">
                <a:gsLst>
                  <a:gs pos="52000">
                    <a:srgbClr val="1DFFC4"/>
                  </a:gs>
                  <a:gs pos="14000">
                    <a:srgbClr val="004846"/>
                  </a:gs>
                  <a:gs pos="10000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5" name="Freeform: Shape 30">
                <a:extLst>
                  <a:ext uri="{FF2B5EF4-FFF2-40B4-BE49-F238E27FC236}">
                    <a16:creationId xmlns:a16="http://schemas.microsoft.com/office/drawing/2014/main" id="{5197B648-F0DC-BBDC-4E08-961555F705E9}"/>
                  </a:ext>
                </a:extLst>
              </p:cNvPr>
              <p:cNvSpPr/>
              <p:nvPr/>
            </p:nvSpPr>
            <p:spPr>
              <a:xfrm rot="16200000" flipH="1">
                <a:off x="5750509" y="1595010"/>
                <a:ext cx="113947" cy="109463"/>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2" name="Freeform: Shape 27">
              <a:extLst>
                <a:ext uri="{FF2B5EF4-FFF2-40B4-BE49-F238E27FC236}">
                  <a16:creationId xmlns:a16="http://schemas.microsoft.com/office/drawing/2014/main" id="{3DA60AF9-B1E7-EC50-F364-5E000A00724C}"/>
                </a:ext>
              </a:extLst>
            </p:cNvPr>
            <p:cNvSpPr/>
            <p:nvPr/>
          </p:nvSpPr>
          <p:spPr>
            <a:xfrm>
              <a:off x="5754500"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008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Freeform: Shape 28">
              <a:extLst>
                <a:ext uri="{FF2B5EF4-FFF2-40B4-BE49-F238E27FC236}">
                  <a16:creationId xmlns:a16="http://schemas.microsoft.com/office/drawing/2014/main" id="{2DE5ABE9-9BF4-FFBD-27AD-1407FFFFC7FC}"/>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1DFFC4"/>
                </a:gs>
                <a:gs pos="100000">
                  <a:srgbClr val="006666"/>
                </a:gs>
                <a:gs pos="0">
                  <a:srgbClr val="00CC9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6" name="Group 31">
            <a:extLst>
              <a:ext uri="{FF2B5EF4-FFF2-40B4-BE49-F238E27FC236}">
                <a16:creationId xmlns:a16="http://schemas.microsoft.com/office/drawing/2014/main" id="{2EDD56FB-6155-A45A-535C-B501DA4DF794}"/>
              </a:ext>
            </a:extLst>
          </p:cNvPr>
          <p:cNvGrpSpPr/>
          <p:nvPr/>
        </p:nvGrpSpPr>
        <p:grpSpPr>
          <a:xfrm>
            <a:off x="6794036" y="4960494"/>
            <a:ext cx="3639649" cy="1036307"/>
            <a:chOff x="320494" y="795384"/>
            <a:chExt cx="6305974" cy="1036307"/>
          </a:xfrm>
        </p:grpSpPr>
        <p:sp>
          <p:nvSpPr>
            <p:cNvPr id="117" name="Rectangle 32">
              <a:extLst>
                <a:ext uri="{FF2B5EF4-FFF2-40B4-BE49-F238E27FC236}">
                  <a16:creationId xmlns:a16="http://schemas.microsoft.com/office/drawing/2014/main" id="{B8CA8DEC-672A-71B9-D1FA-212E42E57BC3}"/>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33">
              <a:extLst>
                <a:ext uri="{FF2B5EF4-FFF2-40B4-BE49-F238E27FC236}">
                  <a16:creationId xmlns:a16="http://schemas.microsoft.com/office/drawing/2014/main" id="{D3B7C201-7187-7601-9863-B68A382154FB}"/>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5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34">
              <a:extLst>
                <a:ext uri="{FF2B5EF4-FFF2-40B4-BE49-F238E27FC236}">
                  <a16:creationId xmlns:a16="http://schemas.microsoft.com/office/drawing/2014/main" id="{D945B199-910A-3291-39D2-899FD1533FB1}"/>
                </a:ext>
              </a:extLst>
            </p:cNvPr>
            <p:cNvSpPr/>
            <p:nvPr/>
          </p:nvSpPr>
          <p:spPr>
            <a:xfrm>
              <a:off x="320494" y="1113182"/>
              <a:ext cx="5563472" cy="662609"/>
            </a:xfrm>
            <a:prstGeom prst="rect">
              <a:avLst/>
            </a:prstGeom>
            <a:gradFill flip="none" rotWithShape="1">
              <a:gsLst>
                <a:gs pos="100000">
                  <a:srgbClr val="0066CC"/>
                </a:gs>
                <a:gs pos="0">
                  <a:srgbClr val="0099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35">
              <a:extLst>
                <a:ext uri="{FF2B5EF4-FFF2-40B4-BE49-F238E27FC236}">
                  <a16:creationId xmlns:a16="http://schemas.microsoft.com/office/drawing/2014/main" id="{46604E98-0484-ECD8-37F4-166E459079A8}"/>
                </a:ext>
              </a:extLst>
            </p:cNvPr>
            <p:cNvGrpSpPr/>
            <p:nvPr/>
          </p:nvGrpSpPr>
          <p:grpSpPr>
            <a:xfrm>
              <a:off x="5588896" y="1531471"/>
              <a:ext cx="390125" cy="205592"/>
              <a:chOff x="5588896" y="1531471"/>
              <a:chExt cx="390125" cy="205592"/>
            </a:xfrm>
          </p:grpSpPr>
          <p:sp>
            <p:nvSpPr>
              <p:cNvPr id="123" name="Oval 38">
                <a:extLst>
                  <a:ext uri="{FF2B5EF4-FFF2-40B4-BE49-F238E27FC236}">
                    <a16:creationId xmlns:a16="http://schemas.microsoft.com/office/drawing/2014/main" id="{DC9D61C8-CF83-B68E-B483-9DC0635A157B}"/>
                  </a:ext>
                </a:extLst>
              </p:cNvPr>
              <p:cNvSpPr/>
              <p:nvPr/>
            </p:nvSpPr>
            <p:spPr>
              <a:xfrm>
                <a:off x="5588896" y="1531471"/>
                <a:ext cx="390125" cy="205592"/>
              </a:xfrm>
              <a:prstGeom prst="ellipse">
                <a:avLst/>
              </a:prstGeom>
              <a:gradFill flip="none" rotWithShape="1">
                <a:gsLst>
                  <a:gs pos="52000">
                    <a:srgbClr val="3BB0FF"/>
                  </a:gs>
                  <a:gs pos="14000">
                    <a:srgbClr val="00458A"/>
                  </a:gs>
                  <a:gs pos="100000">
                    <a:srgbClr val="00458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4" name="Freeform: Shape 39">
                <a:extLst>
                  <a:ext uri="{FF2B5EF4-FFF2-40B4-BE49-F238E27FC236}">
                    <a16:creationId xmlns:a16="http://schemas.microsoft.com/office/drawing/2014/main" id="{4B5CCFA1-C3F7-ABB1-2722-F3E1FD663C2B}"/>
                  </a:ext>
                </a:extLst>
              </p:cNvPr>
              <p:cNvSpPr/>
              <p:nvPr/>
            </p:nvSpPr>
            <p:spPr>
              <a:xfrm rot="16200000" flipH="1">
                <a:off x="5741094" y="1594727"/>
                <a:ext cx="120627" cy="103349"/>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2858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1" name="Freeform: Shape 36">
              <a:extLst>
                <a:ext uri="{FF2B5EF4-FFF2-40B4-BE49-F238E27FC236}">
                  <a16:creationId xmlns:a16="http://schemas.microsoft.com/office/drawing/2014/main" id="{A90AE60F-E9FD-3885-15FB-94499A09BC9E}"/>
                </a:ext>
              </a:extLst>
            </p:cNvPr>
            <p:cNvSpPr/>
            <p:nvPr/>
          </p:nvSpPr>
          <p:spPr>
            <a:xfrm>
              <a:off x="5751482"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81C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Freeform: Shape 37">
              <a:extLst>
                <a:ext uri="{FF2B5EF4-FFF2-40B4-BE49-F238E27FC236}">
                  <a16:creationId xmlns:a16="http://schemas.microsoft.com/office/drawing/2014/main" id="{BBD1031C-F2A4-9524-F369-5C4EE90713D5}"/>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3BB0FF"/>
                </a:gs>
                <a:gs pos="100000">
                  <a:srgbClr val="0066CC"/>
                </a:gs>
                <a:gs pos="0">
                  <a:srgbClr val="0099F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5" name="Rectangle 6">
            <a:extLst>
              <a:ext uri="{FF2B5EF4-FFF2-40B4-BE49-F238E27FC236}">
                <a16:creationId xmlns:a16="http://schemas.microsoft.com/office/drawing/2014/main" id="{5DF38711-7515-2BB5-8358-95751DCA68BB}"/>
              </a:ext>
            </a:extLst>
          </p:cNvPr>
          <p:cNvSpPr/>
          <p:nvPr/>
        </p:nvSpPr>
        <p:spPr>
          <a:xfrm>
            <a:off x="6484568" y="2619531"/>
            <a:ext cx="514595" cy="3776647"/>
          </a:xfrm>
          <a:prstGeom prst="rect">
            <a:avLst/>
          </a:prstGeom>
          <a:solidFill>
            <a:srgbClr val="F4F4F4"/>
          </a:solidFill>
          <a:ln>
            <a:noFill/>
          </a:ln>
          <a:effectLst>
            <a:outerShdw blurRad="1397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8">
            <a:extLst>
              <a:ext uri="{FF2B5EF4-FFF2-40B4-BE49-F238E27FC236}">
                <a16:creationId xmlns:a16="http://schemas.microsoft.com/office/drawing/2014/main" id="{7DB9C0B5-D3C8-27ED-C318-286B28E9E43D}"/>
              </a:ext>
            </a:extLst>
          </p:cNvPr>
          <p:cNvSpPr txBox="1"/>
          <p:nvPr/>
        </p:nvSpPr>
        <p:spPr>
          <a:xfrm>
            <a:off x="7013194" y="2935326"/>
            <a:ext cx="3507707" cy="738664"/>
          </a:xfrm>
          <a:prstGeom prst="rect">
            <a:avLst/>
          </a:prstGeom>
          <a:noFill/>
        </p:spPr>
        <p:txBody>
          <a:bodyPr wrap="square" rtlCol="0">
            <a:spAutoFit/>
          </a:bodyPr>
          <a:lstStyle/>
          <a:p>
            <a:r>
              <a:rPr lang="es-419" sz="1400" dirty="0"/>
              <a:t>Prioridad de </a:t>
            </a:r>
            <a:r>
              <a:rPr lang="es-419" sz="1400" b="1" dirty="0"/>
              <a:t>Cargos</a:t>
            </a:r>
            <a:r>
              <a:rPr lang="es-419" sz="1400" dirty="0"/>
              <a:t> en Orden Descendente </a:t>
            </a:r>
            <a:endParaRPr lang="en-US" sz="1400" dirty="0"/>
          </a:p>
          <a:p>
            <a:endParaRPr lang="en-US" sz="1400" dirty="0"/>
          </a:p>
        </p:txBody>
      </p:sp>
      <p:sp>
        <p:nvSpPr>
          <p:cNvPr id="127" name="TextBox 49">
            <a:extLst>
              <a:ext uri="{FF2B5EF4-FFF2-40B4-BE49-F238E27FC236}">
                <a16:creationId xmlns:a16="http://schemas.microsoft.com/office/drawing/2014/main" id="{8474E5FE-D5D1-E432-0E11-505D3149E1A7}"/>
              </a:ext>
            </a:extLst>
          </p:cNvPr>
          <p:cNvSpPr txBox="1"/>
          <p:nvPr/>
        </p:nvSpPr>
        <p:spPr>
          <a:xfrm>
            <a:off x="7087922" y="4186058"/>
            <a:ext cx="2923995" cy="523220"/>
          </a:xfrm>
          <a:prstGeom prst="rect">
            <a:avLst/>
          </a:prstGeom>
          <a:noFill/>
        </p:spPr>
        <p:txBody>
          <a:bodyPr wrap="square" rtlCol="0">
            <a:spAutoFit/>
          </a:bodyPr>
          <a:lstStyle/>
          <a:p>
            <a:r>
              <a:rPr lang="es-419" sz="1400" dirty="0"/>
              <a:t>Fecha Vigente de </a:t>
            </a:r>
            <a:r>
              <a:rPr lang="es-419" sz="1400" b="1" dirty="0"/>
              <a:t>Cargo</a:t>
            </a:r>
            <a:r>
              <a:rPr lang="es-419" sz="1400" dirty="0"/>
              <a:t> de la más antigua a más reciente</a:t>
            </a:r>
            <a:endParaRPr lang="en-US" sz="1400" dirty="0"/>
          </a:p>
        </p:txBody>
      </p:sp>
      <p:sp>
        <p:nvSpPr>
          <p:cNvPr id="128" name="TextBox 50">
            <a:extLst>
              <a:ext uri="{FF2B5EF4-FFF2-40B4-BE49-F238E27FC236}">
                <a16:creationId xmlns:a16="http://schemas.microsoft.com/office/drawing/2014/main" id="{F3793655-B79F-E166-C410-07890E5103A9}"/>
              </a:ext>
            </a:extLst>
          </p:cNvPr>
          <p:cNvSpPr txBox="1"/>
          <p:nvPr/>
        </p:nvSpPr>
        <p:spPr>
          <a:xfrm>
            <a:off x="6999163" y="5341713"/>
            <a:ext cx="2590414" cy="523220"/>
          </a:xfrm>
          <a:prstGeom prst="rect">
            <a:avLst/>
          </a:prstGeom>
          <a:noFill/>
        </p:spPr>
        <p:txBody>
          <a:bodyPr wrap="square" rtlCol="0">
            <a:spAutoFit/>
          </a:bodyPr>
          <a:lstStyle/>
          <a:p>
            <a:r>
              <a:rPr lang="es-CO" sz="1400" dirty="0"/>
              <a:t>Número de transacción de </a:t>
            </a:r>
            <a:r>
              <a:rPr lang="es-CO" sz="1400" b="1" dirty="0"/>
              <a:t>Cargo</a:t>
            </a:r>
            <a:r>
              <a:rPr lang="es-CO" sz="1400" dirty="0"/>
              <a:t> de menor a mayor</a:t>
            </a:r>
            <a:endParaRPr lang="en-US" sz="1400" dirty="0"/>
          </a:p>
        </p:txBody>
      </p:sp>
      <p:sp>
        <p:nvSpPr>
          <p:cNvPr id="129" name="CuadroTexto 128">
            <a:extLst>
              <a:ext uri="{FF2B5EF4-FFF2-40B4-BE49-F238E27FC236}">
                <a16:creationId xmlns:a16="http://schemas.microsoft.com/office/drawing/2014/main" id="{B3655E56-3C11-2ADD-4259-F4E0726B87B6}"/>
              </a:ext>
            </a:extLst>
          </p:cNvPr>
          <p:cNvSpPr txBox="1"/>
          <p:nvPr/>
        </p:nvSpPr>
        <p:spPr>
          <a:xfrm>
            <a:off x="989862" y="2619531"/>
            <a:ext cx="485518" cy="2212932"/>
          </a:xfrm>
          <a:prstGeom prst="rect">
            <a:avLst/>
          </a:prstGeom>
          <a:noFill/>
        </p:spPr>
        <p:txBody>
          <a:bodyPr vert="wordArtVert" wrap="square" rtlCol="0">
            <a:spAutoFit/>
          </a:bodyPr>
          <a:lstStyle/>
          <a:p>
            <a:r>
              <a:rPr lang="es-CO" b="1" dirty="0"/>
              <a:t>Pagos</a:t>
            </a:r>
            <a:endParaRPr lang="en-US" b="1" dirty="0"/>
          </a:p>
        </p:txBody>
      </p:sp>
      <p:sp>
        <p:nvSpPr>
          <p:cNvPr id="130" name="CuadroTexto 129">
            <a:extLst>
              <a:ext uri="{FF2B5EF4-FFF2-40B4-BE49-F238E27FC236}">
                <a16:creationId xmlns:a16="http://schemas.microsoft.com/office/drawing/2014/main" id="{A608E4DD-E10E-4760-8CE3-734E05984ABD}"/>
              </a:ext>
            </a:extLst>
          </p:cNvPr>
          <p:cNvSpPr txBox="1"/>
          <p:nvPr/>
        </p:nvSpPr>
        <p:spPr>
          <a:xfrm>
            <a:off x="6500352" y="2751234"/>
            <a:ext cx="485518" cy="2193339"/>
          </a:xfrm>
          <a:prstGeom prst="rect">
            <a:avLst/>
          </a:prstGeom>
          <a:noFill/>
        </p:spPr>
        <p:txBody>
          <a:bodyPr vert="wordArtVert" wrap="square" rtlCol="0">
            <a:spAutoFit/>
          </a:bodyPr>
          <a:lstStyle/>
          <a:p>
            <a:r>
              <a:rPr lang="es-CO" b="1" dirty="0"/>
              <a:t>Cargos</a:t>
            </a:r>
            <a:endParaRPr lang="en-US" b="1" dirty="0"/>
          </a:p>
        </p:txBody>
      </p:sp>
    </p:spTree>
    <p:extLst>
      <p:ext uri="{BB962C8B-B14F-4D97-AF65-F5344CB8AC3E}">
        <p14:creationId xmlns:p14="http://schemas.microsoft.com/office/powerpoint/2010/main" val="31227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ppt_x</p:attrName>
                                        </p:attrNameLst>
                                      </p:cBhvr>
                                      <p:tavLst>
                                        <p:tav tm="0">
                                          <p:val>
                                            <p:strVal val="#ppt_x-#ppt_w/2"/>
                                          </p:val>
                                        </p:tav>
                                        <p:tav tm="100000">
                                          <p:val>
                                            <p:strVal val="#ppt_x"/>
                                          </p:val>
                                        </p:tav>
                                      </p:tavLst>
                                    </p:anim>
                                    <p:anim calcmode="lin" valueType="num">
                                      <p:cBhvr>
                                        <p:cTn id="8" dur="500" fill="hold"/>
                                        <p:tgtEl>
                                          <p:spTgt spid="67"/>
                                        </p:tgtEl>
                                        <p:attrNameLst>
                                          <p:attrName>ppt_y</p:attrName>
                                        </p:attrNameLst>
                                      </p:cBhvr>
                                      <p:tavLst>
                                        <p:tav tm="0">
                                          <p:val>
                                            <p:strVal val="#ppt_y"/>
                                          </p:val>
                                        </p:tav>
                                        <p:tav tm="100000">
                                          <p:val>
                                            <p:strVal val="#ppt_y"/>
                                          </p:val>
                                        </p:tav>
                                      </p:tavLst>
                                    </p:anim>
                                    <p:anim calcmode="lin" valueType="num">
                                      <p:cBhvr>
                                        <p:cTn id="9" dur="500" fill="hold"/>
                                        <p:tgtEl>
                                          <p:spTgt spid="67"/>
                                        </p:tgtEl>
                                        <p:attrNameLst>
                                          <p:attrName>ppt_w</p:attrName>
                                        </p:attrNameLst>
                                      </p:cBhvr>
                                      <p:tavLst>
                                        <p:tav tm="0">
                                          <p:val>
                                            <p:fltVal val="0"/>
                                          </p:val>
                                        </p:tav>
                                        <p:tav tm="100000">
                                          <p:val>
                                            <p:strVal val="#ppt_w"/>
                                          </p:val>
                                        </p:tav>
                                      </p:tavLst>
                                    </p:anim>
                                    <p:anim calcmode="lin" valueType="num">
                                      <p:cBhvr>
                                        <p:cTn id="10" dur="500" fill="hold"/>
                                        <p:tgtEl>
                                          <p:spTgt spid="67"/>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95"/>
                                        </p:tgtEl>
                                        <p:attrNameLst>
                                          <p:attrName>style.visibility</p:attrName>
                                        </p:attrNameLst>
                                      </p:cBhvr>
                                      <p:to>
                                        <p:strVal val="visible"/>
                                      </p:to>
                                    </p:set>
                                    <p:anim calcmode="lin" valueType="num">
                                      <p:cBhvr>
                                        <p:cTn id="14" dur="500" fill="hold"/>
                                        <p:tgtEl>
                                          <p:spTgt spid="95"/>
                                        </p:tgtEl>
                                        <p:attrNameLst>
                                          <p:attrName>ppt_x</p:attrName>
                                        </p:attrNameLst>
                                      </p:cBhvr>
                                      <p:tavLst>
                                        <p:tav tm="0">
                                          <p:val>
                                            <p:strVal val="#ppt_x-#ppt_w/2"/>
                                          </p:val>
                                        </p:tav>
                                        <p:tav tm="100000">
                                          <p:val>
                                            <p:strVal val="#ppt_x"/>
                                          </p:val>
                                        </p:tav>
                                      </p:tavLst>
                                    </p:anim>
                                    <p:anim calcmode="lin" valueType="num">
                                      <p:cBhvr>
                                        <p:cTn id="15" dur="500" fill="hold"/>
                                        <p:tgtEl>
                                          <p:spTgt spid="95"/>
                                        </p:tgtEl>
                                        <p:attrNameLst>
                                          <p:attrName>ppt_y</p:attrName>
                                        </p:attrNameLst>
                                      </p:cBhvr>
                                      <p:tavLst>
                                        <p:tav tm="0">
                                          <p:val>
                                            <p:strVal val="#ppt_y"/>
                                          </p:val>
                                        </p:tav>
                                        <p:tav tm="100000">
                                          <p:val>
                                            <p:strVal val="#ppt_y"/>
                                          </p:val>
                                        </p:tav>
                                      </p:tavLst>
                                    </p:anim>
                                    <p:anim calcmode="lin" valueType="num">
                                      <p:cBhvr>
                                        <p:cTn id="16" dur="500" fill="hold"/>
                                        <p:tgtEl>
                                          <p:spTgt spid="95"/>
                                        </p:tgtEl>
                                        <p:attrNameLst>
                                          <p:attrName>ppt_w</p:attrName>
                                        </p:attrNameLst>
                                      </p:cBhvr>
                                      <p:tavLst>
                                        <p:tav tm="0">
                                          <p:val>
                                            <p:fltVal val="0"/>
                                          </p:val>
                                        </p:tav>
                                        <p:tav tm="100000">
                                          <p:val>
                                            <p:strVal val="#ppt_w"/>
                                          </p:val>
                                        </p:tav>
                                      </p:tavLst>
                                    </p:anim>
                                    <p:anim calcmode="lin" valueType="num">
                                      <p:cBhvr>
                                        <p:cTn id="17" dur="5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 calcmode="lin" valueType="num">
                                      <p:cBhvr>
                                        <p:cTn id="22" dur="500" fill="hold"/>
                                        <p:tgtEl>
                                          <p:spTgt spid="76"/>
                                        </p:tgtEl>
                                        <p:attrNameLst>
                                          <p:attrName>ppt_x</p:attrName>
                                        </p:attrNameLst>
                                      </p:cBhvr>
                                      <p:tavLst>
                                        <p:tav tm="0">
                                          <p:val>
                                            <p:strVal val="#ppt_x-#ppt_w/2"/>
                                          </p:val>
                                        </p:tav>
                                        <p:tav tm="100000">
                                          <p:val>
                                            <p:strVal val="#ppt_x"/>
                                          </p:val>
                                        </p:tav>
                                      </p:tavLst>
                                    </p:anim>
                                    <p:anim calcmode="lin" valueType="num">
                                      <p:cBhvr>
                                        <p:cTn id="23" dur="500" fill="hold"/>
                                        <p:tgtEl>
                                          <p:spTgt spid="76"/>
                                        </p:tgtEl>
                                        <p:attrNameLst>
                                          <p:attrName>ppt_y</p:attrName>
                                        </p:attrNameLst>
                                      </p:cBhvr>
                                      <p:tavLst>
                                        <p:tav tm="0">
                                          <p:val>
                                            <p:strVal val="#ppt_y"/>
                                          </p:val>
                                        </p:tav>
                                        <p:tav tm="100000">
                                          <p:val>
                                            <p:strVal val="#ppt_y"/>
                                          </p:val>
                                        </p:tav>
                                      </p:tavLst>
                                    </p:anim>
                                    <p:anim calcmode="lin" valueType="num">
                                      <p:cBhvr>
                                        <p:cTn id="24" dur="500" fill="hold"/>
                                        <p:tgtEl>
                                          <p:spTgt spid="76"/>
                                        </p:tgtEl>
                                        <p:attrNameLst>
                                          <p:attrName>ppt_w</p:attrName>
                                        </p:attrNameLst>
                                      </p:cBhvr>
                                      <p:tavLst>
                                        <p:tav tm="0">
                                          <p:val>
                                            <p:fltVal val="0"/>
                                          </p:val>
                                        </p:tav>
                                        <p:tav tm="100000">
                                          <p:val>
                                            <p:strVal val="#ppt_w"/>
                                          </p:val>
                                        </p:tav>
                                      </p:tavLst>
                                    </p:anim>
                                    <p:anim calcmode="lin" valueType="num">
                                      <p:cBhvr>
                                        <p:cTn id="25" dur="500" fill="hold"/>
                                        <p:tgtEl>
                                          <p:spTgt spid="76"/>
                                        </p:tgtEl>
                                        <p:attrNameLst>
                                          <p:attrName>ppt_h</p:attrName>
                                        </p:attrNameLst>
                                      </p:cBhvr>
                                      <p:tavLst>
                                        <p:tav tm="0">
                                          <p:val>
                                            <p:strVal val="#ppt_h"/>
                                          </p:val>
                                        </p:tav>
                                        <p:tav tm="100000">
                                          <p:val>
                                            <p:strVal val="#ppt_h"/>
                                          </p:val>
                                        </p:tav>
                                      </p:tavLst>
                                    </p:anim>
                                  </p:childTnLst>
                                </p:cTn>
                              </p:par>
                            </p:childTnLst>
                          </p:cTn>
                        </p:par>
                        <p:par>
                          <p:cTn id="26" fill="hold">
                            <p:stCondLst>
                              <p:cond delay="500"/>
                            </p:stCondLst>
                            <p:childTnLst>
                              <p:par>
                                <p:cTn id="27" presetID="17" presetClass="entr" presetSubtype="8" fill="hold" grpId="0" nodeType="afterEffect">
                                  <p:stCondLst>
                                    <p:cond delay="0"/>
                                  </p:stCondLst>
                                  <p:childTnLst>
                                    <p:set>
                                      <p:cBhvr>
                                        <p:cTn id="28" dur="1" fill="hold">
                                          <p:stCondLst>
                                            <p:cond delay="0"/>
                                          </p:stCondLst>
                                        </p:cTn>
                                        <p:tgtEl>
                                          <p:spTgt spid="96"/>
                                        </p:tgtEl>
                                        <p:attrNameLst>
                                          <p:attrName>style.visibility</p:attrName>
                                        </p:attrNameLst>
                                      </p:cBhvr>
                                      <p:to>
                                        <p:strVal val="visible"/>
                                      </p:to>
                                    </p:set>
                                    <p:anim calcmode="lin" valueType="num">
                                      <p:cBhvr>
                                        <p:cTn id="29" dur="500" fill="hold"/>
                                        <p:tgtEl>
                                          <p:spTgt spid="96"/>
                                        </p:tgtEl>
                                        <p:attrNameLst>
                                          <p:attrName>ppt_x</p:attrName>
                                        </p:attrNameLst>
                                      </p:cBhvr>
                                      <p:tavLst>
                                        <p:tav tm="0">
                                          <p:val>
                                            <p:strVal val="#ppt_x-#ppt_w/2"/>
                                          </p:val>
                                        </p:tav>
                                        <p:tav tm="100000">
                                          <p:val>
                                            <p:strVal val="#ppt_x"/>
                                          </p:val>
                                        </p:tav>
                                      </p:tavLst>
                                    </p:anim>
                                    <p:anim calcmode="lin" valueType="num">
                                      <p:cBhvr>
                                        <p:cTn id="30" dur="500" fill="hold"/>
                                        <p:tgtEl>
                                          <p:spTgt spid="96"/>
                                        </p:tgtEl>
                                        <p:attrNameLst>
                                          <p:attrName>ppt_y</p:attrName>
                                        </p:attrNameLst>
                                      </p:cBhvr>
                                      <p:tavLst>
                                        <p:tav tm="0">
                                          <p:val>
                                            <p:strVal val="#ppt_y"/>
                                          </p:val>
                                        </p:tav>
                                        <p:tav tm="100000">
                                          <p:val>
                                            <p:strVal val="#ppt_y"/>
                                          </p:val>
                                        </p:tav>
                                      </p:tavLst>
                                    </p:anim>
                                    <p:anim calcmode="lin" valueType="num">
                                      <p:cBhvr>
                                        <p:cTn id="31" dur="500" fill="hold"/>
                                        <p:tgtEl>
                                          <p:spTgt spid="96"/>
                                        </p:tgtEl>
                                        <p:attrNameLst>
                                          <p:attrName>ppt_w</p:attrName>
                                        </p:attrNameLst>
                                      </p:cBhvr>
                                      <p:tavLst>
                                        <p:tav tm="0">
                                          <p:val>
                                            <p:fltVal val="0"/>
                                          </p:val>
                                        </p:tav>
                                        <p:tav tm="100000">
                                          <p:val>
                                            <p:strVal val="#ppt_w"/>
                                          </p:val>
                                        </p:tav>
                                      </p:tavLst>
                                    </p:anim>
                                    <p:anim calcmode="lin" valueType="num">
                                      <p:cBhvr>
                                        <p:cTn id="32" dur="500" fill="hold"/>
                                        <p:tgtEl>
                                          <p:spTgt spid="96"/>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p:cTn id="37" dur="500" fill="hold"/>
                                        <p:tgtEl>
                                          <p:spTgt spid="85"/>
                                        </p:tgtEl>
                                        <p:attrNameLst>
                                          <p:attrName>ppt_x</p:attrName>
                                        </p:attrNameLst>
                                      </p:cBhvr>
                                      <p:tavLst>
                                        <p:tav tm="0">
                                          <p:val>
                                            <p:strVal val="#ppt_x-#ppt_w/2"/>
                                          </p:val>
                                        </p:tav>
                                        <p:tav tm="100000">
                                          <p:val>
                                            <p:strVal val="#ppt_x"/>
                                          </p:val>
                                        </p:tav>
                                      </p:tavLst>
                                    </p:anim>
                                    <p:anim calcmode="lin" valueType="num">
                                      <p:cBhvr>
                                        <p:cTn id="38" dur="500" fill="hold"/>
                                        <p:tgtEl>
                                          <p:spTgt spid="85"/>
                                        </p:tgtEl>
                                        <p:attrNameLst>
                                          <p:attrName>ppt_y</p:attrName>
                                        </p:attrNameLst>
                                      </p:cBhvr>
                                      <p:tavLst>
                                        <p:tav tm="0">
                                          <p:val>
                                            <p:strVal val="#ppt_y"/>
                                          </p:val>
                                        </p:tav>
                                        <p:tav tm="100000">
                                          <p:val>
                                            <p:strVal val="#ppt_y"/>
                                          </p:val>
                                        </p:tav>
                                      </p:tavLst>
                                    </p:anim>
                                    <p:anim calcmode="lin" valueType="num">
                                      <p:cBhvr>
                                        <p:cTn id="39" dur="500" fill="hold"/>
                                        <p:tgtEl>
                                          <p:spTgt spid="85"/>
                                        </p:tgtEl>
                                        <p:attrNameLst>
                                          <p:attrName>ppt_w</p:attrName>
                                        </p:attrNameLst>
                                      </p:cBhvr>
                                      <p:tavLst>
                                        <p:tav tm="0">
                                          <p:val>
                                            <p:fltVal val="0"/>
                                          </p:val>
                                        </p:tav>
                                        <p:tav tm="100000">
                                          <p:val>
                                            <p:strVal val="#ppt_w"/>
                                          </p:val>
                                        </p:tav>
                                      </p:tavLst>
                                    </p:anim>
                                    <p:anim calcmode="lin" valueType="num">
                                      <p:cBhvr>
                                        <p:cTn id="40" dur="500" fill="hold"/>
                                        <p:tgtEl>
                                          <p:spTgt spid="85"/>
                                        </p:tgtEl>
                                        <p:attrNameLst>
                                          <p:attrName>ppt_h</p:attrName>
                                        </p:attrNameLst>
                                      </p:cBhvr>
                                      <p:tavLst>
                                        <p:tav tm="0">
                                          <p:val>
                                            <p:strVal val="#ppt_h"/>
                                          </p:val>
                                        </p:tav>
                                        <p:tav tm="100000">
                                          <p:val>
                                            <p:strVal val="#ppt_h"/>
                                          </p:val>
                                        </p:tav>
                                      </p:tavLst>
                                    </p:anim>
                                  </p:childTnLst>
                                </p:cTn>
                              </p:par>
                            </p:childTnLst>
                          </p:cTn>
                        </p:par>
                        <p:par>
                          <p:cTn id="41" fill="hold">
                            <p:stCondLst>
                              <p:cond delay="500"/>
                            </p:stCondLst>
                            <p:childTnLst>
                              <p:par>
                                <p:cTn id="42" presetID="17" presetClass="entr" presetSubtype="8" fill="hold" grpId="0" nodeType="afterEffect">
                                  <p:stCondLst>
                                    <p:cond delay="0"/>
                                  </p:stCondLst>
                                  <p:childTnLst>
                                    <p:set>
                                      <p:cBhvr>
                                        <p:cTn id="43" dur="1" fill="hold">
                                          <p:stCondLst>
                                            <p:cond delay="0"/>
                                          </p:stCondLst>
                                        </p:cTn>
                                        <p:tgtEl>
                                          <p:spTgt spid="97"/>
                                        </p:tgtEl>
                                        <p:attrNameLst>
                                          <p:attrName>style.visibility</p:attrName>
                                        </p:attrNameLst>
                                      </p:cBhvr>
                                      <p:to>
                                        <p:strVal val="visible"/>
                                      </p:to>
                                    </p:set>
                                    <p:anim calcmode="lin" valueType="num">
                                      <p:cBhvr>
                                        <p:cTn id="44" dur="500" fill="hold"/>
                                        <p:tgtEl>
                                          <p:spTgt spid="97"/>
                                        </p:tgtEl>
                                        <p:attrNameLst>
                                          <p:attrName>ppt_x</p:attrName>
                                        </p:attrNameLst>
                                      </p:cBhvr>
                                      <p:tavLst>
                                        <p:tav tm="0">
                                          <p:val>
                                            <p:strVal val="#ppt_x-#ppt_w/2"/>
                                          </p:val>
                                        </p:tav>
                                        <p:tav tm="100000">
                                          <p:val>
                                            <p:strVal val="#ppt_x"/>
                                          </p:val>
                                        </p:tav>
                                      </p:tavLst>
                                    </p:anim>
                                    <p:anim calcmode="lin" valueType="num">
                                      <p:cBhvr>
                                        <p:cTn id="45" dur="500" fill="hold"/>
                                        <p:tgtEl>
                                          <p:spTgt spid="97"/>
                                        </p:tgtEl>
                                        <p:attrNameLst>
                                          <p:attrName>ppt_y</p:attrName>
                                        </p:attrNameLst>
                                      </p:cBhvr>
                                      <p:tavLst>
                                        <p:tav tm="0">
                                          <p:val>
                                            <p:strVal val="#ppt_y"/>
                                          </p:val>
                                        </p:tav>
                                        <p:tav tm="100000">
                                          <p:val>
                                            <p:strVal val="#ppt_y"/>
                                          </p:val>
                                        </p:tav>
                                      </p:tavLst>
                                    </p:anim>
                                    <p:anim calcmode="lin" valueType="num">
                                      <p:cBhvr>
                                        <p:cTn id="46" dur="500" fill="hold"/>
                                        <p:tgtEl>
                                          <p:spTgt spid="97"/>
                                        </p:tgtEl>
                                        <p:attrNameLst>
                                          <p:attrName>ppt_w</p:attrName>
                                        </p:attrNameLst>
                                      </p:cBhvr>
                                      <p:tavLst>
                                        <p:tav tm="0">
                                          <p:val>
                                            <p:fltVal val="0"/>
                                          </p:val>
                                        </p:tav>
                                        <p:tav tm="100000">
                                          <p:val>
                                            <p:strVal val="#ppt_w"/>
                                          </p:val>
                                        </p:tav>
                                      </p:tavLst>
                                    </p:anim>
                                    <p:anim calcmode="lin" valueType="num">
                                      <p:cBhvr>
                                        <p:cTn id="47" dur="500" fill="hold"/>
                                        <p:tgtEl>
                                          <p:spTgt spid="97"/>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nodeType="clickEffect">
                                  <p:stCondLst>
                                    <p:cond delay="0"/>
                                  </p:stCondLst>
                                  <p:childTnLst>
                                    <p:set>
                                      <p:cBhvr>
                                        <p:cTn id="51" dur="1" fill="hold">
                                          <p:stCondLst>
                                            <p:cond delay="0"/>
                                          </p:stCondLst>
                                        </p:cTn>
                                        <p:tgtEl>
                                          <p:spTgt spid="98"/>
                                        </p:tgtEl>
                                        <p:attrNameLst>
                                          <p:attrName>style.visibility</p:attrName>
                                        </p:attrNameLst>
                                      </p:cBhvr>
                                      <p:to>
                                        <p:strVal val="visible"/>
                                      </p:to>
                                    </p:set>
                                    <p:anim calcmode="lin" valueType="num">
                                      <p:cBhvr>
                                        <p:cTn id="52" dur="500" fill="hold"/>
                                        <p:tgtEl>
                                          <p:spTgt spid="98"/>
                                        </p:tgtEl>
                                        <p:attrNameLst>
                                          <p:attrName>ppt_x</p:attrName>
                                        </p:attrNameLst>
                                      </p:cBhvr>
                                      <p:tavLst>
                                        <p:tav tm="0">
                                          <p:val>
                                            <p:strVal val="#ppt_x-#ppt_w/2"/>
                                          </p:val>
                                        </p:tav>
                                        <p:tav tm="100000">
                                          <p:val>
                                            <p:strVal val="#ppt_x"/>
                                          </p:val>
                                        </p:tav>
                                      </p:tavLst>
                                    </p:anim>
                                    <p:anim calcmode="lin" valueType="num">
                                      <p:cBhvr>
                                        <p:cTn id="53" dur="500" fill="hold"/>
                                        <p:tgtEl>
                                          <p:spTgt spid="98"/>
                                        </p:tgtEl>
                                        <p:attrNameLst>
                                          <p:attrName>ppt_y</p:attrName>
                                        </p:attrNameLst>
                                      </p:cBhvr>
                                      <p:tavLst>
                                        <p:tav tm="0">
                                          <p:val>
                                            <p:strVal val="#ppt_y"/>
                                          </p:val>
                                        </p:tav>
                                        <p:tav tm="100000">
                                          <p:val>
                                            <p:strVal val="#ppt_y"/>
                                          </p:val>
                                        </p:tav>
                                      </p:tavLst>
                                    </p:anim>
                                    <p:anim calcmode="lin" valueType="num">
                                      <p:cBhvr>
                                        <p:cTn id="54" dur="500" fill="hold"/>
                                        <p:tgtEl>
                                          <p:spTgt spid="98"/>
                                        </p:tgtEl>
                                        <p:attrNameLst>
                                          <p:attrName>ppt_w</p:attrName>
                                        </p:attrNameLst>
                                      </p:cBhvr>
                                      <p:tavLst>
                                        <p:tav tm="0">
                                          <p:val>
                                            <p:fltVal val="0"/>
                                          </p:val>
                                        </p:tav>
                                        <p:tav tm="100000">
                                          <p:val>
                                            <p:strVal val="#ppt_w"/>
                                          </p:val>
                                        </p:tav>
                                      </p:tavLst>
                                    </p:anim>
                                    <p:anim calcmode="lin" valueType="num">
                                      <p:cBhvr>
                                        <p:cTn id="55" dur="500" fill="hold"/>
                                        <p:tgtEl>
                                          <p:spTgt spid="98"/>
                                        </p:tgtEl>
                                        <p:attrNameLst>
                                          <p:attrName>ppt_h</p:attrName>
                                        </p:attrNameLst>
                                      </p:cBhvr>
                                      <p:tavLst>
                                        <p:tav tm="0">
                                          <p:val>
                                            <p:strVal val="#ppt_h"/>
                                          </p:val>
                                        </p:tav>
                                        <p:tav tm="100000">
                                          <p:val>
                                            <p:strVal val="#ppt_h"/>
                                          </p:val>
                                        </p:tav>
                                      </p:tavLst>
                                    </p:anim>
                                  </p:childTnLst>
                                </p:cTn>
                              </p:par>
                            </p:childTnLst>
                          </p:cTn>
                        </p:par>
                        <p:par>
                          <p:cTn id="56" fill="hold">
                            <p:stCondLst>
                              <p:cond delay="500"/>
                            </p:stCondLst>
                            <p:childTnLst>
                              <p:par>
                                <p:cTn id="57" presetID="17" presetClass="entr" presetSubtype="8" fill="hold" grpId="0" nodeType="afterEffect">
                                  <p:stCondLst>
                                    <p:cond delay="0"/>
                                  </p:stCondLst>
                                  <p:childTnLst>
                                    <p:set>
                                      <p:cBhvr>
                                        <p:cTn id="58" dur="1" fill="hold">
                                          <p:stCondLst>
                                            <p:cond delay="0"/>
                                          </p:stCondLst>
                                        </p:cTn>
                                        <p:tgtEl>
                                          <p:spTgt spid="126"/>
                                        </p:tgtEl>
                                        <p:attrNameLst>
                                          <p:attrName>style.visibility</p:attrName>
                                        </p:attrNameLst>
                                      </p:cBhvr>
                                      <p:to>
                                        <p:strVal val="visible"/>
                                      </p:to>
                                    </p:set>
                                    <p:anim calcmode="lin" valueType="num">
                                      <p:cBhvr>
                                        <p:cTn id="59" dur="500" fill="hold"/>
                                        <p:tgtEl>
                                          <p:spTgt spid="126"/>
                                        </p:tgtEl>
                                        <p:attrNameLst>
                                          <p:attrName>ppt_x</p:attrName>
                                        </p:attrNameLst>
                                      </p:cBhvr>
                                      <p:tavLst>
                                        <p:tav tm="0">
                                          <p:val>
                                            <p:strVal val="#ppt_x-#ppt_w/2"/>
                                          </p:val>
                                        </p:tav>
                                        <p:tav tm="100000">
                                          <p:val>
                                            <p:strVal val="#ppt_x"/>
                                          </p:val>
                                        </p:tav>
                                      </p:tavLst>
                                    </p:anim>
                                    <p:anim calcmode="lin" valueType="num">
                                      <p:cBhvr>
                                        <p:cTn id="60" dur="500" fill="hold"/>
                                        <p:tgtEl>
                                          <p:spTgt spid="126"/>
                                        </p:tgtEl>
                                        <p:attrNameLst>
                                          <p:attrName>ppt_y</p:attrName>
                                        </p:attrNameLst>
                                      </p:cBhvr>
                                      <p:tavLst>
                                        <p:tav tm="0">
                                          <p:val>
                                            <p:strVal val="#ppt_y"/>
                                          </p:val>
                                        </p:tav>
                                        <p:tav tm="100000">
                                          <p:val>
                                            <p:strVal val="#ppt_y"/>
                                          </p:val>
                                        </p:tav>
                                      </p:tavLst>
                                    </p:anim>
                                    <p:anim calcmode="lin" valueType="num">
                                      <p:cBhvr>
                                        <p:cTn id="61" dur="500" fill="hold"/>
                                        <p:tgtEl>
                                          <p:spTgt spid="126"/>
                                        </p:tgtEl>
                                        <p:attrNameLst>
                                          <p:attrName>ppt_w</p:attrName>
                                        </p:attrNameLst>
                                      </p:cBhvr>
                                      <p:tavLst>
                                        <p:tav tm="0">
                                          <p:val>
                                            <p:fltVal val="0"/>
                                          </p:val>
                                        </p:tav>
                                        <p:tav tm="100000">
                                          <p:val>
                                            <p:strVal val="#ppt_w"/>
                                          </p:val>
                                        </p:tav>
                                      </p:tavLst>
                                    </p:anim>
                                    <p:anim calcmode="lin" valueType="num">
                                      <p:cBhvr>
                                        <p:cTn id="62" dur="500" fill="hold"/>
                                        <p:tgtEl>
                                          <p:spTgt spid="126"/>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8" fill="hold" nodeType="clickEffect">
                                  <p:stCondLst>
                                    <p:cond delay="0"/>
                                  </p:stCondLst>
                                  <p:childTnLst>
                                    <p:set>
                                      <p:cBhvr>
                                        <p:cTn id="66" dur="1" fill="hold">
                                          <p:stCondLst>
                                            <p:cond delay="0"/>
                                          </p:stCondLst>
                                        </p:cTn>
                                        <p:tgtEl>
                                          <p:spTgt spid="107"/>
                                        </p:tgtEl>
                                        <p:attrNameLst>
                                          <p:attrName>style.visibility</p:attrName>
                                        </p:attrNameLst>
                                      </p:cBhvr>
                                      <p:to>
                                        <p:strVal val="visible"/>
                                      </p:to>
                                    </p:set>
                                    <p:anim calcmode="lin" valueType="num">
                                      <p:cBhvr>
                                        <p:cTn id="67" dur="500" fill="hold"/>
                                        <p:tgtEl>
                                          <p:spTgt spid="107"/>
                                        </p:tgtEl>
                                        <p:attrNameLst>
                                          <p:attrName>ppt_x</p:attrName>
                                        </p:attrNameLst>
                                      </p:cBhvr>
                                      <p:tavLst>
                                        <p:tav tm="0">
                                          <p:val>
                                            <p:strVal val="#ppt_x-#ppt_w/2"/>
                                          </p:val>
                                        </p:tav>
                                        <p:tav tm="100000">
                                          <p:val>
                                            <p:strVal val="#ppt_x"/>
                                          </p:val>
                                        </p:tav>
                                      </p:tavLst>
                                    </p:anim>
                                    <p:anim calcmode="lin" valueType="num">
                                      <p:cBhvr>
                                        <p:cTn id="68" dur="500" fill="hold"/>
                                        <p:tgtEl>
                                          <p:spTgt spid="107"/>
                                        </p:tgtEl>
                                        <p:attrNameLst>
                                          <p:attrName>ppt_y</p:attrName>
                                        </p:attrNameLst>
                                      </p:cBhvr>
                                      <p:tavLst>
                                        <p:tav tm="0">
                                          <p:val>
                                            <p:strVal val="#ppt_y"/>
                                          </p:val>
                                        </p:tav>
                                        <p:tav tm="100000">
                                          <p:val>
                                            <p:strVal val="#ppt_y"/>
                                          </p:val>
                                        </p:tav>
                                      </p:tavLst>
                                    </p:anim>
                                    <p:anim calcmode="lin" valueType="num">
                                      <p:cBhvr>
                                        <p:cTn id="69" dur="500" fill="hold"/>
                                        <p:tgtEl>
                                          <p:spTgt spid="107"/>
                                        </p:tgtEl>
                                        <p:attrNameLst>
                                          <p:attrName>ppt_w</p:attrName>
                                        </p:attrNameLst>
                                      </p:cBhvr>
                                      <p:tavLst>
                                        <p:tav tm="0">
                                          <p:val>
                                            <p:fltVal val="0"/>
                                          </p:val>
                                        </p:tav>
                                        <p:tav tm="100000">
                                          <p:val>
                                            <p:strVal val="#ppt_w"/>
                                          </p:val>
                                        </p:tav>
                                      </p:tavLst>
                                    </p:anim>
                                    <p:anim calcmode="lin" valueType="num">
                                      <p:cBhvr>
                                        <p:cTn id="70" dur="500" fill="hold"/>
                                        <p:tgtEl>
                                          <p:spTgt spid="107"/>
                                        </p:tgtEl>
                                        <p:attrNameLst>
                                          <p:attrName>ppt_h</p:attrName>
                                        </p:attrNameLst>
                                      </p:cBhvr>
                                      <p:tavLst>
                                        <p:tav tm="0">
                                          <p:val>
                                            <p:strVal val="#ppt_h"/>
                                          </p:val>
                                        </p:tav>
                                        <p:tav tm="100000">
                                          <p:val>
                                            <p:strVal val="#ppt_h"/>
                                          </p:val>
                                        </p:tav>
                                      </p:tavLst>
                                    </p:anim>
                                  </p:childTnLst>
                                </p:cTn>
                              </p:par>
                            </p:childTnLst>
                          </p:cTn>
                        </p:par>
                        <p:par>
                          <p:cTn id="71" fill="hold">
                            <p:stCondLst>
                              <p:cond delay="500"/>
                            </p:stCondLst>
                            <p:childTnLst>
                              <p:par>
                                <p:cTn id="72" presetID="17" presetClass="entr" presetSubtype="8" fill="hold" grpId="0" nodeType="afterEffect">
                                  <p:stCondLst>
                                    <p:cond delay="0"/>
                                  </p:stCondLst>
                                  <p:childTnLst>
                                    <p:set>
                                      <p:cBhvr>
                                        <p:cTn id="73" dur="1" fill="hold">
                                          <p:stCondLst>
                                            <p:cond delay="0"/>
                                          </p:stCondLst>
                                        </p:cTn>
                                        <p:tgtEl>
                                          <p:spTgt spid="127"/>
                                        </p:tgtEl>
                                        <p:attrNameLst>
                                          <p:attrName>style.visibility</p:attrName>
                                        </p:attrNameLst>
                                      </p:cBhvr>
                                      <p:to>
                                        <p:strVal val="visible"/>
                                      </p:to>
                                    </p:set>
                                    <p:anim calcmode="lin" valueType="num">
                                      <p:cBhvr>
                                        <p:cTn id="74" dur="500" fill="hold"/>
                                        <p:tgtEl>
                                          <p:spTgt spid="127"/>
                                        </p:tgtEl>
                                        <p:attrNameLst>
                                          <p:attrName>ppt_x</p:attrName>
                                        </p:attrNameLst>
                                      </p:cBhvr>
                                      <p:tavLst>
                                        <p:tav tm="0">
                                          <p:val>
                                            <p:strVal val="#ppt_x-#ppt_w/2"/>
                                          </p:val>
                                        </p:tav>
                                        <p:tav tm="100000">
                                          <p:val>
                                            <p:strVal val="#ppt_x"/>
                                          </p:val>
                                        </p:tav>
                                      </p:tavLst>
                                    </p:anim>
                                    <p:anim calcmode="lin" valueType="num">
                                      <p:cBhvr>
                                        <p:cTn id="75" dur="500" fill="hold"/>
                                        <p:tgtEl>
                                          <p:spTgt spid="127"/>
                                        </p:tgtEl>
                                        <p:attrNameLst>
                                          <p:attrName>ppt_y</p:attrName>
                                        </p:attrNameLst>
                                      </p:cBhvr>
                                      <p:tavLst>
                                        <p:tav tm="0">
                                          <p:val>
                                            <p:strVal val="#ppt_y"/>
                                          </p:val>
                                        </p:tav>
                                        <p:tav tm="100000">
                                          <p:val>
                                            <p:strVal val="#ppt_y"/>
                                          </p:val>
                                        </p:tav>
                                      </p:tavLst>
                                    </p:anim>
                                    <p:anim calcmode="lin" valueType="num">
                                      <p:cBhvr>
                                        <p:cTn id="76" dur="500" fill="hold"/>
                                        <p:tgtEl>
                                          <p:spTgt spid="127"/>
                                        </p:tgtEl>
                                        <p:attrNameLst>
                                          <p:attrName>ppt_w</p:attrName>
                                        </p:attrNameLst>
                                      </p:cBhvr>
                                      <p:tavLst>
                                        <p:tav tm="0">
                                          <p:val>
                                            <p:fltVal val="0"/>
                                          </p:val>
                                        </p:tav>
                                        <p:tav tm="100000">
                                          <p:val>
                                            <p:strVal val="#ppt_w"/>
                                          </p:val>
                                        </p:tav>
                                      </p:tavLst>
                                    </p:anim>
                                    <p:anim calcmode="lin" valueType="num">
                                      <p:cBhvr>
                                        <p:cTn id="77" dur="500" fill="hold"/>
                                        <p:tgtEl>
                                          <p:spTgt spid="127"/>
                                        </p:tgtEl>
                                        <p:attrNameLst>
                                          <p:attrName>ppt_h</p:attrName>
                                        </p:attrNameLst>
                                      </p:cBhvr>
                                      <p:tavLst>
                                        <p:tav tm="0">
                                          <p:val>
                                            <p:strVal val="#ppt_h"/>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nodeType="clickEffect">
                                  <p:stCondLst>
                                    <p:cond delay="0"/>
                                  </p:stCondLst>
                                  <p:childTnLst>
                                    <p:set>
                                      <p:cBhvr>
                                        <p:cTn id="81" dur="1" fill="hold">
                                          <p:stCondLst>
                                            <p:cond delay="0"/>
                                          </p:stCondLst>
                                        </p:cTn>
                                        <p:tgtEl>
                                          <p:spTgt spid="116"/>
                                        </p:tgtEl>
                                        <p:attrNameLst>
                                          <p:attrName>style.visibility</p:attrName>
                                        </p:attrNameLst>
                                      </p:cBhvr>
                                      <p:to>
                                        <p:strVal val="visible"/>
                                      </p:to>
                                    </p:set>
                                    <p:anim calcmode="lin" valueType="num">
                                      <p:cBhvr>
                                        <p:cTn id="82" dur="500" fill="hold"/>
                                        <p:tgtEl>
                                          <p:spTgt spid="116"/>
                                        </p:tgtEl>
                                        <p:attrNameLst>
                                          <p:attrName>ppt_x</p:attrName>
                                        </p:attrNameLst>
                                      </p:cBhvr>
                                      <p:tavLst>
                                        <p:tav tm="0">
                                          <p:val>
                                            <p:strVal val="#ppt_x-#ppt_w/2"/>
                                          </p:val>
                                        </p:tav>
                                        <p:tav tm="100000">
                                          <p:val>
                                            <p:strVal val="#ppt_x"/>
                                          </p:val>
                                        </p:tav>
                                      </p:tavLst>
                                    </p:anim>
                                    <p:anim calcmode="lin" valueType="num">
                                      <p:cBhvr>
                                        <p:cTn id="83" dur="500" fill="hold"/>
                                        <p:tgtEl>
                                          <p:spTgt spid="116"/>
                                        </p:tgtEl>
                                        <p:attrNameLst>
                                          <p:attrName>ppt_y</p:attrName>
                                        </p:attrNameLst>
                                      </p:cBhvr>
                                      <p:tavLst>
                                        <p:tav tm="0">
                                          <p:val>
                                            <p:strVal val="#ppt_y"/>
                                          </p:val>
                                        </p:tav>
                                        <p:tav tm="100000">
                                          <p:val>
                                            <p:strVal val="#ppt_y"/>
                                          </p:val>
                                        </p:tav>
                                      </p:tavLst>
                                    </p:anim>
                                    <p:anim calcmode="lin" valueType="num">
                                      <p:cBhvr>
                                        <p:cTn id="84" dur="500" fill="hold"/>
                                        <p:tgtEl>
                                          <p:spTgt spid="116"/>
                                        </p:tgtEl>
                                        <p:attrNameLst>
                                          <p:attrName>ppt_w</p:attrName>
                                        </p:attrNameLst>
                                      </p:cBhvr>
                                      <p:tavLst>
                                        <p:tav tm="0">
                                          <p:val>
                                            <p:fltVal val="0"/>
                                          </p:val>
                                        </p:tav>
                                        <p:tav tm="100000">
                                          <p:val>
                                            <p:strVal val="#ppt_w"/>
                                          </p:val>
                                        </p:tav>
                                      </p:tavLst>
                                    </p:anim>
                                    <p:anim calcmode="lin" valueType="num">
                                      <p:cBhvr>
                                        <p:cTn id="85" dur="500" fill="hold"/>
                                        <p:tgtEl>
                                          <p:spTgt spid="116"/>
                                        </p:tgtEl>
                                        <p:attrNameLst>
                                          <p:attrName>ppt_h</p:attrName>
                                        </p:attrNameLst>
                                      </p:cBhvr>
                                      <p:tavLst>
                                        <p:tav tm="0">
                                          <p:val>
                                            <p:strVal val="#ppt_h"/>
                                          </p:val>
                                        </p:tav>
                                        <p:tav tm="100000">
                                          <p:val>
                                            <p:strVal val="#ppt_h"/>
                                          </p:val>
                                        </p:tav>
                                      </p:tavLst>
                                    </p:anim>
                                  </p:childTnLst>
                                </p:cTn>
                              </p:par>
                            </p:childTnLst>
                          </p:cTn>
                        </p:par>
                        <p:par>
                          <p:cTn id="86" fill="hold">
                            <p:stCondLst>
                              <p:cond delay="500"/>
                            </p:stCondLst>
                            <p:childTnLst>
                              <p:par>
                                <p:cTn id="87" presetID="17" presetClass="entr" presetSubtype="8" fill="hold" grpId="0" nodeType="afterEffect">
                                  <p:stCondLst>
                                    <p:cond delay="0"/>
                                  </p:stCondLst>
                                  <p:childTnLst>
                                    <p:set>
                                      <p:cBhvr>
                                        <p:cTn id="88" dur="1" fill="hold">
                                          <p:stCondLst>
                                            <p:cond delay="0"/>
                                          </p:stCondLst>
                                        </p:cTn>
                                        <p:tgtEl>
                                          <p:spTgt spid="128"/>
                                        </p:tgtEl>
                                        <p:attrNameLst>
                                          <p:attrName>style.visibility</p:attrName>
                                        </p:attrNameLst>
                                      </p:cBhvr>
                                      <p:to>
                                        <p:strVal val="visible"/>
                                      </p:to>
                                    </p:set>
                                    <p:anim calcmode="lin" valueType="num">
                                      <p:cBhvr>
                                        <p:cTn id="89" dur="500" fill="hold"/>
                                        <p:tgtEl>
                                          <p:spTgt spid="128"/>
                                        </p:tgtEl>
                                        <p:attrNameLst>
                                          <p:attrName>ppt_x</p:attrName>
                                        </p:attrNameLst>
                                      </p:cBhvr>
                                      <p:tavLst>
                                        <p:tav tm="0">
                                          <p:val>
                                            <p:strVal val="#ppt_x-#ppt_w/2"/>
                                          </p:val>
                                        </p:tav>
                                        <p:tav tm="100000">
                                          <p:val>
                                            <p:strVal val="#ppt_x"/>
                                          </p:val>
                                        </p:tav>
                                      </p:tavLst>
                                    </p:anim>
                                    <p:anim calcmode="lin" valueType="num">
                                      <p:cBhvr>
                                        <p:cTn id="90" dur="500" fill="hold"/>
                                        <p:tgtEl>
                                          <p:spTgt spid="128"/>
                                        </p:tgtEl>
                                        <p:attrNameLst>
                                          <p:attrName>ppt_y</p:attrName>
                                        </p:attrNameLst>
                                      </p:cBhvr>
                                      <p:tavLst>
                                        <p:tav tm="0">
                                          <p:val>
                                            <p:strVal val="#ppt_y"/>
                                          </p:val>
                                        </p:tav>
                                        <p:tav tm="100000">
                                          <p:val>
                                            <p:strVal val="#ppt_y"/>
                                          </p:val>
                                        </p:tav>
                                      </p:tavLst>
                                    </p:anim>
                                    <p:anim calcmode="lin" valueType="num">
                                      <p:cBhvr>
                                        <p:cTn id="91" dur="500" fill="hold"/>
                                        <p:tgtEl>
                                          <p:spTgt spid="128"/>
                                        </p:tgtEl>
                                        <p:attrNameLst>
                                          <p:attrName>ppt_w</p:attrName>
                                        </p:attrNameLst>
                                      </p:cBhvr>
                                      <p:tavLst>
                                        <p:tav tm="0">
                                          <p:val>
                                            <p:fltVal val="0"/>
                                          </p:val>
                                        </p:tav>
                                        <p:tav tm="100000">
                                          <p:val>
                                            <p:strVal val="#ppt_w"/>
                                          </p:val>
                                        </p:tav>
                                      </p:tavLst>
                                    </p:anim>
                                    <p:anim calcmode="lin" valueType="num">
                                      <p:cBhvr>
                                        <p:cTn id="92" dur="500" fill="hold"/>
                                        <p:tgtEl>
                                          <p:spTgt spid="1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97" grpId="0"/>
      <p:bldP spid="126" grpId="0"/>
      <p:bldP spid="127" grpId="0"/>
      <p:bldP spid="12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1248B-7172-2538-BB3C-DF726B27ADA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2B8C541-4979-C3B4-5449-B1A02861B566}"/>
              </a:ext>
            </a:extLst>
          </p:cNvPr>
          <p:cNvSpPr txBox="1">
            <a:spLocks/>
          </p:cNvSpPr>
          <p:nvPr/>
        </p:nvSpPr>
        <p:spPr>
          <a:xfrm>
            <a:off x="894525" y="229679"/>
            <a:ext cx="10617771" cy="94183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Procedimiento: </a:t>
            </a:r>
            <a:r>
              <a:rPr lang="es-CO" sz="3200" dirty="0"/>
              <a:t>Lógica de la aplicación de pagos (TGRAPPL) basada en Prioridades (TSADETC)</a:t>
            </a:r>
            <a:endParaRPr lang="es-CL" dirty="0"/>
          </a:p>
        </p:txBody>
      </p:sp>
      <p:sp>
        <p:nvSpPr>
          <p:cNvPr id="3" name="Rectángulo: esquinas redondeadas 2">
            <a:extLst>
              <a:ext uri="{FF2B5EF4-FFF2-40B4-BE49-F238E27FC236}">
                <a16:creationId xmlns:a16="http://schemas.microsoft.com/office/drawing/2014/main" id="{B7D8E67F-4688-A213-B551-5BC8ACDBA1DB}"/>
              </a:ext>
            </a:extLst>
          </p:cNvPr>
          <p:cNvSpPr/>
          <p:nvPr/>
        </p:nvSpPr>
        <p:spPr>
          <a:xfrm>
            <a:off x="894525" y="5683356"/>
            <a:ext cx="6787404" cy="42510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Pago en Efectivo, Tarjeta de crédito o Cheque se sugiere usar código de detalle con prioridad 000.</a:t>
            </a:r>
            <a:endParaRPr lang="es-CL" sz="1200" dirty="0"/>
          </a:p>
        </p:txBody>
      </p:sp>
      <p:sp>
        <p:nvSpPr>
          <p:cNvPr id="5" name="CuadroTexto 4">
            <a:extLst>
              <a:ext uri="{FF2B5EF4-FFF2-40B4-BE49-F238E27FC236}">
                <a16:creationId xmlns:a16="http://schemas.microsoft.com/office/drawing/2014/main" id="{9A7BDFF6-A1C7-F544-DD07-C28B01F0E9F1}"/>
              </a:ext>
            </a:extLst>
          </p:cNvPr>
          <p:cNvSpPr txBox="1"/>
          <p:nvPr/>
        </p:nvSpPr>
        <p:spPr>
          <a:xfrm>
            <a:off x="814123" y="1516166"/>
            <a:ext cx="10387664" cy="3970318"/>
          </a:xfrm>
          <a:prstGeom prst="rect">
            <a:avLst/>
          </a:prstGeom>
          <a:noFill/>
        </p:spPr>
        <p:txBody>
          <a:bodyPr wrap="square">
            <a:spAutoFit/>
          </a:bodyPr>
          <a:lstStyle/>
          <a:p>
            <a:pPr marL="285750" indent="-285750" algn="just">
              <a:buBlip>
                <a:blip r:embed="rId2"/>
              </a:buBlip>
            </a:pPr>
            <a:r>
              <a:rPr lang="es-CO" b="1" dirty="0">
                <a:solidFill>
                  <a:schemeClr val="accent1"/>
                </a:solidFill>
              </a:rPr>
              <a:t>Prioridad</a:t>
            </a:r>
            <a:r>
              <a:rPr lang="es-CO" dirty="0">
                <a:solidFill>
                  <a:schemeClr val="accent1"/>
                </a:solidFill>
              </a:rPr>
              <a:t>: </a:t>
            </a:r>
            <a:r>
              <a:rPr lang="es-CO" dirty="0"/>
              <a:t>permite manejar el pago de cargos basado en prioridades al ejecutar el Proceso de Aplicación de Pagos (TGRAPPL). </a:t>
            </a:r>
          </a:p>
          <a:p>
            <a:pPr algn="just"/>
            <a:endParaRPr lang="es-CO" dirty="0"/>
          </a:p>
          <a:p>
            <a:pPr marL="285750" indent="-285750" algn="just">
              <a:buBlip>
                <a:blip r:embed="rId2"/>
              </a:buBlip>
            </a:pPr>
            <a:r>
              <a:rPr lang="es-CO" dirty="0"/>
              <a:t>El digito </a:t>
            </a:r>
            <a:r>
              <a:rPr lang="es-CO" b="1" dirty="0">
                <a:solidFill>
                  <a:schemeClr val="accent1"/>
                </a:solidFill>
              </a:rPr>
              <a:t>cero</a:t>
            </a:r>
            <a:r>
              <a:rPr lang="es-CO" dirty="0"/>
              <a:t> en una posición determinada en la prioridad de un código de detalle, se utiliza como </a:t>
            </a:r>
            <a:r>
              <a:rPr lang="es-CO" b="1" i="1" dirty="0">
                <a:solidFill>
                  <a:schemeClr val="accent1"/>
                </a:solidFill>
              </a:rPr>
              <a:t>comodín</a:t>
            </a:r>
            <a:r>
              <a:rPr lang="es-CO" dirty="0"/>
              <a:t> para pagar un rango de cargos con códigos de detalle que tienen valores entre 0 y 9 en la misma posición. </a:t>
            </a:r>
          </a:p>
          <a:p>
            <a:endParaRPr lang="es-CO" dirty="0"/>
          </a:p>
          <a:p>
            <a:pPr marL="285750" indent="-285750">
              <a:buBlip>
                <a:blip r:embed="rId2"/>
              </a:buBlip>
            </a:pPr>
            <a:r>
              <a:rPr lang="es-CO" dirty="0"/>
              <a:t>Un pago con prioridad </a:t>
            </a:r>
            <a:r>
              <a:rPr lang="es-CO" b="1" dirty="0">
                <a:solidFill>
                  <a:schemeClr val="accent1"/>
                </a:solidFill>
              </a:rPr>
              <a:t>000</a:t>
            </a:r>
            <a:r>
              <a:rPr lang="es-CO" dirty="0"/>
              <a:t> paga cualquier cargo. </a:t>
            </a:r>
          </a:p>
          <a:p>
            <a:endParaRPr lang="es-CO" dirty="0"/>
          </a:p>
          <a:p>
            <a:r>
              <a:rPr lang="es-CO" b="1" dirty="0">
                <a:solidFill>
                  <a:schemeClr val="accent1"/>
                </a:solidFill>
              </a:rPr>
              <a:t>Ejemplos: </a:t>
            </a:r>
          </a:p>
          <a:p>
            <a:pPr marL="285750" indent="-285750">
              <a:buFont typeface="Wingdings" panose="05000000000000000000" pitchFamily="2" charset="2"/>
              <a:buChar char="§"/>
            </a:pPr>
            <a:r>
              <a:rPr lang="es-CO" dirty="0"/>
              <a:t>Pago con prioridad 999 solo cubre cargos con prioridad 999 </a:t>
            </a:r>
          </a:p>
          <a:p>
            <a:pPr marL="285750" indent="-285750">
              <a:buFont typeface="Wingdings" panose="05000000000000000000" pitchFamily="2" charset="2"/>
              <a:buChar char="§"/>
            </a:pPr>
            <a:r>
              <a:rPr lang="es-CO" dirty="0"/>
              <a:t>Pago con prioridad 900 cubre cargos con prioridad de 900 a 999 </a:t>
            </a:r>
          </a:p>
          <a:p>
            <a:pPr marL="285750" indent="-285750">
              <a:buFont typeface="Wingdings" panose="05000000000000000000" pitchFamily="2" charset="2"/>
              <a:buChar char="§"/>
            </a:pPr>
            <a:r>
              <a:rPr lang="es-CO" dirty="0"/>
              <a:t>Pago con prioridad 420 cubre cargos con prioridad de 420 a 429 </a:t>
            </a:r>
          </a:p>
          <a:p>
            <a:pPr marL="285750" indent="-285750">
              <a:buFont typeface="Wingdings" panose="05000000000000000000" pitchFamily="2" charset="2"/>
              <a:buChar char="§"/>
            </a:pPr>
            <a:r>
              <a:rPr lang="es-CO" dirty="0"/>
              <a:t>Pago con prioridad 000 cubre cargos con prioridad de 000 a 999</a:t>
            </a:r>
            <a:endParaRPr lang="es-CL" dirty="0"/>
          </a:p>
        </p:txBody>
      </p:sp>
    </p:spTree>
    <p:extLst>
      <p:ext uri="{BB962C8B-B14F-4D97-AF65-F5344CB8AC3E}">
        <p14:creationId xmlns:p14="http://schemas.microsoft.com/office/powerpoint/2010/main" val="4170624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3DB4-F83A-2AAD-E0DE-4EA82EEA8A4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5DD5F01B-946D-E62A-7A1E-A68925FEAB8D}"/>
              </a:ext>
            </a:extLst>
          </p:cNvPr>
          <p:cNvSpPr txBox="1">
            <a:spLocks/>
          </p:cNvSpPr>
          <p:nvPr/>
        </p:nvSpPr>
        <p:spPr>
          <a:xfrm>
            <a:off x="995109" y="805751"/>
            <a:ext cx="9557067" cy="539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a:t>
            </a:r>
            <a:r>
              <a:rPr lang="es-CO" sz="3200" dirty="0"/>
              <a:t>Aplicación/Desaplicación de transacciones</a:t>
            </a:r>
            <a:endParaRPr lang="es-CL" dirty="0"/>
          </a:p>
        </p:txBody>
      </p:sp>
      <p:sp>
        <p:nvSpPr>
          <p:cNvPr id="5" name="TextBox 1">
            <a:extLst>
              <a:ext uri="{FF2B5EF4-FFF2-40B4-BE49-F238E27FC236}">
                <a16:creationId xmlns:a16="http://schemas.microsoft.com/office/drawing/2014/main" id="{29A241C9-6AA4-D63B-5A60-C8A7CC2E2F7E}"/>
              </a:ext>
            </a:extLst>
          </p:cNvPr>
          <p:cNvSpPr txBox="1"/>
          <p:nvPr/>
        </p:nvSpPr>
        <p:spPr>
          <a:xfrm>
            <a:off x="995109" y="2041888"/>
            <a:ext cx="9991898" cy="2585323"/>
          </a:xfrm>
          <a:prstGeom prst="rect">
            <a:avLst/>
          </a:prstGeom>
          <a:noFill/>
        </p:spPr>
        <p:txBody>
          <a:bodyPr wrap="square" rtlCol="0">
            <a:spAutoFit/>
          </a:bodyPr>
          <a:lstStyle/>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r>
              <a:rPr kumimoji="0" lang="es-CO" b="1" i="0" u="none" strike="noStrike" kern="1200" cap="none" spc="0" normalizeH="0" baseline="0" noProof="0" dirty="0">
                <a:ln>
                  <a:noFill/>
                </a:ln>
                <a:solidFill>
                  <a:schemeClr val="accent1"/>
                </a:solidFill>
                <a:effectLst/>
                <a:uLnTx/>
                <a:uFillTx/>
                <a:ea typeface="+mn-ea"/>
                <a:cs typeface="+mn-cs"/>
              </a:rPr>
              <a:t>TGRAPPL</a:t>
            </a:r>
            <a:r>
              <a:rPr kumimoji="0" lang="es-CO" b="0" i="0" u="none" strike="noStrike" kern="1200" cap="none" spc="0" normalizeH="0" baseline="0" noProof="0" dirty="0">
                <a:ln>
                  <a:noFill/>
                </a:ln>
                <a:solidFill>
                  <a:schemeClr val="accent1"/>
                </a:solidFill>
                <a:effectLst/>
                <a:uLnTx/>
                <a:uFillTx/>
                <a:ea typeface="+mn-ea"/>
                <a:cs typeface="+mn-cs"/>
              </a:rPr>
              <a:t>:</a:t>
            </a:r>
            <a:r>
              <a:rPr kumimoji="0" lang="es-CO" b="0" i="0" u="none" strike="noStrike" kern="1200" cap="none" spc="0" normalizeH="0" baseline="0" noProof="0" dirty="0">
                <a:ln>
                  <a:noFill/>
                </a:ln>
                <a:solidFill>
                  <a:srgbClr val="414042"/>
                </a:solidFill>
                <a:effectLst/>
                <a:uLnTx/>
                <a:uFillTx/>
                <a:ea typeface="+mn-ea"/>
                <a:cs typeface="+mn-cs"/>
              </a:rPr>
              <a:t> Proceso de aplicación de pagos.  </a:t>
            </a: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endParaRPr kumimoji="0" lang="es-CO" b="0" i="0" u="none" strike="noStrike" kern="1200" cap="none" spc="0" normalizeH="0" baseline="0" noProof="0" dirty="0">
              <a:ln>
                <a:noFill/>
              </a:ln>
              <a:solidFill>
                <a:srgbClr val="414042"/>
              </a:solidFill>
              <a:effectLst/>
              <a:uLnTx/>
              <a:uFillTx/>
              <a:ea typeface="+mn-ea"/>
              <a:cs typeface="+mn-cs"/>
            </a:endParaRP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r>
              <a:rPr lang="es-CO" b="1" dirty="0">
                <a:solidFill>
                  <a:schemeClr val="accent1"/>
                </a:solidFill>
              </a:rPr>
              <a:t>TSIAPPL:</a:t>
            </a:r>
            <a:r>
              <a:rPr kumimoji="0" lang="es-CO" b="0" i="0" u="none" strike="noStrike" kern="1200" cap="none" spc="0" normalizeH="0" baseline="0" noProof="0" dirty="0">
                <a:ln>
                  <a:noFill/>
                </a:ln>
                <a:solidFill>
                  <a:srgbClr val="414042"/>
                </a:solidFill>
                <a:effectLst/>
                <a:uLnTx/>
                <a:uFillTx/>
                <a:ea typeface="+mn-ea"/>
                <a:cs typeface="+mn-cs"/>
              </a:rPr>
              <a:t> Forma de revisión de aplicación de pagos. </a:t>
            </a: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endParaRPr kumimoji="0" lang="es-CO" b="0" i="0" u="none" strike="noStrike" kern="1200" cap="none" spc="0" normalizeH="0" baseline="0" noProof="0" dirty="0">
              <a:ln>
                <a:noFill/>
              </a:ln>
              <a:solidFill>
                <a:srgbClr val="414042"/>
              </a:solidFill>
              <a:effectLst/>
              <a:uLnTx/>
              <a:uFillTx/>
              <a:ea typeface="+mn-ea"/>
              <a:cs typeface="+mn-cs"/>
            </a:endParaRP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r>
              <a:rPr lang="es-CO" b="1" dirty="0">
                <a:solidFill>
                  <a:schemeClr val="accent1"/>
                </a:solidFill>
              </a:rPr>
              <a:t>TSAUNAP:</a:t>
            </a:r>
            <a:r>
              <a:rPr kumimoji="0" lang="es-CO" b="0" i="0" u="none" strike="noStrike" kern="1200" cap="none" spc="0" normalizeH="0" baseline="0" noProof="0" dirty="0">
                <a:ln>
                  <a:noFill/>
                </a:ln>
                <a:solidFill>
                  <a:srgbClr val="414042"/>
                </a:solidFill>
                <a:effectLst/>
                <a:uLnTx/>
                <a:uFillTx/>
                <a:ea typeface="+mn-ea"/>
                <a:cs typeface="+mn-cs"/>
              </a:rPr>
              <a:t> Proceso de desaplicación de pagos. </a:t>
            </a: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endParaRPr kumimoji="0" lang="es-CO" b="0" i="0" u="none" strike="noStrike" kern="1200" cap="none" spc="0" normalizeH="0" baseline="0" noProof="0" dirty="0">
              <a:ln>
                <a:noFill/>
              </a:ln>
              <a:solidFill>
                <a:srgbClr val="414042"/>
              </a:solidFill>
              <a:effectLst/>
              <a:uLnTx/>
              <a:uFillTx/>
              <a:ea typeface="+mn-ea"/>
              <a:cs typeface="+mn-cs"/>
            </a:endParaRPr>
          </a:p>
          <a:p>
            <a:pPr marL="342900" marR="0" lvl="0" indent="-342900" algn="just" defTabSz="457200" rtl="0" eaLnBrk="1" fontAlgn="auto" latinLnBrk="0" hangingPunct="1">
              <a:lnSpc>
                <a:spcPct val="100000"/>
              </a:lnSpc>
              <a:spcBef>
                <a:spcPts val="0"/>
              </a:spcBef>
              <a:spcAft>
                <a:spcPts val="0"/>
              </a:spcAft>
              <a:buClr>
                <a:srgbClr val="009999"/>
              </a:buClr>
              <a:buSzTx/>
              <a:buBlip>
                <a:blip r:embed="rId2"/>
              </a:buBlip>
              <a:tabLst/>
              <a:defRPr/>
            </a:pPr>
            <a:r>
              <a:rPr lang="es-CO" b="1" dirty="0">
                <a:solidFill>
                  <a:schemeClr val="accent1"/>
                </a:solidFill>
              </a:rPr>
              <a:t>TSAAREV:</a:t>
            </a:r>
            <a:r>
              <a:rPr kumimoji="0" lang="es-CO" b="0" i="0" u="none" strike="noStrike" kern="1200" cap="none" spc="0" normalizeH="0" baseline="0" noProof="0" dirty="0">
                <a:ln>
                  <a:noFill/>
                </a:ln>
                <a:solidFill>
                  <a:srgbClr val="414042"/>
                </a:solidFill>
                <a:effectLst/>
                <a:uLnTx/>
                <a:uFillTx/>
                <a:ea typeface="+mn-ea"/>
                <a:cs typeface="+mn-cs"/>
              </a:rPr>
              <a:t> Permite aplicar y desaplicar transacciones desde las opciones de “Herramientas” y “Relacionado” respectivamente. </a:t>
            </a:r>
          </a:p>
          <a:p>
            <a:pPr marL="457200" marR="0" lvl="0" indent="-457200" algn="just" defTabSz="457200" rtl="0" eaLnBrk="1" fontAlgn="auto" latinLnBrk="0" hangingPunct="1">
              <a:lnSpc>
                <a:spcPct val="100000"/>
              </a:lnSpc>
              <a:spcBef>
                <a:spcPts val="0"/>
              </a:spcBef>
              <a:spcAft>
                <a:spcPts val="0"/>
              </a:spcAft>
              <a:buClrTx/>
              <a:buSzTx/>
              <a:buBlip>
                <a:blip r:embed="rId2"/>
              </a:buBlip>
              <a:tabLst/>
              <a:defRPr/>
            </a:pPr>
            <a:endParaRPr kumimoji="0" lang="es-CO" b="0" i="0" u="none" strike="noStrike" kern="1200" cap="none" spc="0" normalizeH="0" baseline="0" noProof="0" dirty="0">
              <a:ln>
                <a:noFill/>
              </a:ln>
              <a:solidFill>
                <a:srgbClr val="414042"/>
              </a:solidFill>
              <a:effectLst/>
              <a:uLnTx/>
              <a:uFillTx/>
              <a:ea typeface="+mn-ea"/>
              <a:cs typeface="+mn-cs"/>
            </a:endParaRPr>
          </a:p>
        </p:txBody>
      </p:sp>
    </p:spTree>
    <p:extLst>
      <p:ext uri="{BB962C8B-B14F-4D97-AF65-F5344CB8AC3E}">
        <p14:creationId xmlns:p14="http://schemas.microsoft.com/office/powerpoint/2010/main" val="6957342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690D-CEFC-ADCB-2A45-F8C95C6E0900}"/>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16532842-EBD6-898C-F7DA-D88663811CF9}"/>
              </a:ext>
            </a:extLst>
          </p:cNvPr>
          <p:cNvSpPr/>
          <p:nvPr/>
        </p:nvSpPr>
        <p:spPr>
          <a:xfrm>
            <a:off x="1304399" y="5209310"/>
            <a:ext cx="4231988" cy="3957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solidFill>
                  <a:schemeClr val="bg1"/>
                </a:solidFill>
                <a:cs typeface="Arial"/>
              </a:rPr>
              <a:t>En</a:t>
            </a:r>
            <a:r>
              <a:rPr lang="es-ES" sz="1200" b="1" dirty="0">
                <a:solidFill>
                  <a:schemeClr val="bg1"/>
                </a:solidFill>
                <a:cs typeface="Arial"/>
              </a:rPr>
              <a:t> TSAAREV </a:t>
            </a:r>
            <a:r>
              <a:rPr lang="es-ES" sz="1200" dirty="0">
                <a:solidFill>
                  <a:schemeClr val="bg1"/>
                </a:solidFill>
                <a:cs typeface="Arial"/>
              </a:rPr>
              <a:t>se visualizan los cargos iniciales no aplicados.</a:t>
            </a:r>
          </a:p>
        </p:txBody>
      </p:sp>
      <p:pic>
        <p:nvPicPr>
          <p:cNvPr id="4" name="Imagen 3">
            <a:extLst>
              <a:ext uri="{FF2B5EF4-FFF2-40B4-BE49-F238E27FC236}">
                <a16:creationId xmlns:a16="http://schemas.microsoft.com/office/drawing/2014/main" id="{9B77971C-956F-923C-8DDB-F27A92C05971}"/>
              </a:ext>
            </a:extLst>
          </p:cNvPr>
          <p:cNvPicPr>
            <a:picLocks noChangeAspect="1"/>
          </p:cNvPicPr>
          <p:nvPr/>
        </p:nvPicPr>
        <p:blipFill>
          <a:blip r:embed="rId2"/>
          <a:stretch>
            <a:fillRect/>
          </a:stretch>
        </p:blipFill>
        <p:spPr>
          <a:xfrm>
            <a:off x="1304399" y="1569677"/>
            <a:ext cx="9583200" cy="3295941"/>
          </a:xfrm>
          <a:prstGeom prst="rect">
            <a:avLst/>
          </a:prstGeom>
        </p:spPr>
      </p:pic>
      <p:sp>
        <p:nvSpPr>
          <p:cNvPr id="5" name="Título 3">
            <a:extLst>
              <a:ext uri="{FF2B5EF4-FFF2-40B4-BE49-F238E27FC236}">
                <a16:creationId xmlns:a16="http://schemas.microsoft.com/office/drawing/2014/main" id="{8622EF89-03CD-3A2E-08A9-6996B7ED6D82}"/>
              </a:ext>
            </a:extLst>
          </p:cNvPr>
          <p:cNvSpPr txBox="1">
            <a:spLocks/>
          </p:cNvSpPr>
          <p:nvPr/>
        </p:nvSpPr>
        <p:spPr>
          <a:xfrm>
            <a:off x="1189760" y="395637"/>
            <a:ext cx="9496713" cy="95193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ES_tradnl" sz="3200" dirty="0"/>
              <a:t>TSAAREV - </a:t>
            </a:r>
            <a:r>
              <a:rPr lang="es-ES" sz="3200" dirty="0"/>
              <a:t>Revisión de detalle de </a:t>
            </a:r>
          </a:p>
          <a:p>
            <a:r>
              <a:rPr lang="es-ES" sz="3200" dirty="0"/>
              <a:t>cuenta - alumnos</a:t>
            </a:r>
            <a:endParaRPr lang="es-CL" dirty="0"/>
          </a:p>
        </p:txBody>
      </p:sp>
    </p:spTree>
    <p:extLst>
      <p:ext uri="{BB962C8B-B14F-4D97-AF65-F5344CB8AC3E}">
        <p14:creationId xmlns:p14="http://schemas.microsoft.com/office/powerpoint/2010/main" val="29088482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152E6-D328-6D00-6B83-FB996C9D5FFA}"/>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D00130F3-0300-B421-D929-B7C3CBE6EE6D}"/>
              </a:ext>
            </a:extLst>
          </p:cNvPr>
          <p:cNvSpPr/>
          <p:nvPr/>
        </p:nvSpPr>
        <p:spPr>
          <a:xfrm>
            <a:off x="1360954" y="5163665"/>
            <a:ext cx="9526645" cy="6472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solidFill>
                  <a:schemeClr val="bg1"/>
                </a:solidFill>
                <a:cs typeface="Arial"/>
              </a:rPr>
              <a:t>El proceso</a:t>
            </a:r>
            <a:r>
              <a:rPr lang="es-ES" sz="1200" b="1" dirty="0">
                <a:solidFill>
                  <a:schemeClr val="bg1"/>
                </a:solidFill>
                <a:cs typeface="Arial"/>
              </a:rPr>
              <a:t> TGRAPPL </a:t>
            </a:r>
            <a:r>
              <a:rPr lang="es-ES" sz="1200" dirty="0">
                <a:solidFill>
                  <a:schemeClr val="bg1"/>
                </a:solidFill>
                <a:cs typeface="Arial"/>
              </a:rPr>
              <a:t>tiene por función realizar la aplicación de pagos en función a las variables configuradas, donde particularmente el campo </a:t>
            </a:r>
            <a:r>
              <a:rPr lang="es-ES" sz="1200" b="1" dirty="0">
                <a:solidFill>
                  <a:schemeClr val="bg1"/>
                </a:solidFill>
                <a:cs typeface="Arial"/>
              </a:rPr>
              <a:t>"Número de ID" </a:t>
            </a:r>
            <a:r>
              <a:rPr lang="es-ES" sz="1200" dirty="0">
                <a:solidFill>
                  <a:schemeClr val="bg1"/>
                </a:solidFill>
                <a:cs typeface="Arial"/>
              </a:rPr>
              <a:t>aplica para un estudiante, o bien si queda en blanco aplicaría para todos los estudiantes con saldos pendientes de aplicación. </a:t>
            </a:r>
          </a:p>
        </p:txBody>
      </p:sp>
      <p:sp>
        <p:nvSpPr>
          <p:cNvPr id="2" name="Título 3">
            <a:extLst>
              <a:ext uri="{FF2B5EF4-FFF2-40B4-BE49-F238E27FC236}">
                <a16:creationId xmlns:a16="http://schemas.microsoft.com/office/drawing/2014/main" id="{ABEFFE14-2D46-8CE2-8785-90A9194A18A7}"/>
              </a:ext>
            </a:extLst>
          </p:cNvPr>
          <p:cNvSpPr txBox="1">
            <a:spLocks/>
          </p:cNvSpPr>
          <p:nvPr/>
        </p:nvSpPr>
        <p:spPr>
          <a:xfrm>
            <a:off x="1217120" y="405267"/>
            <a:ext cx="7261861"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5" name="Imagen 4">
            <a:extLst>
              <a:ext uri="{FF2B5EF4-FFF2-40B4-BE49-F238E27FC236}">
                <a16:creationId xmlns:a16="http://schemas.microsoft.com/office/drawing/2014/main" id="{376D12A2-B44E-86B8-0FD6-0D902FB4F7B2}"/>
              </a:ext>
            </a:extLst>
          </p:cNvPr>
          <p:cNvPicPr>
            <a:picLocks noChangeAspect="1"/>
          </p:cNvPicPr>
          <p:nvPr/>
        </p:nvPicPr>
        <p:blipFill>
          <a:blip r:embed="rId2"/>
          <a:stretch>
            <a:fillRect/>
          </a:stretch>
        </p:blipFill>
        <p:spPr>
          <a:xfrm>
            <a:off x="1304400" y="1164802"/>
            <a:ext cx="9583200" cy="3748207"/>
          </a:xfrm>
          <a:prstGeom prst="rect">
            <a:avLst/>
          </a:prstGeom>
        </p:spPr>
      </p:pic>
    </p:spTree>
    <p:extLst>
      <p:ext uri="{BB962C8B-B14F-4D97-AF65-F5344CB8AC3E}">
        <p14:creationId xmlns:p14="http://schemas.microsoft.com/office/powerpoint/2010/main" val="25137547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9F76-A122-531D-C0AF-7E94AD394B03}"/>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197D94F-CDD7-36F9-AF7F-F9E34C8D7AC2}"/>
              </a:ext>
            </a:extLst>
          </p:cNvPr>
          <p:cNvSpPr/>
          <p:nvPr/>
        </p:nvSpPr>
        <p:spPr>
          <a:xfrm>
            <a:off x="1183240" y="4283655"/>
            <a:ext cx="7648059" cy="8049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El proceso </a:t>
            </a:r>
            <a:r>
              <a:rPr lang="es-ES" sz="1200" b="1" dirty="0">
                <a:solidFill>
                  <a:schemeClr val="bg1"/>
                </a:solidFill>
                <a:cs typeface="Arial"/>
              </a:rPr>
              <a:t>TGRAPPL</a:t>
            </a:r>
            <a:r>
              <a:rPr lang="es-ES" sz="1200" dirty="0">
                <a:solidFill>
                  <a:schemeClr val="bg1"/>
                </a:solidFill>
                <a:cs typeface="Arial"/>
              </a:rPr>
              <a:t> tiene por función realizar la aplicación de pagos en función a las variables configuradas.</a:t>
            </a:r>
          </a:p>
          <a:p>
            <a:pPr algn="just" defTabSz="457200">
              <a:defRPr/>
            </a:pPr>
            <a:endParaRPr lang="es-ES" sz="1200" dirty="0">
              <a:solidFill>
                <a:schemeClr val="bg1"/>
              </a:solidFill>
              <a:cs typeface="Arial"/>
            </a:endParaRPr>
          </a:p>
          <a:p>
            <a:pPr algn="just" defTabSz="457200">
              <a:defRPr/>
            </a:pPr>
            <a:r>
              <a:rPr lang="es-ES" sz="1200" b="1" dirty="0">
                <a:solidFill>
                  <a:schemeClr val="bg1"/>
                </a:solidFill>
                <a:cs typeface="Arial"/>
              </a:rPr>
              <a:t>NOTA:</a:t>
            </a:r>
            <a:r>
              <a:rPr lang="es-ES" sz="1200" dirty="0">
                <a:solidFill>
                  <a:schemeClr val="bg1"/>
                </a:solidFill>
                <a:cs typeface="Arial"/>
              </a:rPr>
              <a:t> </a:t>
            </a:r>
            <a:r>
              <a:rPr lang="es-ES" sz="1200" dirty="0">
                <a:solidFill>
                  <a:schemeClr val="bg1"/>
                </a:solidFill>
              </a:rPr>
              <a:t>Para ampliar el detalle de cada proceso, consultar el instructivo 11.2.2 - Gestionar los pagos</a:t>
            </a:r>
            <a:endParaRPr lang="es-ES" sz="1200" dirty="0">
              <a:solidFill>
                <a:schemeClr val="bg1"/>
              </a:solidFill>
              <a:cs typeface="Arial"/>
            </a:endParaRPr>
          </a:p>
        </p:txBody>
      </p:sp>
      <p:sp>
        <p:nvSpPr>
          <p:cNvPr id="2" name="Título 3">
            <a:extLst>
              <a:ext uri="{FF2B5EF4-FFF2-40B4-BE49-F238E27FC236}">
                <a16:creationId xmlns:a16="http://schemas.microsoft.com/office/drawing/2014/main" id="{0B8FEB13-61E9-9BD9-E279-7B21FD4901DF}"/>
              </a:ext>
            </a:extLst>
          </p:cNvPr>
          <p:cNvSpPr txBox="1">
            <a:spLocks/>
          </p:cNvSpPr>
          <p:nvPr/>
        </p:nvSpPr>
        <p:spPr>
          <a:xfrm>
            <a:off x="1183240" y="769299"/>
            <a:ext cx="10477497"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6" name="Imagen 5">
            <a:extLst>
              <a:ext uri="{FF2B5EF4-FFF2-40B4-BE49-F238E27FC236}">
                <a16:creationId xmlns:a16="http://schemas.microsoft.com/office/drawing/2014/main" id="{D56BFB78-CEFA-026B-050E-10D73BE3AC7D}"/>
              </a:ext>
            </a:extLst>
          </p:cNvPr>
          <p:cNvPicPr>
            <a:picLocks noChangeAspect="1"/>
          </p:cNvPicPr>
          <p:nvPr/>
        </p:nvPicPr>
        <p:blipFill>
          <a:blip r:embed="rId2"/>
          <a:stretch>
            <a:fillRect/>
          </a:stretch>
        </p:blipFill>
        <p:spPr>
          <a:xfrm>
            <a:off x="1183240" y="1887413"/>
            <a:ext cx="9583200" cy="1419176"/>
          </a:xfrm>
          <a:prstGeom prst="rect">
            <a:avLst/>
          </a:prstGeom>
        </p:spPr>
      </p:pic>
      <p:pic>
        <p:nvPicPr>
          <p:cNvPr id="8" name="Imagen 7">
            <a:extLst>
              <a:ext uri="{FF2B5EF4-FFF2-40B4-BE49-F238E27FC236}">
                <a16:creationId xmlns:a16="http://schemas.microsoft.com/office/drawing/2014/main" id="{5460232D-FDCF-2167-9A1F-A7033940BB1A}"/>
              </a:ext>
            </a:extLst>
          </p:cNvPr>
          <p:cNvPicPr>
            <a:picLocks noChangeAspect="1"/>
          </p:cNvPicPr>
          <p:nvPr/>
        </p:nvPicPr>
        <p:blipFill>
          <a:blip r:embed="rId3"/>
          <a:stretch>
            <a:fillRect/>
          </a:stretch>
        </p:blipFill>
        <p:spPr>
          <a:xfrm>
            <a:off x="10846760" y="2596457"/>
            <a:ext cx="162000" cy="162000"/>
          </a:xfrm>
          <a:prstGeom prst="rect">
            <a:avLst/>
          </a:prstGeom>
        </p:spPr>
      </p:pic>
      <p:pic>
        <p:nvPicPr>
          <p:cNvPr id="10" name="Imagen 9">
            <a:extLst>
              <a:ext uri="{FF2B5EF4-FFF2-40B4-BE49-F238E27FC236}">
                <a16:creationId xmlns:a16="http://schemas.microsoft.com/office/drawing/2014/main" id="{1E8D054A-D3FB-D091-CBBF-63C75275F783}"/>
              </a:ext>
            </a:extLst>
          </p:cNvPr>
          <p:cNvPicPr>
            <a:picLocks noChangeAspect="1"/>
          </p:cNvPicPr>
          <p:nvPr/>
        </p:nvPicPr>
        <p:blipFill>
          <a:blip r:embed="rId4"/>
          <a:stretch>
            <a:fillRect/>
          </a:stretch>
        </p:blipFill>
        <p:spPr>
          <a:xfrm>
            <a:off x="3735801" y="2567614"/>
            <a:ext cx="162000" cy="162000"/>
          </a:xfrm>
          <a:prstGeom prst="rect">
            <a:avLst/>
          </a:prstGeom>
        </p:spPr>
      </p:pic>
      <p:sp>
        <p:nvSpPr>
          <p:cNvPr id="11" name="Rectángulo: esquinas redondeadas 10">
            <a:extLst>
              <a:ext uri="{FF2B5EF4-FFF2-40B4-BE49-F238E27FC236}">
                <a16:creationId xmlns:a16="http://schemas.microsoft.com/office/drawing/2014/main" id="{AF24DEC6-9FE6-E437-B1BA-71A5F7CBCF12}"/>
              </a:ext>
            </a:extLst>
          </p:cNvPr>
          <p:cNvSpPr/>
          <p:nvPr/>
        </p:nvSpPr>
        <p:spPr>
          <a:xfrm>
            <a:off x="1183240" y="3412124"/>
            <a:ext cx="3478150" cy="4689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1. </a:t>
            </a:r>
            <a:r>
              <a:rPr lang="es-CO" sz="1200" dirty="0">
                <a:solidFill>
                  <a:schemeClr val="bg1"/>
                </a:solidFill>
                <a:cs typeface="Arial"/>
              </a:rPr>
              <a:t>Se relaciona el nombre del proceso a ejecutar.</a:t>
            </a:r>
          </a:p>
        </p:txBody>
      </p:sp>
      <p:sp>
        <p:nvSpPr>
          <p:cNvPr id="12" name="Rectángulo: esquinas redondeadas 11">
            <a:extLst>
              <a:ext uri="{FF2B5EF4-FFF2-40B4-BE49-F238E27FC236}">
                <a16:creationId xmlns:a16="http://schemas.microsoft.com/office/drawing/2014/main" id="{0571FF4A-6B69-F349-2E89-88403D86418E}"/>
              </a:ext>
            </a:extLst>
          </p:cNvPr>
          <p:cNvSpPr/>
          <p:nvPr/>
        </p:nvSpPr>
        <p:spPr>
          <a:xfrm>
            <a:off x="8701104" y="3356677"/>
            <a:ext cx="2065336" cy="4689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solidFill>
                  <a:schemeClr val="bg1"/>
                </a:solidFill>
                <a:cs typeface="Arial"/>
              </a:rPr>
              <a:t>2</a:t>
            </a:r>
            <a:r>
              <a:rPr lang="es-CO" sz="1200" dirty="0">
                <a:solidFill>
                  <a:schemeClr val="bg1"/>
                </a:solidFill>
                <a:cs typeface="Arial"/>
              </a:rPr>
              <a:t>. Presionar el botón Ir.</a:t>
            </a:r>
          </a:p>
        </p:txBody>
      </p:sp>
    </p:spTree>
    <p:extLst>
      <p:ext uri="{BB962C8B-B14F-4D97-AF65-F5344CB8AC3E}">
        <p14:creationId xmlns:p14="http://schemas.microsoft.com/office/powerpoint/2010/main" val="27376611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373C-EC70-C1D9-4936-C816A97A287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4B7EA9F-F089-4739-78BA-1D02A7E5524E}"/>
              </a:ext>
            </a:extLst>
          </p:cNvPr>
          <p:cNvPicPr>
            <a:picLocks noChangeAspect="1"/>
          </p:cNvPicPr>
          <p:nvPr/>
        </p:nvPicPr>
        <p:blipFill>
          <a:blip r:embed="rId2"/>
          <a:stretch>
            <a:fillRect/>
          </a:stretch>
        </p:blipFill>
        <p:spPr>
          <a:xfrm>
            <a:off x="1304400" y="1079333"/>
            <a:ext cx="9583200" cy="4021028"/>
          </a:xfrm>
          <a:prstGeom prst="rect">
            <a:avLst/>
          </a:prstGeom>
        </p:spPr>
      </p:pic>
      <p:sp>
        <p:nvSpPr>
          <p:cNvPr id="3" name="Rectángulo: esquinas redondeadas 2">
            <a:extLst>
              <a:ext uri="{FF2B5EF4-FFF2-40B4-BE49-F238E27FC236}">
                <a16:creationId xmlns:a16="http://schemas.microsoft.com/office/drawing/2014/main" id="{C0BD5FB2-5D16-3D19-FFB6-FB6D2234CD47}"/>
              </a:ext>
            </a:extLst>
          </p:cNvPr>
          <p:cNvSpPr/>
          <p:nvPr/>
        </p:nvSpPr>
        <p:spPr>
          <a:xfrm>
            <a:off x="1304400" y="5379786"/>
            <a:ext cx="4255891" cy="39888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b="1" dirty="0">
                <a:solidFill>
                  <a:schemeClr val="bg1"/>
                </a:solidFill>
                <a:cs typeface="Arial"/>
              </a:rPr>
              <a:t>3. </a:t>
            </a:r>
            <a:r>
              <a:rPr lang="es-ES" sz="1200" dirty="0">
                <a:solidFill>
                  <a:schemeClr val="bg1"/>
                </a:solidFill>
                <a:cs typeface="Arial"/>
              </a:rPr>
              <a:t>En el campo Impresora digitar la sentencia </a:t>
            </a:r>
            <a:r>
              <a:rPr lang="es-ES" sz="1200" b="1" dirty="0">
                <a:solidFill>
                  <a:schemeClr val="bg1"/>
                </a:solidFill>
                <a:cs typeface="Arial"/>
              </a:rPr>
              <a:t>DATABASE.</a:t>
            </a:r>
            <a:endParaRPr lang="en-US" sz="1200" b="1" dirty="0">
              <a:solidFill>
                <a:schemeClr val="bg1"/>
              </a:solidFill>
            </a:endParaRPr>
          </a:p>
        </p:txBody>
      </p:sp>
      <p:sp>
        <p:nvSpPr>
          <p:cNvPr id="2" name="Título 3">
            <a:extLst>
              <a:ext uri="{FF2B5EF4-FFF2-40B4-BE49-F238E27FC236}">
                <a16:creationId xmlns:a16="http://schemas.microsoft.com/office/drawing/2014/main" id="{A131FB8A-5B6D-7342-B053-F771B29DE414}"/>
              </a:ext>
            </a:extLst>
          </p:cNvPr>
          <p:cNvSpPr txBox="1">
            <a:spLocks/>
          </p:cNvSpPr>
          <p:nvPr/>
        </p:nvSpPr>
        <p:spPr>
          <a:xfrm>
            <a:off x="1189760" y="418311"/>
            <a:ext cx="7122967"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9" name="Imagen 8">
            <a:extLst>
              <a:ext uri="{FF2B5EF4-FFF2-40B4-BE49-F238E27FC236}">
                <a16:creationId xmlns:a16="http://schemas.microsoft.com/office/drawing/2014/main" id="{D62476F9-0EE5-3E5A-1F71-3BFD83295D4E}"/>
              </a:ext>
            </a:extLst>
          </p:cNvPr>
          <p:cNvPicPr>
            <a:picLocks noChangeAspect="1"/>
          </p:cNvPicPr>
          <p:nvPr/>
        </p:nvPicPr>
        <p:blipFill>
          <a:blip r:embed="rId3"/>
          <a:stretch>
            <a:fillRect/>
          </a:stretch>
        </p:blipFill>
        <p:spPr>
          <a:xfrm>
            <a:off x="3657259" y="2043205"/>
            <a:ext cx="162000" cy="162000"/>
          </a:xfrm>
          <a:prstGeom prst="rect">
            <a:avLst/>
          </a:prstGeom>
        </p:spPr>
      </p:pic>
    </p:spTree>
    <p:extLst>
      <p:ext uri="{BB962C8B-B14F-4D97-AF65-F5344CB8AC3E}">
        <p14:creationId xmlns:p14="http://schemas.microsoft.com/office/powerpoint/2010/main" val="12623434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D847-7781-D1F8-31DD-3934001A7BD6}"/>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7A78CBB0-0DAB-E9DE-3876-CBBC211D5901}"/>
              </a:ext>
            </a:extLst>
          </p:cNvPr>
          <p:cNvSpPr/>
          <p:nvPr/>
        </p:nvSpPr>
        <p:spPr>
          <a:xfrm>
            <a:off x="1304399" y="5458644"/>
            <a:ext cx="9583200" cy="6546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solidFill>
                  <a:schemeClr val="bg1"/>
                </a:solidFill>
                <a:cs typeface="Arial"/>
              </a:rPr>
              <a:t>4. </a:t>
            </a:r>
            <a:r>
              <a:rPr lang="es-ES" sz="1200" dirty="0">
                <a:solidFill>
                  <a:schemeClr val="bg1"/>
                </a:solidFill>
                <a:cs typeface="Arial"/>
              </a:rPr>
              <a:t>Definir los parámetros a ejecutar, donde particularmente el campo </a:t>
            </a:r>
            <a:r>
              <a:rPr lang="es-ES" sz="1200" b="1" dirty="0">
                <a:solidFill>
                  <a:schemeClr val="bg1"/>
                </a:solidFill>
                <a:cs typeface="Arial"/>
              </a:rPr>
              <a:t>"Número de ID" </a:t>
            </a:r>
            <a:r>
              <a:rPr lang="es-ES" sz="1200" dirty="0">
                <a:solidFill>
                  <a:schemeClr val="bg1"/>
                </a:solidFill>
                <a:cs typeface="Arial"/>
              </a:rPr>
              <a:t>aplica para un estudiante, o bien si queda en blanco aplicaría para todos los estudiantes con saldos pendientes de aplicación. .</a:t>
            </a:r>
            <a:endParaRPr lang="en-US" sz="1200" dirty="0">
              <a:solidFill>
                <a:schemeClr val="bg1"/>
              </a:solidFill>
            </a:endParaRPr>
          </a:p>
        </p:txBody>
      </p:sp>
      <p:sp>
        <p:nvSpPr>
          <p:cNvPr id="2" name="Título 3">
            <a:extLst>
              <a:ext uri="{FF2B5EF4-FFF2-40B4-BE49-F238E27FC236}">
                <a16:creationId xmlns:a16="http://schemas.microsoft.com/office/drawing/2014/main" id="{BAFC0460-8D3B-362C-F879-7E58C7CDFFF6}"/>
              </a:ext>
            </a:extLst>
          </p:cNvPr>
          <p:cNvSpPr txBox="1">
            <a:spLocks/>
          </p:cNvSpPr>
          <p:nvPr/>
        </p:nvSpPr>
        <p:spPr>
          <a:xfrm>
            <a:off x="1198649" y="380807"/>
            <a:ext cx="7335752"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6" name="Imagen 5">
            <a:extLst>
              <a:ext uri="{FF2B5EF4-FFF2-40B4-BE49-F238E27FC236}">
                <a16:creationId xmlns:a16="http://schemas.microsoft.com/office/drawing/2014/main" id="{7BE6DB91-A862-5DFD-708E-4F68D3D057D6}"/>
              </a:ext>
            </a:extLst>
          </p:cNvPr>
          <p:cNvPicPr>
            <a:picLocks noChangeAspect="1"/>
          </p:cNvPicPr>
          <p:nvPr/>
        </p:nvPicPr>
        <p:blipFill>
          <a:blip r:embed="rId2"/>
          <a:stretch>
            <a:fillRect/>
          </a:stretch>
        </p:blipFill>
        <p:spPr>
          <a:xfrm>
            <a:off x="1304399" y="1072042"/>
            <a:ext cx="9583200" cy="4010170"/>
          </a:xfrm>
          <a:prstGeom prst="rect">
            <a:avLst/>
          </a:prstGeom>
        </p:spPr>
      </p:pic>
      <p:pic>
        <p:nvPicPr>
          <p:cNvPr id="8" name="Imagen 7">
            <a:extLst>
              <a:ext uri="{FF2B5EF4-FFF2-40B4-BE49-F238E27FC236}">
                <a16:creationId xmlns:a16="http://schemas.microsoft.com/office/drawing/2014/main" id="{C9BF78AA-E5D9-FB87-AD0D-8C0A9CD3D340}"/>
              </a:ext>
            </a:extLst>
          </p:cNvPr>
          <p:cNvPicPr>
            <a:picLocks noChangeAspect="1"/>
          </p:cNvPicPr>
          <p:nvPr/>
        </p:nvPicPr>
        <p:blipFill>
          <a:blip r:embed="rId3"/>
          <a:stretch>
            <a:fillRect/>
          </a:stretch>
        </p:blipFill>
        <p:spPr>
          <a:xfrm>
            <a:off x="7324742" y="3101158"/>
            <a:ext cx="162000" cy="162000"/>
          </a:xfrm>
          <a:prstGeom prst="rect">
            <a:avLst/>
          </a:prstGeom>
        </p:spPr>
      </p:pic>
    </p:spTree>
    <p:extLst>
      <p:ext uri="{BB962C8B-B14F-4D97-AF65-F5344CB8AC3E}">
        <p14:creationId xmlns:p14="http://schemas.microsoft.com/office/powerpoint/2010/main" val="33619714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2654-3A4D-5F29-3E5A-6892786B1C5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55E4873-1D3C-7358-E270-AE91A42EB2E8}"/>
              </a:ext>
            </a:extLst>
          </p:cNvPr>
          <p:cNvSpPr txBox="1">
            <a:spLocks/>
          </p:cNvSpPr>
          <p:nvPr/>
        </p:nvSpPr>
        <p:spPr>
          <a:xfrm>
            <a:off x="1166465" y="352462"/>
            <a:ext cx="7234152"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8" name="Imagen 7">
            <a:extLst>
              <a:ext uri="{FF2B5EF4-FFF2-40B4-BE49-F238E27FC236}">
                <a16:creationId xmlns:a16="http://schemas.microsoft.com/office/drawing/2014/main" id="{CD4908BE-DD5F-ADAC-2C4B-DE47565D9688}"/>
              </a:ext>
            </a:extLst>
          </p:cNvPr>
          <p:cNvPicPr>
            <a:picLocks noChangeAspect="1"/>
          </p:cNvPicPr>
          <p:nvPr/>
        </p:nvPicPr>
        <p:blipFill>
          <a:blip r:embed="rId2"/>
          <a:stretch>
            <a:fillRect/>
          </a:stretch>
        </p:blipFill>
        <p:spPr>
          <a:xfrm>
            <a:off x="1304399" y="1010014"/>
            <a:ext cx="9583200" cy="3726245"/>
          </a:xfrm>
          <a:prstGeom prst="rect">
            <a:avLst/>
          </a:prstGeom>
        </p:spPr>
      </p:pic>
      <p:pic>
        <p:nvPicPr>
          <p:cNvPr id="10" name="Imagen 9">
            <a:extLst>
              <a:ext uri="{FF2B5EF4-FFF2-40B4-BE49-F238E27FC236}">
                <a16:creationId xmlns:a16="http://schemas.microsoft.com/office/drawing/2014/main" id="{66182043-01DA-75BB-43C9-13ECCA438C13}"/>
              </a:ext>
            </a:extLst>
          </p:cNvPr>
          <p:cNvPicPr>
            <a:picLocks noChangeAspect="1"/>
          </p:cNvPicPr>
          <p:nvPr/>
        </p:nvPicPr>
        <p:blipFill>
          <a:blip r:embed="rId3"/>
          <a:stretch>
            <a:fillRect/>
          </a:stretch>
        </p:blipFill>
        <p:spPr>
          <a:xfrm>
            <a:off x="1304399" y="4736259"/>
            <a:ext cx="9583200" cy="319273"/>
          </a:xfrm>
          <a:prstGeom prst="rect">
            <a:avLst/>
          </a:prstGeom>
        </p:spPr>
      </p:pic>
      <p:sp>
        <p:nvSpPr>
          <p:cNvPr id="4" name="Rectángulo: esquinas redondeadas 3">
            <a:extLst>
              <a:ext uri="{FF2B5EF4-FFF2-40B4-BE49-F238E27FC236}">
                <a16:creationId xmlns:a16="http://schemas.microsoft.com/office/drawing/2014/main" id="{AEA39322-2078-ED80-E957-D3040C003994}"/>
              </a:ext>
            </a:extLst>
          </p:cNvPr>
          <p:cNvSpPr/>
          <p:nvPr/>
        </p:nvSpPr>
        <p:spPr>
          <a:xfrm>
            <a:off x="1304399" y="5458644"/>
            <a:ext cx="4468328" cy="6546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5. </a:t>
            </a:r>
            <a:r>
              <a:rPr lang="es-CO" sz="1200"/>
              <a:t>En la sección “Envío” se activa el check del campo </a:t>
            </a:r>
            <a:r>
              <a:rPr lang="es-CO" sz="1200" b="1"/>
              <a:t>Guardar</a:t>
            </a:r>
          </a:p>
          <a:p>
            <a:r>
              <a:rPr lang="es-CO" sz="1200" b="1"/>
              <a:t>parámetros como.</a:t>
            </a:r>
            <a:endParaRPr lang="en-US" sz="1200" b="1" dirty="0">
              <a:solidFill>
                <a:schemeClr val="bg1"/>
              </a:solidFill>
            </a:endParaRPr>
          </a:p>
        </p:txBody>
      </p:sp>
      <p:sp>
        <p:nvSpPr>
          <p:cNvPr id="5" name="Rectángulo: esquinas redondeadas 4">
            <a:extLst>
              <a:ext uri="{FF2B5EF4-FFF2-40B4-BE49-F238E27FC236}">
                <a16:creationId xmlns:a16="http://schemas.microsoft.com/office/drawing/2014/main" id="{31B22EC5-481F-3ED8-8CC7-9F880C5A8F2B}"/>
              </a:ext>
            </a:extLst>
          </p:cNvPr>
          <p:cNvSpPr/>
          <p:nvPr/>
        </p:nvSpPr>
        <p:spPr>
          <a:xfrm>
            <a:off x="6971379" y="5449361"/>
            <a:ext cx="3916220" cy="6546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6. </a:t>
            </a:r>
            <a:r>
              <a:rPr lang="es-CO" sz="1200" dirty="0"/>
              <a:t>Al finalizar de diligenciar los campos, se presiona el</a:t>
            </a:r>
          </a:p>
          <a:p>
            <a:r>
              <a:rPr lang="es-CO" sz="1200" dirty="0"/>
              <a:t>botón Guardar o presionar la tecla </a:t>
            </a:r>
            <a:r>
              <a:rPr lang="es-CO" sz="1200" b="1" dirty="0"/>
              <a:t>F10.</a:t>
            </a:r>
            <a:endParaRPr lang="en-US" sz="1200" b="1" dirty="0">
              <a:solidFill>
                <a:schemeClr val="bg1"/>
              </a:solidFill>
            </a:endParaRPr>
          </a:p>
        </p:txBody>
      </p:sp>
      <p:pic>
        <p:nvPicPr>
          <p:cNvPr id="7" name="Imagen 6">
            <a:extLst>
              <a:ext uri="{FF2B5EF4-FFF2-40B4-BE49-F238E27FC236}">
                <a16:creationId xmlns:a16="http://schemas.microsoft.com/office/drawing/2014/main" id="{8C99A548-BBA2-59B8-CEDF-A2FF84C48784}"/>
              </a:ext>
            </a:extLst>
          </p:cNvPr>
          <p:cNvPicPr>
            <a:picLocks noChangeAspect="1"/>
          </p:cNvPicPr>
          <p:nvPr/>
        </p:nvPicPr>
        <p:blipFill>
          <a:blip r:embed="rId4"/>
          <a:stretch>
            <a:fillRect/>
          </a:stretch>
        </p:blipFill>
        <p:spPr>
          <a:xfrm>
            <a:off x="10151069" y="4767472"/>
            <a:ext cx="162000" cy="162000"/>
          </a:xfrm>
          <a:prstGeom prst="rect">
            <a:avLst/>
          </a:prstGeom>
        </p:spPr>
      </p:pic>
      <p:pic>
        <p:nvPicPr>
          <p:cNvPr id="11" name="Imagen 10">
            <a:extLst>
              <a:ext uri="{FF2B5EF4-FFF2-40B4-BE49-F238E27FC236}">
                <a16:creationId xmlns:a16="http://schemas.microsoft.com/office/drawing/2014/main" id="{9466CE89-FB4A-DC8B-74B6-9DF397177E82}"/>
              </a:ext>
            </a:extLst>
          </p:cNvPr>
          <p:cNvPicPr>
            <a:picLocks noChangeAspect="1"/>
          </p:cNvPicPr>
          <p:nvPr/>
        </p:nvPicPr>
        <p:blipFill>
          <a:blip r:embed="rId5"/>
          <a:stretch>
            <a:fillRect/>
          </a:stretch>
        </p:blipFill>
        <p:spPr>
          <a:xfrm>
            <a:off x="1720486" y="4354460"/>
            <a:ext cx="162000" cy="162000"/>
          </a:xfrm>
          <a:prstGeom prst="rect">
            <a:avLst/>
          </a:prstGeom>
        </p:spPr>
      </p:pic>
    </p:spTree>
    <p:extLst>
      <p:ext uri="{BB962C8B-B14F-4D97-AF65-F5344CB8AC3E}">
        <p14:creationId xmlns:p14="http://schemas.microsoft.com/office/powerpoint/2010/main" val="35073643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79F5-59B3-71BE-52D4-BD2B455FD164}"/>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D47EAB1-61F6-7AB3-A644-E694A0AD97C7}"/>
              </a:ext>
            </a:extLst>
          </p:cNvPr>
          <p:cNvSpPr/>
          <p:nvPr/>
        </p:nvSpPr>
        <p:spPr>
          <a:xfrm>
            <a:off x="1304399" y="3694545"/>
            <a:ext cx="9583200" cy="5947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solidFill>
                  <a:schemeClr val="bg1"/>
                </a:solidFill>
                <a:cs typeface="Arial"/>
              </a:rPr>
              <a:t>7. </a:t>
            </a:r>
            <a:r>
              <a:rPr lang="es-ES" sz="1200" dirty="0">
                <a:solidFill>
                  <a:schemeClr val="bg1"/>
                </a:solidFill>
                <a:cs typeface="Arial"/>
              </a:rPr>
              <a:t>Tras la aplicación del proceso </a:t>
            </a:r>
            <a:r>
              <a:rPr lang="es-ES" sz="1200" b="1" dirty="0">
                <a:solidFill>
                  <a:schemeClr val="bg1"/>
                </a:solidFill>
                <a:cs typeface="Arial"/>
              </a:rPr>
              <a:t>TGRAPPL</a:t>
            </a:r>
            <a:r>
              <a:rPr lang="es-ES" sz="1200" dirty="0">
                <a:solidFill>
                  <a:schemeClr val="bg1"/>
                </a:solidFill>
                <a:cs typeface="Arial"/>
              </a:rPr>
              <a:t>, se generan las salidas .LOG y .LIS que hablan de del resultado de la ejecución misma del proceso.</a:t>
            </a:r>
            <a:endParaRPr lang="en-US" sz="1200" dirty="0">
              <a:solidFill>
                <a:schemeClr val="bg1"/>
              </a:solidFill>
            </a:endParaRPr>
          </a:p>
        </p:txBody>
      </p:sp>
      <p:sp>
        <p:nvSpPr>
          <p:cNvPr id="2" name="Título 3">
            <a:extLst>
              <a:ext uri="{FF2B5EF4-FFF2-40B4-BE49-F238E27FC236}">
                <a16:creationId xmlns:a16="http://schemas.microsoft.com/office/drawing/2014/main" id="{FF87A82F-1D7F-029F-C8D1-6763F01AE103}"/>
              </a:ext>
            </a:extLst>
          </p:cNvPr>
          <p:cNvSpPr txBox="1">
            <a:spLocks/>
          </p:cNvSpPr>
          <p:nvPr/>
        </p:nvSpPr>
        <p:spPr>
          <a:xfrm>
            <a:off x="1304399" y="732696"/>
            <a:ext cx="7113732"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6" name="Imagen 5">
            <a:extLst>
              <a:ext uri="{FF2B5EF4-FFF2-40B4-BE49-F238E27FC236}">
                <a16:creationId xmlns:a16="http://schemas.microsoft.com/office/drawing/2014/main" id="{2938E9E4-A3FF-F7DE-CDA4-57F08C82F1D1}"/>
              </a:ext>
            </a:extLst>
          </p:cNvPr>
          <p:cNvPicPr>
            <a:picLocks noChangeAspect="1"/>
          </p:cNvPicPr>
          <p:nvPr/>
        </p:nvPicPr>
        <p:blipFill>
          <a:blip r:embed="rId2"/>
          <a:stretch>
            <a:fillRect/>
          </a:stretch>
        </p:blipFill>
        <p:spPr>
          <a:xfrm>
            <a:off x="1304399" y="2015740"/>
            <a:ext cx="9583200" cy="1413260"/>
          </a:xfrm>
          <a:prstGeom prst="rect">
            <a:avLst/>
          </a:prstGeom>
        </p:spPr>
      </p:pic>
      <p:pic>
        <p:nvPicPr>
          <p:cNvPr id="5" name="Imagen 4">
            <a:extLst>
              <a:ext uri="{FF2B5EF4-FFF2-40B4-BE49-F238E27FC236}">
                <a16:creationId xmlns:a16="http://schemas.microsoft.com/office/drawing/2014/main" id="{7D04AF5E-93B6-0676-8CF4-1EA1B849B516}"/>
              </a:ext>
            </a:extLst>
          </p:cNvPr>
          <p:cNvPicPr>
            <a:picLocks noChangeAspect="1"/>
          </p:cNvPicPr>
          <p:nvPr/>
        </p:nvPicPr>
        <p:blipFill>
          <a:blip r:embed="rId3"/>
          <a:stretch>
            <a:fillRect/>
          </a:stretch>
        </p:blipFill>
        <p:spPr>
          <a:xfrm>
            <a:off x="6789032" y="2310989"/>
            <a:ext cx="162000" cy="162000"/>
          </a:xfrm>
          <a:prstGeom prst="rect">
            <a:avLst/>
          </a:prstGeom>
        </p:spPr>
      </p:pic>
    </p:spTree>
    <p:extLst>
      <p:ext uri="{BB962C8B-B14F-4D97-AF65-F5344CB8AC3E}">
        <p14:creationId xmlns:p14="http://schemas.microsoft.com/office/powerpoint/2010/main" val="33755460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51B3B-9FCB-433C-3E98-393CC8D412F1}"/>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EF2C8AB-1C12-7CAF-D9E1-7420D979D148}"/>
              </a:ext>
            </a:extLst>
          </p:cNvPr>
          <p:cNvSpPr/>
          <p:nvPr/>
        </p:nvSpPr>
        <p:spPr>
          <a:xfrm>
            <a:off x="1304400" y="4837160"/>
            <a:ext cx="5835309" cy="5531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8. </a:t>
            </a:r>
            <a:r>
              <a:rPr lang="es-CO" sz="1200" dirty="0"/>
              <a:t>Para revisar las salidas .LOG y .LIS se debe ingresar a la sección superior del</a:t>
            </a:r>
          </a:p>
          <a:p>
            <a:r>
              <a:rPr lang="es-CO" sz="1200" dirty="0"/>
              <a:t>menú, opción "Relacionado“.</a:t>
            </a:r>
            <a:endParaRPr lang="es-ES" sz="1200" dirty="0">
              <a:solidFill>
                <a:schemeClr val="bg1"/>
              </a:solidFill>
              <a:cs typeface="Arial"/>
            </a:endParaRPr>
          </a:p>
        </p:txBody>
      </p:sp>
      <p:sp>
        <p:nvSpPr>
          <p:cNvPr id="2" name="Título 3">
            <a:extLst>
              <a:ext uri="{FF2B5EF4-FFF2-40B4-BE49-F238E27FC236}">
                <a16:creationId xmlns:a16="http://schemas.microsoft.com/office/drawing/2014/main" id="{99C7315C-2B67-1872-FD38-24125FAD8E63}"/>
              </a:ext>
            </a:extLst>
          </p:cNvPr>
          <p:cNvSpPr txBox="1">
            <a:spLocks/>
          </p:cNvSpPr>
          <p:nvPr/>
        </p:nvSpPr>
        <p:spPr>
          <a:xfrm>
            <a:off x="1217469" y="629113"/>
            <a:ext cx="7052309"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5" name="Imagen 4">
            <a:extLst>
              <a:ext uri="{FF2B5EF4-FFF2-40B4-BE49-F238E27FC236}">
                <a16:creationId xmlns:a16="http://schemas.microsoft.com/office/drawing/2014/main" id="{369E2107-CEFA-DE6B-EDF7-30012707BE2E}"/>
              </a:ext>
            </a:extLst>
          </p:cNvPr>
          <p:cNvPicPr>
            <a:picLocks noChangeAspect="1"/>
          </p:cNvPicPr>
          <p:nvPr/>
        </p:nvPicPr>
        <p:blipFill>
          <a:blip r:embed="rId2"/>
          <a:stretch>
            <a:fillRect/>
          </a:stretch>
        </p:blipFill>
        <p:spPr>
          <a:xfrm>
            <a:off x="1304400" y="1366113"/>
            <a:ext cx="9583200" cy="3242927"/>
          </a:xfrm>
          <a:prstGeom prst="rect">
            <a:avLst/>
          </a:prstGeom>
        </p:spPr>
      </p:pic>
      <p:sp>
        <p:nvSpPr>
          <p:cNvPr id="4" name="Rectángulo: esquinas redondeadas 3">
            <a:extLst>
              <a:ext uri="{FF2B5EF4-FFF2-40B4-BE49-F238E27FC236}">
                <a16:creationId xmlns:a16="http://schemas.microsoft.com/office/drawing/2014/main" id="{0D31B012-868B-FC36-C7FB-D8BA669CAB68}"/>
              </a:ext>
            </a:extLst>
          </p:cNvPr>
          <p:cNvSpPr/>
          <p:nvPr/>
        </p:nvSpPr>
        <p:spPr>
          <a:xfrm>
            <a:off x="1304400" y="5618407"/>
            <a:ext cx="5835309" cy="5531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b="1" dirty="0"/>
              <a:t>9. </a:t>
            </a:r>
            <a:r>
              <a:rPr lang="es-CO" sz="1200" dirty="0"/>
              <a:t>Posteriormente seleccionar la opción "Revisar Salida [GJIREVO]“.</a:t>
            </a:r>
            <a:endParaRPr lang="es-ES" sz="1200" dirty="0">
              <a:solidFill>
                <a:schemeClr val="bg1"/>
              </a:solidFill>
              <a:cs typeface="Arial"/>
            </a:endParaRPr>
          </a:p>
        </p:txBody>
      </p:sp>
      <p:pic>
        <p:nvPicPr>
          <p:cNvPr id="7" name="Imagen 6">
            <a:extLst>
              <a:ext uri="{FF2B5EF4-FFF2-40B4-BE49-F238E27FC236}">
                <a16:creationId xmlns:a16="http://schemas.microsoft.com/office/drawing/2014/main" id="{E34F95A7-D2E6-0DA2-1B32-E3F650FD9D26}"/>
              </a:ext>
            </a:extLst>
          </p:cNvPr>
          <p:cNvPicPr>
            <a:picLocks noChangeAspect="1"/>
          </p:cNvPicPr>
          <p:nvPr/>
        </p:nvPicPr>
        <p:blipFill>
          <a:blip r:embed="rId3"/>
          <a:stretch>
            <a:fillRect/>
          </a:stretch>
        </p:blipFill>
        <p:spPr>
          <a:xfrm>
            <a:off x="9033469" y="2191632"/>
            <a:ext cx="162000" cy="162000"/>
          </a:xfrm>
          <a:prstGeom prst="rect">
            <a:avLst/>
          </a:prstGeom>
        </p:spPr>
      </p:pic>
      <p:pic>
        <p:nvPicPr>
          <p:cNvPr id="9" name="Imagen 8">
            <a:extLst>
              <a:ext uri="{FF2B5EF4-FFF2-40B4-BE49-F238E27FC236}">
                <a16:creationId xmlns:a16="http://schemas.microsoft.com/office/drawing/2014/main" id="{082AE120-B068-2B04-5F7E-0CCCB9517BD6}"/>
              </a:ext>
            </a:extLst>
          </p:cNvPr>
          <p:cNvPicPr>
            <a:picLocks noChangeAspect="1"/>
          </p:cNvPicPr>
          <p:nvPr/>
        </p:nvPicPr>
        <p:blipFill>
          <a:blip r:embed="rId4"/>
          <a:stretch>
            <a:fillRect/>
          </a:stretch>
        </p:blipFill>
        <p:spPr>
          <a:xfrm>
            <a:off x="10924940" y="1667378"/>
            <a:ext cx="162000" cy="162000"/>
          </a:xfrm>
          <a:prstGeom prst="rect">
            <a:avLst/>
          </a:prstGeom>
        </p:spPr>
      </p:pic>
    </p:spTree>
    <p:extLst>
      <p:ext uri="{BB962C8B-B14F-4D97-AF65-F5344CB8AC3E}">
        <p14:creationId xmlns:p14="http://schemas.microsoft.com/office/powerpoint/2010/main" val="42408752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3DBA0-F7A0-6265-C3AC-37230CA6136E}"/>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F31C2C7-AE11-8002-7F68-BF796B09D4A5}"/>
              </a:ext>
            </a:extLst>
          </p:cNvPr>
          <p:cNvPicPr>
            <a:picLocks noChangeAspect="1"/>
          </p:cNvPicPr>
          <p:nvPr/>
        </p:nvPicPr>
        <p:blipFill>
          <a:blip r:embed="rId2"/>
          <a:stretch>
            <a:fillRect/>
          </a:stretch>
        </p:blipFill>
        <p:spPr>
          <a:xfrm>
            <a:off x="1380363" y="840239"/>
            <a:ext cx="9583200" cy="4271425"/>
          </a:xfrm>
          <a:prstGeom prst="rect">
            <a:avLst/>
          </a:prstGeom>
        </p:spPr>
      </p:pic>
      <p:sp>
        <p:nvSpPr>
          <p:cNvPr id="2" name="Título 3">
            <a:extLst>
              <a:ext uri="{FF2B5EF4-FFF2-40B4-BE49-F238E27FC236}">
                <a16:creationId xmlns:a16="http://schemas.microsoft.com/office/drawing/2014/main" id="{3F2A7934-D8C1-28C1-B068-CC86AE0796BE}"/>
              </a:ext>
            </a:extLst>
          </p:cNvPr>
          <p:cNvSpPr txBox="1">
            <a:spLocks/>
          </p:cNvSpPr>
          <p:nvPr/>
        </p:nvSpPr>
        <p:spPr>
          <a:xfrm>
            <a:off x="1311749" y="252187"/>
            <a:ext cx="7052309"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4" name="Rectángulo: esquinas redondeadas 3">
            <a:extLst>
              <a:ext uri="{FF2B5EF4-FFF2-40B4-BE49-F238E27FC236}">
                <a16:creationId xmlns:a16="http://schemas.microsoft.com/office/drawing/2014/main" id="{768B3D0C-53D1-6697-E1FE-5C198C4DA2C1}"/>
              </a:ext>
            </a:extLst>
          </p:cNvPr>
          <p:cNvSpPr/>
          <p:nvPr/>
        </p:nvSpPr>
        <p:spPr>
          <a:xfrm>
            <a:off x="1380362" y="4183771"/>
            <a:ext cx="2545092" cy="7924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11. </a:t>
            </a:r>
            <a:r>
              <a:rPr lang="es-CO" sz="1200" dirty="0"/>
              <a:t>Desde el campo "nombre de</a:t>
            </a:r>
          </a:p>
          <a:p>
            <a:r>
              <a:rPr lang="es-CO" sz="1200" dirty="0"/>
              <a:t>archivo" presionar el botón de la</a:t>
            </a:r>
          </a:p>
          <a:p>
            <a:r>
              <a:rPr lang="es-CO" sz="1200" dirty="0"/>
              <a:t>lista desplegable.</a:t>
            </a:r>
            <a:endParaRPr lang="es-ES" sz="1200" dirty="0">
              <a:solidFill>
                <a:schemeClr val="bg1"/>
              </a:solidFill>
              <a:cs typeface="Arial"/>
            </a:endParaRPr>
          </a:p>
        </p:txBody>
      </p:sp>
      <p:sp>
        <p:nvSpPr>
          <p:cNvPr id="5" name="Rectángulo: esquinas redondeadas 4">
            <a:extLst>
              <a:ext uri="{FF2B5EF4-FFF2-40B4-BE49-F238E27FC236}">
                <a16:creationId xmlns:a16="http://schemas.microsoft.com/office/drawing/2014/main" id="{9C4FB43F-B395-8184-CAD9-B865C00ADF67}"/>
              </a:ext>
            </a:extLst>
          </p:cNvPr>
          <p:cNvSpPr/>
          <p:nvPr/>
        </p:nvSpPr>
        <p:spPr>
          <a:xfrm>
            <a:off x="1380362" y="2975951"/>
            <a:ext cx="2545092" cy="103945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10. </a:t>
            </a:r>
            <a:r>
              <a:rPr lang="es-CO" sz="1200" dirty="0"/>
              <a:t>En la nueva ventana,</a:t>
            </a:r>
          </a:p>
          <a:p>
            <a:r>
              <a:rPr lang="es-CO" sz="1200" dirty="0"/>
              <a:t>asegurarse que el campo "número“ coincida con el número del proceso ejecutado.</a:t>
            </a:r>
            <a:endParaRPr lang="es-ES" sz="1200" dirty="0">
              <a:solidFill>
                <a:schemeClr val="bg1"/>
              </a:solidFill>
              <a:cs typeface="Arial"/>
            </a:endParaRPr>
          </a:p>
        </p:txBody>
      </p:sp>
      <p:sp>
        <p:nvSpPr>
          <p:cNvPr id="7" name="Rectángulo: esquinas redondeadas 6">
            <a:extLst>
              <a:ext uri="{FF2B5EF4-FFF2-40B4-BE49-F238E27FC236}">
                <a16:creationId xmlns:a16="http://schemas.microsoft.com/office/drawing/2014/main" id="{75950661-0C1F-ACF3-44D1-1B5B8C225F2A}"/>
              </a:ext>
            </a:extLst>
          </p:cNvPr>
          <p:cNvSpPr/>
          <p:nvPr/>
        </p:nvSpPr>
        <p:spPr>
          <a:xfrm>
            <a:off x="8266545" y="4172121"/>
            <a:ext cx="2545092" cy="7924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14. </a:t>
            </a:r>
            <a:r>
              <a:rPr lang="es-CO" sz="1200" dirty="0"/>
              <a:t>Presionar el botón Ir</a:t>
            </a:r>
          </a:p>
          <a:p>
            <a:r>
              <a:rPr lang="es-CO" sz="1200" dirty="0"/>
              <a:t>para pasar a la siguiente</a:t>
            </a:r>
          </a:p>
          <a:p>
            <a:r>
              <a:rPr lang="es-CO" sz="1200" dirty="0"/>
              <a:t>sección.</a:t>
            </a:r>
            <a:endParaRPr lang="es-ES" sz="1200" dirty="0">
              <a:solidFill>
                <a:schemeClr val="bg1"/>
              </a:solidFill>
              <a:cs typeface="Arial"/>
            </a:endParaRPr>
          </a:p>
        </p:txBody>
      </p:sp>
      <p:sp>
        <p:nvSpPr>
          <p:cNvPr id="8" name="Rectángulo: esquinas redondeadas 7">
            <a:extLst>
              <a:ext uri="{FF2B5EF4-FFF2-40B4-BE49-F238E27FC236}">
                <a16:creationId xmlns:a16="http://schemas.microsoft.com/office/drawing/2014/main" id="{6FF9EE26-C085-80C5-E9D1-61CEA3B996F0}"/>
              </a:ext>
            </a:extLst>
          </p:cNvPr>
          <p:cNvSpPr/>
          <p:nvPr/>
        </p:nvSpPr>
        <p:spPr>
          <a:xfrm>
            <a:off x="8266545" y="3429000"/>
            <a:ext cx="2545092" cy="5801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13. </a:t>
            </a:r>
            <a:r>
              <a:rPr lang="es-CO" sz="1200" dirty="0"/>
              <a:t>Presionar el botón OK.</a:t>
            </a:r>
            <a:endParaRPr lang="es-ES" sz="1200" dirty="0">
              <a:solidFill>
                <a:schemeClr val="bg1"/>
              </a:solidFill>
              <a:cs typeface="Arial"/>
            </a:endParaRPr>
          </a:p>
        </p:txBody>
      </p:sp>
      <p:sp>
        <p:nvSpPr>
          <p:cNvPr id="9" name="Rectángulo: esquinas redondeadas 8">
            <a:extLst>
              <a:ext uri="{FF2B5EF4-FFF2-40B4-BE49-F238E27FC236}">
                <a16:creationId xmlns:a16="http://schemas.microsoft.com/office/drawing/2014/main" id="{E6E02DA5-E9A3-2327-DF88-BB28D00A6EAF}"/>
              </a:ext>
            </a:extLst>
          </p:cNvPr>
          <p:cNvSpPr/>
          <p:nvPr/>
        </p:nvSpPr>
        <p:spPr>
          <a:xfrm>
            <a:off x="1380363" y="5573400"/>
            <a:ext cx="9431274" cy="5531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12. </a:t>
            </a:r>
            <a:r>
              <a:rPr lang="es-CO" sz="1200" dirty="0"/>
              <a:t>En la ventana Archivos disponibles, se ha de seleccionar aquel archivo que se desee visualizar, los cuales se diferencia por las extensiones .lis o .log.</a:t>
            </a:r>
            <a:endParaRPr lang="es-ES" sz="1200" dirty="0">
              <a:solidFill>
                <a:schemeClr val="bg1"/>
              </a:solidFill>
              <a:cs typeface="Arial"/>
            </a:endParaRPr>
          </a:p>
        </p:txBody>
      </p:sp>
      <p:pic>
        <p:nvPicPr>
          <p:cNvPr id="11" name="Imagen 10">
            <a:extLst>
              <a:ext uri="{FF2B5EF4-FFF2-40B4-BE49-F238E27FC236}">
                <a16:creationId xmlns:a16="http://schemas.microsoft.com/office/drawing/2014/main" id="{EBE0D4BC-7824-FCB0-6340-4EF8E23BB85C}"/>
              </a:ext>
            </a:extLst>
          </p:cNvPr>
          <p:cNvPicPr>
            <a:picLocks noChangeAspect="1"/>
          </p:cNvPicPr>
          <p:nvPr/>
        </p:nvPicPr>
        <p:blipFill>
          <a:blip r:embed="rId3"/>
          <a:stretch>
            <a:fillRect/>
          </a:stretch>
        </p:blipFill>
        <p:spPr>
          <a:xfrm>
            <a:off x="3500241" y="1588154"/>
            <a:ext cx="162000" cy="162000"/>
          </a:xfrm>
          <a:prstGeom prst="rect">
            <a:avLst/>
          </a:prstGeom>
        </p:spPr>
      </p:pic>
      <p:pic>
        <p:nvPicPr>
          <p:cNvPr id="13" name="Imagen 12">
            <a:extLst>
              <a:ext uri="{FF2B5EF4-FFF2-40B4-BE49-F238E27FC236}">
                <a16:creationId xmlns:a16="http://schemas.microsoft.com/office/drawing/2014/main" id="{7710D941-76C7-890B-44FE-597AA6556953}"/>
              </a:ext>
            </a:extLst>
          </p:cNvPr>
          <p:cNvPicPr>
            <a:picLocks noChangeAspect="1"/>
          </p:cNvPicPr>
          <p:nvPr/>
        </p:nvPicPr>
        <p:blipFill>
          <a:blip r:embed="rId4"/>
          <a:stretch>
            <a:fillRect/>
          </a:stretch>
        </p:blipFill>
        <p:spPr>
          <a:xfrm>
            <a:off x="10392786" y="1426154"/>
            <a:ext cx="162000" cy="162000"/>
          </a:xfrm>
          <a:prstGeom prst="rect">
            <a:avLst/>
          </a:prstGeom>
        </p:spPr>
      </p:pic>
      <p:pic>
        <p:nvPicPr>
          <p:cNvPr id="15" name="Imagen 14">
            <a:extLst>
              <a:ext uri="{FF2B5EF4-FFF2-40B4-BE49-F238E27FC236}">
                <a16:creationId xmlns:a16="http://schemas.microsoft.com/office/drawing/2014/main" id="{3818BD15-C0FC-E64E-9B6A-224C88010D3A}"/>
              </a:ext>
            </a:extLst>
          </p:cNvPr>
          <p:cNvPicPr>
            <a:picLocks noChangeAspect="1"/>
          </p:cNvPicPr>
          <p:nvPr/>
        </p:nvPicPr>
        <p:blipFill>
          <a:blip r:embed="rId5"/>
          <a:stretch>
            <a:fillRect/>
          </a:stretch>
        </p:blipFill>
        <p:spPr>
          <a:xfrm>
            <a:off x="7513259" y="4586978"/>
            <a:ext cx="162000" cy="162000"/>
          </a:xfrm>
          <a:prstGeom prst="rect">
            <a:avLst/>
          </a:prstGeom>
        </p:spPr>
      </p:pic>
      <p:pic>
        <p:nvPicPr>
          <p:cNvPr id="17" name="Imagen 16">
            <a:extLst>
              <a:ext uri="{FF2B5EF4-FFF2-40B4-BE49-F238E27FC236}">
                <a16:creationId xmlns:a16="http://schemas.microsoft.com/office/drawing/2014/main" id="{B1C40389-CAD6-6DD4-2260-F18F418AE6B4}"/>
              </a:ext>
            </a:extLst>
          </p:cNvPr>
          <p:cNvPicPr>
            <a:picLocks noChangeAspect="1"/>
          </p:cNvPicPr>
          <p:nvPr/>
        </p:nvPicPr>
        <p:blipFill>
          <a:blip r:embed="rId6"/>
          <a:stretch>
            <a:fillRect/>
          </a:stretch>
        </p:blipFill>
        <p:spPr>
          <a:xfrm>
            <a:off x="4029023" y="2787871"/>
            <a:ext cx="162000" cy="162000"/>
          </a:xfrm>
          <a:prstGeom prst="rect">
            <a:avLst/>
          </a:prstGeom>
        </p:spPr>
      </p:pic>
      <p:pic>
        <p:nvPicPr>
          <p:cNvPr id="19" name="Imagen 18">
            <a:extLst>
              <a:ext uri="{FF2B5EF4-FFF2-40B4-BE49-F238E27FC236}">
                <a16:creationId xmlns:a16="http://schemas.microsoft.com/office/drawing/2014/main" id="{CAC3F2D7-F113-7064-7DC0-7D8F39DE2CD8}"/>
              </a:ext>
            </a:extLst>
          </p:cNvPr>
          <p:cNvPicPr>
            <a:picLocks noChangeAspect="1"/>
          </p:cNvPicPr>
          <p:nvPr/>
        </p:nvPicPr>
        <p:blipFill>
          <a:blip r:embed="rId7"/>
          <a:stretch>
            <a:fillRect/>
          </a:stretch>
        </p:blipFill>
        <p:spPr>
          <a:xfrm>
            <a:off x="7760743" y="1407682"/>
            <a:ext cx="162000" cy="162000"/>
          </a:xfrm>
          <a:prstGeom prst="rect">
            <a:avLst/>
          </a:prstGeom>
        </p:spPr>
      </p:pic>
    </p:spTree>
    <p:extLst>
      <p:ext uri="{BB962C8B-B14F-4D97-AF65-F5344CB8AC3E}">
        <p14:creationId xmlns:p14="http://schemas.microsoft.com/office/powerpoint/2010/main" val="38422992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956F-C5F6-10DF-1EA2-C056B35BCEC3}"/>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BEED3573-BD48-5F15-1777-00425F8C8408}"/>
              </a:ext>
            </a:extLst>
          </p:cNvPr>
          <p:cNvSpPr/>
          <p:nvPr/>
        </p:nvSpPr>
        <p:spPr>
          <a:xfrm>
            <a:off x="1304400" y="5455354"/>
            <a:ext cx="9583200" cy="5872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15. Revisión salida en GJIOREVO:</a:t>
            </a:r>
          </a:p>
          <a:p>
            <a:pPr algn="just" defTabSz="457200">
              <a:defRPr/>
            </a:pPr>
            <a:r>
              <a:rPr lang="es-ES" sz="1200" dirty="0">
                <a:solidFill>
                  <a:schemeClr val="bg1"/>
                </a:solidFill>
                <a:cs typeface="Arial"/>
              </a:rPr>
              <a:t>Si el archivo corresponde al .LIS, se han corroborar la cantidad de registros aplicados como evidencia de su correcta operación</a:t>
            </a:r>
          </a:p>
        </p:txBody>
      </p:sp>
      <p:sp>
        <p:nvSpPr>
          <p:cNvPr id="2" name="Título 3">
            <a:extLst>
              <a:ext uri="{FF2B5EF4-FFF2-40B4-BE49-F238E27FC236}">
                <a16:creationId xmlns:a16="http://schemas.microsoft.com/office/drawing/2014/main" id="{363E1ABC-D352-B73F-EF9E-627763B69CCB}"/>
              </a:ext>
            </a:extLst>
          </p:cNvPr>
          <p:cNvSpPr txBox="1">
            <a:spLocks/>
          </p:cNvSpPr>
          <p:nvPr/>
        </p:nvSpPr>
        <p:spPr>
          <a:xfrm>
            <a:off x="1248778" y="424661"/>
            <a:ext cx="7052309"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5" name="Imagen 4">
            <a:extLst>
              <a:ext uri="{FF2B5EF4-FFF2-40B4-BE49-F238E27FC236}">
                <a16:creationId xmlns:a16="http://schemas.microsoft.com/office/drawing/2014/main" id="{D93BB9AA-08FE-6EF7-C9FA-D3048A7A5252}"/>
              </a:ext>
            </a:extLst>
          </p:cNvPr>
          <p:cNvPicPr>
            <a:picLocks noChangeAspect="1"/>
          </p:cNvPicPr>
          <p:nvPr/>
        </p:nvPicPr>
        <p:blipFill>
          <a:blip r:embed="rId2"/>
          <a:stretch>
            <a:fillRect/>
          </a:stretch>
        </p:blipFill>
        <p:spPr>
          <a:xfrm>
            <a:off x="1304400" y="1109032"/>
            <a:ext cx="9583200" cy="4079777"/>
          </a:xfrm>
          <a:prstGeom prst="rect">
            <a:avLst/>
          </a:prstGeom>
        </p:spPr>
      </p:pic>
      <p:pic>
        <p:nvPicPr>
          <p:cNvPr id="6" name="Imagen 5">
            <a:extLst>
              <a:ext uri="{FF2B5EF4-FFF2-40B4-BE49-F238E27FC236}">
                <a16:creationId xmlns:a16="http://schemas.microsoft.com/office/drawing/2014/main" id="{5766B4E6-CD7E-0A8C-D346-3739875A534E}"/>
              </a:ext>
            </a:extLst>
          </p:cNvPr>
          <p:cNvPicPr>
            <a:picLocks noChangeAspect="1"/>
          </p:cNvPicPr>
          <p:nvPr/>
        </p:nvPicPr>
        <p:blipFill>
          <a:blip r:embed="rId3"/>
          <a:stretch>
            <a:fillRect/>
          </a:stretch>
        </p:blipFill>
        <p:spPr>
          <a:xfrm>
            <a:off x="1061836" y="5008337"/>
            <a:ext cx="162000" cy="162000"/>
          </a:xfrm>
          <a:prstGeom prst="rect">
            <a:avLst/>
          </a:prstGeom>
        </p:spPr>
      </p:pic>
    </p:spTree>
    <p:extLst>
      <p:ext uri="{BB962C8B-B14F-4D97-AF65-F5344CB8AC3E}">
        <p14:creationId xmlns:p14="http://schemas.microsoft.com/office/powerpoint/2010/main" val="3616863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3E50C-9C59-CC43-A8B0-561B7C6A8E8D}"/>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D7F10846-31A0-F517-7E44-6A89359ABE6B}"/>
              </a:ext>
            </a:extLst>
          </p:cNvPr>
          <p:cNvSpPr/>
          <p:nvPr/>
        </p:nvSpPr>
        <p:spPr>
          <a:xfrm>
            <a:off x="1304401" y="5199679"/>
            <a:ext cx="9583200" cy="5088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b="1" dirty="0">
                <a:solidFill>
                  <a:schemeClr val="bg1"/>
                </a:solidFill>
                <a:cs typeface="Arial"/>
              </a:rPr>
              <a:t>16.Revisión salidas en GJIOREVO:</a:t>
            </a:r>
          </a:p>
          <a:p>
            <a:pPr algn="just" defTabSz="457200">
              <a:defRPr/>
            </a:pPr>
            <a:r>
              <a:rPr lang="es-CO" sz="1200" dirty="0">
                <a:solidFill>
                  <a:schemeClr val="bg1"/>
                </a:solidFill>
                <a:cs typeface="Arial"/>
              </a:rPr>
              <a:t>Si el archivo corresponde al .LOG, se han corroborar que el proceso no haya terminado con errores.</a:t>
            </a:r>
          </a:p>
        </p:txBody>
      </p:sp>
      <p:sp>
        <p:nvSpPr>
          <p:cNvPr id="2" name="Título 3">
            <a:extLst>
              <a:ext uri="{FF2B5EF4-FFF2-40B4-BE49-F238E27FC236}">
                <a16:creationId xmlns:a16="http://schemas.microsoft.com/office/drawing/2014/main" id="{93CDED53-4B6D-B7BB-033E-04C307B0525F}"/>
              </a:ext>
            </a:extLst>
          </p:cNvPr>
          <p:cNvSpPr txBox="1">
            <a:spLocks/>
          </p:cNvSpPr>
          <p:nvPr/>
        </p:nvSpPr>
        <p:spPr>
          <a:xfrm>
            <a:off x="1230653" y="677440"/>
            <a:ext cx="7052309" cy="50888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6" name="Imagen 5">
            <a:extLst>
              <a:ext uri="{FF2B5EF4-FFF2-40B4-BE49-F238E27FC236}">
                <a16:creationId xmlns:a16="http://schemas.microsoft.com/office/drawing/2014/main" id="{30B23A55-42AA-9284-9C26-1268D907B847}"/>
              </a:ext>
            </a:extLst>
          </p:cNvPr>
          <p:cNvPicPr>
            <a:picLocks noChangeAspect="1"/>
          </p:cNvPicPr>
          <p:nvPr/>
        </p:nvPicPr>
        <p:blipFill>
          <a:blip r:embed="rId2"/>
          <a:stretch>
            <a:fillRect/>
          </a:stretch>
        </p:blipFill>
        <p:spPr>
          <a:xfrm>
            <a:off x="1304400" y="1403881"/>
            <a:ext cx="9583200" cy="2796771"/>
          </a:xfrm>
          <a:prstGeom prst="rect">
            <a:avLst/>
          </a:prstGeom>
        </p:spPr>
      </p:pic>
      <p:pic>
        <p:nvPicPr>
          <p:cNvPr id="5" name="Imagen 4">
            <a:extLst>
              <a:ext uri="{FF2B5EF4-FFF2-40B4-BE49-F238E27FC236}">
                <a16:creationId xmlns:a16="http://schemas.microsoft.com/office/drawing/2014/main" id="{97842254-A51C-3136-A111-1FD3CD4C1192}"/>
              </a:ext>
            </a:extLst>
          </p:cNvPr>
          <p:cNvPicPr>
            <a:picLocks noChangeAspect="1"/>
          </p:cNvPicPr>
          <p:nvPr/>
        </p:nvPicPr>
        <p:blipFill>
          <a:blip r:embed="rId3"/>
          <a:stretch>
            <a:fillRect/>
          </a:stretch>
        </p:blipFill>
        <p:spPr>
          <a:xfrm>
            <a:off x="1087125" y="3239292"/>
            <a:ext cx="162000" cy="162000"/>
          </a:xfrm>
          <a:prstGeom prst="rect">
            <a:avLst/>
          </a:prstGeom>
        </p:spPr>
      </p:pic>
    </p:spTree>
    <p:extLst>
      <p:ext uri="{BB962C8B-B14F-4D97-AF65-F5344CB8AC3E}">
        <p14:creationId xmlns:p14="http://schemas.microsoft.com/office/powerpoint/2010/main" val="3483113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6C198-60D6-2D4F-2D8E-2251709F79F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67C4A70-166E-8678-276C-D0F896D5D610}"/>
              </a:ext>
            </a:extLst>
          </p:cNvPr>
          <p:cNvSpPr txBox="1">
            <a:spLocks/>
          </p:cNvSpPr>
          <p:nvPr/>
        </p:nvSpPr>
        <p:spPr>
          <a:xfrm>
            <a:off x="1304400" y="454040"/>
            <a:ext cx="9502145" cy="87599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TSAAREV - </a:t>
            </a:r>
            <a:r>
              <a:rPr lang="es-ES" sz="3200" dirty="0"/>
              <a:t>Revisión de detalle de cuenta - alumno</a:t>
            </a:r>
            <a:endParaRPr lang="es-CL" dirty="0"/>
          </a:p>
        </p:txBody>
      </p:sp>
      <p:pic>
        <p:nvPicPr>
          <p:cNvPr id="5" name="Imagen 4">
            <a:extLst>
              <a:ext uri="{FF2B5EF4-FFF2-40B4-BE49-F238E27FC236}">
                <a16:creationId xmlns:a16="http://schemas.microsoft.com/office/drawing/2014/main" id="{AC45DC61-92B0-C947-0271-9A35BA6A093E}"/>
              </a:ext>
            </a:extLst>
          </p:cNvPr>
          <p:cNvPicPr>
            <a:picLocks noChangeAspect="1"/>
          </p:cNvPicPr>
          <p:nvPr/>
        </p:nvPicPr>
        <p:blipFill>
          <a:blip r:embed="rId2"/>
          <a:stretch>
            <a:fillRect/>
          </a:stretch>
        </p:blipFill>
        <p:spPr>
          <a:xfrm>
            <a:off x="1304400" y="1428391"/>
            <a:ext cx="9583200" cy="3102798"/>
          </a:xfrm>
          <a:prstGeom prst="rect">
            <a:avLst/>
          </a:prstGeom>
        </p:spPr>
      </p:pic>
      <p:sp>
        <p:nvSpPr>
          <p:cNvPr id="9" name="Rectangle: Rounded Corners 10">
            <a:extLst>
              <a:ext uri="{FF2B5EF4-FFF2-40B4-BE49-F238E27FC236}">
                <a16:creationId xmlns:a16="http://schemas.microsoft.com/office/drawing/2014/main" id="{54662D0F-BBE1-23EA-A8EA-18E21322F151}"/>
              </a:ext>
            </a:extLst>
          </p:cNvPr>
          <p:cNvSpPr/>
          <p:nvPr/>
        </p:nvSpPr>
        <p:spPr>
          <a:xfrm>
            <a:off x="1304400" y="4849091"/>
            <a:ext cx="9502145" cy="97374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defRPr/>
            </a:pPr>
            <a:r>
              <a:rPr lang="es-ES_tradnl" sz="1200" b="1" dirty="0"/>
              <a:t>17. Resultado tras la aplicación de pagos por TGRAPPL:</a:t>
            </a:r>
          </a:p>
          <a:p>
            <a:pPr algn="just" defTabSz="457200">
              <a:defRPr/>
            </a:pPr>
            <a:r>
              <a:rPr lang="es-ES" sz="1200" dirty="0">
                <a:solidFill>
                  <a:schemeClr val="bg1"/>
                </a:solidFill>
                <a:cs typeface="Arial"/>
              </a:rPr>
              <a:t>Finalmente, en la cuenta corriente del estudiante se puede apreciar que los cargos iniciales poseen un saldo distinto al anterior, destacando en particular que el pago fue distribuido entre los dos cargos existentes en función a  las reglas de prioridades definidas para dichos códigos de detalle.</a:t>
            </a:r>
          </a:p>
        </p:txBody>
      </p:sp>
      <p:pic>
        <p:nvPicPr>
          <p:cNvPr id="4" name="Imagen 3">
            <a:extLst>
              <a:ext uri="{FF2B5EF4-FFF2-40B4-BE49-F238E27FC236}">
                <a16:creationId xmlns:a16="http://schemas.microsoft.com/office/drawing/2014/main" id="{29BD46C5-030E-02AC-16C9-CC9998FB570A}"/>
              </a:ext>
            </a:extLst>
          </p:cNvPr>
          <p:cNvPicPr>
            <a:picLocks noChangeAspect="1"/>
          </p:cNvPicPr>
          <p:nvPr/>
        </p:nvPicPr>
        <p:blipFill>
          <a:blip r:embed="rId3"/>
          <a:stretch>
            <a:fillRect/>
          </a:stretch>
        </p:blipFill>
        <p:spPr>
          <a:xfrm>
            <a:off x="5809332" y="2348004"/>
            <a:ext cx="162000" cy="162000"/>
          </a:xfrm>
          <a:prstGeom prst="rect">
            <a:avLst/>
          </a:prstGeom>
        </p:spPr>
      </p:pic>
    </p:spTree>
    <p:extLst>
      <p:ext uri="{BB962C8B-B14F-4D97-AF65-F5344CB8AC3E}">
        <p14:creationId xmlns:p14="http://schemas.microsoft.com/office/powerpoint/2010/main" val="7221914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784E5-DA46-9E42-E5F9-C2F38DAA4FF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0A829BE-C2A9-64F5-5D67-9F9840EB5460}"/>
              </a:ext>
            </a:extLst>
          </p:cNvPr>
          <p:cNvSpPr txBox="1">
            <a:spLocks/>
          </p:cNvSpPr>
          <p:nvPr/>
        </p:nvSpPr>
        <p:spPr>
          <a:xfrm>
            <a:off x="1207547" y="644810"/>
            <a:ext cx="10033913" cy="100426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TSIAPPL - </a:t>
            </a:r>
            <a:r>
              <a:rPr lang="es-ES" sz="3200" dirty="0"/>
              <a:t>Revisión de aplicación de pagos - alumnos</a:t>
            </a:r>
            <a:endParaRPr lang="es-CL" dirty="0"/>
          </a:p>
        </p:txBody>
      </p:sp>
      <p:sp>
        <p:nvSpPr>
          <p:cNvPr id="9" name="Rectangle: Rounded Corners 10">
            <a:extLst>
              <a:ext uri="{FF2B5EF4-FFF2-40B4-BE49-F238E27FC236}">
                <a16:creationId xmlns:a16="http://schemas.microsoft.com/office/drawing/2014/main" id="{31110DD1-7D8E-36CD-1837-7258B2D2A4F0}"/>
              </a:ext>
            </a:extLst>
          </p:cNvPr>
          <p:cNvSpPr/>
          <p:nvPr/>
        </p:nvSpPr>
        <p:spPr>
          <a:xfrm>
            <a:off x="1304400" y="4825105"/>
            <a:ext cx="9583200" cy="94271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defRPr/>
            </a:pPr>
            <a:r>
              <a:rPr lang="es-ES_tradnl" sz="1200" dirty="0"/>
              <a:t>Consulta de </a:t>
            </a:r>
            <a:r>
              <a:rPr lang="es-ES_tradnl" sz="1200" b="1" dirty="0"/>
              <a:t>aplicación de transacciones:</a:t>
            </a:r>
          </a:p>
          <a:p>
            <a:pPr algn="just" defTabSz="457200">
              <a:defRPr/>
            </a:pPr>
            <a:r>
              <a:rPr lang="es-ES" sz="1200" dirty="0">
                <a:solidFill>
                  <a:schemeClr val="bg1"/>
                </a:solidFill>
                <a:cs typeface="Arial"/>
              </a:rPr>
              <a:t>Esta página permite visualizar el detalle de la aplicación de un pago realizado, lo que para el ejemplo desarrollado se visualiza que el pago EFEC  (número de transacción 3) aplicó sobre el cargo MATR (número de transacción 1) por un monto total de 1.000.000.</a:t>
            </a:r>
          </a:p>
        </p:txBody>
      </p:sp>
      <p:pic>
        <p:nvPicPr>
          <p:cNvPr id="4" name="Imagen 3">
            <a:extLst>
              <a:ext uri="{FF2B5EF4-FFF2-40B4-BE49-F238E27FC236}">
                <a16:creationId xmlns:a16="http://schemas.microsoft.com/office/drawing/2014/main" id="{04E47115-6359-57D2-A579-F5F23F025C0F}"/>
              </a:ext>
            </a:extLst>
          </p:cNvPr>
          <p:cNvPicPr>
            <a:picLocks noChangeAspect="1"/>
          </p:cNvPicPr>
          <p:nvPr/>
        </p:nvPicPr>
        <p:blipFill>
          <a:blip r:embed="rId2"/>
          <a:stretch>
            <a:fillRect/>
          </a:stretch>
        </p:blipFill>
        <p:spPr>
          <a:xfrm>
            <a:off x="1304400" y="1806093"/>
            <a:ext cx="9583200" cy="2643125"/>
          </a:xfrm>
          <a:prstGeom prst="rect">
            <a:avLst/>
          </a:prstGeom>
        </p:spPr>
      </p:pic>
    </p:spTree>
    <p:extLst>
      <p:ext uri="{BB962C8B-B14F-4D97-AF65-F5344CB8AC3E}">
        <p14:creationId xmlns:p14="http://schemas.microsoft.com/office/powerpoint/2010/main" val="6893462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650EC-86F0-9954-84D1-67BEC0CD8C7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84B9274-2778-BC41-4140-166294EBA476}"/>
              </a:ext>
            </a:extLst>
          </p:cNvPr>
          <p:cNvSpPr txBox="1">
            <a:spLocks/>
          </p:cNvSpPr>
          <p:nvPr/>
        </p:nvSpPr>
        <p:spPr>
          <a:xfrm>
            <a:off x="1213343" y="1152144"/>
            <a:ext cx="9765311" cy="68988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TSAUNAP  - </a:t>
            </a:r>
            <a:r>
              <a:rPr lang="es-ES" sz="3200" dirty="0"/>
              <a:t>Desaplicación de pago de alumno</a:t>
            </a:r>
            <a:endParaRPr lang="es-CL" dirty="0"/>
          </a:p>
        </p:txBody>
      </p:sp>
      <p:sp>
        <p:nvSpPr>
          <p:cNvPr id="9" name="Rectangle: Rounded Corners 10">
            <a:extLst>
              <a:ext uri="{FF2B5EF4-FFF2-40B4-BE49-F238E27FC236}">
                <a16:creationId xmlns:a16="http://schemas.microsoft.com/office/drawing/2014/main" id="{0C0FB035-C08B-DA33-7282-9DED181E28E3}"/>
              </a:ext>
            </a:extLst>
          </p:cNvPr>
          <p:cNvSpPr/>
          <p:nvPr/>
        </p:nvSpPr>
        <p:spPr>
          <a:xfrm>
            <a:off x="1304400" y="4322617"/>
            <a:ext cx="9583200" cy="91218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r>
              <a:rPr lang="es-ES" sz="1200" b="1" dirty="0"/>
              <a:t>1.</a:t>
            </a:r>
            <a:r>
              <a:rPr lang="es-ES" sz="1200" dirty="0"/>
              <a:t> La página administrativa se utiliza para reversar una aplicación en particular de pago realizada. Para ello se han de identificar la o las transacciones a desaplicar, ya sea indicando el número de transacción, el periodo académico o la fecha de aplicación. De igual forma, si la aplicación </a:t>
            </a:r>
            <a:r>
              <a:rPr lang="es-CO" sz="1200" dirty="0"/>
              <a:t>se hizo uniendo directamente el número de pago con el número de cargo, se debe activar el indicador de “pago directo”</a:t>
            </a:r>
            <a:endParaRPr lang="es-ES" sz="1200" dirty="0"/>
          </a:p>
        </p:txBody>
      </p:sp>
      <p:pic>
        <p:nvPicPr>
          <p:cNvPr id="5" name="Imagen 4">
            <a:extLst>
              <a:ext uri="{FF2B5EF4-FFF2-40B4-BE49-F238E27FC236}">
                <a16:creationId xmlns:a16="http://schemas.microsoft.com/office/drawing/2014/main" id="{35CB4BF9-1846-85A8-71DE-A148F3818B08}"/>
              </a:ext>
            </a:extLst>
          </p:cNvPr>
          <p:cNvPicPr>
            <a:picLocks noChangeAspect="1"/>
          </p:cNvPicPr>
          <p:nvPr/>
        </p:nvPicPr>
        <p:blipFill>
          <a:blip r:embed="rId2"/>
          <a:stretch>
            <a:fillRect/>
          </a:stretch>
        </p:blipFill>
        <p:spPr>
          <a:xfrm>
            <a:off x="1304399" y="1980616"/>
            <a:ext cx="9583200" cy="2047479"/>
          </a:xfrm>
          <a:prstGeom prst="rect">
            <a:avLst/>
          </a:prstGeom>
        </p:spPr>
      </p:pic>
      <p:pic>
        <p:nvPicPr>
          <p:cNvPr id="4" name="Imagen 3">
            <a:extLst>
              <a:ext uri="{FF2B5EF4-FFF2-40B4-BE49-F238E27FC236}">
                <a16:creationId xmlns:a16="http://schemas.microsoft.com/office/drawing/2014/main" id="{C0F9A09B-3331-91D4-726C-EAA54E0646BC}"/>
              </a:ext>
            </a:extLst>
          </p:cNvPr>
          <p:cNvPicPr>
            <a:picLocks noChangeAspect="1"/>
          </p:cNvPicPr>
          <p:nvPr/>
        </p:nvPicPr>
        <p:blipFill>
          <a:blip r:embed="rId3"/>
          <a:stretch>
            <a:fillRect/>
          </a:stretch>
        </p:blipFill>
        <p:spPr>
          <a:xfrm>
            <a:off x="1088287" y="3329528"/>
            <a:ext cx="162000" cy="162000"/>
          </a:xfrm>
          <a:prstGeom prst="rect">
            <a:avLst/>
          </a:prstGeom>
        </p:spPr>
      </p:pic>
    </p:spTree>
    <p:extLst>
      <p:ext uri="{BB962C8B-B14F-4D97-AF65-F5344CB8AC3E}">
        <p14:creationId xmlns:p14="http://schemas.microsoft.com/office/powerpoint/2010/main" val="21491120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0A765-A120-33AC-A3AF-E1DA48C0A15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155A143-27FD-A7D4-6865-BC943EBC8A26}"/>
              </a:ext>
            </a:extLst>
          </p:cNvPr>
          <p:cNvSpPr txBox="1">
            <a:spLocks/>
          </p:cNvSpPr>
          <p:nvPr/>
        </p:nvSpPr>
        <p:spPr>
          <a:xfrm>
            <a:off x="1232246" y="764538"/>
            <a:ext cx="9727503" cy="58709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TSAUNAP  - </a:t>
            </a:r>
            <a:r>
              <a:rPr lang="es-ES" sz="3200" dirty="0"/>
              <a:t>Desaplicación de pago de alumno</a:t>
            </a:r>
            <a:endParaRPr lang="es-CL" dirty="0"/>
          </a:p>
        </p:txBody>
      </p:sp>
      <p:pic>
        <p:nvPicPr>
          <p:cNvPr id="4" name="Imagen 3">
            <a:extLst>
              <a:ext uri="{FF2B5EF4-FFF2-40B4-BE49-F238E27FC236}">
                <a16:creationId xmlns:a16="http://schemas.microsoft.com/office/drawing/2014/main" id="{D85C68A6-289E-2A8D-7D54-567F0EF3A538}"/>
              </a:ext>
            </a:extLst>
          </p:cNvPr>
          <p:cNvPicPr>
            <a:picLocks noChangeAspect="1"/>
          </p:cNvPicPr>
          <p:nvPr/>
        </p:nvPicPr>
        <p:blipFill>
          <a:blip r:embed="rId2"/>
          <a:stretch>
            <a:fillRect/>
          </a:stretch>
        </p:blipFill>
        <p:spPr>
          <a:xfrm>
            <a:off x="1304398" y="1689164"/>
            <a:ext cx="9583200" cy="2226906"/>
          </a:xfrm>
          <a:prstGeom prst="rect">
            <a:avLst/>
          </a:prstGeom>
        </p:spPr>
      </p:pic>
      <p:pic>
        <p:nvPicPr>
          <p:cNvPr id="6" name="Imagen 5">
            <a:extLst>
              <a:ext uri="{FF2B5EF4-FFF2-40B4-BE49-F238E27FC236}">
                <a16:creationId xmlns:a16="http://schemas.microsoft.com/office/drawing/2014/main" id="{45242297-AA4E-1EC8-C35B-D7B30D6208B9}"/>
              </a:ext>
            </a:extLst>
          </p:cNvPr>
          <p:cNvPicPr>
            <a:picLocks noChangeAspect="1"/>
          </p:cNvPicPr>
          <p:nvPr/>
        </p:nvPicPr>
        <p:blipFill>
          <a:blip r:embed="rId3"/>
          <a:stretch>
            <a:fillRect/>
          </a:stretch>
        </p:blipFill>
        <p:spPr>
          <a:xfrm>
            <a:off x="1304398" y="3791273"/>
            <a:ext cx="9583200" cy="460634"/>
          </a:xfrm>
          <a:prstGeom prst="rect">
            <a:avLst/>
          </a:prstGeom>
        </p:spPr>
      </p:pic>
      <p:pic>
        <p:nvPicPr>
          <p:cNvPr id="8" name="Imagen 7">
            <a:extLst>
              <a:ext uri="{FF2B5EF4-FFF2-40B4-BE49-F238E27FC236}">
                <a16:creationId xmlns:a16="http://schemas.microsoft.com/office/drawing/2014/main" id="{85324653-A10A-0EBF-4F17-49B4204871C4}"/>
              </a:ext>
            </a:extLst>
          </p:cNvPr>
          <p:cNvPicPr>
            <a:picLocks noChangeAspect="1"/>
          </p:cNvPicPr>
          <p:nvPr/>
        </p:nvPicPr>
        <p:blipFill>
          <a:blip r:embed="rId4"/>
          <a:stretch>
            <a:fillRect/>
          </a:stretch>
        </p:blipFill>
        <p:spPr>
          <a:xfrm>
            <a:off x="10160303" y="3949826"/>
            <a:ext cx="162000" cy="162000"/>
          </a:xfrm>
          <a:prstGeom prst="rect">
            <a:avLst/>
          </a:prstGeom>
        </p:spPr>
      </p:pic>
      <p:pic>
        <p:nvPicPr>
          <p:cNvPr id="11" name="Imagen 10">
            <a:extLst>
              <a:ext uri="{FF2B5EF4-FFF2-40B4-BE49-F238E27FC236}">
                <a16:creationId xmlns:a16="http://schemas.microsoft.com/office/drawing/2014/main" id="{3BC33029-E015-6162-45AD-41DB6E663E05}"/>
              </a:ext>
            </a:extLst>
          </p:cNvPr>
          <p:cNvPicPr>
            <a:picLocks noChangeAspect="1"/>
          </p:cNvPicPr>
          <p:nvPr/>
        </p:nvPicPr>
        <p:blipFill>
          <a:blip r:embed="rId5"/>
          <a:stretch>
            <a:fillRect/>
          </a:stretch>
        </p:blipFill>
        <p:spPr>
          <a:xfrm>
            <a:off x="7243186" y="2183968"/>
            <a:ext cx="162000" cy="162000"/>
          </a:xfrm>
          <a:prstGeom prst="rect">
            <a:avLst/>
          </a:prstGeom>
        </p:spPr>
      </p:pic>
      <p:sp>
        <p:nvSpPr>
          <p:cNvPr id="12" name="Rectangle: Rounded Corners 10">
            <a:extLst>
              <a:ext uri="{FF2B5EF4-FFF2-40B4-BE49-F238E27FC236}">
                <a16:creationId xmlns:a16="http://schemas.microsoft.com/office/drawing/2014/main" id="{FF3C9D00-E7CD-6AE2-18CB-3CD28158A812}"/>
              </a:ext>
            </a:extLst>
          </p:cNvPr>
          <p:cNvSpPr/>
          <p:nvPr/>
        </p:nvSpPr>
        <p:spPr>
          <a:xfrm>
            <a:off x="1304398" y="4589439"/>
            <a:ext cx="6407966" cy="46063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r>
              <a:rPr lang="es-CO" sz="1200" b="1" dirty="0"/>
              <a:t>2. </a:t>
            </a:r>
            <a:r>
              <a:rPr lang="es-CO" sz="1200" dirty="0"/>
              <a:t>Al finalizar de diligenciar los campos, se presiona el botón Guardar o presionar la tecla F10.</a:t>
            </a:r>
            <a:endParaRPr lang="es-ES" sz="1200" dirty="0"/>
          </a:p>
        </p:txBody>
      </p:sp>
      <p:sp>
        <p:nvSpPr>
          <p:cNvPr id="14" name="Rectangle: Rounded Corners 10">
            <a:extLst>
              <a:ext uri="{FF2B5EF4-FFF2-40B4-BE49-F238E27FC236}">
                <a16:creationId xmlns:a16="http://schemas.microsoft.com/office/drawing/2014/main" id="{4B6E4D4F-2F3D-7E21-7ED0-AD599B5989C0}"/>
              </a:ext>
            </a:extLst>
          </p:cNvPr>
          <p:cNvSpPr/>
          <p:nvPr/>
        </p:nvSpPr>
        <p:spPr>
          <a:xfrm>
            <a:off x="1304398" y="5236578"/>
            <a:ext cx="7728766" cy="46063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r>
              <a:rPr lang="es-CO" sz="1200" b="1" dirty="0"/>
              <a:t>3. </a:t>
            </a:r>
            <a:r>
              <a:rPr lang="es-CO" sz="1200" dirty="0"/>
              <a:t>Con la aplicación se genera mensaje con la confirmación de “todas las transacciones han sido desaplicadas”.</a:t>
            </a:r>
            <a:endParaRPr lang="es-ES" sz="1200" dirty="0"/>
          </a:p>
        </p:txBody>
      </p:sp>
    </p:spTree>
    <p:extLst>
      <p:ext uri="{BB962C8B-B14F-4D97-AF65-F5344CB8AC3E}">
        <p14:creationId xmlns:p14="http://schemas.microsoft.com/office/powerpoint/2010/main" val="4083082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97212-0677-46FF-B05B-5AD8E997A00D}"/>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9DF84B58-B814-7710-A12D-09C31935D505}"/>
              </a:ext>
            </a:extLst>
          </p:cNvPr>
          <p:cNvSpPr/>
          <p:nvPr/>
        </p:nvSpPr>
        <p:spPr>
          <a:xfrm>
            <a:off x="1304399" y="5155411"/>
            <a:ext cx="9123607" cy="4917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4. Tras la desaplicación de la transacción número 3, las transacciones involucradas vuelven a tener los saldos iniciales.</a:t>
            </a:r>
            <a:endParaRPr lang="es-419" sz="1200" dirty="0">
              <a:cs typeface="Arial"/>
            </a:endParaRPr>
          </a:p>
        </p:txBody>
      </p:sp>
      <p:pic>
        <p:nvPicPr>
          <p:cNvPr id="4" name="Imagen 3">
            <a:extLst>
              <a:ext uri="{FF2B5EF4-FFF2-40B4-BE49-F238E27FC236}">
                <a16:creationId xmlns:a16="http://schemas.microsoft.com/office/drawing/2014/main" id="{E3AD1DAC-3CDE-71AB-CF1F-F6C25FD23FF6}"/>
              </a:ext>
            </a:extLst>
          </p:cNvPr>
          <p:cNvPicPr>
            <a:picLocks noChangeAspect="1"/>
          </p:cNvPicPr>
          <p:nvPr/>
        </p:nvPicPr>
        <p:blipFill>
          <a:blip r:embed="rId2"/>
          <a:stretch>
            <a:fillRect/>
          </a:stretch>
        </p:blipFill>
        <p:spPr>
          <a:xfrm>
            <a:off x="1304398" y="1495119"/>
            <a:ext cx="9583200" cy="3550628"/>
          </a:xfrm>
          <a:prstGeom prst="rect">
            <a:avLst/>
          </a:prstGeom>
        </p:spPr>
      </p:pic>
      <p:sp>
        <p:nvSpPr>
          <p:cNvPr id="5" name="Título 3">
            <a:extLst>
              <a:ext uri="{FF2B5EF4-FFF2-40B4-BE49-F238E27FC236}">
                <a16:creationId xmlns:a16="http://schemas.microsoft.com/office/drawing/2014/main" id="{23B00F39-E3FB-75C9-0E68-AA19DB43946C}"/>
              </a:ext>
            </a:extLst>
          </p:cNvPr>
          <p:cNvSpPr txBox="1">
            <a:spLocks/>
          </p:cNvSpPr>
          <p:nvPr/>
        </p:nvSpPr>
        <p:spPr>
          <a:xfrm>
            <a:off x="1232247" y="486743"/>
            <a:ext cx="9727503" cy="8987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TSAAREV - Revisión de detalle de cuenta -</a:t>
            </a:r>
          </a:p>
          <a:p>
            <a:r>
              <a:rPr lang="es-CO" sz="3200" dirty="0"/>
              <a:t>alumno</a:t>
            </a:r>
            <a:endParaRPr lang="es-CL" dirty="0"/>
          </a:p>
        </p:txBody>
      </p:sp>
      <p:pic>
        <p:nvPicPr>
          <p:cNvPr id="7" name="Imagen 6">
            <a:extLst>
              <a:ext uri="{FF2B5EF4-FFF2-40B4-BE49-F238E27FC236}">
                <a16:creationId xmlns:a16="http://schemas.microsoft.com/office/drawing/2014/main" id="{5CAA39CB-D48D-114F-5C41-4A65BE548374}"/>
              </a:ext>
            </a:extLst>
          </p:cNvPr>
          <p:cNvPicPr>
            <a:picLocks noChangeAspect="1"/>
          </p:cNvPicPr>
          <p:nvPr/>
        </p:nvPicPr>
        <p:blipFill>
          <a:blip r:embed="rId3"/>
          <a:stretch>
            <a:fillRect/>
          </a:stretch>
        </p:blipFill>
        <p:spPr>
          <a:xfrm>
            <a:off x="6132942" y="2487196"/>
            <a:ext cx="162000" cy="162000"/>
          </a:xfrm>
          <a:prstGeom prst="rect">
            <a:avLst/>
          </a:prstGeom>
        </p:spPr>
      </p:pic>
    </p:spTree>
    <p:extLst>
      <p:ext uri="{BB962C8B-B14F-4D97-AF65-F5344CB8AC3E}">
        <p14:creationId xmlns:p14="http://schemas.microsoft.com/office/powerpoint/2010/main" val="15518351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475218"/>
            <a:ext cx="2361877" cy="6066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2133866"/>
            <a:ext cx="11118458" cy="402258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endParaRPr lang="es-419" sz="2000" dirty="0">
              <a:latin typeface="Helvetica Neue" panose="02000503000000020004" pitchFamily="2" charset="0"/>
            </a:endParaRPr>
          </a:p>
        </p:txBody>
      </p:sp>
      <p:sp>
        <p:nvSpPr>
          <p:cNvPr id="7" name="CuadroTexto 6">
            <a:extLst>
              <a:ext uri="{FF2B5EF4-FFF2-40B4-BE49-F238E27FC236}">
                <a16:creationId xmlns:a16="http://schemas.microsoft.com/office/drawing/2014/main" id="{231D38CA-9DC6-E135-9110-73BD25342A9C}"/>
              </a:ext>
            </a:extLst>
          </p:cNvPr>
          <p:cNvSpPr txBox="1"/>
          <p:nvPr/>
        </p:nvSpPr>
        <p:spPr>
          <a:xfrm>
            <a:off x="463619" y="2371477"/>
            <a:ext cx="10796778" cy="1938992"/>
          </a:xfrm>
          <a:prstGeom prst="rect">
            <a:avLst/>
          </a:prstGeom>
          <a:noFill/>
        </p:spPr>
        <p:txBody>
          <a:bodyPr wrap="square">
            <a:spAutoFit/>
          </a:bodyPr>
          <a:lstStyle/>
          <a:p>
            <a:r>
              <a:rPr lang="es-ES" sz="2400" dirty="0"/>
              <a:t>Gestionar la </a:t>
            </a:r>
            <a:r>
              <a:rPr lang="es-ES" sz="2400"/>
              <a:t>Cuenta Corriente:</a:t>
            </a:r>
          </a:p>
          <a:p>
            <a:pPr marL="285750" indent="-285750">
              <a:buBlip>
                <a:blip r:embed="rId2"/>
              </a:buBlip>
            </a:pPr>
            <a:r>
              <a:rPr lang="es-ES" sz="2400" dirty="0"/>
              <a:t>Se define la configuración y se realiza el proceso de reembolsos.</a:t>
            </a:r>
          </a:p>
          <a:p>
            <a:pPr marL="285750" indent="-285750">
              <a:buBlip>
                <a:blip r:embed="rId2"/>
              </a:buBlip>
            </a:pPr>
            <a:r>
              <a:rPr lang="es-ES" sz="2400" dirty="0"/>
              <a:t>Se define la configuración por retenciones de morosidad.</a:t>
            </a:r>
          </a:p>
          <a:p>
            <a:pPr marL="285750" indent="-285750">
              <a:buBlip>
                <a:blip r:embed="rId2"/>
              </a:buBlip>
            </a:pPr>
            <a:r>
              <a:rPr lang="es-ES" sz="2400" dirty="0"/>
              <a:t>Se define la configuración y se realiza el proceso de cheques devueltos.</a:t>
            </a:r>
          </a:p>
          <a:p>
            <a:pPr marL="285750" indent="-285750">
              <a:buBlip>
                <a:blip r:embed="rId2"/>
              </a:buBlip>
            </a:pPr>
            <a:r>
              <a:rPr lang="es-ES" sz="2400" dirty="0"/>
              <a:t>Se definen la aplicación y desaplicación de transacciones.</a:t>
            </a:r>
          </a:p>
        </p:txBody>
      </p:sp>
    </p:spTree>
    <p:extLst>
      <p:ext uri="{BB962C8B-B14F-4D97-AF65-F5344CB8AC3E}">
        <p14:creationId xmlns:p14="http://schemas.microsoft.com/office/powerpoint/2010/main" val="29008127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dirty="0"/>
              <a:t>faver.herreramejia@ellucian.com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12762</TotalTime>
  <Words>4367</Words>
  <Application>Microsoft Office PowerPoint</Application>
  <PresentationFormat>Widescreen</PresentationFormat>
  <Paragraphs>431</Paragraphs>
  <Slides>96</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96</vt:i4>
      </vt:variant>
    </vt:vector>
  </HeadingPairs>
  <TitlesOfParts>
    <vt:vector size="105" baseType="lpstr">
      <vt:lpstr>Aptos</vt:lpstr>
      <vt:lpstr>Aptos Display</vt:lpstr>
      <vt:lpstr>Arial</vt:lpstr>
      <vt:lpstr>Century Gothic</vt:lpstr>
      <vt:lpstr>Courier New</vt:lpstr>
      <vt:lpstr>Helvetica Neue</vt:lpstr>
      <vt:lpstr>Wingdings</vt:lpstr>
      <vt:lpstr>Ellucian Main Layouts</vt:lpstr>
      <vt:lpstr>2_Ellucian Main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367</cp:revision>
  <dcterms:created xsi:type="dcterms:W3CDTF">2024-12-23T17:11:20Z</dcterms:created>
  <dcterms:modified xsi:type="dcterms:W3CDTF">2026-07-15T22:25:42Z</dcterms:modified>
</cp:coreProperties>
</file>