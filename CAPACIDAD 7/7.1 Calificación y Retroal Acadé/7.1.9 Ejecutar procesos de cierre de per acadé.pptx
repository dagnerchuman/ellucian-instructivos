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3764" r:id="rId2"/>
  </p:sldMasterIdLst>
  <p:notesMasterIdLst>
    <p:notesMasterId r:id="rId85"/>
  </p:notesMasterIdLst>
  <p:handoutMasterIdLst>
    <p:handoutMasterId r:id="rId86"/>
  </p:handoutMasterIdLst>
  <p:sldIdLst>
    <p:sldId id="1559" r:id="rId3"/>
    <p:sldId id="423" r:id="rId4"/>
    <p:sldId id="1174" r:id="rId5"/>
    <p:sldId id="523" r:id="rId6"/>
    <p:sldId id="1250" r:id="rId7"/>
    <p:sldId id="1251" r:id="rId8"/>
    <p:sldId id="1259" r:id="rId9"/>
    <p:sldId id="1292" r:id="rId10"/>
    <p:sldId id="1119" r:id="rId11"/>
    <p:sldId id="1560" r:id="rId12"/>
    <p:sldId id="1459" r:id="rId13"/>
    <p:sldId id="1494" r:id="rId14"/>
    <p:sldId id="1496" r:id="rId15"/>
    <p:sldId id="1495" r:id="rId16"/>
    <p:sldId id="1497" r:id="rId17"/>
    <p:sldId id="1561" r:id="rId18"/>
    <p:sldId id="1426" r:id="rId19"/>
    <p:sldId id="1498" r:id="rId20"/>
    <p:sldId id="1499" r:id="rId21"/>
    <p:sldId id="1330" r:id="rId22"/>
    <p:sldId id="1562" r:id="rId23"/>
    <p:sldId id="1432" r:id="rId24"/>
    <p:sldId id="1500" r:id="rId25"/>
    <p:sldId id="1502" r:id="rId26"/>
    <p:sldId id="1504" r:id="rId27"/>
    <p:sldId id="1505" r:id="rId28"/>
    <p:sldId id="1506" r:id="rId29"/>
    <p:sldId id="1507" r:id="rId30"/>
    <p:sldId id="1508" r:id="rId31"/>
    <p:sldId id="1509" r:id="rId32"/>
    <p:sldId id="1563" r:id="rId33"/>
    <p:sldId id="1510" r:id="rId34"/>
    <p:sldId id="1511" r:id="rId35"/>
    <p:sldId id="1512" r:id="rId36"/>
    <p:sldId id="1513" r:id="rId37"/>
    <p:sldId id="1392" r:id="rId38"/>
    <p:sldId id="1564" r:id="rId39"/>
    <p:sldId id="1447" r:id="rId40"/>
    <p:sldId id="1514" r:id="rId41"/>
    <p:sldId id="1515" r:id="rId42"/>
    <p:sldId id="1516" r:id="rId43"/>
    <p:sldId id="1518" r:id="rId44"/>
    <p:sldId id="1519" r:id="rId45"/>
    <p:sldId id="1520" r:id="rId46"/>
    <p:sldId id="1521" r:id="rId47"/>
    <p:sldId id="1522" r:id="rId48"/>
    <p:sldId id="1565" r:id="rId49"/>
    <p:sldId id="1471" r:id="rId50"/>
    <p:sldId id="1524" r:id="rId51"/>
    <p:sldId id="1525" r:id="rId52"/>
    <p:sldId id="1526" r:id="rId53"/>
    <p:sldId id="1527" r:id="rId54"/>
    <p:sldId id="1528" r:id="rId55"/>
    <p:sldId id="1529" r:id="rId56"/>
    <p:sldId id="1530" r:id="rId57"/>
    <p:sldId id="1531" r:id="rId58"/>
    <p:sldId id="1532" r:id="rId59"/>
    <p:sldId id="1533" r:id="rId60"/>
    <p:sldId id="1534" r:id="rId61"/>
    <p:sldId id="1539" r:id="rId62"/>
    <p:sldId id="1535" r:id="rId63"/>
    <p:sldId id="1541" r:id="rId64"/>
    <p:sldId id="1542" r:id="rId65"/>
    <p:sldId id="1540" r:id="rId66"/>
    <p:sldId id="1538" r:id="rId67"/>
    <p:sldId id="1554" r:id="rId68"/>
    <p:sldId id="1537" r:id="rId69"/>
    <p:sldId id="1543" r:id="rId70"/>
    <p:sldId id="1555" r:id="rId71"/>
    <p:sldId id="1544" r:id="rId72"/>
    <p:sldId id="1545" r:id="rId73"/>
    <p:sldId id="1546" r:id="rId74"/>
    <p:sldId id="1547" r:id="rId75"/>
    <p:sldId id="1548" r:id="rId76"/>
    <p:sldId id="1550" r:id="rId77"/>
    <p:sldId id="1551" r:id="rId78"/>
    <p:sldId id="1556" r:id="rId79"/>
    <p:sldId id="1553" r:id="rId80"/>
    <p:sldId id="1557" r:id="rId81"/>
    <p:sldId id="1558" r:id="rId82"/>
    <p:sldId id="1552" r:id="rId83"/>
    <p:sldId id="322"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5D7665-AE19-4548-B165-57FDE609F58B}" v="1" dt="2026-07-15T17:31:51.0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32"/>
      </p:cViewPr>
      <p:guideLst/>
    </p:cSldViewPr>
  </p:slideViewPr>
  <p:notesTextViewPr>
    <p:cViewPr>
      <p:scale>
        <a:sx n="1" d="1"/>
        <a:sy n="1" d="1"/>
      </p:scale>
      <p:origin x="0" y="0"/>
    </p:cViewPr>
  </p:notesTextViewPr>
  <p:notesViewPr>
    <p:cSldViewPr snapToGrid="0">
      <p:cViewPr varScale="1">
        <p:scale>
          <a:sx n="81" d="100"/>
          <a:sy n="81" d="100"/>
        </p:scale>
        <p:origin x="2952"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tableStyles" Target="tableStyle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microsoft.com/office/2015/10/relationships/revisionInfo" Target="revisionInfo.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Molina" userId="20636364146_tp_box_2" providerId="OAuth2" clId="{44CDD4FA-DF07-4B69-BC01-0B2B69272B43}"/>
    <pc:docChg chg="custSel modSld">
      <pc:chgData name="Sergio Molina" userId="20636364146_tp_box_2" providerId="OAuth2" clId="{44CDD4FA-DF07-4B69-BC01-0B2B69272B43}" dt="2026-07-15T17:36:05.075" v="51" actId="207"/>
      <pc:docMkLst>
        <pc:docMk/>
      </pc:docMkLst>
      <pc:sldChg chg="modSp mod">
        <pc:chgData name="Sergio Molina" userId="20636364146_tp_box_2" providerId="OAuth2" clId="{44CDD4FA-DF07-4B69-BC01-0B2B69272B43}" dt="2026-07-15T17:31:46.923" v="7" actId="207"/>
        <pc:sldMkLst>
          <pc:docMk/>
          <pc:sldMk cId="831502497" sldId="1426"/>
        </pc:sldMkLst>
        <pc:spChg chg="mod">
          <ac:chgData name="Sergio Molina" userId="20636364146_tp_box_2" providerId="OAuth2" clId="{44CDD4FA-DF07-4B69-BC01-0B2B69272B43}" dt="2026-07-15T17:31:46.923" v="7" actId="207"/>
          <ac:spMkLst>
            <pc:docMk/>
            <pc:sldMk cId="831502497" sldId="1426"/>
            <ac:spMk id="7" creationId="{4CD11950-A0E5-40E4-1AF0-6AC9C97BD09F}"/>
          </ac:spMkLst>
        </pc:spChg>
        <pc:spChg chg="mod">
          <ac:chgData name="Sergio Molina" userId="20636364146_tp_box_2" providerId="OAuth2" clId="{44CDD4FA-DF07-4B69-BC01-0B2B69272B43}" dt="2026-07-15T17:31:46.923" v="7" actId="207"/>
          <ac:spMkLst>
            <pc:docMk/>
            <pc:sldMk cId="831502497" sldId="1426"/>
            <ac:spMk id="18" creationId="{D688084F-7CB8-5863-5B72-C5FF5C08EF48}"/>
          </ac:spMkLst>
        </pc:spChg>
        <pc:picChg chg="mod">
          <ac:chgData name="Sergio Molina" userId="20636364146_tp_box_2" providerId="OAuth2" clId="{44CDD4FA-DF07-4B69-BC01-0B2B69272B43}" dt="2026-07-15T17:31:46.923" v="7" actId="207"/>
          <ac:picMkLst>
            <pc:docMk/>
            <pc:sldMk cId="831502497" sldId="1426"/>
            <ac:picMk id="4" creationId="{C2AAC9DA-924B-4F38-34ED-D5941C46B244}"/>
          </ac:picMkLst>
        </pc:picChg>
      </pc:sldChg>
      <pc:sldChg chg="modSp mod">
        <pc:chgData name="Sergio Molina" userId="20636364146_tp_box_2" providerId="OAuth2" clId="{44CDD4FA-DF07-4B69-BC01-0B2B69272B43}" dt="2026-07-15T17:32:05.553" v="12" actId="1076"/>
        <pc:sldMkLst>
          <pc:docMk/>
          <pc:sldMk cId="2605902010" sldId="1432"/>
        </pc:sldMkLst>
        <pc:spChg chg="mod">
          <ac:chgData name="Sergio Molina" userId="20636364146_tp_box_2" providerId="OAuth2" clId="{44CDD4FA-DF07-4B69-BC01-0B2B69272B43}" dt="2026-07-15T17:32:00.982" v="10" actId="207"/>
          <ac:spMkLst>
            <pc:docMk/>
            <pc:sldMk cId="2605902010" sldId="1432"/>
            <ac:spMk id="7" creationId="{CAFC0223-E49B-763B-034E-F2E8A46CC626}"/>
          </ac:spMkLst>
        </pc:spChg>
        <pc:spChg chg="mod">
          <ac:chgData name="Sergio Molina" userId="20636364146_tp_box_2" providerId="OAuth2" clId="{44CDD4FA-DF07-4B69-BC01-0B2B69272B43}" dt="2026-07-15T17:32:00.982" v="10" actId="207"/>
          <ac:spMkLst>
            <pc:docMk/>
            <pc:sldMk cId="2605902010" sldId="1432"/>
            <ac:spMk id="9" creationId="{D36D12ED-8AE0-009F-7B17-DE3A1DF01854}"/>
          </ac:spMkLst>
        </pc:spChg>
        <pc:spChg chg="mod">
          <ac:chgData name="Sergio Molina" userId="20636364146_tp_box_2" providerId="OAuth2" clId="{44CDD4FA-DF07-4B69-BC01-0B2B69272B43}" dt="2026-07-15T17:32:05.553" v="12" actId="1076"/>
          <ac:spMkLst>
            <pc:docMk/>
            <pc:sldMk cId="2605902010" sldId="1432"/>
            <ac:spMk id="16" creationId="{9AE2B93D-446A-1031-AC30-70B67943CB05}"/>
          </ac:spMkLst>
        </pc:spChg>
      </pc:sldChg>
      <pc:sldChg chg="modSp mod">
        <pc:chgData name="Sergio Molina" userId="20636364146_tp_box_2" providerId="OAuth2" clId="{44CDD4FA-DF07-4B69-BC01-0B2B69272B43}" dt="2026-07-15T17:33:30.330" v="22" actId="207"/>
        <pc:sldMkLst>
          <pc:docMk/>
          <pc:sldMk cId="584367518" sldId="1447"/>
        </pc:sldMkLst>
        <pc:spChg chg="mod">
          <ac:chgData name="Sergio Molina" userId="20636364146_tp_box_2" providerId="OAuth2" clId="{44CDD4FA-DF07-4B69-BC01-0B2B69272B43}" dt="2026-07-15T17:33:30.330" v="22" actId="207"/>
          <ac:spMkLst>
            <pc:docMk/>
            <pc:sldMk cId="584367518" sldId="1447"/>
            <ac:spMk id="7" creationId="{254F5290-414B-6449-7FE5-88581FBE6F07}"/>
          </ac:spMkLst>
        </pc:spChg>
        <pc:spChg chg="mod">
          <ac:chgData name="Sergio Molina" userId="20636364146_tp_box_2" providerId="OAuth2" clId="{44CDD4FA-DF07-4B69-BC01-0B2B69272B43}" dt="2026-07-15T17:33:30.330" v="22" actId="207"/>
          <ac:spMkLst>
            <pc:docMk/>
            <pc:sldMk cId="584367518" sldId="1447"/>
            <ac:spMk id="9" creationId="{32F6AF55-5F22-AE5B-4E1C-0B9EBF48DC9F}"/>
          </ac:spMkLst>
        </pc:spChg>
      </pc:sldChg>
      <pc:sldChg chg="modSp mod">
        <pc:chgData name="Sergio Molina" userId="20636364146_tp_box_2" providerId="OAuth2" clId="{44CDD4FA-DF07-4B69-BC01-0B2B69272B43}" dt="2026-07-15T17:31:12.186" v="0" actId="207"/>
        <pc:sldMkLst>
          <pc:docMk/>
          <pc:sldMk cId="3673797473" sldId="1459"/>
        </pc:sldMkLst>
        <pc:spChg chg="mod">
          <ac:chgData name="Sergio Molina" userId="20636364146_tp_box_2" providerId="OAuth2" clId="{44CDD4FA-DF07-4B69-BC01-0B2B69272B43}" dt="2026-07-15T17:31:12.186" v="0" actId="207"/>
          <ac:spMkLst>
            <pc:docMk/>
            <pc:sldMk cId="3673797473" sldId="1459"/>
            <ac:spMk id="8" creationId="{7D9CDA73-1C1D-BA4D-7055-A9D33B378225}"/>
          </ac:spMkLst>
        </pc:spChg>
        <pc:spChg chg="mod">
          <ac:chgData name="Sergio Molina" userId="20636364146_tp_box_2" providerId="OAuth2" clId="{44CDD4FA-DF07-4B69-BC01-0B2B69272B43}" dt="2026-07-15T17:31:12.186" v="0" actId="207"/>
          <ac:spMkLst>
            <pc:docMk/>
            <pc:sldMk cId="3673797473" sldId="1459"/>
            <ac:spMk id="12" creationId="{56EA32BA-F18E-4056-A028-E15ED94A4EEF}"/>
          </ac:spMkLst>
        </pc:spChg>
      </pc:sldChg>
      <pc:sldChg chg="modSp mod">
        <pc:chgData name="Sergio Molina" userId="20636364146_tp_box_2" providerId="OAuth2" clId="{44CDD4FA-DF07-4B69-BC01-0B2B69272B43}" dt="2026-07-15T17:34:13.222" v="29" actId="207"/>
        <pc:sldMkLst>
          <pc:docMk/>
          <pc:sldMk cId="720722400" sldId="1471"/>
        </pc:sldMkLst>
        <pc:spChg chg="mod">
          <ac:chgData name="Sergio Molina" userId="20636364146_tp_box_2" providerId="OAuth2" clId="{44CDD4FA-DF07-4B69-BC01-0B2B69272B43}" dt="2026-07-15T17:34:13.222" v="29" actId="207"/>
          <ac:spMkLst>
            <pc:docMk/>
            <pc:sldMk cId="720722400" sldId="1471"/>
            <ac:spMk id="6" creationId="{259B7C16-5877-C1DA-15D8-7761E7317B4E}"/>
          </ac:spMkLst>
        </pc:spChg>
        <pc:spChg chg="mod">
          <ac:chgData name="Sergio Molina" userId="20636364146_tp_box_2" providerId="OAuth2" clId="{44CDD4FA-DF07-4B69-BC01-0B2B69272B43}" dt="2026-07-15T17:34:13.222" v="29" actId="207"/>
          <ac:spMkLst>
            <pc:docMk/>
            <pc:sldMk cId="720722400" sldId="1471"/>
            <ac:spMk id="8" creationId="{1B166ABD-5631-FCD2-F2C4-CFBD65DC9CE5}"/>
          </ac:spMkLst>
        </pc:spChg>
      </pc:sldChg>
      <pc:sldChg chg="modSp mod">
        <pc:chgData name="Sergio Molina" userId="20636364146_tp_box_2" providerId="OAuth2" clId="{44CDD4FA-DF07-4B69-BC01-0B2B69272B43}" dt="2026-07-15T17:31:16.675" v="1" actId="207"/>
        <pc:sldMkLst>
          <pc:docMk/>
          <pc:sldMk cId="1038152236" sldId="1494"/>
        </pc:sldMkLst>
        <pc:spChg chg="mod">
          <ac:chgData name="Sergio Molina" userId="20636364146_tp_box_2" providerId="OAuth2" clId="{44CDD4FA-DF07-4B69-BC01-0B2B69272B43}" dt="2026-07-15T17:31:16.675" v="1" actId="207"/>
          <ac:spMkLst>
            <pc:docMk/>
            <pc:sldMk cId="1038152236" sldId="1494"/>
            <ac:spMk id="7" creationId="{40A43C74-8569-E68E-FF7C-971F028417D0}"/>
          </ac:spMkLst>
        </pc:spChg>
        <pc:spChg chg="mod">
          <ac:chgData name="Sergio Molina" userId="20636364146_tp_box_2" providerId="OAuth2" clId="{44CDD4FA-DF07-4B69-BC01-0B2B69272B43}" dt="2026-07-15T17:31:16.675" v="1" actId="207"/>
          <ac:spMkLst>
            <pc:docMk/>
            <pc:sldMk cId="1038152236" sldId="1494"/>
            <ac:spMk id="8" creationId="{7D9CDA73-1C1D-BA4D-7055-A9D33B378225}"/>
          </ac:spMkLst>
        </pc:spChg>
      </pc:sldChg>
      <pc:sldChg chg="modSp mod">
        <pc:chgData name="Sergio Molina" userId="20636364146_tp_box_2" providerId="OAuth2" clId="{44CDD4FA-DF07-4B69-BC01-0B2B69272B43}" dt="2026-07-15T17:31:33.547" v="4" actId="207"/>
        <pc:sldMkLst>
          <pc:docMk/>
          <pc:sldMk cId="522405555" sldId="1495"/>
        </pc:sldMkLst>
        <pc:spChg chg="mod">
          <ac:chgData name="Sergio Molina" userId="20636364146_tp_box_2" providerId="OAuth2" clId="{44CDD4FA-DF07-4B69-BC01-0B2B69272B43}" dt="2026-07-15T17:31:33.547" v="4" actId="207"/>
          <ac:spMkLst>
            <pc:docMk/>
            <pc:sldMk cId="522405555" sldId="1495"/>
            <ac:spMk id="2" creationId="{1E035F86-4236-D8B1-EDEA-71897C1DF3DB}"/>
          </ac:spMkLst>
        </pc:spChg>
      </pc:sldChg>
      <pc:sldChg chg="modSp mod">
        <pc:chgData name="Sergio Molina" userId="20636364146_tp_box_2" providerId="OAuth2" clId="{44CDD4FA-DF07-4B69-BC01-0B2B69272B43}" dt="2026-07-15T17:31:27.321" v="3" actId="1076"/>
        <pc:sldMkLst>
          <pc:docMk/>
          <pc:sldMk cId="3054242053" sldId="1496"/>
        </pc:sldMkLst>
        <pc:spChg chg="mod">
          <ac:chgData name="Sergio Molina" userId="20636364146_tp_box_2" providerId="OAuth2" clId="{44CDD4FA-DF07-4B69-BC01-0B2B69272B43}" dt="2026-07-15T17:31:26.455" v="2" actId="207"/>
          <ac:spMkLst>
            <pc:docMk/>
            <pc:sldMk cId="3054242053" sldId="1496"/>
            <ac:spMk id="2" creationId="{1E035F86-4236-D8B1-EDEA-71897C1DF3DB}"/>
          </ac:spMkLst>
        </pc:spChg>
        <pc:spChg chg="mod">
          <ac:chgData name="Sergio Molina" userId="20636364146_tp_box_2" providerId="OAuth2" clId="{44CDD4FA-DF07-4B69-BC01-0B2B69272B43}" dt="2026-07-15T17:31:26.455" v="2" actId="207"/>
          <ac:spMkLst>
            <pc:docMk/>
            <pc:sldMk cId="3054242053" sldId="1496"/>
            <ac:spMk id="8" creationId="{7D9CDA73-1C1D-BA4D-7055-A9D33B378225}"/>
          </ac:spMkLst>
        </pc:spChg>
        <pc:spChg chg="mod">
          <ac:chgData name="Sergio Molina" userId="20636364146_tp_box_2" providerId="OAuth2" clId="{44CDD4FA-DF07-4B69-BC01-0B2B69272B43}" dt="2026-07-15T17:31:26.455" v="2" actId="207"/>
          <ac:spMkLst>
            <pc:docMk/>
            <pc:sldMk cId="3054242053" sldId="1496"/>
            <ac:spMk id="10" creationId="{6482B127-B34D-D2F3-A113-E98DD0203976}"/>
          </ac:spMkLst>
        </pc:spChg>
        <pc:spChg chg="mod">
          <ac:chgData name="Sergio Molina" userId="20636364146_tp_box_2" providerId="OAuth2" clId="{44CDD4FA-DF07-4B69-BC01-0B2B69272B43}" dt="2026-07-15T17:31:26.455" v="2" actId="207"/>
          <ac:spMkLst>
            <pc:docMk/>
            <pc:sldMk cId="3054242053" sldId="1496"/>
            <ac:spMk id="14" creationId="{95B0AA2A-FAFD-041F-8D7F-27AB063FAEE2}"/>
          </ac:spMkLst>
        </pc:spChg>
        <pc:picChg chg="mod">
          <ac:chgData name="Sergio Molina" userId="20636364146_tp_box_2" providerId="OAuth2" clId="{44CDD4FA-DF07-4B69-BC01-0B2B69272B43}" dt="2026-07-15T17:31:27.321" v="3" actId="1076"/>
          <ac:picMkLst>
            <pc:docMk/>
            <pc:sldMk cId="3054242053" sldId="1496"/>
            <ac:picMk id="5" creationId="{40DD0C7B-28A2-60BD-81A7-65A8E4373F24}"/>
          </ac:picMkLst>
        </pc:picChg>
      </pc:sldChg>
      <pc:sldChg chg="modSp mod">
        <pc:chgData name="Sergio Molina" userId="20636364146_tp_box_2" providerId="OAuth2" clId="{44CDD4FA-DF07-4B69-BC01-0B2B69272B43}" dt="2026-07-15T17:31:41.595" v="6" actId="207"/>
        <pc:sldMkLst>
          <pc:docMk/>
          <pc:sldMk cId="1727883836" sldId="1497"/>
        </pc:sldMkLst>
        <pc:spChg chg="mod">
          <ac:chgData name="Sergio Molina" userId="20636364146_tp_box_2" providerId="OAuth2" clId="{44CDD4FA-DF07-4B69-BC01-0B2B69272B43}" dt="2026-07-15T17:31:38.859" v="5" actId="207"/>
          <ac:spMkLst>
            <pc:docMk/>
            <pc:sldMk cId="1727883836" sldId="1497"/>
            <ac:spMk id="2" creationId="{1E035F86-4236-D8B1-EDEA-71897C1DF3DB}"/>
          </ac:spMkLst>
        </pc:spChg>
        <pc:spChg chg="mod">
          <ac:chgData name="Sergio Molina" userId="20636364146_tp_box_2" providerId="OAuth2" clId="{44CDD4FA-DF07-4B69-BC01-0B2B69272B43}" dt="2026-07-15T17:31:38.859" v="5" actId="207"/>
          <ac:spMkLst>
            <pc:docMk/>
            <pc:sldMk cId="1727883836" sldId="1497"/>
            <ac:spMk id="7" creationId="{7BC5A923-28AB-653C-0A14-6F8D5F371B3D}"/>
          </ac:spMkLst>
        </pc:spChg>
        <pc:spChg chg="mod">
          <ac:chgData name="Sergio Molina" userId="20636364146_tp_box_2" providerId="OAuth2" clId="{44CDD4FA-DF07-4B69-BC01-0B2B69272B43}" dt="2026-07-15T17:31:38.859" v="5" actId="207"/>
          <ac:spMkLst>
            <pc:docMk/>
            <pc:sldMk cId="1727883836" sldId="1497"/>
            <ac:spMk id="9" creationId="{30F106BE-F24C-97C3-5234-51FDCB0043A5}"/>
          </ac:spMkLst>
        </pc:spChg>
        <pc:spChg chg="mod">
          <ac:chgData name="Sergio Molina" userId="20636364146_tp_box_2" providerId="OAuth2" clId="{44CDD4FA-DF07-4B69-BC01-0B2B69272B43}" dt="2026-07-15T17:31:41.595" v="6" actId="207"/>
          <ac:spMkLst>
            <pc:docMk/>
            <pc:sldMk cId="1727883836" sldId="1497"/>
            <ac:spMk id="12" creationId="{52F9176B-40A5-660A-D461-742E2B1542F0}"/>
          </ac:spMkLst>
        </pc:spChg>
        <pc:picChg chg="mod">
          <ac:chgData name="Sergio Molina" userId="20636364146_tp_box_2" providerId="OAuth2" clId="{44CDD4FA-DF07-4B69-BC01-0B2B69272B43}" dt="2026-07-15T17:31:38.859" v="5" actId="207"/>
          <ac:picMkLst>
            <pc:docMk/>
            <pc:sldMk cId="1727883836" sldId="1497"/>
            <ac:picMk id="15" creationId="{EE03026F-CE97-4203-650B-A26960E09FF4}"/>
          </ac:picMkLst>
        </pc:picChg>
      </pc:sldChg>
      <pc:sldChg chg="addSp modSp mod">
        <pc:chgData name="Sergio Molina" userId="20636364146_tp_box_2" providerId="OAuth2" clId="{44CDD4FA-DF07-4B69-BC01-0B2B69272B43}" dt="2026-07-15T17:31:53.670" v="9" actId="207"/>
        <pc:sldMkLst>
          <pc:docMk/>
          <pc:sldMk cId="2971175086" sldId="1499"/>
        </pc:sldMkLst>
        <pc:spChg chg="add mod">
          <ac:chgData name="Sergio Molina" userId="20636364146_tp_box_2" providerId="OAuth2" clId="{44CDD4FA-DF07-4B69-BC01-0B2B69272B43}" dt="2026-07-15T17:31:53.670" v="9" actId="207"/>
          <ac:spMkLst>
            <pc:docMk/>
            <pc:sldMk cId="2971175086" sldId="1499"/>
            <ac:spMk id="3" creationId="{B444C4FD-36A9-4C4D-55C1-5503FF140F5A}"/>
          </ac:spMkLst>
        </pc:spChg>
        <pc:spChg chg="add mod">
          <ac:chgData name="Sergio Molina" userId="20636364146_tp_box_2" providerId="OAuth2" clId="{44CDD4FA-DF07-4B69-BC01-0B2B69272B43}" dt="2026-07-15T17:31:53.670" v="9" actId="207"/>
          <ac:spMkLst>
            <pc:docMk/>
            <pc:sldMk cId="2971175086" sldId="1499"/>
            <ac:spMk id="7" creationId="{5B61F921-AF89-7092-BD8B-1CEED0FE2928}"/>
          </ac:spMkLst>
        </pc:spChg>
        <pc:spChg chg="mod">
          <ac:chgData name="Sergio Molina" userId="20636364146_tp_box_2" providerId="OAuth2" clId="{44CDD4FA-DF07-4B69-BC01-0B2B69272B43}" dt="2026-07-15T17:31:53.670" v="9" actId="207"/>
          <ac:spMkLst>
            <pc:docMk/>
            <pc:sldMk cId="2971175086" sldId="1499"/>
            <ac:spMk id="10" creationId="{F9E1159B-C981-FCBA-55CC-E34DED45ABAE}"/>
          </ac:spMkLst>
        </pc:spChg>
        <pc:spChg chg="add mod">
          <ac:chgData name="Sergio Molina" userId="20636364146_tp_box_2" providerId="OAuth2" clId="{44CDD4FA-DF07-4B69-BC01-0B2B69272B43}" dt="2026-07-15T17:31:53.670" v="9" actId="207"/>
          <ac:spMkLst>
            <pc:docMk/>
            <pc:sldMk cId="2971175086" sldId="1499"/>
            <ac:spMk id="11" creationId="{287B80BF-846C-258C-FBDD-CC7A46A6E1C0}"/>
          </ac:spMkLst>
        </pc:spChg>
      </pc:sldChg>
      <pc:sldChg chg="modSp mod">
        <pc:chgData name="Sergio Molina" userId="20636364146_tp_box_2" providerId="OAuth2" clId="{44CDD4FA-DF07-4B69-BC01-0B2B69272B43}" dt="2026-07-15T17:32:21.096" v="14" actId="207"/>
        <pc:sldMkLst>
          <pc:docMk/>
          <pc:sldMk cId="3243037930" sldId="1500"/>
        </pc:sldMkLst>
        <pc:spChg chg="mod">
          <ac:chgData name="Sergio Molina" userId="20636364146_tp_box_2" providerId="OAuth2" clId="{44CDD4FA-DF07-4B69-BC01-0B2B69272B43}" dt="2026-07-15T17:32:21.096" v="14" actId="207"/>
          <ac:spMkLst>
            <pc:docMk/>
            <pc:sldMk cId="3243037930" sldId="1500"/>
            <ac:spMk id="12" creationId="{0B624658-65A6-0DBF-8B79-743EA84246C5}"/>
          </ac:spMkLst>
        </pc:spChg>
        <pc:spChg chg="mod">
          <ac:chgData name="Sergio Molina" userId="20636364146_tp_box_2" providerId="OAuth2" clId="{44CDD4FA-DF07-4B69-BC01-0B2B69272B43}" dt="2026-07-15T17:32:21.096" v="14" actId="207"/>
          <ac:spMkLst>
            <pc:docMk/>
            <pc:sldMk cId="3243037930" sldId="1500"/>
            <ac:spMk id="17" creationId="{6728881E-A152-1076-93D7-749CA2F546E5}"/>
          </ac:spMkLst>
        </pc:spChg>
        <pc:spChg chg="mod">
          <ac:chgData name="Sergio Molina" userId="20636364146_tp_box_2" providerId="OAuth2" clId="{44CDD4FA-DF07-4B69-BC01-0B2B69272B43}" dt="2026-07-15T17:32:21.096" v="14" actId="207"/>
          <ac:spMkLst>
            <pc:docMk/>
            <pc:sldMk cId="3243037930" sldId="1500"/>
            <ac:spMk id="22" creationId="{A08CB3D5-E221-3846-D6F7-16EDD8AB70B4}"/>
          </ac:spMkLst>
        </pc:spChg>
      </pc:sldChg>
      <pc:sldChg chg="modSp mod">
        <pc:chgData name="Sergio Molina" userId="20636364146_tp_box_2" providerId="OAuth2" clId="{44CDD4FA-DF07-4B69-BC01-0B2B69272B43}" dt="2026-07-15T17:32:12.466" v="13" actId="207"/>
        <pc:sldMkLst>
          <pc:docMk/>
          <pc:sldMk cId="2815331820" sldId="1502"/>
        </pc:sldMkLst>
        <pc:graphicFrameChg chg="modGraphic">
          <ac:chgData name="Sergio Molina" userId="20636364146_tp_box_2" providerId="OAuth2" clId="{44CDD4FA-DF07-4B69-BC01-0B2B69272B43}" dt="2026-07-15T17:32:12.466" v="13" actId="207"/>
          <ac:graphicFrameMkLst>
            <pc:docMk/>
            <pc:sldMk cId="2815331820" sldId="1502"/>
            <ac:graphicFrameMk id="3" creationId="{2E96015D-1CEB-6CC4-3EE0-9E8BBA314906}"/>
          </ac:graphicFrameMkLst>
        </pc:graphicFrameChg>
      </pc:sldChg>
      <pc:sldChg chg="modSp mod">
        <pc:chgData name="Sergio Molina" userId="20636364146_tp_box_2" providerId="OAuth2" clId="{44CDD4FA-DF07-4B69-BC01-0B2B69272B43}" dt="2026-07-15T17:32:28.305" v="15" actId="207"/>
        <pc:sldMkLst>
          <pc:docMk/>
          <pc:sldMk cId="1684458582" sldId="1504"/>
        </pc:sldMkLst>
        <pc:spChg chg="mod">
          <ac:chgData name="Sergio Molina" userId="20636364146_tp_box_2" providerId="OAuth2" clId="{44CDD4FA-DF07-4B69-BC01-0B2B69272B43}" dt="2026-07-15T17:32:28.305" v="15" actId="207"/>
          <ac:spMkLst>
            <pc:docMk/>
            <pc:sldMk cId="1684458582" sldId="1504"/>
            <ac:spMk id="9" creationId="{5B1FB6D9-AE44-CF23-9261-4B7B48FDBCFE}"/>
          </ac:spMkLst>
        </pc:spChg>
        <pc:spChg chg="mod">
          <ac:chgData name="Sergio Molina" userId="20636364146_tp_box_2" providerId="OAuth2" clId="{44CDD4FA-DF07-4B69-BC01-0B2B69272B43}" dt="2026-07-15T17:32:28.305" v="15" actId="207"/>
          <ac:spMkLst>
            <pc:docMk/>
            <pc:sldMk cId="1684458582" sldId="1504"/>
            <ac:spMk id="12" creationId="{F31A0478-A041-5F69-5715-B6BAE4B282F6}"/>
          </ac:spMkLst>
        </pc:spChg>
        <pc:picChg chg="mod">
          <ac:chgData name="Sergio Molina" userId="20636364146_tp_box_2" providerId="OAuth2" clId="{44CDD4FA-DF07-4B69-BC01-0B2B69272B43}" dt="2026-07-15T17:32:28.305" v="15" actId="207"/>
          <ac:picMkLst>
            <pc:docMk/>
            <pc:sldMk cId="1684458582" sldId="1504"/>
            <ac:picMk id="3" creationId="{09E4B666-933F-E512-0934-D8143F4C2C0C}"/>
          </ac:picMkLst>
        </pc:picChg>
      </pc:sldChg>
      <pc:sldChg chg="modSp mod">
        <pc:chgData name="Sergio Molina" userId="20636364146_tp_box_2" providerId="OAuth2" clId="{44CDD4FA-DF07-4B69-BC01-0B2B69272B43}" dt="2026-07-15T17:32:38.600" v="16" actId="207"/>
        <pc:sldMkLst>
          <pc:docMk/>
          <pc:sldMk cId="4079879525" sldId="1506"/>
        </pc:sldMkLst>
        <pc:spChg chg="mod">
          <ac:chgData name="Sergio Molina" userId="20636364146_tp_box_2" providerId="OAuth2" clId="{44CDD4FA-DF07-4B69-BC01-0B2B69272B43}" dt="2026-07-15T17:32:38.600" v="16" actId="207"/>
          <ac:spMkLst>
            <pc:docMk/>
            <pc:sldMk cId="4079879525" sldId="1506"/>
            <ac:spMk id="9" creationId="{BFD29354-EF1A-DC7B-A951-CED896C47697}"/>
          </ac:spMkLst>
        </pc:spChg>
        <pc:spChg chg="mod">
          <ac:chgData name="Sergio Molina" userId="20636364146_tp_box_2" providerId="OAuth2" clId="{44CDD4FA-DF07-4B69-BC01-0B2B69272B43}" dt="2026-07-15T17:32:38.600" v="16" actId="207"/>
          <ac:spMkLst>
            <pc:docMk/>
            <pc:sldMk cId="4079879525" sldId="1506"/>
            <ac:spMk id="11" creationId="{A13616FF-732D-B4B0-4ED8-72A7E5C7E120}"/>
          </ac:spMkLst>
        </pc:spChg>
        <pc:picChg chg="mod">
          <ac:chgData name="Sergio Molina" userId="20636364146_tp_box_2" providerId="OAuth2" clId="{44CDD4FA-DF07-4B69-BC01-0B2B69272B43}" dt="2026-07-15T17:32:38.600" v="16" actId="207"/>
          <ac:picMkLst>
            <pc:docMk/>
            <pc:sldMk cId="4079879525" sldId="1506"/>
            <ac:picMk id="6" creationId="{DCB2C5FD-2CEC-6A50-FA40-F1298906FAE2}"/>
          </ac:picMkLst>
        </pc:picChg>
      </pc:sldChg>
      <pc:sldChg chg="modSp mod">
        <pc:chgData name="Sergio Molina" userId="20636364146_tp_box_2" providerId="OAuth2" clId="{44CDD4FA-DF07-4B69-BC01-0B2B69272B43}" dt="2026-07-15T17:32:44.284" v="17" actId="207"/>
        <pc:sldMkLst>
          <pc:docMk/>
          <pc:sldMk cId="2951015756" sldId="1507"/>
        </pc:sldMkLst>
        <pc:spChg chg="mod">
          <ac:chgData name="Sergio Molina" userId="20636364146_tp_box_2" providerId="OAuth2" clId="{44CDD4FA-DF07-4B69-BC01-0B2B69272B43}" dt="2026-07-15T17:32:44.284" v="17" actId="207"/>
          <ac:spMkLst>
            <pc:docMk/>
            <pc:sldMk cId="2951015756" sldId="1507"/>
            <ac:spMk id="17" creationId="{45EBCE9B-4E7A-7E38-2E1C-E58E8D39006E}"/>
          </ac:spMkLst>
        </pc:spChg>
        <pc:spChg chg="mod">
          <ac:chgData name="Sergio Molina" userId="20636364146_tp_box_2" providerId="OAuth2" clId="{44CDD4FA-DF07-4B69-BC01-0B2B69272B43}" dt="2026-07-15T17:32:44.284" v="17" actId="207"/>
          <ac:spMkLst>
            <pc:docMk/>
            <pc:sldMk cId="2951015756" sldId="1507"/>
            <ac:spMk id="19" creationId="{2B121877-4E07-F070-9C97-18BBDC7F5FBA}"/>
          </ac:spMkLst>
        </pc:spChg>
        <pc:spChg chg="mod">
          <ac:chgData name="Sergio Molina" userId="20636364146_tp_box_2" providerId="OAuth2" clId="{44CDD4FA-DF07-4B69-BC01-0B2B69272B43}" dt="2026-07-15T17:32:44.284" v="17" actId="207"/>
          <ac:spMkLst>
            <pc:docMk/>
            <pc:sldMk cId="2951015756" sldId="1507"/>
            <ac:spMk id="22" creationId="{924A6FBD-2047-DC2B-9F1B-D5D9D02DBE4D}"/>
          </ac:spMkLst>
        </pc:spChg>
      </pc:sldChg>
      <pc:sldChg chg="modSp mod">
        <pc:chgData name="Sergio Molina" userId="20636364146_tp_box_2" providerId="OAuth2" clId="{44CDD4FA-DF07-4B69-BC01-0B2B69272B43}" dt="2026-07-15T17:33:01.938" v="18" actId="207"/>
        <pc:sldMkLst>
          <pc:docMk/>
          <pc:sldMk cId="3687716201" sldId="1510"/>
        </pc:sldMkLst>
        <pc:spChg chg="mod">
          <ac:chgData name="Sergio Molina" userId="20636364146_tp_box_2" providerId="OAuth2" clId="{44CDD4FA-DF07-4B69-BC01-0B2B69272B43}" dt="2026-07-15T17:33:01.938" v="18" actId="207"/>
          <ac:spMkLst>
            <pc:docMk/>
            <pc:sldMk cId="3687716201" sldId="1510"/>
            <ac:spMk id="7" creationId="{B1E7E9A0-1EAE-F1A2-77FA-46C5B37C0734}"/>
          </ac:spMkLst>
        </pc:spChg>
        <pc:spChg chg="mod">
          <ac:chgData name="Sergio Molina" userId="20636364146_tp_box_2" providerId="OAuth2" clId="{44CDD4FA-DF07-4B69-BC01-0B2B69272B43}" dt="2026-07-15T17:33:01.938" v="18" actId="207"/>
          <ac:spMkLst>
            <pc:docMk/>
            <pc:sldMk cId="3687716201" sldId="1510"/>
            <ac:spMk id="9" creationId="{B741F5DE-F946-48B6-641A-5DA02C133D67}"/>
          </ac:spMkLst>
        </pc:spChg>
      </pc:sldChg>
      <pc:sldChg chg="modSp mod">
        <pc:chgData name="Sergio Molina" userId="20636364146_tp_box_2" providerId="OAuth2" clId="{44CDD4FA-DF07-4B69-BC01-0B2B69272B43}" dt="2026-07-15T17:33:06.608" v="19" actId="207"/>
        <pc:sldMkLst>
          <pc:docMk/>
          <pc:sldMk cId="879042827" sldId="1511"/>
        </pc:sldMkLst>
        <pc:spChg chg="mod">
          <ac:chgData name="Sergio Molina" userId="20636364146_tp_box_2" providerId="OAuth2" clId="{44CDD4FA-DF07-4B69-BC01-0B2B69272B43}" dt="2026-07-15T17:33:06.608" v="19" actId="207"/>
          <ac:spMkLst>
            <pc:docMk/>
            <pc:sldMk cId="879042827" sldId="1511"/>
            <ac:spMk id="7" creationId="{FEE26985-CE0D-CD84-0159-7C28CEE7820B}"/>
          </ac:spMkLst>
        </pc:spChg>
        <pc:spChg chg="mod">
          <ac:chgData name="Sergio Molina" userId="20636364146_tp_box_2" providerId="OAuth2" clId="{44CDD4FA-DF07-4B69-BC01-0B2B69272B43}" dt="2026-07-15T17:33:06.608" v="19" actId="207"/>
          <ac:spMkLst>
            <pc:docMk/>
            <pc:sldMk cId="879042827" sldId="1511"/>
            <ac:spMk id="9" creationId="{B741F5DE-F946-48B6-641A-5DA02C133D67}"/>
          </ac:spMkLst>
        </pc:spChg>
      </pc:sldChg>
      <pc:sldChg chg="modSp mod">
        <pc:chgData name="Sergio Molina" userId="20636364146_tp_box_2" providerId="OAuth2" clId="{44CDD4FA-DF07-4B69-BC01-0B2B69272B43}" dt="2026-07-15T17:33:10.917" v="20" actId="207"/>
        <pc:sldMkLst>
          <pc:docMk/>
          <pc:sldMk cId="3458614237" sldId="1512"/>
        </pc:sldMkLst>
        <pc:spChg chg="mod">
          <ac:chgData name="Sergio Molina" userId="20636364146_tp_box_2" providerId="OAuth2" clId="{44CDD4FA-DF07-4B69-BC01-0B2B69272B43}" dt="2026-07-15T17:33:10.917" v="20" actId="207"/>
          <ac:spMkLst>
            <pc:docMk/>
            <pc:sldMk cId="3458614237" sldId="1512"/>
            <ac:spMk id="7" creationId="{FEE26985-CE0D-CD84-0159-7C28CEE7820B}"/>
          </ac:spMkLst>
        </pc:spChg>
        <pc:spChg chg="mod">
          <ac:chgData name="Sergio Molina" userId="20636364146_tp_box_2" providerId="OAuth2" clId="{44CDD4FA-DF07-4B69-BC01-0B2B69272B43}" dt="2026-07-15T17:33:10.917" v="20" actId="207"/>
          <ac:spMkLst>
            <pc:docMk/>
            <pc:sldMk cId="3458614237" sldId="1512"/>
            <ac:spMk id="9" creationId="{B741F5DE-F946-48B6-641A-5DA02C133D67}"/>
          </ac:spMkLst>
        </pc:spChg>
      </pc:sldChg>
      <pc:sldChg chg="modSp mod">
        <pc:chgData name="Sergio Molina" userId="20636364146_tp_box_2" providerId="OAuth2" clId="{44CDD4FA-DF07-4B69-BC01-0B2B69272B43}" dt="2026-07-15T17:33:15.261" v="21" actId="207"/>
        <pc:sldMkLst>
          <pc:docMk/>
          <pc:sldMk cId="906990829" sldId="1513"/>
        </pc:sldMkLst>
        <pc:spChg chg="mod">
          <ac:chgData name="Sergio Molina" userId="20636364146_tp_box_2" providerId="OAuth2" clId="{44CDD4FA-DF07-4B69-BC01-0B2B69272B43}" dt="2026-07-15T17:33:15.261" v="21" actId="207"/>
          <ac:spMkLst>
            <pc:docMk/>
            <pc:sldMk cId="906990829" sldId="1513"/>
            <ac:spMk id="9" creationId="{B741F5DE-F946-48B6-641A-5DA02C133D67}"/>
          </ac:spMkLst>
        </pc:spChg>
      </pc:sldChg>
      <pc:sldChg chg="modSp mod">
        <pc:chgData name="Sergio Molina" userId="20636364146_tp_box_2" providerId="OAuth2" clId="{44CDD4FA-DF07-4B69-BC01-0B2B69272B43}" dt="2026-07-15T17:33:36.988" v="23" actId="207"/>
        <pc:sldMkLst>
          <pc:docMk/>
          <pc:sldMk cId="3223993660" sldId="1514"/>
        </pc:sldMkLst>
        <pc:spChg chg="mod">
          <ac:chgData name="Sergio Molina" userId="20636364146_tp_box_2" providerId="OAuth2" clId="{44CDD4FA-DF07-4B69-BC01-0B2B69272B43}" dt="2026-07-15T17:33:36.988" v="23" actId="207"/>
          <ac:spMkLst>
            <pc:docMk/>
            <pc:sldMk cId="3223993660" sldId="1514"/>
            <ac:spMk id="11" creationId="{B69EDEE6-F1E6-A533-6BF9-37D623AB1B97}"/>
          </ac:spMkLst>
        </pc:spChg>
        <pc:spChg chg="mod">
          <ac:chgData name="Sergio Molina" userId="20636364146_tp_box_2" providerId="OAuth2" clId="{44CDD4FA-DF07-4B69-BC01-0B2B69272B43}" dt="2026-07-15T17:33:36.988" v="23" actId="207"/>
          <ac:spMkLst>
            <pc:docMk/>
            <pc:sldMk cId="3223993660" sldId="1514"/>
            <ac:spMk id="22" creationId="{C4738C66-4F84-7651-3672-1A17D8C61EAF}"/>
          </ac:spMkLst>
        </pc:spChg>
      </pc:sldChg>
      <pc:sldChg chg="modSp mod">
        <pc:chgData name="Sergio Molina" userId="20636364146_tp_box_2" providerId="OAuth2" clId="{44CDD4FA-DF07-4B69-BC01-0B2B69272B43}" dt="2026-07-15T17:33:43.223" v="24" actId="207"/>
        <pc:sldMkLst>
          <pc:docMk/>
          <pc:sldMk cId="383892818" sldId="1515"/>
        </pc:sldMkLst>
        <pc:graphicFrameChg chg="modGraphic">
          <ac:chgData name="Sergio Molina" userId="20636364146_tp_box_2" providerId="OAuth2" clId="{44CDD4FA-DF07-4B69-BC01-0B2B69272B43}" dt="2026-07-15T17:33:43.223" v="24" actId="207"/>
          <ac:graphicFrameMkLst>
            <pc:docMk/>
            <pc:sldMk cId="383892818" sldId="1515"/>
            <ac:graphicFrameMk id="3" creationId="{2E96015D-1CEB-6CC4-3EE0-9E8BBA314906}"/>
          </ac:graphicFrameMkLst>
        </pc:graphicFrameChg>
      </pc:sldChg>
      <pc:sldChg chg="modSp mod">
        <pc:chgData name="Sergio Molina" userId="20636364146_tp_box_2" providerId="OAuth2" clId="{44CDD4FA-DF07-4B69-BC01-0B2B69272B43}" dt="2026-07-15T17:33:48.382" v="25" actId="207"/>
        <pc:sldMkLst>
          <pc:docMk/>
          <pc:sldMk cId="2182620996" sldId="1516"/>
        </pc:sldMkLst>
        <pc:graphicFrameChg chg="modGraphic">
          <ac:chgData name="Sergio Molina" userId="20636364146_tp_box_2" providerId="OAuth2" clId="{44CDD4FA-DF07-4B69-BC01-0B2B69272B43}" dt="2026-07-15T17:33:48.382" v="25" actId="207"/>
          <ac:graphicFrameMkLst>
            <pc:docMk/>
            <pc:sldMk cId="2182620996" sldId="1516"/>
            <ac:graphicFrameMk id="3" creationId="{2E96015D-1CEB-6CC4-3EE0-9E8BBA314906}"/>
          </ac:graphicFrameMkLst>
        </pc:graphicFrameChg>
      </pc:sldChg>
      <pc:sldChg chg="modSp mod">
        <pc:chgData name="Sergio Molina" userId="20636364146_tp_box_2" providerId="OAuth2" clId="{44CDD4FA-DF07-4B69-BC01-0B2B69272B43}" dt="2026-07-15T17:33:53.998" v="26" actId="207"/>
        <pc:sldMkLst>
          <pc:docMk/>
          <pc:sldMk cId="1647726451" sldId="1518"/>
        </pc:sldMkLst>
        <pc:spChg chg="mod">
          <ac:chgData name="Sergio Molina" userId="20636364146_tp_box_2" providerId="OAuth2" clId="{44CDD4FA-DF07-4B69-BC01-0B2B69272B43}" dt="2026-07-15T17:33:53.998" v="26" actId="207"/>
          <ac:spMkLst>
            <pc:docMk/>
            <pc:sldMk cId="1647726451" sldId="1518"/>
            <ac:spMk id="6" creationId="{1A5A8647-59C2-C7DA-25D0-F6D76FE083CF}"/>
          </ac:spMkLst>
        </pc:spChg>
        <pc:spChg chg="mod">
          <ac:chgData name="Sergio Molina" userId="20636364146_tp_box_2" providerId="OAuth2" clId="{44CDD4FA-DF07-4B69-BC01-0B2B69272B43}" dt="2026-07-15T17:33:53.998" v="26" actId="207"/>
          <ac:spMkLst>
            <pc:docMk/>
            <pc:sldMk cId="1647726451" sldId="1518"/>
            <ac:spMk id="9" creationId="{708273AC-CA6E-25F9-0594-271AE453B285}"/>
          </ac:spMkLst>
        </pc:spChg>
        <pc:spChg chg="mod">
          <ac:chgData name="Sergio Molina" userId="20636364146_tp_box_2" providerId="OAuth2" clId="{44CDD4FA-DF07-4B69-BC01-0B2B69272B43}" dt="2026-07-15T17:33:53.998" v="26" actId="207"/>
          <ac:spMkLst>
            <pc:docMk/>
            <pc:sldMk cId="1647726451" sldId="1518"/>
            <ac:spMk id="12" creationId="{91AF185C-1EFF-0E3F-43D8-73A51FCC9886}"/>
          </ac:spMkLst>
        </pc:spChg>
      </pc:sldChg>
      <pc:sldChg chg="modSp mod">
        <pc:chgData name="Sergio Molina" userId="20636364146_tp_box_2" providerId="OAuth2" clId="{44CDD4FA-DF07-4B69-BC01-0B2B69272B43}" dt="2026-07-15T17:34:00.698" v="27" actId="207"/>
        <pc:sldMkLst>
          <pc:docMk/>
          <pc:sldMk cId="3311616477" sldId="1520"/>
        </pc:sldMkLst>
        <pc:spChg chg="mod">
          <ac:chgData name="Sergio Molina" userId="20636364146_tp_box_2" providerId="OAuth2" clId="{44CDD4FA-DF07-4B69-BC01-0B2B69272B43}" dt="2026-07-15T17:34:00.698" v="27" actId="207"/>
          <ac:spMkLst>
            <pc:docMk/>
            <pc:sldMk cId="3311616477" sldId="1520"/>
            <ac:spMk id="11" creationId="{C629A5F5-6DB8-7695-4FF2-FFD33C159E0A}"/>
          </ac:spMkLst>
        </pc:spChg>
        <pc:spChg chg="mod">
          <ac:chgData name="Sergio Molina" userId="20636364146_tp_box_2" providerId="OAuth2" clId="{44CDD4FA-DF07-4B69-BC01-0B2B69272B43}" dt="2026-07-15T17:34:00.698" v="27" actId="207"/>
          <ac:spMkLst>
            <pc:docMk/>
            <pc:sldMk cId="3311616477" sldId="1520"/>
            <ac:spMk id="14" creationId="{A152D9FC-E749-492E-AB58-D7E049A1CB05}"/>
          </ac:spMkLst>
        </pc:spChg>
      </pc:sldChg>
      <pc:sldChg chg="modSp mod">
        <pc:chgData name="Sergio Molina" userId="20636364146_tp_box_2" providerId="OAuth2" clId="{44CDD4FA-DF07-4B69-BC01-0B2B69272B43}" dt="2026-07-15T17:34:06.472" v="28" actId="207"/>
        <pc:sldMkLst>
          <pc:docMk/>
          <pc:sldMk cId="1616035920" sldId="1521"/>
        </pc:sldMkLst>
        <pc:spChg chg="mod">
          <ac:chgData name="Sergio Molina" userId="20636364146_tp_box_2" providerId="OAuth2" clId="{44CDD4FA-DF07-4B69-BC01-0B2B69272B43}" dt="2026-07-15T17:34:06.472" v="28" actId="207"/>
          <ac:spMkLst>
            <pc:docMk/>
            <pc:sldMk cId="1616035920" sldId="1521"/>
            <ac:spMk id="27" creationId="{54C37793-3967-9403-CE38-F584179B59A7}"/>
          </ac:spMkLst>
        </pc:spChg>
        <pc:spChg chg="mod">
          <ac:chgData name="Sergio Molina" userId="20636364146_tp_box_2" providerId="OAuth2" clId="{44CDD4FA-DF07-4B69-BC01-0B2B69272B43}" dt="2026-07-15T17:34:06.472" v="28" actId="207"/>
          <ac:spMkLst>
            <pc:docMk/>
            <pc:sldMk cId="1616035920" sldId="1521"/>
            <ac:spMk id="29" creationId="{D3C78C83-14CC-20CD-509A-48D60705844D}"/>
          </ac:spMkLst>
        </pc:spChg>
        <pc:spChg chg="mod">
          <ac:chgData name="Sergio Molina" userId="20636364146_tp_box_2" providerId="OAuth2" clId="{44CDD4FA-DF07-4B69-BC01-0B2B69272B43}" dt="2026-07-15T17:34:06.472" v="28" actId="207"/>
          <ac:spMkLst>
            <pc:docMk/>
            <pc:sldMk cId="1616035920" sldId="1521"/>
            <ac:spMk id="32" creationId="{693CEEE6-2A1A-C614-DBC7-CCF0AD94059F}"/>
          </ac:spMkLst>
        </pc:spChg>
      </pc:sldChg>
      <pc:sldChg chg="modSp mod">
        <pc:chgData name="Sergio Molina" userId="20636364146_tp_box_2" providerId="OAuth2" clId="{44CDD4FA-DF07-4B69-BC01-0B2B69272B43}" dt="2026-07-15T17:34:20.276" v="30" actId="207"/>
        <pc:sldMkLst>
          <pc:docMk/>
          <pc:sldMk cId="1059907418" sldId="1525"/>
        </pc:sldMkLst>
        <pc:spChg chg="mod">
          <ac:chgData name="Sergio Molina" userId="20636364146_tp_box_2" providerId="OAuth2" clId="{44CDD4FA-DF07-4B69-BC01-0B2B69272B43}" dt="2026-07-15T17:34:20.276" v="30" actId="207"/>
          <ac:spMkLst>
            <pc:docMk/>
            <pc:sldMk cId="1059907418" sldId="1525"/>
            <ac:spMk id="8" creationId="{1B166ABD-5631-FCD2-F2C4-CFBD65DC9CE5}"/>
          </ac:spMkLst>
        </pc:spChg>
      </pc:sldChg>
      <pc:sldChg chg="modSp mod">
        <pc:chgData name="Sergio Molina" userId="20636364146_tp_box_2" providerId="OAuth2" clId="{44CDD4FA-DF07-4B69-BC01-0B2B69272B43}" dt="2026-07-15T17:34:27.428" v="31" actId="207"/>
        <pc:sldMkLst>
          <pc:docMk/>
          <pc:sldMk cId="2344008672" sldId="1526"/>
        </pc:sldMkLst>
        <pc:spChg chg="mod">
          <ac:chgData name="Sergio Molina" userId="20636364146_tp_box_2" providerId="OAuth2" clId="{44CDD4FA-DF07-4B69-BC01-0B2B69272B43}" dt="2026-07-15T17:34:27.428" v="31" actId="207"/>
          <ac:spMkLst>
            <pc:docMk/>
            <pc:sldMk cId="2344008672" sldId="1526"/>
            <ac:spMk id="6" creationId="{23BF9565-82D3-5325-83D8-C41010B949B8}"/>
          </ac:spMkLst>
        </pc:spChg>
        <pc:spChg chg="mod">
          <ac:chgData name="Sergio Molina" userId="20636364146_tp_box_2" providerId="OAuth2" clId="{44CDD4FA-DF07-4B69-BC01-0B2B69272B43}" dt="2026-07-15T17:34:27.428" v="31" actId="207"/>
          <ac:spMkLst>
            <pc:docMk/>
            <pc:sldMk cId="2344008672" sldId="1526"/>
            <ac:spMk id="8" creationId="{1B166ABD-5631-FCD2-F2C4-CFBD65DC9CE5}"/>
          </ac:spMkLst>
        </pc:spChg>
      </pc:sldChg>
      <pc:sldChg chg="modSp mod">
        <pc:chgData name="Sergio Molina" userId="20636364146_tp_box_2" providerId="OAuth2" clId="{44CDD4FA-DF07-4B69-BC01-0B2B69272B43}" dt="2026-07-15T17:34:34.461" v="32" actId="207"/>
        <pc:sldMkLst>
          <pc:docMk/>
          <pc:sldMk cId="900635685" sldId="1528"/>
        </pc:sldMkLst>
        <pc:spChg chg="mod">
          <ac:chgData name="Sergio Molina" userId="20636364146_tp_box_2" providerId="OAuth2" clId="{44CDD4FA-DF07-4B69-BC01-0B2B69272B43}" dt="2026-07-15T17:34:34.461" v="32" actId="207"/>
          <ac:spMkLst>
            <pc:docMk/>
            <pc:sldMk cId="900635685" sldId="1528"/>
            <ac:spMk id="9" creationId="{B361C795-18D3-214B-6E5E-73B9AD388A64}"/>
          </ac:spMkLst>
        </pc:spChg>
      </pc:sldChg>
      <pc:sldChg chg="modSp mod">
        <pc:chgData name="Sergio Molina" userId="20636364146_tp_box_2" providerId="OAuth2" clId="{44CDD4FA-DF07-4B69-BC01-0B2B69272B43}" dt="2026-07-15T17:34:38.757" v="33" actId="207"/>
        <pc:sldMkLst>
          <pc:docMk/>
          <pc:sldMk cId="1642192325" sldId="1529"/>
        </pc:sldMkLst>
        <pc:spChg chg="mod">
          <ac:chgData name="Sergio Molina" userId="20636364146_tp_box_2" providerId="OAuth2" clId="{44CDD4FA-DF07-4B69-BC01-0B2B69272B43}" dt="2026-07-15T17:34:38.757" v="33" actId="207"/>
          <ac:spMkLst>
            <pc:docMk/>
            <pc:sldMk cId="1642192325" sldId="1529"/>
            <ac:spMk id="7" creationId="{6871AD33-666F-4CFD-01B2-96B00B03A86A}"/>
          </ac:spMkLst>
        </pc:spChg>
        <pc:spChg chg="mod">
          <ac:chgData name="Sergio Molina" userId="20636364146_tp_box_2" providerId="OAuth2" clId="{44CDD4FA-DF07-4B69-BC01-0B2B69272B43}" dt="2026-07-15T17:34:38.757" v="33" actId="207"/>
          <ac:spMkLst>
            <pc:docMk/>
            <pc:sldMk cId="1642192325" sldId="1529"/>
            <ac:spMk id="9" creationId="{B361C795-18D3-214B-6E5E-73B9AD388A64}"/>
          </ac:spMkLst>
        </pc:spChg>
      </pc:sldChg>
      <pc:sldChg chg="modSp mod">
        <pc:chgData name="Sergio Molina" userId="20636364146_tp_box_2" providerId="OAuth2" clId="{44CDD4FA-DF07-4B69-BC01-0B2B69272B43}" dt="2026-07-15T17:34:42.870" v="34" actId="207"/>
        <pc:sldMkLst>
          <pc:docMk/>
          <pc:sldMk cId="3105942373" sldId="1530"/>
        </pc:sldMkLst>
        <pc:spChg chg="mod">
          <ac:chgData name="Sergio Molina" userId="20636364146_tp_box_2" providerId="OAuth2" clId="{44CDD4FA-DF07-4B69-BC01-0B2B69272B43}" dt="2026-07-15T17:34:42.870" v="34" actId="207"/>
          <ac:spMkLst>
            <pc:docMk/>
            <pc:sldMk cId="3105942373" sldId="1530"/>
            <ac:spMk id="7" creationId="{6871AD33-666F-4CFD-01B2-96B00B03A86A}"/>
          </ac:spMkLst>
        </pc:spChg>
        <pc:spChg chg="mod">
          <ac:chgData name="Sergio Molina" userId="20636364146_tp_box_2" providerId="OAuth2" clId="{44CDD4FA-DF07-4B69-BC01-0B2B69272B43}" dt="2026-07-15T17:34:42.870" v="34" actId="207"/>
          <ac:spMkLst>
            <pc:docMk/>
            <pc:sldMk cId="3105942373" sldId="1530"/>
            <ac:spMk id="9" creationId="{B361C795-18D3-214B-6E5E-73B9AD388A64}"/>
          </ac:spMkLst>
        </pc:spChg>
      </pc:sldChg>
      <pc:sldChg chg="modSp mod">
        <pc:chgData name="Sergio Molina" userId="20636364146_tp_box_2" providerId="OAuth2" clId="{44CDD4FA-DF07-4B69-BC01-0B2B69272B43}" dt="2026-07-15T17:34:46.055" v="35" actId="207"/>
        <pc:sldMkLst>
          <pc:docMk/>
          <pc:sldMk cId="3253387563" sldId="1531"/>
        </pc:sldMkLst>
        <pc:spChg chg="mod">
          <ac:chgData name="Sergio Molina" userId="20636364146_tp_box_2" providerId="OAuth2" clId="{44CDD4FA-DF07-4B69-BC01-0B2B69272B43}" dt="2026-07-15T17:34:46.055" v="35" actId="207"/>
          <ac:spMkLst>
            <pc:docMk/>
            <pc:sldMk cId="3253387563" sldId="1531"/>
            <ac:spMk id="9" creationId="{B361C795-18D3-214B-6E5E-73B9AD388A64}"/>
          </ac:spMkLst>
        </pc:spChg>
      </pc:sldChg>
      <pc:sldChg chg="modSp mod">
        <pc:chgData name="Sergio Molina" userId="20636364146_tp_box_2" providerId="OAuth2" clId="{44CDD4FA-DF07-4B69-BC01-0B2B69272B43}" dt="2026-07-15T17:34:51.808" v="36" actId="207"/>
        <pc:sldMkLst>
          <pc:docMk/>
          <pc:sldMk cId="336878934" sldId="1533"/>
        </pc:sldMkLst>
        <pc:spChg chg="mod">
          <ac:chgData name="Sergio Molina" userId="20636364146_tp_box_2" providerId="OAuth2" clId="{44CDD4FA-DF07-4B69-BC01-0B2B69272B43}" dt="2026-07-15T17:34:51.808" v="36" actId="207"/>
          <ac:spMkLst>
            <pc:docMk/>
            <pc:sldMk cId="336878934" sldId="1533"/>
            <ac:spMk id="7" creationId="{D0E42E58-998B-99AD-B7EA-6F71A46619C4}"/>
          </ac:spMkLst>
        </pc:spChg>
      </pc:sldChg>
      <pc:sldChg chg="modSp mod">
        <pc:chgData name="Sergio Molina" userId="20636364146_tp_box_2" providerId="OAuth2" clId="{44CDD4FA-DF07-4B69-BC01-0B2B69272B43}" dt="2026-07-15T17:34:54.881" v="37" actId="207"/>
        <pc:sldMkLst>
          <pc:docMk/>
          <pc:sldMk cId="1276038101" sldId="1534"/>
        </pc:sldMkLst>
        <pc:spChg chg="mod">
          <ac:chgData name="Sergio Molina" userId="20636364146_tp_box_2" providerId="OAuth2" clId="{44CDD4FA-DF07-4B69-BC01-0B2B69272B43}" dt="2026-07-15T17:34:54.881" v="37" actId="207"/>
          <ac:spMkLst>
            <pc:docMk/>
            <pc:sldMk cId="1276038101" sldId="1534"/>
            <ac:spMk id="7" creationId="{D0E42E58-998B-99AD-B7EA-6F71A46619C4}"/>
          </ac:spMkLst>
        </pc:spChg>
      </pc:sldChg>
      <pc:sldChg chg="modSp mod">
        <pc:chgData name="Sergio Molina" userId="20636364146_tp_box_2" providerId="OAuth2" clId="{44CDD4FA-DF07-4B69-BC01-0B2B69272B43}" dt="2026-07-15T17:35:01.790" v="38" actId="207"/>
        <pc:sldMkLst>
          <pc:docMk/>
          <pc:sldMk cId="3133161915" sldId="1535"/>
        </pc:sldMkLst>
        <pc:spChg chg="mod">
          <ac:chgData name="Sergio Molina" userId="20636364146_tp_box_2" providerId="OAuth2" clId="{44CDD4FA-DF07-4B69-BC01-0B2B69272B43}" dt="2026-07-15T17:35:01.790" v="38" actId="207"/>
          <ac:spMkLst>
            <pc:docMk/>
            <pc:sldMk cId="3133161915" sldId="1535"/>
            <ac:spMk id="15" creationId="{EEDC3DC5-C30B-7676-D015-994A11787D52}"/>
          </ac:spMkLst>
        </pc:spChg>
        <pc:spChg chg="mod">
          <ac:chgData name="Sergio Molina" userId="20636364146_tp_box_2" providerId="OAuth2" clId="{44CDD4FA-DF07-4B69-BC01-0B2B69272B43}" dt="2026-07-15T17:35:01.790" v="38" actId="207"/>
          <ac:spMkLst>
            <pc:docMk/>
            <pc:sldMk cId="3133161915" sldId="1535"/>
            <ac:spMk id="18" creationId="{F3831DD0-97E9-8C8E-9416-0D8D578791A4}"/>
          </ac:spMkLst>
        </pc:spChg>
      </pc:sldChg>
      <pc:sldChg chg="modSp mod">
        <pc:chgData name="Sergio Molina" userId="20636364146_tp_box_2" providerId="OAuth2" clId="{44CDD4FA-DF07-4B69-BC01-0B2B69272B43}" dt="2026-07-15T17:35:22.861" v="43" actId="207"/>
        <pc:sldMkLst>
          <pc:docMk/>
          <pc:sldMk cId="4073444415" sldId="1537"/>
        </pc:sldMkLst>
        <pc:spChg chg="mod">
          <ac:chgData name="Sergio Molina" userId="20636364146_tp_box_2" providerId="OAuth2" clId="{44CDD4FA-DF07-4B69-BC01-0B2B69272B43}" dt="2026-07-15T17:35:22.861" v="43" actId="207"/>
          <ac:spMkLst>
            <pc:docMk/>
            <pc:sldMk cId="4073444415" sldId="1537"/>
            <ac:spMk id="12" creationId="{C4D501A9-533B-1538-524C-238A035D9FAA}"/>
          </ac:spMkLst>
        </pc:spChg>
      </pc:sldChg>
      <pc:sldChg chg="modSp mod">
        <pc:chgData name="Sergio Molina" userId="20636364146_tp_box_2" providerId="OAuth2" clId="{44CDD4FA-DF07-4B69-BC01-0B2B69272B43}" dt="2026-07-15T17:35:17.012" v="42" actId="207"/>
        <pc:sldMkLst>
          <pc:docMk/>
          <pc:sldMk cId="3958843647" sldId="1538"/>
        </pc:sldMkLst>
        <pc:spChg chg="mod">
          <ac:chgData name="Sergio Molina" userId="20636364146_tp_box_2" providerId="OAuth2" clId="{44CDD4FA-DF07-4B69-BC01-0B2B69272B43}" dt="2026-07-15T17:35:17.012" v="42" actId="207"/>
          <ac:spMkLst>
            <pc:docMk/>
            <pc:sldMk cId="3958843647" sldId="1538"/>
            <ac:spMk id="11" creationId="{B54CB063-67E0-1F67-CBA1-7DD30448AB25}"/>
          </ac:spMkLst>
        </pc:spChg>
      </pc:sldChg>
      <pc:sldChg chg="modSp mod">
        <pc:chgData name="Sergio Molina" userId="20636364146_tp_box_2" providerId="OAuth2" clId="{44CDD4FA-DF07-4B69-BC01-0B2B69272B43}" dt="2026-07-15T17:35:13.331" v="41" actId="207"/>
        <pc:sldMkLst>
          <pc:docMk/>
          <pc:sldMk cId="626955401" sldId="1540"/>
        </pc:sldMkLst>
        <pc:spChg chg="mod">
          <ac:chgData name="Sergio Molina" userId="20636364146_tp_box_2" providerId="OAuth2" clId="{44CDD4FA-DF07-4B69-BC01-0B2B69272B43}" dt="2026-07-15T17:35:13.331" v="41" actId="207"/>
          <ac:spMkLst>
            <pc:docMk/>
            <pc:sldMk cId="626955401" sldId="1540"/>
            <ac:spMk id="4" creationId="{ABB35EDB-B66C-FCB6-CC1F-996B288A7CA1}"/>
          </ac:spMkLst>
        </pc:spChg>
      </pc:sldChg>
      <pc:sldChg chg="modSp mod">
        <pc:chgData name="Sergio Molina" userId="20636364146_tp_box_2" providerId="OAuth2" clId="{44CDD4FA-DF07-4B69-BC01-0B2B69272B43}" dt="2026-07-15T17:35:05.964" v="39" actId="207"/>
        <pc:sldMkLst>
          <pc:docMk/>
          <pc:sldMk cId="1573590329" sldId="1541"/>
        </pc:sldMkLst>
        <pc:spChg chg="mod">
          <ac:chgData name="Sergio Molina" userId="20636364146_tp_box_2" providerId="OAuth2" clId="{44CDD4FA-DF07-4B69-BC01-0B2B69272B43}" dt="2026-07-15T17:35:05.964" v="39" actId="207"/>
          <ac:spMkLst>
            <pc:docMk/>
            <pc:sldMk cId="1573590329" sldId="1541"/>
            <ac:spMk id="5" creationId="{A63A5843-7018-21E0-4536-B329E7F44C74}"/>
          </ac:spMkLst>
        </pc:spChg>
        <pc:spChg chg="mod">
          <ac:chgData name="Sergio Molina" userId="20636364146_tp_box_2" providerId="OAuth2" clId="{44CDD4FA-DF07-4B69-BC01-0B2B69272B43}" dt="2026-07-15T17:35:05.964" v="39" actId="207"/>
          <ac:spMkLst>
            <pc:docMk/>
            <pc:sldMk cId="1573590329" sldId="1541"/>
            <ac:spMk id="15" creationId="{EEDC3DC5-C30B-7676-D015-994A11787D52}"/>
          </ac:spMkLst>
        </pc:spChg>
      </pc:sldChg>
      <pc:sldChg chg="modSp mod">
        <pc:chgData name="Sergio Molina" userId="20636364146_tp_box_2" providerId="OAuth2" clId="{44CDD4FA-DF07-4B69-BC01-0B2B69272B43}" dt="2026-07-15T17:35:09.518" v="40" actId="207"/>
        <pc:sldMkLst>
          <pc:docMk/>
          <pc:sldMk cId="1788473072" sldId="1542"/>
        </pc:sldMkLst>
        <pc:spChg chg="mod">
          <ac:chgData name="Sergio Molina" userId="20636364146_tp_box_2" providerId="OAuth2" clId="{44CDD4FA-DF07-4B69-BC01-0B2B69272B43}" dt="2026-07-15T17:35:09.518" v="40" actId="207"/>
          <ac:spMkLst>
            <pc:docMk/>
            <pc:sldMk cId="1788473072" sldId="1542"/>
            <ac:spMk id="5" creationId="{A63A5843-7018-21E0-4536-B329E7F44C74}"/>
          </ac:spMkLst>
        </pc:spChg>
      </pc:sldChg>
      <pc:sldChg chg="modSp mod">
        <pc:chgData name="Sergio Molina" userId="20636364146_tp_box_2" providerId="OAuth2" clId="{44CDD4FA-DF07-4B69-BC01-0B2B69272B43}" dt="2026-07-15T17:35:26.497" v="44" actId="207"/>
        <pc:sldMkLst>
          <pc:docMk/>
          <pc:sldMk cId="861251231" sldId="1543"/>
        </pc:sldMkLst>
        <pc:spChg chg="mod">
          <ac:chgData name="Sergio Molina" userId="20636364146_tp_box_2" providerId="OAuth2" clId="{44CDD4FA-DF07-4B69-BC01-0B2B69272B43}" dt="2026-07-15T17:35:26.497" v="44" actId="207"/>
          <ac:spMkLst>
            <pc:docMk/>
            <pc:sldMk cId="861251231" sldId="1543"/>
            <ac:spMk id="18" creationId="{8E287AE1-7AA2-C36D-37F3-147C0BD763A8}"/>
          </ac:spMkLst>
        </pc:spChg>
      </pc:sldChg>
      <pc:sldChg chg="modSp mod">
        <pc:chgData name="Sergio Molina" userId="20636364146_tp_box_2" providerId="OAuth2" clId="{44CDD4FA-DF07-4B69-BC01-0B2B69272B43}" dt="2026-07-15T17:35:35.322" v="45" actId="207"/>
        <pc:sldMkLst>
          <pc:docMk/>
          <pc:sldMk cId="2152727207" sldId="1545"/>
        </pc:sldMkLst>
        <pc:spChg chg="mod">
          <ac:chgData name="Sergio Molina" userId="20636364146_tp_box_2" providerId="OAuth2" clId="{44CDD4FA-DF07-4B69-BC01-0B2B69272B43}" dt="2026-07-15T17:35:35.322" v="45" actId="207"/>
          <ac:spMkLst>
            <pc:docMk/>
            <pc:sldMk cId="2152727207" sldId="1545"/>
            <ac:spMk id="6" creationId="{A1F6FDC7-4BD4-29E6-BCF0-5D83941D6D77}"/>
          </ac:spMkLst>
        </pc:spChg>
        <pc:spChg chg="mod">
          <ac:chgData name="Sergio Molina" userId="20636364146_tp_box_2" providerId="OAuth2" clId="{44CDD4FA-DF07-4B69-BC01-0B2B69272B43}" dt="2026-07-15T17:35:35.322" v="45" actId="207"/>
          <ac:spMkLst>
            <pc:docMk/>
            <pc:sldMk cId="2152727207" sldId="1545"/>
            <ac:spMk id="10" creationId="{C249195C-EAC3-A978-43D0-6C351B14D0B3}"/>
          </ac:spMkLst>
        </pc:spChg>
        <pc:picChg chg="mod">
          <ac:chgData name="Sergio Molina" userId="20636364146_tp_box_2" providerId="OAuth2" clId="{44CDD4FA-DF07-4B69-BC01-0B2B69272B43}" dt="2026-07-15T17:35:35.322" v="45" actId="207"/>
          <ac:picMkLst>
            <pc:docMk/>
            <pc:sldMk cId="2152727207" sldId="1545"/>
            <ac:picMk id="9" creationId="{4D96093D-A7C1-959D-C932-9AEB29CD7517}"/>
          </ac:picMkLst>
        </pc:picChg>
      </pc:sldChg>
      <pc:sldChg chg="modSp mod">
        <pc:chgData name="Sergio Molina" userId="20636364146_tp_box_2" providerId="OAuth2" clId="{44CDD4FA-DF07-4B69-BC01-0B2B69272B43}" dt="2026-07-15T17:35:40.960" v="46" actId="207"/>
        <pc:sldMkLst>
          <pc:docMk/>
          <pc:sldMk cId="3023455865" sldId="1546"/>
        </pc:sldMkLst>
        <pc:spChg chg="mod">
          <ac:chgData name="Sergio Molina" userId="20636364146_tp_box_2" providerId="OAuth2" clId="{44CDD4FA-DF07-4B69-BC01-0B2B69272B43}" dt="2026-07-15T17:35:40.960" v="46" actId="207"/>
          <ac:spMkLst>
            <pc:docMk/>
            <pc:sldMk cId="3023455865" sldId="1546"/>
            <ac:spMk id="11" creationId="{B54CB063-67E0-1F67-CBA1-7DD30448AB25}"/>
          </ac:spMkLst>
        </pc:spChg>
      </pc:sldChg>
      <pc:sldChg chg="modSp mod">
        <pc:chgData name="Sergio Molina" userId="20636364146_tp_box_2" providerId="OAuth2" clId="{44CDD4FA-DF07-4B69-BC01-0B2B69272B43}" dt="2026-07-15T17:35:48.412" v="48" actId="207"/>
        <pc:sldMkLst>
          <pc:docMk/>
          <pc:sldMk cId="1383363835" sldId="1548"/>
        </pc:sldMkLst>
        <pc:spChg chg="mod">
          <ac:chgData name="Sergio Molina" userId="20636364146_tp_box_2" providerId="OAuth2" clId="{44CDD4FA-DF07-4B69-BC01-0B2B69272B43}" dt="2026-07-15T17:35:48.412" v="48" actId="207"/>
          <ac:spMkLst>
            <pc:docMk/>
            <pc:sldMk cId="1383363835" sldId="1548"/>
            <ac:spMk id="4" creationId="{6475A425-4DCD-B42B-A987-5CC22B0595E0}"/>
          </ac:spMkLst>
        </pc:spChg>
        <pc:spChg chg="mod">
          <ac:chgData name="Sergio Molina" userId="20636364146_tp_box_2" providerId="OAuth2" clId="{44CDD4FA-DF07-4B69-BC01-0B2B69272B43}" dt="2026-07-15T17:35:46.393" v="47" actId="207"/>
          <ac:spMkLst>
            <pc:docMk/>
            <pc:sldMk cId="1383363835" sldId="1548"/>
            <ac:spMk id="11" creationId="{B54CB063-67E0-1F67-CBA1-7DD30448AB25}"/>
          </ac:spMkLst>
        </pc:spChg>
      </pc:sldChg>
      <pc:sldChg chg="modSp mod">
        <pc:chgData name="Sergio Molina" userId="20636364146_tp_box_2" providerId="OAuth2" clId="{44CDD4FA-DF07-4B69-BC01-0B2B69272B43}" dt="2026-07-15T17:35:53.347" v="49" actId="207"/>
        <pc:sldMkLst>
          <pc:docMk/>
          <pc:sldMk cId="2146613313" sldId="1550"/>
        </pc:sldMkLst>
        <pc:spChg chg="mod">
          <ac:chgData name="Sergio Molina" userId="20636364146_tp_box_2" providerId="OAuth2" clId="{44CDD4FA-DF07-4B69-BC01-0B2B69272B43}" dt="2026-07-15T17:35:53.347" v="49" actId="207"/>
          <ac:spMkLst>
            <pc:docMk/>
            <pc:sldMk cId="2146613313" sldId="1550"/>
            <ac:spMk id="11" creationId="{B54CB063-67E0-1F67-CBA1-7DD30448AB25}"/>
          </ac:spMkLst>
        </pc:spChg>
        <pc:spChg chg="mod">
          <ac:chgData name="Sergio Molina" userId="20636364146_tp_box_2" providerId="OAuth2" clId="{44CDD4FA-DF07-4B69-BC01-0B2B69272B43}" dt="2026-07-15T17:35:53.347" v="49" actId="207"/>
          <ac:spMkLst>
            <pc:docMk/>
            <pc:sldMk cId="2146613313" sldId="1550"/>
            <ac:spMk id="14" creationId="{37AC1F1A-9608-477B-973B-9B405BD147E1}"/>
          </ac:spMkLst>
        </pc:spChg>
      </pc:sldChg>
      <pc:sldChg chg="modSp mod">
        <pc:chgData name="Sergio Molina" userId="20636364146_tp_box_2" providerId="OAuth2" clId="{44CDD4FA-DF07-4B69-BC01-0B2B69272B43}" dt="2026-07-15T17:35:57.516" v="50" actId="207"/>
        <pc:sldMkLst>
          <pc:docMk/>
          <pc:sldMk cId="1716864181" sldId="1551"/>
        </pc:sldMkLst>
        <pc:spChg chg="mod">
          <ac:chgData name="Sergio Molina" userId="20636364146_tp_box_2" providerId="OAuth2" clId="{44CDD4FA-DF07-4B69-BC01-0B2B69272B43}" dt="2026-07-15T17:35:57.516" v="50" actId="207"/>
          <ac:spMkLst>
            <pc:docMk/>
            <pc:sldMk cId="1716864181" sldId="1551"/>
            <ac:spMk id="14" creationId="{6B0AE040-CE04-A7D1-BE6D-6E5F71C2900E}"/>
          </ac:spMkLst>
        </pc:spChg>
      </pc:sldChg>
      <pc:sldChg chg="modSp mod">
        <pc:chgData name="Sergio Molina" userId="20636364146_tp_box_2" providerId="OAuth2" clId="{44CDD4FA-DF07-4B69-BC01-0B2B69272B43}" dt="2026-07-15T17:36:05.075" v="51" actId="207"/>
        <pc:sldMkLst>
          <pc:docMk/>
          <pc:sldMk cId="761934501" sldId="1558"/>
        </pc:sldMkLst>
        <pc:spChg chg="mod">
          <ac:chgData name="Sergio Molina" userId="20636364146_tp_box_2" providerId="OAuth2" clId="{44CDD4FA-DF07-4B69-BC01-0B2B69272B43}" dt="2026-07-15T17:36:05.075" v="51" actId="207"/>
          <ac:spMkLst>
            <pc:docMk/>
            <pc:sldMk cId="761934501" sldId="1558"/>
            <ac:spMk id="11" creationId="{B54CB063-67E0-1F67-CBA1-7DD30448AB25}"/>
          </ac:spMkLst>
        </pc:spChg>
      </pc:sldChg>
    </pc:docChg>
  </pc:docChgLst>
  <pc:docChgLst>
    <pc:chgData name="Claudio Paredes" userId="34294340581_tp_box_2" providerId="OAuth2" clId="{0D63009D-A2D7-4970-9DBF-F181FBC81B6C}"/>
    <pc:docChg chg="undo custSel modSld">
      <pc:chgData name="Claudio Paredes" userId="34294340581_tp_box_2" providerId="OAuth2" clId="{0D63009D-A2D7-4970-9DBF-F181FBC81B6C}" dt="2026-01-09T13:43:32.564" v="13" actId="207"/>
      <pc:docMkLst>
        <pc:docMk/>
      </pc:docMkLst>
      <pc:sldChg chg="addSp delSp modSp mod">
        <pc:chgData name="Claudio Paredes" userId="34294340581_tp_box_2" providerId="OAuth2" clId="{0D63009D-A2D7-4970-9DBF-F181FBC81B6C}" dt="2026-01-09T13:43:32.564" v="13" actId="207"/>
        <pc:sldMkLst>
          <pc:docMk/>
          <pc:sldMk cId="1059907418" sldId="15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10D9319-56BF-F054-419F-930BC793C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E9A66691-91D6-5985-C241-F94D68B034E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9B74B-F5E0-4BB6-A3E8-0AE5CB67048E}" type="datetimeFigureOut">
              <a:rPr lang="es-419" smtClean="0"/>
              <a:t>15/7/2026</a:t>
            </a:fld>
            <a:endParaRPr lang="es-419"/>
          </a:p>
        </p:txBody>
      </p:sp>
      <p:sp>
        <p:nvSpPr>
          <p:cNvPr id="4" name="Marcador de pie de página 3">
            <a:extLst>
              <a:ext uri="{FF2B5EF4-FFF2-40B4-BE49-F238E27FC236}">
                <a16:creationId xmlns:a16="http://schemas.microsoft.com/office/drawing/2014/main" id="{F170C731-CBBE-F354-CC2E-1499DE8E25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E5EA7D16-3D2D-BA6F-E636-85E7EC1E815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4C2B0-E540-48DC-AC90-5D6BD5F11BC0}" type="slidenum">
              <a:rPr lang="es-419" smtClean="0"/>
              <a:t>‹#›</a:t>
            </a:fld>
            <a:endParaRPr lang="es-419"/>
          </a:p>
        </p:txBody>
      </p:sp>
    </p:spTree>
    <p:extLst>
      <p:ext uri="{BB962C8B-B14F-4D97-AF65-F5344CB8AC3E}">
        <p14:creationId xmlns:p14="http://schemas.microsoft.com/office/powerpoint/2010/main" val="16502359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AC670-93FE-43F9-B7DF-71B7D615D657}" type="datetimeFigureOut">
              <a:rPr lang="es-419" smtClean="0"/>
              <a:t>15/7/2026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2002EC-2E0F-454D-A0F8-E0B7B24A6AD3}" type="slidenum">
              <a:rPr lang="es-419" smtClean="0"/>
              <a:t>‹#›</a:t>
            </a:fld>
            <a:endParaRPr lang="es-419"/>
          </a:p>
        </p:txBody>
      </p:sp>
    </p:spTree>
    <p:extLst>
      <p:ext uri="{BB962C8B-B14F-4D97-AF65-F5344CB8AC3E}">
        <p14:creationId xmlns:p14="http://schemas.microsoft.com/office/powerpoint/2010/main" val="3683696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981047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1325357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13</a:t>
            </a:fld>
            <a:endParaRPr lang="en-US"/>
          </a:p>
        </p:txBody>
      </p:sp>
    </p:spTree>
    <p:extLst>
      <p:ext uri="{BB962C8B-B14F-4D97-AF65-F5344CB8AC3E}">
        <p14:creationId xmlns:p14="http://schemas.microsoft.com/office/powerpoint/2010/main" val="3731142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4194774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15</a:t>
            </a:fld>
            <a:endParaRPr lang="en-US"/>
          </a:p>
        </p:txBody>
      </p:sp>
    </p:spTree>
    <p:extLst>
      <p:ext uri="{BB962C8B-B14F-4D97-AF65-F5344CB8AC3E}">
        <p14:creationId xmlns:p14="http://schemas.microsoft.com/office/powerpoint/2010/main" val="904442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1838793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8339871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2693348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912597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866907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1789496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269566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2901439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1298306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2208653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3972582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6046406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1168163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30018615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2597382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29752173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740024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2741919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12600457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42</a:t>
            </a:fld>
            <a:endParaRPr lang="en-US"/>
          </a:p>
        </p:txBody>
      </p:sp>
    </p:spTree>
    <p:extLst>
      <p:ext uri="{BB962C8B-B14F-4D97-AF65-F5344CB8AC3E}">
        <p14:creationId xmlns:p14="http://schemas.microsoft.com/office/powerpoint/2010/main" val="30621094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2976096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989434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4579681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3674115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36102567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37045293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675570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14151710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40266463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39826365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14328903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14103067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13974512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32122244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58</a:t>
            </a:fld>
            <a:endParaRPr lang="en-US"/>
          </a:p>
        </p:txBody>
      </p:sp>
    </p:spTree>
    <p:extLst>
      <p:ext uri="{BB962C8B-B14F-4D97-AF65-F5344CB8AC3E}">
        <p14:creationId xmlns:p14="http://schemas.microsoft.com/office/powerpoint/2010/main" val="13501659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59</a:t>
            </a:fld>
            <a:endParaRPr lang="en-US"/>
          </a:p>
        </p:txBody>
      </p:sp>
    </p:spTree>
    <p:extLst>
      <p:ext uri="{BB962C8B-B14F-4D97-AF65-F5344CB8AC3E}">
        <p14:creationId xmlns:p14="http://schemas.microsoft.com/office/powerpoint/2010/main" val="168688647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61</a:t>
            </a:fld>
            <a:endParaRPr lang="en-US"/>
          </a:p>
        </p:txBody>
      </p:sp>
    </p:spTree>
    <p:extLst>
      <p:ext uri="{BB962C8B-B14F-4D97-AF65-F5344CB8AC3E}">
        <p14:creationId xmlns:p14="http://schemas.microsoft.com/office/powerpoint/2010/main" val="26230137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62</a:t>
            </a:fld>
            <a:endParaRPr lang="en-US"/>
          </a:p>
        </p:txBody>
      </p:sp>
    </p:spTree>
    <p:extLst>
      <p:ext uri="{BB962C8B-B14F-4D97-AF65-F5344CB8AC3E}">
        <p14:creationId xmlns:p14="http://schemas.microsoft.com/office/powerpoint/2010/main" val="34639941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63</a:t>
            </a:fld>
            <a:endParaRPr lang="en-US"/>
          </a:p>
        </p:txBody>
      </p:sp>
    </p:spTree>
    <p:extLst>
      <p:ext uri="{BB962C8B-B14F-4D97-AF65-F5344CB8AC3E}">
        <p14:creationId xmlns:p14="http://schemas.microsoft.com/office/powerpoint/2010/main" val="38020781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64</a:t>
            </a:fld>
            <a:endParaRPr lang="en-US"/>
          </a:p>
        </p:txBody>
      </p:sp>
    </p:spTree>
    <p:extLst>
      <p:ext uri="{BB962C8B-B14F-4D97-AF65-F5344CB8AC3E}">
        <p14:creationId xmlns:p14="http://schemas.microsoft.com/office/powerpoint/2010/main" val="5131868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65</a:t>
            </a:fld>
            <a:endParaRPr lang="en-US"/>
          </a:p>
        </p:txBody>
      </p:sp>
    </p:spTree>
    <p:extLst>
      <p:ext uri="{BB962C8B-B14F-4D97-AF65-F5344CB8AC3E}">
        <p14:creationId xmlns:p14="http://schemas.microsoft.com/office/powerpoint/2010/main" val="205359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66</a:t>
            </a:fld>
            <a:endParaRPr lang="en-US"/>
          </a:p>
        </p:txBody>
      </p:sp>
    </p:spTree>
    <p:extLst>
      <p:ext uri="{BB962C8B-B14F-4D97-AF65-F5344CB8AC3E}">
        <p14:creationId xmlns:p14="http://schemas.microsoft.com/office/powerpoint/2010/main" val="37626600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67</a:t>
            </a:fld>
            <a:endParaRPr lang="en-US"/>
          </a:p>
        </p:txBody>
      </p:sp>
    </p:spTree>
    <p:extLst>
      <p:ext uri="{BB962C8B-B14F-4D97-AF65-F5344CB8AC3E}">
        <p14:creationId xmlns:p14="http://schemas.microsoft.com/office/powerpoint/2010/main" val="39095873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68</a:t>
            </a:fld>
            <a:endParaRPr lang="en-US"/>
          </a:p>
        </p:txBody>
      </p:sp>
    </p:spTree>
    <p:extLst>
      <p:ext uri="{BB962C8B-B14F-4D97-AF65-F5344CB8AC3E}">
        <p14:creationId xmlns:p14="http://schemas.microsoft.com/office/powerpoint/2010/main" val="17416134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69</a:t>
            </a:fld>
            <a:endParaRPr lang="en-US"/>
          </a:p>
        </p:txBody>
      </p:sp>
    </p:spTree>
    <p:extLst>
      <p:ext uri="{BB962C8B-B14F-4D97-AF65-F5344CB8AC3E}">
        <p14:creationId xmlns:p14="http://schemas.microsoft.com/office/powerpoint/2010/main" val="35788222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70</a:t>
            </a:fld>
            <a:endParaRPr lang="en-US"/>
          </a:p>
        </p:txBody>
      </p:sp>
    </p:spTree>
    <p:extLst>
      <p:ext uri="{BB962C8B-B14F-4D97-AF65-F5344CB8AC3E}">
        <p14:creationId xmlns:p14="http://schemas.microsoft.com/office/powerpoint/2010/main" val="278665299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71</a:t>
            </a:fld>
            <a:endParaRPr lang="en-US"/>
          </a:p>
        </p:txBody>
      </p:sp>
    </p:spTree>
    <p:extLst>
      <p:ext uri="{BB962C8B-B14F-4D97-AF65-F5344CB8AC3E}">
        <p14:creationId xmlns:p14="http://schemas.microsoft.com/office/powerpoint/2010/main" val="35296316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72</a:t>
            </a:fld>
            <a:endParaRPr lang="en-US"/>
          </a:p>
        </p:txBody>
      </p:sp>
    </p:spTree>
    <p:extLst>
      <p:ext uri="{BB962C8B-B14F-4D97-AF65-F5344CB8AC3E}">
        <p14:creationId xmlns:p14="http://schemas.microsoft.com/office/powerpoint/2010/main" val="26805613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73</a:t>
            </a:fld>
            <a:endParaRPr lang="en-US"/>
          </a:p>
        </p:txBody>
      </p:sp>
    </p:spTree>
    <p:extLst>
      <p:ext uri="{BB962C8B-B14F-4D97-AF65-F5344CB8AC3E}">
        <p14:creationId xmlns:p14="http://schemas.microsoft.com/office/powerpoint/2010/main" val="39420169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74</a:t>
            </a:fld>
            <a:endParaRPr lang="en-US"/>
          </a:p>
        </p:txBody>
      </p:sp>
    </p:spTree>
    <p:extLst>
      <p:ext uri="{BB962C8B-B14F-4D97-AF65-F5344CB8AC3E}">
        <p14:creationId xmlns:p14="http://schemas.microsoft.com/office/powerpoint/2010/main" val="421976759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75</a:t>
            </a:fld>
            <a:endParaRPr lang="en-US"/>
          </a:p>
        </p:txBody>
      </p:sp>
    </p:spTree>
    <p:extLst>
      <p:ext uri="{BB962C8B-B14F-4D97-AF65-F5344CB8AC3E}">
        <p14:creationId xmlns:p14="http://schemas.microsoft.com/office/powerpoint/2010/main" val="27158025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76</a:t>
            </a:fld>
            <a:endParaRPr lang="en-US"/>
          </a:p>
        </p:txBody>
      </p:sp>
    </p:spTree>
    <p:extLst>
      <p:ext uri="{BB962C8B-B14F-4D97-AF65-F5344CB8AC3E}">
        <p14:creationId xmlns:p14="http://schemas.microsoft.com/office/powerpoint/2010/main" val="35217975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77</a:t>
            </a:fld>
            <a:endParaRPr lang="en-US"/>
          </a:p>
        </p:txBody>
      </p:sp>
    </p:spTree>
    <p:extLst>
      <p:ext uri="{BB962C8B-B14F-4D97-AF65-F5344CB8AC3E}">
        <p14:creationId xmlns:p14="http://schemas.microsoft.com/office/powerpoint/2010/main" val="38919241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78</a:t>
            </a:fld>
            <a:endParaRPr lang="en-US"/>
          </a:p>
        </p:txBody>
      </p:sp>
    </p:spTree>
    <p:extLst>
      <p:ext uri="{BB962C8B-B14F-4D97-AF65-F5344CB8AC3E}">
        <p14:creationId xmlns:p14="http://schemas.microsoft.com/office/powerpoint/2010/main" val="6516495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79</a:t>
            </a:fld>
            <a:endParaRPr lang="en-US"/>
          </a:p>
        </p:txBody>
      </p:sp>
    </p:spTree>
    <p:extLst>
      <p:ext uri="{BB962C8B-B14F-4D97-AF65-F5344CB8AC3E}">
        <p14:creationId xmlns:p14="http://schemas.microsoft.com/office/powerpoint/2010/main" val="13043621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80</a:t>
            </a:fld>
            <a:endParaRPr lang="en-US"/>
          </a:p>
        </p:txBody>
      </p:sp>
    </p:spTree>
    <p:extLst>
      <p:ext uri="{BB962C8B-B14F-4D97-AF65-F5344CB8AC3E}">
        <p14:creationId xmlns:p14="http://schemas.microsoft.com/office/powerpoint/2010/main" val="10283505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6504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68699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28974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3607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439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937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0974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1770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233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1550349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506165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874667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788765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743750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6652684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0295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28870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436558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40121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364667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95586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149263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16245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572895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0803706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583778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8412314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934781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089519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44269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558163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900929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018415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16566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6BD6E4B7-96A7-4E01-9DDD-23C60D704D5B}" type="slidenum">
              <a:rPr lang="es-419" smtClean="0"/>
              <a:t>‹#›</a:t>
            </a:fld>
            <a:endParaRPr lang="es-419"/>
          </a:p>
        </p:txBody>
      </p:sp>
      <p:sp>
        <p:nvSpPr>
          <p:cNvPr id="3" name="Rectángulo 2">
            <a:extLst>
              <a:ext uri="{FF2B5EF4-FFF2-40B4-BE49-F238E27FC236}">
                <a16:creationId xmlns:a16="http://schemas.microsoft.com/office/drawing/2014/main" id="{B87848C8-5306-CCBF-F8E9-C7873EA77EE5}"/>
              </a:ext>
            </a:extLst>
          </p:cNvPr>
          <p:cNvSpPr/>
          <p:nvPr userDrawn="1"/>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userDrawn="1"/>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1465265041"/>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6BD6E4B7-96A7-4E01-9DDD-23C60D704D5B}"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userDrawn="1"/>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300733869"/>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6BD6E4B7-96A7-4E01-9DDD-23C60D704D5B}"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userDrawn="1"/>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userDrawn="1"/>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55456800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2652666655"/>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235966850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4057554940"/>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906654370"/>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280389113"/>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89100005"/>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1372148938"/>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656363508"/>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56896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91993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3115636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370314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554319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073068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07901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815912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536569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33560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494978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834150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869708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290449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112409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499680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66530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4973446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9336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theme" Target="../theme/theme2.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6770876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 id="2147483745" r:id="rId28"/>
    <p:sldLayoutId id="2147483746" r:id="rId29"/>
    <p:sldLayoutId id="2147483747" r:id="rId30"/>
    <p:sldLayoutId id="2147483748" r:id="rId31"/>
    <p:sldLayoutId id="2147483749" r:id="rId32"/>
    <p:sldLayoutId id="2147483750" r:id="rId33"/>
    <p:sldLayoutId id="2147483751" r:id="rId34"/>
    <p:sldLayoutId id="2147483752" r:id="rId35"/>
    <p:sldLayoutId id="2147483753" r:id="rId36"/>
    <p:sldLayoutId id="2147483756" r:id="rId37"/>
    <p:sldLayoutId id="2147483757" r:id="rId38"/>
    <p:sldLayoutId id="2147483758" r:id="rId39"/>
    <p:sldLayoutId id="2147483759" r:id="rId40"/>
    <p:sldLayoutId id="2147483760" r:id="rId41"/>
    <p:sldLayoutId id="2147483761" r:id="rId42"/>
    <p:sldLayoutId id="2147483712" r:id="rId43"/>
    <p:sldLayoutId id="2147483713" r:id="rId44"/>
    <p:sldLayoutId id="2147483716" r:id="rId4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056053"/>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37.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37.xml"/></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37.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37.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3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37.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37.xml"/><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8.xml"/><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9.xml"/><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2.xml"/><Relationship Id="rId1" Type="http://schemas.openxmlformats.org/officeDocument/2006/relationships/slideLayout" Target="../slideLayouts/slideLayout37.xml"/></Relationships>
</file>

<file path=ppt/slides/_rels/slide7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3.xml"/><Relationship Id="rId1" Type="http://schemas.openxmlformats.org/officeDocument/2006/relationships/slideLayout" Target="../slideLayouts/slideLayout37.xml"/></Relationships>
</file>

<file path=ppt/slides/_rels/slide7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4.xml"/><Relationship Id="rId1" Type="http://schemas.openxmlformats.org/officeDocument/2006/relationships/slideLayout" Target="../slideLayouts/slideLayout37.xm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5.xml"/><Relationship Id="rId1" Type="http://schemas.openxmlformats.org/officeDocument/2006/relationships/slideLayout" Target="../slideLayouts/slideLayout37.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6.xml"/><Relationship Id="rId1" Type="http://schemas.openxmlformats.org/officeDocument/2006/relationships/slideLayout" Target="../slideLayouts/slideLayout37.xml"/></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37.xml"/></Relationships>
</file>

<file path=ppt/slides/_rels/slide7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8.xml"/><Relationship Id="rId1" Type="http://schemas.openxmlformats.org/officeDocument/2006/relationships/slideLayout" Target="../slideLayouts/slideLayout37.xml"/></Relationships>
</file>

<file path=ppt/slides/_rels/slide7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9.xml"/><Relationship Id="rId1" Type="http://schemas.openxmlformats.org/officeDocument/2006/relationships/slideLayout" Target="../slideLayouts/slideLayout37.xml"/></Relationships>
</file>

<file path=ppt/slides/_rels/slide7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0.xml"/><Relationship Id="rId1" Type="http://schemas.openxmlformats.org/officeDocument/2006/relationships/slideLayout" Target="../slideLayouts/slideLayout37.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1.xml"/><Relationship Id="rId1" Type="http://schemas.openxmlformats.org/officeDocument/2006/relationships/slideLayout" Target="../slideLayouts/slideLayout37.xm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2.xml"/><Relationship Id="rId1" Type="http://schemas.openxmlformats.org/officeDocument/2006/relationships/slideLayout" Target="../slideLayouts/slideLayout37.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3.xml"/><Relationship Id="rId1" Type="http://schemas.openxmlformats.org/officeDocument/2006/relationships/slideLayout" Target="../slideLayouts/slideLayout3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Layout" Target="../slideLayouts/slideLayout35.xml"/><Relationship Id="rId5" Type="http://schemas.openxmlformats.org/officeDocument/2006/relationships/image" Target="../media/image75.sv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444935" y="1750898"/>
            <a:ext cx="5651066" cy="2912272"/>
          </a:xfrm>
        </p:spPr>
        <p:txBody>
          <a:bodyPr/>
          <a:lstStyle/>
          <a:p>
            <a:pPr>
              <a:spcBef>
                <a:spcPts val="0"/>
              </a:spcBef>
              <a:spcAft>
                <a:spcPts val="600"/>
              </a:spcAft>
            </a:pPr>
            <a:br>
              <a:rPr lang="es-419" sz="4200" dirty="0">
                <a:solidFill>
                  <a:schemeClr val="bg1"/>
                </a:solidFill>
                <a:latin typeface="+mn-lt"/>
                <a:ea typeface="+mn-ea"/>
                <a:cs typeface="+mn-cs"/>
              </a:rPr>
            </a:br>
            <a:r>
              <a:rPr lang="es-CO" sz="4200" dirty="0">
                <a:solidFill>
                  <a:schemeClr val="bg1"/>
                </a:solidFill>
                <a:latin typeface="+mn-lt"/>
                <a:ea typeface="+mn-ea"/>
                <a:cs typeface="+mn-cs"/>
              </a:rPr>
              <a:t>Ejecutar procesos de cierre de periodo académico</a:t>
            </a:r>
            <a:br>
              <a:rPr lang="es-419" sz="4200" dirty="0">
                <a:solidFill>
                  <a:schemeClr val="bg1"/>
                </a:solidFill>
                <a:latin typeface="+mn-lt"/>
                <a:ea typeface="+mn-ea"/>
                <a:cs typeface="+mn-cs"/>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2" name="Tabla 1">
            <a:extLst>
              <a:ext uri="{FF2B5EF4-FFF2-40B4-BE49-F238E27FC236}">
                <a16:creationId xmlns:a16="http://schemas.microsoft.com/office/drawing/2014/main" id="{50A96836-9A4D-6BF0-B9D3-6C4DC50DD1B4}"/>
              </a:ext>
            </a:extLst>
          </p:cNvPr>
          <p:cNvGraphicFramePr>
            <a:graphicFrameLocks noGrp="1"/>
          </p:cNvGraphicFramePr>
          <p:nvPr>
            <p:extLst>
              <p:ext uri="{D42A27DB-BD31-4B8C-83A1-F6EECF244321}">
                <p14:modId xmlns:p14="http://schemas.microsoft.com/office/powerpoint/2010/main" val="646407389"/>
              </p:ext>
            </p:extLst>
          </p:nvPr>
        </p:nvGraphicFramePr>
        <p:xfrm>
          <a:off x="1143000" y="1414386"/>
          <a:ext cx="8916155" cy="4029225"/>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358499478"/>
                    </a:ext>
                  </a:extLst>
                </a:gridCol>
                <a:gridCol w="8103140">
                  <a:extLst>
                    <a:ext uri="{9D8B030D-6E8A-4147-A177-3AD203B41FA5}">
                      <a16:colId xmlns:a16="http://schemas.microsoft.com/office/drawing/2014/main" val="2144207271"/>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88328"/>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97843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Procesar cierre de calificaciones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17204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Evaluar el avance curricular de los alumnos (CAPP)</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5609312"/>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Resultados de avance curricular de los alumnos (CAPP)</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011336"/>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06</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712512"/>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8CBBFD1E-D830-AF3B-171B-89783D0863BD}"/>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4" name="Marcador de texto 3">
            <a:extLst>
              <a:ext uri="{FF2B5EF4-FFF2-40B4-BE49-F238E27FC236}">
                <a16:creationId xmlns:a16="http://schemas.microsoft.com/office/drawing/2014/main" id="{25B12B73-0C24-6613-5422-1930755CCFC0}"/>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
            <a:extLst>
              <a:ext uri="{FF2B5EF4-FFF2-40B4-BE49-F238E27FC236}">
                <a16:creationId xmlns:a16="http://schemas.microsoft.com/office/drawing/2014/main" id="{E3F8E953-810A-4DAC-8590-152FC59A226C}"/>
              </a:ext>
            </a:extLst>
          </p:cNvPr>
          <p:cNvSpPr txBox="1">
            <a:spLocks/>
          </p:cNvSpPr>
          <p:nvPr/>
        </p:nvSpPr>
        <p:spPr>
          <a:xfrm>
            <a:off x="449120" y="1601163"/>
            <a:ext cx="11267392" cy="4343400"/>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dirty="0" smtClean="0">
                <a:solidFill>
                  <a:srgbClr val="45A1AA"/>
                </a:solidFill>
                <a:latin typeface="Arial"/>
                <a:ea typeface="+mn-ea"/>
                <a:cs typeface="Arial"/>
              </a:defRPr>
            </a:lvl1pPr>
            <a:lvl2pPr marL="285750" indent="-285750" algn="l" defTabSz="457200" rtl="0" eaLnBrk="1" latinLnBrk="0" hangingPunct="1">
              <a:lnSpc>
                <a:spcPct val="95000"/>
              </a:lnSpc>
              <a:spcBef>
                <a:spcPts val="900"/>
              </a:spcBef>
              <a:buClr>
                <a:schemeClr val="tx1"/>
              </a:buClr>
              <a:buFont typeface="Arial" pitchFamily="34" charset="0"/>
              <a:buChar char="•"/>
              <a:defRPr lang="en-US" sz="1600" b="0" kern="1200" dirty="0" smtClean="0">
                <a:solidFill>
                  <a:schemeClr val="tx1"/>
                </a:solidFill>
                <a:latin typeface="Arial"/>
                <a:ea typeface="+mn-ea"/>
                <a:cs typeface="Arial"/>
              </a:defRPr>
            </a:lvl2pPr>
            <a:lvl3pPr marL="512763" indent="-285750" algn="l" defTabSz="457200" rtl="0" eaLnBrk="1" latinLnBrk="0" hangingPunct="1">
              <a:spcBef>
                <a:spcPts val="900"/>
              </a:spcBef>
              <a:buClr>
                <a:srgbClr val="642673"/>
              </a:buClr>
              <a:buFont typeface="Arial"/>
              <a:buChar char="•"/>
              <a:defRPr lang="en-US" sz="1400" kern="1200" dirty="0" smtClean="0">
                <a:solidFill>
                  <a:srgbClr val="414042"/>
                </a:solidFill>
                <a:latin typeface="Arial"/>
                <a:ea typeface="+mn-ea"/>
                <a:cs typeface="Arial"/>
              </a:defRPr>
            </a:lvl3pPr>
            <a:lvl4pPr marL="687387" indent="-285750" algn="l" defTabSz="457200" rtl="0" eaLnBrk="1" latinLnBrk="0" hangingPunct="1">
              <a:spcBef>
                <a:spcPts val="900"/>
              </a:spcBef>
              <a:buClr>
                <a:srgbClr val="45A1AA"/>
              </a:buClr>
              <a:buFont typeface="Arial" panose="020B0604020202020204" pitchFamily="34" charset="0"/>
              <a:buChar char="•"/>
              <a:defRPr lang="en-US" sz="1200" kern="1200" dirty="0" smtClean="0">
                <a:solidFill>
                  <a:srgbClr val="414042"/>
                </a:solidFill>
                <a:latin typeface="Arial"/>
                <a:ea typeface="+mn-ea"/>
                <a:cs typeface="Arial"/>
              </a:defRPr>
            </a:lvl4pPr>
            <a:lvl5pPr marL="687387" indent="-285750" algn="l" defTabSz="457200" rtl="0" eaLnBrk="1" latinLnBrk="0" hangingPunct="1">
              <a:spcBef>
                <a:spcPts val="900"/>
              </a:spcBef>
              <a:buClr>
                <a:srgbClr val="414042"/>
              </a:buClr>
              <a:buFont typeface="Arial" panose="020B0604020202020204" pitchFamily="34" charset="0"/>
              <a:buChar char="̶"/>
              <a:defRPr lang="en-US" sz="1200" kern="1200" dirty="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1" indent="0">
              <a:buNone/>
            </a:pPr>
            <a:endParaRPr lang="es-CO" sz="2133" dirty="0"/>
          </a:p>
          <a:p>
            <a:pPr lvl="1"/>
            <a:endParaRPr lang="es-ES_tradnl" sz="2133" b="1" dirty="0"/>
          </a:p>
        </p:txBody>
      </p:sp>
      <p:sp>
        <p:nvSpPr>
          <p:cNvPr id="7" name="Marcador de texto 6">
            <a:extLst>
              <a:ext uri="{FF2B5EF4-FFF2-40B4-BE49-F238E27FC236}">
                <a16:creationId xmlns:a16="http://schemas.microsoft.com/office/drawing/2014/main" id="{1E53E24C-4C9F-BBAC-507F-E9204B2504DD}"/>
              </a:ext>
            </a:extLst>
          </p:cNvPr>
          <p:cNvSpPr>
            <a:spLocks noGrp="1"/>
          </p:cNvSpPr>
          <p:nvPr>
            <p:ph type="body" sz="quarter" idx="18"/>
          </p:nvPr>
        </p:nvSpPr>
        <p:spPr/>
        <p:txBody>
          <a:bodyPr/>
          <a:lstStyle/>
          <a:p>
            <a:r>
              <a:rPr lang="es-419" dirty="0"/>
              <a:t>Al finalizar el período las calificaciones cargadas por los profesores deben ser transferidas a la historia académica del estudiante.</a:t>
            </a:r>
          </a:p>
          <a:p>
            <a:r>
              <a:rPr lang="es-419" dirty="0"/>
              <a:t>Con las calificaciones en historia académica se puede verificar el avance de los estudiantes en los programas que tienen inscritos.</a:t>
            </a:r>
          </a:p>
          <a:p>
            <a:r>
              <a:rPr lang="es-419" dirty="0"/>
              <a:t>El cierre del período académico está a cargo de Registro Académico.</a:t>
            </a:r>
          </a:p>
          <a:p>
            <a:pPr marL="0" indent="0">
              <a:buNone/>
            </a:pPr>
            <a:endParaRPr lang="es-419" dirty="0"/>
          </a:p>
        </p:txBody>
      </p:sp>
      <p:sp>
        <p:nvSpPr>
          <p:cNvPr id="6" name="Marcador de texto vertical 5">
            <a:extLst>
              <a:ext uri="{FF2B5EF4-FFF2-40B4-BE49-F238E27FC236}">
                <a16:creationId xmlns:a16="http://schemas.microsoft.com/office/drawing/2014/main" id="{55C96DB3-B124-C12D-CF49-C53BEFD57D6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4" name="Título 3">
            <a:extLst>
              <a:ext uri="{FF2B5EF4-FFF2-40B4-BE49-F238E27FC236}">
                <a16:creationId xmlns:a16="http://schemas.microsoft.com/office/drawing/2014/main" id="{498CAE3B-F177-F046-B235-E32780FD0BDC}"/>
              </a:ext>
            </a:extLst>
          </p:cNvPr>
          <p:cNvSpPr>
            <a:spLocks noGrp="1"/>
          </p:cNvSpPr>
          <p:nvPr>
            <p:ph type="title"/>
          </p:nvPr>
        </p:nvSpPr>
        <p:spPr>
          <a:xfrm>
            <a:off x="1239015" y="685800"/>
            <a:ext cx="10477497" cy="898555"/>
          </a:xfrm>
        </p:spPr>
        <p:txBody>
          <a:bodyPr/>
          <a:lstStyle/>
          <a:p>
            <a:r>
              <a:rPr lang="es-ES_tradnl" sz="3600" dirty="0" err="1">
                <a:solidFill>
                  <a:schemeClr val="accent1"/>
                </a:solidFill>
              </a:rPr>
              <a:t>Overview</a:t>
            </a:r>
            <a:r>
              <a:rPr lang="es-ES_tradnl" sz="3600" dirty="0">
                <a:solidFill>
                  <a:schemeClr val="accent1"/>
                </a:solidFill>
              </a:rPr>
              <a:t>: </a:t>
            </a:r>
            <a:r>
              <a:rPr lang="es-CO" sz="3600" b="0" dirty="0">
                <a:solidFill>
                  <a:schemeClr val="accent1"/>
                </a:solidFill>
              </a:rPr>
              <a:t>Ejecutar procesos de cierre de periodo académico</a:t>
            </a:r>
            <a:br>
              <a:rPr lang="es-CO" sz="3200" b="1" dirty="0"/>
            </a:br>
            <a:br>
              <a:rPr lang="es-ES_tradnl" sz="3467" b="1" dirty="0"/>
            </a:br>
            <a:endParaRPr lang="es-419" dirty="0"/>
          </a:p>
        </p:txBody>
      </p:sp>
    </p:spTree>
    <p:extLst>
      <p:ext uri="{BB962C8B-B14F-4D97-AF65-F5344CB8AC3E}">
        <p14:creationId xmlns:p14="http://schemas.microsoft.com/office/powerpoint/2010/main" val="149198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76D0D8F-24F8-827F-A7D8-C885751D2F7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CO" b="0" dirty="0">
                <a:solidFill>
                  <a:schemeClr val="accent1"/>
                </a:solidFill>
              </a:rPr>
              <a:t>Ejecutar procesos de cierre de periodo académico</a:t>
            </a:r>
            <a:br>
              <a:rPr lang="es-CO" b="1" dirty="0">
                <a:solidFill>
                  <a:schemeClr val="accent1"/>
                </a:solidFill>
              </a:rPr>
            </a:br>
            <a:endParaRPr lang="es-ES_tradnl" b="1" dirty="0">
              <a:solidFill>
                <a:schemeClr val="accent1"/>
              </a:solidFill>
            </a:endParaRPr>
          </a:p>
        </p:txBody>
      </p:sp>
      <p:pic>
        <p:nvPicPr>
          <p:cNvPr id="1026" name="Picture 2">
            <a:extLst>
              <a:ext uri="{FF2B5EF4-FFF2-40B4-BE49-F238E27FC236}">
                <a16:creationId xmlns:a16="http://schemas.microsoft.com/office/drawing/2014/main" id="{78B15047-360D-7A63-C992-075974D06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735" y="2089077"/>
            <a:ext cx="10029825" cy="2679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80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AEECC535-7CB9-2B3D-BCA5-9F1C82A15896}"/>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p:txBody>
          <a:bodyPr/>
          <a:lstStyle/>
          <a:p>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3" name="Picture 9" descr="A purple map of south america&#10;&#10;AI-generated content may be incorrect.">
            <a:extLst>
              <a:ext uri="{FF2B5EF4-FFF2-40B4-BE49-F238E27FC236}">
                <a16:creationId xmlns:a16="http://schemas.microsoft.com/office/drawing/2014/main" id="{79EFC15E-0C1D-985A-46C0-39EB11161FDF}"/>
              </a:ext>
            </a:extLst>
          </p:cNvPr>
          <p:cNvPicPr>
            <a:picLocks noChangeAspect="1"/>
          </p:cNvPicPr>
          <p:nvPr/>
        </p:nvPicPr>
        <p:blipFill>
          <a:blip r:embed="rId2"/>
          <a:stretch>
            <a:fillRect/>
          </a:stretch>
        </p:blipFill>
        <p:spPr>
          <a:xfrm>
            <a:off x="2628959" y="1312731"/>
            <a:ext cx="5219641" cy="5219641"/>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07623" y="236522"/>
            <a:ext cx="10477497" cy="898555"/>
          </a:xfrm>
        </p:spPr>
        <p:txBody>
          <a:bodyPr/>
          <a:lstStyle/>
          <a:p>
            <a:r>
              <a:rPr lang="es-ES_tradnl" dirty="0" err="1">
                <a:solidFill>
                  <a:schemeClr val="accent1"/>
                </a:solidFill>
              </a:rPr>
              <a:t>Overview</a:t>
            </a:r>
            <a:r>
              <a:rPr lang="es-ES_tradnl" dirty="0">
                <a:solidFill>
                  <a:schemeClr val="accent1"/>
                </a:solidFill>
              </a:rPr>
              <a:t>: </a:t>
            </a:r>
            <a:r>
              <a:rPr lang="es-419" sz="3200" b="0" dirty="0">
                <a:solidFill>
                  <a:schemeClr val="accent1"/>
                </a:solidFill>
              </a:rPr>
              <a:t>Ingresar calificaciones a través de Autoservicio </a:t>
            </a:r>
            <a:br>
              <a:rPr lang="es-419" b="0" dirty="0">
                <a:solidFill>
                  <a:schemeClr val="accent1"/>
                </a:solidFill>
              </a:rPr>
            </a:br>
            <a:endParaRPr lang="es-ES_tradnl" b="0" dirty="0">
              <a:solidFill>
                <a:schemeClr val="accent1"/>
              </a:solidFill>
            </a:endParaRPr>
          </a:p>
        </p:txBody>
      </p:sp>
      <p:graphicFrame>
        <p:nvGraphicFramePr>
          <p:cNvPr id="5" name="Tabla 4">
            <a:extLst>
              <a:ext uri="{FF2B5EF4-FFF2-40B4-BE49-F238E27FC236}">
                <a16:creationId xmlns:a16="http://schemas.microsoft.com/office/drawing/2014/main" id="{C2FBF0DB-AA49-19BE-7699-FE95F7C4143B}"/>
              </a:ext>
            </a:extLst>
          </p:cNvPr>
          <p:cNvGraphicFramePr>
            <a:graphicFrameLocks noGrp="1"/>
          </p:cNvGraphicFramePr>
          <p:nvPr>
            <p:extLst>
              <p:ext uri="{D42A27DB-BD31-4B8C-83A1-F6EECF244321}">
                <p14:modId xmlns:p14="http://schemas.microsoft.com/office/powerpoint/2010/main" val="4056250768"/>
              </p:ext>
            </p:extLst>
          </p:nvPr>
        </p:nvGraphicFramePr>
        <p:xfrm>
          <a:off x="1007623" y="1260684"/>
          <a:ext cx="10620983" cy="4838577"/>
        </p:xfrm>
        <a:graphic>
          <a:graphicData uri="http://schemas.openxmlformats.org/drawingml/2006/table">
            <a:tbl>
              <a:tblPr firstRow="1" bandRow="1">
                <a:tableStyleId>{5C22544A-7EE6-4342-B048-85BDC9FD1C3A}</a:tableStyleId>
              </a:tblPr>
              <a:tblGrid>
                <a:gridCol w="1538964">
                  <a:extLst>
                    <a:ext uri="{9D8B030D-6E8A-4147-A177-3AD203B41FA5}">
                      <a16:colId xmlns:a16="http://schemas.microsoft.com/office/drawing/2014/main" val="34381708"/>
                    </a:ext>
                  </a:extLst>
                </a:gridCol>
                <a:gridCol w="9082019">
                  <a:extLst>
                    <a:ext uri="{9D8B030D-6E8A-4147-A177-3AD203B41FA5}">
                      <a16:colId xmlns:a16="http://schemas.microsoft.com/office/drawing/2014/main" val="1628494477"/>
                    </a:ext>
                  </a:extLst>
                </a:gridCol>
              </a:tblGrid>
              <a:tr h="540000">
                <a:tc>
                  <a:txBody>
                    <a:bodyPr/>
                    <a:lstStyle/>
                    <a:p>
                      <a:pPr algn="ctr">
                        <a:spcAft>
                          <a:spcPts val="0"/>
                        </a:spcAft>
                      </a:pPr>
                      <a:r>
                        <a:rPr lang="es-ES" sz="1200" dirty="0">
                          <a:effectLst/>
                        </a:rPr>
                        <a:t>Concepto</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200" dirty="0">
                          <a:effectLst/>
                        </a:rPr>
                        <a:t>Descripción</a:t>
                      </a:r>
                      <a:endParaRPr lang="es-CO" sz="12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379149428"/>
                  </a:ext>
                </a:extLst>
              </a:tr>
              <a:tr h="540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400" b="1" kern="1200" dirty="0">
                          <a:solidFill>
                            <a:schemeClr val="dk1"/>
                          </a:solidFill>
                          <a:effectLst/>
                          <a:latin typeface="+mn-lt"/>
                          <a:ea typeface="+mn-ea"/>
                          <a:cs typeface="+mn-cs"/>
                        </a:rPr>
                        <a:t>Periodo</a:t>
                      </a:r>
                      <a:endParaRPr lang="es-CO" sz="1400" b="1" kern="1200" dirty="0">
                        <a:solidFill>
                          <a:schemeClr val="dk1"/>
                        </a:solidFill>
                        <a:effectLst/>
                        <a:latin typeface="+mn-lt"/>
                        <a:ea typeface="+mn-ea"/>
                        <a:cs typeface="+mn-cs"/>
                      </a:endParaRPr>
                    </a:p>
                  </a:txBody>
                  <a:tcPr marL="36830" marR="36830" marT="36830" marB="36830" anchor="ctr"/>
                </a:tc>
                <a:tc>
                  <a:txBody>
                    <a:bodyPr/>
                    <a:lstStyle/>
                    <a:p>
                      <a:pPr algn="just">
                        <a:spcAft>
                          <a:spcPts val="0"/>
                        </a:spcAft>
                      </a:pPr>
                      <a:r>
                        <a:rPr lang="es-ES_tradnl" sz="1300" kern="1200" dirty="0">
                          <a:solidFill>
                            <a:schemeClr val="dk1"/>
                          </a:solidFill>
                          <a:latin typeface="+mn-lt"/>
                          <a:ea typeface="+mn-ea"/>
                          <a:cs typeface="+mn-cs"/>
                        </a:rPr>
                        <a:t>Los periodos son unidades de tiempo que permiten clasificar, activar o desactivar </a:t>
                      </a:r>
                      <a:r>
                        <a:rPr lang="es-419" sz="1300" kern="1200" dirty="0">
                          <a:solidFill>
                            <a:schemeClr val="dk1"/>
                          </a:solidFill>
                          <a:latin typeface="+mn-lt"/>
                          <a:ea typeface="+mn-ea"/>
                          <a:cs typeface="+mn-cs"/>
                        </a:rPr>
                        <a:t>diferentes elementos en el sistema.</a:t>
                      </a:r>
                    </a:p>
                  </a:txBody>
                  <a:tcPr marL="36830" marR="36830" marT="36830" marB="36830" anchor="ctr"/>
                </a:tc>
                <a:extLst>
                  <a:ext uri="{0D108BD9-81ED-4DB2-BD59-A6C34878D82A}">
                    <a16:rowId xmlns:a16="http://schemas.microsoft.com/office/drawing/2014/main" val="2078110423"/>
                  </a:ext>
                </a:extLst>
              </a:tr>
              <a:tr h="540000">
                <a:tc>
                  <a:txBody>
                    <a:bodyPr/>
                    <a:lstStyle/>
                    <a:p>
                      <a:pPr>
                        <a:spcAft>
                          <a:spcPts val="0"/>
                        </a:spcAft>
                      </a:pPr>
                      <a:r>
                        <a:rPr lang="es-ES_tradnl" sz="1400" b="1" kern="1200" dirty="0">
                          <a:solidFill>
                            <a:schemeClr val="dk1"/>
                          </a:solidFill>
                          <a:effectLst/>
                          <a:latin typeface="+mn-lt"/>
                          <a:ea typeface="+mn-ea"/>
                          <a:cs typeface="+mn-cs"/>
                        </a:rPr>
                        <a:t>Parte de período</a:t>
                      </a:r>
                      <a:endParaRPr lang="es-CO" sz="1400" b="1" kern="1200" dirty="0">
                        <a:solidFill>
                          <a:schemeClr val="dk1"/>
                        </a:solidFill>
                        <a:effectLst/>
                        <a:latin typeface="+mn-lt"/>
                        <a:ea typeface="+mn-ea"/>
                        <a:cs typeface="+mn-cs"/>
                      </a:endParaRPr>
                    </a:p>
                  </a:txBody>
                  <a:tcPr marL="36830" marR="36830" marT="36830" marB="36830" anchor="ctr"/>
                </a:tc>
                <a:tc>
                  <a:txBody>
                    <a:bodyPr/>
                    <a:lstStyle/>
                    <a:p>
                      <a:pPr algn="just">
                        <a:spcAft>
                          <a:spcPts val="0"/>
                        </a:spcAft>
                      </a:pPr>
                      <a:r>
                        <a:rPr lang="es-CO" sz="1300" kern="1200" dirty="0">
                          <a:solidFill>
                            <a:schemeClr val="dk1"/>
                          </a:solidFill>
                          <a:latin typeface="+mn-lt"/>
                          <a:ea typeface="+mn-ea"/>
                          <a:cs typeface="+mn-cs"/>
                        </a:rPr>
                        <a:t>Unidad de tiempo que segmenta un periodo, definiendo fechas de inicio y fin de clases como prerrequisito para toda la configuración administrativa del sistema de información Banner.</a:t>
                      </a:r>
                      <a:endParaRPr lang="es-419" sz="1300" kern="1200" dirty="0">
                        <a:solidFill>
                          <a:schemeClr val="dk1"/>
                        </a:solidFill>
                        <a:latin typeface="+mn-lt"/>
                        <a:ea typeface="+mn-ea"/>
                        <a:cs typeface="+mn-cs"/>
                      </a:endParaRPr>
                    </a:p>
                  </a:txBody>
                  <a:tcPr marL="36830" marR="36830" marT="36830" marB="36830" anchor="ctr"/>
                </a:tc>
                <a:extLst>
                  <a:ext uri="{0D108BD9-81ED-4DB2-BD59-A6C34878D82A}">
                    <a16:rowId xmlns:a16="http://schemas.microsoft.com/office/drawing/2014/main" val="2010871530"/>
                  </a:ext>
                </a:extLst>
              </a:tr>
              <a:tr h="540000">
                <a:tc>
                  <a:txBody>
                    <a:bodyPr/>
                    <a:lstStyle/>
                    <a:p>
                      <a:pPr>
                        <a:spcAft>
                          <a:spcPts val="0"/>
                        </a:spcAft>
                      </a:pPr>
                      <a:r>
                        <a:rPr lang="es-ES" sz="1400" b="1" dirty="0">
                          <a:effectLst/>
                        </a:rPr>
                        <a:t>Número de Referencia de Curso (NRC)</a:t>
                      </a:r>
                      <a:endPar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_tradnl" sz="1300" dirty="0">
                          <a:solidFill>
                            <a:schemeClr val="tx1"/>
                          </a:solidFill>
                        </a:rPr>
                        <a:t>Es un </a:t>
                      </a:r>
                      <a:r>
                        <a:rPr lang="es-CO" sz="1300" dirty="0"/>
                        <a:t>valor numérico único, en un periodo, que identifica la oferta de un curso en un horario específico y con uno o varios docentes que lo dictan</a:t>
                      </a:r>
                      <a:r>
                        <a:rPr lang="es-419"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227877135"/>
                  </a:ext>
                </a:extLst>
              </a:tr>
              <a:tr h="596524">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Calificación</a:t>
                      </a:r>
                    </a:p>
                  </a:txBody>
                  <a:tcPr marL="36830" marR="36830" marT="36830" marB="36830" anchor="ctr"/>
                </a:tc>
                <a:tc>
                  <a:txBody>
                    <a:bodyPr/>
                    <a:lstStyle/>
                    <a:p>
                      <a:pPr algn="just">
                        <a:spcAft>
                          <a:spcPts val="0"/>
                        </a:spcAft>
                      </a:pPr>
                      <a:r>
                        <a:rPr lang="es-CO" sz="1300" dirty="0"/>
                        <a:t>Valoración cuantitativa de las competencias alcanzadas por el estudiante asignado a la actividad desarrolladas</a:t>
                      </a:r>
                      <a:r>
                        <a:rPr lang="es-CO" sz="1300" dirty="0">
                          <a:solidFill>
                            <a:schemeClr val="tx1"/>
                          </a:solidFill>
                        </a:rPr>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80877216"/>
                  </a:ext>
                </a:extLst>
              </a:tr>
              <a:tr h="655982">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Pasar a Historia Académica</a:t>
                      </a:r>
                    </a:p>
                  </a:txBody>
                  <a:tcPr marL="36830" marR="36830" marT="36830" marB="36830" anchor="ctr"/>
                </a:tc>
                <a:tc>
                  <a:txBody>
                    <a:bodyPr/>
                    <a:lstStyle/>
                    <a:p>
                      <a:pPr algn="just">
                        <a:spcAft>
                          <a:spcPts val="0"/>
                        </a:spcAft>
                      </a:pPr>
                      <a:r>
                        <a:rPr lang="es-419" sz="1300" dirty="0"/>
                        <a:t>Proceso mediante el cual las calificaciones finales cargadas por los docentes, a través de SSB, son guardadas en el sistema, en la Historia Académica del estudiante</a:t>
                      </a:r>
                      <a:r>
                        <a:rPr lang="es-CO"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117023059"/>
                  </a:ext>
                </a:extLst>
              </a:tr>
              <a:tr h="626166">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Historia Académica</a:t>
                      </a:r>
                    </a:p>
                  </a:txBody>
                  <a:tcPr marL="36830" marR="36830" marT="36830" marB="36830" anchor="ctr"/>
                </a:tc>
                <a:tc>
                  <a:txBody>
                    <a:bodyPr/>
                    <a:lstStyle/>
                    <a:p>
                      <a:pPr algn="just">
                        <a:spcAft>
                          <a:spcPts val="0"/>
                        </a:spcAft>
                      </a:pPr>
                      <a:r>
                        <a:rPr lang="es-419" sz="1300" dirty="0"/>
                        <a:t>Almacenamiento de los cursos tomados por el estudiante y las calificaciones definitivas que obtuvo en cada uno de ellos</a:t>
                      </a:r>
                      <a:r>
                        <a:rPr lang="es-CO"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1324545965"/>
                  </a:ext>
                </a:extLst>
              </a:tr>
              <a:tr h="626165">
                <a:tc>
                  <a:txBody>
                    <a:bodyPr/>
                    <a:lstStyle/>
                    <a:p>
                      <a:pPr>
                        <a:spcAft>
                          <a:spcPts val="0"/>
                        </a:spcAft>
                      </a:pPr>
                      <a:r>
                        <a:rPr lang="es-CO" sz="14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rPr>
                        <a:t>Registro de resultados</a:t>
                      </a:r>
                    </a:p>
                  </a:txBody>
                  <a:tcPr marL="36830" marR="36830" marT="36830" marB="36830" anchor="ctr"/>
                </a:tc>
                <a:tc>
                  <a:txBody>
                    <a:bodyPr/>
                    <a:lstStyle/>
                    <a:p>
                      <a:pPr algn="just">
                        <a:spcAft>
                          <a:spcPts val="0"/>
                        </a:spcAft>
                      </a:pPr>
                      <a:r>
                        <a:rPr lang="es-419" sz="1300" dirty="0"/>
                        <a:t>Registro que se crea en el sistema a los estudiantes para indicar que son candidatos a graduarse en un programa</a:t>
                      </a:r>
                      <a:r>
                        <a:rPr lang="es-ES_tradnl" sz="1300" dirty="0"/>
                        <a:t>.</a:t>
                      </a:r>
                      <a:endParaRPr lang="es-419" sz="13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545342843"/>
                  </a:ext>
                </a:extLst>
              </a:tr>
            </a:tbl>
          </a:graphicData>
        </a:graphic>
      </p:graphicFrame>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326E76B-B0B8-72DC-FC49-9C532A17BDBB}"/>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ES_tradnl" dirty="0"/>
              <a:t>Configuraciones</a:t>
            </a:r>
          </a:p>
        </p:txBody>
      </p:sp>
      <p:sp>
        <p:nvSpPr>
          <p:cNvPr id="4" name="Marcador de texto 3">
            <a:extLst>
              <a:ext uri="{FF2B5EF4-FFF2-40B4-BE49-F238E27FC236}">
                <a16:creationId xmlns:a16="http://schemas.microsoft.com/office/drawing/2014/main" id="{603D220A-DAA7-08B7-927E-9D6F4E953624}"/>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326E76B-B0B8-72DC-FC49-9C532A17BDBB}"/>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Predefinir parámetros de cumplimiento</a:t>
            </a:r>
            <a:endParaRPr lang="es-ES_tradnl" dirty="0"/>
          </a:p>
        </p:txBody>
      </p:sp>
      <p:sp>
        <p:nvSpPr>
          <p:cNvPr id="4" name="Marcador de texto 3">
            <a:extLst>
              <a:ext uri="{FF2B5EF4-FFF2-40B4-BE49-F238E27FC236}">
                <a16:creationId xmlns:a16="http://schemas.microsoft.com/office/drawing/2014/main" id="{603D220A-DAA7-08B7-927E-9D6F4E953624}"/>
              </a:ext>
            </a:extLst>
          </p:cNvPr>
          <p:cNvSpPr>
            <a:spLocks noGrp="1"/>
          </p:cNvSpPr>
          <p:nvPr>
            <p:ph type="body" sz="quarter" idx="18"/>
          </p:nvPr>
        </p:nvSpPr>
        <p:spPr/>
        <p:txBody>
          <a:bodyPr/>
          <a:lstStyle/>
          <a:p>
            <a:r>
              <a:rPr lang="es-CO" sz="1800" dirty="0"/>
              <a:t>Valores predeterminados que el sistema tomará al correr la verificación de cumplimiento</a:t>
            </a:r>
            <a:endParaRPr lang="es-ES_tradnl" sz="1800" dirty="0"/>
          </a:p>
          <a:p>
            <a:endParaRPr lang="es-419" dirty="0"/>
          </a:p>
        </p:txBody>
      </p:sp>
    </p:spTree>
    <p:extLst>
      <p:ext uri="{BB962C8B-B14F-4D97-AF65-F5344CB8AC3E}">
        <p14:creationId xmlns:p14="http://schemas.microsoft.com/office/powerpoint/2010/main" val="226951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93979D0-1DAF-14B8-8C13-B1F9DAC75C70}"/>
              </a:ext>
            </a:extLst>
          </p:cNvPr>
          <p:cNvPicPr>
            <a:picLocks noChangeAspect="1"/>
          </p:cNvPicPr>
          <p:nvPr/>
        </p:nvPicPr>
        <p:blipFill>
          <a:blip r:embed="rId3"/>
          <a:stretch>
            <a:fillRect/>
          </a:stretch>
        </p:blipFill>
        <p:spPr>
          <a:xfrm>
            <a:off x="813816" y="1111644"/>
            <a:ext cx="10985925" cy="5206273"/>
          </a:xfrm>
          <a:prstGeom prst="rect">
            <a:avLst/>
          </a:prstGeom>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ES_tradnl" dirty="0"/>
              <a:t>Configuraciones: </a:t>
            </a:r>
            <a:r>
              <a:rPr lang="es-CO" b="1" dirty="0"/>
              <a:t>Predefinir parámetros de cumplimiento</a:t>
            </a:r>
            <a:endParaRPr lang="es-ES_tradnl" b="1" dirty="0"/>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1928116" y="4183866"/>
            <a:ext cx="8321659" cy="1352387"/>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a:pPr>
            <a:r>
              <a:rPr lang="es-ES_tradnl" sz="1100" dirty="0"/>
              <a:t>Desde la página </a:t>
            </a:r>
            <a:r>
              <a:rPr lang="es-ES_tradnl" sz="1100" b="1" dirty="0"/>
              <a:t>SMADFLT</a:t>
            </a:r>
            <a:r>
              <a:rPr lang="es-ES_tradnl" sz="1100" dirty="0"/>
              <a:t> seleccione el tipo de cumplimiento para el que va a definir los parámetros. Las opciones son</a:t>
            </a:r>
            <a:r>
              <a:rPr lang="es-CO" sz="1100" dirty="0"/>
              <a:t>:</a:t>
            </a:r>
            <a:endParaRPr lang="es-ES_tradnl" sz="1100" b="1" dirty="0"/>
          </a:p>
          <a:p>
            <a:pPr marL="800100" lvl="1" indent="-342900" algn="just">
              <a:buFont typeface="Arial" panose="020B0604020202020204" pitchFamily="34" charset="0"/>
              <a:buChar char="•"/>
            </a:pPr>
            <a:r>
              <a:rPr lang="es-CO" sz="1100" b="1" dirty="0"/>
              <a:t>BATCH</a:t>
            </a:r>
            <a:r>
              <a:rPr lang="es-CO" sz="1100" dirty="0"/>
              <a:t>: Se refiere a las ejecuciones masivas de CAPP que se realizan desde la página SMRBCMP.</a:t>
            </a:r>
          </a:p>
          <a:p>
            <a:pPr marL="800100" lvl="1" indent="-342900" algn="just">
              <a:buFont typeface="Arial" panose="020B0604020202020204" pitchFamily="34" charset="0"/>
              <a:buChar char="•"/>
            </a:pPr>
            <a:r>
              <a:rPr lang="es-ES_tradnl" sz="1100" b="1" dirty="0"/>
              <a:t>ONLINE</a:t>
            </a:r>
            <a:r>
              <a:rPr lang="es-ES_tradnl" sz="1100" dirty="0"/>
              <a:t>: </a:t>
            </a:r>
            <a:r>
              <a:rPr lang="es-CO" sz="1100" dirty="0"/>
              <a:t>Se refiere a las ejecuciones individuales de CAPP que se realizan desde la página SMARQCM</a:t>
            </a:r>
            <a:r>
              <a:rPr lang="es-ES_tradnl" sz="1100" dirty="0"/>
              <a:t>.</a:t>
            </a:r>
          </a:p>
          <a:p>
            <a:pPr marL="800100" lvl="1" indent="-342900" algn="just">
              <a:buFont typeface="Arial" panose="020B0604020202020204" pitchFamily="34" charset="0"/>
              <a:buChar char="•"/>
            </a:pPr>
            <a:r>
              <a:rPr lang="es-CO" sz="1100" b="1" dirty="0"/>
              <a:t>WEB</a:t>
            </a:r>
            <a:r>
              <a:rPr lang="es-CO" sz="1100" dirty="0"/>
              <a:t>: Se refiere a las ejecuciones individuales de CAPP que se realizan desde autoservicios.</a:t>
            </a:r>
          </a:p>
          <a:p>
            <a:pPr marL="357188" indent="-342900" algn="just">
              <a:buFont typeface="+mj-lt"/>
              <a:buAutoNum type="arabicPeriod" startAt="2"/>
            </a:pPr>
            <a:r>
              <a:rPr lang="es-CO" sz="1100" dirty="0"/>
              <a:t>Presione el botón </a:t>
            </a:r>
            <a:r>
              <a:rPr lang="es-CO" sz="1100" b="1" dirty="0"/>
              <a:t>Ir</a:t>
            </a:r>
            <a:r>
              <a:rPr lang="es-CO" sz="1100" dirty="0"/>
              <a:t>.</a:t>
            </a:r>
          </a:p>
        </p:txBody>
      </p:sp>
      <p:sp>
        <p:nvSpPr>
          <p:cNvPr id="8" name="CuadroTexto 7">
            <a:extLst>
              <a:ext uri="{FF2B5EF4-FFF2-40B4-BE49-F238E27FC236}">
                <a16:creationId xmlns:a16="http://schemas.microsoft.com/office/drawing/2014/main" id="{7D9CDA73-1C1D-BA4D-7055-A9D33B378225}"/>
              </a:ext>
            </a:extLst>
          </p:cNvPr>
          <p:cNvSpPr txBox="1"/>
          <p:nvPr/>
        </p:nvSpPr>
        <p:spPr>
          <a:xfrm>
            <a:off x="2715647" y="1597818"/>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2" name="CuadroTexto 11">
            <a:extLst>
              <a:ext uri="{FF2B5EF4-FFF2-40B4-BE49-F238E27FC236}">
                <a16:creationId xmlns:a16="http://schemas.microsoft.com/office/drawing/2014/main" id="{56EA32BA-F18E-4056-A028-E15ED94A4EEF}"/>
              </a:ext>
            </a:extLst>
          </p:cNvPr>
          <p:cNvSpPr txBox="1"/>
          <p:nvPr/>
        </p:nvSpPr>
        <p:spPr>
          <a:xfrm>
            <a:off x="11225064" y="1604580"/>
            <a:ext cx="301753"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Tree>
    <p:extLst>
      <p:ext uri="{BB962C8B-B14F-4D97-AF65-F5344CB8AC3E}">
        <p14:creationId xmlns:p14="http://schemas.microsoft.com/office/powerpoint/2010/main" val="3673797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D01BDA2-8453-96F9-7984-C88C5D4194BE}"/>
              </a:ext>
            </a:extLst>
          </p:cNvPr>
          <p:cNvPicPr>
            <a:picLocks noChangeAspect="1"/>
          </p:cNvPicPr>
          <p:nvPr/>
        </p:nvPicPr>
        <p:blipFill>
          <a:blip r:embed="rId3"/>
          <a:stretch>
            <a:fillRect/>
          </a:stretch>
        </p:blipFill>
        <p:spPr>
          <a:xfrm>
            <a:off x="905256" y="1224864"/>
            <a:ext cx="10757004" cy="5086863"/>
          </a:xfrm>
          <a:prstGeom prst="rect">
            <a:avLst/>
          </a:prstGeom>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ES_tradnl" dirty="0"/>
              <a:t>Configuraciones: </a:t>
            </a:r>
            <a:r>
              <a:rPr lang="es-CO" b="1" dirty="0"/>
              <a:t>Predefinir parámetros de cumplimiento</a:t>
            </a:r>
            <a:endParaRPr lang="es-ES_tradnl" b="1" dirty="0"/>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1928116" y="4388008"/>
            <a:ext cx="8321659" cy="1245128"/>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3"/>
            </a:pPr>
            <a:r>
              <a:rPr lang="es-ES_tradnl" sz="1100" dirty="0"/>
              <a:t>Seleccione el </a:t>
            </a:r>
            <a:r>
              <a:rPr lang="es-ES_tradnl" sz="1100" b="1" dirty="0"/>
              <a:t>periodo de evaluación</a:t>
            </a:r>
            <a:r>
              <a:rPr lang="es-ES_tradnl" sz="1100" dirty="0"/>
              <a:t> de la verificación de cumplimiento de CAPP.</a:t>
            </a:r>
          </a:p>
          <a:p>
            <a:pPr marL="342900" indent="-342900" algn="just">
              <a:buFont typeface="+mj-lt"/>
              <a:buAutoNum type="arabicPeriod" startAt="3"/>
            </a:pPr>
            <a:r>
              <a:rPr lang="es-419" sz="1100" dirty="0"/>
              <a:t>Indique el </a:t>
            </a:r>
            <a:r>
              <a:rPr lang="es-419" sz="1100" b="1" dirty="0"/>
              <a:t>orden</a:t>
            </a:r>
            <a:r>
              <a:rPr lang="es-419" sz="1100" dirty="0"/>
              <a:t> en que los cursos y/o atributos de curso se considerarán por el proceso de cumplimiento. Las opciones son: </a:t>
            </a:r>
          </a:p>
          <a:p>
            <a:pPr marL="800100" lvl="1" indent="-342900" algn="just">
              <a:buFont typeface="Arial" panose="020B0604020202020204" pitchFamily="34" charset="0"/>
              <a:buChar char="•"/>
            </a:pPr>
            <a:r>
              <a:rPr lang="es-419" sz="1100" b="1" dirty="0"/>
              <a:t>C</a:t>
            </a:r>
            <a:r>
              <a:rPr lang="es-419" sz="1100" dirty="0"/>
              <a:t>: Orden cronológico (ascendente) por periodo</a:t>
            </a:r>
          </a:p>
          <a:p>
            <a:pPr marL="800100" lvl="1" indent="-342900" algn="just">
              <a:buFont typeface="Arial" panose="020B0604020202020204" pitchFamily="34" charset="0"/>
              <a:buChar char="•"/>
            </a:pPr>
            <a:r>
              <a:rPr lang="es-419" sz="1100" b="1" dirty="0"/>
              <a:t>T</a:t>
            </a:r>
            <a:r>
              <a:rPr lang="es-419" sz="1100" dirty="0"/>
              <a:t>: Orden descendente por periodo (predefinido)</a:t>
            </a:r>
          </a:p>
          <a:p>
            <a:pPr marL="800100" lvl="1" indent="-342900" algn="just">
              <a:buFont typeface="Arial" panose="020B0604020202020204" pitchFamily="34" charset="0"/>
              <a:buChar char="•"/>
            </a:pPr>
            <a:r>
              <a:rPr lang="es-419" sz="1100" b="1" dirty="0"/>
              <a:t>G</a:t>
            </a:r>
            <a:r>
              <a:rPr lang="es-419" sz="1100" dirty="0"/>
              <a:t>: Orden descendente por calificación</a:t>
            </a:r>
          </a:p>
        </p:txBody>
      </p:sp>
      <p:sp>
        <p:nvSpPr>
          <p:cNvPr id="8" name="CuadroTexto 7">
            <a:extLst>
              <a:ext uri="{FF2B5EF4-FFF2-40B4-BE49-F238E27FC236}">
                <a16:creationId xmlns:a16="http://schemas.microsoft.com/office/drawing/2014/main" id="{7D9CDA73-1C1D-BA4D-7055-A9D33B378225}"/>
              </a:ext>
            </a:extLst>
          </p:cNvPr>
          <p:cNvSpPr txBox="1"/>
          <p:nvPr/>
        </p:nvSpPr>
        <p:spPr>
          <a:xfrm>
            <a:off x="2078992" y="2033607"/>
            <a:ext cx="301753"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7" name="CuadroTexto 6">
            <a:extLst>
              <a:ext uri="{FF2B5EF4-FFF2-40B4-BE49-F238E27FC236}">
                <a16:creationId xmlns:a16="http://schemas.microsoft.com/office/drawing/2014/main" id="{40A43C74-8569-E68E-FF7C-971F028417D0}"/>
              </a:ext>
            </a:extLst>
          </p:cNvPr>
          <p:cNvSpPr txBox="1"/>
          <p:nvPr/>
        </p:nvSpPr>
        <p:spPr>
          <a:xfrm>
            <a:off x="1928116" y="2277442"/>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Tree>
    <p:extLst>
      <p:ext uri="{BB962C8B-B14F-4D97-AF65-F5344CB8AC3E}">
        <p14:creationId xmlns:p14="http://schemas.microsoft.com/office/powerpoint/2010/main" val="1038152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0DD0C7B-28A2-60BD-81A7-65A8E4373F24}"/>
              </a:ext>
            </a:extLst>
          </p:cNvPr>
          <p:cNvPicPr>
            <a:picLocks noChangeAspect="1"/>
          </p:cNvPicPr>
          <p:nvPr/>
        </p:nvPicPr>
        <p:blipFill>
          <a:blip r:embed="rId3"/>
          <a:stretch>
            <a:fillRect/>
          </a:stretch>
        </p:blipFill>
        <p:spPr>
          <a:xfrm>
            <a:off x="932688" y="1243152"/>
            <a:ext cx="10757004" cy="5086863"/>
          </a:xfrm>
          <a:prstGeom prst="rect">
            <a:avLst/>
          </a:prstGeom>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ES_tradnl" dirty="0"/>
              <a:t>Configuraciones: </a:t>
            </a:r>
            <a:r>
              <a:rPr lang="es-CO" b="1" dirty="0"/>
              <a:t>Predefinir parámetros de cumplimiento</a:t>
            </a:r>
            <a:endParaRPr lang="es-ES_tradnl" b="1" dirty="0"/>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1928116" y="4388008"/>
            <a:ext cx="8321659" cy="1545864"/>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5"/>
            </a:pPr>
            <a:r>
              <a:rPr lang="es-CO" sz="1100" dirty="0"/>
              <a:t>Ingrese, si así lo desea, el </a:t>
            </a:r>
            <a:r>
              <a:rPr lang="es-CO" sz="1100" b="1" dirty="0"/>
              <a:t>valor de calificación numérica </a:t>
            </a:r>
            <a:r>
              <a:rPr lang="es-CO" sz="1100" dirty="0"/>
              <a:t>inferior exigida para incluir los cursos en la verificación del cumplimiento</a:t>
            </a:r>
            <a:r>
              <a:rPr lang="es-ES_tradnl" sz="1100" dirty="0"/>
              <a:t>. Se sugiere ingresar el número 0 para que se incluyan en el análisis los cursos aprobados y reprobados.</a:t>
            </a:r>
          </a:p>
          <a:p>
            <a:pPr marL="342900" indent="-342900" algn="just">
              <a:buFont typeface="+mj-lt"/>
              <a:buAutoNum type="arabicPeriod" startAt="5"/>
            </a:pPr>
            <a:r>
              <a:rPr lang="es-CO" sz="1100" dirty="0"/>
              <a:t>Active la casilla si los cursos usados en el proceso de cumplimiento  se deben aplicar a un registro de grado asociado con la solicitud de cumplimiento.</a:t>
            </a:r>
          </a:p>
          <a:p>
            <a:pPr marL="342900" indent="-342900" algn="just">
              <a:buFont typeface="+mj-lt"/>
              <a:buAutoNum type="arabicPeriod" startAt="5"/>
            </a:pPr>
            <a:r>
              <a:rPr lang="es-CO" sz="1100" dirty="0"/>
              <a:t>Active la casilla si sólo los cursos aplicados a un registro de grado específico deben ser considerados en el proceso de cumplimiento.</a:t>
            </a:r>
          </a:p>
          <a:p>
            <a:pPr marL="342900" indent="-342900" algn="just">
              <a:buFont typeface="+mj-lt"/>
              <a:buAutoNum type="arabicPeriod" startAt="5"/>
            </a:pPr>
            <a:r>
              <a:rPr lang="es-CO" sz="1100" dirty="0"/>
              <a:t>Active la casilla en el progreso de verificación de cumplimiento se tomarán como ganados los cursos inscritos que o tienen aun calificación.</a:t>
            </a:r>
            <a:endParaRPr lang="es-419" sz="1100" dirty="0"/>
          </a:p>
        </p:txBody>
      </p:sp>
      <p:sp>
        <p:nvSpPr>
          <p:cNvPr id="8" name="CuadroTexto 7">
            <a:extLst>
              <a:ext uri="{FF2B5EF4-FFF2-40B4-BE49-F238E27FC236}">
                <a16:creationId xmlns:a16="http://schemas.microsoft.com/office/drawing/2014/main" id="{7D9CDA73-1C1D-BA4D-7055-A9D33B378225}"/>
              </a:ext>
            </a:extLst>
          </p:cNvPr>
          <p:cNvSpPr txBox="1"/>
          <p:nvPr/>
        </p:nvSpPr>
        <p:spPr>
          <a:xfrm>
            <a:off x="1928116" y="2483270"/>
            <a:ext cx="301753" cy="215444"/>
          </a:xfrm>
          <a:prstGeom prst="rect">
            <a:avLst/>
          </a:prstGeom>
          <a:solidFill>
            <a:schemeClr val="accent3"/>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2" name="CuadroTexto 1">
            <a:extLst>
              <a:ext uri="{FF2B5EF4-FFF2-40B4-BE49-F238E27FC236}">
                <a16:creationId xmlns:a16="http://schemas.microsoft.com/office/drawing/2014/main" id="{1E035F86-4236-D8B1-EDEA-71897C1DF3DB}"/>
              </a:ext>
            </a:extLst>
          </p:cNvPr>
          <p:cNvSpPr txBox="1"/>
          <p:nvPr/>
        </p:nvSpPr>
        <p:spPr>
          <a:xfrm>
            <a:off x="6475443" y="2020580"/>
            <a:ext cx="301753" cy="215444"/>
          </a:xfrm>
          <a:prstGeom prst="rect">
            <a:avLst/>
          </a:prstGeom>
          <a:solidFill>
            <a:schemeClr val="accent3"/>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0" name="CuadroTexto 9">
            <a:extLst>
              <a:ext uri="{FF2B5EF4-FFF2-40B4-BE49-F238E27FC236}">
                <a16:creationId xmlns:a16="http://schemas.microsoft.com/office/drawing/2014/main" id="{6482B127-B34D-D2F3-A113-E98DD0203976}"/>
              </a:ext>
            </a:extLst>
          </p:cNvPr>
          <p:cNvSpPr txBox="1"/>
          <p:nvPr/>
        </p:nvSpPr>
        <p:spPr>
          <a:xfrm>
            <a:off x="6463218" y="2254548"/>
            <a:ext cx="301753" cy="215444"/>
          </a:xfrm>
          <a:prstGeom prst="rect">
            <a:avLst/>
          </a:prstGeom>
          <a:solidFill>
            <a:schemeClr val="accent3"/>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14" name="CuadroTexto 13">
            <a:extLst>
              <a:ext uri="{FF2B5EF4-FFF2-40B4-BE49-F238E27FC236}">
                <a16:creationId xmlns:a16="http://schemas.microsoft.com/office/drawing/2014/main" id="{95B0AA2A-FAFD-041F-8D7F-27AB063FAEE2}"/>
              </a:ext>
            </a:extLst>
          </p:cNvPr>
          <p:cNvSpPr txBox="1"/>
          <p:nvPr/>
        </p:nvSpPr>
        <p:spPr>
          <a:xfrm>
            <a:off x="6475443" y="2488516"/>
            <a:ext cx="301753" cy="215444"/>
          </a:xfrm>
          <a:prstGeom prst="rect">
            <a:avLst/>
          </a:prstGeom>
          <a:solidFill>
            <a:schemeClr val="accent3"/>
          </a:solidFill>
        </p:spPr>
        <p:txBody>
          <a:bodyPr wrap="square" rtlCol="0">
            <a:spAutoFit/>
          </a:bodyPr>
          <a:lstStyle/>
          <a:p>
            <a:r>
              <a:rPr lang="es-CO" sz="800" b="1" dirty="0">
                <a:solidFill>
                  <a:schemeClr val="bg1"/>
                </a:solidFill>
              </a:rPr>
              <a:t>8</a:t>
            </a:r>
            <a:endParaRPr lang="en-US" sz="800" b="1" dirty="0">
              <a:solidFill>
                <a:schemeClr val="bg1"/>
              </a:solidFill>
            </a:endParaRPr>
          </a:p>
        </p:txBody>
      </p:sp>
    </p:spTree>
    <p:extLst>
      <p:ext uri="{BB962C8B-B14F-4D97-AF65-F5344CB8AC3E}">
        <p14:creationId xmlns:p14="http://schemas.microsoft.com/office/powerpoint/2010/main" val="305424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BADC820-B2CE-9A92-E08F-B4E3C758788A}"/>
              </a:ext>
            </a:extLst>
          </p:cNvPr>
          <p:cNvPicPr>
            <a:picLocks noChangeAspect="1"/>
          </p:cNvPicPr>
          <p:nvPr/>
        </p:nvPicPr>
        <p:blipFill>
          <a:blip r:embed="rId3"/>
          <a:stretch>
            <a:fillRect/>
          </a:stretch>
        </p:blipFill>
        <p:spPr>
          <a:xfrm>
            <a:off x="905256" y="1224864"/>
            <a:ext cx="10757004" cy="5086863"/>
          </a:xfrm>
          <a:prstGeom prst="rect">
            <a:avLst/>
          </a:prstGeom>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ES_tradnl" dirty="0"/>
              <a:t>Configuraciones: </a:t>
            </a:r>
            <a:r>
              <a:rPr lang="es-CO" b="1" dirty="0"/>
              <a:t>Predefinir parámetros de cumplimiento</a:t>
            </a:r>
            <a:endParaRPr lang="es-ES_tradnl" b="1" dirty="0"/>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1928116" y="4388007"/>
            <a:ext cx="8321659" cy="1701507"/>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9"/>
            </a:pPr>
            <a:r>
              <a:rPr lang="es-419" sz="1100" dirty="0"/>
              <a:t>Active las siguientes casilla</a:t>
            </a:r>
            <a:r>
              <a:rPr lang="es-ES_tradnl" sz="1100" dirty="0"/>
              <a:t>s, si aplican:</a:t>
            </a:r>
          </a:p>
          <a:p>
            <a:pPr marL="800100" lvl="1" indent="-342900" algn="just">
              <a:buFont typeface="Arial" panose="020B0604020202020204" pitchFamily="34" charset="0"/>
              <a:buChar char="•"/>
            </a:pPr>
            <a:r>
              <a:rPr lang="es-CO" sz="1100" b="1" dirty="0"/>
              <a:t>Crear registros de área no-usada</a:t>
            </a:r>
            <a:r>
              <a:rPr lang="es-CO" sz="1100" dirty="0"/>
              <a:t>: el resultado del proceso de cumplimiento crea registros de salida para áreas sin usar.</a:t>
            </a:r>
          </a:p>
          <a:p>
            <a:pPr marL="800100" lvl="1" indent="-342900" algn="just">
              <a:buFont typeface="Arial" panose="020B0604020202020204" pitchFamily="34" charset="0"/>
              <a:buChar char="•"/>
            </a:pPr>
            <a:r>
              <a:rPr lang="es-CO" sz="1100" b="1" dirty="0"/>
              <a:t>Crear cursos y atributos no-usados</a:t>
            </a:r>
            <a:r>
              <a:rPr lang="es-CO" sz="1100" dirty="0"/>
              <a:t>: el resultado del proceso de cumplimiento crea registros de salida para atributos sin usar.</a:t>
            </a:r>
          </a:p>
          <a:p>
            <a:pPr marL="800100" lvl="1" indent="-342900" algn="just">
              <a:buFont typeface="Arial" panose="020B0604020202020204" pitchFamily="34" charset="0"/>
              <a:buChar char="•"/>
            </a:pPr>
            <a:r>
              <a:rPr lang="es-CO" sz="1100" b="1" dirty="0"/>
              <a:t>Crear registros de rechazo</a:t>
            </a:r>
            <a:r>
              <a:rPr lang="es-CO" sz="1100" dirty="0"/>
              <a:t>: el resultado del proceso de cumplimiento crea registros de salida para cursos y/o atributos de curso rechazados. Los cursos rechazados se incluyen en los no usados.</a:t>
            </a:r>
          </a:p>
          <a:p>
            <a:pPr marL="800100" lvl="1" indent="-342900" algn="just">
              <a:buFont typeface="Arial" panose="020B0604020202020204" pitchFamily="34" charset="0"/>
              <a:buChar char="•"/>
            </a:pPr>
            <a:r>
              <a:rPr lang="es-CO" sz="1100" b="1" dirty="0"/>
              <a:t>Crear reporte de selección de curso</a:t>
            </a:r>
            <a:r>
              <a:rPr lang="es-CO" sz="1100" dirty="0"/>
              <a:t>: el resultado del proceso de cumplimiento crea el Reporte de Cumplimiento de Programa (SMRCMPL) durante el procesamiento de cumplimiento.</a:t>
            </a:r>
            <a:endParaRPr lang="es-419" sz="1100" dirty="0"/>
          </a:p>
        </p:txBody>
      </p:sp>
      <p:sp>
        <p:nvSpPr>
          <p:cNvPr id="2" name="CuadroTexto 1">
            <a:extLst>
              <a:ext uri="{FF2B5EF4-FFF2-40B4-BE49-F238E27FC236}">
                <a16:creationId xmlns:a16="http://schemas.microsoft.com/office/drawing/2014/main" id="{1E035F86-4236-D8B1-EDEA-71897C1DF3DB}"/>
              </a:ext>
            </a:extLst>
          </p:cNvPr>
          <p:cNvSpPr txBox="1"/>
          <p:nvPr/>
        </p:nvSpPr>
        <p:spPr>
          <a:xfrm>
            <a:off x="675534" y="2925632"/>
            <a:ext cx="301753" cy="215444"/>
          </a:xfrm>
          <a:prstGeom prst="rect">
            <a:avLst/>
          </a:prstGeom>
          <a:solidFill>
            <a:schemeClr val="accent3"/>
          </a:solidFill>
        </p:spPr>
        <p:txBody>
          <a:bodyPr wrap="square" rtlCol="0">
            <a:spAutoFit/>
          </a:bodyPr>
          <a:lstStyle/>
          <a:p>
            <a:r>
              <a:rPr lang="es-CO" sz="800" b="1" dirty="0">
                <a:solidFill>
                  <a:schemeClr val="bg1"/>
                </a:solidFill>
              </a:rPr>
              <a:t>9</a:t>
            </a:r>
            <a:endParaRPr lang="en-US" sz="800" b="1" dirty="0">
              <a:solidFill>
                <a:schemeClr val="bg1"/>
              </a:solidFill>
            </a:endParaRPr>
          </a:p>
        </p:txBody>
      </p:sp>
      <p:sp>
        <p:nvSpPr>
          <p:cNvPr id="17" name="Rectángulo 16">
            <a:extLst>
              <a:ext uri="{FF2B5EF4-FFF2-40B4-BE49-F238E27FC236}">
                <a16:creationId xmlns:a16="http://schemas.microsoft.com/office/drawing/2014/main" id="{AA4B3CCC-01B7-0DA4-DDE3-08A636360FF4}"/>
              </a:ext>
            </a:extLst>
          </p:cNvPr>
          <p:cNvSpPr/>
          <p:nvPr/>
        </p:nvSpPr>
        <p:spPr>
          <a:xfrm>
            <a:off x="1049319" y="2724283"/>
            <a:ext cx="10363469" cy="462514"/>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522405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EE03026F-CE97-4203-650B-A26960E09FF4}"/>
              </a:ext>
            </a:extLst>
          </p:cNvPr>
          <p:cNvPicPr>
            <a:picLocks noChangeAspect="1"/>
          </p:cNvPicPr>
          <p:nvPr/>
        </p:nvPicPr>
        <p:blipFill>
          <a:blip r:embed="rId3"/>
          <a:stretch>
            <a:fillRect/>
          </a:stretch>
        </p:blipFill>
        <p:spPr>
          <a:xfrm>
            <a:off x="905256" y="1224864"/>
            <a:ext cx="10757004" cy="5086863"/>
          </a:xfrm>
          <a:prstGeom prst="rect">
            <a:avLst/>
          </a:prstGeom>
          <a:solidFill>
            <a:schemeClr val="accent3"/>
          </a:solidFill>
        </p:spPr>
      </p:pic>
      <p:sp>
        <p:nvSpPr>
          <p:cNvPr id="3" name="Marcador de texto vertical 2">
            <a:extLst>
              <a:ext uri="{FF2B5EF4-FFF2-40B4-BE49-F238E27FC236}">
                <a16:creationId xmlns:a16="http://schemas.microsoft.com/office/drawing/2014/main" id="{52BB2D61-A75A-7C5A-A63D-D6CB636F0C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9320" y="213090"/>
            <a:ext cx="10477497" cy="898555"/>
          </a:xfrm>
        </p:spPr>
        <p:txBody>
          <a:bodyPr/>
          <a:lstStyle/>
          <a:p>
            <a:r>
              <a:rPr lang="es-ES_tradnl" dirty="0"/>
              <a:t>Configuraciones: </a:t>
            </a:r>
            <a:r>
              <a:rPr lang="es-CO" b="1" dirty="0"/>
              <a:t>Predefinir parámetros de cumplimiento</a:t>
            </a:r>
            <a:endParaRPr lang="es-ES_tradnl" b="1" dirty="0"/>
          </a:p>
        </p:txBody>
      </p:sp>
      <p:sp>
        <p:nvSpPr>
          <p:cNvPr id="6" name="Rectángulo redondeado 5">
            <a:extLst>
              <a:ext uri="{FF2B5EF4-FFF2-40B4-BE49-F238E27FC236}">
                <a16:creationId xmlns:a16="http://schemas.microsoft.com/office/drawing/2014/main" id="{B927F6F8-0869-0CBC-0ED8-EE8B179E4139}"/>
              </a:ext>
            </a:extLst>
          </p:cNvPr>
          <p:cNvSpPr/>
          <p:nvPr/>
        </p:nvSpPr>
        <p:spPr>
          <a:xfrm>
            <a:off x="1928116" y="4640094"/>
            <a:ext cx="8321659" cy="1449420"/>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10"/>
            </a:pPr>
            <a:r>
              <a:rPr lang="es-CO" sz="1100" dirty="0"/>
              <a:t>Seleccione el periodo a usar para seleccionar la información de asesor, si aplica</a:t>
            </a:r>
            <a:r>
              <a:rPr lang="es-ES_tradnl" sz="1100" dirty="0"/>
              <a:t>.</a:t>
            </a:r>
          </a:p>
          <a:p>
            <a:pPr marL="342900" indent="-342900" algn="just">
              <a:buFont typeface="+mj-lt"/>
              <a:buAutoNum type="arabicPeriod" startAt="10"/>
            </a:pPr>
            <a:r>
              <a:rPr lang="es-CO" sz="1100" dirty="0"/>
              <a:t>Seleccione el rango de periodos que se toman para la consideración de los cursos en progreso en el cumplimiento. Por defecto el rango es desde el 000000 hasta el 999999.</a:t>
            </a:r>
          </a:p>
          <a:p>
            <a:pPr marL="342900" indent="-342900" algn="just">
              <a:buFont typeface="+mj-lt"/>
              <a:buAutoNum type="arabicPeriod" startAt="10"/>
            </a:pPr>
            <a:r>
              <a:rPr lang="es-CO" sz="1100" dirty="0"/>
              <a:t>Seleccione el rango de periodos que se toman para la consideración de los cursos en el cumplimiento. Por defecto el rango es desde el 000000 hasta el 999999.</a:t>
            </a:r>
          </a:p>
          <a:p>
            <a:pPr marL="342900" indent="-342900" algn="just">
              <a:buFont typeface="+mj-lt"/>
              <a:buAutoNum type="arabicPeriod" startAt="10"/>
            </a:pPr>
            <a:r>
              <a:rPr lang="es-CO" sz="1100" dirty="0"/>
              <a:t>Guarde la información.</a:t>
            </a:r>
            <a:endParaRPr lang="es-ES_tradnl" sz="1100" dirty="0"/>
          </a:p>
        </p:txBody>
      </p:sp>
      <p:sp>
        <p:nvSpPr>
          <p:cNvPr id="2" name="CuadroTexto 1">
            <a:extLst>
              <a:ext uri="{FF2B5EF4-FFF2-40B4-BE49-F238E27FC236}">
                <a16:creationId xmlns:a16="http://schemas.microsoft.com/office/drawing/2014/main" id="{1E035F86-4236-D8B1-EDEA-71897C1DF3DB}"/>
              </a:ext>
            </a:extLst>
          </p:cNvPr>
          <p:cNvSpPr txBox="1"/>
          <p:nvPr/>
        </p:nvSpPr>
        <p:spPr>
          <a:xfrm>
            <a:off x="679471" y="3213556"/>
            <a:ext cx="301753" cy="215444"/>
          </a:xfrm>
          <a:prstGeom prst="rect">
            <a:avLst/>
          </a:prstGeom>
          <a:solidFill>
            <a:schemeClr val="accent3"/>
          </a:solidFill>
        </p:spPr>
        <p:txBody>
          <a:bodyPr wrap="square" rtlCol="0">
            <a:spAutoFit/>
          </a:bodyPr>
          <a:lstStyle/>
          <a:p>
            <a:r>
              <a:rPr lang="es-CO" sz="800" b="1" dirty="0">
                <a:solidFill>
                  <a:schemeClr val="bg1"/>
                </a:solidFill>
              </a:rPr>
              <a:t>10</a:t>
            </a:r>
            <a:endParaRPr lang="en-US" sz="800" b="1" dirty="0">
              <a:solidFill>
                <a:schemeClr val="bg1"/>
              </a:solidFill>
            </a:endParaRPr>
          </a:p>
        </p:txBody>
      </p:sp>
      <p:sp>
        <p:nvSpPr>
          <p:cNvPr id="5" name="Rectángulo 4">
            <a:extLst>
              <a:ext uri="{FF2B5EF4-FFF2-40B4-BE49-F238E27FC236}">
                <a16:creationId xmlns:a16="http://schemas.microsoft.com/office/drawing/2014/main" id="{B313A73F-5524-03FD-9EED-88F66024168B}"/>
              </a:ext>
            </a:extLst>
          </p:cNvPr>
          <p:cNvSpPr/>
          <p:nvPr/>
        </p:nvSpPr>
        <p:spPr>
          <a:xfrm>
            <a:off x="916496" y="3504822"/>
            <a:ext cx="1557693" cy="60475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7BC5A923-28AB-653C-0A14-6F8D5F371B3D}"/>
              </a:ext>
            </a:extLst>
          </p:cNvPr>
          <p:cNvSpPr txBox="1"/>
          <p:nvPr/>
        </p:nvSpPr>
        <p:spPr>
          <a:xfrm>
            <a:off x="2618967" y="3699477"/>
            <a:ext cx="301753" cy="215444"/>
          </a:xfrm>
          <a:prstGeom prst="rect">
            <a:avLst/>
          </a:prstGeom>
          <a:solidFill>
            <a:schemeClr val="accent3"/>
          </a:solidFill>
        </p:spPr>
        <p:txBody>
          <a:bodyPr wrap="square" rtlCol="0">
            <a:spAutoFit/>
          </a:bodyPr>
          <a:lstStyle/>
          <a:p>
            <a:r>
              <a:rPr lang="es-CO" sz="800" b="1" dirty="0">
                <a:solidFill>
                  <a:schemeClr val="bg1"/>
                </a:solidFill>
              </a:rPr>
              <a:t>11</a:t>
            </a:r>
            <a:endParaRPr lang="en-US" sz="800" b="1" dirty="0">
              <a:solidFill>
                <a:schemeClr val="bg1"/>
              </a:solidFill>
            </a:endParaRPr>
          </a:p>
        </p:txBody>
      </p:sp>
      <p:sp>
        <p:nvSpPr>
          <p:cNvPr id="9" name="CuadroTexto 8">
            <a:extLst>
              <a:ext uri="{FF2B5EF4-FFF2-40B4-BE49-F238E27FC236}">
                <a16:creationId xmlns:a16="http://schemas.microsoft.com/office/drawing/2014/main" id="{30F106BE-F24C-97C3-5234-51FDCB0043A5}"/>
              </a:ext>
            </a:extLst>
          </p:cNvPr>
          <p:cNvSpPr txBox="1"/>
          <p:nvPr/>
        </p:nvSpPr>
        <p:spPr>
          <a:xfrm>
            <a:off x="5766090" y="3419866"/>
            <a:ext cx="301753" cy="215444"/>
          </a:xfrm>
          <a:prstGeom prst="rect">
            <a:avLst/>
          </a:prstGeom>
          <a:solidFill>
            <a:schemeClr val="accent3"/>
          </a:solidFill>
        </p:spPr>
        <p:txBody>
          <a:bodyPr wrap="square" rtlCol="0">
            <a:spAutoFit/>
          </a:bodyPr>
          <a:lstStyle/>
          <a:p>
            <a:r>
              <a:rPr lang="es-CO" sz="800" b="1" dirty="0">
                <a:solidFill>
                  <a:schemeClr val="bg1"/>
                </a:solidFill>
              </a:rPr>
              <a:t>12</a:t>
            </a:r>
            <a:endParaRPr lang="en-US" sz="800" b="1" dirty="0">
              <a:solidFill>
                <a:schemeClr val="bg1"/>
              </a:solidFill>
            </a:endParaRPr>
          </a:p>
        </p:txBody>
      </p:sp>
      <p:sp>
        <p:nvSpPr>
          <p:cNvPr id="11" name="Rectángulo 10">
            <a:extLst>
              <a:ext uri="{FF2B5EF4-FFF2-40B4-BE49-F238E27FC236}">
                <a16:creationId xmlns:a16="http://schemas.microsoft.com/office/drawing/2014/main" id="{5CD112DC-5C30-282A-5D6B-D85BC8C21E20}"/>
              </a:ext>
            </a:extLst>
          </p:cNvPr>
          <p:cNvSpPr/>
          <p:nvPr/>
        </p:nvSpPr>
        <p:spPr>
          <a:xfrm>
            <a:off x="6332658" y="3225210"/>
            <a:ext cx="1361922" cy="60475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52F9176B-40A5-660A-D461-742E2B1542F0}"/>
              </a:ext>
            </a:extLst>
          </p:cNvPr>
          <p:cNvSpPr txBox="1"/>
          <p:nvPr/>
        </p:nvSpPr>
        <p:spPr>
          <a:xfrm>
            <a:off x="11656994" y="6064477"/>
            <a:ext cx="301753" cy="215444"/>
          </a:xfrm>
          <a:prstGeom prst="rect">
            <a:avLst/>
          </a:prstGeom>
          <a:solidFill>
            <a:schemeClr val="accent3"/>
          </a:solidFill>
        </p:spPr>
        <p:txBody>
          <a:bodyPr wrap="square" rtlCol="0">
            <a:spAutoFit/>
          </a:bodyPr>
          <a:lstStyle/>
          <a:p>
            <a:r>
              <a:rPr lang="es-CO" sz="800" b="1" dirty="0">
                <a:solidFill>
                  <a:schemeClr val="bg1"/>
                </a:solidFill>
              </a:rPr>
              <a:t>13</a:t>
            </a:r>
            <a:endParaRPr lang="en-US" sz="800" b="1" dirty="0">
              <a:solidFill>
                <a:schemeClr val="bg1"/>
              </a:solidFill>
            </a:endParaRPr>
          </a:p>
        </p:txBody>
      </p:sp>
      <p:sp>
        <p:nvSpPr>
          <p:cNvPr id="14" name="Flecha: hacia la izquierda 13">
            <a:extLst>
              <a:ext uri="{FF2B5EF4-FFF2-40B4-BE49-F238E27FC236}">
                <a16:creationId xmlns:a16="http://schemas.microsoft.com/office/drawing/2014/main" id="{9D3BFDDF-BAD0-F708-9684-F774F96B3311}"/>
              </a:ext>
            </a:extLst>
          </p:cNvPr>
          <p:cNvSpPr/>
          <p:nvPr/>
        </p:nvSpPr>
        <p:spPr>
          <a:xfrm>
            <a:off x="11460552" y="615045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7883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F326E76B-B0B8-72DC-FC49-9C532A17BDBB}"/>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Control de Historia Académica</a:t>
            </a:r>
            <a:endParaRPr lang="es-ES_tradnl" dirty="0"/>
          </a:p>
        </p:txBody>
      </p:sp>
      <p:sp>
        <p:nvSpPr>
          <p:cNvPr id="4" name="Marcador de texto 3">
            <a:extLst>
              <a:ext uri="{FF2B5EF4-FFF2-40B4-BE49-F238E27FC236}">
                <a16:creationId xmlns:a16="http://schemas.microsoft.com/office/drawing/2014/main" id="{603D220A-DAA7-08B7-927E-9D6F4E953624}"/>
              </a:ext>
            </a:extLst>
          </p:cNvPr>
          <p:cNvSpPr>
            <a:spLocks noGrp="1"/>
          </p:cNvSpPr>
          <p:nvPr>
            <p:ph type="body" sz="quarter" idx="18"/>
          </p:nvPr>
        </p:nvSpPr>
        <p:spPr/>
        <p:txBody>
          <a:bodyPr/>
          <a:lstStyle/>
          <a:p>
            <a:endParaRPr lang="es-419" dirty="0"/>
          </a:p>
        </p:txBody>
      </p:sp>
    </p:spTree>
    <p:extLst>
      <p:ext uri="{BB962C8B-B14F-4D97-AF65-F5344CB8AC3E}">
        <p14:creationId xmlns:p14="http://schemas.microsoft.com/office/powerpoint/2010/main" val="3650659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2AAC9DA-924B-4F38-34ED-D5941C46B244}"/>
              </a:ext>
            </a:extLst>
          </p:cNvPr>
          <p:cNvPicPr>
            <a:picLocks noChangeAspect="1"/>
          </p:cNvPicPr>
          <p:nvPr/>
        </p:nvPicPr>
        <p:blipFill>
          <a:blip r:embed="rId3"/>
          <a:stretch>
            <a:fillRect/>
          </a:stretch>
        </p:blipFill>
        <p:spPr>
          <a:xfrm>
            <a:off x="666874" y="1014984"/>
            <a:ext cx="11197867" cy="5298418"/>
          </a:xfrm>
          <a:prstGeom prst="rect">
            <a:avLst/>
          </a:prstGeom>
          <a:solidFill>
            <a:schemeClr val="accent3"/>
          </a:solidFill>
        </p:spPr>
      </p:pic>
      <p:sp>
        <p:nvSpPr>
          <p:cNvPr id="2" name="Marcador de texto vertical 1">
            <a:extLst>
              <a:ext uri="{FF2B5EF4-FFF2-40B4-BE49-F238E27FC236}">
                <a16:creationId xmlns:a16="http://schemas.microsoft.com/office/drawing/2014/main" id="{E904EE4B-4B22-C100-859D-DB0EB9F041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7629" y="257870"/>
            <a:ext cx="10477497" cy="898555"/>
          </a:xfrm>
        </p:spPr>
        <p:txBody>
          <a:bodyPr/>
          <a:lstStyle/>
          <a:p>
            <a:r>
              <a:rPr lang="es-ES_tradnl" dirty="0"/>
              <a:t>Configuraciones: </a:t>
            </a:r>
            <a:r>
              <a:rPr lang="es-CO" b="1" dirty="0"/>
              <a:t>Control de Historia Académica</a:t>
            </a:r>
            <a:endParaRPr lang="es-ES_tradnl" b="1" dirty="0"/>
          </a:p>
        </p:txBody>
      </p:sp>
      <p:sp>
        <p:nvSpPr>
          <p:cNvPr id="6" name="Rectángulo redondeado 5">
            <a:extLst>
              <a:ext uri="{FF2B5EF4-FFF2-40B4-BE49-F238E27FC236}">
                <a16:creationId xmlns:a16="http://schemas.microsoft.com/office/drawing/2014/main" id="{2759E2EC-AEA0-8521-C0FD-93A54A53A25D}"/>
              </a:ext>
            </a:extLst>
          </p:cNvPr>
          <p:cNvSpPr/>
          <p:nvPr/>
        </p:nvSpPr>
        <p:spPr>
          <a:xfrm>
            <a:off x="1928116" y="4640094"/>
            <a:ext cx="8321659" cy="1449420"/>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a:pPr>
            <a:r>
              <a:rPr lang="es-ES_tradnl" sz="1100" dirty="0"/>
              <a:t>Active la casilla si, cuando se crea un nuevo registro de grado se le aplica los cursos que han sido calificados con anterioridad a su creación.</a:t>
            </a:r>
          </a:p>
          <a:p>
            <a:pPr marL="342900" indent="-342900" algn="just">
              <a:buFont typeface="+mj-lt"/>
              <a:buAutoNum type="arabicPeriod"/>
            </a:pPr>
            <a:r>
              <a:rPr lang="es-CO" sz="1100" dirty="0"/>
              <a:t>Active esta casilla para indicar que los registros de resultados tomarán en cuenta el plan de estudios de los cursos del estudiante.</a:t>
            </a:r>
            <a:endParaRPr lang="es-ES_tradnl" sz="1100" dirty="0"/>
          </a:p>
        </p:txBody>
      </p:sp>
      <p:sp>
        <p:nvSpPr>
          <p:cNvPr id="7" name="CuadroTexto 6">
            <a:extLst>
              <a:ext uri="{FF2B5EF4-FFF2-40B4-BE49-F238E27FC236}">
                <a16:creationId xmlns:a16="http://schemas.microsoft.com/office/drawing/2014/main" id="{4CD11950-A0E5-40E4-1AF0-6AC9C97BD09F}"/>
              </a:ext>
            </a:extLst>
          </p:cNvPr>
          <p:cNvSpPr txBox="1"/>
          <p:nvPr/>
        </p:nvSpPr>
        <p:spPr>
          <a:xfrm>
            <a:off x="3090099" y="1739511"/>
            <a:ext cx="301753"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2" name="Rectángulo 11">
            <a:extLst>
              <a:ext uri="{FF2B5EF4-FFF2-40B4-BE49-F238E27FC236}">
                <a16:creationId xmlns:a16="http://schemas.microsoft.com/office/drawing/2014/main" id="{5B908EB1-C8B9-44D0-146D-AD9E39C0B628}"/>
              </a:ext>
            </a:extLst>
          </p:cNvPr>
          <p:cNvSpPr/>
          <p:nvPr/>
        </p:nvSpPr>
        <p:spPr>
          <a:xfrm>
            <a:off x="1385567" y="1783274"/>
            <a:ext cx="1562113" cy="1279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Rectángulo 16">
            <a:extLst>
              <a:ext uri="{FF2B5EF4-FFF2-40B4-BE49-F238E27FC236}">
                <a16:creationId xmlns:a16="http://schemas.microsoft.com/office/drawing/2014/main" id="{FE818753-43FF-2778-4956-07E971E3CC22}"/>
              </a:ext>
            </a:extLst>
          </p:cNvPr>
          <p:cNvSpPr/>
          <p:nvPr/>
        </p:nvSpPr>
        <p:spPr>
          <a:xfrm>
            <a:off x="6844051" y="1780928"/>
            <a:ext cx="1562113" cy="1279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CuadroTexto 17">
            <a:extLst>
              <a:ext uri="{FF2B5EF4-FFF2-40B4-BE49-F238E27FC236}">
                <a16:creationId xmlns:a16="http://schemas.microsoft.com/office/drawing/2014/main" id="{D688084F-7CB8-5863-5B72-C5FF5C08EF48}"/>
              </a:ext>
            </a:extLst>
          </p:cNvPr>
          <p:cNvSpPr txBox="1"/>
          <p:nvPr/>
        </p:nvSpPr>
        <p:spPr>
          <a:xfrm>
            <a:off x="6357834" y="1739511"/>
            <a:ext cx="301753"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Tree>
    <p:extLst>
      <p:ext uri="{BB962C8B-B14F-4D97-AF65-F5344CB8AC3E}">
        <p14:creationId xmlns:p14="http://schemas.microsoft.com/office/powerpoint/2010/main" val="831502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E9DEF14-3E44-0B0E-D3A9-35531A149F45}"/>
              </a:ext>
            </a:extLst>
          </p:cNvPr>
          <p:cNvPicPr>
            <a:picLocks noChangeAspect="1"/>
          </p:cNvPicPr>
          <p:nvPr/>
        </p:nvPicPr>
        <p:blipFill>
          <a:blip r:embed="rId3"/>
          <a:stretch>
            <a:fillRect/>
          </a:stretch>
        </p:blipFill>
        <p:spPr>
          <a:xfrm>
            <a:off x="666874" y="1014984"/>
            <a:ext cx="11197867" cy="5298418"/>
          </a:xfrm>
          <a:prstGeom prst="rect">
            <a:avLst/>
          </a:prstGeom>
        </p:spPr>
      </p:pic>
      <p:sp>
        <p:nvSpPr>
          <p:cNvPr id="2" name="Marcador de texto vertical 1">
            <a:extLst>
              <a:ext uri="{FF2B5EF4-FFF2-40B4-BE49-F238E27FC236}">
                <a16:creationId xmlns:a16="http://schemas.microsoft.com/office/drawing/2014/main" id="{E904EE4B-4B22-C100-859D-DB0EB9F041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7629" y="257870"/>
            <a:ext cx="10477497" cy="898555"/>
          </a:xfrm>
        </p:spPr>
        <p:txBody>
          <a:bodyPr/>
          <a:lstStyle/>
          <a:p>
            <a:r>
              <a:rPr lang="es-ES_tradnl" dirty="0"/>
              <a:t>Configuraciones: </a:t>
            </a:r>
            <a:r>
              <a:rPr lang="es-CO" b="1" dirty="0"/>
              <a:t>Control de Historia Académica</a:t>
            </a:r>
            <a:endParaRPr lang="es-ES_tradnl" b="1" dirty="0"/>
          </a:p>
        </p:txBody>
      </p:sp>
      <p:sp>
        <p:nvSpPr>
          <p:cNvPr id="6" name="Rectángulo redondeado 5">
            <a:extLst>
              <a:ext uri="{FF2B5EF4-FFF2-40B4-BE49-F238E27FC236}">
                <a16:creationId xmlns:a16="http://schemas.microsoft.com/office/drawing/2014/main" id="{2759E2EC-AEA0-8521-C0FD-93A54A53A25D}"/>
              </a:ext>
            </a:extLst>
          </p:cNvPr>
          <p:cNvSpPr/>
          <p:nvPr/>
        </p:nvSpPr>
        <p:spPr>
          <a:xfrm>
            <a:off x="1928116" y="4640094"/>
            <a:ext cx="8321659" cy="1449420"/>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3"/>
            </a:pPr>
            <a:r>
              <a:rPr lang="es-ES_tradnl" sz="1100" dirty="0"/>
              <a:t>Si los planes de estudios no van a ser tomados en cuenta para los registros de resultados, indique en esta sección los elementos del currículum que sí se tomarán en cuenta</a:t>
            </a:r>
            <a:r>
              <a:rPr lang="es-CO" sz="1100" dirty="0"/>
              <a:t>.</a:t>
            </a:r>
            <a:endParaRPr lang="es-ES_tradnl" sz="1100" dirty="0"/>
          </a:p>
        </p:txBody>
      </p:sp>
      <p:sp>
        <p:nvSpPr>
          <p:cNvPr id="12" name="Rectángulo 11">
            <a:extLst>
              <a:ext uri="{FF2B5EF4-FFF2-40B4-BE49-F238E27FC236}">
                <a16:creationId xmlns:a16="http://schemas.microsoft.com/office/drawing/2014/main" id="{5B908EB1-C8B9-44D0-146D-AD9E39C0B628}"/>
              </a:ext>
            </a:extLst>
          </p:cNvPr>
          <p:cNvSpPr/>
          <p:nvPr/>
        </p:nvSpPr>
        <p:spPr>
          <a:xfrm>
            <a:off x="666874" y="1871840"/>
            <a:ext cx="10976459" cy="59125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CuadroTexto 17">
            <a:extLst>
              <a:ext uri="{FF2B5EF4-FFF2-40B4-BE49-F238E27FC236}">
                <a16:creationId xmlns:a16="http://schemas.microsoft.com/office/drawing/2014/main" id="{D688084F-7CB8-5863-5B72-C5FF5C08EF48}"/>
              </a:ext>
            </a:extLst>
          </p:cNvPr>
          <p:cNvSpPr txBox="1"/>
          <p:nvPr/>
        </p:nvSpPr>
        <p:spPr>
          <a:xfrm>
            <a:off x="965333" y="2059747"/>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Tree>
    <p:extLst>
      <p:ext uri="{BB962C8B-B14F-4D97-AF65-F5344CB8AC3E}">
        <p14:creationId xmlns:p14="http://schemas.microsoft.com/office/powerpoint/2010/main" val="523334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7E3FB77C-653F-FBFD-26A6-E264F7BF257D}"/>
              </a:ext>
            </a:extLst>
          </p:cNvPr>
          <p:cNvPicPr>
            <a:picLocks noChangeAspect="1"/>
          </p:cNvPicPr>
          <p:nvPr/>
        </p:nvPicPr>
        <p:blipFill>
          <a:blip r:embed="rId3"/>
          <a:stretch>
            <a:fillRect/>
          </a:stretch>
        </p:blipFill>
        <p:spPr>
          <a:xfrm>
            <a:off x="666874" y="1014984"/>
            <a:ext cx="11197867" cy="5298418"/>
          </a:xfrm>
          <a:prstGeom prst="rect">
            <a:avLst/>
          </a:prstGeom>
        </p:spPr>
      </p:pic>
      <p:sp>
        <p:nvSpPr>
          <p:cNvPr id="2" name="Marcador de texto vertical 1">
            <a:extLst>
              <a:ext uri="{FF2B5EF4-FFF2-40B4-BE49-F238E27FC236}">
                <a16:creationId xmlns:a16="http://schemas.microsoft.com/office/drawing/2014/main" id="{E904EE4B-4B22-C100-859D-DB0EB9F0410B}"/>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13" name="Title 12"/>
          <p:cNvSpPr>
            <a:spLocks noGrp="1"/>
          </p:cNvSpPr>
          <p:nvPr>
            <p:ph type="title"/>
          </p:nvPr>
        </p:nvSpPr>
        <p:spPr>
          <a:xfrm>
            <a:off x="1047629" y="257870"/>
            <a:ext cx="10477497" cy="898555"/>
          </a:xfrm>
        </p:spPr>
        <p:txBody>
          <a:bodyPr/>
          <a:lstStyle/>
          <a:p>
            <a:r>
              <a:rPr lang="es-ES_tradnl" dirty="0"/>
              <a:t>Configuraciones: </a:t>
            </a:r>
            <a:r>
              <a:rPr lang="es-CO" b="1" dirty="0"/>
              <a:t>Control de Historia Académica</a:t>
            </a:r>
            <a:endParaRPr lang="es-ES_tradnl" b="1" dirty="0"/>
          </a:p>
        </p:txBody>
      </p:sp>
      <p:sp>
        <p:nvSpPr>
          <p:cNvPr id="6" name="Rectángulo redondeado 5">
            <a:extLst>
              <a:ext uri="{FF2B5EF4-FFF2-40B4-BE49-F238E27FC236}">
                <a16:creationId xmlns:a16="http://schemas.microsoft.com/office/drawing/2014/main" id="{2759E2EC-AEA0-8521-C0FD-93A54A53A25D}"/>
              </a:ext>
            </a:extLst>
          </p:cNvPr>
          <p:cNvSpPr/>
          <p:nvPr/>
        </p:nvSpPr>
        <p:spPr>
          <a:xfrm>
            <a:off x="2346406" y="4644874"/>
            <a:ext cx="7264522" cy="122568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marL="342900" indent="-342900" algn="just">
              <a:buFont typeface="+mj-lt"/>
              <a:buAutoNum type="arabicPeriod" startAt="4"/>
            </a:pPr>
            <a:r>
              <a:rPr lang="es-ES_tradnl" sz="1100" dirty="0"/>
              <a:t>Active la casilla si la institución desea obtener el promedio de calificaciones (nativo) por campus.</a:t>
            </a:r>
          </a:p>
          <a:p>
            <a:pPr marL="342900" indent="-342900" algn="just">
              <a:buFont typeface="+mj-lt"/>
              <a:buAutoNum type="arabicPeriod" startAt="4"/>
            </a:pPr>
            <a:r>
              <a:rPr lang="es-ES_tradnl" sz="1100" dirty="0"/>
              <a:t>Active la casilla si la institución desea obtener el promedio de calificaciones (nativo) por plan de estudios</a:t>
            </a:r>
            <a:r>
              <a:rPr lang="es-CO" sz="1100" dirty="0"/>
              <a:t>.</a:t>
            </a:r>
          </a:p>
          <a:p>
            <a:pPr marL="342900" indent="-342900" algn="just">
              <a:buFont typeface="+mj-lt"/>
              <a:buAutoNum type="arabicPeriod" startAt="4"/>
            </a:pPr>
            <a:r>
              <a:rPr lang="es-ES_tradnl" sz="1100" dirty="0"/>
              <a:t>Active la casilla </a:t>
            </a:r>
            <a:r>
              <a:rPr lang="es-CO" sz="1100" dirty="0"/>
              <a:t>si se desplegará la información de escala de calificación para el estudiante en SSB.</a:t>
            </a:r>
          </a:p>
          <a:p>
            <a:pPr marL="342900" indent="-342900" algn="just">
              <a:buFont typeface="+mj-lt"/>
              <a:buAutoNum type="arabicPeriod" startAt="4"/>
            </a:pPr>
            <a:r>
              <a:rPr lang="es-ES_tradnl" sz="1100" dirty="0"/>
              <a:t>Guarde la información</a:t>
            </a:r>
          </a:p>
        </p:txBody>
      </p:sp>
      <p:sp>
        <p:nvSpPr>
          <p:cNvPr id="18" name="CuadroTexto 17">
            <a:extLst>
              <a:ext uri="{FF2B5EF4-FFF2-40B4-BE49-F238E27FC236}">
                <a16:creationId xmlns:a16="http://schemas.microsoft.com/office/drawing/2014/main" id="{D688084F-7CB8-5863-5B72-C5FF5C08EF48}"/>
              </a:ext>
            </a:extLst>
          </p:cNvPr>
          <p:cNvSpPr txBox="1"/>
          <p:nvPr/>
        </p:nvSpPr>
        <p:spPr>
          <a:xfrm>
            <a:off x="1047629" y="2428571"/>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4" name="Flecha: hacia la izquierda 3">
            <a:extLst>
              <a:ext uri="{FF2B5EF4-FFF2-40B4-BE49-F238E27FC236}">
                <a16:creationId xmlns:a16="http://schemas.microsoft.com/office/drawing/2014/main" id="{DF31779A-4D78-8E53-D4D3-9F973E0D54B2}"/>
              </a:ext>
            </a:extLst>
          </p:cNvPr>
          <p:cNvSpPr/>
          <p:nvPr/>
        </p:nvSpPr>
        <p:spPr>
          <a:xfrm rot="10800000">
            <a:off x="1505598" y="2150661"/>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a:extLst>
              <a:ext uri="{FF2B5EF4-FFF2-40B4-BE49-F238E27FC236}">
                <a16:creationId xmlns:a16="http://schemas.microsoft.com/office/drawing/2014/main" id="{D0CCCDBC-A5BB-D060-1B3E-A166EEFF8CF1}"/>
              </a:ext>
            </a:extLst>
          </p:cNvPr>
          <p:cNvSpPr txBox="1"/>
          <p:nvPr/>
        </p:nvSpPr>
        <p:spPr>
          <a:xfrm>
            <a:off x="6456185" y="2536293"/>
            <a:ext cx="301753" cy="215444"/>
          </a:xfrm>
          <a:prstGeom prst="rect">
            <a:avLst/>
          </a:prstGeom>
          <a:solidFill>
            <a:schemeClr val="accent1"/>
          </a:solidFill>
        </p:spPr>
        <p:txBody>
          <a:bodyPr wrap="square" rtlCol="0">
            <a:spAutoFit/>
          </a:bodyPr>
          <a:lstStyle/>
          <a:p>
            <a:r>
              <a:rPr lang="en-US" sz="800" b="1" dirty="0">
                <a:solidFill>
                  <a:schemeClr val="bg1"/>
                </a:solidFill>
              </a:rPr>
              <a:t>5</a:t>
            </a:r>
          </a:p>
        </p:txBody>
      </p:sp>
      <p:sp>
        <p:nvSpPr>
          <p:cNvPr id="8" name="CuadroTexto 7">
            <a:extLst>
              <a:ext uri="{FF2B5EF4-FFF2-40B4-BE49-F238E27FC236}">
                <a16:creationId xmlns:a16="http://schemas.microsoft.com/office/drawing/2014/main" id="{A355A591-247B-CE92-0845-E13A338DE25C}"/>
              </a:ext>
            </a:extLst>
          </p:cNvPr>
          <p:cNvSpPr txBox="1"/>
          <p:nvPr/>
        </p:nvSpPr>
        <p:spPr>
          <a:xfrm>
            <a:off x="2934826" y="2644015"/>
            <a:ext cx="301753" cy="215444"/>
          </a:xfrm>
          <a:prstGeom prst="rect">
            <a:avLst/>
          </a:prstGeom>
          <a:solidFill>
            <a:schemeClr val="accent1"/>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9" name="Flecha: hacia la izquierda 8">
            <a:extLst>
              <a:ext uri="{FF2B5EF4-FFF2-40B4-BE49-F238E27FC236}">
                <a16:creationId xmlns:a16="http://schemas.microsoft.com/office/drawing/2014/main" id="{B1578FBD-4C6A-CE8F-3223-3FB3670751CC}"/>
              </a:ext>
            </a:extLst>
          </p:cNvPr>
          <p:cNvSpPr/>
          <p:nvPr/>
        </p:nvSpPr>
        <p:spPr>
          <a:xfrm>
            <a:off x="2982687" y="2320849"/>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F9E1159B-C981-FCBA-55CC-E34DED45ABAE}"/>
              </a:ext>
            </a:extLst>
          </p:cNvPr>
          <p:cNvSpPr txBox="1"/>
          <p:nvPr/>
        </p:nvSpPr>
        <p:spPr>
          <a:xfrm>
            <a:off x="10990841" y="5987573"/>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3" name="CuadroTexto 17">
            <a:extLst>
              <a:ext uri="{FF2B5EF4-FFF2-40B4-BE49-F238E27FC236}">
                <a16:creationId xmlns:a16="http://schemas.microsoft.com/office/drawing/2014/main" id="{B444C4FD-36A9-4C4D-55C1-5503FF140F5A}"/>
              </a:ext>
            </a:extLst>
          </p:cNvPr>
          <p:cNvSpPr txBox="1"/>
          <p:nvPr/>
        </p:nvSpPr>
        <p:spPr>
          <a:xfrm>
            <a:off x="1047629" y="2366569"/>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7" name="CuadroTexto 4">
            <a:extLst>
              <a:ext uri="{FF2B5EF4-FFF2-40B4-BE49-F238E27FC236}">
                <a16:creationId xmlns:a16="http://schemas.microsoft.com/office/drawing/2014/main" id="{5B61F921-AF89-7092-BD8B-1CEED0FE2928}"/>
              </a:ext>
            </a:extLst>
          </p:cNvPr>
          <p:cNvSpPr txBox="1"/>
          <p:nvPr/>
        </p:nvSpPr>
        <p:spPr>
          <a:xfrm>
            <a:off x="6456185" y="2474291"/>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1" name="CuadroTexto 7">
            <a:extLst>
              <a:ext uri="{FF2B5EF4-FFF2-40B4-BE49-F238E27FC236}">
                <a16:creationId xmlns:a16="http://schemas.microsoft.com/office/drawing/2014/main" id="{287B80BF-846C-258C-FBDD-CC7A46A6E1C0}"/>
              </a:ext>
            </a:extLst>
          </p:cNvPr>
          <p:cNvSpPr txBox="1"/>
          <p:nvPr/>
        </p:nvSpPr>
        <p:spPr>
          <a:xfrm>
            <a:off x="2934826" y="2582013"/>
            <a:ext cx="301753" cy="215444"/>
          </a:xfrm>
          <a:prstGeom prst="rect">
            <a:avLst/>
          </a:prstGeom>
          <a:solidFill>
            <a:schemeClr val="accent3"/>
          </a:solidFill>
        </p:spPr>
        <p:txBody>
          <a:bodyPr wrap="square" rtlCol="0">
            <a:spAutoFit/>
          </a:bodyPr>
          <a:lstStyle/>
          <a:p>
            <a:r>
              <a:rPr lang="es-CO" sz="800" b="1" dirty="0">
                <a:solidFill>
                  <a:schemeClr val="bg1"/>
                </a:solidFill>
              </a:rPr>
              <a:t>6</a:t>
            </a:r>
            <a:endParaRPr lang="en-US" sz="800" b="1" dirty="0">
              <a:solidFill>
                <a:schemeClr val="bg1"/>
              </a:solidFill>
            </a:endParaRPr>
          </a:p>
        </p:txBody>
      </p:sp>
    </p:spTree>
    <p:extLst>
      <p:ext uri="{BB962C8B-B14F-4D97-AF65-F5344CB8AC3E}">
        <p14:creationId xmlns:p14="http://schemas.microsoft.com/office/powerpoint/2010/main" val="297117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Procesar cierre de calificaciones </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CO" dirty="0"/>
              <a:t>Pasar a historia académica las calificaciones cargadas por los docentes</a:t>
            </a:r>
            <a:endParaRPr lang="es-ES_tradnl" dirty="0"/>
          </a:p>
        </p:txBody>
      </p:sp>
    </p:spTree>
    <p:extLst>
      <p:ext uri="{BB962C8B-B14F-4D97-AF65-F5344CB8AC3E}">
        <p14:creationId xmlns:p14="http://schemas.microsoft.com/office/powerpoint/2010/main" val="3048963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Proceso masivo</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CO" sz="1800" dirty="0"/>
              <a:t>Cerrando las calificaciones para todo el período…</a:t>
            </a:r>
            <a:endParaRPr lang="es-ES_tradnl" sz="1800" dirty="0"/>
          </a:p>
        </p:txBody>
      </p:sp>
    </p:spTree>
    <p:extLst>
      <p:ext uri="{BB962C8B-B14F-4D97-AF65-F5344CB8AC3E}">
        <p14:creationId xmlns:p14="http://schemas.microsoft.com/office/powerpoint/2010/main" val="4130182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262DA33-8E13-CEF6-AFC4-E567BA22ADCB}"/>
              </a:ext>
            </a:extLst>
          </p:cNvPr>
          <p:cNvPicPr>
            <a:picLocks noChangeAspect="1"/>
          </p:cNvPicPr>
          <p:nvPr/>
        </p:nvPicPr>
        <p:blipFill>
          <a:blip r:embed="rId3"/>
          <a:stretch>
            <a:fillRect/>
          </a:stretch>
        </p:blipFill>
        <p:spPr>
          <a:xfrm>
            <a:off x="583360" y="1024128"/>
            <a:ext cx="11184454" cy="5285923"/>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6" name="Rectángulo: esquinas redondeadas 5">
            <a:extLst>
              <a:ext uri="{FF2B5EF4-FFF2-40B4-BE49-F238E27FC236}">
                <a16:creationId xmlns:a16="http://schemas.microsoft.com/office/drawing/2014/main" id="{EEF14E10-281C-0C82-17CC-EE14F0152F45}"/>
              </a:ext>
            </a:extLst>
          </p:cNvPr>
          <p:cNvSpPr/>
          <p:nvPr/>
        </p:nvSpPr>
        <p:spPr>
          <a:xfrm>
            <a:off x="3268494" y="3414411"/>
            <a:ext cx="6717737"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Ingrese al proceso </a:t>
            </a:r>
            <a:r>
              <a:rPr lang="es-ES_tradnl" sz="1100" b="1" dirty="0"/>
              <a:t>SHRROLL</a:t>
            </a:r>
            <a:r>
              <a:rPr lang="es-ES_tradnl" sz="1100" dirty="0"/>
              <a:t> desde la página GJAPCTL.</a:t>
            </a:r>
          </a:p>
          <a:p>
            <a:pPr marL="228600" indent="-228600">
              <a:buFont typeface="+mj-lt"/>
              <a:buAutoNum type="arabicPeriod"/>
            </a:pPr>
            <a:r>
              <a:rPr lang="es-ES_tradnl" sz="1100" dirty="0"/>
              <a:t>Presione el botón </a:t>
            </a:r>
            <a:r>
              <a:rPr lang="es-ES_tradnl" sz="1100" b="1" dirty="0"/>
              <a:t>Ir</a:t>
            </a:r>
            <a:r>
              <a:rPr lang="es-CO" sz="1100" dirty="0"/>
              <a:t>.</a:t>
            </a:r>
            <a:endParaRPr lang="es-ES_tradnl" sz="1100" dirty="0"/>
          </a:p>
        </p:txBody>
      </p:sp>
      <p:sp>
        <p:nvSpPr>
          <p:cNvPr id="7" name="CuadroTexto 6">
            <a:extLst>
              <a:ext uri="{FF2B5EF4-FFF2-40B4-BE49-F238E27FC236}">
                <a16:creationId xmlns:a16="http://schemas.microsoft.com/office/drawing/2014/main" id="{CAFC0223-E49B-763B-034E-F2E8A46CC626}"/>
              </a:ext>
            </a:extLst>
          </p:cNvPr>
          <p:cNvSpPr txBox="1"/>
          <p:nvPr/>
        </p:nvSpPr>
        <p:spPr>
          <a:xfrm>
            <a:off x="2690002" y="1499308"/>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9" name="CuadroTexto 8">
            <a:extLst>
              <a:ext uri="{FF2B5EF4-FFF2-40B4-BE49-F238E27FC236}">
                <a16:creationId xmlns:a16="http://schemas.microsoft.com/office/drawing/2014/main" id="{D36D12ED-8AE0-009F-7B17-DE3A1DF01854}"/>
              </a:ext>
            </a:extLst>
          </p:cNvPr>
          <p:cNvSpPr txBox="1"/>
          <p:nvPr/>
        </p:nvSpPr>
        <p:spPr>
          <a:xfrm>
            <a:off x="11057869" y="1499308"/>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5" name="Rectángulo 14">
            <a:extLst>
              <a:ext uri="{FF2B5EF4-FFF2-40B4-BE49-F238E27FC236}">
                <a16:creationId xmlns:a16="http://schemas.microsoft.com/office/drawing/2014/main" id="{9F303A2A-F522-D1A8-65C1-D07B249A5805}"/>
              </a:ext>
            </a:extLst>
          </p:cNvPr>
          <p:cNvSpPr/>
          <p:nvPr/>
        </p:nvSpPr>
        <p:spPr>
          <a:xfrm>
            <a:off x="862109" y="1516586"/>
            <a:ext cx="1726262" cy="195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9AE2B93D-446A-1031-AC30-70B67943CB05}"/>
              </a:ext>
            </a:extLst>
          </p:cNvPr>
          <p:cNvSpPr/>
          <p:nvPr/>
        </p:nvSpPr>
        <p:spPr>
          <a:xfrm>
            <a:off x="10966143" y="1499308"/>
            <a:ext cx="727495" cy="195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605902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B895D79-FB4E-522B-EFB9-97A1FD83A2DF}"/>
              </a:ext>
            </a:extLst>
          </p:cNvPr>
          <p:cNvPicPr>
            <a:picLocks noChangeAspect="1"/>
          </p:cNvPicPr>
          <p:nvPr/>
        </p:nvPicPr>
        <p:blipFill>
          <a:blip r:embed="rId3"/>
          <a:stretch>
            <a:fillRect/>
          </a:stretch>
        </p:blipFill>
        <p:spPr>
          <a:xfrm>
            <a:off x="824759" y="1170877"/>
            <a:ext cx="10876732" cy="5137496"/>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11" name="Rectángulo: esquinas redondeadas 10">
            <a:extLst>
              <a:ext uri="{FF2B5EF4-FFF2-40B4-BE49-F238E27FC236}">
                <a16:creationId xmlns:a16="http://schemas.microsoft.com/office/drawing/2014/main" id="{4F5A009C-9D8C-2E87-B10A-EF0C5F892AEA}"/>
              </a:ext>
            </a:extLst>
          </p:cNvPr>
          <p:cNvSpPr/>
          <p:nvPr/>
        </p:nvSpPr>
        <p:spPr>
          <a:xfrm>
            <a:off x="3633293" y="5091712"/>
            <a:ext cx="6673174" cy="85804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ES_tradnl" sz="1100" dirty="0"/>
              <a:t>Defina la impresora como </a:t>
            </a:r>
            <a:r>
              <a:rPr lang="es-ES_tradnl" sz="1100" b="1" dirty="0"/>
              <a:t>DATABASE</a:t>
            </a:r>
          </a:p>
          <a:p>
            <a:pPr marL="228600" indent="-228600">
              <a:buFont typeface="+mj-lt"/>
              <a:buAutoNum type="arabicPeriod" startAt="3"/>
            </a:pPr>
            <a:r>
              <a:rPr lang="es-ES_tradnl" sz="1100" dirty="0"/>
              <a:t>Pase al siguiente bloque.</a:t>
            </a:r>
          </a:p>
          <a:p>
            <a:pPr marL="228600" indent="-228600">
              <a:buFont typeface="+mj-lt"/>
              <a:buAutoNum type="arabicPeriod" startAt="3"/>
            </a:pPr>
            <a:r>
              <a:rPr lang="es-CO" sz="1100" dirty="0"/>
              <a:t>Ingrese los parámetros del proceso, según la tabla que se presenta en la siguiente diapositiva. </a:t>
            </a:r>
          </a:p>
          <a:p>
            <a:r>
              <a:rPr lang="es-CO" sz="1100" dirty="0"/>
              <a:t>Inicialmente se muestras solo 10 parámetros, amplíe los registros por página para ver todos los que se solicitan.</a:t>
            </a:r>
            <a:endParaRPr lang="es-ES_tradnl" sz="1100" dirty="0"/>
          </a:p>
        </p:txBody>
      </p:sp>
      <p:sp>
        <p:nvSpPr>
          <p:cNvPr id="12" name="CuadroTexto 11">
            <a:extLst>
              <a:ext uri="{FF2B5EF4-FFF2-40B4-BE49-F238E27FC236}">
                <a16:creationId xmlns:a16="http://schemas.microsoft.com/office/drawing/2014/main" id="{0B624658-65A6-0DBF-8B79-743EA84246C5}"/>
              </a:ext>
            </a:extLst>
          </p:cNvPr>
          <p:cNvSpPr txBox="1"/>
          <p:nvPr/>
        </p:nvSpPr>
        <p:spPr>
          <a:xfrm>
            <a:off x="700447" y="1956378"/>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4" name="Flecha: hacia la izquierda 13">
            <a:extLst>
              <a:ext uri="{FF2B5EF4-FFF2-40B4-BE49-F238E27FC236}">
                <a16:creationId xmlns:a16="http://schemas.microsoft.com/office/drawing/2014/main" id="{4ECD082A-C45A-E00D-5842-4295E746117E}"/>
              </a:ext>
            </a:extLst>
          </p:cNvPr>
          <p:cNvSpPr/>
          <p:nvPr/>
        </p:nvSpPr>
        <p:spPr>
          <a:xfrm rot="10800000">
            <a:off x="1083386" y="1603715"/>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adroTexto 16">
            <a:extLst>
              <a:ext uri="{FF2B5EF4-FFF2-40B4-BE49-F238E27FC236}">
                <a16:creationId xmlns:a16="http://schemas.microsoft.com/office/drawing/2014/main" id="{6728881E-A152-1076-93D7-749CA2F546E5}"/>
              </a:ext>
            </a:extLst>
          </p:cNvPr>
          <p:cNvSpPr txBox="1"/>
          <p:nvPr/>
        </p:nvSpPr>
        <p:spPr>
          <a:xfrm>
            <a:off x="1116466" y="5734311"/>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9" name="Rectángulo 18">
            <a:extLst>
              <a:ext uri="{FF2B5EF4-FFF2-40B4-BE49-F238E27FC236}">
                <a16:creationId xmlns:a16="http://schemas.microsoft.com/office/drawing/2014/main" id="{E57CB001-47D4-C907-8C86-6F21DE04A586}"/>
              </a:ext>
            </a:extLst>
          </p:cNvPr>
          <p:cNvSpPr/>
          <p:nvPr/>
        </p:nvSpPr>
        <p:spPr>
          <a:xfrm>
            <a:off x="1116467" y="1925625"/>
            <a:ext cx="1837046" cy="2232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Rectángulo 19">
            <a:extLst>
              <a:ext uri="{FF2B5EF4-FFF2-40B4-BE49-F238E27FC236}">
                <a16:creationId xmlns:a16="http://schemas.microsoft.com/office/drawing/2014/main" id="{1AB21680-9F82-C43E-5AA0-264B9BD15AB4}"/>
              </a:ext>
            </a:extLst>
          </p:cNvPr>
          <p:cNvSpPr/>
          <p:nvPr/>
        </p:nvSpPr>
        <p:spPr>
          <a:xfrm>
            <a:off x="1116466" y="6034090"/>
            <a:ext cx="294291" cy="19598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Rectángulo 20">
            <a:extLst>
              <a:ext uri="{FF2B5EF4-FFF2-40B4-BE49-F238E27FC236}">
                <a16:creationId xmlns:a16="http://schemas.microsoft.com/office/drawing/2014/main" id="{73857D02-448E-F450-C3CA-0B07F1BEC1A8}"/>
              </a:ext>
            </a:extLst>
          </p:cNvPr>
          <p:cNvSpPr/>
          <p:nvPr/>
        </p:nvSpPr>
        <p:spPr>
          <a:xfrm>
            <a:off x="700447" y="2803920"/>
            <a:ext cx="10840526" cy="18505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CuadroTexto 21">
            <a:extLst>
              <a:ext uri="{FF2B5EF4-FFF2-40B4-BE49-F238E27FC236}">
                <a16:creationId xmlns:a16="http://schemas.microsoft.com/office/drawing/2014/main" id="{A08CB3D5-E221-3846-D6F7-16EDD8AB70B4}"/>
              </a:ext>
            </a:extLst>
          </p:cNvPr>
          <p:cNvSpPr txBox="1"/>
          <p:nvPr/>
        </p:nvSpPr>
        <p:spPr>
          <a:xfrm>
            <a:off x="2170371" y="2567234"/>
            <a:ext cx="301753" cy="215444"/>
          </a:xfrm>
          <a:prstGeom prst="rect">
            <a:avLst/>
          </a:prstGeom>
          <a:solidFill>
            <a:schemeClr val="accent3"/>
          </a:solidFill>
        </p:spPr>
        <p:txBody>
          <a:bodyPr wrap="square" rtlCol="0">
            <a:spAutoFit/>
          </a:bodyPr>
          <a:lstStyle/>
          <a:p>
            <a:r>
              <a:rPr lang="en-US" sz="800" b="1">
                <a:solidFill>
                  <a:schemeClr val="bg1"/>
                </a:solidFill>
              </a:rPr>
              <a:t>5</a:t>
            </a:r>
            <a:endParaRPr lang="en-US" sz="800" b="1" dirty="0">
              <a:solidFill>
                <a:schemeClr val="bg1"/>
              </a:solidFill>
            </a:endParaRPr>
          </a:p>
        </p:txBody>
      </p:sp>
    </p:spTree>
    <p:extLst>
      <p:ext uri="{BB962C8B-B14F-4D97-AF65-F5344CB8AC3E}">
        <p14:creationId xmlns:p14="http://schemas.microsoft.com/office/powerpoint/2010/main" val="3243037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graphicFrame>
        <p:nvGraphicFramePr>
          <p:cNvPr id="3" name="Marcador de contenido 3">
            <a:extLst>
              <a:ext uri="{FF2B5EF4-FFF2-40B4-BE49-F238E27FC236}">
                <a16:creationId xmlns:a16="http://schemas.microsoft.com/office/drawing/2014/main" id="{2E96015D-1CEB-6CC4-3EE0-9E8BBA314906}"/>
              </a:ext>
            </a:extLst>
          </p:cNvPr>
          <p:cNvGraphicFramePr>
            <a:graphicFrameLocks/>
          </p:cNvGraphicFramePr>
          <p:nvPr>
            <p:extLst>
              <p:ext uri="{D42A27DB-BD31-4B8C-83A1-F6EECF244321}">
                <p14:modId xmlns:p14="http://schemas.microsoft.com/office/powerpoint/2010/main" val="6728652"/>
              </p:ext>
            </p:extLst>
          </p:nvPr>
        </p:nvGraphicFramePr>
        <p:xfrm>
          <a:off x="973561" y="933205"/>
          <a:ext cx="10748268" cy="5181433"/>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nSpc>
                          <a:spcPct val="115000"/>
                        </a:lnSpc>
                        <a:spcBef>
                          <a:spcPts val="0"/>
                        </a:spcBef>
                        <a:spcAft>
                          <a:spcPts val="0"/>
                        </a:spcAft>
                      </a:pPr>
                      <a:r>
                        <a:rPr lang="es-419" sz="900" dirty="0">
                          <a:solidFill>
                            <a:schemeClr val="bg1"/>
                          </a:solidFill>
                          <a:effectLst/>
                        </a:rPr>
                        <a:t>Número</a:t>
                      </a:r>
                      <a:endParaRPr lang="es-CO" sz="9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just">
                        <a:spcBef>
                          <a:spcPts val="0"/>
                        </a:spcBef>
                        <a:spcAft>
                          <a:spcPts val="0"/>
                        </a:spcAft>
                      </a:pPr>
                      <a:r>
                        <a:rPr lang="es-419" sz="900" dirty="0">
                          <a:solidFill>
                            <a:schemeClr val="bg1"/>
                          </a:solidFill>
                          <a:effectLst/>
                        </a:rPr>
                        <a:t>Parámetro</a:t>
                      </a:r>
                      <a:endParaRPr lang="es-CO" sz="9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Valores</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900" dirty="0">
                          <a:solidFill>
                            <a:schemeClr val="bg1"/>
                          </a:solidFill>
                          <a:effectLst/>
                        </a:rPr>
                        <a:t>Requerido / Opcional</a:t>
                      </a:r>
                      <a:endParaRPr lang="es-CO" sz="9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64739">
                <a:tc>
                  <a:txBody>
                    <a:bodyPr/>
                    <a:lstStyle/>
                    <a:p>
                      <a:pPr marL="0" marR="0">
                        <a:lnSpc>
                          <a:spcPct val="115000"/>
                        </a:lnSpc>
                        <a:spcBef>
                          <a:spcPts val="0"/>
                        </a:spcBef>
                        <a:spcAft>
                          <a:spcPts val="0"/>
                        </a:spcAft>
                      </a:pPr>
                      <a:r>
                        <a:rPr lang="es-419" sz="1000" dirty="0">
                          <a:solidFill>
                            <a:schemeClr val="tx1"/>
                          </a:solidFill>
                          <a:effectLst/>
                          <a:latin typeface="+mn-lt"/>
                        </a:rPr>
                        <a:t>01</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rPr>
                        <a:t>Código de Periodo</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tc>
                <a:tc>
                  <a:txBody>
                    <a:bodyPr/>
                    <a:lstStyle/>
                    <a:p>
                      <a:pPr algn="just">
                        <a:lnSpc>
                          <a:spcPct val="115000"/>
                        </a:lnSpc>
                      </a:pPr>
                      <a:r>
                        <a:rPr lang="es-419" sz="1000" dirty="0">
                          <a:solidFill>
                            <a:schemeClr val="tx1"/>
                          </a:solidFill>
                          <a:effectLst/>
                          <a:latin typeface="+mn-lt"/>
                        </a:rPr>
                        <a:t>Seleccione el período para el cual desea correr el proceso de cierre de calificaciones</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57562266"/>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02</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Rango de inicio “De fecha”</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just">
                        <a:lnSpc>
                          <a:spcPct val="115000"/>
                        </a:lnSpc>
                      </a:pPr>
                      <a:r>
                        <a:rPr lang="es-419" sz="1000" dirty="0">
                          <a:solidFill>
                            <a:schemeClr val="tx1"/>
                          </a:solidFill>
                          <a:effectLst/>
                          <a:latin typeface="+mn-lt"/>
                          <a:cs typeface="Times New Roman" panose="02020603050405020304" pitchFamily="18" charset="0"/>
                        </a:rPr>
                        <a:t>Si desea procesar el cierre de calificaciones según las fechas de inscripción de los estudiantes, </a:t>
                      </a:r>
                      <a:r>
                        <a:rPr lang="es-CO" sz="1000" dirty="0">
                          <a:solidFill>
                            <a:schemeClr val="tx1"/>
                          </a:solidFill>
                          <a:effectLst/>
                          <a:latin typeface="+mn-lt"/>
                          <a:cs typeface="Times New Roman" panose="02020603050405020304" pitchFamily="18" charset="0"/>
                        </a:rPr>
                        <a:t>ingrese la fecha de inicio del rango a establecer</a:t>
                      </a: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O</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1509454192"/>
                  </a:ext>
                </a:extLst>
              </a:tr>
              <a:tr h="578068">
                <a:tc>
                  <a:txBody>
                    <a:bodyPr/>
                    <a:lstStyle/>
                    <a:p>
                      <a:pPr marL="0" marR="0">
                        <a:lnSpc>
                          <a:spcPct val="115000"/>
                        </a:lnSpc>
                        <a:spcBef>
                          <a:spcPts val="0"/>
                        </a:spcBef>
                        <a:spcAft>
                          <a:spcPts val="0"/>
                        </a:spcAft>
                      </a:pPr>
                      <a:r>
                        <a:rPr lang="es-419" sz="1000">
                          <a:solidFill>
                            <a:schemeClr val="tx1"/>
                          </a:solidFill>
                          <a:effectLst/>
                          <a:latin typeface="+mn-lt"/>
                          <a:ea typeface="MS PGothic" panose="020B0600070205080204" pitchFamily="34" charset="-128"/>
                          <a:cs typeface="Times New Roman" panose="02020603050405020304" pitchFamily="18" charset="0"/>
                        </a:rPr>
                        <a:t>03</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Rango de inicio “A fecha”</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tc>
                <a:tc>
                  <a:txBody>
                    <a:bodyPr/>
                    <a:lstStyle/>
                    <a:p>
                      <a:pPr algn="just">
                        <a:lnSpc>
                          <a:spcPct val="115000"/>
                        </a:lnSpc>
                      </a:pPr>
                      <a:r>
                        <a:rPr lang="es-419" sz="1000" dirty="0">
                          <a:solidFill>
                            <a:schemeClr val="tx1"/>
                          </a:solidFill>
                          <a:effectLst/>
                          <a:latin typeface="+mn-lt"/>
                          <a:cs typeface="Times New Roman" panose="02020603050405020304" pitchFamily="18" charset="0"/>
                        </a:rPr>
                        <a:t>Si desea procesar el cierre de calificaciones según las fechas d inscripción de los estudiantes, </a:t>
                      </a:r>
                      <a:r>
                        <a:rPr lang="es-CO" sz="1000" dirty="0">
                          <a:solidFill>
                            <a:schemeClr val="tx1"/>
                          </a:solidFill>
                          <a:effectLst/>
                          <a:latin typeface="+mn-lt"/>
                          <a:cs typeface="Times New Roman" panose="02020603050405020304" pitchFamily="18" charset="0"/>
                        </a:rPr>
                        <a:t>ingrese la fecha de fin del rango a establecer</a:t>
                      </a: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O</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1956190754"/>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04</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Código de Parte de periodo</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Ingresar código de parte de periodo a procesar o "%" para todos las de partes de periodo.</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1700244662"/>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05</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Número de Referencia de curso (NRC)</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Ingrese el número de referencia de curso (NRC) si desea ejecutar el cierre para ese NRC en particular o "%" para todos los NRC</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990127115"/>
                  </a:ext>
                </a:extLst>
              </a:tr>
              <a:tr h="264739">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06</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ID usuario</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Ingrese el ID del usuario que ejecuta el proceso</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1453907063"/>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07</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Modo </a:t>
                      </a:r>
                      <a:r>
                        <a:rPr lang="es-419" sz="1000" dirty="0" err="1">
                          <a:solidFill>
                            <a:schemeClr val="tx1"/>
                          </a:solidFill>
                          <a:effectLst/>
                          <a:latin typeface="+mn-lt"/>
                          <a:ea typeface="MS PGothic" panose="020B0600070205080204" pitchFamily="34" charset="-128"/>
                          <a:cs typeface="Times New Roman" panose="02020603050405020304" pitchFamily="18" charset="0"/>
                        </a:rPr>
                        <a:t>rprte</a:t>
                      </a:r>
                      <a:r>
                        <a:rPr lang="es-419" sz="1000" dirty="0">
                          <a:solidFill>
                            <a:schemeClr val="tx1"/>
                          </a:solidFill>
                          <a:effectLst/>
                          <a:latin typeface="+mn-lt"/>
                          <a:ea typeface="MS PGothic" panose="020B0600070205080204" pitchFamily="34" charset="-128"/>
                          <a:cs typeface="Times New Roman" panose="02020603050405020304" pitchFamily="18" charset="0"/>
                        </a:rPr>
                        <a:t>  (A= </a:t>
                      </a:r>
                      <a:r>
                        <a:rPr lang="es-419" sz="1000" dirty="0" err="1">
                          <a:solidFill>
                            <a:schemeClr val="tx1"/>
                          </a:solidFill>
                          <a:effectLst/>
                          <a:latin typeface="+mn-lt"/>
                          <a:ea typeface="MS PGothic" panose="020B0600070205080204" pitchFamily="34" charset="-128"/>
                          <a:cs typeface="Times New Roman" panose="02020603050405020304" pitchFamily="18" charset="0"/>
                        </a:rPr>
                        <a:t>auditr</a:t>
                      </a:r>
                      <a:r>
                        <a:rPr lang="es-419" sz="1000" dirty="0">
                          <a:solidFill>
                            <a:schemeClr val="tx1"/>
                          </a:solidFill>
                          <a:effectLst/>
                          <a:latin typeface="+mn-lt"/>
                          <a:ea typeface="MS PGothic" panose="020B0600070205080204" pitchFamily="34" charset="-128"/>
                          <a:cs typeface="Times New Roman" panose="02020603050405020304" pitchFamily="18" charset="0"/>
                        </a:rPr>
                        <a:t>, U=</a:t>
                      </a:r>
                      <a:r>
                        <a:rPr lang="es-419" sz="1000" dirty="0" err="1">
                          <a:solidFill>
                            <a:schemeClr val="tx1"/>
                          </a:solidFill>
                          <a:effectLst/>
                          <a:latin typeface="+mn-lt"/>
                          <a:ea typeface="MS PGothic" panose="020B0600070205080204" pitchFamily="34" charset="-128"/>
                          <a:cs typeface="Times New Roman" panose="02020603050405020304" pitchFamily="18" charset="0"/>
                        </a:rPr>
                        <a:t>actlzr</a:t>
                      </a:r>
                      <a:r>
                        <a:rPr lang="es-419" sz="1000" dirty="0">
                          <a:solidFill>
                            <a:schemeClr val="tx1"/>
                          </a:solidFill>
                          <a:effectLst/>
                          <a:latin typeface="+mn-lt"/>
                          <a:ea typeface="MS PGothic" panose="020B0600070205080204" pitchFamily="34" charset="-128"/>
                          <a:cs typeface="Times New Roman" panose="02020603050405020304" pitchFamily="18" charset="0"/>
                        </a:rPr>
                        <a:t>)</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Ingrese el modo en que se ejecutará el proceso: </a:t>
                      </a:r>
                    </a:p>
                    <a:p>
                      <a:pPr algn="just">
                        <a:lnSpc>
                          <a:spcPct val="115000"/>
                        </a:lnSpc>
                      </a:pPr>
                      <a:r>
                        <a:rPr lang="es-419" sz="1000" dirty="0">
                          <a:solidFill>
                            <a:schemeClr val="tx1"/>
                          </a:solidFill>
                          <a:effectLst/>
                          <a:latin typeface="+mn-lt"/>
                          <a:cs typeface="Times New Roman" panose="02020603050405020304" pitchFamily="18" charset="0"/>
                        </a:rPr>
                        <a:t>A (auditoría, no se procesa ningún registro) o </a:t>
                      </a:r>
                    </a:p>
                    <a:p>
                      <a:pPr algn="just">
                        <a:lnSpc>
                          <a:spcPct val="115000"/>
                        </a:lnSpc>
                      </a:pPr>
                      <a:r>
                        <a:rPr lang="es-419" sz="1000" dirty="0">
                          <a:solidFill>
                            <a:schemeClr val="tx1"/>
                          </a:solidFill>
                          <a:effectLst/>
                          <a:latin typeface="+mn-lt"/>
                          <a:cs typeface="Times New Roman" panose="02020603050405020304" pitchFamily="18" charset="0"/>
                        </a:rPr>
                        <a:t>U (actualizar, con lo que se procesan los registros)</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2658827102"/>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08</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err="1">
                          <a:solidFill>
                            <a:schemeClr val="tx1"/>
                          </a:solidFill>
                          <a:effectLst/>
                          <a:latin typeface="+mn-lt"/>
                          <a:ea typeface="MS PGothic" panose="020B0600070205080204" pitchFamily="34" charset="-128"/>
                          <a:cs typeface="Times New Roman" panose="02020603050405020304" pitchFamily="18" charset="0"/>
                        </a:rPr>
                        <a:t>Impr</a:t>
                      </a:r>
                      <a:r>
                        <a:rPr lang="es-419" sz="1000" dirty="0">
                          <a:solidFill>
                            <a:schemeClr val="tx1"/>
                          </a:solidFill>
                          <a:effectLst/>
                          <a:latin typeface="+mn-lt"/>
                          <a:ea typeface="MS PGothic" panose="020B0600070205080204" pitchFamily="34" charset="-128"/>
                          <a:cs typeface="Times New Roman" panose="02020603050405020304" pitchFamily="18" charset="0"/>
                        </a:rPr>
                        <a:t> </a:t>
                      </a:r>
                      <a:r>
                        <a:rPr lang="es-419" sz="1000" dirty="0" err="1">
                          <a:solidFill>
                            <a:schemeClr val="tx1"/>
                          </a:solidFill>
                          <a:effectLst/>
                          <a:latin typeface="+mn-lt"/>
                          <a:ea typeface="MS PGothic" panose="020B0600070205080204" pitchFamily="34" charset="-128"/>
                          <a:cs typeface="Times New Roman" panose="02020603050405020304" pitchFamily="18" charset="0"/>
                        </a:rPr>
                        <a:t>selec</a:t>
                      </a:r>
                      <a:r>
                        <a:rPr lang="es-419" sz="1000" dirty="0">
                          <a:solidFill>
                            <a:schemeClr val="tx1"/>
                          </a:solidFill>
                          <a:effectLst/>
                          <a:latin typeface="+mn-lt"/>
                          <a:ea typeface="MS PGothic" panose="020B0600070205080204" pitchFamily="34" charset="-128"/>
                          <a:cs typeface="Times New Roman" panose="02020603050405020304" pitchFamily="18" charset="0"/>
                        </a:rPr>
                        <a:t> (A=todo, E=error)</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Ingrese A para reportar el resultado del proceso para todos los NRC y alumnos o E para reportar solo los errores del proceso en la salida del proceso.</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1633076062"/>
                  </a:ext>
                </a:extLst>
              </a:tr>
              <a:tr h="449721">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09</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Periodo calificaciones</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tc>
                <a:tc>
                  <a:txBody>
                    <a:bodyPr/>
                    <a:lstStyle/>
                    <a:p>
                      <a:pPr algn="just">
                        <a:lnSpc>
                          <a:spcPct val="115000"/>
                        </a:lnSpc>
                      </a:pPr>
                      <a:r>
                        <a:rPr lang="es-419" sz="1000" dirty="0">
                          <a:solidFill>
                            <a:schemeClr val="tx1"/>
                          </a:solidFill>
                          <a:effectLst/>
                          <a:latin typeface="+mn-lt"/>
                          <a:cs typeface="Times New Roman" panose="02020603050405020304" pitchFamily="18" charset="0"/>
                        </a:rPr>
                        <a:t>Ingrese el </a:t>
                      </a:r>
                      <a:r>
                        <a:rPr lang="es-CO" sz="1000" dirty="0">
                          <a:solidFill>
                            <a:schemeClr val="tx1"/>
                          </a:solidFill>
                          <a:effectLst/>
                          <a:latin typeface="+mn-lt"/>
                          <a:cs typeface="Times New Roman" panose="02020603050405020304" pitchFamily="18" charset="0"/>
                        </a:rPr>
                        <a:t>periodo de calificación a registrar</a:t>
                      </a: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O</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3529984638"/>
                  </a:ext>
                </a:extLst>
              </a:tr>
              <a:tr h="264739">
                <a:tc>
                  <a:txBody>
                    <a:bodyPr/>
                    <a:lstStyle/>
                    <a:p>
                      <a:pPr marL="0" marR="0">
                        <a:lnSpc>
                          <a:spcPct val="115000"/>
                        </a:lnSpc>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10</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000" dirty="0">
                          <a:solidFill>
                            <a:schemeClr val="tx1"/>
                          </a:solidFill>
                          <a:effectLst/>
                          <a:latin typeface="+mn-lt"/>
                          <a:ea typeface="MS PGothic" panose="020B0600070205080204" pitchFamily="34" charset="-128"/>
                          <a:cs typeface="Times New Roman" panose="02020603050405020304" pitchFamily="18" charset="0"/>
                        </a:rPr>
                        <a:t>Pasar título largo sección</a:t>
                      </a:r>
                      <a:endParaRPr lang="es-CO" sz="10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tc>
                <a:tc>
                  <a:txBody>
                    <a:bodyPr/>
                    <a:lstStyle/>
                    <a:p>
                      <a:pPr algn="just">
                        <a:lnSpc>
                          <a:spcPct val="115000"/>
                        </a:lnSpc>
                      </a:pPr>
                      <a:r>
                        <a:rPr lang="es-419" sz="1000" dirty="0">
                          <a:solidFill>
                            <a:schemeClr val="tx1"/>
                          </a:solidFill>
                          <a:effectLst/>
                          <a:latin typeface="+mn-lt"/>
                          <a:cs typeface="Times New Roman" panose="02020603050405020304" pitchFamily="18" charset="0"/>
                        </a:rPr>
                        <a:t>Indique si al pasar las calificaciones a Historia Académica, desea que se almacene también el nombre largo de syllabus: </a:t>
                      </a:r>
                    </a:p>
                    <a:p>
                      <a:pPr algn="just">
                        <a:lnSpc>
                          <a:spcPct val="115000"/>
                        </a:lnSpc>
                      </a:pPr>
                      <a:r>
                        <a:rPr lang="es-419" sz="1000" dirty="0">
                          <a:solidFill>
                            <a:schemeClr val="tx1"/>
                          </a:solidFill>
                          <a:effectLst/>
                          <a:latin typeface="+mn-lt"/>
                          <a:cs typeface="Times New Roman" panose="02020603050405020304" pitchFamily="18" charset="0"/>
                        </a:rPr>
                        <a:t>Y para si </a:t>
                      </a:r>
                    </a:p>
                    <a:p>
                      <a:pPr algn="just">
                        <a:lnSpc>
                          <a:spcPct val="115000"/>
                        </a:lnSpc>
                      </a:pPr>
                      <a:r>
                        <a:rPr lang="es-419" sz="1000" dirty="0">
                          <a:solidFill>
                            <a:schemeClr val="tx1"/>
                          </a:solidFill>
                          <a:effectLst/>
                          <a:latin typeface="+mn-lt"/>
                          <a:cs typeface="Times New Roman" panose="02020603050405020304" pitchFamily="18" charset="0"/>
                        </a:rPr>
                        <a:t>N para no.</a:t>
                      </a:r>
                      <a:endParaRPr lang="es-CO" sz="1000" dirty="0">
                        <a:solidFill>
                          <a:schemeClr val="tx1"/>
                        </a:solidFill>
                        <a:effectLst/>
                        <a:latin typeface="+mn-lt"/>
                        <a:cs typeface="Times New Roman" panose="02020603050405020304" pitchFamily="18" charset="0"/>
                      </a:endParaRPr>
                    </a:p>
                  </a:txBody>
                  <a:tcPr marT="48260" marB="48260" anchor="ctr"/>
                </a:tc>
                <a:tc>
                  <a:txBody>
                    <a:bodyPr/>
                    <a:lstStyle/>
                    <a:p>
                      <a:pPr algn="ctr">
                        <a:lnSpc>
                          <a:spcPct val="115000"/>
                        </a:lnSpc>
                      </a:pPr>
                      <a:r>
                        <a:rPr lang="es-419" sz="1000" dirty="0">
                          <a:solidFill>
                            <a:schemeClr val="tx1"/>
                          </a:solidFill>
                          <a:effectLst/>
                          <a:latin typeface="+mn-lt"/>
                          <a:cs typeface="Times New Roman" panose="02020603050405020304" pitchFamily="18" charset="0"/>
                        </a:rPr>
                        <a:t>R</a:t>
                      </a:r>
                      <a:endParaRPr lang="es-CO" sz="1000" dirty="0">
                        <a:solidFill>
                          <a:schemeClr val="tx1"/>
                        </a:solidFill>
                        <a:effectLst/>
                        <a:latin typeface="+mn-lt"/>
                        <a:cs typeface="Times New Roman" panose="02020603050405020304" pitchFamily="18" charset="0"/>
                      </a:endParaRPr>
                    </a:p>
                  </a:txBody>
                  <a:tcPr marT="48260" marB="48260"/>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28153318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9E4B666-933F-E512-0934-D8143F4C2C0C}"/>
              </a:ext>
            </a:extLst>
          </p:cNvPr>
          <p:cNvPicPr>
            <a:picLocks noChangeAspect="1"/>
          </p:cNvPicPr>
          <p:nvPr/>
        </p:nvPicPr>
        <p:blipFill>
          <a:blip r:embed="rId3"/>
          <a:stretch>
            <a:fillRect/>
          </a:stretch>
        </p:blipFill>
        <p:spPr>
          <a:xfrm>
            <a:off x="824759" y="1170877"/>
            <a:ext cx="10876732" cy="5137496"/>
          </a:xfrm>
          <a:prstGeom prst="rect">
            <a:avLst/>
          </a:prstGeom>
          <a:solidFill>
            <a:schemeClr val="accent3"/>
          </a:solidFill>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8" name="Rectángulo: esquinas redondeadas 7">
            <a:extLst>
              <a:ext uri="{FF2B5EF4-FFF2-40B4-BE49-F238E27FC236}">
                <a16:creationId xmlns:a16="http://schemas.microsoft.com/office/drawing/2014/main" id="{FF770875-07ED-068F-D57B-D230C463E99E}"/>
              </a:ext>
            </a:extLst>
          </p:cNvPr>
          <p:cNvSpPr/>
          <p:nvPr/>
        </p:nvSpPr>
        <p:spPr>
          <a:xfrm>
            <a:off x="3083918" y="5486616"/>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7"/>
            </a:pPr>
            <a:r>
              <a:rPr lang="es-ES_tradnl" sz="1100" dirty="0"/>
              <a:t>Seleccione la opción enviar.</a:t>
            </a:r>
          </a:p>
          <a:p>
            <a:pPr marL="228600" indent="-228600">
              <a:buFont typeface="+mj-lt"/>
              <a:buAutoNum type="arabicPeriod" startAt="7"/>
            </a:pPr>
            <a:r>
              <a:rPr lang="es-ES_tradnl" sz="1100" dirty="0"/>
              <a:t>Guarde la información.</a:t>
            </a:r>
            <a:endParaRPr lang="es-419" sz="1100" dirty="0"/>
          </a:p>
        </p:txBody>
      </p:sp>
      <p:sp>
        <p:nvSpPr>
          <p:cNvPr id="9" name="CuadroTexto 8">
            <a:extLst>
              <a:ext uri="{FF2B5EF4-FFF2-40B4-BE49-F238E27FC236}">
                <a16:creationId xmlns:a16="http://schemas.microsoft.com/office/drawing/2014/main" id="{5B1FB6D9-AE44-CF23-9261-4B7B48FDBCFE}"/>
              </a:ext>
            </a:extLst>
          </p:cNvPr>
          <p:cNvSpPr txBox="1"/>
          <p:nvPr/>
        </p:nvSpPr>
        <p:spPr>
          <a:xfrm>
            <a:off x="7928095" y="4821895"/>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1" name="Rectángulo 10">
            <a:extLst>
              <a:ext uri="{FF2B5EF4-FFF2-40B4-BE49-F238E27FC236}">
                <a16:creationId xmlns:a16="http://schemas.microsoft.com/office/drawing/2014/main" id="{DE5C5780-4BCF-C2F9-48FC-09733ABB427C}"/>
              </a:ext>
            </a:extLst>
          </p:cNvPr>
          <p:cNvSpPr/>
          <p:nvPr/>
        </p:nvSpPr>
        <p:spPr>
          <a:xfrm>
            <a:off x="7299067" y="4821895"/>
            <a:ext cx="44991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F31A0478-A041-5F69-5715-B6BAE4B282F6}"/>
              </a:ext>
            </a:extLst>
          </p:cNvPr>
          <p:cNvSpPr txBox="1"/>
          <p:nvPr/>
        </p:nvSpPr>
        <p:spPr>
          <a:xfrm>
            <a:off x="10754798" y="6054495"/>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Tree>
    <p:extLst>
      <p:ext uri="{BB962C8B-B14F-4D97-AF65-F5344CB8AC3E}">
        <p14:creationId xmlns:p14="http://schemas.microsoft.com/office/powerpoint/2010/main" val="1684458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5A09747A-12A9-52F1-1E3A-78CA770923DF}"/>
              </a:ext>
            </a:extLst>
          </p:cNvPr>
          <p:cNvPicPr>
            <a:picLocks noChangeAspect="1"/>
          </p:cNvPicPr>
          <p:nvPr/>
        </p:nvPicPr>
        <p:blipFill>
          <a:blip r:embed="rId3"/>
          <a:stretch>
            <a:fillRect/>
          </a:stretch>
        </p:blipFill>
        <p:spPr>
          <a:xfrm>
            <a:off x="694944" y="1170877"/>
            <a:ext cx="10873948" cy="5139174"/>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6" name="Rectángulo: esquinas redondeadas 5">
            <a:extLst>
              <a:ext uri="{FF2B5EF4-FFF2-40B4-BE49-F238E27FC236}">
                <a16:creationId xmlns:a16="http://schemas.microsoft.com/office/drawing/2014/main" id="{8D0A4027-4668-E79C-4AC9-B12CEB5D572A}"/>
              </a:ext>
            </a:extLst>
          </p:cNvPr>
          <p:cNvSpPr/>
          <p:nvPr/>
        </p:nvSpPr>
        <p:spPr>
          <a:xfrm>
            <a:off x="3271810" y="2783861"/>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419" sz="1100" dirty="0"/>
              <a:t>El sistema asignará un número al proceso ejecutado.</a:t>
            </a:r>
          </a:p>
        </p:txBody>
      </p:sp>
      <p:sp>
        <p:nvSpPr>
          <p:cNvPr id="7" name="Rectángulo 6">
            <a:extLst>
              <a:ext uri="{FF2B5EF4-FFF2-40B4-BE49-F238E27FC236}">
                <a16:creationId xmlns:a16="http://schemas.microsoft.com/office/drawing/2014/main" id="{AACE3C76-7671-23D8-CD6E-DEAC5B1D5D71}"/>
              </a:ext>
            </a:extLst>
          </p:cNvPr>
          <p:cNvSpPr/>
          <p:nvPr/>
        </p:nvSpPr>
        <p:spPr>
          <a:xfrm>
            <a:off x="7730413" y="1885978"/>
            <a:ext cx="3766643" cy="3051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118051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CB2C5FD-2CEC-6A50-FA40-F1298906FAE2}"/>
              </a:ext>
            </a:extLst>
          </p:cNvPr>
          <p:cNvPicPr>
            <a:picLocks noChangeAspect="1"/>
          </p:cNvPicPr>
          <p:nvPr/>
        </p:nvPicPr>
        <p:blipFill>
          <a:blip r:embed="rId3"/>
          <a:stretch>
            <a:fillRect/>
          </a:stretch>
        </p:blipFill>
        <p:spPr>
          <a:xfrm>
            <a:off x="713232" y="992580"/>
            <a:ext cx="11211414" cy="5339881"/>
          </a:xfrm>
          <a:prstGeom prst="rect">
            <a:avLst/>
          </a:prstGeom>
          <a:solidFill>
            <a:schemeClr val="accent3"/>
          </a:solidFill>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3" name="Rectángulo 2">
            <a:extLst>
              <a:ext uri="{FF2B5EF4-FFF2-40B4-BE49-F238E27FC236}">
                <a16:creationId xmlns:a16="http://schemas.microsoft.com/office/drawing/2014/main" id="{4DA14392-5240-578C-AD91-58BC3EB1B500}"/>
              </a:ext>
            </a:extLst>
          </p:cNvPr>
          <p:cNvSpPr/>
          <p:nvPr/>
        </p:nvSpPr>
        <p:spPr>
          <a:xfrm>
            <a:off x="10643615" y="1255212"/>
            <a:ext cx="246889" cy="20782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4" name="Rectángulo: esquinas redondeadas 3">
            <a:extLst>
              <a:ext uri="{FF2B5EF4-FFF2-40B4-BE49-F238E27FC236}">
                <a16:creationId xmlns:a16="http://schemas.microsoft.com/office/drawing/2014/main" id="{A3E17D84-71AD-0D6A-B3B3-BA3DA6C383F3}"/>
              </a:ext>
            </a:extLst>
          </p:cNvPr>
          <p:cNvSpPr/>
          <p:nvPr/>
        </p:nvSpPr>
        <p:spPr>
          <a:xfrm>
            <a:off x="3083918" y="5486616"/>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9"/>
            </a:pPr>
            <a:r>
              <a:rPr lang="es-ES_tradnl" sz="1100" dirty="0"/>
              <a:t>Presione la opción </a:t>
            </a:r>
            <a:r>
              <a:rPr lang="es-ES_tradnl" sz="1100" b="1" dirty="0"/>
              <a:t>Relacionado</a:t>
            </a:r>
            <a:r>
              <a:rPr lang="es-ES_tradnl" sz="1100" dirty="0"/>
              <a:t> en la barra superior.</a:t>
            </a:r>
          </a:p>
          <a:p>
            <a:pPr marL="228600" indent="-228600">
              <a:buFont typeface="+mj-lt"/>
              <a:buAutoNum type="arabicPeriod" startAt="9"/>
            </a:pPr>
            <a:r>
              <a:rPr lang="es-ES_tradnl" sz="1100" dirty="0"/>
              <a:t>Seleccione </a:t>
            </a:r>
            <a:r>
              <a:rPr lang="es-ES_tradnl" sz="1100" b="1" dirty="0"/>
              <a:t>Revisar Salida </a:t>
            </a:r>
            <a:r>
              <a:rPr lang="es-ES_tradnl" sz="1100" dirty="0"/>
              <a:t>(GJIREVO).</a:t>
            </a:r>
          </a:p>
        </p:txBody>
      </p:sp>
      <p:sp>
        <p:nvSpPr>
          <p:cNvPr id="8" name="Rectángulo 7">
            <a:extLst>
              <a:ext uri="{FF2B5EF4-FFF2-40B4-BE49-F238E27FC236}">
                <a16:creationId xmlns:a16="http://schemas.microsoft.com/office/drawing/2014/main" id="{6897BB0A-8EC6-3E8D-1EBA-E7A9ADC32436}"/>
              </a:ext>
            </a:extLst>
          </p:cNvPr>
          <p:cNvSpPr/>
          <p:nvPr/>
        </p:nvSpPr>
        <p:spPr>
          <a:xfrm>
            <a:off x="9795960" y="1580777"/>
            <a:ext cx="1943041" cy="3520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BFD29354-EF1A-DC7B-A951-CED896C47697}"/>
              </a:ext>
            </a:extLst>
          </p:cNvPr>
          <p:cNvSpPr txBox="1"/>
          <p:nvPr/>
        </p:nvSpPr>
        <p:spPr>
          <a:xfrm>
            <a:off x="10616182" y="980900"/>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11" name="CuadroTexto 10">
            <a:extLst>
              <a:ext uri="{FF2B5EF4-FFF2-40B4-BE49-F238E27FC236}">
                <a16:creationId xmlns:a16="http://schemas.microsoft.com/office/drawing/2014/main" id="{A13616FF-732D-B4B0-4ED8-72A7E5C7E120}"/>
              </a:ext>
            </a:extLst>
          </p:cNvPr>
          <p:cNvSpPr txBox="1"/>
          <p:nvPr/>
        </p:nvSpPr>
        <p:spPr>
          <a:xfrm>
            <a:off x="9390576" y="1684835"/>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Tree>
    <p:extLst>
      <p:ext uri="{BB962C8B-B14F-4D97-AF65-F5344CB8AC3E}">
        <p14:creationId xmlns:p14="http://schemas.microsoft.com/office/powerpoint/2010/main" val="40798795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F25A558-7551-7337-EE2E-74CA2772880B}"/>
              </a:ext>
            </a:extLst>
          </p:cNvPr>
          <p:cNvPicPr>
            <a:picLocks noChangeAspect="1"/>
          </p:cNvPicPr>
          <p:nvPr/>
        </p:nvPicPr>
        <p:blipFill>
          <a:blip r:embed="rId3"/>
          <a:stretch>
            <a:fillRect/>
          </a:stretch>
        </p:blipFill>
        <p:spPr>
          <a:xfrm>
            <a:off x="773187" y="1159805"/>
            <a:ext cx="10876270" cy="5162966"/>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7" name="Rectángulo 6">
            <a:extLst>
              <a:ext uri="{FF2B5EF4-FFF2-40B4-BE49-F238E27FC236}">
                <a16:creationId xmlns:a16="http://schemas.microsoft.com/office/drawing/2014/main" id="{5D8F8884-564C-B331-CB2E-439ADE7BAED8}"/>
              </a:ext>
            </a:extLst>
          </p:cNvPr>
          <p:cNvSpPr/>
          <p:nvPr/>
        </p:nvSpPr>
        <p:spPr>
          <a:xfrm>
            <a:off x="1344975" y="1154929"/>
            <a:ext cx="6769336" cy="16972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Rectángulo: esquinas redondeadas 13">
            <a:extLst>
              <a:ext uri="{FF2B5EF4-FFF2-40B4-BE49-F238E27FC236}">
                <a16:creationId xmlns:a16="http://schemas.microsoft.com/office/drawing/2014/main" id="{74BF3BA0-2B27-A458-81F7-E8556101D148}"/>
              </a:ext>
            </a:extLst>
          </p:cNvPr>
          <p:cNvSpPr/>
          <p:nvPr/>
        </p:nvSpPr>
        <p:spPr>
          <a:xfrm>
            <a:off x="3192418" y="4872079"/>
            <a:ext cx="5807163" cy="10836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1"/>
            </a:pPr>
            <a:r>
              <a:rPr lang="es-ES_tradnl" sz="1100" dirty="0"/>
              <a:t>Automáticamente, la página muestra el código  del proceso y el número asignado.</a:t>
            </a:r>
          </a:p>
          <a:p>
            <a:pPr marL="228600" indent="-228600">
              <a:buFont typeface="+mj-lt"/>
              <a:buAutoNum type="arabicPeriod" startAt="11"/>
            </a:pPr>
            <a:r>
              <a:rPr lang="es-ES_tradnl" sz="1100" dirty="0"/>
              <a:t>Presione los tres puntos del campo </a:t>
            </a:r>
            <a:r>
              <a:rPr lang="es-ES_tradnl" sz="1100" b="1" dirty="0"/>
              <a:t>Nombre de archivo</a:t>
            </a:r>
            <a:r>
              <a:rPr lang="es-ES_tradnl" sz="1100" dirty="0"/>
              <a:t>.</a:t>
            </a:r>
          </a:p>
          <a:p>
            <a:pPr marL="228600" indent="-228600">
              <a:buFont typeface="+mj-lt"/>
              <a:buAutoNum type="arabicPeriod" startAt="11"/>
            </a:pPr>
            <a:r>
              <a:rPr lang="es-ES_tradnl" sz="1100" dirty="0"/>
              <a:t>Seleccione, de la ventana que emergió, el archivo .lis que se muestra (se despliega solamente si el proceso terminó su ejecución), presionando el botón </a:t>
            </a:r>
            <a:r>
              <a:rPr lang="es-ES_tradnl" sz="1100" b="1" dirty="0"/>
              <a:t>OK</a:t>
            </a:r>
          </a:p>
        </p:txBody>
      </p:sp>
      <p:sp>
        <p:nvSpPr>
          <p:cNvPr id="16" name="Rectángulo 15">
            <a:extLst>
              <a:ext uri="{FF2B5EF4-FFF2-40B4-BE49-F238E27FC236}">
                <a16:creationId xmlns:a16="http://schemas.microsoft.com/office/drawing/2014/main" id="{DA1B8A78-CBD3-CE90-1BE2-DDEB468BDA01}"/>
              </a:ext>
            </a:extLst>
          </p:cNvPr>
          <p:cNvSpPr/>
          <p:nvPr/>
        </p:nvSpPr>
        <p:spPr>
          <a:xfrm>
            <a:off x="1140691" y="1596034"/>
            <a:ext cx="2117780" cy="214478"/>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CuadroTexto 16">
            <a:extLst>
              <a:ext uri="{FF2B5EF4-FFF2-40B4-BE49-F238E27FC236}">
                <a16:creationId xmlns:a16="http://schemas.microsoft.com/office/drawing/2014/main" id="{45EBCE9B-4E7A-7E38-2E1C-E58E8D39006E}"/>
              </a:ext>
            </a:extLst>
          </p:cNvPr>
          <p:cNvSpPr txBox="1"/>
          <p:nvPr/>
        </p:nvSpPr>
        <p:spPr>
          <a:xfrm>
            <a:off x="753201" y="1583148"/>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
        <p:nvSpPr>
          <p:cNvPr id="19" name="CuadroTexto 18">
            <a:extLst>
              <a:ext uri="{FF2B5EF4-FFF2-40B4-BE49-F238E27FC236}">
                <a16:creationId xmlns:a16="http://schemas.microsoft.com/office/drawing/2014/main" id="{2B121877-4E07-F070-9C97-18BBDC7F5FBA}"/>
              </a:ext>
            </a:extLst>
          </p:cNvPr>
          <p:cNvSpPr txBox="1"/>
          <p:nvPr/>
        </p:nvSpPr>
        <p:spPr>
          <a:xfrm>
            <a:off x="2554336" y="1896840"/>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
        <p:nvSpPr>
          <p:cNvPr id="21" name="Rectángulo 20">
            <a:extLst>
              <a:ext uri="{FF2B5EF4-FFF2-40B4-BE49-F238E27FC236}">
                <a16:creationId xmlns:a16="http://schemas.microsoft.com/office/drawing/2014/main" id="{03279515-912A-C363-965A-DE5C77F0CBD1}"/>
              </a:ext>
            </a:extLst>
          </p:cNvPr>
          <p:cNvSpPr/>
          <p:nvPr/>
        </p:nvSpPr>
        <p:spPr>
          <a:xfrm>
            <a:off x="4709160" y="3538728"/>
            <a:ext cx="3081528" cy="7079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CuadroTexto 21">
            <a:extLst>
              <a:ext uri="{FF2B5EF4-FFF2-40B4-BE49-F238E27FC236}">
                <a16:creationId xmlns:a16="http://schemas.microsoft.com/office/drawing/2014/main" id="{924A6FBD-2047-DC2B-9F1B-D5D9D02DBE4D}"/>
              </a:ext>
            </a:extLst>
          </p:cNvPr>
          <p:cNvSpPr txBox="1"/>
          <p:nvPr/>
        </p:nvSpPr>
        <p:spPr>
          <a:xfrm>
            <a:off x="4230766" y="3465262"/>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Tree>
    <p:extLst>
      <p:ext uri="{BB962C8B-B14F-4D97-AF65-F5344CB8AC3E}">
        <p14:creationId xmlns:p14="http://schemas.microsoft.com/office/powerpoint/2010/main" val="2951015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DF3DB6F-73AE-19D2-EB42-F65BD92C976E}"/>
              </a:ext>
            </a:extLst>
          </p:cNvPr>
          <p:cNvPicPr>
            <a:picLocks noChangeAspect="1"/>
          </p:cNvPicPr>
          <p:nvPr/>
        </p:nvPicPr>
        <p:blipFill>
          <a:blip r:embed="rId3"/>
          <a:stretch>
            <a:fillRect/>
          </a:stretch>
        </p:blipFill>
        <p:spPr>
          <a:xfrm>
            <a:off x="713232" y="1346067"/>
            <a:ext cx="10477497" cy="4980925"/>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5" name="Rectángulo: esquinas redondeadas 4">
            <a:extLst>
              <a:ext uri="{FF2B5EF4-FFF2-40B4-BE49-F238E27FC236}">
                <a16:creationId xmlns:a16="http://schemas.microsoft.com/office/drawing/2014/main" id="{651713B1-CF26-49AC-2B1C-772F063C4DB6}"/>
              </a:ext>
            </a:extLst>
          </p:cNvPr>
          <p:cNvSpPr/>
          <p:nvPr/>
        </p:nvSpPr>
        <p:spPr>
          <a:xfrm>
            <a:off x="4009541" y="4903395"/>
            <a:ext cx="3918501" cy="60459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Puede visualizar los resultados del proceso en la página…</a:t>
            </a:r>
          </a:p>
        </p:txBody>
      </p:sp>
    </p:spTree>
    <p:extLst>
      <p:ext uri="{BB962C8B-B14F-4D97-AF65-F5344CB8AC3E}">
        <p14:creationId xmlns:p14="http://schemas.microsoft.com/office/powerpoint/2010/main" val="3126452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C46F00A-07E0-C3FF-BF9E-F5A59813515A}"/>
              </a:ext>
            </a:extLst>
          </p:cNvPr>
          <p:cNvPicPr>
            <a:picLocks noChangeAspect="1"/>
          </p:cNvPicPr>
          <p:nvPr/>
        </p:nvPicPr>
        <p:blipFill>
          <a:blip r:embed="rId3"/>
          <a:stretch>
            <a:fillRect/>
          </a:stretch>
        </p:blipFill>
        <p:spPr>
          <a:xfrm>
            <a:off x="609600" y="1170877"/>
            <a:ext cx="10827185" cy="5167649"/>
          </a:xfrm>
          <a:prstGeom prst="rect">
            <a:avLst/>
          </a:prstGeom>
        </p:spPr>
      </p:pic>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Procesar cierre de calificaciones: </a:t>
            </a:r>
            <a:r>
              <a:rPr lang="es-ES_tradnl" b="1" dirty="0"/>
              <a:t>Proceso masivo</a:t>
            </a:r>
          </a:p>
        </p:txBody>
      </p:sp>
      <p:sp>
        <p:nvSpPr>
          <p:cNvPr id="7" name="Rectángulo: esquinas redondeadas 6">
            <a:extLst>
              <a:ext uri="{FF2B5EF4-FFF2-40B4-BE49-F238E27FC236}">
                <a16:creationId xmlns:a16="http://schemas.microsoft.com/office/drawing/2014/main" id="{DE8E57EA-FB1E-B99A-FD46-D2ABC3E4BAF5}"/>
              </a:ext>
            </a:extLst>
          </p:cNvPr>
          <p:cNvSpPr/>
          <p:nvPr/>
        </p:nvSpPr>
        <p:spPr>
          <a:xfrm>
            <a:off x="5554493" y="4249508"/>
            <a:ext cx="4155207" cy="64350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O bien guardar el archivo mediante el menú de Herramientas</a:t>
            </a:r>
            <a:endParaRPr lang="es-ES_tradnl" sz="1100" b="1" dirty="0"/>
          </a:p>
        </p:txBody>
      </p:sp>
      <p:sp>
        <p:nvSpPr>
          <p:cNvPr id="5" name="Rectángulo 4">
            <a:extLst>
              <a:ext uri="{FF2B5EF4-FFF2-40B4-BE49-F238E27FC236}">
                <a16:creationId xmlns:a16="http://schemas.microsoft.com/office/drawing/2014/main" id="{75735E5D-5321-4450-C4FA-CEB0A2F2B8F3}"/>
              </a:ext>
            </a:extLst>
          </p:cNvPr>
          <p:cNvSpPr/>
          <p:nvPr/>
        </p:nvSpPr>
        <p:spPr>
          <a:xfrm>
            <a:off x="9866376" y="4581144"/>
            <a:ext cx="1463515" cy="246888"/>
          </a:xfrm>
          <a:prstGeom prst="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44636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Proceso por Lista de clase</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r>
              <a:rPr lang="es-CO" sz="1800" dirty="0"/>
              <a:t>Cerrando las calificaciones para un NRC solamente…</a:t>
            </a:r>
            <a:endParaRPr lang="es-ES_tradnl" sz="1800" dirty="0"/>
          </a:p>
        </p:txBody>
      </p:sp>
    </p:spTree>
    <p:extLst>
      <p:ext uri="{BB962C8B-B14F-4D97-AF65-F5344CB8AC3E}">
        <p14:creationId xmlns:p14="http://schemas.microsoft.com/office/powerpoint/2010/main" val="2826316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668F03F-EC7B-CEC1-0633-08FBC05B342D}"/>
              </a:ext>
            </a:extLst>
          </p:cNvPr>
          <p:cNvPicPr>
            <a:picLocks noChangeAspect="1"/>
          </p:cNvPicPr>
          <p:nvPr/>
        </p:nvPicPr>
        <p:blipFill>
          <a:blip r:embed="rId3"/>
          <a:stretch>
            <a:fillRect/>
          </a:stretch>
        </p:blipFill>
        <p:spPr>
          <a:xfrm>
            <a:off x="840509" y="1200728"/>
            <a:ext cx="10798883" cy="5095406"/>
          </a:xfrm>
          <a:prstGeom prst="rect">
            <a:avLst/>
          </a:prstGeom>
        </p:spPr>
      </p:pic>
      <p:sp>
        <p:nvSpPr>
          <p:cNvPr id="3" name="Marcador de texto vertical 2">
            <a:extLst>
              <a:ext uri="{FF2B5EF4-FFF2-40B4-BE49-F238E27FC236}">
                <a16:creationId xmlns:a16="http://schemas.microsoft.com/office/drawing/2014/main" id="{2BC4B8CC-2D6B-9944-CB0A-4E96DD664C6A}"/>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94218" y="209274"/>
            <a:ext cx="10477497" cy="898555"/>
          </a:xfrm>
        </p:spPr>
        <p:txBody>
          <a:bodyPr/>
          <a:lstStyle/>
          <a:p>
            <a:r>
              <a:rPr lang="es-ES_tradnl" dirty="0"/>
              <a:t>Procesar cierre de calificaciones: </a:t>
            </a:r>
            <a:r>
              <a:rPr lang="es-CO" b="1" dirty="0"/>
              <a:t>Proceso por lista de clase</a:t>
            </a:r>
            <a:endParaRPr lang="es-ES_tradnl" b="1" dirty="0"/>
          </a:p>
        </p:txBody>
      </p:sp>
      <p:sp>
        <p:nvSpPr>
          <p:cNvPr id="6" name="Rectángulo: esquinas redondeadas 5">
            <a:extLst>
              <a:ext uri="{FF2B5EF4-FFF2-40B4-BE49-F238E27FC236}">
                <a16:creationId xmlns:a16="http://schemas.microsoft.com/office/drawing/2014/main" id="{2AFDC9F4-5E75-73C3-36D8-B3BBC2C88D8A}"/>
              </a:ext>
            </a:extLst>
          </p:cNvPr>
          <p:cNvSpPr/>
          <p:nvPr/>
        </p:nvSpPr>
        <p:spPr>
          <a:xfrm>
            <a:off x="2393005" y="4182896"/>
            <a:ext cx="6717737"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Digite o seleccione el período y el NRC al que desea pasar las calificaciones a historia académica.</a:t>
            </a:r>
          </a:p>
          <a:p>
            <a:pPr marL="228600" indent="-228600">
              <a:buFont typeface="+mj-lt"/>
              <a:buAutoNum type="arabicPeriod"/>
            </a:pPr>
            <a:r>
              <a:rPr lang="es-ES_tradnl" sz="1100" dirty="0"/>
              <a:t>Presione el botón </a:t>
            </a:r>
            <a:r>
              <a:rPr lang="es-ES_tradnl" sz="1100" b="1" dirty="0"/>
              <a:t>Ir</a:t>
            </a:r>
            <a:r>
              <a:rPr lang="es-CO" sz="1100" dirty="0"/>
              <a:t>.</a:t>
            </a:r>
            <a:endParaRPr lang="es-419" sz="1100" dirty="0"/>
          </a:p>
          <a:p>
            <a:pPr marL="228600" indent="-228600">
              <a:buFont typeface="+mj-lt"/>
              <a:buAutoNum type="arabicPeriod" startAt="3"/>
            </a:pPr>
            <a:r>
              <a:rPr lang="es-419" sz="1100" dirty="0"/>
              <a:t>Presione </a:t>
            </a:r>
            <a:r>
              <a:rPr lang="es-419" sz="1100" b="1" dirty="0"/>
              <a:t>OK</a:t>
            </a:r>
            <a:r>
              <a:rPr lang="es-419" sz="1100" dirty="0"/>
              <a:t> para ver la lista delos estudiantes inscritos con sus calificaciones finales.</a:t>
            </a:r>
            <a:endParaRPr lang="es-ES_tradnl" sz="1100" dirty="0"/>
          </a:p>
        </p:txBody>
      </p:sp>
      <p:sp>
        <p:nvSpPr>
          <p:cNvPr id="9" name="CuadroTexto 8">
            <a:extLst>
              <a:ext uri="{FF2B5EF4-FFF2-40B4-BE49-F238E27FC236}">
                <a16:creationId xmlns:a16="http://schemas.microsoft.com/office/drawing/2014/main" id="{B741F5DE-F946-48B6-641A-5DA02C133D67}"/>
              </a:ext>
            </a:extLst>
          </p:cNvPr>
          <p:cNvSpPr txBox="1"/>
          <p:nvPr/>
        </p:nvSpPr>
        <p:spPr>
          <a:xfrm>
            <a:off x="10920432" y="1664264"/>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6" name="Rectángulo 15">
            <a:extLst>
              <a:ext uri="{FF2B5EF4-FFF2-40B4-BE49-F238E27FC236}">
                <a16:creationId xmlns:a16="http://schemas.microsoft.com/office/drawing/2014/main" id="{16C9EE49-024D-D10E-8A7A-214A8D8CCA19}"/>
              </a:ext>
            </a:extLst>
          </p:cNvPr>
          <p:cNvSpPr/>
          <p:nvPr/>
        </p:nvSpPr>
        <p:spPr>
          <a:xfrm>
            <a:off x="11337639" y="1664264"/>
            <a:ext cx="301753" cy="1959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B1E7E9A0-1EAE-F1A2-77FA-46C5B37C0734}"/>
              </a:ext>
            </a:extLst>
          </p:cNvPr>
          <p:cNvSpPr txBox="1"/>
          <p:nvPr/>
        </p:nvSpPr>
        <p:spPr>
          <a:xfrm>
            <a:off x="843341" y="1644808"/>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Tree>
    <p:extLst>
      <p:ext uri="{BB962C8B-B14F-4D97-AF65-F5344CB8AC3E}">
        <p14:creationId xmlns:p14="http://schemas.microsoft.com/office/powerpoint/2010/main" val="36877162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79739A9-CDCC-3C9B-61FC-DD84396BC71A}"/>
              </a:ext>
            </a:extLst>
          </p:cNvPr>
          <p:cNvPicPr>
            <a:picLocks noChangeAspect="1"/>
          </p:cNvPicPr>
          <p:nvPr/>
        </p:nvPicPr>
        <p:blipFill>
          <a:blip r:embed="rId3"/>
          <a:stretch>
            <a:fillRect/>
          </a:stretch>
        </p:blipFill>
        <p:spPr>
          <a:xfrm>
            <a:off x="803564" y="1175365"/>
            <a:ext cx="10843491" cy="5147406"/>
          </a:xfrm>
          <a:prstGeom prst="rect">
            <a:avLst/>
          </a:prstGeom>
        </p:spPr>
      </p:pic>
      <p:sp>
        <p:nvSpPr>
          <p:cNvPr id="3" name="Marcador de texto vertical 2">
            <a:extLst>
              <a:ext uri="{FF2B5EF4-FFF2-40B4-BE49-F238E27FC236}">
                <a16:creationId xmlns:a16="http://schemas.microsoft.com/office/drawing/2014/main" id="{2BC4B8CC-2D6B-9944-CB0A-4E96DD664C6A}"/>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94218" y="209274"/>
            <a:ext cx="10477497" cy="898555"/>
          </a:xfrm>
        </p:spPr>
        <p:txBody>
          <a:bodyPr/>
          <a:lstStyle/>
          <a:p>
            <a:r>
              <a:rPr lang="es-ES_tradnl" dirty="0"/>
              <a:t>Procesar cierre de calificaciones: </a:t>
            </a:r>
            <a:r>
              <a:rPr lang="es-CO" b="1" dirty="0"/>
              <a:t>Proceso por lista de clase</a:t>
            </a:r>
            <a:endParaRPr lang="es-ES_tradnl" b="1" dirty="0"/>
          </a:p>
        </p:txBody>
      </p:sp>
      <p:sp>
        <p:nvSpPr>
          <p:cNvPr id="6" name="Rectángulo: esquinas redondeadas 5">
            <a:extLst>
              <a:ext uri="{FF2B5EF4-FFF2-40B4-BE49-F238E27FC236}">
                <a16:creationId xmlns:a16="http://schemas.microsoft.com/office/drawing/2014/main" id="{2AFDC9F4-5E75-73C3-36D8-B3BBC2C88D8A}"/>
              </a:ext>
            </a:extLst>
          </p:cNvPr>
          <p:cNvSpPr/>
          <p:nvPr/>
        </p:nvSpPr>
        <p:spPr>
          <a:xfrm>
            <a:off x="2393005" y="4182896"/>
            <a:ext cx="6717737"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4"/>
            </a:pPr>
            <a:r>
              <a:rPr lang="es-ES_tradnl" sz="1100" dirty="0"/>
              <a:t>Verifique que los estudiantes tienen a </a:t>
            </a:r>
            <a:r>
              <a:rPr lang="es-ES_tradnl" sz="1100" b="1" dirty="0"/>
              <a:t>calificación final </a:t>
            </a:r>
            <a:r>
              <a:rPr lang="es-ES_tradnl" sz="1100" dirty="0"/>
              <a:t>cargada. </a:t>
            </a:r>
          </a:p>
          <a:p>
            <a:pPr marL="228600" indent="-228600">
              <a:buFont typeface="+mj-lt"/>
              <a:buAutoNum type="arabicPeriod" startAt="4"/>
            </a:pPr>
            <a:r>
              <a:rPr lang="es-ES_tradnl" sz="1100" dirty="0"/>
              <a:t>Presione el botón </a:t>
            </a:r>
            <a:r>
              <a:rPr lang="es-ES_tradnl" sz="1100" b="1" dirty="0"/>
              <a:t>Recomenzar</a:t>
            </a:r>
            <a:r>
              <a:rPr lang="es-ES_tradnl" sz="1100" dirty="0"/>
              <a:t>.</a:t>
            </a:r>
          </a:p>
        </p:txBody>
      </p:sp>
      <p:sp>
        <p:nvSpPr>
          <p:cNvPr id="9" name="CuadroTexto 8">
            <a:extLst>
              <a:ext uri="{FF2B5EF4-FFF2-40B4-BE49-F238E27FC236}">
                <a16:creationId xmlns:a16="http://schemas.microsoft.com/office/drawing/2014/main" id="{B741F5DE-F946-48B6-641A-5DA02C133D67}"/>
              </a:ext>
            </a:extLst>
          </p:cNvPr>
          <p:cNvSpPr txBox="1"/>
          <p:nvPr/>
        </p:nvSpPr>
        <p:spPr>
          <a:xfrm>
            <a:off x="3937530" y="2209899"/>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6" name="Rectángulo 15">
            <a:extLst>
              <a:ext uri="{FF2B5EF4-FFF2-40B4-BE49-F238E27FC236}">
                <a16:creationId xmlns:a16="http://schemas.microsoft.com/office/drawing/2014/main" id="{16C9EE49-024D-D10E-8A7A-214A8D8CCA19}"/>
              </a:ext>
            </a:extLst>
          </p:cNvPr>
          <p:cNvSpPr/>
          <p:nvPr/>
        </p:nvSpPr>
        <p:spPr>
          <a:xfrm>
            <a:off x="4282370" y="1960332"/>
            <a:ext cx="639417" cy="6322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FEE26985-CE0D-CD84-0159-7C28CEE7820B}"/>
              </a:ext>
            </a:extLst>
          </p:cNvPr>
          <p:cNvSpPr txBox="1"/>
          <p:nvPr/>
        </p:nvSpPr>
        <p:spPr>
          <a:xfrm>
            <a:off x="10781884" y="1650301"/>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1" name="Rectángulo 10">
            <a:extLst>
              <a:ext uri="{FF2B5EF4-FFF2-40B4-BE49-F238E27FC236}">
                <a16:creationId xmlns:a16="http://schemas.microsoft.com/office/drawing/2014/main" id="{8109DABC-ED5D-A8C7-59DB-3765BA4DEEB7}"/>
              </a:ext>
            </a:extLst>
          </p:cNvPr>
          <p:cNvSpPr/>
          <p:nvPr/>
        </p:nvSpPr>
        <p:spPr>
          <a:xfrm>
            <a:off x="11277600" y="1654636"/>
            <a:ext cx="369455" cy="2111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879042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4326F919-6EE0-884E-63AF-90D52C5120C0}"/>
              </a:ext>
            </a:extLst>
          </p:cNvPr>
          <p:cNvPicPr>
            <a:picLocks noChangeAspect="1"/>
          </p:cNvPicPr>
          <p:nvPr/>
        </p:nvPicPr>
        <p:blipFill>
          <a:blip r:embed="rId3"/>
          <a:stretch>
            <a:fillRect/>
          </a:stretch>
        </p:blipFill>
        <p:spPr>
          <a:xfrm>
            <a:off x="840509" y="1200728"/>
            <a:ext cx="10798883" cy="5095406"/>
          </a:xfrm>
          <a:prstGeom prst="rect">
            <a:avLst/>
          </a:prstGeom>
        </p:spPr>
      </p:pic>
      <p:sp>
        <p:nvSpPr>
          <p:cNvPr id="3" name="Marcador de texto vertical 2">
            <a:extLst>
              <a:ext uri="{FF2B5EF4-FFF2-40B4-BE49-F238E27FC236}">
                <a16:creationId xmlns:a16="http://schemas.microsoft.com/office/drawing/2014/main" id="{2BC4B8CC-2D6B-9944-CB0A-4E96DD664C6A}"/>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94218" y="209274"/>
            <a:ext cx="10477497" cy="898555"/>
          </a:xfrm>
        </p:spPr>
        <p:txBody>
          <a:bodyPr/>
          <a:lstStyle/>
          <a:p>
            <a:r>
              <a:rPr lang="es-ES_tradnl" dirty="0"/>
              <a:t>Procesar cierre de calificaciones: </a:t>
            </a:r>
            <a:r>
              <a:rPr lang="es-CO" b="1" dirty="0"/>
              <a:t>Proceso por lista de clase</a:t>
            </a:r>
            <a:endParaRPr lang="es-ES_tradnl" b="1" dirty="0"/>
          </a:p>
        </p:txBody>
      </p:sp>
      <p:sp>
        <p:nvSpPr>
          <p:cNvPr id="6" name="Rectángulo: esquinas redondeadas 5">
            <a:extLst>
              <a:ext uri="{FF2B5EF4-FFF2-40B4-BE49-F238E27FC236}">
                <a16:creationId xmlns:a16="http://schemas.microsoft.com/office/drawing/2014/main" id="{2AFDC9F4-5E75-73C3-36D8-B3BBC2C88D8A}"/>
              </a:ext>
            </a:extLst>
          </p:cNvPr>
          <p:cNvSpPr/>
          <p:nvPr/>
        </p:nvSpPr>
        <p:spPr>
          <a:xfrm>
            <a:off x="2393005" y="4182896"/>
            <a:ext cx="7461114"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6"/>
            </a:pPr>
            <a:r>
              <a:rPr lang="es-ES_tradnl" sz="1100" dirty="0"/>
              <a:t>Con el período y NRC a procesar, active la casilla “</a:t>
            </a:r>
            <a:r>
              <a:rPr lang="es-ES_tradnl" sz="1100" b="1" dirty="0"/>
              <a:t>Paso</a:t>
            </a:r>
            <a:r>
              <a:rPr lang="es-ES_tradnl" sz="1100" dirty="0"/>
              <a:t>” para realizar el proceso de cierre de calificaciones. </a:t>
            </a:r>
          </a:p>
          <a:p>
            <a:pPr marL="228600" indent="-228600">
              <a:buFont typeface="+mj-lt"/>
              <a:buAutoNum type="arabicPeriod" startAt="6"/>
            </a:pPr>
            <a:r>
              <a:rPr lang="es-ES_tradnl" sz="1100" dirty="0"/>
              <a:t>Presione el botón </a:t>
            </a:r>
            <a:r>
              <a:rPr lang="es-ES_tradnl" sz="1100" b="1" dirty="0"/>
              <a:t>Ir</a:t>
            </a:r>
            <a:r>
              <a:rPr lang="es-ES_tradnl" sz="1100" dirty="0"/>
              <a:t>.</a:t>
            </a:r>
          </a:p>
        </p:txBody>
      </p:sp>
      <p:sp>
        <p:nvSpPr>
          <p:cNvPr id="9" name="CuadroTexto 8">
            <a:extLst>
              <a:ext uri="{FF2B5EF4-FFF2-40B4-BE49-F238E27FC236}">
                <a16:creationId xmlns:a16="http://schemas.microsoft.com/office/drawing/2014/main" id="{B741F5DE-F946-48B6-641A-5DA02C133D67}"/>
              </a:ext>
            </a:extLst>
          </p:cNvPr>
          <p:cNvSpPr txBox="1"/>
          <p:nvPr/>
        </p:nvSpPr>
        <p:spPr>
          <a:xfrm>
            <a:off x="1858128" y="1847221"/>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6" name="Rectángulo 15">
            <a:extLst>
              <a:ext uri="{FF2B5EF4-FFF2-40B4-BE49-F238E27FC236}">
                <a16:creationId xmlns:a16="http://schemas.microsoft.com/office/drawing/2014/main" id="{16C9EE49-024D-D10E-8A7A-214A8D8CCA19}"/>
              </a:ext>
            </a:extLst>
          </p:cNvPr>
          <p:cNvSpPr/>
          <p:nvPr/>
        </p:nvSpPr>
        <p:spPr>
          <a:xfrm>
            <a:off x="1250152" y="1789074"/>
            <a:ext cx="403157" cy="2301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FEE26985-CE0D-CD84-0159-7C28CEE7820B}"/>
              </a:ext>
            </a:extLst>
          </p:cNvPr>
          <p:cNvSpPr txBox="1"/>
          <p:nvPr/>
        </p:nvSpPr>
        <p:spPr>
          <a:xfrm>
            <a:off x="10825350" y="1680055"/>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8" name="Flecha: hacia la izquierda 7">
            <a:extLst>
              <a:ext uri="{FF2B5EF4-FFF2-40B4-BE49-F238E27FC236}">
                <a16:creationId xmlns:a16="http://schemas.microsoft.com/office/drawing/2014/main" id="{5E1E2D9B-A113-5332-7B7C-03AA8E86F1D9}"/>
              </a:ext>
            </a:extLst>
          </p:cNvPr>
          <p:cNvSpPr/>
          <p:nvPr/>
        </p:nvSpPr>
        <p:spPr>
          <a:xfrm rot="10800000">
            <a:off x="10428560" y="1376786"/>
            <a:ext cx="146304" cy="45720"/>
          </a:xfrm>
          <a:prstGeom prst="leftArrow">
            <a:avLst/>
          </a:prstGeom>
          <a:solidFill>
            <a:srgbClr val="33CCCC"/>
          </a:solidFill>
          <a:ln>
            <a:solidFill>
              <a:srgbClr val="0CB4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10">
            <a:extLst>
              <a:ext uri="{FF2B5EF4-FFF2-40B4-BE49-F238E27FC236}">
                <a16:creationId xmlns:a16="http://schemas.microsoft.com/office/drawing/2014/main" id="{8109DABC-ED5D-A8C7-59DB-3765BA4DEEB7}"/>
              </a:ext>
            </a:extLst>
          </p:cNvPr>
          <p:cNvSpPr/>
          <p:nvPr/>
        </p:nvSpPr>
        <p:spPr>
          <a:xfrm>
            <a:off x="11331922" y="1688725"/>
            <a:ext cx="301753"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458614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24731FA-D8CE-D64E-2D07-0B07D299AC57}"/>
              </a:ext>
            </a:extLst>
          </p:cNvPr>
          <p:cNvPicPr>
            <a:picLocks noChangeAspect="1"/>
          </p:cNvPicPr>
          <p:nvPr/>
        </p:nvPicPr>
        <p:blipFill>
          <a:blip r:embed="rId3"/>
          <a:stretch>
            <a:fillRect/>
          </a:stretch>
        </p:blipFill>
        <p:spPr>
          <a:xfrm>
            <a:off x="994218" y="1107829"/>
            <a:ext cx="10908146" cy="5177521"/>
          </a:xfrm>
          <a:prstGeom prst="rect">
            <a:avLst/>
          </a:prstGeom>
        </p:spPr>
      </p:pic>
      <p:sp>
        <p:nvSpPr>
          <p:cNvPr id="3" name="Marcador de texto vertical 2">
            <a:extLst>
              <a:ext uri="{FF2B5EF4-FFF2-40B4-BE49-F238E27FC236}">
                <a16:creationId xmlns:a16="http://schemas.microsoft.com/office/drawing/2014/main" id="{2BC4B8CC-2D6B-9944-CB0A-4E96DD664C6A}"/>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94218" y="209274"/>
            <a:ext cx="10477497" cy="898555"/>
          </a:xfrm>
        </p:spPr>
        <p:txBody>
          <a:bodyPr/>
          <a:lstStyle/>
          <a:p>
            <a:r>
              <a:rPr lang="es-ES_tradnl" dirty="0"/>
              <a:t>Procesar cierre de calificaciones: </a:t>
            </a:r>
            <a:r>
              <a:rPr lang="es-CO" b="1" dirty="0"/>
              <a:t>Proceso por lista de clase</a:t>
            </a:r>
            <a:endParaRPr lang="es-ES_tradnl" b="1" dirty="0"/>
          </a:p>
        </p:txBody>
      </p:sp>
      <p:sp>
        <p:nvSpPr>
          <p:cNvPr id="6" name="Rectángulo: esquinas redondeadas 5">
            <a:extLst>
              <a:ext uri="{FF2B5EF4-FFF2-40B4-BE49-F238E27FC236}">
                <a16:creationId xmlns:a16="http://schemas.microsoft.com/office/drawing/2014/main" id="{2AFDC9F4-5E75-73C3-36D8-B3BBC2C88D8A}"/>
              </a:ext>
            </a:extLst>
          </p:cNvPr>
          <p:cNvSpPr/>
          <p:nvPr/>
        </p:nvSpPr>
        <p:spPr>
          <a:xfrm>
            <a:off x="2502409" y="4280172"/>
            <a:ext cx="7461114"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8"/>
            </a:pPr>
            <a:r>
              <a:rPr lang="es-ES_tradnl" sz="1100" dirty="0"/>
              <a:t>Presione el botón </a:t>
            </a:r>
            <a:r>
              <a:rPr lang="es-ES_tradnl" sz="1100" b="1" dirty="0"/>
              <a:t>Guardar</a:t>
            </a:r>
            <a:r>
              <a:rPr lang="es-ES_tradnl" sz="1100" dirty="0"/>
              <a:t> para correr el proceso de paso a historia académica. </a:t>
            </a:r>
          </a:p>
          <a:p>
            <a:pPr algn="ctr"/>
            <a:r>
              <a:rPr lang="es-ES_tradnl" sz="1100" dirty="0"/>
              <a:t>Toda vez ejecutado el proceso, la casilla </a:t>
            </a:r>
            <a:r>
              <a:rPr lang="es-ES_tradnl" sz="1100" b="1" dirty="0"/>
              <a:t>Pasada</a:t>
            </a:r>
            <a:r>
              <a:rPr lang="es-ES_tradnl" sz="1100" dirty="0"/>
              <a:t> se activará para aquellas calificaciones que pasaron a historia académica.</a:t>
            </a:r>
          </a:p>
        </p:txBody>
      </p:sp>
      <p:sp>
        <p:nvSpPr>
          <p:cNvPr id="9" name="CuadroTexto 8">
            <a:extLst>
              <a:ext uri="{FF2B5EF4-FFF2-40B4-BE49-F238E27FC236}">
                <a16:creationId xmlns:a16="http://schemas.microsoft.com/office/drawing/2014/main" id="{B741F5DE-F946-48B6-641A-5DA02C133D67}"/>
              </a:ext>
            </a:extLst>
          </p:cNvPr>
          <p:cNvSpPr txBox="1"/>
          <p:nvPr/>
        </p:nvSpPr>
        <p:spPr>
          <a:xfrm>
            <a:off x="11485763" y="5642449"/>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16" name="Rectángulo 15">
            <a:extLst>
              <a:ext uri="{FF2B5EF4-FFF2-40B4-BE49-F238E27FC236}">
                <a16:creationId xmlns:a16="http://schemas.microsoft.com/office/drawing/2014/main" id="{16C9EE49-024D-D10E-8A7A-214A8D8CCA19}"/>
              </a:ext>
            </a:extLst>
          </p:cNvPr>
          <p:cNvSpPr/>
          <p:nvPr/>
        </p:nvSpPr>
        <p:spPr>
          <a:xfrm>
            <a:off x="11422209" y="5986518"/>
            <a:ext cx="552212" cy="2981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Rectángulo 10">
            <a:extLst>
              <a:ext uri="{FF2B5EF4-FFF2-40B4-BE49-F238E27FC236}">
                <a16:creationId xmlns:a16="http://schemas.microsoft.com/office/drawing/2014/main" id="{8109DABC-ED5D-A8C7-59DB-3765BA4DEEB7}"/>
              </a:ext>
            </a:extLst>
          </p:cNvPr>
          <p:cNvSpPr/>
          <p:nvPr/>
        </p:nvSpPr>
        <p:spPr>
          <a:xfrm>
            <a:off x="8017164" y="1899448"/>
            <a:ext cx="356484" cy="67838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9069908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D719CA05-9083-A3ED-06EA-7359CC176656}"/>
              </a:ext>
            </a:extLst>
          </p:cNvPr>
          <p:cNvSpPr>
            <a:spLocks noGrp="1"/>
          </p:cNvSpPr>
          <p:nvPr>
            <p:ph type="body" orient="vert" sz="quarter" idx="10"/>
          </p:nvPr>
        </p:nvSpPr>
        <p:spPr/>
        <p:txBody>
          <a:bodyPr/>
          <a:lstStyle/>
          <a:p>
            <a:r>
              <a:rPr lang="es-CO" sz="1200" dirty="0"/>
              <a:t>Ejecutar procesos de cierre de periodo académico</a:t>
            </a:r>
            <a:endParaRPr lang="es-419" dirty="0"/>
          </a:p>
        </p:txBody>
      </p:sp>
      <p:sp>
        <p:nvSpPr>
          <p:cNvPr id="2" name="Title 1"/>
          <p:cNvSpPr>
            <a:spLocks noGrp="1"/>
          </p:cNvSpPr>
          <p:nvPr>
            <p:ph type="title"/>
          </p:nvPr>
        </p:nvSpPr>
        <p:spPr/>
        <p:txBody>
          <a:bodyPr/>
          <a:lstStyle/>
          <a:p>
            <a:r>
              <a:rPr lang="es-ES_tradnl" dirty="0"/>
              <a:t>Evaluar avance curricular de los alumnos</a:t>
            </a:r>
          </a:p>
        </p:txBody>
      </p:sp>
      <p:sp>
        <p:nvSpPr>
          <p:cNvPr id="5" name="Marcador de texto 4">
            <a:extLst>
              <a:ext uri="{FF2B5EF4-FFF2-40B4-BE49-F238E27FC236}">
                <a16:creationId xmlns:a16="http://schemas.microsoft.com/office/drawing/2014/main" id="{B4EBD68D-9719-0BB9-D755-67B8742A731C}"/>
              </a:ext>
            </a:extLst>
          </p:cNvPr>
          <p:cNvSpPr>
            <a:spLocks noGrp="1"/>
          </p:cNvSpPr>
          <p:nvPr>
            <p:ph type="body" sz="quarter" idx="18"/>
          </p:nvPr>
        </p:nvSpPr>
        <p:spPr/>
        <p:txBody>
          <a:bodyPr/>
          <a:lstStyle/>
          <a:p>
            <a:r>
              <a:rPr lang="es-ES" dirty="0"/>
              <a:t>Verificando el cumplimiento de la malla curricular</a:t>
            </a:r>
            <a:endParaRPr lang="es-ES_tradnl" dirty="0"/>
          </a:p>
          <a:p>
            <a:endParaRPr lang="es-419" dirty="0"/>
          </a:p>
        </p:txBody>
      </p:sp>
    </p:spTree>
    <p:extLst>
      <p:ext uri="{BB962C8B-B14F-4D97-AF65-F5344CB8AC3E}">
        <p14:creationId xmlns:p14="http://schemas.microsoft.com/office/powerpoint/2010/main" val="2484261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D719CA05-9083-A3ED-06EA-7359CC176656}"/>
              </a:ext>
            </a:extLst>
          </p:cNvPr>
          <p:cNvSpPr>
            <a:spLocks noGrp="1"/>
          </p:cNvSpPr>
          <p:nvPr>
            <p:ph type="body" orient="vert" sz="quarter" idx="10"/>
          </p:nvPr>
        </p:nvSpPr>
        <p:spPr/>
        <p:txBody>
          <a:bodyPr/>
          <a:lstStyle/>
          <a:p>
            <a:r>
              <a:rPr lang="es-CO" sz="1200" dirty="0"/>
              <a:t>Ejecutar procesos de cierre de periodo académico</a:t>
            </a:r>
            <a:endParaRPr lang="es-419" dirty="0"/>
          </a:p>
        </p:txBody>
      </p:sp>
      <p:sp>
        <p:nvSpPr>
          <p:cNvPr id="2" name="Title 1"/>
          <p:cNvSpPr>
            <a:spLocks noGrp="1"/>
          </p:cNvSpPr>
          <p:nvPr>
            <p:ph type="title"/>
          </p:nvPr>
        </p:nvSpPr>
        <p:spPr/>
        <p:txBody>
          <a:bodyPr/>
          <a:lstStyle/>
          <a:p>
            <a:r>
              <a:rPr lang="es-CO" dirty="0"/>
              <a:t>Proceso masivo</a:t>
            </a:r>
            <a:endParaRPr lang="es-ES_tradnl" dirty="0"/>
          </a:p>
        </p:txBody>
      </p:sp>
      <p:sp>
        <p:nvSpPr>
          <p:cNvPr id="5" name="Marcador de texto 4">
            <a:extLst>
              <a:ext uri="{FF2B5EF4-FFF2-40B4-BE49-F238E27FC236}">
                <a16:creationId xmlns:a16="http://schemas.microsoft.com/office/drawing/2014/main" id="{B4EBD68D-9719-0BB9-D755-67B8742A731C}"/>
              </a:ext>
            </a:extLst>
          </p:cNvPr>
          <p:cNvSpPr>
            <a:spLocks noGrp="1"/>
          </p:cNvSpPr>
          <p:nvPr>
            <p:ph type="body" sz="quarter" idx="18"/>
          </p:nvPr>
        </p:nvSpPr>
        <p:spPr/>
        <p:txBody>
          <a:bodyPr/>
          <a:lstStyle/>
          <a:p>
            <a:r>
              <a:rPr lang="es-CO" sz="1800" dirty="0"/>
              <a:t>SMRBCMP</a:t>
            </a:r>
            <a:endParaRPr lang="es-419" dirty="0"/>
          </a:p>
          <a:p>
            <a:endParaRPr lang="es-419" dirty="0"/>
          </a:p>
        </p:txBody>
      </p:sp>
    </p:spTree>
    <p:extLst>
      <p:ext uri="{BB962C8B-B14F-4D97-AF65-F5344CB8AC3E}">
        <p14:creationId xmlns:p14="http://schemas.microsoft.com/office/powerpoint/2010/main" val="1112956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ACCD343-6236-5611-4BE3-ADCAB3C30EDB}"/>
              </a:ext>
            </a:extLst>
          </p:cNvPr>
          <p:cNvPicPr>
            <a:picLocks noChangeAspect="1"/>
          </p:cNvPicPr>
          <p:nvPr/>
        </p:nvPicPr>
        <p:blipFill>
          <a:blip r:embed="rId3"/>
          <a:stretch>
            <a:fillRect/>
          </a:stretch>
        </p:blipFill>
        <p:spPr>
          <a:xfrm>
            <a:off x="836215" y="1010595"/>
            <a:ext cx="10519569" cy="4982376"/>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7" name="CuadroTexto 6">
            <a:extLst>
              <a:ext uri="{FF2B5EF4-FFF2-40B4-BE49-F238E27FC236}">
                <a16:creationId xmlns:a16="http://schemas.microsoft.com/office/drawing/2014/main" id="{254F5290-414B-6449-7FE5-88581FBE6F07}"/>
              </a:ext>
            </a:extLst>
          </p:cNvPr>
          <p:cNvSpPr txBox="1"/>
          <p:nvPr/>
        </p:nvSpPr>
        <p:spPr>
          <a:xfrm>
            <a:off x="718852" y="1500483"/>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9" name="CuadroTexto 8">
            <a:extLst>
              <a:ext uri="{FF2B5EF4-FFF2-40B4-BE49-F238E27FC236}">
                <a16:creationId xmlns:a16="http://schemas.microsoft.com/office/drawing/2014/main" id="{32F6AF55-5F22-AE5B-4E1C-0B9EBF48DC9F}"/>
              </a:ext>
            </a:extLst>
          </p:cNvPr>
          <p:cNvSpPr txBox="1"/>
          <p:nvPr/>
        </p:nvSpPr>
        <p:spPr>
          <a:xfrm>
            <a:off x="10593869" y="1500483"/>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5" name="Rectángulo 14">
            <a:extLst>
              <a:ext uri="{FF2B5EF4-FFF2-40B4-BE49-F238E27FC236}">
                <a16:creationId xmlns:a16="http://schemas.microsoft.com/office/drawing/2014/main" id="{CCC08860-AF5C-7E3C-3ADB-E77048755066}"/>
              </a:ext>
            </a:extLst>
          </p:cNvPr>
          <p:cNvSpPr/>
          <p:nvPr/>
        </p:nvSpPr>
        <p:spPr>
          <a:xfrm>
            <a:off x="1128955" y="1478929"/>
            <a:ext cx="1726262" cy="1959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15">
            <a:extLst>
              <a:ext uri="{FF2B5EF4-FFF2-40B4-BE49-F238E27FC236}">
                <a16:creationId xmlns:a16="http://schemas.microsoft.com/office/drawing/2014/main" id="{902A3B5D-7801-7346-4641-8336DE9E2423}"/>
              </a:ext>
            </a:extLst>
          </p:cNvPr>
          <p:cNvSpPr/>
          <p:nvPr/>
        </p:nvSpPr>
        <p:spPr>
          <a:xfrm>
            <a:off x="10956331" y="1478929"/>
            <a:ext cx="399453" cy="1912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Rectángulo: esquinas redondeadas 16">
            <a:extLst>
              <a:ext uri="{FF2B5EF4-FFF2-40B4-BE49-F238E27FC236}">
                <a16:creationId xmlns:a16="http://schemas.microsoft.com/office/drawing/2014/main" id="{A8FEDCEA-35CF-433B-770D-82610F7C88EB}"/>
              </a:ext>
            </a:extLst>
          </p:cNvPr>
          <p:cNvSpPr/>
          <p:nvPr/>
        </p:nvSpPr>
        <p:spPr>
          <a:xfrm>
            <a:off x="3268494" y="3414411"/>
            <a:ext cx="6717737" cy="63229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Ingrese al proceso </a:t>
            </a:r>
            <a:r>
              <a:rPr lang="es-ES_tradnl" sz="1100" b="1" dirty="0"/>
              <a:t>SMRBCMP</a:t>
            </a:r>
            <a:r>
              <a:rPr lang="es-ES_tradnl" sz="1100" dirty="0"/>
              <a:t> desde la página GJAPCTL.</a:t>
            </a:r>
          </a:p>
          <a:p>
            <a:pPr marL="228600" indent="-228600">
              <a:buFont typeface="+mj-lt"/>
              <a:buAutoNum type="arabicPeriod"/>
            </a:pPr>
            <a:r>
              <a:rPr lang="es-ES_tradnl" sz="1100" dirty="0"/>
              <a:t>Presione el botón </a:t>
            </a:r>
            <a:r>
              <a:rPr lang="es-ES_tradnl" sz="1100" b="1" dirty="0"/>
              <a:t>Ir</a:t>
            </a:r>
            <a:r>
              <a:rPr lang="es-CO" sz="1100" dirty="0"/>
              <a:t>.</a:t>
            </a:r>
            <a:endParaRPr lang="es-ES_tradnl" sz="1100" dirty="0"/>
          </a:p>
        </p:txBody>
      </p:sp>
    </p:spTree>
    <p:extLst>
      <p:ext uri="{BB962C8B-B14F-4D97-AF65-F5344CB8AC3E}">
        <p14:creationId xmlns:p14="http://schemas.microsoft.com/office/powerpoint/2010/main" val="5843675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A011996-DF7A-8438-438D-8DB3D51FA065}"/>
              </a:ext>
            </a:extLst>
          </p:cNvPr>
          <p:cNvPicPr>
            <a:picLocks noChangeAspect="1"/>
          </p:cNvPicPr>
          <p:nvPr/>
        </p:nvPicPr>
        <p:blipFill>
          <a:blip r:embed="rId3"/>
          <a:stretch>
            <a:fillRect/>
          </a:stretch>
        </p:blipFill>
        <p:spPr>
          <a:xfrm>
            <a:off x="775507" y="1221741"/>
            <a:ext cx="10763890" cy="5089814"/>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5" name="Rectángulo: esquinas redondeadas 4">
            <a:extLst>
              <a:ext uri="{FF2B5EF4-FFF2-40B4-BE49-F238E27FC236}">
                <a16:creationId xmlns:a16="http://schemas.microsoft.com/office/drawing/2014/main" id="{44B12313-8829-E712-505D-2DE8073967C1}"/>
              </a:ext>
            </a:extLst>
          </p:cNvPr>
          <p:cNvSpPr/>
          <p:nvPr/>
        </p:nvSpPr>
        <p:spPr>
          <a:xfrm>
            <a:off x="3818120" y="5140351"/>
            <a:ext cx="6673174" cy="85804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ES_tradnl" sz="1100" dirty="0"/>
              <a:t>Defina la impresora como </a:t>
            </a:r>
            <a:r>
              <a:rPr lang="es-ES_tradnl" sz="1100" b="1" dirty="0"/>
              <a:t>DATABASE</a:t>
            </a:r>
          </a:p>
          <a:p>
            <a:pPr marL="228600" indent="-228600">
              <a:buFont typeface="+mj-lt"/>
              <a:buAutoNum type="arabicPeriod" startAt="3"/>
            </a:pPr>
            <a:r>
              <a:rPr lang="es-ES_tradnl" sz="1100" dirty="0"/>
              <a:t>Pase al siguiente bloque.</a:t>
            </a:r>
          </a:p>
          <a:p>
            <a:pPr marL="228600" indent="-228600">
              <a:buFont typeface="+mj-lt"/>
              <a:buAutoNum type="arabicPeriod" startAt="3"/>
            </a:pPr>
            <a:r>
              <a:rPr lang="es-CO" sz="1100" dirty="0"/>
              <a:t>Ingrese los parámetros del proceso, según la tabla que se presenta en la siguiente diapositiva. </a:t>
            </a:r>
          </a:p>
          <a:p>
            <a:r>
              <a:rPr lang="es-CO" sz="1100" dirty="0"/>
              <a:t>Inicialmente se muestras solo 10 parámetros, amplíe los registros por página para ver todos los que se solicitan.</a:t>
            </a:r>
            <a:endParaRPr lang="es-ES_tradnl" sz="1100" dirty="0"/>
          </a:p>
        </p:txBody>
      </p:sp>
      <p:sp>
        <p:nvSpPr>
          <p:cNvPr id="11" name="CuadroTexto 10">
            <a:extLst>
              <a:ext uri="{FF2B5EF4-FFF2-40B4-BE49-F238E27FC236}">
                <a16:creationId xmlns:a16="http://schemas.microsoft.com/office/drawing/2014/main" id="{B69EDEE6-F1E6-A533-6BF9-37D623AB1B97}"/>
              </a:ext>
            </a:extLst>
          </p:cNvPr>
          <p:cNvSpPr txBox="1"/>
          <p:nvPr/>
        </p:nvSpPr>
        <p:spPr>
          <a:xfrm>
            <a:off x="696637" y="1975073"/>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14" name="CuadroTexto 13">
            <a:extLst>
              <a:ext uri="{FF2B5EF4-FFF2-40B4-BE49-F238E27FC236}">
                <a16:creationId xmlns:a16="http://schemas.microsoft.com/office/drawing/2014/main" id="{2D240495-EB9C-A8CE-E628-6FEAD8C4F498}"/>
              </a:ext>
            </a:extLst>
          </p:cNvPr>
          <p:cNvSpPr txBox="1"/>
          <p:nvPr/>
        </p:nvSpPr>
        <p:spPr>
          <a:xfrm>
            <a:off x="960744" y="5636259"/>
            <a:ext cx="301753" cy="215444"/>
          </a:xfrm>
          <a:prstGeom prst="rect">
            <a:avLst/>
          </a:prstGeom>
          <a:solidFill>
            <a:schemeClr val="accent1"/>
          </a:solidFill>
        </p:spPr>
        <p:txBody>
          <a:bodyPr wrap="square" rtlCol="0">
            <a:spAutoFit/>
          </a:bodyPr>
          <a:lstStyle/>
          <a:p>
            <a:r>
              <a:rPr lang="en-US" sz="800" b="1" dirty="0">
                <a:solidFill>
                  <a:schemeClr val="bg1"/>
                </a:solidFill>
              </a:rPr>
              <a:t>4</a:t>
            </a:r>
          </a:p>
        </p:txBody>
      </p:sp>
      <p:sp>
        <p:nvSpPr>
          <p:cNvPr id="19" name="Rectángulo 18">
            <a:extLst>
              <a:ext uri="{FF2B5EF4-FFF2-40B4-BE49-F238E27FC236}">
                <a16:creationId xmlns:a16="http://schemas.microsoft.com/office/drawing/2014/main" id="{60D2FC56-F1F7-0446-BDC2-577926F3E385}"/>
              </a:ext>
            </a:extLst>
          </p:cNvPr>
          <p:cNvSpPr/>
          <p:nvPr/>
        </p:nvSpPr>
        <p:spPr>
          <a:xfrm>
            <a:off x="1111621" y="1995734"/>
            <a:ext cx="2067439" cy="2154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Rectángulo 19">
            <a:extLst>
              <a:ext uri="{FF2B5EF4-FFF2-40B4-BE49-F238E27FC236}">
                <a16:creationId xmlns:a16="http://schemas.microsoft.com/office/drawing/2014/main" id="{D75FA82C-3467-09FD-3217-548062B52DC7}"/>
              </a:ext>
            </a:extLst>
          </p:cNvPr>
          <p:cNvSpPr/>
          <p:nvPr/>
        </p:nvSpPr>
        <p:spPr>
          <a:xfrm>
            <a:off x="998390" y="6074205"/>
            <a:ext cx="294291" cy="1959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Rectángulo 20">
            <a:extLst>
              <a:ext uri="{FF2B5EF4-FFF2-40B4-BE49-F238E27FC236}">
                <a16:creationId xmlns:a16="http://schemas.microsoft.com/office/drawing/2014/main" id="{2572ABF7-56BE-6206-47B9-1BA93A26D17F}"/>
              </a:ext>
            </a:extLst>
          </p:cNvPr>
          <p:cNvSpPr/>
          <p:nvPr/>
        </p:nvSpPr>
        <p:spPr>
          <a:xfrm>
            <a:off x="757481" y="2764901"/>
            <a:ext cx="10840526" cy="20622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CuadroTexto 21">
            <a:extLst>
              <a:ext uri="{FF2B5EF4-FFF2-40B4-BE49-F238E27FC236}">
                <a16:creationId xmlns:a16="http://schemas.microsoft.com/office/drawing/2014/main" id="{C4738C66-4F84-7651-3672-1A17D8C61EAF}"/>
              </a:ext>
            </a:extLst>
          </p:cNvPr>
          <p:cNvSpPr txBox="1"/>
          <p:nvPr/>
        </p:nvSpPr>
        <p:spPr>
          <a:xfrm>
            <a:off x="2477967" y="2416618"/>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3223993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Evaluar avance curricular de los alumnos</a:t>
            </a:r>
            <a:endParaRPr lang="es-ES_tradnl" b="1" dirty="0"/>
          </a:p>
        </p:txBody>
      </p:sp>
      <p:graphicFrame>
        <p:nvGraphicFramePr>
          <p:cNvPr id="3" name="Marcador de contenido 3">
            <a:extLst>
              <a:ext uri="{FF2B5EF4-FFF2-40B4-BE49-F238E27FC236}">
                <a16:creationId xmlns:a16="http://schemas.microsoft.com/office/drawing/2014/main" id="{2E96015D-1CEB-6CC4-3EE0-9E8BBA314906}"/>
              </a:ext>
            </a:extLst>
          </p:cNvPr>
          <p:cNvGraphicFramePr>
            <a:graphicFrameLocks/>
          </p:cNvGraphicFramePr>
          <p:nvPr>
            <p:extLst>
              <p:ext uri="{D42A27DB-BD31-4B8C-83A1-F6EECF244321}">
                <p14:modId xmlns:p14="http://schemas.microsoft.com/office/powerpoint/2010/main" val="469797341"/>
              </p:ext>
            </p:extLst>
          </p:nvPr>
        </p:nvGraphicFramePr>
        <p:xfrm>
          <a:off x="973561" y="933205"/>
          <a:ext cx="10748268" cy="5132340"/>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gn="ctr">
                        <a:lnSpc>
                          <a:spcPct val="115000"/>
                        </a:lnSpc>
                        <a:spcBef>
                          <a:spcPts val="0"/>
                        </a:spcBef>
                        <a:spcAft>
                          <a:spcPts val="0"/>
                        </a:spcAft>
                      </a:pPr>
                      <a:r>
                        <a:rPr lang="es-419" sz="1100" dirty="0">
                          <a:solidFill>
                            <a:schemeClr val="bg1"/>
                          </a:solidFill>
                          <a:effectLst/>
                        </a:rPr>
                        <a:t>Número</a:t>
                      </a:r>
                      <a:endParaRPr lang="es-CO" sz="11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ctr">
                        <a:spcBef>
                          <a:spcPts val="0"/>
                        </a:spcBef>
                        <a:spcAft>
                          <a:spcPts val="0"/>
                        </a:spcAft>
                      </a:pPr>
                      <a:r>
                        <a:rPr lang="es-419" sz="1100" dirty="0">
                          <a:solidFill>
                            <a:schemeClr val="bg1"/>
                          </a:solidFill>
                          <a:effectLst/>
                        </a:rPr>
                        <a:t>Parámetro</a:t>
                      </a:r>
                      <a:endParaRPr lang="es-CO" sz="11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100" dirty="0">
                          <a:solidFill>
                            <a:schemeClr val="bg1"/>
                          </a:solidFill>
                          <a:effectLst/>
                        </a:rPr>
                        <a:t>Valores</a:t>
                      </a:r>
                      <a:endParaRPr lang="es-CO" sz="11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100" dirty="0">
                          <a:solidFill>
                            <a:schemeClr val="bg1"/>
                          </a:solidFill>
                          <a:effectLst/>
                        </a:rPr>
                        <a:t>Requerido / Opcional</a:t>
                      </a:r>
                      <a:endParaRPr lang="es-CO" sz="11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64739">
                <a:tc>
                  <a:txBody>
                    <a:bodyPr/>
                    <a:lstStyle/>
                    <a:p>
                      <a:pPr marL="0" marR="0" algn="l">
                        <a:lnSpc>
                          <a:spcPct val="115000"/>
                        </a:lnSpc>
                        <a:spcBef>
                          <a:spcPts val="0"/>
                        </a:spcBef>
                        <a:spcAft>
                          <a:spcPts val="0"/>
                        </a:spcAft>
                      </a:pPr>
                      <a:r>
                        <a:rPr lang="es-419" sz="1100" dirty="0">
                          <a:solidFill>
                            <a:schemeClr val="tx1"/>
                          </a:solidFill>
                          <a:effectLst/>
                          <a:latin typeface="+mn-lt"/>
                        </a:rPr>
                        <a:t>01</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rPr>
                        <a:t>Periodo a procesar</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Ingrese el período para el cual desea correr el proceso de verificación de cumplimiento de los estudiantes.</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rPr>
                        <a:t>R</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57562266"/>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02</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Modo de ejecución</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Arial" panose="020B0604020202020204" pitchFamily="34" charset="0"/>
                        </a:rPr>
                        <a:t>Ingrese la letra </a:t>
                      </a:r>
                      <a:r>
                        <a:rPr lang="es-419" sz="1100" b="1" dirty="0">
                          <a:solidFill>
                            <a:schemeClr val="tx1"/>
                          </a:solidFill>
                          <a:effectLst/>
                          <a:latin typeface="+mn-lt"/>
                          <a:cs typeface="Arial" panose="020B0604020202020204" pitchFamily="34" charset="0"/>
                        </a:rPr>
                        <a:t>P</a:t>
                      </a:r>
                      <a:r>
                        <a:rPr lang="es-419" sz="1100" dirty="0">
                          <a:solidFill>
                            <a:schemeClr val="tx1"/>
                          </a:solidFill>
                          <a:effectLst/>
                          <a:latin typeface="+mn-lt"/>
                          <a:cs typeface="Arial" panose="020B0604020202020204" pitchFamily="34" charset="0"/>
                        </a:rPr>
                        <a:t> para que el proceso se ejecute en modo población, C para modo complicación (correr solicitudes individuales pendientes) o H para solo impresión.</a:t>
                      </a:r>
                      <a:endParaRPr lang="es-CO" sz="1100" dirty="0">
                        <a:solidFill>
                          <a:schemeClr val="tx1"/>
                        </a:solidFill>
                        <a:effectLst/>
                        <a:latin typeface="+mn-lt"/>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Arial" panose="020B0604020202020204" pitchFamily="34" charset="0"/>
                        </a:rPr>
                        <a:t>R</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509454192"/>
                  </a:ext>
                </a:extLst>
              </a:tr>
              <a:tr h="578068">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03</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Código de aplicación</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Ingrese el código STUDENT.</a:t>
                      </a:r>
                    </a:p>
                    <a:p>
                      <a:pPr marL="0" marR="0" lvl="0" indent="0" algn="l" defTabSz="914400" rtl="0" eaLnBrk="1" fontAlgn="auto" latinLnBrk="0" hangingPunct="1">
                        <a:lnSpc>
                          <a:spcPct val="115000"/>
                        </a:lnSpc>
                        <a:spcBef>
                          <a:spcPts val="0"/>
                        </a:spcBef>
                        <a:spcAft>
                          <a:spcPts val="0"/>
                        </a:spcAft>
                        <a:buClrTx/>
                        <a:buSzTx/>
                        <a:buFontTx/>
                        <a:buNone/>
                        <a:tabLst/>
                        <a:defRPr/>
                      </a:pPr>
                      <a:r>
                        <a:rPr lang="es-419" sz="1100" dirty="0">
                          <a:solidFill>
                            <a:schemeClr val="tx1"/>
                          </a:solidFill>
                          <a:effectLst/>
                          <a:latin typeface="+mn-lt"/>
                          <a:ea typeface="MS PGothic" panose="020B0600070205080204" pitchFamily="34" charset="-128"/>
                          <a:cs typeface="Arial" panose="020B0604020202020204" pitchFamily="34" charset="0"/>
                        </a:rPr>
                        <a:t>Es obligatorio si en el parámetro 02 se definió el modo P.</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956190754"/>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04</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a:solidFill>
                            <a:schemeClr val="tx1"/>
                          </a:solidFill>
                          <a:effectLst/>
                          <a:latin typeface="+mn-lt"/>
                          <a:ea typeface="MS PGothic" panose="020B0600070205080204" pitchFamily="34" charset="-128"/>
                          <a:cs typeface="Arial" panose="020B0604020202020204" pitchFamily="34" charset="0"/>
                        </a:rPr>
                        <a:t>Identificador de selección</a:t>
                      </a:r>
                      <a:endParaRPr lang="es-CO" sz="110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Ingrese el código de la selección de población a la que va a correr la verificación de cumplimiento (CAPP). </a:t>
                      </a:r>
                    </a:p>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Es obligatorio si en el parámetro 02 se definió el modo P.</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700244662"/>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05</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ID de creador</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Ingrese el nombre del usuario que creó la población. </a:t>
                      </a:r>
                    </a:p>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E</a:t>
                      </a:r>
                      <a:r>
                        <a:rPr lang="es-CO" sz="1100" dirty="0">
                          <a:solidFill>
                            <a:schemeClr val="tx1"/>
                          </a:solidFill>
                          <a:effectLst/>
                          <a:latin typeface="+mn-lt"/>
                          <a:ea typeface="MS PGothic" panose="020B0600070205080204" pitchFamily="34" charset="-128"/>
                          <a:cs typeface="Arial" panose="020B0604020202020204" pitchFamily="34" charset="0"/>
                        </a:rPr>
                        <a:t>s obligatorio si en el parámetro 02 se definió el modo P.</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990127115"/>
                  </a:ext>
                </a:extLst>
              </a:tr>
              <a:tr h="264739">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06</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ID usuario</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Ingrese el ID del usuario que ejecuta el proceso</a:t>
                      </a:r>
                    </a:p>
                    <a:p>
                      <a:pPr marL="0" marR="0" lvl="0" indent="0" algn="l" defTabSz="914400" rtl="0" eaLnBrk="1" fontAlgn="auto" latinLnBrk="0" hangingPunct="1">
                        <a:lnSpc>
                          <a:spcPct val="115000"/>
                        </a:lnSpc>
                        <a:spcBef>
                          <a:spcPts val="0"/>
                        </a:spcBef>
                        <a:spcAft>
                          <a:spcPts val="0"/>
                        </a:spcAft>
                        <a:buClrTx/>
                        <a:buSzTx/>
                        <a:buFontTx/>
                        <a:buNone/>
                        <a:tabLst/>
                        <a:defRPr/>
                      </a:pPr>
                      <a:r>
                        <a:rPr lang="es-419" sz="1100" dirty="0">
                          <a:solidFill>
                            <a:schemeClr val="tx1"/>
                          </a:solidFill>
                          <a:effectLst/>
                          <a:latin typeface="+mn-lt"/>
                          <a:ea typeface="MS PGothic" panose="020B0600070205080204" pitchFamily="34" charset="-128"/>
                          <a:cs typeface="Arial" panose="020B0604020202020204" pitchFamily="34" charset="0"/>
                        </a:rPr>
                        <a:t>E</a:t>
                      </a:r>
                      <a:r>
                        <a:rPr lang="es-CO" sz="1100" dirty="0">
                          <a:solidFill>
                            <a:schemeClr val="tx1"/>
                          </a:solidFill>
                          <a:effectLst/>
                          <a:latin typeface="+mn-lt"/>
                          <a:ea typeface="MS PGothic" panose="020B0600070205080204" pitchFamily="34" charset="-128"/>
                          <a:cs typeface="Arial" panose="020B0604020202020204" pitchFamily="34" charset="0"/>
                        </a:rPr>
                        <a:t>s obligatorio si en el parámetro 02 se definió el modo P.</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453907063"/>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07</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a:solidFill>
                            <a:schemeClr val="tx1"/>
                          </a:solidFill>
                          <a:effectLst/>
                          <a:latin typeface="+mn-lt"/>
                          <a:ea typeface="MS PGothic" panose="020B0600070205080204" pitchFamily="34" charset="-128"/>
                          <a:cs typeface="Arial" panose="020B0604020202020204" pitchFamily="34" charset="0"/>
                        </a:rPr>
                        <a:t>Origen de currículum</a:t>
                      </a:r>
                      <a:endParaRPr lang="es-CO" sz="110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Ingrese el código “S”. </a:t>
                      </a:r>
                    </a:p>
                    <a:p>
                      <a:pPr marL="0" marR="0" algn="l">
                        <a:lnSpc>
                          <a:spcPct val="115000"/>
                        </a:lnSpc>
                        <a:spcBef>
                          <a:spcPts val="0"/>
                        </a:spcBef>
                        <a:spcAft>
                          <a:spcPts val="0"/>
                        </a:spcAft>
                      </a:pPr>
                      <a:r>
                        <a:rPr lang="es-CO" sz="1100" dirty="0">
                          <a:solidFill>
                            <a:schemeClr val="tx1"/>
                          </a:solidFill>
                          <a:effectLst/>
                          <a:latin typeface="+mn-lt"/>
                          <a:ea typeface="MS PGothic" panose="020B0600070205080204" pitchFamily="34" charset="-128"/>
                          <a:cs typeface="Arial" panose="020B0604020202020204" pitchFamily="34" charset="0"/>
                        </a:rPr>
                        <a:t>El parámetro es obligatorio si en el parámetro 02 se definió el modo P.</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2658827102"/>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08</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a:solidFill>
                            <a:schemeClr val="tx1"/>
                          </a:solidFill>
                          <a:effectLst/>
                          <a:latin typeface="+mn-lt"/>
                          <a:ea typeface="MS PGothic" panose="020B0600070205080204" pitchFamily="34" charset="-128"/>
                          <a:cs typeface="Arial" panose="020B0604020202020204" pitchFamily="34" charset="0"/>
                        </a:rPr>
                        <a:t>Status de grado</a:t>
                      </a:r>
                      <a:endParaRPr lang="es-CO" sz="110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Seleccione el código de estatus de grado. </a:t>
                      </a:r>
                    </a:p>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Viene de la tabla de validación STVDEGS. </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633076062"/>
                  </a:ext>
                </a:extLst>
              </a:tr>
              <a:tr h="449721">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09</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a:solidFill>
                            <a:schemeClr val="tx1"/>
                          </a:solidFill>
                          <a:effectLst/>
                          <a:latin typeface="+mn-lt"/>
                          <a:ea typeface="MS PGothic" panose="020B0600070205080204" pitchFamily="34" charset="-128"/>
                          <a:cs typeface="Arial" panose="020B0604020202020204" pitchFamily="34" charset="0"/>
                        </a:rPr>
                        <a:t>¿Imprimir población?</a:t>
                      </a:r>
                      <a:endParaRPr lang="es-CO" sz="110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Indique si desea producir impresión para la población. </a:t>
                      </a:r>
                    </a:p>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Y para si. </a:t>
                      </a:r>
                    </a:p>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N para no.</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3529984638"/>
                  </a:ext>
                </a:extLst>
              </a:tr>
              <a:tr h="264739">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Times New Roman" panose="02020603050405020304" pitchFamily="18" charset="0"/>
                        </a:rPr>
                        <a:t>10</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ID Impresora</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solidFill>
                          <a:effectLst/>
                          <a:latin typeface="+mn-lt"/>
                          <a:ea typeface="MS PGothic" panose="020B0600070205080204" pitchFamily="34" charset="-128"/>
                          <a:cs typeface="Arial" panose="020B0604020202020204" pitchFamily="34" charset="0"/>
                        </a:rPr>
                        <a:t>Se deja en blanco</a:t>
                      </a:r>
                      <a:endParaRPr lang="es-CO" sz="1100" dirty="0">
                        <a:solidFill>
                          <a:schemeClr val="tx1"/>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solidFill>
                          <a:effectLst/>
                          <a:latin typeface="+mn-lt"/>
                          <a:cs typeface="Times New Roman" panose="02020603050405020304" pitchFamily="18" charset="0"/>
                        </a:rPr>
                        <a:t>O</a:t>
                      </a:r>
                      <a:endParaRPr lang="es-CO" sz="1100" dirty="0">
                        <a:solidFill>
                          <a:schemeClr val="tx1"/>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3838928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852394" y="272322"/>
            <a:ext cx="10477497" cy="898555"/>
          </a:xfrm>
        </p:spPr>
        <p:txBody>
          <a:bodyPr/>
          <a:lstStyle/>
          <a:p>
            <a:r>
              <a:rPr lang="es-ES_tradnl" dirty="0"/>
              <a:t>Evaluar avance curricular de los alumnos</a:t>
            </a:r>
            <a:endParaRPr lang="es-ES_tradnl" b="1" dirty="0"/>
          </a:p>
        </p:txBody>
      </p:sp>
      <p:graphicFrame>
        <p:nvGraphicFramePr>
          <p:cNvPr id="3" name="Marcador de contenido 3">
            <a:extLst>
              <a:ext uri="{FF2B5EF4-FFF2-40B4-BE49-F238E27FC236}">
                <a16:creationId xmlns:a16="http://schemas.microsoft.com/office/drawing/2014/main" id="{2E96015D-1CEB-6CC4-3EE0-9E8BBA314906}"/>
              </a:ext>
            </a:extLst>
          </p:cNvPr>
          <p:cNvGraphicFramePr>
            <a:graphicFrameLocks/>
          </p:cNvGraphicFramePr>
          <p:nvPr>
            <p:extLst>
              <p:ext uri="{D42A27DB-BD31-4B8C-83A1-F6EECF244321}">
                <p14:modId xmlns:p14="http://schemas.microsoft.com/office/powerpoint/2010/main" val="3789932824"/>
              </p:ext>
            </p:extLst>
          </p:nvPr>
        </p:nvGraphicFramePr>
        <p:xfrm>
          <a:off x="862109" y="850691"/>
          <a:ext cx="10748268" cy="5405835"/>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Número</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Parámetro</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Valores</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Requerido / Opcional</a:t>
                      </a:r>
                      <a:endParaRPr lang="es-CO" sz="1050" b="1" kern="1200" dirty="0">
                        <a:solidFill>
                          <a:schemeClr val="bg1"/>
                        </a:solidFill>
                        <a:effectLst/>
                        <a:latin typeface="+mn-lt"/>
                        <a:ea typeface="+mn-ea"/>
                        <a:cs typeface="+mn-cs"/>
                      </a:endParaRPr>
                    </a:p>
                  </a:txBody>
                  <a:tcPr marL="68580" marR="68580" marT="36195" marB="36195" anchor="ctr"/>
                </a:tc>
                <a:extLst>
                  <a:ext uri="{0D108BD9-81ED-4DB2-BD59-A6C34878D82A}">
                    <a16:rowId xmlns:a16="http://schemas.microsoft.com/office/drawing/2014/main" val="1714901453"/>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11</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Tipo Impresión Cumplimiento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CO" sz="1050" kern="1200" dirty="0">
                          <a:solidFill>
                            <a:schemeClr val="tx1"/>
                          </a:solidFill>
                          <a:effectLst/>
                          <a:latin typeface="+mn-lt"/>
                          <a:ea typeface="+mn-ea"/>
                          <a:cs typeface="+mn-cs"/>
                        </a:rPr>
                        <a:t>Seleccione el tipo de cumplimiento para salida, por ejemplo CAPP</a:t>
                      </a:r>
                      <a:r>
                        <a:rPr lang="es-419" sz="1050" kern="1200" dirty="0">
                          <a:solidFill>
                            <a:schemeClr val="tx1"/>
                          </a:solidFill>
                          <a:effectLst/>
                          <a:latin typeface="+mn-lt"/>
                          <a:ea typeface="+mn-ea"/>
                          <a:cs typeface="+mn-cs"/>
                        </a:rPr>
                        <a:t>. </a:t>
                      </a:r>
                    </a:p>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Sólo es necesario si el parámetro 09 es “Y”</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57562266"/>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12</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Enviar a Asesor.</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Indique si desea enviar los resultados a los asesores de los estudiantes. </a:t>
                      </a:r>
                    </a:p>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Y para si </a:t>
                      </a:r>
                    </a:p>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N para no.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1509454192"/>
                  </a:ext>
                </a:extLst>
              </a:tr>
              <a:tr h="578068">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13</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Solo Asesor Principal?</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Indique si desea enviar los resultados sólo al asesor principal de los estudiantes. </a:t>
                      </a:r>
                    </a:p>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Y para si </a:t>
                      </a:r>
                    </a:p>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N para no.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1956190754"/>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14</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Tipo Asesor </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Si el parámetro 13 se a definido, seleccione el código del tipo de asesor al que desea enviar los resultados. Viene de la tabla STVADVR.</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170024466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15</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Jerarquía Dirección</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Se deja en blanco.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990127115"/>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16</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Fecha Selección Dirección</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Se deja en blanco.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1453907063"/>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17</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Criterio de ordenamiento</a:t>
                      </a:r>
                      <a:endParaRPr lang="es-CO" sz="1050" kern="1200" dirty="0">
                        <a:solidFill>
                          <a:schemeClr val="tx1"/>
                        </a:solidFill>
                        <a:effectLst/>
                        <a:latin typeface="+mn-lt"/>
                        <a:ea typeface="+mn-ea"/>
                        <a:cs typeface="+mn-cs"/>
                      </a:endParaRPr>
                    </a:p>
                  </a:txBody>
                  <a:tcPr marT="48260" marB="48260"/>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Según se desea ordenar los resultados, se ingresa N= por nombre, Z= por código postal o P= por programa.</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265882710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18</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ID de sesión</a:t>
                      </a:r>
                      <a:endParaRPr lang="es-CO" sz="1050" kern="1200" dirty="0">
                        <a:solidFill>
                          <a:schemeClr val="tx1"/>
                        </a:solidFill>
                        <a:effectLst/>
                        <a:latin typeface="+mn-lt"/>
                        <a:ea typeface="+mn-ea"/>
                        <a:cs typeface="+mn-cs"/>
                      </a:endParaRPr>
                    </a:p>
                  </a:txBody>
                  <a:tcPr marT="48260" marB="48260"/>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Se deja en blanco.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163307606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19</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Código de Parámetro por Defecto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CO" sz="1050" kern="1200" dirty="0">
                          <a:solidFill>
                            <a:schemeClr val="tx1"/>
                          </a:solidFill>
                          <a:effectLst/>
                          <a:latin typeface="+mn-lt"/>
                          <a:ea typeface="+mn-ea"/>
                          <a:cs typeface="+mn-cs"/>
                        </a:rPr>
                        <a:t>Para crear registros de solicitud de cumplimiento, por ejemplo BATCH</a:t>
                      </a: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3529984638"/>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20</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Crear Datos de SAP</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CO" sz="1050" kern="1200" dirty="0">
                          <a:solidFill>
                            <a:schemeClr val="tx1"/>
                          </a:solidFill>
                          <a:effectLst/>
                          <a:latin typeface="+mn-lt"/>
                          <a:ea typeface="+mn-ea"/>
                          <a:cs typeface="+mn-cs"/>
                        </a:rPr>
                        <a:t>Indique si desea datos en la curso SAP basada resultados cumplimiento CAPP. </a:t>
                      </a:r>
                      <a:r>
                        <a:rPr lang="es-419" sz="1050" kern="1200" dirty="0">
                          <a:solidFill>
                            <a:schemeClr val="tx1"/>
                          </a:solidFill>
                          <a:effectLst/>
                          <a:latin typeface="+mn-lt"/>
                          <a:ea typeface="+mn-ea"/>
                          <a:cs typeface="+mn-cs"/>
                        </a:rPr>
                        <a:t>Y para si y N para no.</a:t>
                      </a:r>
                      <a:endParaRPr lang="es-CO" sz="1050" kern="1200" dirty="0">
                        <a:solidFill>
                          <a:schemeClr val="tx1"/>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tx1"/>
                          </a:solidFill>
                          <a:effectLst/>
                          <a:latin typeface="+mn-lt"/>
                          <a:ea typeface="+mn-ea"/>
                          <a:cs typeface="+mn-cs"/>
                        </a:rPr>
                        <a:t>O</a:t>
                      </a:r>
                      <a:endParaRPr lang="es-CO" sz="1050" kern="1200" dirty="0">
                        <a:solidFill>
                          <a:schemeClr val="tx1"/>
                        </a:solidFill>
                        <a:effectLst/>
                        <a:latin typeface="+mn-lt"/>
                        <a:ea typeface="+mn-ea"/>
                        <a:cs typeface="+mn-cs"/>
                      </a:endParaRPr>
                    </a:p>
                  </a:txBody>
                  <a:tcPr marT="48260" marB="48260"/>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21826209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5D0D6F0-3717-B192-DBBF-A9CFE385A2F6}"/>
              </a:ext>
            </a:extLst>
          </p:cNvPr>
          <p:cNvPicPr>
            <a:picLocks noChangeAspect="1"/>
          </p:cNvPicPr>
          <p:nvPr/>
        </p:nvPicPr>
        <p:blipFill>
          <a:blip r:embed="rId3"/>
          <a:stretch>
            <a:fillRect/>
          </a:stretch>
        </p:blipFill>
        <p:spPr>
          <a:xfrm>
            <a:off x="775507" y="1221741"/>
            <a:ext cx="10763890" cy="5089814"/>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5" name="Rectángulo: esquinas redondeadas 4">
            <a:extLst>
              <a:ext uri="{FF2B5EF4-FFF2-40B4-BE49-F238E27FC236}">
                <a16:creationId xmlns:a16="http://schemas.microsoft.com/office/drawing/2014/main" id="{B623CE44-0A03-9CD5-9D17-42768ADC8527}"/>
              </a:ext>
            </a:extLst>
          </p:cNvPr>
          <p:cNvSpPr/>
          <p:nvPr/>
        </p:nvSpPr>
        <p:spPr>
          <a:xfrm>
            <a:off x="2684146" y="5260766"/>
            <a:ext cx="5145930" cy="84550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419" sz="1100" dirty="0"/>
              <a:t>6. Toda vez que se ingresaron los parámetros, pase al siguiente bloque</a:t>
            </a:r>
            <a:r>
              <a:rPr lang="es-ES_tradnl" sz="1100" dirty="0"/>
              <a:t>.</a:t>
            </a:r>
            <a:endParaRPr lang="es-419" sz="1100" dirty="0"/>
          </a:p>
          <a:p>
            <a:pPr marL="228600" indent="-228600">
              <a:buFont typeface="+mj-lt"/>
              <a:buAutoNum type="arabicPeriod" startAt="7"/>
            </a:pPr>
            <a:r>
              <a:rPr lang="es-ES_tradnl" sz="1100" dirty="0"/>
              <a:t>Seleccione la opción enviar.</a:t>
            </a:r>
          </a:p>
          <a:p>
            <a:pPr marL="228600" indent="-228600">
              <a:buFont typeface="+mj-lt"/>
              <a:buAutoNum type="arabicPeriod" startAt="7"/>
            </a:pPr>
            <a:r>
              <a:rPr lang="es-ES_tradnl" sz="1100" dirty="0"/>
              <a:t>Guarde la información.</a:t>
            </a:r>
            <a:endParaRPr lang="es-419" sz="1100" dirty="0"/>
          </a:p>
        </p:txBody>
      </p:sp>
      <p:sp>
        <p:nvSpPr>
          <p:cNvPr id="9" name="CuadroTexto 8">
            <a:extLst>
              <a:ext uri="{FF2B5EF4-FFF2-40B4-BE49-F238E27FC236}">
                <a16:creationId xmlns:a16="http://schemas.microsoft.com/office/drawing/2014/main" id="{708273AC-CA6E-25F9-0594-271AE453B285}"/>
              </a:ext>
            </a:extLst>
          </p:cNvPr>
          <p:cNvSpPr txBox="1"/>
          <p:nvPr/>
        </p:nvSpPr>
        <p:spPr>
          <a:xfrm>
            <a:off x="7679199" y="4782738"/>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
        <p:nvSpPr>
          <p:cNvPr id="11" name="Rectángulo 10">
            <a:extLst>
              <a:ext uri="{FF2B5EF4-FFF2-40B4-BE49-F238E27FC236}">
                <a16:creationId xmlns:a16="http://schemas.microsoft.com/office/drawing/2014/main" id="{2C122E17-6251-F6C7-4E93-BF6E396C42D6}"/>
              </a:ext>
            </a:extLst>
          </p:cNvPr>
          <p:cNvSpPr/>
          <p:nvPr/>
        </p:nvSpPr>
        <p:spPr>
          <a:xfrm>
            <a:off x="7146585" y="4763611"/>
            <a:ext cx="44991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91AF185C-1EFF-0E3F-43D8-73A51FCC9886}"/>
              </a:ext>
            </a:extLst>
          </p:cNvPr>
          <p:cNvSpPr txBox="1"/>
          <p:nvPr/>
        </p:nvSpPr>
        <p:spPr>
          <a:xfrm>
            <a:off x="10731113" y="6032748"/>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6" name="CuadroTexto 5">
            <a:extLst>
              <a:ext uri="{FF2B5EF4-FFF2-40B4-BE49-F238E27FC236}">
                <a16:creationId xmlns:a16="http://schemas.microsoft.com/office/drawing/2014/main" id="{1A5A8647-59C2-C7DA-25D0-F6D76FE083CF}"/>
              </a:ext>
            </a:extLst>
          </p:cNvPr>
          <p:cNvSpPr txBox="1"/>
          <p:nvPr/>
        </p:nvSpPr>
        <p:spPr>
          <a:xfrm>
            <a:off x="931874" y="5683519"/>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7" name="Rectángulo 6">
            <a:extLst>
              <a:ext uri="{FF2B5EF4-FFF2-40B4-BE49-F238E27FC236}">
                <a16:creationId xmlns:a16="http://schemas.microsoft.com/office/drawing/2014/main" id="{F1320967-4822-8134-5CEB-079781C9CB39}"/>
              </a:ext>
            </a:extLst>
          </p:cNvPr>
          <p:cNvSpPr/>
          <p:nvPr/>
        </p:nvSpPr>
        <p:spPr>
          <a:xfrm>
            <a:off x="938996" y="6032748"/>
            <a:ext cx="44991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6477264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B9EE4D2-DA18-88C9-4B5E-997B769489E5}"/>
              </a:ext>
            </a:extLst>
          </p:cNvPr>
          <p:cNvPicPr>
            <a:picLocks noChangeAspect="1"/>
          </p:cNvPicPr>
          <p:nvPr/>
        </p:nvPicPr>
        <p:blipFill>
          <a:blip r:embed="rId3"/>
          <a:stretch>
            <a:fillRect/>
          </a:stretch>
        </p:blipFill>
        <p:spPr>
          <a:xfrm>
            <a:off x="775507" y="1189761"/>
            <a:ext cx="10837042" cy="5118436"/>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7" name="Rectángulo: esquinas redondeadas 6">
            <a:extLst>
              <a:ext uri="{FF2B5EF4-FFF2-40B4-BE49-F238E27FC236}">
                <a16:creationId xmlns:a16="http://schemas.microsoft.com/office/drawing/2014/main" id="{1FB5CCF4-CAF7-1E24-FEEE-0222293BD169}"/>
              </a:ext>
            </a:extLst>
          </p:cNvPr>
          <p:cNvSpPr/>
          <p:nvPr/>
        </p:nvSpPr>
        <p:spPr>
          <a:xfrm>
            <a:off x="3264698" y="3145060"/>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419" sz="1100" dirty="0"/>
              <a:t>El sistema asignará un número al proceso ejecutado.</a:t>
            </a:r>
          </a:p>
        </p:txBody>
      </p:sp>
      <p:sp>
        <p:nvSpPr>
          <p:cNvPr id="8" name="Rectángulo 7">
            <a:extLst>
              <a:ext uri="{FF2B5EF4-FFF2-40B4-BE49-F238E27FC236}">
                <a16:creationId xmlns:a16="http://schemas.microsoft.com/office/drawing/2014/main" id="{85C93EE5-C1CD-34DF-2A0B-2CD2D0A33522}"/>
              </a:ext>
            </a:extLst>
          </p:cNvPr>
          <p:cNvSpPr/>
          <p:nvPr/>
        </p:nvSpPr>
        <p:spPr>
          <a:xfrm>
            <a:off x="7850426" y="1862221"/>
            <a:ext cx="2522178" cy="3051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75372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C8ED884-C2E9-3B19-8640-24F5F80C35FE}"/>
              </a:ext>
            </a:extLst>
          </p:cNvPr>
          <p:cNvPicPr>
            <a:picLocks noChangeAspect="1"/>
          </p:cNvPicPr>
          <p:nvPr/>
        </p:nvPicPr>
        <p:blipFill>
          <a:blip r:embed="rId3"/>
          <a:stretch>
            <a:fillRect/>
          </a:stretch>
        </p:blipFill>
        <p:spPr>
          <a:xfrm>
            <a:off x="775506" y="1043507"/>
            <a:ext cx="11130575" cy="5273912"/>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5" name="Rectángulo 4">
            <a:extLst>
              <a:ext uri="{FF2B5EF4-FFF2-40B4-BE49-F238E27FC236}">
                <a16:creationId xmlns:a16="http://schemas.microsoft.com/office/drawing/2014/main" id="{8AD706BE-B76C-B7EC-2632-77F43D93F105}"/>
              </a:ext>
            </a:extLst>
          </p:cNvPr>
          <p:cNvSpPr/>
          <p:nvPr/>
        </p:nvSpPr>
        <p:spPr>
          <a:xfrm>
            <a:off x="10603345" y="1302688"/>
            <a:ext cx="314037" cy="2154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esquinas redondeadas 8">
            <a:extLst>
              <a:ext uri="{FF2B5EF4-FFF2-40B4-BE49-F238E27FC236}">
                <a16:creationId xmlns:a16="http://schemas.microsoft.com/office/drawing/2014/main" id="{9A955A84-29BB-8AE2-8F1C-AF29550577B5}"/>
              </a:ext>
            </a:extLst>
          </p:cNvPr>
          <p:cNvSpPr/>
          <p:nvPr/>
        </p:nvSpPr>
        <p:spPr>
          <a:xfrm>
            <a:off x="3266798" y="5024037"/>
            <a:ext cx="5145930" cy="56787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9"/>
            </a:pPr>
            <a:r>
              <a:rPr lang="es-ES_tradnl" sz="1100" dirty="0"/>
              <a:t>Presione la opción </a:t>
            </a:r>
            <a:r>
              <a:rPr lang="es-ES_tradnl" sz="1100" b="1" dirty="0"/>
              <a:t>Relacionado</a:t>
            </a:r>
            <a:r>
              <a:rPr lang="es-ES_tradnl" sz="1100" dirty="0"/>
              <a:t> en la barra superior.</a:t>
            </a:r>
          </a:p>
          <a:p>
            <a:pPr marL="228600" indent="-228600">
              <a:buFont typeface="+mj-lt"/>
              <a:buAutoNum type="arabicPeriod" startAt="9"/>
            </a:pPr>
            <a:r>
              <a:rPr lang="es-ES_tradnl" sz="1100" dirty="0"/>
              <a:t>Seleccione </a:t>
            </a:r>
            <a:r>
              <a:rPr lang="es-ES_tradnl" sz="1100" b="1" dirty="0"/>
              <a:t>Revisar Salida </a:t>
            </a:r>
            <a:r>
              <a:rPr lang="es-ES_tradnl" sz="1100" dirty="0"/>
              <a:t>(GJIREVO).</a:t>
            </a:r>
          </a:p>
        </p:txBody>
      </p:sp>
      <p:sp>
        <p:nvSpPr>
          <p:cNvPr id="10" name="Rectángulo 9">
            <a:extLst>
              <a:ext uri="{FF2B5EF4-FFF2-40B4-BE49-F238E27FC236}">
                <a16:creationId xmlns:a16="http://schemas.microsoft.com/office/drawing/2014/main" id="{676F33F1-12C0-4220-5E3C-3B1FACF3F2C6}"/>
              </a:ext>
            </a:extLst>
          </p:cNvPr>
          <p:cNvSpPr/>
          <p:nvPr/>
        </p:nvSpPr>
        <p:spPr>
          <a:xfrm>
            <a:off x="10388312" y="1792402"/>
            <a:ext cx="1323398"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C629A5F5-6DB8-7695-4FF2-FFD33C159E0A}"/>
              </a:ext>
            </a:extLst>
          </p:cNvPr>
          <p:cNvSpPr txBox="1"/>
          <p:nvPr/>
        </p:nvSpPr>
        <p:spPr>
          <a:xfrm>
            <a:off x="10530349" y="1003729"/>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14" name="CuadroTexto 13">
            <a:extLst>
              <a:ext uri="{FF2B5EF4-FFF2-40B4-BE49-F238E27FC236}">
                <a16:creationId xmlns:a16="http://schemas.microsoft.com/office/drawing/2014/main" id="{A152D9FC-E749-492E-AB58-D7E049A1CB05}"/>
              </a:ext>
            </a:extLst>
          </p:cNvPr>
          <p:cNvSpPr txBox="1"/>
          <p:nvPr/>
        </p:nvSpPr>
        <p:spPr>
          <a:xfrm>
            <a:off x="9860804" y="1810611"/>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Tree>
    <p:extLst>
      <p:ext uri="{BB962C8B-B14F-4D97-AF65-F5344CB8AC3E}">
        <p14:creationId xmlns:p14="http://schemas.microsoft.com/office/powerpoint/2010/main" val="3311616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C3EB525-6640-FC90-5165-1A2C56AD4A2A}"/>
              </a:ext>
            </a:extLst>
          </p:cNvPr>
          <p:cNvPicPr>
            <a:picLocks noChangeAspect="1"/>
          </p:cNvPicPr>
          <p:nvPr/>
        </p:nvPicPr>
        <p:blipFill>
          <a:blip r:embed="rId3"/>
          <a:stretch>
            <a:fillRect/>
          </a:stretch>
        </p:blipFill>
        <p:spPr>
          <a:xfrm>
            <a:off x="1240064" y="1164012"/>
            <a:ext cx="10390733" cy="4846624"/>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24" name="Rectángulo 23">
            <a:extLst>
              <a:ext uri="{FF2B5EF4-FFF2-40B4-BE49-F238E27FC236}">
                <a16:creationId xmlns:a16="http://schemas.microsoft.com/office/drawing/2014/main" id="{168B2197-E363-6903-7E32-5E2280BF631D}"/>
              </a:ext>
            </a:extLst>
          </p:cNvPr>
          <p:cNvSpPr/>
          <p:nvPr/>
        </p:nvSpPr>
        <p:spPr>
          <a:xfrm>
            <a:off x="1542190" y="1172994"/>
            <a:ext cx="6769336" cy="16972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5" name="Rectángulo: esquinas redondeadas 24">
            <a:extLst>
              <a:ext uri="{FF2B5EF4-FFF2-40B4-BE49-F238E27FC236}">
                <a16:creationId xmlns:a16="http://schemas.microsoft.com/office/drawing/2014/main" id="{EEEF557B-B863-BB85-094E-5AE32490DDD9}"/>
              </a:ext>
            </a:extLst>
          </p:cNvPr>
          <p:cNvSpPr/>
          <p:nvPr/>
        </p:nvSpPr>
        <p:spPr>
          <a:xfrm>
            <a:off x="3389633" y="4890144"/>
            <a:ext cx="5807163" cy="10836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1"/>
            </a:pPr>
            <a:r>
              <a:rPr lang="es-ES_tradnl" sz="1100" dirty="0"/>
              <a:t>Automáticamente, la página muestra el código  del proceso y el número asignado.</a:t>
            </a:r>
          </a:p>
          <a:p>
            <a:pPr marL="228600" indent="-228600">
              <a:buFont typeface="+mj-lt"/>
              <a:buAutoNum type="arabicPeriod" startAt="11"/>
            </a:pPr>
            <a:r>
              <a:rPr lang="es-ES_tradnl" sz="1100" dirty="0"/>
              <a:t>Presione los tres puntos del campo </a:t>
            </a:r>
            <a:r>
              <a:rPr lang="es-ES_tradnl" sz="1100" b="1" dirty="0"/>
              <a:t>Nombre de archivo</a:t>
            </a:r>
            <a:r>
              <a:rPr lang="es-ES_tradnl" sz="1100" dirty="0"/>
              <a:t>.</a:t>
            </a:r>
          </a:p>
          <a:p>
            <a:pPr marL="228600" indent="-228600">
              <a:buFont typeface="+mj-lt"/>
              <a:buAutoNum type="arabicPeriod" startAt="11"/>
            </a:pPr>
            <a:r>
              <a:rPr lang="es-ES_tradnl" sz="1100" dirty="0"/>
              <a:t>Seleccione, de la ventana que emergió, el archivo .lis que se muestra (se despliega solamente si el proceso terminó su ejecución), presionando el botón </a:t>
            </a:r>
            <a:r>
              <a:rPr lang="es-ES_tradnl" sz="1100" b="1" dirty="0"/>
              <a:t>OK</a:t>
            </a:r>
          </a:p>
        </p:txBody>
      </p:sp>
      <p:sp>
        <p:nvSpPr>
          <p:cNvPr id="26" name="Rectángulo 25">
            <a:extLst>
              <a:ext uri="{FF2B5EF4-FFF2-40B4-BE49-F238E27FC236}">
                <a16:creationId xmlns:a16="http://schemas.microsoft.com/office/drawing/2014/main" id="{88357B7C-B4DE-4B30-6034-2C50FA9610A3}"/>
              </a:ext>
            </a:extLst>
          </p:cNvPr>
          <p:cNvSpPr/>
          <p:nvPr/>
        </p:nvSpPr>
        <p:spPr>
          <a:xfrm>
            <a:off x="1160255" y="1351700"/>
            <a:ext cx="2117780" cy="16972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7" name="CuadroTexto 26">
            <a:extLst>
              <a:ext uri="{FF2B5EF4-FFF2-40B4-BE49-F238E27FC236}">
                <a16:creationId xmlns:a16="http://schemas.microsoft.com/office/drawing/2014/main" id="{54C37793-3967-9403-CE38-F584179B59A7}"/>
              </a:ext>
            </a:extLst>
          </p:cNvPr>
          <p:cNvSpPr txBox="1"/>
          <p:nvPr/>
        </p:nvSpPr>
        <p:spPr>
          <a:xfrm>
            <a:off x="992786" y="1146729"/>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
        <p:nvSpPr>
          <p:cNvPr id="29" name="CuadroTexto 28">
            <a:extLst>
              <a:ext uri="{FF2B5EF4-FFF2-40B4-BE49-F238E27FC236}">
                <a16:creationId xmlns:a16="http://schemas.microsoft.com/office/drawing/2014/main" id="{D3C78C83-14CC-20CD-509A-48D60705844D}"/>
              </a:ext>
            </a:extLst>
          </p:cNvPr>
          <p:cNvSpPr txBox="1"/>
          <p:nvPr/>
        </p:nvSpPr>
        <p:spPr>
          <a:xfrm>
            <a:off x="3501359" y="1385769"/>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
        <p:nvSpPr>
          <p:cNvPr id="31" name="Rectángulo 30">
            <a:extLst>
              <a:ext uri="{FF2B5EF4-FFF2-40B4-BE49-F238E27FC236}">
                <a16:creationId xmlns:a16="http://schemas.microsoft.com/office/drawing/2014/main" id="{3B5A11ED-D7F3-2973-11B1-2B5A7086ECE8}"/>
              </a:ext>
            </a:extLst>
          </p:cNvPr>
          <p:cNvSpPr/>
          <p:nvPr/>
        </p:nvSpPr>
        <p:spPr>
          <a:xfrm>
            <a:off x="4695377" y="2968104"/>
            <a:ext cx="3741165"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32" name="CuadroTexto 31">
            <a:extLst>
              <a:ext uri="{FF2B5EF4-FFF2-40B4-BE49-F238E27FC236}">
                <a16:creationId xmlns:a16="http://schemas.microsoft.com/office/drawing/2014/main" id="{693CEEE6-2A1A-C614-DBC7-CCF0AD94059F}"/>
              </a:ext>
            </a:extLst>
          </p:cNvPr>
          <p:cNvSpPr txBox="1"/>
          <p:nvPr/>
        </p:nvSpPr>
        <p:spPr>
          <a:xfrm>
            <a:off x="4160585" y="2925753"/>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Tree>
    <p:extLst>
      <p:ext uri="{BB962C8B-B14F-4D97-AF65-F5344CB8AC3E}">
        <p14:creationId xmlns:p14="http://schemas.microsoft.com/office/powerpoint/2010/main" val="16160359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49E435B-EB33-0F62-7B9D-A9EAB9E0C70A}"/>
              </a:ext>
            </a:extLst>
          </p:cNvPr>
          <p:cNvPicPr>
            <a:picLocks noChangeAspect="1"/>
          </p:cNvPicPr>
          <p:nvPr/>
        </p:nvPicPr>
        <p:blipFill>
          <a:blip r:embed="rId3"/>
          <a:stretch>
            <a:fillRect/>
          </a:stretch>
        </p:blipFill>
        <p:spPr>
          <a:xfrm>
            <a:off x="775507" y="1117599"/>
            <a:ext cx="10527304" cy="4869219"/>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291206"/>
            <a:ext cx="10477497" cy="898555"/>
          </a:xfrm>
        </p:spPr>
        <p:txBody>
          <a:bodyPr/>
          <a:lstStyle/>
          <a:p>
            <a:r>
              <a:rPr lang="es-ES_tradnl" dirty="0"/>
              <a:t>Evaluar avance curricular de los alumnos</a:t>
            </a:r>
            <a:endParaRPr lang="es-ES_tradnl" b="1" dirty="0"/>
          </a:p>
        </p:txBody>
      </p:sp>
      <p:sp>
        <p:nvSpPr>
          <p:cNvPr id="5" name="Rectángulo: esquinas redondeadas 4">
            <a:extLst>
              <a:ext uri="{FF2B5EF4-FFF2-40B4-BE49-F238E27FC236}">
                <a16:creationId xmlns:a16="http://schemas.microsoft.com/office/drawing/2014/main" id="{34F17645-5DFA-97B8-88B6-233453EB93B7}"/>
              </a:ext>
            </a:extLst>
          </p:cNvPr>
          <p:cNvSpPr/>
          <p:nvPr/>
        </p:nvSpPr>
        <p:spPr>
          <a:xfrm>
            <a:off x="4009541" y="4903395"/>
            <a:ext cx="3918501" cy="60459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Puede visualizar los resultados del proceso en la página…</a:t>
            </a:r>
          </a:p>
        </p:txBody>
      </p:sp>
      <p:sp>
        <p:nvSpPr>
          <p:cNvPr id="2" name="Rectángulo 1">
            <a:extLst>
              <a:ext uri="{FF2B5EF4-FFF2-40B4-BE49-F238E27FC236}">
                <a16:creationId xmlns:a16="http://schemas.microsoft.com/office/drawing/2014/main" id="{164E6EF3-AEC5-2985-818A-33A8A88E4D95}"/>
              </a:ext>
            </a:extLst>
          </p:cNvPr>
          <p:cNvSpPr/>
          <p:nvPr/>
        </p:nvSpPr>
        <p:spPr>
          <a:xfrm>
            <a:off x="3251200" y="1782618"/>
            <a:ext cx="600364" cy="779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764502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D719CA05-9083-A3ED-06EA-7359CC176656}"/>
              </a:ext>
            </a:extLst>
          </p:cNvPr>
          <p:cNvSpPr>
            <a:spLocks noGrp="1"/>
          </p:cNvSpPr>
          <p:nvPr>
            <p:ph type="body" orient="vert" sz="quarter" idx="10"/>
          </p:nvPr>
        </p:nvSpPr>
        <p:spPr/>
        <p:txBody>
          <a:bodyPr/>
          <a:lstStyle/>
          <a:p>
            <a:r>
              <a:rPr lang="es-CO" sz="1200" dirty="0"/>
              <a:t>Ejecutar procesos de cierre de periodo académico</a:t>
            </a:r>
            <a:endParaRPr lang="es-419" dirty="0"/>
          </a:p>
        </p:txBody>
      </p:sp>
      <p:sp>
        <p:nvSpPr>
          <p:cNvPr id="2" name="Title 1"/>
          <p:cNvSpPr>
            <a:spLocks noGrp="1"/>
          </p:cNvSpPr>
          <p:nvPr>
            <p:ph type="title"/>
          </p:nvPr>
        </p:nvSpPr>
        <p:spPr/>
        <p:txBody>
          <a:bodyPr/>
          <a:lstStyle/>
          <a:p>
            <a:r>
              <a:rPr lang="es-CO" dirty="0"/>
              <a:t>CAPP Individual</a:t>
            </a:r>
            <a:endParaRPr lang="es-ES_tradnl" dirty="0"/>
          </a:p>
        </p:txBody>
      </p:sp>
      <p:sp>
        <p:nvSpPr>
          <p:cNvPr id="5" name="Marcador de texto 4">
            <a:extLst>
              <a:ext uri="{FF2B5EF4-FFF2-40B4-BE49-F238E27FC236}">
                <a16:creationId xmlns:a16="http://schemas.microsoft.com/office/drawing/2014/main" id="{B4EBD68D-9719-0BB9-D755-67B8742A731C}"/>
              </a:ext>
            </a:extLst>
          </p:cNvPr>
          <p:cNvSpPr>
            <a:spLocks noGrp="1"/>
          </p:cNvSpPr>
          <p:nvPr>
            <p:ph type="body" sz="quarter" idx="18"/>
          </p:nvPr>
        </p:nvSpPr>
        <p:spPr/>
        <p:txBody>
          <a:bodyPr/>
          <a:lstStyle/>
          <a:p>
            <a:r>
              <a:rPr lang="es-CO" sz="1800" dirty="0"/>
              <a:t>SMARQCM</a:t>
            </a:r>
            <a:endParaRPr lang="es-419" dirty="0"/>
          </a:p>
          <a:p>
            <a:endParaRPr lang="es-419" dirty="0"/>
          </a:p>
        </p:txBody>
      </p:sp>
    </p:spTree>
    <p:extLst>
      <p:ext uri="{BB962C8B-B14F-4D97-AF65-F5344CB8AC3E}">
        <p14:creationId xmlns:p14="http://schemas.microsoft.com/office/powerpoint/2010/main" val="14304627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E187D2E-0879-3B89-496F-B90CC1FD1F1E}"/>
              </a:ext>
            </a:extLst>
          </p:cNvPr>
          <p:cNvPicPr>
            <a:picLocks noChangeAspect="1"/>
          </p:cNvPicPr>
          <p:nvPr/>
        </p:nvPicPr>
        <p:blipFill>
          <a:blip r:embed="rId3"/>
          <a:stretch>
            <a:fillRect/>
          </a:stretch>
        </p:blipFill>
        <p:spPr>
          <a:xfrm>
            <a:off x="653796" y="753891"/>
            <a:ext cx="10884408" cy="5108658"/>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6" name="CuadroTexto 5">
            <a:extLst>
              <a:ext uri="{FF2B5EF4-FFF2-40B4-BE49-F238E27FC236}">
                <a16:creationId xmlns:a16="http://schemas.microsoft.com/office/drawing/2014/main" id="{259B7C16-5877-C1DA-15D8-7761E7317B4E}"/>
              </a:ext>
            </a:extLst>
          </p:cNvPr>
          <p:cNvSpPr txBox="1"/>
          <p:nvPr/>
        </p:nvSpPr>
        <p:spPr>
          <a:xfrm>
            <a:off x="938996" y="1692821"/>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8" name="CuadroTexto 7">
            <a:extLst>
              <a:ext uri="{FF2B5EF4-FFF2-40B4-BE49-F238E27FC236}">
                <a16:creationId xmlns:a16="http://schemas.microsoft.com/office/drawing/2014/main" id="{1B166ABD-5631-FCD2-F2C4-CFBD65DC9CE5}"/>
              </a:ext>
            </a:extLst>
          </p:cNvPr>
          <p:cNvSpPr txBox="1"/>
          <p:nvPr/>
        </p:nvSpPr>
        <p:spPr>
          <a:xfrm>
            <a:off x="10231010" y="1718151"/>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10" name="Rectángulo 9">
            <a:extLst>
              <a:ext uri="{FF2B5EF4-FFF2-40B4-BE49-F238E27FC236}">
                <a16:creationId xmlns:a16="http://schemas.microsoft.com/office/drawing/2014/main" id="{C26CC682-24F5-8A5C-5ABA-E349B0BEE24B}"/>
              </a:ext>
            </a:extLst>
          </p:cNvPr>
          <p:cNvSpPr/>
          <p:nvPr/>
        </p:nvSpPr>
        <p:spPr>
          <a:xfrm>
            <a:off x="1463784" y="1692821"/>
            <a:ext cx="1726262" cy="19598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14">
            <a:extLst>
              <a:ext uri="{FF2B5EF4-FFF2-40B4-BE49-F238E27FC236}">
                <a16:creationId xmlns:a16="http://schemas.microsoft.com/office/drawing/2014/main" id="{554AD834-0FCC-BC0C-BE3B-702B3E960A00}"/>
              </a:ext>
            </a:extLst>
          </p:cNvPr>
          <p:cNvSpPr/>
          <p:nvPr/>
        </p:nvSpPr>
        <p:spPr>
          <a:xfrm>
            <a:off x="10922227" y="1712277"/>
            <a:ext cx="615978" cy="1765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190046" y="3396726"/>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En la página </a:t>
            </a:r>
            <a:r>
              <a:rPr lang="es-ES_tradnl" sz="1100" b="1" dirty="0"/>
              <a:t>SMARQCM</a:t>
            </a:r>
            <a:r>
              <a:rPr lang="es-ES_tradnl" sz="1100" dirty="0"/>
              <a:t> digite el ID del estudiante al que se le ejecutará el CAPP.</a:t>
            </a:r>
          </a:p>
          <a:p>
            <a:pPr marL="228600" indent="-228600">
              <a:buFont typeface="+mj-lt"/>
              <a:buAutoNum type="arabicPeriod"/>
            </a:pPr>
            <a:r>
              <a:rPr lang="es-ES_tradnl" sz="1100" dirty="0"/>
              <a:t>Presione el botón </a:t>
            </a:r>
            <a:r>
              <a:rPr lang="es-ES_tradnl" sz="1100" b="1" dirty="0"/>
              <a:t>Ir</a:t>
            </a:r>
            <a:r>
              <a:rPr lang="es-CO" sz="1100" dirty="0"/>
              <a:t>.</a:t>
            </a:r>
          </a:p>
          <a:p>
            <a:endParaRPr lang="es-CO" sz="1100" dirty="0"/>
          </a:p>
          <a:p>
            <a:pPr algn="ctr"/>
            <a:r>
              <a:rPr lang="es-CO" sz="1100" dirty="0"/>
              <a:t>Si el estudiante tiene Retenciones y desea sobrepasar la restricción, active la casilla correspondiente.</a:t>
            </a:r>
            <a:endParaRPr lang="es-ES_tradnl" sz="1100" dirty="0"/>
          </a:p>
        </p:txBody>
      </p:sp>
    </p:spTree>
    <p:extLst>
      <p:ext uri="{BB962C8B-B14F-4D97-AF65-F5344CB8AC3E}">
        <p14:creationId xmlns:p14="http://schemas.microsoft.com/office/powerpoint/2010/main" val="7207224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74E43DF-0A57-661C-EDF3-CFAC11CCE715}"/>
              </a:ext>
            </a:extLst>
          </p:cNvPr>
          <p:cNvPicPr>
            <a:picLocks noChangeAspect="1"/>
          </p:cNvPicPr>
          <p:nvPr/>
        </p:nvPicPr>
        <p:blipFill>
          <a:blip r:embed="rId3"/>
          <a:stretch>
            <a:fillRect/>
          </a:stretch>
        </p:blipFill>
        <p:spPr>
          <a:xfrm>
            <a:off x="862294" y="1144016"/>
            <a:ext cx="10692397" cy="531545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8" name="CuadroTexto 7">
            <a:extLst>
              <a:ext uri="{FF2B5EF4-FFF2-40B4-BE49-F238E27FC236}">
                <a16:creationId xmlns:a16="http://schemas.microsoft.com/office/drawing/2014/main" id="{1B166ABD-5631-FCD2-F2C4-CFBD65DC9CE5}"/>
              </a:ext>
            </a:extLst>
          </p:cNvPr>
          <p:cNvSpPr txBox="1"/>
          <p:nvPr/>
        </p:nvSpPr>
        <p:spPr>
          <a:xfrm>
            <a:off x="4335880" y="3521607"/>
            <a:ext cx="301753" cy="215444"/>
          </a:xfrm>
          <a:prstGeom prst="rect">
            <a:avLst/>
          </a:prstGeom>
          <a:solidFill>
            <a:schemeClr val="accent1"/>
          </a:solidFill>
        </p:spPr>
        <p:txBody>
          <a:bodyPr wrap="square" rtlCol="0">
            <a:spAutoFit/>
          </a:bodyPr>
          <a:lstStyle/>
          <a:p>
            <a:r>
              <a:rPr lang="en-US" sz="800" b="1" dirty="0">
                <a:solidFill>
                  <a:schemeClr val="bg1"/>
                </a:solidFill>
              </a:rPr>
              <a:t>3</a:t>
            </a: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180809" y="2168290"/>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Si el estudiante no tiene ejecución e CAPP ejecutada previamente, el sistema mostrará un mensaje.</a:t>
            </a:r>
          </a:p>
          <a:p>
            <a:endParaRPr lang="es-ES_tradnl" sz="1100" dirty="0"/>
          </a:p>
          <a:p>
            <a:pPr marL="228600" indent="-228600">
              <a:buFont typeface="+mj-lt"/>
              <a:buAutoNum type="arabicPeriod" startAt="3"/>
            </a:pPr>
            <a:r>
              <a:rPr lang="es-ES_tradnl" sz="1100" dirty="0"/>
              <a:t>Si el estudiante ya tiene una ejecución de CAPP ejecutada previamente. Presione el botón </a:t>
            </a:r>
            <a:r>
              <a:rPr lang="es-ES_tradnl" sz="1100" b="1" dirty="0"/>
              <a:t>OK</a:t>
            </a:r>
            <a:r>
              <a:rPr lang="es-ES_tradnl" sz="1100" dirty="0"/>
              <a:t>.</a:t>
            </a:r>
          </a:p>
        </p:txBody>
      </p:sp>
    </p:spTree>
    <p:extLst>
      <p:ext uri="{BB962C8B-B14F-4D97-AF65-F5344CB8AC3E}">
        <p14:creationId xmlns:p14="http://schemas.microsoft.com/office/powerpoint/2010/main" val="1187325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CB48E52-CFCD-2BC4-F0DD-031555CD0DC0}"/>
              </a:ext>
            </a:extLst>
          </p:cNvPr>
          <p:cNvPicPr>
            <a:picLocks noChangeAspect="1"/>
          </p:cNvPicPr>
          <p:nvPr/>
        </p:nvPicPr>
        <p:blipFill>
          <a:blip r:embed="rId3"/>
          <a:stretch>
            <a:fillRect/>
          </a:stretch>
        </p:blipFill>
        <p:spPr>
          <a:xfrm>
            <a:off x="938996" y="1203169"/>
            <a:ext cx="10561661" cy="526427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8" name="CuadroTexto 7">
            <a:extLst>
              <a:ext uri="{FF2B5EF4-FFF2-40B4-BE49-F238E27FC236}">
                <a16:creationId xmlns:a16="http://schemas.microsoft.com/office/drawing/2014/main" id="{1B166ABD-5631-FCD2-F2C4-CFBD65DC9CE5}"/>
              </a:ext>
            </a:extLst>
          </p:cNvPr>
          <p:cNvSpPr txBox="1"/>
          <p:nvPr/>
        </p:nvSpPr>
        <p:spPr>
          <a:xfrm>
            <a:off x="10138300" y="1882169"/>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5" name="Rectángulo 14">
            <a:extLst>
              <a:ext uri="{FF2B5EF4-FFF2-40B4-BE49-F238E27FC236}">
                <a16:creationId xmlns:a16="http://schemas.microsoft.com/office/drawing/2014/main" id="{554AD834-0FCC-BC0C-BE3B-702B3E960A00}"/>
              </a:ext>
            </a:extLst>
          </p:cNvPr>
          <p:cNvSpPr/>
          <p:nvPr/>
        </p:nvSpPr>
        <p:spPr>
          <a:xfrm>
            <a:off x="10716768" y="1914307"/>
            <a:ext cx="256032" cy="18741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190046" y="3396726"/>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4"/>
            </a:pPr>
            <a:r>
              <a:rPr lang="es-ES_tradnl" sz="1100" dirty="0"/>
              <a:t>Para crear una nueva solicitud de verificación de cumplimiento, haga clic sobre la opción </a:t>
            </a:r>
            <a:r>
              <a:rPr lang="es-ES_tradnl" sz="1100" b="1" dirty="0"/>
              <a:t>Insertar</a:t>
            </a:r>
            <a:r>
              <a:rPr lang="es-ES_tradnl" sz="1100" dirty="0"/>
              <a:t>.</a:t>
            </a:r>
          </a:p>
        </p:txBody>
      </p:sp>
    </p:spTree>
    <p:extLst>
      <p:ext uri="{BB962C8B-B14F-4D97-AF65-F5344CB8AC3E}">
        <p14:creationId xmlns:p14="http://schemas.microsoft.com/office/powerpoint/2010/main" val="1059907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43D92E9-3096-D531-90D8-8BBC9DE2230A}"/>
              </a:ext>
            </a:extLst>
          </p:cNvPr>
          <p:cNvPicPr>
            <a:picLocks noChangeAspect="1"/>
          </p:cNvPicPr>
          <p:nvPr/>
        </p:nvPicPr>
        <p:blipFill>
          <a:blip r:embed="rId3"/>
          <a:stretch>
            <a:fillRect/>
          </a:stretch>
        </p:blipFill>
        <p:spPr>
          <a:xfrm>
            <a:off x="775507" y="966750"/>
            <a:ext cx="11059334" cy="548639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8" name="CuadroTexto 7">
            <a:extLst>
              <a:ext uri="{FF2B5EF4-FFF2-40B4-BE49-F238E27FC236}">
                <a16:creationId xmlns:a16="http://schemas.microsoft.com/office/drawing/2014/main" id="{1B166ABD-5631-FCD2-F2C4-CFBD65DC9CE5}"/>
              </a:ext>
            </a:extLst>
          </p:cNvPr>
          <p:cNvSpPr txBox="1"/>
          <p:nvPr/>
        </p:nvSpPr>
        <p:spPr>
          <a:xfrm>
            <a:off x="680610" y="2045057"/>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
        <p:nvSpPr>
          <p:cNvPr id="15" name="Rectángulo 14">
            <a:extLst>
              <a:ext uri="{FF2B5EF4-FFF2-40B4-BE49-F238E27FC236}">
                <a16:creationId xmlns:a16="http://schemas.microsoft.com/office/drawing/2014/main" id="{554AD834-0FCC-BC0C-BE3B-702B3E960A00}"/>
              </a:ext>
            </a:extLst>
          </p:cNvPr>
          <p:cNvSpPr/>
          <p:nvPr/>
        </p:nvSpPr>
        <p:spPr>
          <a:xfrm>
            <a:off x="1038437" y="2013388"/>
            <a:ext cx="1322057" cy="28655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588079" y="3396726"/>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La configuración de esta página está configurada en SMADFLT para el código ONLINE</a:t>
            </a:r>
          </a:p>
          <a:p>
            <a:pPr algn="ctr"/>
            <a:endParaRPr lang="es-ES_tradnl" sz="1100" dirty="0"/>
          </a:p>
          <a:p>
            <a:pPr marL="228600" indent="-228600">
              <a:buFont typeface="+mj-lt"/>
              <a:buAutoNum type="arabicPeriod" startAt="5"/>
            </a:pPr>
            <a:r>
              <a:rPr lang="es-ES_tradnl" sz="1100" dirty="0"/>
              <a:t>Si lo desea, puede modificar el </a:t>
            </a:r>
            <a:r>
              <a:rPr lang="es-ES_tradnl" sz="1100" b="1" dirty="0"/>
              <a:t>período de ejecución el cumplimiento</a:t>
            </a:r>
            <a:r>
              <a:rPr lang="es-ES_tradnl" sz="1100" dirty="0"/>
              <a:t>.</a:t>
            </a:r>
          </a:p>
          <a:p>
            <a:pPr marL="228600" indent="-228600">
              <a:buFont typeface="+mj-lt"/>
              <a:buAutoNum type="arabicPeriod" startAt="5"/>
            </a:pPr>
            <a:r>
              <a:rPr lang="es-ES_tradnl" sz="1100" dirty="0"/>
              <a:t>Pase al </a:t>
            </a:r>
            <a:r>
              <a:rPr lang="es-ES_tradnl" sz="1100" b="1" dirty="0"/>
              <a:t>siguiente bloque</a:t>
            </a:r>
          </a:p>
        </p:txBody>
      </p:sp>
      <p:sp>
        <p:nvSpPr>
          <p:cNvPr id="6" name="CuadroTexto 5">
            <a:extLst>
              <a:ext uri="{FF2B5EF4-FFF2-40B4-BE49-F238E27FC236}">
                <a16:creationId xmlns:a16="http://schemas.microsoft.com/office/drawing/2014/main" id="{23BF9565-82D3-5325-83D8-C41010B949B8}"/>
              </a:ext>
            </a:extLst>
          </p:cNvPr>
          <p:cNvSpPr txBox="1"/>
          <p:nvPr/>
        </p:nvSpPr>
        <p:spPr>
          <a:xfrm>
            <a:off x="1038437" y="5783528"/>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
        <p:nvSpPr>
          <p:cNvPr id="10" name="Rectángulo 9">
            <a:extLst>
              <a:ext uri="{FF2B5EF4-FFF2-40B4-BE49-F238E27FC236}">
                <a16:creationId xmlns:a16="http://schemas.microsoft.com/office/drawing/2014/main" id="{899D1648-E475-3F55-67B3-A6C91EB8C2B6}"/>
              </a:ext>
            </a:extLst>
          </p:cNvPr>
          <p:cNvSpPr/>
          <p:nvPr/>
        </p:nvSpPr>
        <p:spPr>
          <a:xfrm>
            <a:off x="1053625" y="6145706"/>
            <a:ext cx="317027" cy="218643"/>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3440086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0759746-DBCE-6A25-0124-9BF12053E619}"/>
              </a:ext>
            </a:extLst>
          </p:cNvPr>
          <p:cNvPicPr>
            <a:picLocks noChangeAspect="1"/>
          </p:cNvPicPr>
          <p:nvPr/>
        </p:nvPicPr>
        <p:blipFill>
          <a:blip r:embed="rId3"/>
          <a:stretch>
            <a:fillRect/>
          </a:stretch>
        </p:blipFill>
        <p:spPr>
          <a:xfrm>
            <a:off x="683490" y="974676"/>
            <a:ext cx="11030427" cy="548639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5" name="Rectángulo 14">
            <a:extLst>
              <a:ext uri="{FF2B5EF4-FFF2-40B4-BE49-F238E27FC236}">
                <a16:creationId xmlns:a16="http://schemas.microsoft.com/office/drawing/2014/main" id="{554AD834-0FCC-BC0C-BE3B-702B3E960A00}"/>
              </a:ext>
            </a:extLst>
          </p:cNvPr>
          <p:cNvSpPr/>
          <p:nvPr/>
        </p:nvSpPr>
        <p:spPr>
          <a:xfrm>
            <a:off x="683490" y="1567406"/>
            <a:ext cx="10933085" cy="256209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033028" y="4350285"/>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Aparecerán estos campos para llenar el currículum de cumplimiento. Puede llenarlo manual (Programa, Escuela, campus, carrera, etc.) o …</a:t>
            </a:r>
          </a:p>
        </p:txBody>
      </p:sp>
    </p:spTree>
    <p:extLst>
      <p:ext uri="{BB962C8B-B14F-4D97-AF65-F5344CB8AC3E}">
        <p14:creationId xmlns:p14="http://schemas.microsoft.com/office/powerpoint/2010/main" val="32476503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5268728-EADE-52C4-5A45-7B7F908129F3}"/>
              </a:ext>
            </a:extLst>
          </p:cNvPr>
          <p:cNvPicPr>
            <a:picLocks noChangeAspect="1"/>
          </p:cNvPicPr>
          <p:nvPr/>
        </p:nvPicPr>
        <p:blipFill>
          <a:blip r:embed="rId3"/>
          <a:stretch>
            <a:fillRect/>
          </a:stretch>
        </p:blipFill>
        <p:spPr>
          <a:xfrm>
            <a:off x="938996" y="1136072"/>
            <a:ext cx="10267943" cy="5120482"/>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463040" y="4722694"/>
            <a:ext cx="7196865" cy="6023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7"/>
            </a:pPr>
            <a:r>
              <a:rPr lang="es-ES_tradnl" sz="1100" dirty="0"/>
              <a:t>Desde el menú de  </a:t>
            </a:r>
            <a:r>
              <a:rPr lang="es-ES_tradnl" sz="1100" b="1" dirty="0"/>
              <a:t>HERRAMIENTAS</a:t>
            </a:r>
            <a:r>
              <a:rPr lang="es-ES_tradnl" sz="1100" dirty="0"/>
              <a:t>, ubicar y seleccionar la opción  </a:t>
            </a:r>
            <a:r>
              <a:rPr lang="es-ES_tradnl" sz="1100" b="1" dirty="0"/>
              <a:t>Copiar desde registro de alumno</a:t>
            </a:r>
            <a:r>
              <a:rPr lang="es-ES_tradnl" sz="1100" dirty="0"/>
              <a:t>.</a:t>
            </a:r>
          </a:p>
        </p:txBody>
      </p:sp>
      <p:sp>
        <p:nvSpPr>
          <p:cNvPr id="8" name="Rectángulo 7">
            <a:extLst>
              <a:ext uri="{FF2B5EF4-FFF2-40B4-BE49-F238E27FC236}">
                <a16:creationId xmlns:a16="http://schemas.microsoft.com/office/drawing/2014/main" id="{DC7E248A-FF07-478C-65AA-C236138196C1}"/>
              </a:ext>
            </a:extLst>
          </p:cNvPr>
          <p:cNvSpPr/>
          <p:nvPr/>
        </p:nvSpPr>
        <p:spPr>
          <a:xfrm>
            <a:off x="9437913" y="5044778"/>
            <a:ext cx="1414814" cy="33227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B361C795-18D3-214B-6E5E-73B9AD388A64}"/>
              </a:ext>
            </a:extLst>
          </p:cNvPr>
          <p:cNvSpPr txBox="1"/>
          <p:nvPr/>
        </p:nvSpPr>
        <p:spPr>
          <a:xfrm>
            <a:off x="8989300" y="5103195"/>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Tree>
    <p:extLst>
      <p:ext uri="{BB962C8B-B14F-4D97-AF65-F5344CB8AC3E}">
        <p14:creationId xmlns:p14="http://schemas.microsoft.com/office/powerpoint/2010/main" val="9006356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BFD8C002-6270-A6BD-69E8-5B4D11FC99B1}"/>
              </a:ext>
            </a:extLst>
          </p:cNvPr>
          <p:cNvPicPr>
            <a:picLocks noChangeAspect="1"/>
          </p:cNvPicPr>
          <p:nvPr/>
        </p:nvPicPr>
        <p:blipFill>
          <a:blip r:embed="rId3"/>
          <a:stretch>
            <a:fillRect/>
          </a:stretch>
        </p:blipFill>
        <p:spPr>
          <a:xfrm>
            <a:off x="775506" y="1062182"/>
            <a:ext cx="10849523" cy="5402064"/>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710466" y="4722694"/>
            <a:ext cx="7196865" cy="6023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8"/>
            </a:pPr>
            <a:r>
              <a:rPr lang="es-ES_tradnl" sz="1100" dirty="0"/>
              <a:t>Haga clic sobre el registro para el cual desea evaluar el avance del alumno. </a:t>
            </a:r>
          </a:p>
          <a:p>
            <a:pPr marL="228600" indent="-228600">
              <a:buFont typeface="+mj-lt"/>
              <a:buAutoNum type="arabicPeriod" startAt="8"/>
            </a:pPr>
            <a:r>
              <a:rPr lang="es-ES_tradnl" sz="1100" dirty="0"/>
              <a:t>Presiona el botón Seleccionar.</a:t>
            </a:r>
          </a:p>
        </p:txBody>
      </p:sp>
      <p:sp>
        <p:nvSpPr>
          <p:cNvPr id="8" name="Rectángulo 7">
            <a:extLst>
              <a:ext uri="{FF2B5EF4-FFF2-40B4-BE49-F238E27FC236}">
                <a16:creationId xmlns:a16="http://schemas.microsoft.com/office/drawing/2014/main" id="{DC7E248A-FF07-478C-65AA-C236138196C1}"/>
              </a:ext>
            </a:extLst>
          </p:cNvPr>
          <p:cNvSpPr/>
          <p:nvPr/>
        </p:nvSpPr>
        <p:spPr>
          <a:xfrm>
            <a:off x="746525" y="2156599"/>
            <a:ext cx="10933084" cy="4480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B361C795-18D3-214B-6E5E-73B9AD388A64}"/>
              </a:ext>
            </a:extLst>
          </p:cNvPr>
          <p:cNvSpPr txBox="1"/>
          <p:nvPr/>
        </p:nvSpPr>
        <p:spPr>
          <a:xfrm>
            <a:off x="5158021" y="1853015"/>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6" name="Rectángulo 5">
            <a:extLst>
              <a:ext uri="{FF2B5EF4-FFF2-40B4-BE49-F238E27FC236}">
                <a16:creationId xmlns:a16="http://schemas.microsoft.com/office/drawing/2014/main" id="{17CE8CE6-788E-F3B4-C6E7-567E8088700B}"/>
              </a:ext>
            </a:extLst>
          </p:cNvPr>
          <p:cNvSpPr/>
          <p:nvPr/>
        </p:nvSpPr>
        <p:spPr>
          <a:xfrm>
            <a:off x="10544914" y="6172199"/>
            <a:ext cx="656218" cy="258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6871AD33-666F-4CFD-01B2-96B00B03A86A}"/>
              </a:ext>
            </a:extLst>
          </p:cNvPr>
          <p:cNvSpPr txBox="1"/>
          <p:nvPr/>
        </p:nvSpPr>
        <p:spPr>
          <a:xfrm>
            <a:off x="10722146" y="5802220"/>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Tree>
    <p:extLst>
      <p:ext uri="{BB962C8B-B14F-4D97-AF65-F5344CB8AC3E}">
        <p14:creationId xmlns:p14="http://schemas.microsoft.com/office/powerpoint/2010/main" val="16421923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C8BC117-1629-9A8B-4DA3-9A7DE7414F8F}"/>
              </a:ext>
            </a:extLst>
          </p:cNvPr>
          <p:cNvPicPr>
            <a:picLocks noChangeAspect="1"/>
          </p:cNvPicPr>
          <p:nvPr/>
        </p:nvPicPr>
        <p:blipFill>
          <a:blip r:embed="rId3"/>
          <a:stretch>
            <a:fillRect/>
          </a:stretch>
        </p:blipFill>
        <p:spPr>
          <a:xfrm>
            <a:off x="765301" y="1000175"/>
            <a:ext cx="10938438" cy="5486400"/>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710466" y="4722694"/>
            <a:ext cx="7196865" cy="6023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0"/>
            </a:pPr>
            <a:r>
              <a:rPr lang="es-ES_tradnl" sz="1100" dirty="0"/>
              <a:t>La información del registro seleccionado se copiará a esta página. </a:t>
            </a:r>
          </a:p>
          <a:p>
            <a:pPr marL="228600" indent="-228600">
              <a:buFont typeface="+mj-lt"/>
              <a:buAutoNum type="arabicPeriod" startAt="10"/>
            </a:pPr>
            <a:r>
              <a:rPr lang="es-ES_tradnl" sz="1100" dirty="0"/>
              <a:t>Guarde la información.</a:t>
            </a:r>
          </a:p>
        </p:txBody>
      </p:sp>
      <p:sp>
        <p:nvSpPr>
          <p:cNvPr id="8" name="Rectángulo 7">
            <a:extLst>
              <a:ext uri="{FF2B5EF4-FFF2-40B4-BE49-F238E27FC236}">
                <a16:creationId xmlns:a16="http://schemas.microsoft.com/office/drawing/2014/main" id="{DC7E248A-FF07-478C-65AA-C236138196C1}"/>
              </a:ext>
            </a:extLst>
          </p:cNvPr>
          <p:cNvSpPr/>
          <p:nvPr/>
        </p:nvSpPr>
        <p:spPr>
          <a:xfrm>
            <a:off x="733925" y="1764628"/>
            <a:ext cx="10969814" cy="26007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B361C795-18D3-214B-6E5E-73B9AD388A64}"/>
              </a:ext>
            </a:extLst>
          </p:cNvPr>
          <p:cNvSpPr txBox="1"/>
          <p:nvPr/>
        </p:nvSpPr>
        <p:spPr>
          <a:xfrm>
            <a:off x="2345971" y="1918643"/>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
        <p:nvSpPr>
          <p:cNvPr id="6" name="Rectángulo 5">
            <a:extLst>
              <a:ext uri="{FF2B5EF4-FFF2-40B4-BE49-F238E27FC236}">
                <a16:creationId xmlns:a16="http://schemas.microsoft.com/office/drawing/2014/main" id="{17CE8CE6-788E-F3B4-C6E7-567E8088700B}"/>
              </a:ext>
            </a:extLst>
          </p:cNvPr>
          <p:cNvSpPr/>
          <p:nvPr/>
        </p:nvSpPr>
        <p:spPr>
          <a:xfrm>
            <a:off x="11198891" y="6172199"/>
            <a:ext cx="536224"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6871AD33-666F-4CFD-01B2-96B00B03A86A}"/>
              </a:ext>
            </a:extLst>
          </p:cNvPr>
          <p:cNvSpPr txBox="1"/>
          <p:nvPr/>
        </p:nvSpPr>
        <p:spPr>
          <a:xfrm>
            <a:off x="10648948" y="6172199"/>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Tree>
    <p:extLst>
      <p:ext uri="{BB962C8B-B14F-4D97-AF65-F5344CB8AC3E}">
        <p14:creationId xmlns:p14="http://schemas.microsoft.com/office/powerpoint/2010/main" val="31059423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A4D1F3D-BFDF-EBE8-8E8B-BBC5F5A2342C}"/>
              </a:ext>
            </a:extLst>
          </p:cNvPr>
          <p:cNvPicPr>
            <a:picLocks noChangeAspect="1"/>
          </p:cNvPicPr>
          <p:nvPr/>
        </p:nvPicPr>
        <p:blipFill>
          <a:blip r:embed="rId3"/>
          <a:stretch>
            <a:fillRect/>
          </a:stretch>
        </p:blipFill>
        <p:spPr>
          <a:xfrm>
            <a:off x="775507" y="1005059"/>
            <a:ext cx="10908494" cy="5494352"/>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710466" y="4722694"/>
            <a:ext cx="7196865" cy="6023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2"/>
            </a:pPr>
            <a:r>
              <a:rPr lang="es-ES_tradnl" sz="1100" dirty="0"/>
              <a:t>Desde el menú de  </a:t>
            </a:r>
            <a:r>
              <a:rPr lang="es-ES_tradnl" sz="1100" b="1" dirty="0"/>
              <a:t>HERRAMIENTAS</a:t>
            </a:r>
            <a:r>
              <a:rPr lang="es-ES_tradnl" sz="1100" dirty="0"/>
              <a:t>, ubicar y seleccionar la opción  </a:t>
            </a:r>
            <a:r>
              <a:rPr lang="es-ES_tradnl" sz="1100" b="1" dirty="0"/>
              <a:t>Enviar para procesamiento</a:t>
            </a:r>
            <a:r>
              <a:rPr lang="es-ES_tradnl" sz="1100" dirty="0"/>
              <a:t>.</a:t>
            </a:r>
          </a:p>
        </p:txBody>
      </p:sp>
      <p:sp>
        <p:nvSpPr>
          <p:cNvPr id="9" name="CuadroTexto 8">
            <a:extLst>
              <a:ext uri="{FF2B5EF4-FFF2-40B4-BE49-F238E27FC236}">
                <a16:creationId xmlns:a16="http://schemas.microsoft.com/office/drawing/2014/main" id="{B361C795-18D3-214B-6E5E-73B9AD388A64}"/>
              </a:ext>
            </a:extLst>
          </p:cNvPr>
          <p:cNvSpPr txBox="1"/>
          <p:nvPr/>
        </p:nvSpPr>
        <p:spPr>
          <a:xfrm>
            <a:off x="9534155" y="4916142"/>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Tree>
    <p:extLst>
      <p:ext uri="{BB962C8B-B14F-4D97-AF65-F5344CB8AC3E}">
        <p14:creationId xmlns:p14="http://schemas.microsoft.com/office/powerpoint/2010/main" val="32533875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5C66CC2-ACB7-DA26-8A8D-99B743102B38}"/>
              </a:ext>
            </a:extLst>
          </p:cNvPr>
          <p:cNvPicPr>
            <a:picLocks noChangeAspect="1"/>
          </p:cNvPicPr>
          <p:nvPr/>
        </p:nvPicPr>
        <p:blipFill>
          <a:blip r:embed="rId3"/>
          <a:stretch>
            <a:fillRect/>
          </a:stretch>
        </p:blipFill>
        <p:spPr>
          <a:xfrm>
            <a:off x="840508" y="1118922"/>
            <a:ext cx="10723419" cy="523569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4184725" y="4335419"/>
            <a:ext cx="4701091" cy="6023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Aparecerá este mensaje mientras procesa el CAPP</a:t>
            </a:r>
          </a:p>
        </p:txBody>
      </p:sp>
    </p:spTree>
    <p:extLst>
      <p:ext uri="{BB962C8B-B14F-4D97-AF65-F5344CB8AC3E}">
        <p14:creationId xmlns:p14="http://schemas.microsoft.com/office/powerpoint/2010/main" val="18490598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7DFFCA9-F2CF-0F27-7910-65B4E6EA36A9}"/>
              </a:ext>
            </a:extLst>
          </p:cNvPr>
          <p:cNvPicPr>
            <a:picLocks noChangeAspect="1"/>
          </p:cNvPicPr>
          <p:nvPr/>
        </p:nvPicPr>
        <p:blipFill>
          <a:blip r:embed="rId3"/>
          <a:stretch>
            <a:fillRect/>
          </a:stretch>
        </p:blipFill>
        <p:spPr>
          <a:xfrm>
            <a:off x="840509" y="1084188"/>
            <a:ext cx="10788074" cy="539121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6223977" y="1982897"/>
            <a:ext cx="4701091"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Al finalizar el proceso de ejecución del CAPP, aparecerá este mensaje y el número de solicitud que se acaba de generar.</a:t>
            </a:r>
          </a:p>
          <a:p>
            <a:pPr algn="ctr"/>
            <a:endParaRPr lang="es-ES_tradnl" sz="1100" dirty="0"/>
          </a:p>
          <a:p>
            <a:pPr marL="228600" indent="-228600">
              <a:buFont typeface="+mj-lt"/>
              <a:buAutoNum type="arabicPeriod" startAt="13"/>
            </a:pPr>
            <a:r>
              <a:rPr lang="es-ES_tradnl" sz="1100" dirty="0"/>
              <a:t>Presione el botón </a:t>
            </a:r>
            <a:r>
              <a:rPr lang="es-ES_tradnl" sz="1100" b="1" dirty="0"/>
              <a:t>OK</a:t>
            </a:r>
            <a:r>
              <a:rPr lang="es-ES_tradnl" sz="1100" dirty="0"/>
              <a:t>.</a:t>
            </a:r>
          </a:p>
        </p:txBody>
      </p:sp>
      <p:sp>
        <p:nvSpPr>
          <p:cNvPr id="6" name="Rectángulo 5">
            <a:extLst>
              <a:ext uri="{FF2B5EF4-FFF2-40B4-BE49-F238E27FC236}">
                <a16:creationId xmlns:a16="http://schemas.microsoft.com/office/drawing/2014/main" id="{C35BD16A-1930-D358-3560-2B4579B6B85F}"/>
              </a:ext>
            </a:extLst>
          </p:cNvPr>
          <p:cNvSpPr/>
          <p:nvPr/>
        </p:nvSpPr>
        <p:spPr>
          <a:xfrm>
            <a:off x="840509" y="3374589"/>
            <a:ext cx="1958109" cy="31197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D0E42E58-998B-99AD-B7EA-6F71A46619C4}"/>
              </a:ext>
            </a:extLst>
          </p:cNvPr>
          <p:cNvSpPr txBox="1"/>
          <p:nvPr/>
        </p:nvSpPr>
        <p:spPr>
          <a:xfrm>
            <a:off x="4376486" y="3623843"/>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Tree>
    <p:extLst>
      <p:ext uri="{BB962C8B-B14F-4D97-AF65-F5344CB8AC3E}">
        <p14:creationId xmlns:p14="http://schemas.microsoft.com/office/powerpoint/2010/main" val="3368789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225362D-AC0D-0B67-F693-88C4F3A40BEB}"/>
              </a:ext>
            </a:extLst>
          </p:cNvPr>
          <p:cNvPicPr>
            <a:picLocks noChangeAspect="1"/>
          </p:cNvPicPr>
          <p:nvPr/>
        </p:nvPicPr>
        <p:blipFill>
          <a:blip r:embed="rId3"/>
          <a:stretch>
            <a:fillRect/>
          </a:stretch>
        </p:blipFill>
        <p:spPr>
          <a:xfrm>
            <a:off x="775507" y="1050829"/>
            <a:ext cx="10862312" cy="5419794"/>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Evaluar avance curricular de los alumnos</a:t>
            </a:r>
            <a:endParaRPr lang="es-ES_tradnl" b="1" dirty="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2958353" y="1929109"/>
            <a:ext cx="5195943" cy="108303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4"/>
            </a:pPr>
            <a:r>
              <a:rPr lang="es-ES_tradnl" sz="1100" dirty="0"/>
              <a:t>Para ver el detalle del CAPP ejecutado, vaya a </a:t>
            </a:r>
            <a:r>
              <a:rPr lang="es-ES_tradnl" sz="1100" b="1" dirty="0"/>
              <a:t>RELACIONADO</a:t>
            </a:r>
            <a:r>
              <a:rPr lang="es-ES_tradnl" sz="1100" dirty="0"/>
              <a:t>, y seleccione la opción </a:t>
            </a:r>
            <a:r>
              <a:rPr lang="es-ES_tradnl" sz="1100" b="1" dirty="0"/>
              <a:t>Desplegar resultados de cumplimiento</a:t>
            </a:r>
            <a:r>
              <a:rPr lang="es-ES_tradnl" sz="1100" dirty="0"/>
              <a:t>.</a:t>
            </a:r>
          </a:p>
          <a:p>
            <a:pPr marL="228600" indent="-228600">
              <a:buFont typeface="+mj-lt"/>
              <a:buAutoNum type="arabicPeriod" startAt="14"/>
            </a:pPr>
            <a:endParaRPr lang="es-ES_tradnl" sz="1100" dirty="0"/>
          </a:p>
          <a:p>
            <a:pPr algn="ctr"/>
            <a:r>
              <a:rPr lang="es-ES_tradnl" sz="1100" dirty="0"/>
              <a:t>El sistema va a la página </a:t>
            </a:r>
            <a:r>
              <a:rPr lang="es-ES_tradnl" sz="1100" b="1" dirty="0"/>
              <a:t>SMICRLT</a:t>
            </a:r>
            <a:r>
              <a:rPr lang="es-ES_tradnl" sz="1100" dirty="0"/>
              <a:t>, con el ID del estudiante y la solicitud que se acaba de ejecutar. A continuación se explica cómo revisar los resultados del CAPP</a:t>
            </a:r>
          </a:p>
        </p:txBody>
      </p:sp>
      <p:sp>
        <p:nvSpPr>
          <p:cNvPr id="7" name="CuadroTexto 6">
            <a:extLst>
              <a:ext uri="{FF2B5EF4-FFF2-40B4-BE49-F238E27FC236}">
                <a16:creationId xmlns:a16="http://schemas.microsoft.com/office/drawing/2014/main" id="{D0E42E58-998B-99AD-B7EA-6F71A46619C4}"/>
              </a:ext>
            </a:extLst>
          </p:cNvPr>
          <p:cNvSpPr txBox="1"/>
          <p:nvPr/>
        </p:nvSpPr>
        <p:spPr>
          <a:xfrm>
            <a:off x="9642168" y="1949909"/>
            <a:ext cx="301753" cy="215444"/>
          </a:xfrm>
          <a:prstGeom prst="rect">
            <a:avLst/>
          </a:prstGeom>
          <a:solidFill>
            <a:schemeClr val="accent3"/>
          </a:solidFill>
        </p:spPr>
        <p:txBody>
          <a:bodyPr wrap="square" rtlCol="0">
            <a:spAutoFit/>
          </a:bodyPr>
          <a:lstStyle/>
          <a:p>
            <a:r>
              <a:rPr lang="en-US" sz="800" b="1" dirty="0">
                <a:solidFill>
                  <a:schemeClr val="bg1"/>
                </a:solidFill>
              </a:rPr>
              <a:t>14</a:t>
            </a:r>
          </a:p>
        </p:txBody>
      </p:sp>
    </p:spTree>
    <p:extLst>
      <p:ext uri="{BB962C8B-B14F-4D97-AF65-F5344CB8AC3E}">
        <p14:creationId xmlns:p14="http://schemas.microsoft.com/office/powerpoint/2010/main" val="12760381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vertical 6">
            <a:extLst>
              <a:ext uri="{FF2B5EF4-FFF2-40B4-BE49-F238E27FC236}">
                <a16:creationId xmlns:a16="http://schemas.microsoft.com/office/drawing/2014/main" id="{93E35FE0-0FC2-8560-328A-29E95A35D169}"/>
              </a:ext>
            </a:extLst>
          </p:cNvPr>
          <p:cNvSpPr>
            <a:spLocks noGrp="1"/>
          </p:cNvSpPr>
          <p:nvPr>
            <p:ph type="body" orient="vert" sz="quarter" idx="10"/>
          </p:nvPr>
        </p:nvSpPr>
        <p:spPr/>
        <p:txBody>
          <a:bodyPr/>
          <a:lstStyle/>
          <a:p>
            <a:r>
              <a:rPr lang="es-CO" sz="1200" dirty="0"/>
              <a:t>Ejecutar procesos de cierre de periodo académico</a:t>
            </a:r>
            <a:endParaRPr lang="es-ES_tradnl" dirty="0"/>
          </a:p>
        </p:txBody>
      </p:sp>
      <p:sp>
        <p:nvSpPr>
          <p:cNvPr id="2" name="Title 1"/>
          <p:cNvSpPr>
            <a:spLocks noGrp="1"/>
          </p:cNvSpPr>
          <p:nvPr>
            <p:ph type="title"/>
          </p:nvPr>
        </p:nvSpPr>
        <p:spPr/>
        <p:txBody>
          <a:bodyPr/>
          <a:lstStyle/>
          <a:p>
            <a:r>
              <a:rPr lang="es-CO" dirty="0"/>
              <a:t>Resultados de avance curricular de los alumnos</a:t>
            </a:r>
            <a:endParaRPr lang="es-ES_tradnl" dirty="0"/>
          </a:p>
        </p:txBody>
      </p:sp>
      <p:sp>
        <p:nvSpPr>
          <p:cNvPr id="8" name="Marcador de texto 7">
            <a:extLst>
              <a:ext uri="{FF2B5EF4-FFF2-40B4-BE49-F238E27FC236}">
                <a16:creationId xmlns:a16="http://schemas.microsoft.com/office/drawing/2014/main" id="{118805A1-D08A-8581-DDB0-A3BC88E92FAA}"/>
              </a:ext>
            </a:extLst>
          </p:cNvPr>
          <p:cNvSpPr>
            <a:spLocks noGrp="1"/>
          </p:cNvSpPr>
          <p:nvPr>
            <p:ph type="body" sz="quarter" idx="18"/>
          </p:nvPr>
        </p:nvSpPr>
        <p:spPr/>
        <p:txBody>
          <a:bodyPr/>
          <a:lstStyle/>
          <a:p>
            <a:endParaRPr lang="es-ES_tradnl" dirty="0"/>
          </a:p>
        </p:txBody>
      </p:sp>
    </p:spTree>
    <p:extLst>
      <p:ext uri="{BB962C8B-B14F-4D97-AF65-F5344CB8AC3E}">
        <p14:creationId xmlns:p14="http://schemas.microsoft.com/office/powerpoint/2010/main" val="4362336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474FBEE-FF19-AD17-F5D1-7FEB45487285}"/>
              </a:ext>
            </a:extLst>
          </p:cNvPr>
          <p:cNvPicPr>
            <a:picLocks noChangeAspect="1"/>
          </p:cNvPicPr>
          <p:nvPr/>
        </p:nvPicPr>
        <p:blipFill>
          <a:blip r:embed="rId3"/>
          <a:stretch>
            <a:fillRect/>
          </a:stretch>
        </p:blipFill>
        <p:spPr>
          <a:xfrm>
            <a:off x="609600" y="849745"/>
            <a:ext cx="11287021" cy="5608165"/>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15" name="CuadroTexto 14">
            <a:extLst>
              <a:ext uri="{FF2B5EF4-FFF2-40B4-BE49-F238E27FC236}">
                <a16:creationId xmlns:a16="http://schemas.microsoft.com/office/drawing/2014/main" id="{EEDC3DC5-C30B-7676-D015-994A11787D52}"/>
              </a:ext>
            </a:extLst>
          </p:cNvPr>
          <p:cNvSpPr txBox="1"/>
          <p:nvPr/>
        </p:nvSpPr>
        <p:spPr>
          <a:xfrm>
            <a:off x="834855" y="1415738"/>
            <a:ext cx="301753" cy="215444"/>
          </a:xfrm>
          <a:prstGeom prst="rect">
            <a:avLst/>
          </a:prstGeom>
          <a:solidFill>
            <a:schemeClr val="accent3"/>
          </a:solidFill>
        </p:spPr>
        <p:txBody>
          <a:bodyPr wrap="square" rtlCol="0">
            <a:spAutoFit/>
          </a:bodyPr>
          <a:lstStyle/>
          <a:p>
            <a:r>
              <a:rPr lang="en-US" sz="800" b="1" dirty="0">
                <a:solidFill>
                  <a:schemeClr val="bg1"/>
                </a:solidFill>
              </a:rPr>
              <a:t>1</a:t>
            </a:r>
          </a:p>
        </p:txBody>
      </p:sp>
      <p:sp>
        <p:nvSpPr>
          <p:cNvPr id="18" name="CuadroTexto 17">
            <a:extLst>
              <a:ext uri="{FF2B5EF4-FFF2-40B4-BE49-F238E27FC236}">
                <a16:creationId xmlns:a16="http://schemas.microsoft.com/office/drawing/2014/main" id="{F3831DD0-97E9-8C8E-9416-0D8D578791A4}"/>
              </a:ext>
            </a:extLst>
          </p:cNvPr>
          <p:cNvSpPr txBox="1"/>
          <p:nvPr/>
        </p:nvSpPr>
        <p:spPr>
          <a:xfrm>
            <a:off x="5262260" y="1433014"/>
            <a:ext cx="301753" cy="215444"/>
          </a:xfrm>
          <a:prstGeom prst="rect">
            <a:avLst/>
          </a:prstGeom>
          <a:solidFill>
            <a:schemeClr val="accent3"/>
          </a:solidFill>
        </p:spPr>
        <p:txBody>
          <a:bodyPr wrap="square" rtlCol="0">
            <a:spAutoFit/>
          </a:bodyPr>
          <a:lstStyle/>
          <a:p>
            <a:r>
              <a:rPr lang="en-US" sz="800" b="1" dirty="0">
                <a:solidFill>
                  <a:schemeClr val="bg1"/>
                </a:solidFill>
              </a:rPr>
              <a:t>2</a:t>
            </a:r>
          </a:p>
        </p:txBody>
      </p:sp>
      <p:sp>
        <p:nvSpPr>
          <p:cNvPr id="20" name="Rectángulo 19">
            <a:extLst>
              <a:ext uri="{FF2B5EF4-FFF2-40B4-BE49-F238E27FC236}">
                <a16:creationId xmlns:a16="http://schemas.microsoft.com/office/drawing/2014/main" id="{E83CAD13-7452-C60C-92FB-4774FFD99054}"/>
              </a:ext>
            </a:extLst>
          </p:cNvPr>
          <p:cNvSpPr/>
          <p:nvPr/>
        </p:nvSpPr>
        <p:spPr>
          <a:xfrm>
            <a:off x="1173553" y="1415738"/>
            <a:ext cx="2170011"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Rectángulo 20">
            <a:extLst>
              <a:ext uri="{FF2B5EF4-FFF2-40B4-BE49-F238E27FC236}">
                <a16:creationId xmlns:a16="http://schemas.microsoft.com/office/drawing/2014/main" id="{1325A01C-7E73-28B7-3F28-830A3C25D22B}"/>
              </a:ext>
            </a:extLst>
          </p:cNvPr>
          <p:cNvSpPr/>
          <p:nvPr/>
        </p:nvSpPr>
        <p:spPr>
          <a:xfrm>
            <a:off x="5725090" y="1433014"/>
            <a:ext cx="2348199" cy="18089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Rectángulo: esquinas redondeadas 21">
            <a:extLst>
              <a:ext uri="{FF2B5EF4-FFF2-40B4-BE49-F238E27FC236}">
                <a16:creationId xmlns:a16="http://schemas.microsoft.com/office/drawing/2014/main" id="{35633517-B82B-5C27-B5C5-CD35022B3B81}"/>
              </a:ext>
            </a:extLst>
          </p:cNvPr>
          <p:cNvSpPr/>
          <p:nvPr/>
        </p:nvSpPr>
        <p:spPr>
          <a:xfrm>
            <a:off x="3190046" y="3396726"/>
            <a:ext cx="6717737" cy="89855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r>
              <a:rPr lang="es-ES_tradnl" sz="1100" dirty="0"/>
              <a:t>En la página </a:t>
            </a:r>
            <a:r>
              <a:rPr lang="es-ES_tradnl" sz="1100" b="1" dirty="0"/>
              <a:t>SMICRLT</a:t>
            </a:r>
            <a:r>
              <a:rPr lang="es-ES_tradnl" sz="1100" dirty="0"/>
              <a:t> digite el ID del estudiante al que se le consultarán los resultados del CAPP.</a:t>
            </a:r>
          </a:p>
          <a:p>
            <a:pPr marL="228600" indent="-228600">
              <a:buFont typeface="+mj-lt"/>
              <a:buAutoNum type="arabicPeriod"/>
            </a:pPr>
            <a:r>
              <a:rPr lang="es-419" sz="1100" dirty="0"/>
              <a:t>Seleccione el Número de solicitud presionando los tres botones (si viene desde el menú relacionado de SMARQCM ya viene seleccionado).</a:t>
            </a:r>
            <a:endParaRPr lang="es-CO" sz="1100" dirty="0"/>
          </a:p>
        </p:txBody>
      </p:sp>
    </p:spTree>
    <p:extLst>
      <p:ext uri="{BB962C8B-B14F-4D97-AF65-F5344CB8AC3E}">
        <p14:creationId xmlns:p14="http://schemas.microsoft.com/office/powerpoint/2010/main" val="31331619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DB2F80D-BAC6-26FE-7AA9-CCCE96F6407E}"/>
              </a:ext>
            </a:extLst>
          </p:cNvPr>
          <p:cNvPicPr>
            <a:picLocks noChangeAspect="1"/>
          </p:cNvPicPr>
          <p:nvPr/>
        </p:nvPicPr>
        <p:blipFill>
          <a:blip r:embed="rId3"/>
          <a:stretch>
            <a:fillRect/>
          </a:stretch>
        </p:blipFill>
        <p:spPr>
          <a:xfrm>
            <a:off x="775507" y="1012354"/>
            <a:ext cx="10954676" cy="5448721"/>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15" name="CuadroTexto 14">
            <a:extLst>
              <a:ext uri="{FF2B5EF4-FFF2-40B4-BE49-F238E27FC236}">
                <a16:creationId xmlns:a16="http://schemas.microsoft.com/office/drawing/2014/main" id="{EEDC3DC5-C30B-7676-D015-994A11787D52}"/>
              </a:ext>
            </a:extLst>
          </p:cNvPr>
          <p:cNvSpPr txBox="1"/>
          <p:nvPr/>
        </p:nvSpPr>
        <p:spPr>
          <a:xfrm>
            <a:off x="3893685" y="3330828"/>
            <a:ext cx="301753" cy="215444"/>
          </a:xfrm>
          <a:prstGeom prst="rect">
            <a:avLst/>
          </a:prstGeom>
          <a:solidFill>
            <a:schemeClr val="accent3"/>
          </a:solidFill>
        </p:spPr>
        <p:txBody>
          <a:bodyPr wrap="square" rtlCol="0">
            <a:spAutoFit/>
          </a:bodyPr>
          <a:lstStyle/>
          <a:p>
            <a:r>
              <a:rPr lang="en-US" sz="800" b="1" dirty="0">
                <a:solidFill>
                  <a:schemeClr val="bg1"/>
                </a:solidFill>
              </a:rPr>
              <a:t>3</a:t>
            </a:r>
          </a:p>
        </p:txBody>
      </p:sp>
      <p:sp>
        <p:nvSpPr>
          <p:cNvPr id="20" name="Rectángulo 19">
            <a:extLst>
              <a:ext uri="{FF2B5EF4-FFF2-40B4-BE49-F238E27FC236}">
                <a16:creationId xmlns:a16="http://schemas.microsoft.com/office/drawing/2014/main" id="{E83CAD13-7452-C60C-92FB-4774FFD99054}"/>
              </a:ext>
            </a:extLst>
          </p:cNvPr>
          <p:cNvSpPr/>
          <p:nvPr/>
        </p:nvSpPr>
        <p:spPr>
          <a:xfrm>
            <a:off x="4429268" y="3311726"/>
            <a:ext cx="3702972" cy="23454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Rectángulo: esquinas redondeadas 21">
            <a:extLst>
              <a:ext uri="{FF2B5EF4-FFF2-40B4-BE49-F238E27FC236}">
                <a16:creationId xmlns:a16="http://schemas.microsoft.com/office/drawing/2014/main" id="{35633517-B82B-5C27-B5C5-CD35022B3B81}"/>
              </a:ext>
            </a:extLst>
          </p:cNvPr>
          <p:cNvSpPr/>
          <p:nvPr/>
        </p:nvSpPr>
        <p:spPr>
          <a:xfrm>
            <a:off x="4113355" y="5364460"/>
            <a:ext cx="4636547" cy="58073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3"/>
            </a:pPr>
            <a:r>
              <a:rPr lang="es-419" sz="1100" dirty="0"/>
              <a:t>Seleccione la solicitud que desea consultar.</a:t>
            </a:r>
          </a:p>
          <a:p>
            <a:pPr marL="228600" indent="-228600">
              <a:buFont typeface="+mj-lt"/>
              <a:buAutoNum type="arabicPeriod" startAt="3"/>
            </a:pPr>
            <a:r>
              <a:rPr lang="es-419" sz="1100" dirty="0"/>
              <a:t>Presione el botón </a:t>
            </a:r>
            <a:r>
              <a:rPr lang="es-419" sz="1100" b="1" dirty="0"/>
              <a:t>OK</a:t>
            </a:r>
            <a:r>
              <a:rPr lang="es-419" sz="1100" dirty="0"/>
              <a:t>.</a:t>
            </a:r>
            <a:endParaRPr lang="es-CO" sz="1100" dirty="0"/>
          </a:p>
        </p:txBody>
      </p:sp>
      <p:sp>
        <p:nvSpPr>
          <p:cNvPr id="5" name="CuadroTexto 4">
            <a:extLst>
              <a:ext uri="{FF2B5EF4-FFF2-40B4-BE49-F238E27FC236}">
                <a16:creationId xmlns:a16="http://schemas.microsoft.com/office/drawing/2014/main" id="{A63A5843-7018-21E0-4536-B329E7F44C74}"/>
              </a:ext>
            </a:extLst>
          </p:cNvPr>
          <p:cNvSpPr txBox="1"/>
          <p:nvPr/>
        </p:nvSpPr>
        <p:spPr>
          <a:xfrm>
            <a:off x="8132239" y="4902868"/>
            <a:ext cx="301753" cy="215444"/>
          </a:xfrm>
          <a:prstGeom prst="rect">
            <a:avLst/>
          </a:prstGeom>
          <a:solidFill>
            <a:schemeClr val="accent3"/>
          </a:solidFill>
        </p:spPr>
        <p:txBody>
          <a:bodyPr wrap="square" rtlCol="0">
            <a:spAutoFit/>
          </a:bodyPr>
          <a:lstStyle/>
          <a:p>
            <a:r>
              <a:rPr lang="en-US" sz="800" b="1" dirty="0">
                <a:solidFill>
                  <a:schemeClr val="bg1"/>
                </a:solidFill>
              </a:rPr>
              <a:t>4</a:t>
            </a:r>
          </a:p>
        </p:txBody>
      </p:sp>
    </p:spTree>
    <p:extLst>
      <p:ext uri="{BB962C8B-B14F-4D97-AF65-F5344CB8AC3E}">
        <p14:creationId xmlns:p14="http://schemas.microsoft.com/office/powerpoint/2010/main" val="15735903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D4B1010-5089-8300-2BEB-47AA6412B88D}"/>
              </a:ext>
            </a:extLst>
          </p:cNvPr>
          <p:cNvPicPr>
            <a:picLocks noChangeAspect="1"/>
          </p:cNvPicPr>
          <p:nvPr/>
        </p:nvPicPr>
        <p:blipFill>
          <a:blip r:embed="rId3"/>
          <a:stretch>
            <a:fillRect/>
          </a:stretch>
        </p:blipFill>
        <p:spPr>
          <a:xfrm>
            <a:off x="592367" y="842326"/>
            <a:ext cx="11285598" cy="562512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20" name="Rectángulo 19">
            <a:extLst>
              <a:ext uri="{FF2B5EF4-FFF2-40B4-BE49-F238E27FC236}">
                <a16:creationId xmlns:a16="http://schemas.microsoft.com/office/drawing/2014/main" id="{E83CAD13-7452-C60C-92FB-4774FFD99054}"/>
              </a:ext>
            </a:extLst>
          </p:cNvPr>
          <p:cNvSpPr/>
          <p:nvPr/>
        </p:nvSpPr>
        <p:spPr>
          <a:xfrm>
            <a:off x="1201969" y="1359695"/>
            <a:ext cx="6618834" cy="2673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2" name="Rectángulo: esquinas redondeadas 21">
            <a:extLst>
              <a:ext uri="{FF2B5EF4-FFF2-40B4-BE49-F238E27FC236}">
                <a16:creationId xmlns:a16="http://schemas.microsoft.com/office/drawing/2014/main" id="{35633517-B82B-5C27-B5C5-CD35022B3B81}"/>
              </a:ext>
            </a:extLst>
          </p:cNvPr>
          <p:cNvSpPr/>
          <p:nvPr/>
        </p:nvSpPr>
        <p:spPr>
          <a:xfrm>
            <a:off x="3615455" y="2964205"/>
            <a:ext cx="5124577" cy="58073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5"/>
            </a:pPr>
            <a:r>
              <a:rPr lang="es-419" sz="1100" dirty="0"/>
              <a:t>Toda vez que están llenos los datos principales, presione el botón </a:t>
            </a:r>
            <a:r>
              <a:rPr lang="es-419" sz="1100" b="1" dirty="0"/>
              <a:t>Ir</a:t>
            </a:r>
            <a:r>
              <a:rPr lang="es-419" sz="1100" dirty="0"/>
              <a:t>.</a:t>
            </a:r>
            <a:endParaRPr lang="es-CO" sz="1100" dirty="0"/>
          </a:p>
        </p:txBody>
      </p:sp>
      <p:sp>
        <p:nvSpPr>
          <p:cNvPr id="5" name="CuadroTexto 4">
            <a:extLst>
              <a:ext uri="{FF2B5EF4-FFF2-40B4-BE49-F238E27FC236}">
                <a16:creationId xmlns:a16="http://schemas.microsoft.com/office/drawing/2014/main" id="{A63A5843-7018-21E0-4536-B329E7F44C74}"/>
              </a:ext>
            </a:extLst>
          </p:cNvPr>
          <p:cNvSpPr txBox="1"/>
          <p:nvPr/>
        </p:nvSpPr>
        <p:spPr>
          <a:xfrm>
            <a:off x="10990031" y="1414034"/>
            <a:ext cx="301753" cy="215444"/>
          </a:xfrm>
          <a:prstGeom prst="rect">
            <a:avLst/>
          </a:prstGeom>
          <a:solidFill>
            <a:schemeClr val="accent3"/>
          </a:solidFill>
        </p:spPr>
        <p:txBody>
          <a:bodyPr wrap="square" rtlCol="0">
            <a:spAutoFit/>
          </a:bodyPr>
          <a:lstStyle/>
          <a:p>
            <a:r>
              <a:rPr lang="en-US" sz="800" b="1" dirty="0">
                <a:solidFill>
                  <a:schemeClr val="bg1"/>
                </a:solidFill>
              </a:rPr>
              <a:t>5</a:t>
            </a:r>
          </a:p>
        </p:txBody>
      </p:sp>
    </p:spTree>
    <p:extLst>
      <p:ext uri="{BB962C8B-B14F-4D97-AF65-F5344CB8AC3E}">
        <p14:creationId xmlns:p14="http://schemas.microsoft.com/office/powerpoint/2010/main" val="17884730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9D173AE-A4B8-A330-9C04-C85E6DE42CC7}"/>
              </a:ext>
            </a:extLst>
          </p:cNvPr>
          <p:cNvPicPr>
            <a:picLocks noChangeAspect="1"/>
          </p:cNvPicPr>
          <p:nvPr/>
        </p:nvPicPr>
        <p:blipFill>
          <a:blip r:embed="rId3"/>
          <a:stretch>
            <a:fillRect/>
          </a:stretch>
        </p:blipFill>
        <p:spPr>
          <a:xfrm>
            <a:off x="775507" y="1019947"/>
            <a:ext cx="10954676" cy="543159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6" name="Rectángulo 5">
            <a:extLst>
              <a:ext uri="{FF2B5EF4-FFF2-40B4-BE49-F238E27FC236}">
                <a16:creationId xmlns:a16="http://schemas.microsoft.com/office/drawing/2014/main" id="{04A8237E-03EF-502B-2283-D0E0B9FB081D}"/>
              </a:ext>
            </a:extLst>
          </p:cNvPr>
          <p:cNvSpPr/>
          <p:nvPr/>
        </p:nvSpPr>
        <p:spPr>
          <a:xfrm>
            <a:off x="775507" y="1773382"/>
            <a:ext cx="10830220" cy="4835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619133" y="4565960"/>
            <a:ext cx="9504274" cy="115913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s-ES_tradnl" sz="1100" dirty="0"/>
              <a:t>Se puede observar el </a:t>
            </a:r>
            <a:r>
              <a:rPr lang="es-ES_tradnl" sz="1100" b="1" dirty="0"/>
              <a:t>Programa y período catálogo </a:t>
            </a:r>
            <a:r>
              <a:rPr lang="es-ES_tradnl" sz="1100" dirty="0"/>
              <a:t>según el cual fue ejecutado el CAPP para la solicitud.</a:t>
            </a:r>
          </a:p>
          <a:p>
            <a:pPr algn="ctr">
              <a:lnSpc>
                <a:spcPct val="150000"/>
              </a:lnSpc>
            </a:pPr>
            <a:r>
              <a:rPr lang="es-ES_tradnl" sz="1100" dirty="0"/>
              <a:t>Se visualizan las columnas </a:t>
            </a:r>
            <a:r>
              <a:rPr lang="es-ES_tradnl" sz="1100" b="1" dirty="0"/>
              <a:t>Cumple</a:t>
            </a:r>
            <a:r>
              <a:rPr lang="es-ES_tradnl" sz="1100" dirty="0"/>
              <a:t> y </a:t>
            </a:r>
            <a:r>
              <a:rPr lang="es-ES_tradnl" sz="1100" b="1" dirty="0"/>
              <a:t>No cumple</a:t>
            </a:r>
            <a:r>
              <a:rPr lang="es-ES_tradnl" sz="1100" dirty="0"/>
              <a:t>, según los resultados de la evaluación del CAPP del estudiante.</a:t>
            </a:r>
          </a:p>
          <a:p>
            <a:pPr marL="228600" indent="-228600">
              <a:lnSpc>
                <a:spcPct val="150000"/>
              </a:lnSpc>
              <a:buFont typeface="+mj-lt"/>
              <a:buAutoNum type="arabicPeriod" startAt="6"/>
            </a:pPr>
            <a:r>
              <a:rPr lang="es-ES_tradnl" sz="1100" dirty="0"/>
              <a:t>Al presionar el botón         se puede ver el detalle de cada requerimiento para el estudiante en la ejecución del CAPP que se está consultando:</a:t>
            </a:r>
          </a:p>
        </p:txBody>
      </p:sp>
      <p:pic>
        <p:nvPicPr>
          <p:cNvPr id="3" name="Imagen 2">
            <a:extLst>
              <a:ext uri="{FF2B5EF4-FFF2-40B4-BE49-F238E27FC236}">
                <a16:creationId xmlns:a16="http://schemas.microsoft.com/office/drawing/2014/main" id="{E18080E5-2211-2485-0AB9-87EE740D85BC}"/>
              </a:ext>
            </a:extLst>
          </p:cNvPr>
          <p:cNvPicPr>
            <a:picLocks noChangeAspect="1"/>
          </p:cNvPicPr>
          <p:nvPr/>
        </p:nvPicPr>
        <p:blipFill>
          <a:blip r:embed="rId4"/>
          <a:stretch>
            <a:fillRect/>
          </a:stretch>
        </p:blipFill>
        <p:spPr>
          <a:xfrm>
            <a:off x="3335318" y="5298133"/>
            <a:ext cx="228600" cy="228600"/>
          </a:xfrm>
          <a:prstGeom prst="rect">
            <a:avLst/>
          </a:prstGeom>
        </p:spPr>
      </p:pic>
      <p:sp>
        <p:nvSpPr>
          <p:cNvPr id="4" name="CuadroTexto 3">
            <a:extLst>
              <a:ext uri="{FF2B5EF4-FFF2-40B4-BE49-F238E27FC236}">
                <a16:creationId xmlns:a16="http://schemas.microsoft.com/office/drawing/2014/main" id="{ABB35EDB-B66C-FCB6-CC1F-996B288A7CA1}"/>
              </a:ext>
            </a:extLst>
          </p:cNvPr>
          <p:cNvSpPr txBox="1"/>
          <p:nvPr/>
        </p:nvSpPr>
        <p:spPr>
          <a:xfrm>
            <a:off x="3715956" y="2719378"/>
            <a:ext cx="301753" cy="215444"/>
          </a:xfrm>
          <a:prstGeom prst="rect">
            <a:avLst/>
          </a:prstGeom>
          <a:solidFill>
            <a:schemeClr val="accent3"/>
          </a:solidFill>
        </p:spPr>
        <p:txBody>
          <a:bodyPr wrap="square" rtlCol="0">
            <a:spAutoFit/>
          </a:bodyPr>
          <a:lstStyle/>
          <a:p>
            <a:r>
              <a:rPr lang="en-US" sz="800" b="1" dirty="0">
                <a:solidFill>
                  <a:schemeClr val="bg1"/>
                </a:solidFill>
              </a:rPr>
              <a:t>6</a:t>
            </a:r>
          </a:p>
        </p:txBody>
      </p:sp>
    </p:spTree>
    <p:extLst>
      <p:ext uri="{BB962C8B-B14F-4D97-AF65-F5344CB8AC3E}">
        <p14:creationId xmlns:p14="http://schemas.microsoft.com/office/powerpoint/2010/main" val="626955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BD743A6-D7FC-47B0-563D-211D8D918856}"/>
              </a:ext>
            </a:extLst>
          </p:cNvPr>
          <p:cNvPicPr>
            <a:picLocks noChangeAspect="1"/>
          </p:cNvPicPr>
          <p:nvPr/>
        </p:nvPicPr>
        <p:blipFill>
          <a:blip r:embed="rId3"/>
          <a:stretch>
            <a:fillRect/>
          </a:stretch>
        </p:blipFill>
        <p:spPr>
          <a:xfrm>
            <a:off x="609598" y="1049016"/>
            <a:ext cx="10853479" cy="542957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Requerimientos Generales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09601" y="1373334"/>
            <a:ext cx="10605273" cy="40551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241893" y="4476915"/>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acceder a Requerimientos Generales se muestran los créditos y/o cursos </a:t>
            </a:r>
            <a:r>
              <a:rPr lang="es-ES_tradnl" sz="1100" b="1" dirty="0"/>
              <a:t>requeridos</a:t>
            </a:r>
            <a:r>
              <a:rPr lang="es-ES_tradnl" sz="1100" dirty="0"/>
              <a:t> por el Programa (según lo definido en la pantalla inicial SMAPROG) y los cursos y/o créditos usados por el estudiante, según lo que ha cursado y aprobado. </a:t>
            </a:r>
          </a:p>
          <a:p>
            <a:endParaRPr lang="es-ES_tradnl" sz="1100" dirty="0"/>
          </a:p>
          <a:p>
            <a:pPr marL="228600" indent="-228600">
              <a:buFont typeface="+mj-lt"/>
              <a:buAutoNum type="arabicPeriod" startAt="7"/>
            </a:pPr>
            <a:r>
              <a:rPr lang="es-ES_tradnl" sz="1100" dirty="0"/>
              <a:t>Para regresar a la página principal de SMICRLT, presione </a:t>
            </a:r>
            <a:r>
              <a:rPr lang="es-ES_tradnl" sz="1100" b="1" dirty="0"/>
              <a:t>Anular</a:t>
            </a:r>
            <a:r>
              <a:rPr lang="es-ES_tradnl" sz="1100" dirty="0"/>
              <a:t>.</a:t>
            </a:r>
          </a:p>
        </p:txBody>
      </p:sp>
      <p:sp>
        <p:nvSpPr>
          <p:cNvPr id="3" name="Rectángulo 2">
            <a:extLst>
              <a:ext uri="{FF2B5EF4-FFF2-40B4-BE49-F238E27FC236}">
                <a16:creationId xmlns:a16="http://schemas.microsoft.com/office/drawing/2014/main" id="{7780E278-575F-A16E-1D59-81BBBCA36126}"/>
              </a:ext>
            </a:extLst>
          </p:cNvPr>
          <p:cNvSpPr/>
          <p:nvPr/>
        </p:nvSpPr>
        <p:spPr>
          <a:xfrm>
            <a:off x="10317440" y="6172199"/>
            <a:ext cx="564161" cy="223220"/>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B54CB063-67E0-1F67-CBA1-7DD30448AB25}"/>
              </a:ext>
            </a:extLst>
          </p:cNvPr>
          <p:cNvSpPr txBox="1"/>
          <p:nvPr/>
        </p:nvSpPr>
        <p:spPr>
          <a:xfrm>
            <a:off x="10448643" y="5873581"/>
            <a:ext cx="301753" cy="215444"/>
          </a:xfrm>
          <a:prstGeom prst="rect">
            <a:avLst/>
          </a:prstGeom>
          <a:solidFill>
            <a:schemeClr val="accent3"/>
          </a:solidFill>
        </p:spPr>
        <p:txBody>
          <a:bodyPr wrap="square" rtlCol="0">
            <a:spAutoFit/>
          </a:bodyPr>
          <a:lstStyle/>
          <a:p>
            <a:r>
              <a:rPr lang="en-US" sz="800" b="1" dirty="0">
                <a:solidFill>
                  <a:schemeClr val="bg1"/>
                </a:solidFill>
              </a:rPr>
              <a:t>7</a:t>
            </a:r>
          </a:p>
        </p:txBody>
      </p:sp>
    </p:spTree>
    <p:extLst>
      <p:ext uri="{BB962C8B-B14F-4D97-AF65-F5344CB8AC3E}">
        <p14:creationId xmlns:p14="http://schemas.microsoft.com/office/powerpoint/2010/main" val="39588436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E94136A-7256-54FE-B890-DB63A33C8E4B}"/>
              </a:ext>
            </a:extLst>
          </p:cNvPr>
          <p:cNvPicPr>
            <a:picLocks noChangeAspect="1"/>
          </p:cNvPicPr>
          <p:nvPr/>
        </p:nvPicPr>
        <p:blipFill>
          <a:blip r:embed="rId3"/>
          <a:stretch>
            <a:fillRect/>
          </a:stretch>
        </p:blipFill>
        <p:spPr>
          <a:xfrm>
            <a:off x="752765" y="1108364"/>
            <a:ext cx="10737272" cy="536863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5" name="Rectángulo 4">
            <a:extLst>
              <a:ext uri="{FF2B5EF4-FFF2-40B4-BE49-F238E27FC236}">
                <a16:creationId xmlns:a16="http://schemas.microsoft.com/office/drawing/2014/main" id="{5060C5F2-2486-6C6D-2410-AEE79F27EDEC}"/>
              </a:ext>
            </a:extLst>
          </p:cNvPr>
          <p:cNvSpPr/>
          <p:nvPr/>
        </p:nvSpPr>
        <p:spPr>
          <a:xfrm>
            <a:off x="8867868" y="3028696"/>
            <a:ext cx="266040" cy="1925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7654884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9D3A591-C8F0-DBE9-8D81-BC1F243551DB}"/>
              </a:ext>
            </a:extLst>
          </p:cNvPr>
          <p:cNvPicPr>
            <a:picLocks noChangeAspect="1"/>
          </p:cNvPicPr>
          <p:nvPr/>
        </p:nvPicPr>
        <p:blipFill>
          <a:blip r:embed="rId3"/>
          <a:stretch>
            <a:fillRect/>
          </a:stretch>
        </p:blipFill>
        <p:spPr>
          <a:xfrm>
            <a:off x="609598" y="1049016"/>
            <a:ext cx="10853479" cy="542957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Requerimientos no curso</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492635" y="1583016"/>
            <a:ext cx="10605273" cy="40551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E89DFB15-F37A-4CC3-9E9A-AD3DD8D0476F}"/>
              </a:ext>
            </a:extLst>
          </p:cNvPr>
          <p:cNvSpPr/>
          <p:nvPr/>
        </p:nvSpPr>
        <p:spPr>
          <a:xfrm>
            <a:off x="928983" y="6172198"/>
            <a:ext cx="266040" cy="192551"/>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C4D501A9-533B-1538-524C-238A035D9FAA}"/>
              </a:ext>
            </a:extLst>
          </p:cNvPr>
          <p:cNvSpPr txBox="1"/>
          <p:nvPr/>
        </p:nvSpPr>
        <p:spPr>
          <a:xfrm>
            <a:off x="684357" y="5757708"/>
            <a:ext cx="301753" cy="215444"/>
          </a:xfrm>
          <a:prstGeom prst="rect">
            <a:avLst/>
          </a:prstGeom>
          <a:solidFill>
            <a:schemeClr val="accent3"/>
          </a:solidFill>
        </p:spPr>
        <p:txBody>
          <a:bodyPr wrap="square" rtlCol="0">
            <a:spAutoFit/>
          </a:bodyPr>
          <a:lstStyle/>
          <a:p>
            <a:r>
              <a:rPr lang="en-US" sz="800" b="1" dirty="0">
                <a:solidFill>
                  <a:schemeClr val="bg1"/>
                </a:solidFill>
              </a:rPr>
              <a:t>8</a:t>
            </a: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530806" y="5056095"/>
            <a:ext cx="9130387" cy="88703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hacer acceder a </a:t>
            </a:r>
            <a:r>
              <a:rPr lang="es-ES_tradnl" sz="1100" b="1" dirty="0"/>
              <a:t>Requerimientos de no-curso </a:t>
            </a:r>
            <a:r>
              <a:rPr lang="es-ES_tradnl" sz="1100" dirty="0"/>
              <a:t>se muestran los créditos y/o cursos </a:t>
            </a:r>
            <a:r>
              <a:rPr lang="es-ES_tradnl" sz="1100" b="1" dirty="0"/>
              <a:t>requeridos</a:t>
            </a:r>
            <a:r>
              <a:rPr lang="es-ES_tradnl" sz="1100" dirty="0"/>
              <a:t> por el Programa (según lo definido en la pantalla inicial SMAPROG) con los datos descritos en la diapositiva anterior. </a:t>
            </a:r>
          </a:p>
          <a:p>
            <a:endParaRPr lang="es-ES_tradnl" sz="1100" dirty="0"/>
          </a:p>
          <a:p>
            <a:pPr marL="228600" indent="-228600">
              <a:buFont typeface="+mj-lt"/>
              <a:buAutoNum type="arabicPeriod" startAt="8"/>
            </a:pPr>
            <a:r>
              <a:rPr lang="es-ES_tradnl" sz="1100" dirty="0"/>
              <a:t>Pase al siguiente bloque 2 veces.</a:t>
            </a:r>
          </a:p>
        </p:txBody>
      </p:sp>
    </p:spTree>
    <p:extLst>
      <p:ext uri="{BB962C8B-B14F-4D97-AF65-F5344CB8AC3E}">
        <p14:creationId xmlns:p14="http://schemas.microsoft.com/office/powerpoint/2010/main" val="40734444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DE3E846-2AB2-A29D-4013-D74DC5F7DE44}"/>
              </a:ext>
            </a:extLst>
          </p:cNvPr>
          <p:cNvPicPr>
            <a:picLocks noChangeAspect="1"/>
          </p:cNvPicPr>
          <p:nvPr/>
        </p:nvPicPr>
        <p:blipFill>
          <a:blip r:embed="rId3"/>
          <a:stretch>
            <a:fillRect/>
          </a:stretch>
        </p:blipFill>
        <p:spPr>
          <a:xfrm>
            <a:off x="797948" y="1169996"/>
            <a:ext cx="10614442" cy="4911022"/>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Requerimientos no curso</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797948" y="1533366"/>
            <a:ext cx="10605273" cy="208443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esquinas redondeadas 6">
            <a:extLst>
              <a:ext uri="{FF2B5EF4-FFF2-40B4-BE49-F238E27FC236}">
                <a16:creationId xmlns:a16="http://schemas.microsoft.com/office/drawing/2014/main" id="{A536BED6-C5CF-50C4-9BFA-94ECADC42F5C}"/>
              </a:ext>
            </a:extLst>
          </p:cNvPr>
          <p:cNvSpPr/>
          <p:nvPr/>
        </p:nvSpPr>
        <p:spPr>
          <a:xfrm>
            <a:off x="1494136" y="4955568"/>
            <a:ext cx="9821730" cy="8776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Se muestra la lista de requerimientos no curso asociados al programa, según período catálogo que aplicó al CAPP. Si el estudiante cumple alguno de ellos, en la columna cumple estará activo el registro cumplido. </a:t>
            </a:r>
          </a:p>
          <a:p>
            <a:endParaRPr lang="es-ES_tradnl" sz="1100" dirty="0"/>
          </a:p>
          <a:p>
            <a:pPr marL="228600" indent="-228600">
              <a:buFont typeface="+mj-lt"/>
              <a:buAutoNum type="arabicPeriod" startAt="9"/>
            </a:pPr>
            <a:r>
              <a:rPr lang="es-ES_tradnl" sz="1100" dirty="0"/>
              <a:t>Para regresar a la página principal de SMICRLT, presione </a:t>
            </a:r>
            <a:r>
              <a:rPr lang="es-ES_tradnl" sz="1100" b="1" dirty="0"/>
              <a:t>Anular</a:t>
            </a:r>
            <a:r>
              <a:rPr lang="es-ES_tradnl" sz="1100" dirty="0"/>
              <a:t>.</a:t>
            </a:r>
          </a:p>
        </p:txBody>
      </p:sp>
      <p:sp>
        <p:nvSpPr>
          <p:cNvPr id="11" name="Rectángulo 10">
            <a:extLst>
              <a:ext uri="{FF2B5EF4-FFF2-40B4-BE49-F238E27FC236}">
                <a16:creationId xmlns:a16="http://schemas.microsoft.com/office/drawing/2014/main" id="{C028BC56-465C-75B4-980D-4BE4A0E8FFA4}"/>
              </a:ext>
            </a:extLst>
          </p:cNvPr>
          <p:cNvSpPr/>
          <p:nvPr/>
        </p:nvSpPr>
        <p:spPr>
          <a:xfrm>
            <a:off x="10314135" y="5870092"/>
            <a:ext cx="564161" cy="223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CuadroTexto 17">
            <a:extLst>
              <a:ext uri="{FF2B5EF4-FFF2-40B4-BE49-F238E27FC236}">
                <a16:creationId xmlns:a16="http://schemas.microsoft.com/office/drawing/2014/main" id="{8E287AE1-7AA2-C36D-37F3-147C0BD763A8}"/>
              </a:ext>
            </a:extLst>
          </p:cNvPr>
          <p:cNvSpPr txBox="1"/>
          <p:nvPr/>
        </p:nvSpPr>
        <p:spPr>
          <a:xfrm>
            <a:off x="9765911" y="5908959"/>
            <a:ext cx="301753" cy="215444"/>
          </a:xfrm>
          <a:prstGeom prst="rect">
            <a:avLst/>
          </a:prstGeom>
          <a:solidFill>
            <a:schemeClr val="accent3"/>
          </a:solidFill>
        </p:spPr>
        <p:txBody>
          <a:bodyPr wrap="square" rtlCol="0">
            <a:spAutoFit/>
          </a:bodyPr>
          <a:lstStyle/>
          <a:p>
            <a:r>
              <a:rPr lang="en-US" sz="800" b="1" dirty="0">
                <a:solidFill>
                  <a:schemeClr val="bg1"/>
                </a:solidFill>
              </a:rPr>
              <a:t>9</a:t>
            </a:r>
          </a:p>
        </p:txBody>
      </p:sp>
      <p:sp>
        <p:nvSpPr>
          <p:cNvPr id="20" name="Rectángulo 19">
            <a:extLst>
              <a:ext uri="{FF2B5EF4-FFF2-40B4-BE49-F238E27FC236}">
                <a16:creationId xmlns:a16="http://schemas.microsoft.com/office/drawing/2014/main" id="{89184DDF-D7E7-9A31-9CD9-B193A58FD9E9}"/>
              </a:ext>
            </a:extLst>
          </p:cNvPr>
          <p:cNvSpPr/>
          <p:nvPr/>
        </p:nvSpPr>
        <p:spPr>
          <a:xfrm>
            <a:off x="1480553" y="1951590"/>
            <a:ext cx="698711" cy="13850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8612512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2060997-91AA-A1EA-90CD-0C6D8D58506B}"/>
              </a:ext>
            </a:extLst>
          </p:cNvPr>
          <p:cNvPicPr>
            <a:picLocks noChangeAspect="1"/>
          </p:cNvPicPr>
          <p:nvPr/>
        </p:nvPicPr>
        <p:blipFill>
          <a:blip r:embed="rId3"/>
          <a:stretch>
            <a:fillRect/>
          </a:stretch>
        </p:blipFill>
        <p:spPr>
          <a:xfrm>
            <a:off x="938996" y="744681"/>
            <a:ext cx="10737272" cy="536863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5" name="Rectángulo 4">
            <a:extLst>
              <a:ext uri="{FF2B5EF4-FFF2-40B4-BE49-F238E27FC236}">
                <a16:creationId xmlns:a16="http://schemas.microsoft.com/office/drawing/2014/main" id="{D417B12D-5B82-0195-B7DF-E0ED30B06C44}"/>
              </a:ext>
            </a:extLst>
          </p:cNvPr>
          <p:cNvSpPr/>
          <p:nvPr/>
        </p:nvSpPr>
        <p:spPr>
          <a:xfrm>
            <a:off x="9049647" y="3147527"/>
            <a:ext cx="266040" cy="1925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19539078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3A161BF-4F6B-83F8-F203-B6C2A4F7C85C}"/>
              </a:ext>
            </a:extLst>
          </p:cNvPr>
          <p:cNvPicPr>
            <a:picLocks noChangeAspect="1"/>
          </p:cNvPicPr>
          <p:nvPr/>
        </p:nvPicPr>
        <p:blipFill>
          <a:blip r:embed="rId3"/>
          <a:stretch>
            <a:fillRect/>
          </a:stretch>
        </p:blipFill>
        <p:spPr>
          <a:xfrm>
            <a:off x="609598" y="890968"/>
            <a:ext cx="11148293" cy="5600371"/>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534745" y="2201364"/>
            <a:ext cx="10605273" cy="232445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esquinas redondeadas 6">
            <a:extLst>
              <a:ext uri="{FF2B5EF4-FFF2-40B4-BE49-F238E27FC236}">
                <a16:creationId xmlns:a16="http://schemas.microsoft.com/office/drawing/2014/main" id="{A536BED6-C5CF-50C4-9BFA-94ECADC42F5C}"/>
              </a:ext>
            </a:extLst>
          </p:cNvPr>
          <p:cNvSpPr/>
          <p:nvPr/>
        </p:nvSpPr>
        <p:spPr>
          <a:xfrm>
            <a:off x="1401546" y="5127690"/>
            <a:ext cx="9821730" cy="8776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100" dirty="0"/>
              <a:t>Se muestra la lista de áreas asociadas al programa, según el CAPP ejecutado, con los créditos y cursos otorgados al estudiante en cada una de ellas.  </a:t>
            </a:r>
          </a:p>
        </p:txBody>
      </p:sp>
    </p:spTree>
    <p:extLst>
      <p:ext uri="{BB962C8B-B14F-4D97-AF65-F5344CB8AC3E}">
        <p14:creationId xmlns:p14="http://schemas.microsoft.com/office/powerpoint/2010/main" val="2803537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4D96093D-A7C1-959D-C932-9AEB29CD7517}"/>
              </a:ext>
            </a:extLst>
          </p:cNvPr>
          <p:cNvPicPr>
            <a:picLocks noChangeAspect="1"/>
          </p:cNvPicPr>
          <p:nvPr/>
        </p:nvPicPr>
        <p:blipFill>
          <a:blip r:embed="rId3"/>
          <a:stretch>
            <a:fillRect/>
          </a:stretch>
        </p:blipFill>
        <p:spPr>
          <a:xfrm>
            <a:off x="693042" y="985811"/>
            <a:ext cx="10618283" cy="5300798"/>
          </a:xfrm>
          <a:prstGeom prst="rect">
            <a:avLst/>
          </a:prstGeom>
          <a:solidFill>
            <a:schemeClr val="accent3"/>
          </a:solidFill>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09601" y="4618182"/>
            <a:ext cx="10597713" cy="155401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esquinas redondeadas 6">
            <a:extLst>
              <a:ext uri="{FF2B5EF4-FFF2-40B4-BE49-F238E27FC236}">
                <a16:creationId xmlns:a16="http://schemas.microsoft.com/office/drawing/2014/main" id="{A536BED6-C5CF-50C4-9BFA-94ECADC42F5C}"/>
              </a:ext>
            </a:extLst>
          </p:cNvPr>
          <p:cNvSpPr/>
          <p:nvPr/>
        </p:nvSpPr>
        <p:spPr>
          <a:xfrm>
            <a:off x="880675" y="3349602"/>
            <a:ext cx="9821730" cy="8776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0"/>
            </a:pPr>
            <a:r>
              <a:rPr lang="es-ES_tradnl" sz="1100" dirty="0"/>
              <a:t>Al presionar el botón         se puede ver el detalle de cada elemento del área que se está consultando:</a:t>
            </a:r>
          </a:p>
          <a:p>
            <a:r>
              <a:rPr lang="es-ES_tradnl" sz="1100" dirty="0"/>
              <a:t>En la parte inferior de la página, se observa si el estudiante cumple o no cumple con los elementos definidos para cada Área, según lo configurado en SMAAREA.</a:t>
            </a:r>
          </a:p>
          <a:p>
            <a:endParaRPr lang="es-ES_tradnl" sz="1100" dirty="0"/>
          </a:p>
          <a:p>
            <a:pPr marL="228600" indent="-228600">
              <a:buFont typeface="+mj-lt"/>
              <a:buAutoNum type="arabicPeriod" startAt="10"/>
            </a:pPr>
            <a:r>
              <a:rPr lang="es-ES_tradnl" sz="1100" dirty="0"/>
              <a:t>Seleccione el área para la cual desea consultar el cumplimiento.</a:t>
            </a:r>
          </a:p>
        </p:txBody>
      </p:sp>
      <p:pic>
        <p:nvPicPr>
          <p:cNvPr id="3" name="Imagen 2">
            <a:extLst>
              <a:ext uri="{FF2B5EF4-FFF2-40B4-BE49-F238E27FC236}">
                <a16:creationId xmlns:a16="http://schemas.microsoft.com/office/drawing/2014/main" id="{8907916C-B4CB-3F80-B1A3-BCCC03CCA7A4}"/>
              </a:ext>
            </a:extLst>
          </p:cNvPr>
          <p:cNvPicPr>
            <a:picLocks noChangeAspect="1"/>
          </p:cNvPicPr>
          <p:nvPr/>
        </p:nvPicPr>
        <p:blipFill>
          <a:blip r:embed="rId4"/>
          <a:stretch>
            <a:fillRect/>
          </a:stretch>
        </p:blipFill>
        <p:spPr>
          <a:xfrm>
            <a:off x="2500072" y="3314699"/>
            <a:ext cx="228600" cy="228600"/>
          </a:xfrm>
          <a:prstGeom prst="rect">
            <a:avLst/>
          </a:prstGeom>
        </p:spPr>
      </p:pic>
      <p:sp>
        <p:nvSpPr>
          <p:cNvPr id="5" name="Rectángulo 4">
            <a:extLst>
              <a:ext uri="{FF2B5EF4-FFF2-40B4-BE49-F238E27FC236}">
                <a16:creationId xmlns:a16="http://schemas.microsoft.com/office/drawing/2014/main" id="{DE0F0939-6373-4D36-8787-C6C23A75F951}"/>
              </a:ext>
            </a:extLst>
          </p:cNvPr>
          <p:cNvSpPr/>
          <p:nvPr/>
        </p:nvSpPr>
        <p:spPr>
          <a:xfrm>
            <a:off x="693042" y="2644579"/>
            <a:ext cx="10640265" cy="19672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A1F6FDC7-4BD4-29E6-BCF0-5D83941D6D77}"/>
              </a:ext>
            </a:extLst>
          </p:cNvPr>
          <p:cNvSpPr txBox="1"/>
          <p:nvPr/>
        </p:nvSpPr>
        <p:spPr>
          <a:xfrm>
            <a:off x="693043" y="2415314"/>
            <a:ext cx="301753" cy="215444"/>
          </a:xfrm>
          <a:prstGeom prst="rect">
            <a:avLst/>
          </a:prstGeom>
          <a:solidFill>
            <a:schemeClr val="accent3"/>
          </a:solidFill>
        </p:spPr>
        <p:txBody>
          <a:bodyPr wrap="square" rtlCol="0">
            <a:spAutoFit/>
          </a:bodyPr>
          <a:lstStyle/>
          <a:p>
            <a:r>
              <a:rPr lang="en-US" sz="800" b="1" dirty="0">
                <a:solidFill>
                  <a:schemeClr val="bg1"/>
                </a:solidFill>
              </a:rPr>
              <a:t>10</a:t>
            </a:r>
          </a:p>
        </p:txBody>
      </p:sp>
      <p:sp>
        <p:nvSpPr>
          <p:cNvPr id="10" name="CuadroTexto 9">
            <a:extLst>
              <a:ext uri="{FF2B5EF4-FFF2-40B4-BE49-F238E27FC236}">
                <a16:creationId xmlns:a16="http://schemas.microsoft.com/office/drawing/2014/main" id="{C249195C-EAC3-A978-43D0-6C351B14D0B3}"/>
              </a:ext>
            </a:extLst>
          </p:cNvPr>
          <p:cNvSpPr txBox="1"/>
          <p:nvPr/>
        </p:nvSpPr>
        <p:spPr>
          <a:xfrm>
            <a:off x="8146748" y="5014807"/>
            <a:ext cx="301753" cy="215444"/>
          </a:xfrm>
          <a:prstGeom prst="rect">
            <a:avLst/>
          </a:prstGeom>
          <a:solidFill>
            <a:schemeClr val="accent3"/>
          </a:solidFill>
        </p:spPr>
        <p:txBody>
          <a:bodyPr wrap="square" rtlCol="0">
            <a:spAutoFit/>
          </a:bodyPr>
          <a:lstStyle/>
          <a:p>
            <a:r>
              <a:rPr lang="en-US" sz="800" b="1" dirty="0">
                <a:solidFill>
                  <a:schemeClr val="bg1"/>
                </a:solidFill>
              </a:rPr>
              <a:t>11</a:t>
            </a:r>
          </a:p>
        </p:txBody>
      </p:sp>
    </p:spTree>
    <p:extLst>
      <p:ext uri="{BB962C8B-B14F-4D97-AF65-F5344CB8AC3E}">
        <p14:creationId xmlns:p14="http://schemas.microsoft.com/office/powerpoint/2010/main" val="21527272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30871B5-2CE1-60CB-DDCA-959D25819613}"/>
              </a:ext>
            </a:extLst>
          </p:cNvPr>
          <p:cNvPicPr>
            <a:picLocks noChangeAspect="1"/>
          </p:cNvPicPr>
          <p:nvPr/>
        </p:nvPicPr>
        <p:blipFill>
          <a:blip r:embed="rId3"/>
          <a:stretch>
            <a:fillRect/>
          </a:stretch>
        </p:blipFill>
        <p:spPr>
          <a:xfrm>
            <a:off x="609599" y="989008"/>
            <a:ext cx="10978532" cy="548639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03869" y="1887563"/>
            <a:ext cx="10342940" cy="36574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233532" y="4558797"/>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acceder a Requerimientos Generales se muestran los créditos y/o cursos </a:t>
            </a:r>
            <a:r>
              <a:rPr lang="es-ES_tradnl" sz="1100" b="1" dirty="0"/>
              <a:t>requeridos</a:t>
            </a:r>
            <a:r>
              <a:rPr lang="es-ES_tradnl" sz="1100" dirty="0"/>
              <a:t> para el área (según lo definido en la pantalla inicial SMAAREA) y los cursos y/o créditos usados por el estudiante, según lo que ha cursado y aprobado. </a:t>
            </a:r>
          </a:p>
          <a:p>
            <a:endParaRPr lang="es-ES_tradnl" sz="1100" dirty="0"/>
          </a:p>
          <a:p>
            <a:pPr marL="228600" indent="-228600">
              <a:buFont typeface="+mj-lt"/>
              <a:buAutoNum type="arabicPeriod" startAt="12"/>
            </a:pPr>
            <a:r>
              <a:rPr lang="es-ES_tradnl" sz="1100" dirty="0"/>
              <a:t>Para regresar a la página principal de las áreas, presione </a:t>
            </a:r>
            <a:r>
              <a:rPr lang="es-ES_tradnl" sz="1100" b="1" dirty="0"/>
              <a:t>Anular</a:t>
            </a:r>
            <a:r>
              <a:rPr lang="es-ES_tradnl" sz="1100" dirty="0"/>
              <a:t>.</a:t>
            </a:r>
          </a:p>
        </p:txBody>
      </p:sp>
      <p:sp>
        <p:nvSpPr>
          <p:cNvPr id="3" name="Rectángulo 2">
            <a:extLst>
              <a:ext uri="{FF2B5EF4-FFF2-40B4-BE49-F238E27FC236}">
                <a16:creationId xmlns:a16="http://schemas.microsoft.com/office/drawing/2014/main" id="{7780E278-575F-A16E-1D59-81BBBCA36126}"/>
              </a:ext>
            </a:extLst>
          </p:cNvPr>
          <p:cNvSpPr/>
          <p:nvPr/>
        </p:nvSpPr>
        <p:spPr>
          <a:xfrm>
            <a:off x="10491102" y="6160324"/>
            <a:ext cx="455708" cy="223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B54CB063-67E0-1F67-CBA1-7DD30448AB25}"/>
              </a:ext>
            </a:extLst>
          </p:cNvPr>
          <p:cNvSpPr txBox="1"/>
          <p:nvPr/>
        </p:nvSpPr>
        <p:spPr>
          <a:xfrm>
            <a:off x="9990321" y="5764040"/>
            <a:ext cx="301753" cy="215444"/>
          </a:xfrm>
          <a:prstGeom prst="rect">
            <a:avLst/>
          </a:prstGeom>
          <a:solidFill>
            <a:schemeClr val="accent3"/>
          </a:solidFill>
        </p:spPr>
        <p:txBody>
          <a:bodyPr wrap="square" rtlCol="0">
            <a:spAutoFit/>
          </a:bodyPr>
          <a:lstStyle/>
          <a:p>
            <a:r>
              <a:rPr lang="en-US" sz="800" b="1" dirty="0">
                <a:solidFill>
                  <a:schemeClr val="bg1"/>
                </a:solidFill>
              </a:rPr>
              <a:t>12</a:t>
            </a:r>
          </a:p>
        </p:txBody>
      </p:sp>
    </p:spTree>
    <p:extLst>
      <p:ext uri="{BB962C8B-B14F-4D97-AF65-F5344CB8AC3E}">
        <p14:creationId xmlns:p14="http://schemas.microsoft.com/office/powerpoint/2010/main" val="30234558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C022E700-D9C5-8403-8F85-063DF7B93F4B}"/>
              </a:ext>
            </a:extLst>
          </p:cNvPr>
          <p:cNvPicPr>
            <a:picLocks noChangeAspect="1"/>
          </p:cNvPicPr>
          <p:nvPr/>
        </p:nvPicPr>
        <p:blipFill>
          <a:blip r:embed="rId3"/>
          <a:stretch>
            <a:fillRect/>
          </a:stretch>
        </p:blipFill>
        <p:spPr>
          <a:xfrm>
            <a:off x="650682" y="977847"/>
            <a:ext cx="11018903" cy="5486400"/>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09601" y="2097093"/>
            <a:ext cx="10605273" cy="11448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494136" y="5023822"/>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acceder a Requerimientos de Detalle se muestran las reglas definidas para el área (según lo definido en SMAAREA) . Las reglas cumplidas por el alumno estarán marcadas en la columna Cumple.</a:t>
            </a:r>
          </a:p>
        </p:txBody>
      </p:sp>
      <p:sp>
        <p:nvSpPr>
          <p:cNvPr id="7" name="Rectángulo 6">
            <a:extLst>
              <a:ext uri="{FF2B5EF4-FFF2-40B4-BE49-F238E27FC236}">
                <a16:creationId xmlns:a16="http://schemas.microsoft.com/office/drawing/2014/main" id="{4EA0483C-5DDA-DE7E-FAFA-4B01095C4ADB}"/>
              </a:ext>
            </a:extLst>
          </p:cNvPr>
          <p:cNvSpPr/>
          <p:nvPr/>
        </p:nvSpPr>
        <p:spPr>
          <a:xfrm>
            <a:off x="609601" y="2097093"/>
            <a:ext cx="274962" cy="11448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527886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394CEC8-EB88-B5EE-5E21-011DFD4F6FE1}"/>
              </a:ext>
            </a:extLst>
          </p:cNvPr>
          <p:cNvPicPr>
            <a:picLocks noChangeAspect="1"/>
          </p:cNvPicPr>
          <p:nvPr/>
        </p:nvPicPr>
        <p:blipFill>
          <a:blip r:embed="rId3"/>
          <a:stretch>
            <a:fillRect/>
          </a:stretch>
        </p:blipFill>
        <p:spPr>
          <a:xfrm>
            <a:off x="650682" y="977847"/>
            <a:ext cx="11018903" cy="5486400"/>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46482" y="2327050"/>
            <a:ext cx="10605273" cy="150609"/>
          </a:xfrm>
          <a:prstGeom prst="rect">
            <a:avLst/>
          </a:prstGeom>
          <a:noFill/>
          <a:ln w="285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623232" y="5023822"/>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3"/>
            </a:pPr>
            <a:r>
              <a:rPr lang="es-ES_tradnl" sz="1100" dirty="0"/>
              <a:t>Si desea verificar cómo (con qué condición) cumple el estudiante la regla, haga clic sobre la regla que desea consultar.</a:t>
            </a:r>
          </a:p>
          <a:p>
            <a:pPr marL="228600" indent="-228600">
              <a:buFont typeface="+mj-lt"/>
              <a:buAutoNum type="arabicPeriod" startAt="13"/>
            </a:pPr>
            <a:r>
              <a:rPr lang="es-ES_tradnl" sz="1100" dirty="0"/>
              <a:t>Presione el botón Regla</a:t>
            </a:r>
          </a:p>
        </p:txBody>
      </p:sp>
      <p:sp>
        <p:nvSpPr>
          <p:cNvPr id="11" name="CuadroTexto 10">
            <a:extLst>
              <a:ext uri="{FF2B5EF4-FFF2-40B4-BE49-F238E27FC236}">
                <a16:creationId xmlns:a16="http://schemas.microsoft.com/office/drawing/2014/main" id="{B54CB063-67E0-1F67-CBA1-7DD30448AB25}"/>
              </a:ext>
            </a:extLst>
          </p:cNvPr>
          <p:cNvSpPr txBox="1"/>
          <p:nvPr/>
        </p:nvSpPr>
        <p:spPr>
          <a:xfrm>
            <a:off x="715691" y="2550708"/>
            <a:ext cx="301753" cy="215444"/>
          </a:xfrm>
          <a:prstGeom prst="rect">
            <a:avLst/>
          </a:prstGeom>
          <a:solidFill>
            <a:schemeClr val="accent3"/>
          </a:solidFill>
        </p:spPr>
        <p:txBody>
          <a:bodyPr wrap="square" rtlCol="0">
            <a:spAutoFit/>
          </a:bodyPr>
          <a:lstStyle/>
          <a:p>
            <a:r>
              <a:rPr lang="en-US" sz="800" b="1" dirty="0">
                <a:solidFill>
                  <a:schemeClr val="bg1"/>
                </a:solidFill>
              </a:rPr>
              <a:t>13</a:t>
            </a:r>
          </a:p>
        </p:txBody>
      </p:sp>
      <p:sp>
        <p:nvSpPr>
          <p:cNvPr id="4" name="CuadroTexto 3">
            <a:extLst>
              <a:ext uri="{FF2B5EF4-FFF2-40B4-BE49-F238E27FC236}">
                <a16:creationId xmlns:a16="http://schemas.microsoft.com/office/drawing/2014/main" id="{6475A425-4DCD-B42B-A987-5CC22B0595E0}"/>
              </a:ext>
            </a:extLst>
          </p:cNvPr>
          <p:cNvSpPr txBox="1"/>
          <p:nvPr/>
        </p:nvSpPr>
        <p:spPr>
          <a:xfrm>
            <a:off x="1149802" y="1876402"/>
            <a:ext cx="301753" cy="215444"/>
          </a:xfrm>
          <a:prstGeom prst="rect">
            <a:avLst/>
          </a:prstGeom>
          <a:solidFill>
            <a:schemeClr val="accent3"/>
          </a:solidFill>
        </p:spPr>
        <p:txBody>
          <a:bodyPr wrap="square" rtlCol="0">
            <a:spAutoFit/>
          </a:bodyPr>
          <a:lstStyle/>
          <a:p>
            <a:r>
              <a:rPr lang="en-US" sz="800" b="1" dirty="0">
                <a:solidFill>
                  <a:schemeClr val="bg1"/>
                </a:solidFill>
              </a:rPr>
              <a:t>14</a:t>
            </a:r>
          </a:p>
        </p:txBody>
      </p:sp>
    </p:spTree>
    <p:extLst>
      <p:ext uri="{BB962C8B-B14F-4D97-AF65-F5344CB8AC3E}">
        <p14:creationId xmlns:p14="http://schemas.microsoft.com/office/powerpoint/2010/main" val="1383363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E99F8A7-43AB-D410-1F45-A5C1B9CD4DEE}"/>
              </a:ext>
            </a:extLst>
          </p:cNvPr>
          <p:cNvPicPr>
            <a:picLocks noChangeAspect="1"/>
          </p:cNvPicPr>
          <p:nvPr/>
        </p:nvPicPr>
        <p:blipFill>
          <a:blip r:embed="rId3"/>
          <a:stretch>
            <a:fillRect/>
          </a:stretch>
        </p:blipFill>
        <p:spPr>
          <a:xfrm>
            <a:off x="609598" y="941995"/>
            <a:ext cx="11046693" cy="554935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923597" y="6173744"/>
            <a:ext cx="253442" cy="1694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622643" y="4664052"/>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5"/>
            </a:pPr>
            <a:r>
              <a:rPr lang="es-ES_tradnl" sz="1100" dirty="0"/>
              <a:t>Pase al siguiente bloque y el sistema le mostrará la condición que cumple el estudiante (columna cumple marcada).</a:t>
            </a:r>
          </a:p>
          <a:p>
            <a:pPr marL="228600" indent="-228600">
              <a:buFont typeface="+mj-lt"/>
              <a:buAutoNum type="arabicPeriod" startAt="15"/>
            </a:pPr>
            <a:r>
              <a:rPr lang="es-ES_tradnl" sz="1100" dirty="0"/>
              <a:t>Presione el botón Anular para volver a la lista de Áreas</a:t>
            </a:r>
          </a:p>
        </p:txBody>
      </p:sp>
      <p:sp>
        <p:nvSpPr>
          <p:cNvPr id="11" name="CuadroTexto 10">
            <a:extLst>
              <a:ext uri="{FF2B5EF4-FFF2-40B4-BE49-F238E27FC236}">
                <a16:creationId xmlns:a16="http://schemas.microsoft.com/office/drawing/2014/main" id="{B54CB063-67E0-1F67-CBA1-7DD30448AB25}"/>
              </a:ext>
            </a:extLst>
          </p:cNvPr>
          <p:cNvSpPr txBox="1"/>
          <p:nvPr/>
        </p:nvSpPr>
        <p:spPr>
          <a:xfrm>
            <a:off x="923597" y="5830203"/>
            <a:ext cx="301753" cy="215444"/>
          </a:xfrm>
          <a:prstGeom prst="rect">
            <a:avLst/>
          </a:prstGeom>
          <a:solidFill>
            <a:schemeClr val="accent3"/>
          </a:solidFill>
        </p:spPr>
        <p:txBody>
          <a:bodyPr wrap="square" rtlCol="0">
            <a:spAutoFit/>
          </a:bodyPr>
          <a:lstStyle/>
          <a:p>
            <a:r>
              <a:rPr lang="en-US" sz="800" b="1" dirty="0">
                <a:solidFill>
                  <a:schemeClr val="bg1"/>
                </a:solidFill>
              </a:rPr>
              <a:t>15</a:t>
            </a:r>
          </a:p>
        </p:txBody>
      </p:sp>
      <p:sp>
        <p:nvSpPr>
          <p:cNvPr id="9" name="Rectángulo 8">
            <a:extLst>
              <a:ext uri="{FF2B5EF4-FFF2-40B4-BE49-F238E27FC236}">
                <a16:creationId xmlns:a16="http://schemas.microsoft.com/office/drawing/2014/main" id="{CD995CD8-9947-525B-1EB7-769E6C97CCFA}"/>
              </a:ext>
            </a:extLst>
          </p:cNvPr>
          <p:cNvSpPr/>
          <p:nvPr/>
        </p:nvSpPr>
        <p:spPr>
          <a:xfrm>
            <a:off x="609598" y="2827995"/>
            <a:ext cx="10626789" cy="9421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Rectángulo 9">
            <a:extLst>
              <a:ext uri="{FF2B5EF4-FFF2-40B4-BE49-F238E27FC236}">
                <a16:creationId xmlns:a16="http://schemas.microsoft.com/office/drawing/2014/main" id="{A4E60A56-1588-9BCA-68DE-1CD6102CB16B}"/>
              </a:ext>
            </a:extLst>
          </p:cNvPr>
          <p:cNvSpPr/>
          <p:nvPr/>
        </p:nvSpPr>
        <p:spPr>
          <a:xfrm>
            <a:off x="10575635" y="6104018"/>
            <a:ext cx="476727" cy="3013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37AC1F1A-9608-477B-973B-9B405BD147E1}"/>
              </a:ext>
            </a:extLst>
          </p:cNvPr>
          <p:cNvSpPr txBox="1"/>
          <p:nvPr/>
        </p:nvSpPr>
        <p:spPr>
          <a:xfrm>
            <a:off x="10119959" y="6189963"/>
            <a:ext cx="301753" cy="215444"/>
          </a:xfrm>
          <a:prstGeom prst="rect">
            <a:avLst/>
          </a:prstGeom>
          <a:solidFill>
            <a:schemeClr val="accent3"/>
          </a:solidFill>
        </p:spPr>
        <p:txBody>
          <a:bodyPr wrap="square" rtlCol="0">
            <a:spAutoFit/>
          </a:bodyPr>
          <a:lstStyle/>
          <a:p>
            <a:r>
              <a:rPr lang="en-US" sz="800" b="1" dirty="0">
                <a:solidFill>
                  <a:schemeClr val="bg1"/>
                </a:solidFill>
              </a:rPr>
              <a:t>16</a:t>
            </a:r>
          </a:p>
        </p:txBody>
      </p:sp>
    </p:spTree>
    <p:extLst>
      <p:ext uri="{BB962C8B-B14F-4D97-AF65-F5344CB8AC3E}">
        <p14:creationId xmlns:p14="http://schemas.microsoft.com/office/powerpoint/2010/main" val="21466133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3F5F2C7-C4AA-DFD4-1392-FE9276D13FED}"/>
              </a:ext>
            </a:extLst>
          </p:cNvPr>
          <p:cNvPicPr>
            <a:picLocks noChangeAspect="1"/>
          </p:cNvPicPr>
          <p:nvPr/>
        </p:nvPicPr>
        <p:blipFill>
          <a:blip r:embed="rId3"/>
          <a:stretch>
            <a:fillRect/>
          </a:stretch>
        </p:blipFill>
        <p:spPr>
          <a:xfrm>
            <a:off x="609598" y="1049016"/>
            <a:ext cx="10858452" cy="5426394"/>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13801" y="150461"/>
            <a:ext cx="11582401" cy="898555"/>
          </a:xfrm>
        </p:spPr>
        <p:txBody>
          <a:bodyPr/>
          <a:lstStyle/>
          <a:p>
            <a:r>
              <a:rPr lang="es-ES_tradnl" dirty="0"/>
              <a:t>Evaluar avance curricular de los alumnos: Áreas</a:t>
            </a:r>
            <a:endParaRPr lang="es-ES_tradnl" b="1" dirty="0"/>
          </a:p>
        </p:txBody>
      </p:sp>
      <p:sp>
        <p:nvSpPr>
          <p:cNvPr id="7" name="Rectángulo: esquinas redondeadas 6">
            <a:extLst>
              <a:ext uri="{FF2B5EF4-FFF2-40B4-BE49-F238E27FC236}">
                <a16:creationId xmlns:a16="http://schemas.microsoft.com/office/drawing/2014/main" id="{A536BED6-C5CF-50C4-9BFA-94ECADC42F5C}"/>
              </a:ext>
            </a:extLst>
          </p:cNvPr>
          <p:cNvSpPr/>
          <p:nvPr/>
        </p:nvSpPr>
        <p:spPr>
          <a:xfrm>
            <a:off x="1489595" y="2803951"/>
            <a:ext cx="9821730" cy="87764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startAt="17"/>
            </a:pPr>
            <a:r>
              <a:rPr lang="es-ES_tradnl" sz="1100" dirty="0"/>
              <a:t>Presione el botón Regresar para volver a los resultados del Programa (SMICRLT).</a:t>
            </a:r>
          </a:p>
        </p:txBody>
      </p:sp>
      <p:sp>
        <p:nvSpPr>
          <p:cNvPr id="12" name="Rectángulo 11">
            <a:extLst>
              <a:ext uri="{FF2B5EF4-FFF2-40B4-BE49-F238E27FC236}">
                <a16:creationId xmlns:a16="http://schemas.microsoft.com/office/drawing/2014/main" id="{C0CCC46C-887C-6A76-482E-A10B265DC10B}"/>
              </a:ext>
            </a:extLst>
          </p:cNvPr>
          <p:cNvSpPr/>
          <p:nvPr/>
        </p:nvSpPr>
        <p:spPr>
          <a:xfrm>
            <a:off x="649084" y="2088435"/>
            <a:ext cx="547424" cy="3088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4" name="CuadroTexto 13">
            <a:extLst>
              <a:ext uri="{FF2B5EF4-FFF2-40B4-BE49-F238E27FC236}">
                <a16:creationId xmlns:a16="http://schemas.microsoft.com/office/drawing/2014/main" id="{6B0AE040-CE04-A7D1-BE6D-6E5F71C2900E}"/>
              </a:ext>
            </a:extLst>
          </p:cNvPr>
          <p:cNvSpPr txBox="1"/>
          <p:nvPr/>
        </p:nvSpPr>
        <p:spPr>
          <a:xfrm>
            <a:off x="883519" y="1807833"/>
            <a:ext cx="301753" cy="215444"/>
          </a:xfrm>
          <a:prstGeom prst="rect">
            <a:avLst/>
          </a:prstGeom>
          <a:solidFill>
            <a:schemeClr val="accent3"/>
          </a:solidFill>
        </p:spPr>
        <p:txBody>
          <a:bodyPr wrap="square" rtlCol="0">
            <a:spAutoFit/>
          </a:bodyPr>
          <a:lstStyle/>
          <a:p>
            <a:r>
              <a:rPr lang="en-US" sz="800" b="1" dirty="0">
                <a:solidFill>
                  <a:schemeClr val="bg1"/>
                </a:solidFill>
              </a:rPr>
              <a:t>17</a:t>
            </a:r>
          </a:p>
        </p:txBody>
      </p:sp>
    </p:spTree>
    <p:extLst>
      <p:ext uri="{BB962C8B-B14F-4D97-AF65-F5344CB8AC3E}">
        <p14:creationId xmlns:p14="http://schemas.microsoft.com/office/powerpoint/2010/main" val="17168641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2F18C08-B3A6-FC5E-B2D8-754D85D88101}"/>
              </a:ext>
            </a:extLst>
          </p:cNvPr>
          <p:cNvPicPr>
            <a:picLocks noChangeAspect="1"/>
          </p:cNvPicPr>
          <p:nvPr/>
        </p:nvPicPr>
        <p:blipFill>
          <a:blip r:embed="rId3"/>
          <a:stretch>
            <a:fillRect/>
          </a:stretch>
        </p:blipFill>
        <p:spPr>
          <a:xfrm>
            <a:off x="938996" y="1203169"/>
            <a:ext cx="10540700" cy="527860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5" name="Rectángulo 4">
            <a:extLst>
              <a:ext uri="{FF2B5EF4-FFF2-40B4-BE49-F238E27FC236}">
                <a16:creationId xmlns:a16="http://schemas.microsoft.com/office/drawing/2014/main" id="{D417B12D-5B82-0195-B7DF-E0ED30B06C44}"/>
              </a:ext>
            </a:extLst>
          </p:cNvPr>
          <p:cNvSpPr/>
          <p:nvPr/>
        </p:nvSpPr>
        <p:spPr>
          <a:xfrm>
            <a:off x="4062306" y="3927763"/>
            <a:ext cx="266040" cy="14547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38348966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0DBE45D-FF19-0280-00C1-23726CCF89DE}"/>
              </a:ext>
            </a:extLst>
          </p:cNvPr>
          <p:cNvPicPr>
            <a:picLocks noChangeAspect="1"/>
          </p:cNvPicPr>
          <p:nvPr/>
        </p:nvPicPr>
        <p:blipFill>
          <a:blip r:embed="rId3"/>
          <a:stretch>
            <a:fillRect/>
          </a:stretch>
        </p:blipFill>
        <p:spPr>
          <a:xfrm>
            <a:off x="652398" y="1016053"/>
            <a:ext cx="10881926" cy="548639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25735" y="304065"/>
            <a:ext cx="11582401" cy="898555"/>
          </a:xfrm>
        </p:spPr>
        <p:txBody>
          <a:bodyPr/>
          <a:lstStyle/>
          <a:p>
            <a:r>
              <a:rPr lang="es-ES_tradnl" dirty="0"/>
              <a:t>Evaluar avance curricular de los alumnos: Usados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657676" y="2516588"/>
            <a:ext cx="10876648" cy="8093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717872" y="5014095"/>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acceder a Cursos/Atributos/Exámenes usados desde SMICRLT, se muestran aquellos elementos, dependiendo de la configuración de las reglas, que permiten el cumplimiento de las reglas del CAPP.</a:t>
            </a:r>
          </a:p>
          <a:p>
            <a:endParaRPr lang="es-ES_tradnl" sz="1100" dirty="0"/>
          </a:p>
          <a:p>
            <a:pPr marL="228600" indent="-228600">
              <a:buFont typeface="+mj-lt"/>
              <a:buAutoNum type="arabicPeriod" startAt="18"/>
            </a:pPr>
            <a:r>
              <a:rPr lang="es-ES_tradnl" sz="1100" dirty="0"/>
              <a:t>Para ir a la página principal de SMICRLT, presione </a:t>
            </a:r>
            <a:r>
              <a:rPr lang="es-ES_tradnl" sz="1100" b="1" dirty="0"/>
              <a:t>Regresar</a:t>
            </a:r>
            <a:r>
              <a:rPr lang="es-ES_tradnl" sz="1100" dirty="0"/>
              <a:t>.</a:t>
            </a:r>
          </a:p>
        </p:txBody>
      </p:sp>
      <p:sp>
        <p:nvSpPr>
          <p:cNvPr id="3" name="Rectángulo 2">
            <a:extLst>
              <a:ext uri="{FF2B5EF4-FFF2-40B4-BE49-F238E27FC236}">
                <a16:creationId xmlns:a16="http://schemas.microsoft.com/office/drawing/2014/main" id="{7780E278-575F-A16E-1D59-81BBBCA36126}"/>
              </a:ext>
            </a:extLst>
          </p:cNvPr>
          <p:cNvSpPr/>
          <p:nvPr/>
        </p:nvSpPr>
        <p:spPr>
          <a:xfrm>
            <a:off x="664426" y="2161013"/>
            <a:ext cx="564161" cy="223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B54CB063-67E0-1F67-CBA1-7DD30448AB25}"/>
              </a:ext>
            </a:extLst>
          </p:cNvPr>
          <p:cNvSpPr txBox="1"/>
          <p:nvPr/>
        </p:nvSpPr>
        <p:spPr>
          <a:xfrm>
            <a:off x="795629" y="1859802"/>
            <a:ext cx="301753" cy="215444"/>
          </a:xfrm>
          <a:prstGeom prst="rect">
            <a:avLst/>
          </a:prstGeom>
          <a:solidFill>
            <a:schemeClr val="accent1"/>
          </a:solidFill>
        </p:spPr>
        <p:txBody>
          <a:bodyPr wrap="square" rtlCol="0">
            <a:spAutoFit/>
          </a:bodyPr>
          <a:lstStyle/>
          <a:p>
            <a:r>
              <a:rPr lang="en-US" sz="800" b="1" dirty="0">
                <a:solidFill>
                  <a:schemeClr val="bg1"/>
                </a:solidFill>
              </a:rPr>
              <a:t>18</a:t>
            </a:r>
          </a:p>
        </p:txBody>
      </p:sp>
    </p:spTree>
    <p:extLst>
      <p:ext uri="{BB962C8B-B14F-4D97-AF65-F5344CB8AC3E}">
        <p14:creationId xmlns:p14="http://schemas.microsoft.com/office/powerpoint/2010/main" val="21667458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554B42A-9D6B-802C-7E91-19E8367D2D37}"/>
              </a:ext>
            </a:extLst>
          </p:cNvPr>
          <p:cNvPicPr>
            <a:picLocks noChangeAspect="1"/>
          </p:cNvPicPr>
          <p:nvPr/>
        </p:nvPicPr>
        <p:blipFill>
          <a:blip r:embed="rId3"/>
          <a:stretch>
            <a:fillRect/>
          </a:stretch>
        </p:blipFill>
        <p:spPr>
          <a:xfrm>
            <a:off x="938996" y="1203169"/>
            <a:ext cx="10540700" cy="5278606"/>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938996" y="304614"/>
            <a:ext cx="10477497" cy="898555"/>
          </a:xfrm>
        </p:spPr>
        <p:txBody>
          <a:bodyPr/>
          <a:lstStyle/>
          <a:p>
            <a:r>
              <a:rPr lang="es-ES_tradnl" dirty="0"/>
              <a:t>Resultados de avance curricular de los alumnos</a:t>
            </a:r>
            <a:endParaRPr lang="es-ES_tradnl" b="1" dirty="0"/>
          </a:p>
        </p:txBody>
      </p:sp>
      <p:sp>
        <p:nvSpPr>
          <p:cNvPr id="5" name="Rectángulo 4">
            <a:extLst>
              <a:ext uri="{FF2B5EF4-FFF2-40B4-BE49-F238E27FC236}">
                <a16:creationId xmlns:a16="http://schemas.microsoft.com/office/drawing/2014/main" id="{D417B12D-5B82-0195-B7DF-E0ED30B06C44}"/>
              </a:ext>
            </a:extLst>
          </p:cNvPr>
          <p:cNvSpPr/>
          <p:nvPr/>
        </p:nvSpPr>
        <p:spPr>
          <a:xfrm>
            <a:off x="8884868" y="3933034"/>
            <a:ext cx="266040" cy="3338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36160029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8663BAE-9FB5-B813-F09A-4D2E7729BA0D}"/>
              </a:ext>
            </a:extLst>
          </p:cNvPr>
          <p:cNvPicPr>
            <a:picLocks noChangeAspect="1"/>
          </p:cNvPicPr>
          <p:nvPr/>
        </p:nvPicPr>
        <p:blipFill>
          <a:blip r:embed="rId3"/>
          <a:stretch>
            <a:fillRect/>
          </a:stretch>
        </p:blipFill>
        <p:spPr>
          <a:xfrm>
            <a:off x="595252" y="962016"/>
            <a:ext cx="11042871" cy="5507034"/>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CO" sz="1200" dirty="0"/>
              <a:t>Ejecutar procesos de cierre de periodo académico</a:t>
            </a:r>
            <a:endParaRPr lang="es-419" dirty="0"/>
          </a:p>
        </p:txBody>
      </p:sp>
      <p:sp>
        <p:nvSpPr>
          <p:cNvPr id="13" name="Title 12"/>
          <p:cNvSpPr>
            <a:spLocks noGrp="1"/>
          </p:cNvSpPr>
          <p:nvPr>
            <p:ph type="title"/>
          </p:nvPr>
        </p:nvSpPr>
        <p:spPr>
          <a:xfrm>
            <a:off x="625735" y="304065"/>
            <a:ext cx="11582401" cy="898555"/>
          </a:xfrm>
        </p:spPr>
        <p:txBody>
          <a:bodyPr/>
          <a:lstStyle/>
          <a:p>
            <a:r>
              <a:rPr lang="es-ES_tradnl" dirty="0"/>
              <a:t>Evaluar avance curricular de los alumnos: No usados</a:t>
            </a:r>
            <a:endParaRPr lang="es-ES_tradnl" b="1" dirty="0"/>
          </a:p>
        </p:txBody>
      </p:sp>
      <p:sp>
        <p:nvSpPr>
          <p:cNvPr id="8" name="Rectángulo 7">
            <a:extLst>
              <a:ext uri="{FF2B5EF4-FFF2-40B4-BE49-F238E27FC236}">
                <a16:creationId xmlns:a16="http://schemas.microsoft.com/office/drawing/2014/main" id="{656FF918-747C-7123-6EA2-690929A020A3}"/>
              </a:ext>
            </a:extLst>
          </p:cNvPr>
          <p:cNvSpPr/>
          <p:nvPr/>
        </p:nvSpPr>
        <p:spPr>
          <a:xfrm>
            <a:off x="460196" y="2504963"/>
            <a:ext cx="11079406" cy="49334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1440781" y="3454999"/>
            <a:ext cx="9821730" cy="809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100" dirty="0"/>
              <a:t>Al acceder a Cursos/Atributos/Exámenes No usados desde SMICRLT, se muestran aquellos elementos, cursados por el estudiante que no son parte del CAPP del programa o que no se usan para el cumplimiento del mismo.</a:t>
            </a:r>
          </a:p>
          <a:p>
            <a:endParaRPr lang="es-ES_tradnl" sz="1100" dirty="0"/>
          </a:p>
          <a:p>
            <a:pPr marL="228600" indent="-228600">
              <a:buFont typeface="+mj-lt"/>
              <a:buAutoNum type="arabicPeriod" startAt="19"/>
            </a:pPr>
            <a:r>
              <a:rPr lang="es-ES_tradnl" sz="1100" dirty="0"/>
              <a:t>Para ir a la página principal de SMICRLT, presione </a:t>
            </a:r>
            <a:r>
              <a:rPr lang="es-ES_tradnl" sz="1100" b="1" dirty="0"/>
              <a:t>Regresar</a:t>
            </a:r>
            <a:r>
              <a:rPr lang="es-ES_tradnl" sz="1100" dirty="0"/>
              <a:t>.</a:t>
            </a:r>
          </a:p>
        </p:txBody>
      </p:sp>
      <p:sp>
        <p:nvSpPr>
          <p:cNvPr id="3" name="Rectángulo 2">
            <a:extLst>
              <a:ext uri="{FF2B5EF4-FFF2-40B4-BE49-F238E27FC236}">
                <a16:creationId xmlns:a16="http://schemas.microsoft.com/office/drawing/2014/main" id="{7780E278-575F-A16E-1D59-81BBBCA36126}"/>
              </a:ext>
            </a:extLst>
          </p:cNvPr>
          <p:cNvSpPr/>
          <p:nvPr/>
        </p:nvSpPr>
        <p:spPr>
          <a:xfrm>
            <a:off x="599575" y="2117137"/>
            <a:ext cx="564161" cy="223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B54CB063-67E0-1F67-CBA1-7DD30448AB25}"/>
              </a:ext>
            </a:extLst>
          </p:cNvPr>
          <p:cNvSpPr txBox="1"/>
          <p:nvPr/>
        </p:nvSpPr>
        <p:spPr>
          <a:xfrm>
            <a:off x="698594" y="1737087"/>
            <a:ext cx="301753" cy="215444"/>
          </a:xfrm>
          <a:prstGeom prst="rect">
            <a:avLst/>
          </a:prstGeom>
          <a:solidFill>
            <a:schemeClr val="accent3"/>
          </a:solidFill>
        </p:spPr>
        <p:txBody>
          <a:bodyPr wrap="square" rtlCol="0">
            <a:spAutoFit/>
          </a:bodyPr>
          <a:lstStyle/>
          <a:p>
            <a:r>
              <a:rPr lang="en-US" sz="800" b="1" dirty="0">
                <a:solidFill>
                  <a:schemeClr val="bg1"/>
                </a:solidFill>
              </a:rPr>
              <a:t>19</a:t>
            </a:r>
          </a:p>
        </p:txBody>
      </p:sp>
    </p:spTree>
    <p:extLst>
      <p:ext uri="{BB962C8B-B14F-4D97-AF65-F5344CB8AC3E}">
        <p14:creationId xmlns:p14="http://schemas.microsoft.com/office/powerpoint/2010/main" val="7619345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p:txBody>
          <a:bodyPr/>
          <a:lstStyle/>
          <a:p>
            <a:r>
              <a:rPr lang="es-CO" sz="1200" dirty="0"/>
              <a:t>Ejecutar procesos de cierre de periodo académico</a:t>
            </a:r>
            <a:endParaRPr lang="es-419" dirty="0"/>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399903"/>
          </a:xfrm>
        </p:spPr>
        <p:txBody>
          <a:bodyPr/>
          <a:lstStyle/>
          <a:p>
            <a:pPr marL="342900" lvl="1" indent="-342900" algn="just">
              <a:spcBef>
                <a:spcPts val="1000"/>
              </a:spcBef>
              <a:buClr>
                <a:srgbClr val="0CB4B4"/>
              </a:buClr>
              <a:buFont typeface="Wingdings" panose="05000000000000000000" pitchFamily="2" charset="2"/>
              <a:buChar char="q"/>
            </a:pPr>
            <a:r>
              <a:rPr lang="es-419" sz="1800" dirty="0"/>
              <a:t>Registro Académico debe ejecutar una serie de procesos al finalizar el período académico:</a:t>
            </a:r>
          </a:p>
          <a:p>
            <a:pPr marL="511175" lvl="2" indent="-342900" algn="just">
              <a:spcBef>
                <a:spcPts val="1000"/>
              </a:spcBef>
              <a:buClr>
                <a:srgbClr val="0CB4B4"/>
              </a:buClr>
              <a:buFont typeface="Wingdings" panose="05000000000000000000" pitchFamily="2" charset="2"/>
              <a:buChar char="q"/>
            </a:pPr>
            <a:r>
              <a:rPr lang="es-419" sz="1600" dirty="0"/>
              <a:t>Las calificaciones ingresadas por los profesores deben ser transferidas a la historia académica del estudiante, a través del proceso SHRROLL.</a:t>
            </a:r>
          </a:p>
          <a:p>
            <a:pPr marL="511175" lvl="2" indent="-342900" algn="just">
              <a:spcBef>
                <a:spcPts val="1000"/>
              </a:spcBef>
              <a:buClr>
                <a:srgbClr val="0CB4B4"/>
              </a:buClr>
              <a:buFont typeface="Wingdings" panose="05000000000000000000" pitchFamily="2" charset="2"/>
              <a:buChar char="q"/>
            </a:pPr>
            <a:r>
              <a:rPr lang="es-419" sz="1600" dirty="0"/>
              <a:t>La verificación masiva del avance de los estudiantes en los programas que tienen inscritos se ejecuta a través del proceso SMRBCMP. Para correr este proceso se deben predeterminar algunos valores que se tomarán por defecto en la página SMADFLT.</a:t>
            </a:r>
          </a:p>
          <a:p>
            <a:pPr marL="511175" lvl="2" indent="-342900" algn="just">
              <a:spcBef>
                <a:spcPts val="1000"/>
              </a:spcBef>
              <a:buClr>
                <a:srgbClr val="0CB4B4"/>
              </a:buClr>
              <a:buFont typeface="Wingdings" panose="05000000000000000000" pitchFamily="2" charset="2"/>
              <a:buChar char="q"/>
            </a:pPr>
            <a:r>
              <a:rPr lang="es-419" sz="1600" dirty="0"/>
              <a:t>Verificación individual de los estudiantes en un programa se ejecuta a través de la página SMARQCM.</a:t>
            </a:r>
          </a:p>
          <a:p>
            <a:pPr marL="342900" lvl="1" indent="-342900" algn="just">
              <a:spcBef>
                <a:spcPts val="1000"/>
              </a:spcBef>
              <a:buClr>
                <a:srgbClr val="0CB4B4"/>
              </a:buClr>
              <a:buFont typeface="Wingdings" panose="05000000000000000000" pitchFamily="2" charset="2"/>
              <a:buChar char="q"/>
            </a:pPr>
            <a:r>
              <a:rPr lang="es-419" sz="1800" dirty="0"/>
              <a:t>Los resultados de la ejecución de verificación de cumplimiento se consultan por medio de la página SMICRLT.</a:t>
            </a:r>
          </a:p>
        </p:txBody>
      </p:sp>
    </p:spTree>
    <p:extLst>
      <p:ext uri="{BB962C8B-B14F-4D97-AF65-F5344CB8AC3E}">
        <p14:creationId xmlns:p14="http://schemas.microsoft.com/office/powerpoint/2010/main" val="319853408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2750</TotalTime>
  <Words>4459</Words>
  <Application>Microsoft Office PowerPoint</Application>
  <PresentationFormat>Widescreen</PresentationFormat>
  <Paragraphs>646</Paragraphs>
  <Slides>82</Slides>
  <Notes>63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82</vt:i4>
      </vt:variant>
    </vt:vector>
  </HeadingPairs>
  <TitlesOfParts>
    <vt:vector size="90" baseType="lpstr">
      <vt:lpstr>Aptos</vt:lpstr>
      <vt:lpstr>Aptos Display</vt:lpstr>
      <vt:lpstr>Arial</vt:lpstr>
      <vt:lpstr>Courier New</vt:lpstr>
      <vt:lpstr>Helvetica Neue</vt:lpstr>
      <vt:lpstr>Wingdings</vt:lpstr>
      <vt:lpstr>Ellucian Main Layouts</vt:lpstr>
      <vt:lpstr>Ellucian Blank Layouts</vt:lpstr>
      <vt:lpstr> Ejecutar procesos de cierre de periodo académico </vt:lpstr>
      <vt:lpstr>PowerPoint Presentation</vt:lpstr>
      <vt:lpstr>Overview</vt:lpstr>
      <vt:lpstr>Overview: Mapa de capacidades</vt:lpstr>
      <vt:lpstr>Overview: Ejecutar procesos de cierre de periodo académico  </vt:lpstr>
      <vt:lpstr>Overview: Ejecutar procesos de cierre de periodo académico </vt:lpstr>
      <vt:lpstr>Overview: Región donde aplica</vt:lpstr>
      <vt:lpstr>Overview: Ingresar calificaciones a través de Autoservicio  </vt:lpstr>
      <vt:lpstr>Configuraciones</vt:lpstr>
      <vt:lpstr>Predefinir parámetros de cumplimiento</vt:lpstr>
      <vt:lpstr>Configuraciones: Predefinir parámetros de cumplimiento</vt:lpstr>
      <vt:lpstr>Configuraciones: Predefinir parámetros de cumplimiento</vt:lpstr>
      <vt:lpstr>Configuraciones: Predefinir parámetros de cumplimiento</vt:lpstr>
      <vt:lpstr>Configuraciones: Predefinir parámetros de cumplimiento</vt:lpstr>
      <vt:lpstr>Configuraciones: Predefinir parámetros de cumplimiento</vt:lpstr>
      <vt:lpstr>Control de Historia Académica</vt:lpstr>
      <vt:lpstr>Configuraciones: Control de Historia Académica</vt:lpstr>
      <vt:lpstr>Configuraciones: Control de Historia Académica</vt:lpstr>
      <vt:lpstr>Configuraciones: Control de Historia Académica</vt:lpstr>
      <vt:lpstr>Procesar cierre de calificaciones </vt:lpstr>
      <vt:lpstr>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Procesar cierre de calificaciones: Proceso masivo</vt:lpstr>
      <vt:lpstr>Proceso por Lista de clase</vt:lpstr>
      <vt:lpstr>Procesar cierre de calificaciones: Proceso por lista de clase</vt:lpstr>
      <vt:lpstr>Procesar cierre de calificaciones: Proceso por lista de clase</vt:lpstr>
      <vt:lpstr>Procesar cierre de calificaciones: Proceso por lista de clase</vt:lpstr>
      <vt:lpstr>Procesar cierre de calificaciones: Proceso por lista de clase</vt:lpstr>
      <vt:lpstr>Evaluar avance curricular de los alumnos</vt:lpstr>
      <vt:lpstr>Proceso masivo</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CAPP Individual</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Evaluar avance curricular de los alumnos</vt:lpstr>
      <vt:lpstr>Resultados de avance curricular de los alumnos</vt:lpstr>
      <vt:lpstr>Resultados de avance curricular de los alumnos</vt:lpstr>
      <vt:lpstr>Resultados de avance curricular de los alumnos</vt:lpstr>
      <vt:lpstr>Resultados de avance curricular de los alumnos</vt:lpstr>
      <vt:lpstr>Resultados de avance curricular de los alumnos</vt:lpstr>
      <vt:lpstr>Evaluar avance curricular de los alumnos: Requerimientos Generales</vt:lpstr>
      <vt:lpstr>Resultados de avance curricular de los alumnos</vt:lpstr>
      <vt:lpstr>Evaluar avance curricular de los alumnos: Requerimientos no curso</vt:lpstr>
      <vt:lpstr>Evaluar avance curricular de los alumnos: Requerimientos no curso</vt:lpstr>
      <vt:lpstr>Resultados de avance curricular de los alumnos</vt:lpstr>
      <vt:lpstr>Evaluar avance curricular de los alumnos: Áreas</vt:lpstr>
      <vt:lpstr>Evaluar avance curricular de los alumnos: Áreas</vt:lpstr>
      <vt:lpstr>Evaluar avance curricular de los alumnos: Áreas</vt:lpstr>
      <vt:lpstr>Evaluar avance curricular de los alumnos: Áreas</vt:lpstr>
      <vt:lpstr>Evaluar avance curricular de los alumnos: Áreas</vt:lpstr>
      <vt:lpstr>Evaluar avance curricular de los alumnos: Áreas</vt:lpstr>
      <vt:lpstr>Evaluar avance curricular de los alumnos: Áreas</vt:lpstr>
      <vt:lpstr>Resultados de avance curricular de los alumnos</vt:lpstr>
      <vt:lpstr>Evaluar avance curricular de los alumnos: Usados</vt:lpstr>
      <vt:lpstr>Resultados de avance curricular de los alumnos</vt:lpstr>
      <vt:lpstr>Evaluar avance curricular de los alumnos: No usados</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47</cp:revision>
  <dcterms:created xsi:type="dcterms:W3CDTF">2024-10-09T00:27:58Z</dcterms:created>
  <dcterms:modified xsi:type="dcterms:W3CDTF">2026-07-15T17:36:09Z</dcterms:modified>
</cp:coreProperties>
</file>