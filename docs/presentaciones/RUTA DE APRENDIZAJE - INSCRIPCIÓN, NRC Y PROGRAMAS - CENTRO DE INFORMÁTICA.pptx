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theme/theme3.xml" ContentType="application/vnd.openxmlformats-officedocument.theme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95" r:id="rId3"/>
    <p:sldMasterId id="2147483735" r:id="rId4"/>
  </p:sldMasterIdLst>
  <p:notesMasterIdLst>
    <p:notesMasterId r:id="rId55"/>
  </p:notesMasterIdLst>
  <p:sldIdLst>
    <p:sldId id="613" r:id="rId60"/>
    <p:sldId id="614" r:id="rId61"/>
    <p:sldId id="615" r:id="rId62"/>
    <p:sldId id="616" r:id="rId63"/>
    <p:sldId id="617" r:id="rId64"/>
    <p:sldId id="618" r:id="rId65"/>
    <p:sldId id="619" r:id="rId66"/>
    <p:sldId id="620" r:id="rId67"/>
    <p:sldId id="621" r:id="rId68"/>
    <p:sldId id="622" r:id="rId69"/>
    <p:sldId id="623" r:id="rId70"/>
    <p:sldId id="624" r:id="rId71"/>
    <p:sldId id="625" r:id="rId72"/>
    <p:sldId id="626" r:id="rId73"/>
    <p:sldId id="627" r:id="rId74"/>
    <p:sldId id="628" r:id="rId75"/>
    <p:sldId id="629" r:id="rId7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C2193"/>
    <a:srgbClr val="F7F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6247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5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58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5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5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57" Type="http://schemas.openxmlformats.org/officeDocument/2006/relationships/viewProps" Target="viewProps.xml"/>  <Relationship Id="rId60" Type="http://schemas.openxmlformats.org/officeDocument/2006/relationships/slide" Target="slides/slide51.xml"/>
  <Relationship Id="rId61" Type="http://schemas.openxmlformats.org/officeDocument/2006/relationships/slide" Target="slides/slide52.xml"/>
  <Relationship Id="rId62" Type="http://schemas.openxmlformats.org/officeDocument/2006/relationships/slide" Target="slides/slide53.xml"/>
  <Relationship Id="rId63" Type="http://schemas.openxmlformats.org/officeDocument/2006/relationships/slide" Target="slides/slide54.xml"/>
  <Relationship Id="rId64" Type="http://schemas.openxmlformats.org/officeDocument/2006/relationships/slide" Target="slides/slide55.xml"/>
  <Relationship Id="rId65" Type="http://schemas.openxmlformats.org/officeDocument/2006/relationships/slide" Target="slides/slide56.xml"/>
  <Relationship Id="rId66" Type="http://schemas.openxmlformats.org/officeDocument/2006/relationships/slide" Target="slides/slide57.xml"/>
  <Relationship Id="rId67" Type="http://schemas.openxmlformats.org/officeDocument/2006/relationships/slide" Target="slides/slide58.xml"/>
  <Relationship Id="rId68" Type="http://schemas.openxmlformats.org/officeDocument/2006/relationships/slide" Target="slides/slide59.xml"/>
  <Relationship Id="rId69" Type="http://schemas.openxmlformats.org/officeDocument/2006/relationships/slide" Target="slides/slide60.xml"/>
  <Relationship Id="rId70" Type="http://schemas.openxmlformats.org/officeDocument/2006/relationships/slide" Target="slides/slide61.xml"/>
  <Relationship Id="rId71" Type="http://schemas.openxmlformats.org/officeDocument/2006/relationships/slide" Target="slides/slide62.xml"/>
  <Relationship Id="rId72" Type="http://schemas.openxmlformats.org/officeDocument/2006/relationships/slide" Target="slides/slide63.xml"/>
  <Relationship Id="rId73" Type="http://schemas.openxmlformats.org/officeDocument/2006/relationships/slide" Target="slides/slide64.xml"/>
  <Relationship Id="rId74" Type="http://schemas.openxmlformats.org/officeDocument/2006/relationships/slide" Target="slides/slide65.xml"/>
  <Relationship Id="rId75" Type="http://schemas.openxmlformats.org/officeDocument/2006/relationships/slide" Target="slides/slide66.xml"/>
  <Relationship Id="rId76" Type="http://schemas.openxmlformats.org/officeDocument/2006/relationships/slide" Target="slides/slide67.xml"/>
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7C4D4F-02F1-4128-82AF-F7679EB9D8E5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98818-1391-4805-9C29-F0662F4A7854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210172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7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41.xml.rels><?xml version="1.0" encoding="UTF-8" standalone="yes"?>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Layouts/_rels/slideLayout42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5.svg"/><Relationship Id="rId4" Type="http://schemas.openxmlformats.org/officeDocument/2006/relationships/image" Target="../media/image3.png"/></Relationships>
</file>

<file path=ppt/slideLayouts/_rels/slideLayout60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17.svg"/><Relationship Id="rId4" Type="http://schemas.openxmlformats.org/officeDocument/2006/relationships/image" Target="../media/image11.png"/></Relationships>
</file>

<file path=ppt/slideLayouts/_rels/slideLayout74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18.svg"/><Relationship Id="rId4" Type="http://schemas.openxmlformats.org/officeDocument/2006/relationships/image" Target="../media/image13.png"/></Relationships>
</file>

<file path=ppt/slideLayouts/_rels/slideLayout75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76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77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7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85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86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87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88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89.xml.rels><?xml version="1.0" encoding="UTF-8" standalone="yes"?>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90.xml.rels><?xml version="1.0" encoding="UTF-8" standalone="yes"?>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9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"1.0" encoding="UTF-8" standalone="yes"?>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4.xml"/><Relationship Id="rId5" Type="http://schemas.openxmlformats.org/officeDocument/2006/relationships/image" Target="../media/image5.svg"/><Relationship Id="rId4" Type="http://schemas.openxmlformats.org/officeDocument/2006/relationships/image" Target="../media/image3.png"/></Relationships>
</file>

<file path=ppt/slideLayouts/_rels/slideLayout98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99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100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101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102.xml.rels><?xml version="1.0" encoding="UTF-8" standalone="yes"?>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103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104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105.xml.rels><?xml version="1.0" encoding="UTF-8" standalone="yes"?>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106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10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0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111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Relationship Id="rId5" Type="http://schemas.openxmlformats.org/officeDocument/2006/relationships/image" Target="../media/image17.svg"/><Relationship Id="rId4" Type="http://schemas.openxmlformats.org/officeDocument/2006/relationships/image" Target="../media/image11.png"/></Relationships>
</file>

<file path=ppt/slideLayouts/_rels/slideLayout112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Relationship Id="rId5" Type="http://schemas.openxmlformats.org/officeDocument/2006/relationships/image" Target="../media/image18.svg"/><Relationship Id="rId4" Type="http://schemas.openxmlformats.org/officeDocument/2006/relationships/image" Target="../media/image13.png"/></Relationships>
</file>

<file path=ppt/slideLayouts/_rels/slideLayout113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114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115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116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1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0A9044-76B1-D660-8DBF-F2F16B0118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D94A282-AB81-AF53-998D-8FAB02409D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E54205B-C876-F8C4-D883-9E68781ED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7E94D33-FDE8-6449-705F-E556EF1EF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D630CF9-CD55-3BD0-79C3-E70AAAEA7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14775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559199-D081-4689-6C0F-26C081480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B26484-A586-DE59-81DA-9AE0971899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3DB8B84-50E3-3680-51B0-E997DAC40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75AA40F-A1AE-4DAB-8F62-65858B29B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3D72374-BF0D-9199-0AE2-B02EF3813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75233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549AF9-55EC-C5C1-42C9-7D227AAF6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AA2B32A-2C66-856E-7956-ED257F397B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D82117E-953F-4F70-D94A-C0F2B9F30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315B6E9-B354-9D39-F8CC-2B3721A2A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3A96CAC-C276-2C6D-50E0-118D678FF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257891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DB5609-CFF7-FE91-93A8-017ADAC91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2E964A9-F609-80F6-2CBA-3D02F425D1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22AF759-B10E-0B24-F52D-720377E5AE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AA4FDCD-1E3B-1A51-8F25-3FF6CE7F3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56B8827-6190-F9CB-340C-17290B494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AB46404-8C78-05E7-B250-ECAE37091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70132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749292-F847-1D24-4FD9-AD41568A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AF671E2-D3A4-0F45-2A09-B8DADE12C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0FFBD18-2BF9-678E-0AC8-52B223120A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3527B7E-E0F5-0A56-6D7C-76242207D8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C8E62F8-AF94-079C-EF69-A765CB0143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A648DA9-9673-35CC-FD69-59F6BD799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5DE94D9-8533-ED00-B05C-81DE14EF0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4212A43-66F9-51AD-4D2C-731C9E48C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06403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3CED7A-3158-77DF-D71C-35AEE7E24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478F852-120E-6806-DC0E-4922223E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7D40898-4A83-C494-208C-3BB983CA1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9B7A564-709D-A9B1-4784-A78D03A30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74704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61ACFAF-7441-8EC2-04CF-09CD9E833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4FA7E49-6B88-6BC2-8C6D-9A071DBA3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A044BFD-EAF6-FB9F-F2A0-61F098F34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096133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1A3095-751F-EE63-B505-F34F4EEBC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1059669-42C4-B318-496D-C5C68D2BE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C890E18-79BE-170F-7FA5-0734B2427D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167D11A-ADB7-ACDC-6832-617038691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777EE52-07B8-7502-695C-6DF8A78DF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E3460CC-A376-5637-5998-D11D83D19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51235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8F389F-3435-A3CA-D8B5-31A600F72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433BEFD-867B-5487-68C5-3F9B60292F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34278E2-9BED-AFAC-E024-EA1282F7B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7DF14C5-21E9-B1BB-FAEB-95E5A017C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C448983-4ED4-A1F6-ABA9-CD9634DF3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7065E54-4AF9-87DF-9439-3998BE789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82214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E92D63-E499-03F7-FB4D-93474D0C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F4D4A8B-B230-AB87-D28F-47E1EF7566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804D0E4-B7E8-F53F-6E2B-AC40634D2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70558D2-1230-7AE6-C0AB-8C24ADE1D2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0E8A289-C61E-F62D-8E83-FAFD44220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5974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DD465E1-F8B5-FF8A-28AB-8CEAEC420D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DBD6A3E-9027-3D05-9863-50913A2D89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8397731-A82C-21F2-2C4D-A190BB9F2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7838474-DFAA-E728-D9B9-DEFD39979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1089AF1-2426-4CC7-C36C-58F4C5A17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584383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A07DC58-1A21-92BE-DFA2-CB4F912849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A31E1B8-B722-2D65-909E-9A914A5A07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6E9C32C0-6005-3B19-7D13-32AC67121C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458457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8946FB4-67EB-F51C-A1FC-5421BE4D22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253018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A8556FD-943F-2CA8-3B15-1C7401E71D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B12A91-8583-2E4C-B1C8-7E1F64EF24C9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2801428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Cov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308F59C-932F-DFB8-2AAA-2B6514736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A07DC58-1A21-92BE-DFA2-CB4F912849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2" y="2249757"/>
            <a:ext cx="5427132" cy="1748877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A31E1B8-B722-2D65-909E-9A914A5A07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2" y="4116116"/>
            <a:ext cx="5427132" cy="663515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6E9C32C0-6005-3B19-7D13-32AC67121C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609784"/>
            <a:ext cx="3032274" cy="398058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8946FB4-67EB-F51C-A1FC-5421BE4D22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2" y="6230769"/>
            <a:ext cx="2228873" cy="194925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ED3A513-644B-6B1D-40F3-221E3E565B2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690226" y="573882"/>
            <a:ext cx="5501774" cy="5710237"/>
          </a:xfrm>
          <a:custGeom>
            <a:avLst/>
            <a:gdLst>
              <a:gd name="connsiteX0" fmla="*/ 0 w 5501774"/>
              <a:gd name="connsiteY0" fmla="*/ 0 h 5710237"/>
              <a:gd name="connsiteX1" fmla="*/ 2675908 w 5501774"/>
              <a:gd name="connsiteY1" fmla="*/ 0 h 5710237"/>
              <a:gd name="connsiteX2" fmla="*/ 2675908 w 5501774"/>
              <a:gd name="connsiteY2" fmla="*/ 1 h 5710237"/>
              <a:gd name="connsiteX3" fmla="*/ 5501774 w 5501774"/>
              <a:gd name="connsiteY3" fmla="*/ 1 h 5710237"/>
              <a:gd name="connsiteX4" fmla="*/ 5501774 w 5501774"/>
              <a:gd name="connsiteY4" fmla="*/ 1513523 h 5710237"/>
              <a:gd name="connsiteX5" fmla="*/ 2675908 w 5501774"/>
              <a:gd name="connsiteY5" fmla="*/ 1513523 h 5710237"/>
              <a:gd name="connsiteX6" fmla="*/ 2675908 w 5501774"/>
              <a:gd name="connsiteY6" fmla="*/ 2093595 h 5710237"/>
              <a:gd name="connsiteX7" fmla="*/ 4971924 w 5501774"/>
              <a:gd name="connsiteY7" fmla="*/ 2093595 h 5710237"/>
              <a:gd name="connsiteX8" fmla="*/ 4971924 w 5501774"/>
              <a:gd name="connsiteY8" fmla="*/ 3607117 h 5710237"/>
              <a:gd name="connsiteX9" fmla="*/ 2675908 w 5501774"/>
              <a:gd name="connsiteY9" fmla="*/ 3607117 h 5710237"/>
              <a:gd name="connsiteX10" fmla="*/ 2675908 w 5501774"/>
              <a:gd name="connsiteY10" fmla="*/ 4196715 h 5710237"/>
              <a:gd name="connsiteX11" fmla="*/ 5501774 w 5501774"/>
              <a:gd name="connsiteY11" fmla="*/ 4196715 h 5710237"/>
              <a:gd name="connsiteX12" fmla="*/ 5501774 w 5501774"/>
              <a:gd name="connsiteY12" fmla="*/ 5710237 h 5710237"/>
              <a:gd name="connsiteX13" fmla="*/ 2675908 w 5501774"/>
              <a:gd name="connsiteY13" fmla="*/ 5710237 h 5710237"/>
              <a:gd name="connsiteX14" fmla="*/ 1951722 w 5501774"/>
              <a:gd name="connsiteY14" fmla="*/ 5710237 h 5710237"/>
              <a:gd name="connsiteX15" fmla="*/ 0 w 5501774"/>
              <a:gd name="connsiteY15" fmla="*/ 5710237 h 571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501774" h="5710237">
                <a:moveTo>
                  <a:pt x="0" y="0"/>
                </a:moveTo>
                <a:lnTo>
                  <a:pt x="2675908" y="0"/>
                </a:lnTo>
                <a:lnTo>
                  <a:pt x="2675908" y="1"/>
                </a:lnTo>
                <a:lnTo>
                  <a:pt x="5501774" y="1"/>
                </a:lnTo>
                <a:lnTo>
                  <a:pt x="5501774" y="1513523"/>
                </a:lnTo>
                <a:lnTo>
                  <a:pt x="2675908" y="1513523"/>
                </a:lnTo>
                <a:lnTo>
                  <a:pt x="2675908" y="2093595"/>
                </a:lnTo>
                <a:lnTo>
                  <a:pt x="4971924" y="2093595"/>
                </a:lnTo>
                <a:lnTo>
                  <a:pt x="4971924" y="3607117"/>
                </a:lnTo>
                <a:lnTo>
                  <a:pt x="2675908" y="3607117"/>
                </a:lnTo>
                <a:lnTo>
                  <a:pt x="2675908" y="4196715"/>
                </a:lnTo>
                <a:lnTo>
                  <a:pt x="5501774" y="4196715"/>
                </a:lnTo>
                <a:lnTo>
                  <a:pt x="5501774" y="5710237"/>
                </a:lnTo>
                <a:lnTo>
                  <a:pt x="2675908" y="5710237"/>
                </a:lnTo>
                <a:lnTo>
                  <a:pt x="1951722" y="5710237"/>
                </a:lnTo>
                <a:lnTo>
                  <a:pt x="0" y="5710237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1688B8-4AFA-00EF-A18F-CE0BE044452E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2445081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Cov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308F59C-932F-DFB8-2AAA-2B6514736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A07DC58-1A21-92BE-DFA2-CB4F912849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2" y="2249757"/>
            <a:ext cx="5427132" cy="1748877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A31E1B8-B722-2D65-909E-9A914A5A07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2" y="4116116"/>
            <a:ext cx="5427132" cy="663515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6E9C32C0-6005-3B19-7D13-32AC67121C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609784"/>
            <a:ext cx="3032274" cy="398058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8946FB4-67EB-F51C-A1FC-5421BE4D22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2" y="6230769"/>
            <a:ext cx="2228873" cy="194925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ED3A513-644B-6B1D-40F3-221E3E565B2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690226" y="573882"/>
            <a:ext cx="5501774" cy="5710237"/>
          </a:xfrm>
          <a:custGeom>
            <a:avLst/>
            <a:gdLst>
              <a:gd name="connsiteX0" fmla="*/ 0 w 5501774"/>
              <a:gd name="connsiteY0" fmla="*/ 0 h 5710237"/>
              <a:gd name="connsiteX1" fmla="*/ 2675908 w 5501774"/>
              <a:gd name="connsiteY1" fmla="*/ 0 h 5710237"/>
              <a:gd name="connsiteX2" fmla="*/ 2675908 w 5501774"/>
              <a:gd name="connsiteY2" fmla="*/ 1 h 5710237"/>
              <a:gd name="connsiteX3" fmla="*/ 5501774 w 5501774"/>
              <a:gd name="connsiteY3" fmla="*/ 1 h 5710237"/>
              <a:gd name="connsiteX4" fmla="*/ 5501774 w 5501774"/>
              <a:gd name="connsiteY4" fmla="*/ 1513523 h 5710237"/>
              <a:gd name="connsiteX5" fmla="*/ 2675908 w 5501774"/>
              <a:gd name="connsiteY5" fmla="*/ 1513523 h 5710237"/>
              <a:gd name="connsiteX6" fmla="*/ 2675908 w 5501774"/>
              <a:gd name="connsiteY6" fmla="*/ 2093595 h 5710237"/>
              <a:gd name="connsiteX7" fmla="*/ 4971924 w 5501774"/>
              <a:gd name="connsiteY7" fmla="*/ 2093595 h 5710237"/>
              <a:gd name="connsiteX8" fmla="*/ 4971924 w 5501774"/>
              <a:gd name="connsiteY8" fmla="*/ 3607117 h 5710237"/>
              <a:gd name="connsiteX9" fmla="*/ 2675908 w 5501774"/>
              <a:gd name="connsiteY9" fmla="*/ 3607117 h 5710237"/>
              <a:gd name="connsiteX10" fmla="*/ 2675908 w 5501774"/>
              <a:gd name="connsiteY10" fmla="*/ 4196715 h 5710237"/>
              <a:gd name="connsiteX11" fmla="*/ 5501774 w 5501774"/>
              <a:gd name="connsiteY11" fmla="*/ 4196715 h 5710237"/>
              <a:gd name="connsiteX12" fmla="*/ 5501774 w 5501774"/>
              <a:gd name="connsiteY12" fmla="*/ 5710237 h 5710237"/>
              <a:gd name="connsiteX13" fmla="*/ 2675908 w 5501774"/>
              <a:gd name="connsiteY13" fmla="*/ 5710237 h 5710237"/>
              <a:gd name="connsiteX14" fmla="*/ 1951722 w 5501774"/>
              <a:gd name="connsiteY14" fmla="*/ 5710237 h 5710237"/>
              <a:gd name="connsiteX15" fmla="*/ 0 w 5501774"/>
              <a:gd name="connsiteY15" fmla="*/ 5710237 h 571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501774" h="5710237">
                <a:moveTo>
                  <a:pt x="0" y="0"/>
                </a:moveTo>
                <a:lnTo>
                  <a:pt x="2675908" y="0"/>
                </a:lnTo>
                <a:lnTo>
                  <a:pt x="2675908" y="1"/>
                </a:lnTo>
                <a:lnTo>
                  <a:pt x="5501774" y="1"/>
                </a:lnTo>
                <a:lnTo>
                  <a:pt x="5501774" y="1513523"/>
                </a:lnTo>
                <a:lnTo>
                  <a:pt x="2675908" y="1513523"/>
                </a:lnTo>
                <a:lnTo>
                  <a:pt x="2675908" y="2093595"/>
                </a:lnTo>
                <a:lnTo>
                  <a:pt x="4971924" y="2093595"/>
                </a:lnTo>
                <a:lnTo>
                  <a:pt x="4971924" y="3607117"/>
                </a:lnTo>
                <a:lnTo>
                  <a:pt x="2675908" y="3607117"/>
                </a:lnTo>
                <a:lnTo>
                  <a:pt x="2675908" y="4196715"/>
                </a:lnTo>
                <a:lnTo>
                  <a:pt x="5501774" y="4196715"/>
                </a:lnTo>
                <a:lnTo>
                  <a:pt x="5501774" y="5710237"/>
                </a:lnTo>
                <a:lnTo>
                  <a:pt x="2675908" y="5710237"/>
                </a:lnTo>
                <a:lnTo>
                  <a:pt x="1951722" y="5710237"/>
                </a:lnTo>
                <a:lnTo>
                  <a:pt x="0" y="5710237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E118B2-5580-3101-C2BB-4FB39252D744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1189180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Purple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0A86818C-B6FC-21B3-0821-EE3D8DAE5A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2BC038CA-3E14-5783-3761-76D8A4C63EC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9D3FE11-F167-1622-761B-F4BFADB0B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EBAA974E-55D6-2A02-03A4-AAB7F36BF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458457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69C30255-143C-EB1C-95B6-9319F7AB9F7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253018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E32664-E882-9D71-52FE-71612364F8CE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1634229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rm Gray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A2941D41-B5B7-CCE1-1B2C-89AAD5DACBE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6600B585-62A4-8333-3077-9DD14A7818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1C3DEEA-3CCE-EBD2-6CE3-835C44C810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74440542-6D19-B6BD-7831-2A113C1E6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458457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30B08173-A7BE-6F86-6CDE-43EC9BEEB3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253018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9D9DE1-FE9F-14AE-4A3F-F4173038006F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6772683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2C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B2127B1-FA67-CE8D-CD90-41309DF1AC6C}"/>
              </a:ext>
            </a:extLst>
          </p:cNvPr>
          <p:cNvSpPr/>
          <p:nvPr/>
        </p:nvSpPr>
        <p:spPr>
          <a:xfrm>
            <a:off x="0" y="6282612"/>
            <a:ext cx="1418253" cy="5753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108B6B-C056-2E89-CB24-74221272E2EC}"/>
              </a:ext>
            </a:extLst>
          </p:cNvPr>
          <p:cNvSpPr/>
          <p:nvPr/>
        </p:nvSpPr>
        <p:spPr>
          <a:xfrm>
            <a:off x="0" y="650240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737573-4583-0401-B46C-004DF090DAB6}"/>
              </a:ext>
            </a:extLst>
          </p:cNvPr>
          <p:cNvSpPr/>
          <p:nvPr/>
        </p:nvSpPr>
        <p:spPr>
          <a:xfrm>
            <a:off x="0" y="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2C18FF9-32C7-751D-36F8-EF5124DF2B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D8DE661F-53B2-6E8E-9238-FE6484215B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2590016B-4462-F023-25AF-B00C928532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7C710057-3FB3-19E3-5D75-F018F116AE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260553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41EE674-4BC9-86D6-67E5-FF509240DD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055114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8FAC4F-619C-5E6B-F2B0-D001F5A51111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4553316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2C Cov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B2127B1-FA67-CE8D-CD90-41309DF1AC6C}"/>
              </a:ext>
            </a:extLst>
          </p:cNvPr>
          <p:cNvSpPr/>
          <p:nvPr/>
        </p:nvSpPr>
        <p:spPr>
          <a:xfrm>
            <a:off x="0" y="6282612"/>
            <a:ext cx="1418253" cy="5753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108B6B-C056-2E89-CB24-74221272E2EC}"/>
              </a:ext>
            </a:extLst>
          </p:cNvPr>
          <p:cNvSpPr/>
          <p:nvPr/>
        </p:nvSpPr>
        <p:spPr>
          <a:xfrm>
            <a:off x="0" y="650240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737573-4583-0401-B46C-004DF090DAB6}"/>
              </a:ext>
            </a:extLst>
          </p:cNvPr>
          <p:cNvSpPr/>
          <p:nvPr/>
        </p:nvSpPr>
        <p:spPr>
          <a:xfrm>
            <a:off x="0" y="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BB43B24-12DD-1DD6-963C-7ADA857CCD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A39E11EF-D17E-E6F4-B66D-C68ABBCCF81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2" y="2249757"/>
            <a:ext cx="5427132" cy="1748877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64D279B7-3D21-DC76-5BCE-6A2D109B8ED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2" y="4116116"/>
            <a:ext cx="5427132" cy="663515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04B738B6-E606-753D-F43C-ADBDF91B7E2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689725" y="355598"/>
            <a:ext cx="5502275" cy="6146801"/>
          </a:xfrm>
          <a:custGeom>
            <a:avLst/>
            <a:gdLst>
              <a:gd name="connsiteX0" fmla="*/ 0 w 5502275"/>
              <a:gd name="connsiteY0" fmla="*/ 0 h 6135556"/>
              <a:gd name="connsiteX1" fmla="*/ 5502275 w 5502275"/>
              <a:gd name="connsiteY1" fmla="*/ 0 h 6135556"/>
              <a:gd name="connsiteX2" fmla="*/ 5502275 w 5502275"/>
              <a:gd name="connsiteY2" fmla="*/ 218283 h 6135556"/>
              <a:gd name="connsiteX3" fmla="*/ 5502275 w 5502275"/>
              <a:gd name="connsiteY3" fmla="*/ 1268413 h 6135556"/>
              <a:gd name="connsiteX4" fmla="*/ 5502275 w 5502275"/>
              <a:gd name="connsiteY4" fmla="*/ 1731805 h 6135556"/>
              <a:gd name="connsiteX5" fmla="*/ 2676409 w 5502275"/>
              <a:gd name="connsiteY5" fmla="*/ 1731805 h 6135556"/>
              <a:gd name="connsiteX6" fmla="*/ 2676409 w 5502275"/>
              <a:gd name="connsiteY6" fmla="*/ 2311877 h 6135556"/>
              <a:gd name="connsiteX7" fmla="*/ 4972425 w 5502275"/>
              <a:gd name="connsiteY7" fmla="*/ 2311877 h 6135556"/>
              <a:gd name="connsiteX8" fmla="*/ 4972425 w 5502275"/>
              <a:gd name="connsiteY8" fmla="*/ 3825399 h 6135556"/>
              <a:gd name="connsiteX9" fmla="*/ 2676409 w 5502275"/>
              <a:gd name="connsiteY9" fmla="*/ 3825399 h 6135556"/>
              <a:gd name="connsiteX10" fmla="*/ 2676409 w 5502275"/>
              <a:gd name="connsiteY10" fmla="*/ 4414997 h 6135556"/>
              <a:gd name="connsiteX11" fmla="*/ 5502275 w 5502275"/>
              <a:gd name="connsiteY11" fmla="*/ 4414997 h 6135556"/>
              <a:gd name="connsiteX12" fmla="*/ 5502275 w 5502275"/>
              <a:gd name="connsiteY12" fmla="*/ 4867143 h 6135556"/>
              <a:gd name="connsiteX13" fmla="*/ 5502275 w 5502275"/>
              <a:gd name="connsiteY13" fmla="*/ 5928519 h 6135556"/>
              <a:gd name="connsiteX14" fmla="*/ 5502275 w 5502275"/>
              <a:gd name="connsiteY14" fmla="*/ 6135556 h 6135556"/>
              <a:gd name="connsiteX15" fmla="*/ 0 w 5502275"/>
              <a:gd name="connsiteY15" fmla="*/ 6135556 h 6135556"/>
              <a:gd name="connsiteX16" fmla="*/ 0 w 5502275"/>
              <a:gd name="connsiteY16" fmla="*/ 4867143 h 6135556"/>
              <a:gd name="connsiteX17" fmla="*/ 501 w 5502275"/>
              <a:gd name="connsiteY17" fmla="*/ 4867143 h 6135556"/>
              <a:gd name="connsiteX18" fmla="*/ 501 w 5502275"/>
              <a:gd name="connsiteY18" fmla="*/ 1268413 h 6135556"/>
              <a:gd name="connsiteX19" fmla="*/ 0 w 5502275"/>
              <a:gd name="connsiteY19" fmla="*/ 1268413 h 613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502275" h="6135556">
                <a:moveTo>
                  <a:pt x="0" y="0"/>
                </a:moveTo>
                <a:lnTo>
                  <a:pt x="5502275" y="0"/>
                </a:lnTo>
                <a:lnTo>
                  <a:pt x="5502275" y="218283"/>
                </a:lnTo>
                <a:lnTo>
                  <a:pt x="5502275" y="1268413"/>
                </a:lnTo>
                <a:lnTo>
                  <a:pt x="5502275" y="1731805"/>
                </a:lnTo>
                <a:lnTo>
                  <a:pt x="2676409" y="1731805"/>
                </a:lnTo>
                <a:lnTo>
                  <a:pt x="2676409" y="2311877"/>
                </a:lnTo>
                <a:lnTo>
                  <a:pt x="4972425" y="2311877"/>
                </a:lnTo>
                <a:lnTo>
                  <a:pt x="4972425" y="3825399"/>
                </a:lnTo>
                <a:lnTo>
                  <a:pt x="2676409" y="3825399"/>
                </a:lnTo>
                <a:lnTo>
                  <a:pt x="2676409" y="4414997"/>
                </a:lnTo>
                <a:lnTo>
                  <a:pt x="5502275" y="4414997"/>
                </a:lnTo>
                <a:lnTo>
                  <a:pt x="5502275" y="4867143"/>
                </a:lnTo>
                <a:lnTo>
                  <a:pt x="5502275" y="5928519"/>
                </a:lnTo>
                <a:lnTo>
                  <a:pt x="5502275" y="6135556"/>
                </a:lnTo>
                <a:lnTo>
                  <a:pt x="0" y="6135556"/>
                </a:lnTo>
                <a:lnTo>
                  <a:pt x="0" y="4867143"/>
                </a:lnTo>
                <a:lnTo>
                  <a:pt x="501" y="4867143"/>
                </a:lnTo>
                <a:lnTo>
                  <a:pt x="501" y="1268413"/>
                </a:lnTo>
                <a:lnTo>
                  <a:pt x="0" y="1268413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1E88AEE2-3A55-B667-5D40-BB6299F4820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260553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D376FEF2-D482-FF48-0E21-E85BCDCAE0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055114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5B847D-2BA6-4533-FDD7-9CCF9A96A36C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26427391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320110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5" y="361822"/>
            <a:ext cx="11122188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</p:spTree>
    <p:extLst>
      <p:ext uri="{BB962C8B-B14F-4D97-AF65-F5344CB8AC3E}">
        <p14:creationId xmlns:p14="http://schemas.microsoft.com/office/powerpoint/2010/main" val="33387971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-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5" y="361822"/>
            <a:ext cx="11122188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D09DD77-3C7C-EEB6-765D-0ED3FE5F28B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22287" y="1056958"/>
            <a:ext cx="11122188" cy="51006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430026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90" y="1763901"/>
            <a:ext cx="8599914" cy="27879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90" y="2229208"/>
            <a:ext cx="8599914" cy="597151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012872"/>
            <a:ext cx="8599572" cy="98943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031513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95" y="1763901"/>
            <a:ext cx="475720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95" y="2426711"/>
            <a:ext cx="4757205" cy="901850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529440"/>
            <a:ext cx="4757015" cy="98943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D20FA87A-09E8-BDB2-1C69-54F54B22BE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03835" y="1763901"/>
            <a:ext cx="475720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349B6786-5FA4-2087-2C3C-22F8A8E171C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03835" y="2426711"/>
            <a:ext cx="4757205" cy="901850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86BD890A-D326-FD3F-EDA2-9599F756B62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03555" y="3529440"/>
            <a:ext cx="4757015" cy="98943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38990258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90" y="1763901"/>
            <a:ext cx="3217042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90" y="2426711"/>
            <a:ext cx="3217042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740277"/>
            <a:ext cx="3216914" cy="98943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5A431E8C-C0AC-DBC9-2391-1C619D591E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93750" y="1763901"/>
            <a:ext cx="3217042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7C89246B-18AE-5DA8-795F-679BD7C0617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93750" y="2426711"/>
            <a:ext cx="3217042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4F617632-1F8F-2092-32FC-7367A36B4B5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93475" y="3740277"/>
            <a:ext cx="3216914" cy="98943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3C76AD3-B446-33B3-D6A6-D34A7B1A9C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64710" y="1763901"/>
            <a:ext cx="3217042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20" name="Text Placeholder 8">
            <a:extLst>
              <a:ext uri="{FF2B5EF4-FFF2-40B4-BE49-F238E27FC236}">
                <a16:creationId xmlns:a16="http://schemas.microsoft.com/office/drawing/2014/main" id="{EA4DB68B-5ABD-7BD4-0D0C-E218D955694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64710" y="2426711"/>
            <a:ext cx="3217042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9E284295-AA76-A820-A4B4-F649763A534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264435" y="3740277"/>
            <a:ext cx="3216914" cy="98943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9288277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86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86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A7841F65-A264-9942-011F-C0257234F0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70044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C15516F4-558F-C634-22F7-1F2C190C2A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70044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D46D04B0-DA90-F948-8623-D10B3ED438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69773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C45E5508-18D4-B8A0-9554-18C8CC7BA6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17771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9B9FC0B2-A2E1-EE23-DD92-95D99FB7FCB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17771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9AD3BD22-757B-EEDC-2BED-851D01FAD00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17500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5E75D8B7-36BA-C036-3008-ED7181EA29C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65399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BD2C72CE-2AC1-03E8-EC6E-6628A5C8EE8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65399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C86AC0A8-2096-FDDC-FEAB-27E8D3456B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065128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806678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CE7E595-5C3F-0BAF-330D-65E2AD801F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323" y="1133918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0B49552-BA81-9DEE-DBCE-F9356D66374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71323" y="1793136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03CD231C-30AC-3339-A90C-FF099FDCE1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71323" y="2452355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8982B152-EDC0-3186-CD84-DAB96BF4249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71323" y="3111573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356610AF-C4CC-A0BF-AEC5-6E3BDD36D99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571323" y="3770791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71249665-4BF1-BC80-9E3E-27C6AC131E0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571323" y="4430010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5AF120EB-8D6E-49DB-0DA5-20F61C8195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571323" y="5089229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B6EDFCBE-296B-864F-13E7-245D40ED0C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647542" y="1793136"/>
            <a:ext cx="789191" cy="789191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D5A0CFA2-F296-A8B7-CB70-C9D00D9E3C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7CD097DB-9618-CDB1-1F1F-B033BC4801E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2660" y="2735750"/>
            <a:ext cx="3358665" cy="944810"/>
          </a:xfrm>
        </p:spPr>
        <p:txBody>
          <a:bodyPr wrap="square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Agenda or Table of Contents</a:t>
            </a:r>
          </a:p>
        </p:txBody>
      </p:sp>
    </p:spTree>
    <p:extLst>
      <p:ext uri="{BB962C8B-B14F-4D97-AF65-F5344CB8AC3E}">
        <p14:creationId xmlns:p14="http://schemas.microsoft.com/office/powerpoint/2010/main" val="244922675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eaker P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238843"/>
            <a:ext cx="10363202" cy="1333891"/>
          </a:xfr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Breaker slide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3750468"/>
            <a:ext cx="10363202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1D55CDA-462C-A7FF-EE12-3FDD8DDBC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C2795BC-99C0-3605-DA72-63D94FCF0973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0D0730-EC65-31BF-A4FA-992A99E0E4CF}"/>
              </a:ext>
            </a:extLst>
          </p:cNvPr>
          <p:cNvSpPr txBox="1"/>
          <p:nvPr/>
        </p:nvSpPr>
        <p:spPr>
          <a:xfrm>
            <a:off x="9265920" y="6570337"/>
            <a:ext cx="22316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79078432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eaker Dark P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238843"/>
            <a:ext cx="10363202" cy="1333891"/>
          </a:xfr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Breaker slide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3750468"/>
            <a:ext cx="10363202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E3200C5-B5A9-AC44-9200-784DFC6336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BD6F6F-F10E-C53F-032B-188519D8D1C8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60C111-1CB1-186F-BF66-55001B5779EA}"/>
              </a:ext>
            </a:extLst>
          </p:cNvPr>
          <p:cNvSpPr txBox="1"/>
          <p:nvPr/>
        </p:nvSpPr>
        <p:spPr>
          <a:xfrm>
            <a:off x="9265920" y="6570337"/>
            <a:ext cx="22316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89218800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eaker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238843"/>
            <a:ext cx="10363202" cy="1333891"/>
          </a:xfr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Breaker slide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3750468"/>
            <a:ext cx="10363202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E4133EC-B264-3D5F-9CF5-94A59CFE1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15307C-7F1F-2BB9-1D42-4EAB1A2F58C8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tx1"/>
                </a:solidFill>
              </a:rPr>
              <a:pPr algn="r"/>
              <a:t>‹Nº›</a:t>
            </a:fld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2BD9AE-C83A-9EF9-F573-61A0E81EA594}"/>
              </a:ext>
            </a:extLst>
          </p:cNvPr>
          <p:cNvSpPr txBox="1"/>
          <p:nvPr/>
        </p:nvSpPr>
        <p:spPr>
          <a:xfrm>
            <a:off x="9265920" y="6570337"/>
            <a:ext cx="22316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36320895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2147403"/>
            <a:ext cx="5334046" cy="944810"/>
          </a:xfrm>
        </p:spPr>
        <p:txBody>
          <a:bodyPr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83108"/>
            <a:ext cx="5334046" cy="663451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2D4575E4-C207-8E90-E726-B9033C8488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63360" y="1763901"/>
            <a:ext cx="523292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16B016-4F74-45FD-A9CC-07A8056565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63360" y="2426711"/>
            <a:ext cx="523292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06B0A9AB-D9A3-1E08-3001-30A9D645FF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3089" y="3740277"/>
            <a:ext cx="5232717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17A8F2F-9330-25BE-0D2E-902E66CDE2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63745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y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1D1E00-2C7E-EB5E-B9AA-70EC4E40EAA1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2FE01EFE-63CA-D3D5-C581-993880DA8B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2147403"/>
            <a:ext cx="5334046" cy="944810"/>
          </a:xfrm>
        </p:spPr>
        <p:txBody>
          <a:bodyPr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5AE79D15-E07D-A51E-4EAF-87E654A744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83108"/>
            <a:ext cx="5334046" cy="663451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23AFD1E-0CBC-F8B7-0767-9DD68D6AA3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63360" y="1763901"/>
            <a:ext cx="523292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CF81A4C6-9E62-AA06-E7C6-9A7067E4CE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63360" y="2426711"/>
            <a:ext cx="523292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C2B39BD8-F2D4-82FD-6B93-90DE2A49E68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3089" y="3740277"/>
            <a:ext cx="5232717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989C4F93-BF72-9EDD-88A7-D062345659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42151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1D1E00-2C7E-EB5E-B9AA-70EC4E40EAA1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2FE01EFE-63CA-D3D5-C581-993880DA8B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2147403"/>
            <a:ext cx="5334046" cy="944810"/>
          </a:xfrm>
        </p:spPr>
        <p:txBody>
          <a:bodyPr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5AE79D15-E07D-A51E-4EAF-87E654A744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83108"/>
            <a:ext cx="5334046" cy="663451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23AFD1E-0CBC-F8B7-0767-9DD68D6AA3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63360" y="1763901"/>
            <a:ext cx="523292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CF81A4C6-9E62-AA06-E7C6-9A7067E4CE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63360" y="2426711"/>
            <a:ext cx="523292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C2B39BD8-F2D4-82FD-6B93-90DE2A49E68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3089" y="3740277"/>
            <a:ext cx="5232717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B1728AA-35B4-4BD9-8922-5A10B50EF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429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1647736"/>
            <a:ext cx="3312206" cy="1415709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11988"/>
            <a:ext cx="3312206" cy="1002006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47F7AFC-9E1C-DD0B-41C1-05088976F5F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59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E7A1DE1-A6A1-A8B0-1E59-2D30FDB4CB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159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F338C581-FDC0-BE86-1CD1-D9586D8EB8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32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8BE05EDD-6AF1-AF29-FB86-197BB73F52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4255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F1C9870-651A-8301-4A2C-6EE5FB7ABF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4255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CB3B220D-3CAD-B3DC-8F6C-B8A398E886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44228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1D50BC8-C95D-425B-652A-2D581ADCD8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6281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y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1647736"/>
            <a:ext cx="3312206" cy="1415709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11988"/>
            <a:ext cx="3312206" cy="1002006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47F7AFC-9E1C-DD0B-41C1-05088976F5F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59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E7A1DE1-A6A1-A8B0-1E59-2D30FDB4CB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159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F338C581-FDC0-BE86-1CD1-D9586D8EB8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32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8BE05EDD-6AF1-AF29-FB86-197BB73F52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4255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F1C9870-651A-8301-4A2C-6EE5FB7ABF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4255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CB3B220D-3CAD-B3DC-8F6C-B8A398E886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44228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5FB72CE-435D-5F45-16B1-4A77B79AF3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4763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1647736"/>
            <a:ext cx="3312206" cy="1415709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11988"/>
            <a:ext cx="3312206" cy="1002006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47F7AFC-9E1C-DD0B-41C1-05088976F5F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59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E7A1DE1-A6A1-A8B0-1E59-2D30FDB4CB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159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F338C581-FDC0-BE86-1CD1-D9586D8EB8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32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8BE05EDD-6AF1-AF29-FB86-197BB73F52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4255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F1C9870-651A-8301-4A2C-6EE5FB7ABF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4255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CB3B220D-3CAD-B3DC-8F6C-B8A398E886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44228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65A4C054-B1C8-E492-ADA1-D665C51553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82251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807451"/>
            <a:ext cx="5008909" cy="944810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2D4575E4-C207-8E90-E726-B9033C8488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6305" y="2162915"/>
            <a:ext cx="500865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16B016-4F74-45FD-A9CC-07A8056565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6305" y="2825725"/>
            <a:ext cx="500865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06B0A9AB-D9A3-1E08-3001-30A9D645FF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6035" y="4139291"/>
            <a:ext cx="5008456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668D94B-8222-405F-8341-EB39E2CA02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0" cy="6858000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</p:spTree>
    <p:extLst>
      <p:ext uri="{BB962C8B-B14F-4D97-AF65-F5344CB8AC3E}">
        <p14:creationId xmlns:p14="http://schemas.microsoft.com/office/powerpoint/2010/main" val="1326432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-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668D94B-8222-405F-8341-EB39E2CA02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6096000" cy="6858000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664914" y="807451"/>
            <a:ext cx="5008909" cy="944810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2D4575E4-C207-8E90-E726-B9033C8488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65185" y="2162915"/>
            <a:ext cx="500865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16B016-4F74-45FD-A9CC-07A8056565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65185" y="2825725"/>
            <a:ext cx="500865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06B0A9AB-D9A3-1E08-3001-30A9D645FF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64915" y="4139291"/>
            <a:ext cx="5008456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87188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Pa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668D94B-8222-405F-8341-EB39E2CA02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</p:spTree>
    <p:extLst>
      <p:ext uri="{BB962C8B-B14F-4D97-AF65-F5344CB8AC3E}">
        <p14:creationId xmlns:p14="http://schemas.microsoft.com/office/powerpoint/2010/main" val="13429680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rame Image Pur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5AACD76F-5A98-DE42-2012-2E4698A70B3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C5980322-EF45-73EA-F45B-05C3C55E7C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7810" y="573881"/>
            <a:ext cx="6854190" cy="5710237"/>
          </a:xfrm>
          <a:custGeom>
            <a:avLst/>
            <a:gdLst>
              <a:gd name="connsiteX0" fmla="*/ 0 w 6854190"/>
              <a:gd name="connsiteY0" fmla="*/ 0 h 5710237"/>
              <a:gd name="connsiteX1" fmla="*/ 3816350 w 6854190"/>
              <a:gd name="connsiteY1" fmla="*/ 0 h 5710237"/>
              <a:gd name="connsiteX2" fmla="*/ 3816350 w 6854190"/>
              <a:gd name="connsiteY2" fmla="*/ 1 h 5710237"/>
              <a:gd name="connsiteX3" fmla="*/ 6854190 w 6854190"/>
              <a:gd name="connsiteY3" fmla="*/ 1 h 5710237"/>
              <a:gd name="connsiteX4" fmla="*/ 6854190 w 6854190"/>
              <a:gd name="connsiteY4" fmla="*/ 1513523 h 5710237"/>
              <a:gd name="connsiteX5" fmla="*/ 3816350 w 6854190"/>
              <a:gd name="connsiteY5" fmla="*/ 1513523 h 5710237"/>
              <a:gd name="connsiteX6" fmla="*/ 3816350 w 6854190"/>
              <a:gd name="connsiteY6" fmla="*/ 2093595 h 5710237"/>
              <a:gd name="connsiteX7" fmla="*/ 6284595 w 6854190"/>
              <a:gd name="connsiteY7" fmla="*/ 2093595 h 5710237"/>
              <a:gd name="connsiteX8" fmla="*/ 6284595 w 6854190"/>
              <a:gd name="connsiteY8" fmla="*/ 3607117 h 5710237"/>
              <a:gd name="connsiteX9" fmla="*/ 3816350 w 6854190"/>
              <a:gd name="connsiteY9" fmla="*/ 3607117 h 5710237"/>
              <a:gd name="connsiteX10" fmla="*/ 3816350 w 6854190"/>
              <a:gd name="connsiteY10" fmla="*/ 4196715 h 5710237"/>
              <a:gd name="connsiteX11" fmla="*/ 6854190 w 6854190"/>
              <a:gd name="connsiteY11" fmla="*/ 4196715 h 5710237"/>
              <a:gd name="connsiteX12" fmla="*/ 6854190 w 6854190"/>
              <a:gd name="connsiteY12" fmla="*/ 5710237 h 5710237"/>
              <a:gd name="connsiteX13" fmla="*/ 3816350 w 6854190"/>
              <a:gd name="connsiteY13" fmla="*/ 5710237 h 5710237"/>
              <a:gd name="connsiteX14" fmla="*/ 3037840 w 6854190"/>
              <a:gd name="connsiteY14" fmla="*/ 5710237 h 5710237"/>
              <a:gd name="connsiteX15" fmla="*/ 0 w 6854190"/>
              <a:gd name="connsiteY15" fmla="*/ 5710237 h 571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854190" h="5710237">
                <a:moveTo>
                  <a:pt x="0" y="0"/>
                </a:moveTo>
                <a:lnTo>
                  <a:pt x="3816350" y="0"/>
                </a:lnTo>
                <a:lnTo>
                  <a:pt x="3816350" y="1"/>
                </a:lnTo>
                <a:lnTo>
                  <a:pt x="6854190" y="1"/>
                </a:lnTo>
                <a:lnTo>
                  <a:pt x="6854190" y="1513523"/>
                </a:lnTo>
                <a:lnTo>
                  <a:pt x="3816350" y="1513523"/>
                </a:lnTo>
                <a:lnTo>
                  <a:pt x="3816350" y="2093595"/>
                </a:lnTo>
                <a:lnTo>
                  <a:pt x="6284595" y="2093595"/>
                </a:lnTo>
                <a:lnTo>
                  <a:pt x="6284595" y="3607117"/>
                </a:lnTo>
                <a:lnTo>
                  <a:pt x="3816350" y="3607117"/>
                </a:lnTo>
                <a:lnTo>
                  <a:pt x="3816350" y="4196715"/>
                </a:lnTo>
                <a:lnTo>
                  <a:pt x="6854190" y="4196715"/>
                </a:lnTo>
                <a:lnTo>
                  <a:pt x="6854190" y="5710237"/>
                </a:lnTo>
                <a:lnTo>
                  <a:pt x="3816350" y="5710237"/>
                </a:lnTo>
                <a:lnTo>
                  <a:pt x="3037840" y="5710237"/>
                </a:lnTo>
                <a:lnTo>
                  <a:pt x="0" y="5710237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47" name="Text Placeholder 17">
            <a:extLst>
              <a:ext uri="{FF2B5EF4-FFF2-40B4-BE49-F238E27FC236}">
                <a16:creationId xmlns:a16="http://schemas.microsoft.com/office/drawing/2014/main" id="{72A36242-E96D-BCC5-8B9A-F727F91C17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5" y="1112251"/>
            <a:ext cx="4317994" cy="944810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endParaRPr lang="en-US" dirty="0"/>
          </a:p>
        </p:txBody>
      </p:sp>
      <p:sp>
        <p:nvSpPr>
          <p:cNvPr id="48" name="Text Placeholder 17">
            <a:extLst>
              <a:ext uri="{FF2B5EF4-FFF2-40B4-BE49-F238E27FC236}">
                <a16:creationId xmlns:a16="http://schemas.microsoft.com/office/drawing/2014/main" id="{E033C30C-F4BF-DEFA-8C82-E924E66CF32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6305" y="2467715"/>
            <a:ext cx="431777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49" name="Text Placeholder 8">
            <a:extLst>
              <a:ext uri="{FF2B5EF4-FFF2-40B4-BE49-F238E27FC236}">
                <a16:creationId xmlns:a16="http://schemas.microsoft.com/office/drawing/2014/main" id="{A0F481E4-FC0E-C80A-C2EC-B76F27D262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6305" y="3130525"/>
            <a:ext cx="4317775" cy="901850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.</a:t>
            </a:r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F28319CA-55ED-F435-6422-E7CAE3A4E5C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6035" y="4155118"/>
            <a:ext cx="4317603" cy="1684948"/>
          </a:xfrm>
        </p:spPr>
        <p:txBody>
          <a:bodyPr wrap="square"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2FA6E33-C1DD-C1DE-7C6F-82957792F3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073452-E314-EB2D-1FC4-135DC2D7775F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8DAA59-27D2-784E-D2A1-F51D07814DEC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97831214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Pur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531927"/>
            <a:ext cx="10363202" cy="1579278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3200" b="0" i="1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effectLst/>
                <a:latin typeface="Helvetica Neue" panose="02000503000000020004" pitchFamily="2" charset="0"/>
              </a:rPr>
              <a:t>Lorem ipsum dolor sit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amet</a:t>
            </a:r>
            <a:r>
              <a:rPr lang="en-US" dirty="0">
                <a:effectLst/>
                <a:latin typeface="Helvetica Neue" panose="02000503000000020004" pitchFamily="2" charset="0"/>
              </a:rPr>
              <a:t>,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consectetur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adipiscing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elit</a:t>
            </a:r>
            <a:r>
              <a:rPr lang="en-US" dirty="0">
                <a:effectLst/>
                <a:latin typeface="Helvetica Neue" panose="02000503000000020004" pitchFamily="2" charset="0"/>
              </a:rPr>
              <a:t> sed do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eiusmod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tempor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incididunt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ut</a:t>
            </a:r>
            <a:r>
              <a:rPr lang="en-US" dirty="0">
                <a:effectLst/>
                <a:latin typeface="Helvetica Neue" panose="02000503000000020004" pitchFamily="2" charset="0"/>
              </a:rPr>
              <a:t> labore et dolore magna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aliqua</a:t>
            </a:r>
            <a:r>
              <a:rPr lang="en-US" dirty="0">
                <a:effectLst/>
                <a:latin typeface="Helvetica Neue" panose="02000503000000020004" pitchFamily="2" charset="0"/>
              </a:rPr>
              <a:t>. Ut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enim</a:t>
            </a:r>
            <a:r>
              <a:rPr lang="en-US" dirty="0">
                <a:effectLst/>
                <a:latin typeface="Helvetica Neue" panose="02000503000000020004" pitchFamily="2" charset="0"/>
              </a:rPr>
              <a:t> ad minim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veniam</a:t>
            </a:r>
            <a:r>
              <a:rPr lang="en-US" dirty="0">
                <a:effectLst/>
                <a:latin typeface="Helvetica Neue" panose="02000503000000020004" pitchFamily="2" charset="0"/>
              </a:rPr>
              <a:t>.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4515781"/>
            <a:ext cx="10363202" cy="292452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1D55CDA-462C-A7FF-EE12-3FDD8DDBC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C2795BC-99C0-3605-DA72-63D94FCF0973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D05DB1F1-ACC3-B191-E3E7-7348B83D3D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399" y="4893468"/>
            <a:ext cx="10363202" cy="260008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Title and Company or Institution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F44E2C7-6484-3A24-48A0-1EC4CE2E33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618540" y="1374718"/>
            <a:ext cx="954921" cy="9549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538370-0C99-95AF-B7F2-D3F6183791A0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82638104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E4133EC-B264-3D5F-9CF5-94A59CFE1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15307C-7F1F-2BB9-1D42-4EAB1A2F58C8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tx1"/>
                </a:solidFill>
              </a:rPr>
              <a:pPr algn="r"/>
              <a:t>‹Nº›</a:t>
            </a:fld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97C25E61-6B43-DBD5-C2CE-87847F39AA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531927"/>
            <a:ext cx="10363202" cy="1579278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3200" b="0" i="1">
                <a:solidFill>
                  <a:schemeClr val="tx1"/>
                </a:solidFill>
              </a:defRPr>
            </a:lvl1pPr>
          </a:lstStyle>
          <a:p>
            <a:r>
              <a:rPr lang="en-US" dirty="0">
                <a:effectLst/>
                <a:latin typeface="Helvetica Neue" panose="02000503000000020004" pitchFamily="2" charset="0"/>
              </a:rPr>
              <a:t>Lorem ipsum dolor sit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amet</a:t>
            </a:r>
            <a:r>
              <a:rPr lang="en-US" dirty="0">
                <a:effectLst/>
                <a:latin typeface="Helvetica Neue" panose="02000503000000020004" pitchFamily="2" charset="0"/>
              </a:rPr>
              <a:t>,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consectetur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adipiscing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elit</a:t>
            </a:r>
            <a:r>
              <a:rPr lang="en-US" dirty="0">
                <a:effectLst/>
                <a:latin typeface="Helvetica Neue" panose="02000503000000020004" pitchFamily="2" charset="0"/>
              </a:rPr>
              <a:t> sed do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eiusmod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tempor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incididunt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ut</a:t>
            </a:r>
            <a:r>
              <a:rPr lang="en-US" dirty="0">
                <a:effectLst/>
                <a:latin typeface="Helvetica Neue" panose="02000503000000020004" pitchFamily="2" charset="0"/>
              </a:rPr>
              <a:t> labore et dolore magna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aliqua</a:t>
            </a:r>
            <a:r>
              <a:rPr lang="en-US" dirty="0">
                <a:effectLst/>
                <a:latin typeface="Helvetica Neue" panose="02000503000000020004" pitchFamily="2" charset="0"/>
              </a:rPr>
              <a:t>. Ut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enim</a:t>
            </a:r>
            <a:r>
              <a:rPr lang="en-US" dirty="0">
                <a:effectLst/>
                <a:latin typeface="Helvetica Neue" panose="02000503000000020004" pitchFamily="2" charset="0"/>
              </a:rPr>
              <a:t> ad minim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veniam</a:t>
            </a:r>
            <a:r>
              <a:rPr lang="en-US" dirty="0">
                <a:effectLst/>
                <a:latin typeface="Helvetica Neue" panose="02000503000000020004" pitchFamily="2" charset="0"/>
              </a:rPr>
              <a:t>.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FCEE0479-D5F9-CE3F-36E7-238BA0F457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4515781"/>
            <a:ext cx="10363202" cy="292452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A76AF4FC-9A53-DBD9-C4E3-8F3D9D7DB7D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399" y="4893468"/>
            <a:ext cx="10363202" cy="260008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Title and Company or Institution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F551E89-4ED8-FCF0-7E9B-2446F24111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618540" y="1374718"/>
            <a:ext cx="954921" cy="9549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9FA4B8-B22A-02CB-D4E5-CDAF1F338C84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4648269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Color Lad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374222F-BE28-8D9C-1B92-E635F1CBA88D}"/>
              </a:ext>
            </a:extLst>
          </p:cNvPr>
          <p:cNvSpPr/>
          <p:nvPr/>
        </p:nvSpPr>
        <p:spPr>
          <a:xfrm>
            <a:off x="0" y="-25400"/>
            <a:ext cx="12192000" cy="2628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DE53FD-96AB-3992-7C02-A065E96271A5}"/>
              </a:ext>
            </a:extLst>
          </p:cNvPr>
          <p:cNvSpPr/>
          <p:nvPr/>
        </p:nvSpPr>
        <p:spPr>
          <a:xfrm>
            <a:off x="0" y="2311400"/>
            <a:ext cx="12192000" cy="2222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46AE80-BBF4-E9AC-E514-521942D4F333}"/>
              </a:ext>
            </a:extLst>
          </p:cNvPr>
          <p:cNvSpPr/>
          <p:nvPr/>
        </p:nvSpPr>
        <p:spPr>
          <a:xfrm>
            <a:off x="0" y="4254500"/>
            <a:ext cx="12192000" cy="14731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EC5E17-B3B5-4976-1ABF-427FA62F2672}"/>
              </a:ext>
            </a:extLst>
          </p:cNvPr>
          <p:cNvSpPr/>
          <p:nvPr/>
        </p:nvSpPr>
        <p:spPr>
          <a:xfrm>
            <a:off x="0" y="5573109"/>
            <a:ext cx="12192000" cy="88157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5AC45-371A-D1F2-3506-59FB4F407F5D}"/>
              </a:ext>
            </a:extLst>
          </p:cNvPr>
          <p:cNvSpPr/>
          <p:nvPr/>
        </p:nvSpPr>
        <p:spPr>
          <a:xfrm>
            <a:off x="0" y="6351180"/>
            <a:ext cx="12192000" cy="5068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3AC560F-803C-C500-7A06-7D72D570AC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8598" y="266700"/>
            <a:ext cx="11510502" cy="430887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1"/>
            </a:lvl1pPr>
          </a:lstStyle>
          <a:p>
            <a:pPr lvl="0"/>
            <a:r>
              <a:rPr lang="en-US" dirty="0"/>
              <a:t>Insert Eyebrow copy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D7175254-6888-0D7A-73D9-BAB8461743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8598" y="768078"/>
            <a:ext cx="11510502" cy="1477328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9600" b="1"/>
            </a:lvl1pPr>
          </a:lstStyle>
          <a:p>
            <a:pPr lvl="0"/>
            <a:r>
              <a:rPr lang="en-US" dirty="0"/>
              <a:t>Main Headline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C700BDF8-0D95-F5D3-DE70-6F94479F07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598" y="2311399"/>
            <a:ext cx="11510502" cy="19431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7200" b="1"/>
            </a:lvl1pPr>
          </a:lstStyle>
          <a:p>
            <a:pPr lvl="0"/>
            <a:r>
              <a:rPr lang="en-US" dirty="0"/>
              <a:t>Second level statement 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EFF4A6F-B443-2BFD-5274-C4CEDB3324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5898" y="4254499"/>
            <a:ext cx="11510502" cy="1308099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5400" b="0"/>
            </a:lvl1pPr>
          </a:lstStyle>
          <a:p>
            <a:pPr lvl="0"/>
            <a:r>
              <a:rPr lang="en-US" dirty="0"/>
              <a:t>Third level statement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68C87247-A369-32C8-E069-B1E624079C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5898" y="5562598"/>
            <a:ext cx="11510502" cy="7366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3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Fourth level statement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20A3CFF-FF3A-806C-4272-4BD562E45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CB4FD4-52E5-7743-832E-878711B6912D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55BA75-BCED-43A8-374C-ED5B5EB749B9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270607986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Color Lad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374222F-BE28-8D9C-1B92-E635F1CBA88D}"/>
              </a:ext>
            </a:extLst>
          </p:cNvPr>
          <p:cNvSpPr/>
          <p:nvPr/>
        </p:nvSpPr>
        <p:spPr>
          <a:xfrm>
            <a:off x="0" y="-25400"/>
            <a:ext cx="12192000" cy="2628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DE53FD-96AB-3992-7C02-A065E96271A5}"/>
              </a:ext>
            </a:extLst>
          </p:cNvPr>
          <p:cNvSpPr/>
          <p:nvPr/>
        </p:nvSpPr>
        <p:spPr>
          <a:xfrm>
            <a:off x="0" y="2311400"/>
            <a:ext cx="12192000" cy="2222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46AE80-BBF4-E9AC-E514-521942D4F333}"/>
              </a:ext>
            </a:extLst>
          </p:cNvPr>
          <p:cNvSpPr/>
          <p:nvPr/>
        </p:nvSpPr>
        <p:spPr>
          <a:xfrm>
            <a:off x="0" y="4254500"/>
            <a:ext cx="12192000" cy="147319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EC5E17-B3B5-4976-1ABF-427FA62F2672}"/>
              </a:ext>
            </a:extLst>
          </p:cNvPr>
          <p:cNvSpPr/>
          <p:nvPr/>
        </p:nvSpPr>
        <p:spPr>
          <a:xfrm>
            <a:off x="0" y="5562599"/>
            <a:ext cx="12192000" cy="8815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3AC560F-803C-C500-7A06-7D72D570AC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8598" y="266700"/>
            <a:ext cx="11510502" cy="430887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1"/>
            </a:lvl1pPr>
          </a:lstStyle>
          <a:p>
            <a:pPr lvl="0"/>
            <a:r>
              <a:rPr lang="en-US" dirty="0"/>
              <a:t>Insert Eyebrow copy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D7175254-6888-0D7A-73D9-BAB8461743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8598" y="768078"/>
            <a:ext cx="11510502" cy="1477328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9600" b="1"/>
            </a:lvl1pPr>
          </a:lstStyle>
          <a:p>
            <a:pPr lvl="0"/>
            <a:r>
              <a:rPr lang="en-US" dirty="0"/>
              <a:t>Main Headline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C700BDF8-0D95-F5D3-DE70-6F94479F07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598" y="2311399"/>
            <a:ext cx="11510502" cy="19431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7200" b="1"/>
            </a:lvl1pPr>
          </a:lstStyle>
          <a:p>
            <a:pPr lvl="0"/>
            <a:r>
              <a:rPr lang="en-US" dirty="0"/>
              <a:t>Second level statement 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EFF4A6F-B443-2BFD-5274-C4CEDB3324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5898" y="4254499"/>
            <a:ext cx="11510502" cy="1308099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5400" b="0"/>
            </a:lvl1pPr>
          </a:lstStyle>
          <a:p>
            <a:pPr lvl="0"/>
            <a:r>
              <a:rPr lang="en-US" dirty="0"/>
              <a:t>Third level statement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68C87247-A369-32C8-E069-B1E624079C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5898" y="5562598"/>
            <a:ext cx="11510502" cy="7366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3600" b="0"/>
            </a:lvl1pPr>
          </a:lstStyle>
          <a:p>
            <a:pPr lvl="0"/>
            <a:r>
              <a:rPr lang="en-US" dirty="0"/>
              <a:t>Fourth level statement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92165-EA63-BA70-B09C-3AE3A0E3B988}"/>
              </a:ext>
            </a:extLst>
          </p:cNvPr>
          <p:cNvSpPr/>
          <p:nvPr/>
        </p:nvSpPr>
        <p:spPr>
          <a:xfrm>
            <a:off x="0" y="6351180"/>
            <a:ext cx="12192000" cy="5068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8487BB2-49A0-1AD0-6AEA-A6BA00965F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D645B4-C9BC-C447-40CC-BED53F5C40F2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D9A09A-FC77-0C42-3399-4228AB66473E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37867422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35BE7A-2092-E334-9925-A2CD0ED61EC1}"/>
              </a:ext>
            </a:extLst>
          </p:cNvPr>
          <p:cNvSpPr txBox="1"/>
          <p:nvPr/>
        </p:nvSpPr>
        <p:spPr>
          <a:xfrm>
            <a:off x="836428" y="2435962"/>
            <a:ext cx="10441173" cy="17697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1500" b="1" dirty="0">
                <a:solidFill>
                  <a:schemeClr val="bg1"/>
                </a:solidFill>
              </a:rPr>
              <a:t>Thank You</a:t>
            </a:r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C141F636-6F6B-39E0-D74A-E2DC465DEF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56897" y="4302308"/>
            <a:ext cx="7078206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15F716EA-D293-96D7-C5A7-61FE08272CB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56897" y="4735941"/>
            <a:ext cx="7078206" cy="324961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PresenterEmail@Ellucian.com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C871F66-B895-DB0B-1D73-90E74A3951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3435677-394B-4E5D-4CD3-2D77A2110358}"/>
              </a:ext>
            </a:extLst>
          </p:cNvPr>
          <p:cNvSpPr txBox="1"/>
          <p:nvPr/>
        </p:nvSpPr>
        <p:spPr>
          <a:xfrm>
            <a:off x="9635103" y="6562717"/>
            <a:ext cx="23710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90171762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29B27-8CB8-A4DF-B214-C621F3644437}"/>
              </a:ext>
            </a:extLst>
          </p:cNvPr>
          <p:cNvSpPr txBox="1"/>
          <p:nvPr/>
        </p:nvSpPr>
        <p:spPr>
          <a:xfrm>
            <a:off x="836428" y="2544142"/>
            <a:ext cx="10441173" cy="17697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1500" b="1" dirty="0">
                <a:solidFill>
                  <a:schemeClr val="accent1"/>
                </a:solidFill>
              </a:rPr>
              <a:t>Questions?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0225686-2493-61CB-BED8-8CD6B90C8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757E6F9-39D1-A7B6-72FA-6CB25BEA039E}"/>
              </a:ext>
            </a:extLst>
          </p:cNvPr>
          <p:cNvSpPr txBox="1"/>
          <p:nvPr/>
        </p:nvSpPr>
        <p:spPr>
          <a:xfrm>
            <a:off x="9635103" y="6562717"/>
            <a:ext cx="23710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44259937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A07DC58-1A21-92BE-DFA2-CB4F912849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A31E1B8-B722-2D65-909E-9A914A5A07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6E9C32C0-6005-3B19-7D13-32AC67121C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458457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8946FB4-67EB-F51C-A1FC-5421BE4D22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253018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A8556FD-943F-2CA8-3B15-1C7401E71D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B12A91-8583-2E4C-B1C8-7E1F64EF24C9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242399355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Cov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308F59C-932F-DFB8-2AAA-2B6514736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A07DC58-1A21-92BE-DFA2-CB4F912849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2" y="2249757"/>
            <a:ext cx="5427132" cy="1748877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A31E1B8-B722-2D65-909E-9A914A5A07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2" y="4116116"/>
            <a:ext cx="5427132" cy="663515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6E9C32C0-6005-3B19-7D13-32AC67121C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609784"/>
            <a:ext cx="3032274" cy="398058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8946FB4-67EB-F51C-A1FC-5421BE4D22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2" y="6230769"/>
            <a:ext cx="2228873" cy="194925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ED3A513-644B-6B1D-40F3-221E3E565B2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690226" y="573882"/>
            <a:ext cx="5501774" cy="5710237"/>
          </a:xfrm>
          <a:custGeom>
            <a:avLst/>
            <a:gdLst>
              <a:gd name="connsiteX0" fmla="*/ 0 w 5501774"/>
              <a:gd name="connsiteY0" fmla="*/ 0 h 5710237"/>
              <a:gd name="connsiteX1" fmla="*/ 2675908 w 5501774"/>
              <a:gd name="connsiteY1" fmla="*/ 0 h 5710237"/>
              <a:gd name="connsiteX2" fmla="*/ 2675908 w 5501774"/>
              <a:gd name="connsiteY2" fmla="*/ 1 h 5710237"/>
              <a:gd name="connsiteX3" fmla="*/ 5501774 w 5501774"/>
              <a:gd name="connsiteY3" fmla="*/ 1 h 5710237"/>
              <a:gd name="connsiteX4" fmla="*/ 5501774 w 5501774"/>
              <a:gd name="connsiteY4" fmla="*/ 1513523 h 5710237"/>
              <a:gd name="connsiteX5" fmla="*/ 2675908 w 5501774"/>
              <a:gd name="connsiteY5" fmla="*/ 1513523 h 5710237"/>
              <a:gd name="connsiteX6" fmla="*/ 2675908 w 5501774"/>
              <a:gd name="connsiteY6" fmla="*/ 2093595 h 5710237"/>
              <a:gd name="connsiteX7" fmla="*/ 4971924 w 5501774"/>
              <a:gd name="connsiteY7" fmla="*/ 2093595 h 5710237"/>
              <a:gd name="connsiteX8" fmla="*/ 4971924 w 5501774"/>
              <a:gd name="connsiteY8" fmla="*/ 3607117 h 5710237"/>
              <a:gd name="connsiteX9" fmla="*/ 2675908 w 5501774"/>
              <a:gd name="connsiteY9" fmla="*/ 3607117 h 5710237"/>
              <a:gd name="connsiteX10" fmla="*/ 2675908 w 5501774"/>
              <a:gd name="connsiteY10" fmla="*/ 4196715 h 5710237"/>
              <a:gd name="connsiteX11" fmla="*/ 5501774 w 5501774"/>
              <a:gd name="connsiteY11" fmla="*/ 4196715 h 5710237"/>
              <a:gd name="connsiteX12" fmla="*/ 5501774 w 5501774"/>
              <a:gd name="connsiteY12" fmla="*/ 5710237 h 5710237"/>
              <a:gd name="connsiteX13" fmla="*/ 2675908 w 5501774"/>
              <a:gd name="connsiteY13" fmla="*/ 5710237 h 5710237"/>
              <a:gd name="connsiteX14" fmla="*/ 1951722 w 5501774"/>
              <a:gd name="connsiteY14" fmla="*/ 5710237 h 5710237"/>
              <a:gd name="connsiteX15" fmla="*/ 0 w 5501774"/>
              <a:gd name="connsiteY15" fmla="*/ 5710237 h 571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501774" h="5710237">
                <a:moveTo>
                  <a:pt x="0" y="0"/>
                </a:moveTo>
                <a:lnTo>
                  <a:pt x="2675908" y="0"/>
                </a:lnTo>
                <a:lnTo>
                  <a:pt x="2675908" y="1"/>
                </a:lnTo>
                <a:lnTo>
                  <a:pt x="5501774" y="1"/>
                </a:lnTo>
                <a:lnTo>
                  <a:pt x="5501774" y="1513523"/>
                </a:lnTo>
                <a:lnTo>
                  <a:pt x="2675908" y="1513523"/>
                </a:lnTo>
                <a:lnTo>
                  <a:pt x="2675908" y="2093595"/>
                </a:lnTo>
                <a:lnTo>
                  <a:pt x="4971924" y="2093595"/>
                </a:lnTo>
                <a:lnTo>
                  <a:pt x="4971924" y="3607117"/>
                </a:lnTo>
                <a:lnTo>
                  <a:pt x="2675908" y="3607117"/>
                </a:lnTo>
                <a:lnTo>
                  <a:pt x="2675908" y="4196715"/>
                </a:lnTo>
                <a:lnTo>
                  <a:pt x="5501774" y="4196715"/>
                </a:lnTo>
                <a:lnTo>
                  <a:pt x="5501774" y="5710237"/>
                </a:lnTo>
                <a:lnTo>
                  <a:pt x="2675908" y="5710237"/>
                </a:lnTo>
                <a:lnTo>
                  <a:pt x="1951722" y="5710237"/>
                </a:lnTo>
                <a:lnTo>
                  <a:pt x="0" y="5710237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1688B8-4AFA-00EF-A18F-CE0BE044452E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9632979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Cov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308F59C-932F-DFB8-2AAA-2B6514736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A07DC58-1A21-92BE-DFA2-CB4F912849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2" y="2249757"/>
            <a:ext cx="5427132" cy="1748877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A31E1B8-B722-2D65-909E-9A914A5A07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2" y="4116116"/>
            <a:ext cx="5427132" cy="663515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6E9C32C0-6005-3B19-7D13-32AC67121C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609784"/>
            <a:ext cx="3032274" cy="398058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8946FB4-67EB-F51C-A1FC-5421BE4D22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2" y="6230769"/>
            <a:ext cx="2228873" cy="194925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ED3A513-644B-6B1D-40F3-221E3E565B2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690226" y="573882"/>
            <a:ext cx="5501774" cy="5710237"/>
          </a:xfrm>
          <a:custGeom>
            <a:avLst/>
            <a:gdLst>
              <a:gd name="connsiteX0" fmla="*/ 0 w 5501774"/>
              <a:gd name="connsiteY0" fmla="*/ 0 h 5710237"/>
              <a:gd name="connsiteX1" fmla="*/ 2675908 w 5501774"/>
              <a:gd name="connsiteY1" fmla="*/ 0 h 5710237"/>
              <a:gd name="connsiteX2" fmla="*/ 2675908 w 5501774"/>
              <a:gd name="connsiteY2" fmla="*/ 1 h 5710237"/>
              <a:gd name="connsiteX3" fmla="*/ 5501774 w 5501774"/>
              <a:gd name="connsiteY3" fmla="*/ 1 h 5710237"/>
              <a:gd name="connsiteX4" fmla="*/ 5501774 w 5501774"/>
              <a:gd name="connsiteY4" fmla="*/ 1513523 h 5710237"/>
              <a:gd name="connsiteX5" fmla="*/ 2675908 w 5501774"/>
              <a:gd name="connsiteY5" fmla="*/ 1513523 h 5710237"/>
              <a:gd name="connsiteX6" fmla="*/ 2675908 w 5501774"/>
              <a:gd name="connsiteY6" fmla="*/ 2093595 h 5710237"/>
              <a:gd name="connsiteX7" fmla="*/ 4971924 w 5501774"/>
              <a:gd name="connsiteY7" fmla="*/ 2093595 h 5710237"/>
              <a:gd name="connsiteX8" fmla="*/ 4971924 w 5501774"/>
              <a:gd name="connsiteY8" fmla="*/ 3607117 h 5710237"/>
              <a:gd name="connsiteX9" fmla="*/ 2675908 w 5501774"/>
              <a:gd name="connsiteY9" fmla="*/ 3607117 h 5710237"/>
              <a:gd name="connsiteX10" fmla="*/ 2675908 w 5501774"/>
              <a:gd name="connsiteY10" fmla="*/ 4196715 h 5710237"/>
              <a:gd name="connsiteX11" fmla="*/ 5501774 w 5501774"/>
              <a:gd name="connsiteY11" fmla="*/ 4196715 h 5710237"/>
              <a:gd name="connsiteX12" fmla="*/ 5501774 w 5501774"/>
              <a:gd name="connsiteY12" fmla="*/ 5710237 h 5710237"/>
              <a:gd name="connsiteX13" fmla="*/ 2675908 w 5501774"/>
              <a:gd name="connsiteY13" fmla="*/ 5710237 h 5710237"/>
              <a:gd name="connsiteX14" fmla="*/ 1951722 w 5501774"/>
              <a:gd name="connsiteY14" fmla="*/ 5710237 h 5710237"/>
              <a:gd name="connsiteX15" fmla="*/ 0 w 5501774"/>
              <a:gd name="connsiteY15" fmla="*/ 5710237 h 571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501774" h="5710237">
                <a:moveTo>
                  <a:pt x="0" y="0"/>
                </a:moveTo>
                <a:lnTo>
                  <a:pt x="2675908" y="0"/>
                </a:lnTo>
                <a:lnTo>
                  <a:pt x="2675908" y="1"/>
                </a:lnTo>
                <a:lnTo>
                  <a:pt x="5501774" y="1"/>
                </a:lnTo>
                <a:lnTo>
                  <a:pt x="5501774" y="1513523"/>
                </a:lnTo>
                <a:lnTo>
                  <a:pt x="2675908" y="1513523"/>
                </a:lnTo>
                <a:lnTo>
                  <a:pt x="2675908" y="2093595"/>
                </a:lnTo>
                <a:lnTo>
                  <a:pt x="4971924" y="2093595"/>
                </a:lnTo>
                <a:lnTo>
                  <a:pt x="4971924" y="3607117"/>
                </a:lnTo>
                <a:lnTo>
                  <a:pt x="2675908" y="3607117"/>
                </a:lnTo>
                <a:lnTo>
                  <a:pt x="2675908" y="4196715"/>
                </a:lnTo>
                <a:lnTo>
                  <a:pt x="5501774" y="4196715"/>
                </a:lnTo>
                <a:lnTo>
                  <a:pt x="5501774" y="5710237"/>
                </a:lnTo>
                <a:lnTo>
                  <a:pt x="2675908" y="5710237"/>
                </a:lnTo>
                <a:lnTo>
                  <a:pt x="1951722" y="5710237"/>
                </a:lnTo>
                <a:lnTo>
                  <a:pt x="0" y="5710237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E118B2-5580-3101-C2BB-4FB39252D744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415433142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Purple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0A86818C-B6FC-21B3-0821-EE3D8DAE5A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2BC038CA-3E14-5783-3761-76D8A4C63EC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9D3FE11-F167-1622-761B-F4BFADB0B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EBAA974E-55D6-2A02-03A4-AAB7F36BF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458457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69C30255-143C-EB1C-95B6-9319F7AB9F7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253018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E32664-E882-9D71-52FE-71612364F8CE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237415953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rm Gray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A2941D41-B5B7-CCE1-1B2C-89AAD5DACBE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6600B585-62A4-8333-3077-9DD14A7818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1C3DEEA-3CCE-EBD2-6CE3-835C44C810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74440542-6D19-B6BD-7831-2A113C1E6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458457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30B08173-A7BE-6F86-6CDE-43EC9BEEB3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253018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9D9DE1-FE9F-14AE-4A3F-F4173038006F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7515681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2C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B2127B1-FA67-CE8D-CD90-41309DF1AC6C}"/>
              </a:ext>
            </a:extLst>
          </p:cNvPr>
          <p:cNvSpPr/>
          <p:nvPr/>
        </p:nvSpPr>
        <p:spPr>
          <a:xfrm>
            <a:off x="0" y="6282612"/>
            <a:ext cx="1418253" cy="5753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108B6B-C056-2E89-CB24-74221272E2EC}"/>
              </a:ext>
            </a:extLst>
          </p:cNvPr>
          <p:cNvSpPr/>
          <p:nvPr/>
        </p:nvSpPr>
        <p:spPr>
          <a:xfrm>
            <a:off x="0" y="650240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737573-4583-0401-B46C-004DF090DAB6}"/>
              </a:ext>
            </a:extLst>
          </p:cNvPr>
          <p:cNvSpPr/>
          <p:nvPr/>
        </p:nvSpPr>
        <p:spPr>
          <a:xfrm>
            <a:off x="0" y="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2C18FF9-32C7-751D-36F8-EF5124DF2B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D8DE661F-53B2-6E8E-9238-FE6484215B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2590016B-4462-F023-25AF-B00C928532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7C710057-3FB3-19E3-5D75-F018F116AE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260553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41EE674-4BC9-86D6-67E5-FF509240DD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055114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8FAC4F-619C-5E6B-F2B0-D001F5A51111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747410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2C Cov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B2127B1-FA67-CE8D-CD90-41309DF1AC6C}"/>
              </a:ext>
            </a:extLst>
          </p:cNvPr>
          <p:cNvSpPr/>
          <p:nvPr/>
        </p:nvSpPr>
        <p:spPr>
          <a:xfrm>
            <a:off x="0" y="6282612"/>
            <a:ext cx="1418253" cy="5753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108B6B-C056-2E89-CB24-74221272E2EC}"/>
              </a:ext>
            </a:extLst>
          </p:cNvPr>
          <p:cNvSpPr/>
          <p:nvPr/>
        </p:nvSpPr>
        <p:spPr>
          <a:xfrm>
            <a:off x="0" y="650240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737573-4583-0401-B46C-004DF090DAB6}"/>
              </a:ext>
            </a:extLst>
          </p:cNvPr>
          <p:cNvSpPr/>
          <p:nvPr/>
        </p:nvSpPr>
        <p:spPr>
          <a:xfrm>
            <a:off x="0" y="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BB43B24-12DD-1DD6-963C-7ADA857CCD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A39E11EF-D17E-E6F4-B66D-C68ABBCCF81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2" y="2249757"/>
            <a:ext cx="5427132" cy="1748877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64D279B7-3D21-DC76-5BCE-6A2D109B8ED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2" y="4116116"/>
            <a:ext cx="5427132" cy="663515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04B738B6-E606-753D-F43C-ADBDF91B7E2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689725" y="355598"/>
            <a:ext cx="5502275" cy="6146801"/>
          </a:xfrm>
          <a:custGeom>
            <a:avLst/>
            <a:gdLst>
              <a:gd name="connsiteX0" fmla="*/ 0 w 5502275"/>
              <a:gd name="connsiteY0" fmla="*/ 0 h 6135556"/>
              <a:gd name="connsiteX1" fmla="*/ 5502275 w 5502275"/>
              <a:gd name="connsiteY1" fmla="*/ 0 h 6135556"/>
              <a:gd name="connsiteX2" fmla="*/ 5502275 w 5502275"/>
              <a:gd name="connsiteY2" fmla="*/ 218283 h 6135556"/>
              <a:gd name="connsiteX3" fmla="*/ 5502275 w 5502275"/>
              <a:gd name="connsiteY3" fmla="*/ 1268413 h 6135556"/>
              <a:gd name="connsiteX4" fmla="*/ 5502275 w 5502275"/>
              <a:gd name="connsiteY4" fmla="*/ 1731805 h 6135556"/>
              <a:gd name="connsiteX5" fmla="*/ 2676409 w 5502275"/>
              <a:gd name="connsiteY5" fmla="*/ 1731805 h 6135556"/>
              <a:gd name="connsiteX6" fmla="*/ 2676409 w 5502275"/>
              <a:gd name="connsiteY6" fmla="*/ 2311877 h 6135556"/>
              <a:gd name="connsiteX7" fmla="*/ 4972425 w 5502275"/>
              <a:gd name="connsiteY7" fmla="*/ 2311877 h 6135556"/>
              <a:gd name="connsiteX8" fmla="*/ 4972425 w 5502275"/>
              <a:gd name="connsiteY8" fmla="*/ 3825399 h 6135556"/>
              <a:gd name="connsiteX9" fmla="*/ 2676409 w 5502275"/>
              <a:gd name="connsiteY9" fmla="*/ 3825399 h 6135556"/>
              <a:gd name="connsiteX10" fmla="*/ 2676409 w 5502275"/>
              <a:gd name="connsiteY10" fmla="*/ 4414997 h 6135556"/>
              <a:gd name="connsiteX11" fmla="*/ 5502275 w 5502275"/>
              <a:gd name="connsiteY11" fmla="*/ 4414997 h 6135556"/>
              <a:gd name="connsiteX12" fmla="*/ 5502275 w 5502275"/>
              <a:gd name="connsiteY12" fmla="*/ 4867143 h 6135556"/>
              <a:gd name="connsiteX13" fmla="*/ 5502275 w 5502275"/>
              <a:gd name="connsiteY13" fmla="*/ 5928519 h 6135556"/>
              <a:gd name="connsiteX14" fmla="*/ 5502275 w 5502275"/>
              <a:gd name="connsiteY14" fmla="*/ 6135556 h 6135556"/>
              <a:gd name="connsiteX15" fmla="*/ 0 w 5502275"/>
              <a:gd name="connsiteY15" fmla="*/ 6135556 h 6135556"/>
              <a:gd name="connsiteX16" fmla="*/ 0 w 5502275"/>
              <a:gd name="connsiteY16" fmla="*/ 4867143 h 6135556"/>
              <a:gd name="connsiteX17" fmla="*/ 501 w 5502275"/>
              <a:gd name="connsiteY17" fmla="*/ 4867143 h 6135556"/>
              <a:gd name="connsiteX18" fmla="*/ 501 w 5502275"/>
              <a:gd name="connsiteY18" fmla="*/ 1268413 h 6135556"/>
              <a:gd name="connsiteX19" fmla="*/ 0 w 5502275"/>
              <a:gd name="connsiteY19" fmla="*/ 1268413 h 613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502275" h="6135556">
                <a:moveTo>
                  <a:pt x="0" y="0"/>
                </a:moveTo>
                <a:lnTo>
                  <a:pt x="5502275" y="0"/>
                </a:lnTo>
                <a:lnTo>
                  <a:pt x="5502275" y="218283"/>
                </a:lnTo>
                <a:lnTo>
                  <a:pt x="5502275" y="1268413"/>
                </a:lnTo>
                <a:lnTo>
                  <a:pt x="5502275" y="1731805"/>
                </a:lnTo>
                <a:lnTo>
                  <a:pt x="2676409" y="1731805"/>
                </a:lnTo>
                <a:lnTo>
                  <a:pt x="2676409" y="2311877"/>
                </a:lnTo>
                <a:lnTo>
                  <a:pt x="4972425" y="2311877"/>
                </a:lnTo>
                <a:lnTo>
                  <a:pt x="4972425" y="3825399"/>
                </a:lnTo>
                <a:lnTo>
                  <a:pt x="2676409" y="3825399"/>
                </a:lnTo>
                <a:lnTo>
                  <a:pt x="2676409" y="4414997"/>
                </a:lnTo>
                <a:lnTo>
                  <a:pt x="5502275" y="4414997"/>
                </a:lnTo>
                <a:lnTo>
                  <a:pt x="5502275" y="4867143"/>
                </a:lnTo>
                <a:lnTo>
                  <a:pt x="5502275" y="5928519"/>
                </a:lnTo>
                <a:lnTo>
                  <a:pt x="5502275" y="6135556"/>
                </a:lnTo>
                <a:lnTo>
                  <a:pt x="0" y="6135556"/>
                </a:lnTo>
                <a:lnTo>
                  <a:pt x="0" y="4867143"/>
                </a:lnTo>
                <a:lnTo>
                  <a:pt x="501" y="4867143"/>
                </a:lnTo>
                <a:lnTo>
                  <a:pt x="501" y="1268413"/>
                </a:lnTo>
                <a:lnTo>
                  <a:pt x="0" y="1268413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1E88AEE2-3A55-B667-5D40-BB6299F4820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260553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D376FEF2-D482-FF48-0E21-E85BCDCAE0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055114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5B847D-2BA6-4533-FDD7-9CCF9A96A36C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4428421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01683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5" y="361822"/>
            <a:ext cx="11122188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</p:spTree>
    <p:extLst>
      <p:ext uri="{BB962C8B-B14F-4D97-AF65-F5344CB8AC3E}">
        <p14:creationId xmlns:p14="http://schemas.microsoft.com/office/powerpoint/2010/main" val="88097034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90" y="1763901"/>
            <a:ext cx="8599914" cy="27879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90" y="2229208"/>
            <a:ext cx="8599914" cy="597151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012872"/>
            <a:ext cx="8599572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</p:spTree>
    <p:extLst>
      <p:ext uri="{BB962C8B-B14F-4D97-AF65-F5344CB8AC3E}">
        <p14:creationId xmlns:p14="http://schemas.microsoft.com/office/powerpoint/2010/main" val="107942128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95" y="1763901"/>
            <a:ext cx="475720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95" y="2426711"/>
            <a:ext cx="4757205" cy="901850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529440"/>
            <a:ext cx="4757015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D20FA87A-09E8-BDB2-1C69-54F54B22BE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03835" y="1763901"/>
            <a:ext cx="475720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349B6786-5FA4-2087-2C3C-22F8A8E171C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03835" y="2426711"/>
            <a:ext cx="4757205" cy="901850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86BD890A-D326-FD3F-EDA2-9599F756B62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03555" y="3529440"/>
            <a:ext cx="4757015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</p:spTree>
    <p:extLst>
      <p:ext uri="{BB962C8B-B14F-4D97-AF65-F5344CB8AC3E}">
        <p14:creationId xmlns:p14="http://schemas.microsoft.com/office/powerpoint/2010/main" val="136052185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90" y="1763901"/>
            <a:ext cx="3217042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90" y="2426711"/>
            <a:ext cx="3217042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740277"/>
            <a:ext cx="3216914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5A431E8C-C0AC-DBC9-2391-1C619D591E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93750" y="1763901"/>
            <a:ext cx="3217042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7C89246B-18AE-5DA8-795F-679BD7C0617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93750" y="2426711"/>
            <a:ext cx="3217042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4F617632-1F8F-2092-32FC-7367A36B4B5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93475" y="3740277"/>
            <a:ext cx="3216914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3C76AD3-B446-33B3-D6A6-D34A7B1A9C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64710" y="1763901"/>
            <a:ext cx="3217042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20" name="Text Placeholder 8">
            <a:extLst>
              <a:ext uri="{FF2B5EF4-FFF2-40B4-BE49-F238E27FC236}">
                <a16:creationId xmlns:a16="http://schemas.microsoft.com/office/drawing/2014/main" id="{EA4DB68B-5ABD-7BD4-0D0C-E218D955694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64710" y="2426711"/>
            <a:ext cx="3217042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9E284295-AA76-A820-A4B4-F649763A534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264435" y="3740277"/>
            <a:ext cx="3216914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</p:spTree>
    <p:extLst>
      <p:ext uri="{BB962C8B-B14F-4D97-AF65-F5344CB8AC3E}">
        <p14:creationId xmlns:p14="http://schemas.microsoft.com/office/powerpoint/2010/main" val="217218235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86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86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A7841F65-A264-9942-011F-C0257234F0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70044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C15516F4-558F-C634-22F7-1F2C190C2A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70044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D46D04B0-DA90-F948-8623-D10B3ED438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69773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C45E5508-18D4-B8A0-9554-18C8CC7BA6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17771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9B9FC0B2-A2E1-EE23-DD92-95D99FB7FCB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17771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9AD3BD22-757B-EEDC-2BED-851D01FAD00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17500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5E75D8B7-36BA-C036-3008-ED7181EA29C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65399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BD2C72CE-2AC1-03E8-EC6E-6628A5C8EE8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65399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C86AC0A8-2096-FDDC-FEAB-27E8D3456B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065128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</p:spTree>
    <p:extLst>
      <p:ext uri="{BB962C8B-B14F-4D97-AF65-F5344CB8AC3E}">
        <p14:creationId xmlns:p14="http://schemas.microsoft.com/office/powerpoint/2010/main" val="11211374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CE7E595-5C3F-0BAF-330D-65E2AD801F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323" y="1133918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0B49552-BA81-9DEE-DBCE-F9356D66374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71323" y="1793136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03CD231C-30AC-3339-A90C-FF099FDCE1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71323" y="2452355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8982B152-EDC0-3186-CD84-DAB96BF4249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71323" y="3111573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356610AF-C4CC-A0BF-AEC5-6E3BDD36D99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571323" y="3770791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71249665-4BF1-BC80-9E3E-27C6AC131E0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571323" y="4430010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5AF120EB-8D6E-49DB-0DA5-20F61C8195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571323" y="5089229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B6EDFCBE-296B-864F-13E7-245D40ED0C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647542" y="1793136"/>
            <a:ext cx="789191" cy="789191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D5A0CFA2-F296-A8B7-CB70-C9D00D9E3C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7CD097DB-9618-CDB1-1F1F-B033BC4801E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2660" y="2735750"/>
            <a:ext cx="3358665" cy="944810"/>
          </a:xfrm>
        </p:spPr>
        <p:txBody>
          <a:bodyPr wrap="square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Agenda or Table of Contents</a:t>
            </a:r>
          </a:p>
        </p:txBody>
      </p:sp>
    </p:spTree>
    <p:extLst>
      <p:ext uri="{BB962C8B-B14F-4D97-AF65-F5344CB8AC3E}">
        <p14:creationId xmlns:p14="http://schemas.microsoft.com/office/powerpoint/2010/main" val="95199235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eaker P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238843"/>
            <a:ext cx="10363202" cy="1333891"/>
          </a:xfr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Breaker slide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3750468"/>
            <a:ext cx="10363202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1D55CDA-462C-A7FF-EE12-3FDD8DDBC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C2795BC-99C0-3605-DA72-63D94FCF0973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0D0730-EC65-31BF-A4FA-992A99E0E4CF}"/>
              </a:ext>
            </a:extLst>
          </p:cNvPr>
          <p:cNvSpPr txBox="1"/>
          <p:nvPr/>
        </p:nvSpPr>
        <p:spPr>
          <a:xfrm>
            <a:off x="9265920" y="6570337"/>
            <a:ext cx="22316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295306485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eaker Dark P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238843"/>
            <a:ext cx="10363202" cy="1333891"/>
          </a:xfr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Breaker slide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3750468"/>
            <a:ext cx="10363202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E3200C5-B5A9-AC44-9200-784DFC6336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BD6F6F-F10E-C53F-032B-188519D8D1C8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60C111-1CB1-186F-BF66-55001B5779EA}"/>
              </a:ext>
            </a:extLst>
          </p:cNvPr>
          <p:cNvSpPr txBox="1"/>
          <p:nvPr/>
        </p:nvSpPr>
        <p:spPr>
          <a:xfrm>
            <a:off x="9265920" y="6570337"/>
            <a:ext cx="22316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426440042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eaker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238843"/>
            <a:ext cx="10363202" cy="1333891"/>
          </a:xfr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Breaker slide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3750468"/>
            <a:ext cx="10363202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E4133EC-B264-3D5F-9CF5-94A59CFE1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15307C-7F1F-2BB9-1D42-4EAB1A2F58C8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tx1"/>
                </a:solidFill>
              </a:rPr>
              <a:pPr algn="r"/>
              <a:t>‹Nº›</a:t>
            </a:fld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2BD9AE-C83A-9EF9-F573-61A0E81EA594}"/>
              </a:ext>
            </a:extLst>
          </p:cNvPr>
          <p:cNvSpPr txBox="1"/>
          <p:nvPr/>
        </p:nvSpPr>
        <p:spPr>
          <a:xfrm>
            <a:off x="9265920" y="6570337"/>
            <a:ext cx="22316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40844092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2147403"/>
            <a:ext cx="5334046" cy="944810"/>
          </a:xfrm>
        </p:spPr>
        <p:txBody>
          <a:bodyPr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83108"/>
            <a:ext cx="5334046" cy="663451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2D4575E4-C207-8E90-E726-B9033C8488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63360" y="1763901"/>
            <a:ext cx="523292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16B016-4F74-45FD-A9CC-07A8056565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63360" y="2426711"/>
            <a:ext cx="523292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06B0A9AB-D9A3-1E08-3001-30A9D645FF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3089" y="3740277"/>
            <a:ext cx="523271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17A8F2F-9330-25BE-0D2E-902E66CDE2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776968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y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1D1E00-2C7E-EB5E-B9AA-70EC4E40EAA1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2FE01EFE-63CA-D3D5-C581-993880DA8B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2147403"/>
            <a:ext cx="5334046" cy="944810"/>
          </a:xfrm>
        </p:spPr>
        <p:txBody>
          <a:bodyPr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5AE79D15-E07D-A51E-4EAF-87E654A744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83108"/>
            <a:ext cx="5334046" cy="663451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23AFD1E-0CBC-F8B7-0767-9DD68D6AA3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63360" y="1763901"/>
            <a:ext cx="523292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CF81A4C6-9E62-AA06-E7C6-9A7067E4CE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63360" y="2426711"/>
            <a:ext cx="523292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C2B39BD8-F2D4-82FD-6B93-90DE2A49E68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3089" y="3740277"/>
            <a:ext cx="523271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989C4F93-BF72-9EDD-88A7-D062345659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391317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1D1E00-2C7E-EB5E-B9AA-70EC4E40EAA1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2FE01EFE-63CA-D3D5-C581-993880DA8B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2147403"/>
            <a:ext cx="5334046" cy="944810"/>
          </a:xfrm>
        </p:spPr>
        <p:txBody>
          <a:bodyPr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5AE79D15-E07D-A51E-4EAF-87E654A744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83108"/>
            <a:ext cx="5334046" cy="663451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23AFD1E-0CBC-F8B7-0767-9DD68D6AA3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63360" y="1763901"/>
            <a:ext cx="523292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CF81A4C6-9E62-AA06-E7C6-9A7067E4CE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63360" y="2426711"/>
            <a:ext cx="523292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C2B39BD8-F2D4-82FD-6B93-90DE2A49E68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3089" y="3740277"/>
            <a:ext cx="523271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B1728AA-35B4-4BD9-8922-5A10B50EF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949425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1647736"/>
            <a:ext cx="3312206" cy="1415709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11988"/>
            <a:ext cx="3312206" cy="1002006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47F7AFC-9E1C-DD0B-41C1-05088976F5F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59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E7A1DE1-A6A1-A8B0-1E59-2D30FDB4CB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159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F338C581-FDC0-BE86-1CD1-D9586D8EB8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32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8BE05EDD-6AF1-AF29-FB86-197BB73F52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4255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F1C9870-651A-8301-4A2C-6EE5FB7ABF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4255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CB3B220D-3CAD-B3DC-8F6C-B8A398E886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44228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1D50BC8-C95D-425B-652A-2D581ADCD8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557742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y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1647736"/>
            <a:ext cx="3312206" cy="1415709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11988"/>
            <a:ext cx="3312206" cy="1002006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47F7AFC-9E1C-DD0B-41C1-05088976F5F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59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E7A1DE1-A6A1-A8B0-1E59-2D30FDB4CB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159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F338C581-FDC0-BE86-1CD1-D9586D8EB8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32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8BE05EDD-6AF1-AF29-FB86-197BB73F52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4255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F1C9870-651A-8301-4A2C-6EE5FB7ABF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4255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CB3B220D-3CAD-B3DC-8F6C-B8A398E886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44228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5FB72CE-435D-5F45-16B1-4A77B79AF3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90486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1647736"/>
            <a:ext cx="3312206" cy="1415709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11988"/>
            <a:ext cx="3312206" cy="1002006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47F7AFC-9E1C-DD0B-41C1-05088976F5F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59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E7A1DE1-A6A1-A8B0-1E59-2D30FDB4CB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159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F338C581-FDC0-BE86-1CD1-D9586D8EB8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32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8BE05EDD-6AF1-AF29-FB86-197BB73F52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4255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F1C9870-651A-8301-4A2C-6EE5FB7ABF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4255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CB3B220D-3CAD-B3DC-8F6C-B8A398E886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44228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65A4C054-B1C8-E492-ADA1-D665C51553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85238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807451"/>
            <a:ext cx="5008909" cy="944810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2D4575E4-C207-8E90-E726-B9033C8488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6305" y="2162915"/>
            <a:ext cx="500865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16B016-4F74-45FD-A9CC-07A8056565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6305" y="2825725"/>
            <a:ext cx="500865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06B0A9AB-D9A3-1E08-3001-30A9D645FF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6035" y="4139291"/>
            <a:ext cx="5008456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668D94B-8222-405F-8341-EB39E2CA02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0" cy="6858000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</p:spTree>
    <p:extLst>
      <p:ext uri="{BB962C8B-B14F-4D97-AF65-F5344CB8AC3E}">
        <p14:creationId xmlns:p14="http://schemas.microsoft.com/office/powerpoint/2010/main" val="255933982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-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668D94B-8222-405F-8341-EB39E2CA02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6096000" cy="6858000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664914" y="807451"/>
            <a:ext cx="5008909" cy="944810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2D4575E4-C207-8E90-E726-B9033C8488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65185" y="2162915"/>
            <a:ext cx="500865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16B016-4F74-45FD-A9CC-07A8056565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65185" y="2825725"/>
            <a:ext cx="500865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06B0A9AB-D9A3-1E08-3001-30A9D645FF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64915" y="4139291"/>
            <a:ext cx="5008456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4988454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Pa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668D94B-8222-405F-8341-EB39E2CA02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</p:spTree>
    <p:extLst>
      <p:ext uri="{BB962C8B-B14F-4D97-AF65-F5344CB8AC3E}">
        <p14:creationId xmlns:p14="http://schemas.microsoft.com/office/powerpoint/2010/main" val="1246946113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rame Image Pur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5AACD76F-5A98-DE42-2012-2E4698A70B3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C5980322-EF45-73EA-F45B-05C3C55E7C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7810" y="573881"/>
            <a:ext cx="6854190" cy="5710237"/>
          </a:xfrm>
          <a:custGeom>
            <a:avLst/>
            <a:gdLst>
              <a:gd name="connsiteX0" fmla="*/ 0 w 6854190"/>
              <a:gd name="connsiteY0" fmla="*/ 0 h 5710237"/>
              <a:gd name="connsiteX1" fmla="*/ 3816350 w 6854190"/>
              <a:gd name="connsiteY1" fmla="*/ 0 h 5710237"/>
              <a:gd name="connsiteX2" fmla="*/ 3816350 w 6854190"/>
              <a:gd name="connsiteY2" fmla="*/ 1 h 5710237"/>
              <a:gd name="connsiteX3" fmla="*/ 6854190 w 6854190"/>
              <a:gd name="connsiteY3" fmla="*/ 1 h 5710237"/>
              <a:gd name="connsiteX4" fmla="*/ 6854190 w 6854190"/>
              <a:gd name="connsiteY4" fmla="*/ 1513523 h 5710237"/>
              <a:gd name="connsiteX5" fmla="*/ 3816350 w 6854190"/>
              <a:gd name="connsiteY5" fmla="*/ 1513523 h 5710237"/>
              <a:gd name="connsiteX6" fmla="*/ 3816350 w 6854190"/>
              <a:gd name="connsiteY6" fmla="*/ 2093595 h 5710237"/>
              <a:gd name="connsiteX7" fmla="*/ 6284595 w 6854190"/>
              <a:gd name="connsiteY7" fmla="*/ 2093595 h 5710237"/>
              <a:gd name="connsiteX8" fmla="*/ 6284595 w 6854190"/>
              <a:gd name="connsiteY8" fmla="*/ 3607117 h 5710237"/>
              <a:gd name="connsiteX9" fmla="*/ 3816350 w 6854190"/>
              <a:gd name="connsiteY9" fmla="*/ 3607117 h 5710237"/>
              <a:gd name="connsiteX10" fmla="*/ 3816350 w 6854190"/>
              <a:gd name="connsiteY10" fmla="*/ 4196715 h 5710237"/>
              <a:gd name="connsiteX11" fmla="*/ 6854190 w 6854190"/>
              <a:gd name="connsiteY11" fmla="*/ 4196715 h 5710237"/>
              <a:gd name="connsiteX12" fmla="*/ 6854190 w 6854190"/>
              <a:gd name="connsiteY12" fmla="*/ 5710237 h 5710237"/>
              <a:gd name="connsiteX13" fmla="*/ 3816350 w 6854190"/>
              <a:gd name="connsiteY13" fmla="*/ 5710237 h 5710237"/>
              <a:gd name="connsiteX14" fmla="*/ 3037840 w 6854190"/>
              <a:gd name="connsiteY14" fmla="*/ 5710237 h 5710237"/>
              <a:gd name="connsiteX15" fmla="*/ 0 w 6854190"/>
              <a:gd name="connsiteY15" fmla="*/ 5710237 h 571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854190" h="5710237">
                <a:moveTo>
                  <a:pt x="0" y="0"/>
                </a:moveTo>
                <a:lnTo>
                  <a:pt x="3816350" y="0"/>
                </a:lnTo>
                <a:lnTo>
                  <a:pt x="3816350" y="1"/>
                </a:lnTo>
                <a:lnTo>
                  <a:pt x="6854190" y="1"/>
                </a:lnTo>
                <a:lnTo>
                  <a:pt x="6854190" y="1513523"/>
                </a:lnTo>
                <a:lnTo>
                  <a:pt x="3816350" y="1513523"/>
                </a:lnTo>
                <a:lnTo>
                  <a:pt x="3816350" y="2093595"/>
                </a:lnTo>
                <a:lnTo>
                  <a:pt x="6284595" y="2093595"/>
                </a:lnTo>
                <a:lnTo>
                  <a:pt x="6284595" y="3607117"/>
                </a:lnTo>
                <a:lnTo>
                  <a:pt x="3816350" y="3607117"/>
                </a:lnTo>
                <a:lnTo>
                  <a:pt x="3816350" y="4196715"/>
                </a:lnTo>
                <a:lnTo>
                  <a:pt x="6854190" y="4196715"/>
                </a:lnTo>
                <a:lnTo>
                  <a:pt x="6854190" y="5710237"/>
                </a:lnTo>
                <a:lnTo>
                  <a:pt x="3816350" y="5710237"/>
                </a:lnTo>
                <a:lnTo>
                  <a:pt x="3037840" y="5710237"/>
                </a:lnTo>
                <a:lnTo>
                  <a:pt x="0" y="5710237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47" name="Text Placeholder 17">
            <a:extLst>
              <a:ext uri="{FF2B5EF4-FFF2-40B4-BE49-F238E27FC236}">
                <a16:creationId xmlns:a16="http://schemas.microsoft.com/office/drawing/2014/main" id="{72A36242-E96D-BCC5-8B9A-F727F91C17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5" y="1112251"/>
            <a:ext cx="4317994" cy="944810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endParaRPr lang="en-US" dirty="0"/>
          </a:p>
        </p:txBody>
      </p:sp>
      <p:sp>
        <p:nvSpPr>
          <p:cNvPr id="48" name="Text Placeholder 17">
            <a:extLst>
              <a:ext uri="{FF2B5EF4-FFF2-40B4-BE49-F238E27FC236}">
                <a16:creationId xmlns:a16="http://schemas.microsoft.com/office/drawing/2014/main" id="{E033C30C-F4BF-DEFA-8C82-E924E66CF32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6305" y="2467715"/>
            <a:ext cx="431777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49" name="Text Placeholder 8">
            <a:extLst>
              <a:ext uri="{FF2B5EF4-FFF2-40B4-BE49-F238E27FC236}">
                <a16:creationId xmlns:a16="http://schemas.microsoft.com/office/drawing/2014/main" id="{A0F481E4-FC0E-C80A-C2EC-B76F27D262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6305" y="3130525"/>
            <a:ext cx="4317775" cy="901850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.</a:t>
            </a:r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F28319CA-55ED-F435-6422-E7CAE3A4E5C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6035" y="4155118"/>
            <a:ext cx="4317603" cy="1684948"/>
          </a:xfrm>
        </p:spPr>
        <p:txBody>
          <a:bodyPr wrap="square"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2FA6E33-C1DD-C1DE-7C6F-82957792F3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073452-E314-EB2D-1FC4-135DC2D7775F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8DAA59-27D2-784E-D2A1-F51D07814DEC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4306369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Pur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531927"/>
            <a:ext cx="10363202" cy="1579278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3200" b="0" i="1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effectLst/>
                <a:latin typeface="Helvetica Neue" panose="02000503000000020004" pitchFamily="2" charset="0"/>
              </a:rPr>
              <a:t>Lorem ipsum dolor sit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amet</a:t>
            </a:r>
            <a:r>
              <a:rPr lang="en-US" dirty="0">
                <a:effectLst/>
                <a:latin typeface="Helvetica Neue" panose="02000503000000020004" pitchFamily="2" charset="0"/>
              </a:rPr>
              <a:t>,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consectetur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adipiscing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elit</a:t>
            </a:r>
            <a:r>
              <a:rPr lang="en-US" dirty="0">
                <a:effectLst/>
                <a:latin typeface="Helvetica Neue" panose="02000503000000020004" pitchFamily="2" charset="0"/>
              </a:rPr>
              <a:t> sed do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eiusmod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tempor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incididunt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ut</a:t>
            </a:r>
            <a:r>
              <a:rPr lang="en-US" dirty="0">
                <a:effectLst/>
                <a:latin typeface="Helvetica Neue" panose="02000503000000020004" pitchFamily="2" charset="0"/>
              </a:rPr>
              <a:t> labore et dolore magna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aliqua</a:t>
            </a:r>
            <a:r>
              <a:rPr lang="en-US" dirty="0">
                <a:effectLst/>
                <a:latin typeface="Helvetica Neue" panose="02000503000000020004" pitchFamily="2" charset="0"/>
              </a:rPr>
              <a:t>. Ut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enim</a:t>
            </a:r>
            <a:r>
              <a:rPr lang="en-US" dirty="0">
                <a:effectLst/>
                <a:latin typeface="Helvetica Neue" panose="02000503000000020004" pitchFamily="2" charset="0"/>
              </a:rPr>
              <a:t> ad minim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veniam</a:t>
            </a:r>
            <a:r>
              <a:rPr lang="en-US" dirty="0">
                <a:effectLst/>
                <a:latin typeface="Helvetica Neue" panose="02000503000000020004" pitchFamily="2" charset="0"/>
              </a:rPr>
              <a:t>.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4515781"/>
            <a:ext cx="10363202" cy="292452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1D55CDA-462C-A7FF-EE12-3FDD8DDBC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C2795BC-99C0-3605-DA72-63D94FCF0973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D05DB1F1-ACC3-B191-E3E7-7348B83D3D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399" y="4893468"/>
            <a:ext cx="10363202" cy="260008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Title and Company or Institution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F44E2C7-6484-3A24-48A0-1EC4CE2E33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618540" y="1374718"/>
            <a:ext cx="954921" cy="9549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538370-0C99-95AF-B7F2-D3F6183791A0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2364217363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E4133EC-B264-3D5F-9CF5-94A59CFE1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15307C-7F1F-2BB9-1D42-4EAB1A2F58C8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tx1"/>
                </a:solidFill>
              </a:rPr>
              <a:pPr algn="r"/>
              <a:t>‹Nº›</a:t>
            </a:fld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97C25E61-6B43-DBD5-C2CE-87847F39AA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531927"/>
            <a:ext cx="10363202" cy="1579278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3200" b="0" i="1">
                <a:solidFill>
                  <a:schemeClr val="tx1"/>
                </a:solidFill>
              </a:defRPr>
            </a:lvl1pPr>
          </a:lstStyle>
          <a:p>
            <a:r>
              <a:rPr lang="en-US" dirty="0">
                <a:effectLst/>
                <a:latin typeface="Helvetica Neue" panose="02000503000000020004" pitchFamily="2" charset="0"/>
              </a:rPr>
              <a:t>Lorem ipsum dolor sit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amet</a:t>
            </a:r>
            <a:r>
              <a:rPr lang="en-US" dirty="0">
                <a:effectLst/>
                <a:latin typeface="Helvetica Neue" panose="02000503000000020004" pitchFamily="2" charset="0"/>
              </a:rPr>
              <a:t>,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consectetur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adipiscing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elit</a:t>
            </a:r>
            <a:r>
              <a:rPr lang="en-US" dirty="0">
                <a:effectLst/>
                <a:latin typeface="Helvetica Neue" panose="02000503000000020004" pitchFamily="2" charset="0"/>
              </a:rPr>
              <a:t> sed do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eiusmod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tempor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incididunt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ut</a:t>
            </a:r>
            <a:r>
              <a:rPr lang="en-US" dirty="0">
                <a:effectLst/>
                <a:latin typeface="Helvetica Neue" panose="02000503000000020004" pitchFamily="2" charset="0"/>
              </a:rPr>
              <a:t> labore et dolore magna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aliqua</a:t>
            </a:r>
            <a:r>
              <a:rPr lang="en-US" dirty="0">
                <a:effectLst/>
                <a:latin typeface="Helvetica Neue" panose="02000503000000020004" pitchFamily="2" charset="0"/>
              </a:rPr>
              <a:t>. Ut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enim</a:t>
            </a:r>
            <a:r>
              <a:rPr lang="en-US" dirty="0">
                <a:effectLst/>
                <a:latin typeface="Helvetica Neue" panose="02000503000000020004" pitchFamily="2" charset="0"/>
              </a:rPr>
              <a:t> ad minim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veniam</a:t>
            </a:r>
            <a:r>
              <a:rPr lang="en-US" dirty="0">
                <a:effectLst/>
                <a:latin typeface="Helvetica Neue" panose="02000503000000020004" pitchFamily="2" charset="0"/>
              </a:rPr>
              <a:t>.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FCEE0479-D5F9-CE3F-36E7-238BA0F457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4515781"/>
            <a:ext cx="10363202" cy="292452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A76AF4FC-9A53-DBD9-C4E3-8F3D9D7DB7D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399" y="4893468"/>
            <a:ext cx="10363202" cy="260008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Title and Company or Institution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F551E89-4ED8-FCF0-7E9B-2446F24111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618540" y="1374718"/>
            <a:ext cx="954921" cy="9549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9FA4B8-B22A-02CB-D4E5-CDAF1F338C84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297097550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Color Lad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374222F-BE28-8D9C-1B92-E635F1CBA88D}"/>
              </a:ext>
            </a:extLst>
          </p:cNvPr>
          <p:cNvSpPr/>
          <p:nvPr/>
        </p:nvSpPr>
        <p:spPr>
          <a:xfrm>
            <a:off x="0" y="-25400"/>
            <a:ext cx="12192000" cy="2628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DE53FD-96AB-3992-7C02-A065E96271A5}"/>
              </a:ext>
            </a:extLst>
          </p:cNvPr>
          <p:cNvSpPr/>
          <p:nvPr/>
        </p:nvSpPr>
        <p:spPr>
          <a:xfrm>
            <a:off x="0" y="2311400"/>
            <a:ext cx="12192000" cy="2222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46AE80-BBF4-E9AC-E514-521942D4F333}"/>
              </a:ext>
            </a:extLst>
          </p:cNvPr>
          <p:cNvSpPr/>
          <p:nvPr/>
        </p:nvSpPr>
        <p:spPr>
          <a:xfrm>
            <a:off x="0" y="4254500"/>
            <a:ext cx="12192000" cy="14731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EC5E17-B3B5-4976-1ABF-427FA62F2672}"/>
              </a:ext>
            </a:extLst>
          </p:cNvPr>
          <p:cNvSpPr/>
          <p:nvPr/>
        </p:nvSpPr>
        <p:spPr>
          <a:xfrm>
            <a:off x="0" y="5562599"/>
            <a:ext cx="12192000" cy="88157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5AC45-371A-D1F2-3506-59FB4F407F5D}"/>
              </a:ext>
            </a:extLst>
          </p:cNvPr>
          <p:cNvSpPr/>
          <p:nvPr/>
        </p:nvSpPr>
        <p:spPr>
          <a:xfrm>
            <a:off x="0" y="6351180"/>
            <a:ext cx="12192000" cy="5068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3AC560F-803C-C500-7A06-7D72D570AC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8598" y="266700"/>
            <a:ext cx="11510502" cy="430887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1"/>
            </a:lvl1pPr>
          </a:lstStyle>
          <a:p>
            <a:pPr lvl="0"/>
            <a:r>
              <a:rPr lang="en-US" dirty="0"/>
              <a:t>Insert Eyebrow copy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D7175254-6888-0D7A-73D9-BAB8461743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8598" y="768078"/>
            <a:ext cx="11510502" cy="1477328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9600" b="1"/>
            </a:lvl1pPr>
          </a:lstStyle>
          <a:p>
            <a:pPr lvl="0"/>
            <a:r>
              <a:rPr lang="en-US" dirty="0"/>
              <a:t>Main Headline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C700BDF8-0D95-F5D3-DE70-6F94479F07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598" y="2311399"/>
            <a:ext cx="11510502" cy="19431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7200" b="1"/>
            </a:lvl1pPr>
          </a:lstStyle>
          <a:p>
            <a:pPr lvl="0"/>
            <a:r>
              <a:rPr lang="en-US" dirty="0"/>
              <a:t>Second level statement 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EFF4A6F-B443-2BFD-5274-C4CEDB3324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5898" y="4254499"/>
            <a:ext cx="11510502" cy="1308099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5400" b="0"/>
            </a:lvl1pPr>
          </a:lstStyle>
          <a:p>
            <a:pPr lvl="0"/>
            <a:r>
              <a:rPr lang="en-US" dirty="0"/>
              <a:t>Third level statement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68C87247-A369-32C8-E069-B1E624079C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5898" y="5562598"/>
            <a:ext cx="11510502" cy="7366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3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Fourth level statement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20A3CFF-FF3A-806C-4272-4BD562E45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CB4FD4-52E5-7743-832E-878711B6912D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55BA75-BCED-43A8-374C-ED5B5EB749B9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969154784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Color Lad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374222F-BE28-8D9C-1B92-E635F1CBA88D}"/>
              </a:ext>
            </a:extLst>
          </p:cNvPr>
          <p:cNvSpPr/>
          <p:nvPr/>
        </p:nvSpPr>
        <p:spPr>
          <a:xfrm>
            <a:off x="0" y="-25400"/>
            <a:ext cx="12192000" cy="2628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DE53FD-96AB-3992-7C02-A065E96271A5}"/>
              </a:ext>
            </a:extLst>
          </p:cNvPr>
          <p:cNvSpPr/>
          <p:nvPr/>
        </p:nvSpPr>
        <p:spPr>
          <a:xfrm>
            <a:off x="0" y="2311400"/>
            <a:ext cx="12192000" cy="2222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46AE80-BBF4-E9AC-E514-521942D4F333}"/>
              </a:ext>
            </a:extLst>
          </p:cNvPr>
          <p:cNvSpPr/>
          <p:nvPr/>
        </p:nvSpPr>
        <p:spPr>
          <a:xfrm>
            <a:off x="0" y="4254500"/>
            <a:ext cx="12192000" cy="147319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EC5E17-B3B5-4976-1ABF-427FA62F2672}"/>
              </a:ext>
            </a:extLst>
          </p:cNvPr>
          <p:cNvSpPr/>
          <p:nvPr/>
        </p:nvSpPr>
        <p:spPr>
          <a:xfrm>
            <a:off x="0" y="5562599"/>
            <a:ext cx="12192000" cy="8815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3AC560F-803C-C500-7A06-7D72D570AC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8598" y="266700"/>
            <a:ext cx="11510502" cy="430887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1"/>
            </a:lvl1pPr>
          </a:lstStyle>
          <a:p>
            <a:pPr lvl="0"/>
            <a:r>
              <a:rPr lang="en-US" dirty="0"/>
              <a:t>Insert Eyebrow copy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D7175254-6888-0D7A-73D9-BAB8461743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8598" y="768078"/>
            <a:ext cx="11510502" cy="1477328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9600" b="1"/>
            </a:lvl1pPr>
          </a:lstStyle>
          <a:p>
            <a:pPr lvl="0"/>
            <a:r>
              <a:rPr lang="en-US" dirty="0"/>
              <a:t>Main Headline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C700BDF8-0D95-F5D3-DE70-6F94479F07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598" y="2311399"/>
            <a:ext cx="11510502" cy="19431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7200" b="1"/>
            </a:lvl1pPr>
          </a:lstStyle>
          <a:p>
            <a:pPr lvl="0"/>
            <a:r>
              <a:rPr lang="en-US" dirty="0"/>
              <a:t>Second level statement 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EFF4A6F-B443-2BFD-5274-C4CEDB3324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5898" y="4254499"/>
            <a:ext cx="11510502" cy="1308099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5400" b="0"/>
            </a:lvl1pPr>
          </a:lstStyle>
          <a:p>
            <a:pPr lvl="0"/>
            <a:r>
              <a:rPr lang="en-US" dirty="0"/>
              <a:t>Third level statement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68C87247-A369-32C8-E069-B1E624079C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5898" y="5562598"/>
            <a:ext cx="11510502" cy="7366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3600" b="0"/>
            </a:lvl1pPr>
          </a:lstStyle>
          <a:p>
            <a:pPr lvl="0"/>
            <a:r>
              <a:rPr lang="en-US" dirty="0"/>
              <a:t>Fourth level statement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92165-EA63-BA70-B09C-3AE3A0E3B988}"/>
              </a:ext>
            </a:extLst>
          </p:cNvPr>
          <p:cNvSpPr/>
          <p:nvPr/>
        </p:nvSpPr>
        <p:spPr>
          <a:xfrm>
            <a:off x="0" y="6351180"/>
            <a:ext cx="12192000" cy="5068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8487BB2-49A0-1AD0-6AEA-A6BA00965F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D645B4-C9BC-C447-40CC-BED53F5C40F2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D9A09A-FC77-0C42-3399-4228AB66473E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296739749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35BE7A-2092-E334-9925-A2CD0ED61EC1}"/>
              </a:ext>
            </a:extLst>
          </p:cNvPr>
          <p:cNvSpPr txBox="1"/>
          <p:nvPr/>
        </p:nvSpPr>
        <p:spPr>
          <a:xfrm>
            <a:off x="836428" y="2435962"/>
            <a:ext cx="10441173" cy="17697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1500" b="1" dirty="0">
                <a:solidFill>
                  <a:schemeClr val="bg1"/>
                </a:solidFill>
              </a:rPr>
              <a:t>Thank You</a:t>
            </a:r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C141F636-6F6B-39E0-D74A-E2DC465DEF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56897" y="4302308"/>
            <a:ext cx="7078206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15F716EA-D293-96D7-C5A7-61FE08272CB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56897" y="4735941"/>
            <a:ext cx="7078206" cy="324961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PresenterEmail@Ellucian.com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C871F66-B895-DB0B-1D73-90E74A3951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3435677-394B-4E5D-4CD3-2D77A2110358}"/>
              </a:ext>
            </a:extLst>
          </p:cNvPr>
          <p:cNvSpPr txBox="1"/>
          <p:nvPr/>
        </p:nvSpPr>
        <p:spPr>
          <a:xfrm>
            <a:off x="9635103" y="6562717"/>
            <a:ext cx="23710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149676502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29B27-8CB8-A4DF-B214-C621F3644437}"/>
              </a:ext>
            </a:extLst>
          </p:cNvPr>
          <p:cNvSpPr txBox="1"/>
          <p:nvPr/>
        </p:nvSpPr>
        <p:spPr>
          <a:xfrm>
            <a:off x="836428" y="2544142"/>
            <a:ext cx="10441173" cy="17697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1500" b="1" dirty="0">
                <a:solidFill>
                  <a:schemeClr val="accent1"/>
                </a:solidFill>
              </a:rPr>
              <a:t>Questions?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0225686-2493-61CB-BED8-8CD6B90C8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757E6F9-39D1-A7B6-72FA-6CB25BEA039E}"/>
              </a:ext>
            </a:extLst>
          </p:cNvPr>
          <p:cNvSpPr txBox="1"/>
          <p:nvPr/>
        </p:nvSpPr>
        <p:spPr>
          <a:xfrm>
            <a:off x="9635103" y="6562717"/>
            <a:ext cx="23710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75720940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18488C-B055-D09C-D997-3A7FCA2945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F822AF2-2615-432F-038F-912A880B9A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419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6FCCEB-ACCA-75CB-F0DF-3F3BC5FBE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A6134-9B25-412B-8FBF-B14BEDBA912D}" type="datetimeFigureOut">
              <a:rPr lang="es-CL" smtClean="0"/>
              <a:t>12-10-2026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B0BEB1F-BCFD-D511-2592-8A4609C7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6FC865D-B77C-F26A-FE70-2498C9B6F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D56BAB-9B7B-4C09-8A45-659D39241E0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1892588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solidFill>
          <a:srgbClr val="3300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D2615-324D-B5FF-2EBE-81DB544E7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2285997"/>
            <a:ext cx="7317783" cy="1282485"/>
          </a:xfrm>
        </p:spPr>
        <p:txBody>
          <a:bodyPr lIns="0" anchor="b" anchorCtr="0">
            <a:no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98C979F-7ABF-A5C6-5C58-6DD9C3DA76E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09599" y="3792020"/>
            <a:ext cx="7317783" cy="774441"/>
          </a:xfrm>
        </p:spPr>
        <p:txBody>
          <a:bodyPr lIns="0">
            <a:noAutofit/>
          </a:bodyPr>
          <a:lstStyle>
            <a:lvl1pPr marL="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800">
                <a:solidFill>
                  <a:schemeClr val="bg1"/>
                </a:solidFill>
              </a:defRPr>
            </a:lvl1pPr>
            <a:lvl2pPr marL="174625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2pPr>
            <a:lvl3pPr marL="3429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3pPr>
            <a:lvl4pPr marL="519112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4pPr>
            <a:lvl5pPr marL="6858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7118141F-3632-B706-5864-39BC20F0FDE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9600" y="5186273"/>
            <a:ext cx="7092820" cy="1056694"/>
          </a:xfrm>
        </p:spPr>
        <p:txBody>
          <a:bodyPr lIns="0" anchor="b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1pPr>
            <a:lvl2pPr marL="174625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2pPr>
            <a:lvl3pPr marL="3429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3pPr>
            <a:lvl4pPr marL="519112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4pPr>
            <a:lvl5pPr marL="6858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Name, Job Title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Name, Job Title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Name, Job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176DD36-E885-ABAF-DBBD-C96AC12C7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209088" y="5603032"/>
            <a:ext cx="2373312" cy="569168"/>
          </a:xfrm>
        </p:spPr>
        <p:txBody>
          <a:bodyPr rIns="0" bIns="0" anchor="b" anchorCtr="0">
            <a:noAutofit/>
          </a:bodyPr>
          <a:lstStyle>
            <a:lvl1pPr marL="0" indent="0" algn="r">
              <a:buNone/>
              <a:defRPr sz="1200">
                <a:solidFill>
                  <a:schemeClr val="bg1"/>
                </a:solidFill>
              </a:defRPr>
            </a:lvl1pPr>
            <a:lvl2pPr marL="457200" indent="0" algn="r">
              <a:buNone/>
              <a:defRPr sz="1600">
                <a:solidFill>
                  <a:schemeClr val="bg1"/>
                </a:solidFill>
              </a:defRPr>
            </a:lvl2pPr>
            <a:lvl3pPr marL="914400" indent="0" algn="r">
              <a:buNone/>
              <a:defRPr sz="1400">
                <a:solidFill>
                  <a:schemeClr val="bg1"/>
                </a:solidFill>
              </a:defRPr>
            </a:lvl3pPr>
            <a:lvl4pPr marL="1371600" indent="0" algn="r">
              <a:buNone/>
              <a:defRPr sz="1200">
                <a:solidFill>
                  <a:schemeClr val="bg1"/>
                </a:solidFill>
              </a:defRPr>
            </a:lvl4pPr>
            <a:lvl5pPr marL="1828800" indent="0" algn="r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Month XX, 20XX</a:t>
            </a:r>
          </a:p>
        </p:txBody>
      </p:sp>
    </p:spTree>
    <p:extLst>
      <p:ext uri="{BB962C8B-B14F-4D97-AF65-F5344CB8AC3E}">
        <p14:creationId xmlns:p14="http://schemas.microsoft.com/office/powerpoint/2010/main" val="115294113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ext Placeholder 2">
            <a:extLst>
              <a:ext uri="{FF2B5EF4-FFF2-40B4-BE49-F238E27FC236}">
                <a16:creationId xmlns:a16="http://schemas.microsoft.com/office/drawing/2014/main" id="{B4E21473-327B-3C3B-2526-FD5AB3A4428E}"/>
              </a:ext>
            </a:extLst>
          </p:cNvPr>
          <p:cNvSpPr>
            <a:spLocks noGrp="1"/>
          </p:cNvSpPr>
          <p:nvPr>
            <p:ph type="body" orient="vert" sz="quarter" idx="10" hasCustomPrompt="1"/>
          </p:nvPr>
        </p:nvSpPr>
        <p:spPr>
          <a:xfrm>
            <a:off x="0" y="685800"/>
            <a:ext cx="609600" cy="5486399"/>
          </a:xfrm>
        </p:spPr>
        <p:txBody>
          <a:bodyPr vert="vert270" anchor="ctr" anchorCtr="0">
            <a:noAutofit/>
          </a:bodyPr>
          <a:lstStyle>
            <a:lvl1pPr marL="0" indent="0" algn="ctr">
              <a:buNone/>
              <a:defRPr sz="1200" spc="300">
                <a:solidFill>
                  <a:schemeClr val="bg1"/>
                </a:solidFill>
              </a:defRPr>
            </a:lvl1pPr>
            <a:lvl2pPr marL="457200" indent="0" algn="ctr">
              <a:buNone/>
              <a:defRPr sz="1200" spc="300">
                <a:solidFill>
                  <a:schemeClr val="bg1"/>
                </a:solidFill>
              </a:defRPr>
            </a:lvl2pPr>
            <a:lvl3pPr marL="914400" indent="0" algn="ctr">
              <a:buNone/>
              <a:defRPr sz="1100" spc="300">
                <a:solidFill>
                  <a:schemeClr val="bg1"/>
                </a:solidFill>
              </a:defRPr>
            </a:lvl3pPr>
            <a:lvl4pPr marL="1371600" indent="0" algn="ctr">
              <a:buNone/>
              <a:defRPr sz="1050" spc="300">
                <a:solidFill>
                  <a:schemeClr val="bg1"/>
                </a:solidFill>
              </a:defRPr>
            </a:lvl4pPr>
            <a:lvl5pPr marL="1828800" indent="0" algn="ctr">
              <a:buNone/>
              <a:defRPr sz="1050" spc="3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0773A33-C933-040C-38F4-7E444DEDA5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4900" y="1800808"/>
            <a:ext cx="7092820" cy="1628192"/>
          </a:xfrm>
        </p:spPr>
        <p:txBody>
          <a:bodyPr lIns="0" bIns="0" anchor="b" anchorCtr="0">
            <a:no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 (Max Two Lines)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3C54B7B-813E-7B62-27B5-63348932187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04900" y="3652538"/>
            <a:ext cx="7092820" cy="774441"/>
          </a:xfrm>
        </p:spPr>
        <p:txBody>
          <a:bodyPr lIns="0" tIns="0">
            <a:noAutofit/>
          </a:bodyPr>
          <a:lstStyle>
            <a:lvl1pPr marL="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800">
                <a:solidFill>
                  <a:schemeClr val="bg1"/>
                </a:solidFill>
              </a:defRPr>
            </a:lvl1pPr>
            <a:lvl2pPr marL="174625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2pPr>
            <a:lvl3pPr marL="3429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3pPr>
            <a:lvl4pPr marL="519112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4pPr>
            <a:lvl5pPr marL="6858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Subhead (not required, max two lines)</a:t>
            </a:r>
          </a:p>
          <a:p>
            <a:pPr lvl="0"/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C9736184-ED63-6779-B7C5-534556DC2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56349"/>
            <a:ext cx="6225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bg1"/>
                </a:solidFill>
              </a:defRPr>
            </a:lvl1pPr>
          </a:lstStyle>
          <a:p>
            <a:fld id="{BAD56BAB-9B7B-4C09-8A45-659D39241E0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23094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ub-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ext Placeholder 2">
            <a:extLst>
              <a:ext uri="{FF2B5EF4-FFF2-40B4-BE49-F238E27FC236}">
                <a16:creationId xmlns:a16="http://schemas.microsoft.com/office/drawing/2014/main" id="{B4E21473-327B-3C3B-2526-FD5AB3A4428E}"/>
              </a:ext>
            </a:extLst>
          </p:cNvPr>
          <p:cNvSpPr>
            <a:spLocks noGrp="1"/>
          </p:cNvSpPr>
          <p:nvPr>
            <p:ph type="body" orient="vert" sz="quarter" idx="10" hasCustomPrompt="1"/>
          </p:nvPr>
        </p:nvSpPr>
        <p:spPr>
          <a:xfrm>
            <a:off x="0" y="685800"/>
            <a:ext cx="609600" cy="5486399"/>
          </a:xfrm>
        </p:spPr>
        <p:txBody>
          <a:bodyPr vert="vert270" anchor="ctr" anchorCtr="0">
            <a:noAutofit/>
          </a:bodyPr>
          <a:lstStyle>
            <a:lvl1pPr marL="0" indent="0" algn="ctr">
              <a:buNone/>
              <a:defRPr sz="1200" spc="300">
                <a:solidFill>
                  <a:schemeClr val="bg1"/>
                </a:solidFill>
              </a:defRPr>
            </a:lvl1pPr>
            <a:lvl2pPr marL="457200" indent="0" algn="ctr">
              <a:buNone/>
              <a:defRPr sz="1200" spc="300">
                <a:solidFill>
                  <a:schemeClr val="bg1"/>
                </a:solidFill>
              </a:defRPr>
            </a:lvl2pPr>
            <a:lvl3pPr marL="914400" indent="0" algn="ctr">
              <a:buNone/>
              <a:defRPr sz="1100" spc="300">
                <a:solidFill>
                  <a:schemeClr val="bg1"/>
                </a:solidFill>
              </a:defRPr>
            </a:lvl3pPr>
            <a:lvl4pPr marL="1371600" indent="0" algn="ctr">
              <a:buNone/>
              <a:defRPr sz="1050" spc="300">
                <a:solidFill>
                  <a:schemeClr val="bg1"/>
                </a:solidFill>
              </a:defRPr>
            </a:lvl4pPr>
            <a:lvl5pPr marL="1828800" indent="0" algn="ctr">
              <a:buNone/>
              <a:defRPr sz="1050" spc="3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0773A33-C933-040C-38F4-7E444DEDA5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4900" y="1800808"/>
            <a:ext cx="7092820" cy="1628192"/>
          </a:xfrm>
        </p:spPr>
        <p:txBody>
          <a:bodyPr lIns="0" bIns="0" anchor="b" anchorCtr="0">
            <a:no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Sub-section Title (Max Two Lines)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3C54B7B-813E-7B62-27B5-63348932187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04900" y="3652538"/>
            <a:ext cx="7092820" cy="774441"/>
          </a:xfrm>
        </p:spPr>
        <p:txBody>
          <a:bodyPr lIns="0" tIns="0">
            <a:noAutofit/>
          </a:bodyPr>
          <a:lstStyle>
            <a:lvl1pPr marL="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800">
                <a:solidFill>
                  <a:schemeClr val="bg1"/>
                </a:solidFill>
              </a:defRPr>
            </a:lvl1pPr>
            <a:lvl2pPr marL="174625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2pPr>
            <a:lvl3pPr marL="3429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3pPr>
            <a:lvl4pPr marL="519112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4pPr>
            <a:lvl5pPr marL="6858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Sub-subhead (not required, max two lines)</a:t>
            </a:r>
          </a:p>
          <a:p>
            <a:pPr lvl="0"/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C9736184-ED63-6779-B7C5-534556DC2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56349"/>
            <a:ext cx="6225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bg1"/>
                </a:solidFill>
              </a:defRPr>
            </a:lvl1pPr>
          </a:lstStyle>
          <a:p>
            <a:fld id="{BAD56BAB-9B7B-4C09-8A45-659D39241E0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652883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Headline-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5" y="361822"/>
            <a:ext cx="11122188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D09DD77-3C7C-EEB6-765D-0ED3FE5F28B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22287" y="1056958"/>
            <a:ext cx="11122188" cy="510063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34505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A07DC58-1A21-92BE-DFA2-CB4F912849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A31E1B8-B722-2D65-909E-9A914A5A07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6E9C32C0-6005-3B19-7D13-32AC67121C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458457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8946FB4-67EB-F51C-A1FC-5421BE4D22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253018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A8556FD-943F-2CA8-3B15-1C7401E71D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B12A91-8583-2E4C-B1C8-7E1F64EF24C9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85010031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Cov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308F59C-932F-DFB8-2AAA-2B6514736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A07DC58-1A21-92BE-DFA2-CB4F912849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2" y="2249757"/>
            <a:ext cx="5427132" cy="1748877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A31E1B8-B722-2D65-909E-9A914A5A07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2" y="4116116"/>
            <a:ext cx="5427132" cy="663515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6E9C32C0-6005-3B19-7D13-32AC67121C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609784"/>
            <a:ext cx="3032274" cy="398058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8946FB4-67EB-F51C-A1FC-5421BE4D22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2" y="6230769"/>
            <a:ext cx="2228873" cy="194925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ED3A513-644B-6B1D-40F3-221E3E565B2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690226" y="573882"/>
            <a:ext cx="5501774" cy="5710237"/>
          </a:xfrm>
          <a:custGeom>
            <a:avLst/>
            <a:gdLst>
              <a:gd name="connsiteX0" fmla="*/ 0 w 5501774"/>
              <a:gd name="connsiteY0" fmla="*/ 0 h 5710237"/>
              <a:gd name="connsiteX1" fmla="*/ 2675908 w 5501774"/>
              <a:gd name="connsiteY1" fmla="*/ 0 h 5710237"/>
              <a:gd name="connsiteX2" fmla="*/ 2675908 w 5501774"/>
              <a:gd name="connsiteY2" fmla="*/ 1 h 5710237"/>
              <a:gd name="connsiteX3" fmla="*/ 5501774 w 5501774"/>
              <a:gd name="connsiteY3" fmla="*/ 1 h 5710237"/>
              <a:gd name="connsiteX4" fmla="*/ 5501774 w 5501774"/>
              <a:gd name="connsiteY4" fmla="*/ 1513523 h 5710237"/>
              <a:gd name="connsiteX5" fmla="*/ 2675908 w 5501774"/>
              <a:gd name="connsiteY5" fmla="*/ 1513523 h 5710237"/>
              <a:gd name="connsiteX6" fmla="*/ 2675908 w 5501774"/>
              <a:gd name="connsiteY6" fmla="*/ 2093595 h 5710237"/>
              <a:gd name="connsiteX7" fmla="*/ 4971924 w 5501774"/>
              <a:gd name="connsiteY7" fmla="*/ 2093595 h 5710237"/>
              <a:gd name="connsiteX8" fmla="*/ 4971924 w 5501774"/>
              <a:gd name="connsiteY8" fmla="*/ 3607117 h 5710237"/>
              <a:gd name="connsiteX9" fmla="*/ 2675908 w 5501774"/>
              <a:gd name="connsiteY9" fmla="*/ 3607117 h 5710237"/>
              <a:gd name="connsiteX10" fmla="*/ 2675908 w 5501774"/>
              <a:gd name="connsiteY10" fmla="*/ 4196715 h 5710237"/>
              <a:gd name="connsiteX11" fmla="*/ 5501774 w 5501774"/>
              <a:gd name="connsiteY11" fmla="*/ 4196715 h 5710237"/>
              <a:gd name="connsiteX12" fmla="*/ 5501774 w 5501774"/>
              <a:gd name="connsiteY12" fmla="*/ 5710237 h 5710237"/>
              <a:gd name="connsiteX13" fmla="*/ 2675908 w 5501774"/>
              <a:gd name="connsiteY13" fmla="*/ 5710237 h 5710237"/>
              <a:gd name="connsiteX14" fmla="*/ 1951722 w 5501774"/>
              <a:gd name="connsiteY14" fmla="*/ 5710237 h 5710237"/>
              <a:gd name="connsiteX15" fmla="*/ 0 w 5501774"/>
              <a:gd name="connsiteY15" fmla="*/ 5710237 h 571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501774" h="5710237">
                <a:moveTo>
                  <a:pt x="0" y="0"/>
                </a:moveTo>
                <a:lnTo>
                  <a:pt x="2675908" y="0"/>
                </a:lnTo>
                <a:lnTo>
                  <a:pt x="2675908" y="1"/>
                </a:lnTo>
                <a:lnTo>
                  <a:pt x="5501774" y="1"/>
                </a:lnTo>
                <a:lnTo>
                  <a:pt x="5501774" y="1513523"/>
                </a:lnTo>
                <a:lnTo>
                  <a:pt x="2675908" y="1513523"/>
                </a:lnTo>
                <a:lnTo>
                  <a:pt x="2675908" y="2093595"/>
                </a:lnTo>
                <a:lnTo>
                  <a:pt x="4971924" y="2093595"/>
                </a:lnTo>
                <a:lnTo>
                  <a:pt x="4971924" y="3607117"/>
                </a:lnTo>
                <a:lnTo>
                  <a:pt x="2675908" y="3607117"/>
                </a:lnTo>
                <a:lnTo>
                  <a:pt x="2675908" y="4196715"/>
                </a:lnTo>
                <a:lnTo>
                  <a:pt x="5501774" y="4196715"/>
                </a:lnTo>
                <a:lnTo>
                  <a:pt x="5501774" y="5710237"/>
                </a:lnTo>
                <a:lnTo>
                  <a:pt x="2675908" y="5710237"/>
                </a:lnTo>
                <a:lnTo>
                  <a:pt x="1951722" y="5710237"/>
                </a:lnTo>
                <a:lnTo>
                  <a:pt x="0" y="5710237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1688B8-4AFA-00EF-A18F-CE0BE044452E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88643638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Cov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308F59C-932F-DFB8-2AAA-2B6514736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A07DC58-1A21-92BE-DFA2-CB4F912849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2" y="2249757"/>
            <a:ext cx="5427132" cy="1748877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A31E1B8-B722-2D65-909E-9A914A5A07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2" y="4116116"/>
            <a:ext cx="5427132" cy="663515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6E9C32C0-6005-3B19-7D13-32AC67121C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609784"/>
            <a:ext cx="3032274" cy="398058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8946FB4-67EB-F51C-A1FC-5421BE4D22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2" y="6230769"/>
            <a:ext cx="2228873" cy="194925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ED3A513-644B-6B1D-40F3-221E3E565B2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690226" y="573882"/>
            <a:ext cx="5501774" cy="5710237"/>
          </a:xfrm>
          <a:custGeom>
            <a:avLst/>
            <a:gdLst>
              <a:gd name="connsiteX0" fmla="*/ 0 w 5501774"/>
              <a:gd name="connsiteY0" fmla="*/ 0 h 5710237"/>
              <a:gd name="connsiteX1" fmla="*/ 2675908 w 5501774"/>
              <a:gd name="connsiteY1" fmla="*/ 0 h 5710237"/>
              <a:gd name="connsiteX2" fmla="*/ 2675908 w 5501774"/>
              <a:gd name="connsiteY2" fmla="*/ 1 h 5710237"/>
              <a:gd name="connsiteX3" fmla="*/ 5501774 w 5501774"/>
              <a:gd name="connsiteY3" fmla="*/ 1 h 5710237"/>
              <a:gd name="connsiteX4" fmla="*/ 5501774 w 5501774"/>
              <a:gd name="connsiteY4" fmla="*/ 1513523 h 5710237"/>
              <a:gd name="connsiteX5" fmla="*/ 2675908 w 5501774"/>
              <a:gd name="connsiteY5" fmla="*/ 1513523 h 5710237"/>
              <a:gd name="connsiteX6" fmla="*/ 2675908 w 5501774"/>
              <a:gd name="connsiteY6" fmla="*/ 2093595 h 5710237"/>
              <a:gd name="connsiteX7" fmla="*/ 4971924 w 5501774"/>
              <a:gd name="connsiteY7" fmla="*/ 2093595 h 5710237"/>
              <a:gd name="connsiteX8" fmla="*/ 4971924 w 5501774"/>
              <a:gd name="connsiteY8" fmla="*/ 3607117 h 5710237"/>
              <a:gd name="connsiteX9" fmla="*/ 2675908 w 5501774"/>
              <a:gd name="connsiteY9" fmla="*/ 3607117 h 5710237"/>
              <a:gd name="connsiteX10" fmla="*/ 2675908 w 5501774"/>
              <a:gd name="connsiteY10" fmla="*/ 4196715 h 5710237"/>
              <a:gd name="connsiteX11" fmla="*/ 5501774 w 5501774"/>
              <a:gd name="connsiteY11" fmla="*/ 4196715 h 5710237"/>
              <a:gd name="connsiteX12" fmla="*/ 5501774 w 5501774"/>
              <a:gd name="connsiteY12" fmla="*/ 5710237 h 5710237"/>
              <a:gd name="connsiteX13" fmla="*/ 2675908 w 5501774"/>
              <a:gd name="connsiteY13" fmla="*/ 5710237 h 5710237"/>
              <a:gd name="connsiteX14" fmla="*/ 1951722 w 5501774"/>
              <a:gd name="connsiteY14" fmla="*/ 5710237 h 5710237"/>
              <a:gd name="connsiteX15" fmla="*/ 0 w 5501774"/>
              <a:gd name="connsiteY15" fmla="*/ 5710237 h 571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501774" h="5710237">
                <a:moveTo>
                  <a:pt x="0" y="0"/>
                </a:moveTo>
                <a:lnTo>
                  <a:pt x="2675908" y="0"/>
                </a:lnTo>
                <a:lnTo>
                  <a:pt x="2675908" y="1"/>
                </a:lnTo>
                <a:lnTo>
                  <a:pt x="5501774" y="1"/>
                </a:lnTo>
                <a:lnTo>
                  <a:pt x="5501774" y="1513523"/>
                </a:lnTo>
                <a:lnTo>
                  <a:pt x="2675908" y="1513523"/>
                </a:lnTo>
                <a:lnTo>
                  <a:pt x="2675908" y="2093595"/>
                </a:lnTo>
                <a:lnTo>
                  <a:pt x="4971924" y="2093595"/>
                </a:lnTo>
                <a:lnTo>
                  <a:pt x="4971924" y="3607117"/>
                </a:lnTo>
                <a:lnTo>
                  <a:pt x="2675908" y="3607117"/>
                </a:lnTo>
                <a:lnTo>
                  <a:pt x="2675908" y="4196715"/>
                </a:lnTo>
                <a:lnTo>
                  <a:pt x="5501774" y="4196715"/>
                </a:lnTo>
                <a:lnTo>
                  <a:pt x="5501774" y="5710237"/>
                </a:lnTo>
                <a:lnTo>
                  <a:pt x="2675908" y="5710237"/>
                </a:lnTo>
                <a:lnTo>
                  <a:pt x="1951722" y="5710237"/>
                </a:lnTo>
                <a:lnTo>
                  <a:pt x="0" y="5710237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E118B2-5580-3101-C2BB-4FB39252D744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72979129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Purple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0A86818C-B6FC-21B3-0821-EE3D8DAE5A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2BC038CA-3E14-5783-3761-76D8A4C63EC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9D3FE11-F167-1622-761B-F4BFADB0B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EBAA974E-55D6-2A02-03A4-AAB7F36BF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458457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69C30255-143C-EB1C-95B6-9319F7AB9F7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253018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E32664-E882-9D71-52FE-71612364F8CE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680009572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rm Gray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A2941D41-B5B7-CCE1-1B2C-89AAD5DACBE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6600B585-62A4-8333-3077-9DD14A7818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1C3DEEA-3CCE-EBD2-6CE3-835C44C810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74440542-6D19-B6BD-7831-2A113C1E6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458457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30B08173-A7BE-6F86-6CDE-43EC9BEEB3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253018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9D9DE1-FE9F-14AE-4A3F-F4173038006F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41478736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2C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B2127B1-FA67-CE8D-CD90-41309DF1AC6C}"/>
              </a:ext>
            </a:extLst>
          </p:cNvPr>
          <p:cNvSpPr/>
          <p:nvPr/>
        </p:nvSpPr>
        <p:spPr>
          <a:xfrm>
            <a:off x="0" y="6282612"/>
            <a:ext cx="1418253" cy="5753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108B6B-C056-2E89-CB24-74221272E2EC}"/>
              </a:ext>
            </a:extLst>
          </p:cNvPr>
          <p:cNvSpPr/>
          <p:nvPr/>
        </p:nvSpPr>
        <p:spPr>
          <a:xfrm>
            <a:off x="0" y="650240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737573-4583-0401-B46C-004DF090DAB6}"/>
              </a:ext>
            </a:extLst>
          </p:cNvPr>
          <p:cNvSpPr/>
          <p:nvPr/>
        </p:nvSpPr>
        <p:spPr>
          <a:xfrm>
            <a:off x="0" y="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2C18FF9-32C7-751D-36F8-EF5124DF2B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D8DE661F-53B2-6E8E-9238-FE6484215B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2590016B-4462-F023-25AF-B00C928532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7C710057-3FB3-19E3-5D75-F018F116AE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260553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41EE674-4BC9-86D6-67E5-FF509240DD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055114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8FAC4F-619C-5E6B-F2B0-D001F5A51111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20110297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2C Cov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B2127B1-FA67-CE8D-CD90-41309DF1AC6C}"/>
              </a:ext>
            </a:extLst>
          </p:cNvPr>
          <p:cNvSpPr/>
          <p:nvPr/>
        </p:nvSpPr>
        <p:spPr>
          <a:xfrm>
            <a:off x="0" y="6282612"/>
            <a:ext cx="1418253" cy="5753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108B6B-C056-2E89-CB24-74221272E2EC}"/>
              </a:ext>
            </a:extLst>
          </p:cNvPr>
          <p:cNvSpPr/>
          <p:nvPr/>
        </p:nvSpPr>
        <p:spPr>
          <a:xfrm>
            <a:off x="0" y="650240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737573-4583-0401-B46C-004DF090DAB6}"/>
              </a:ext>
            </a:extLst>
          </p:cNvPr>
          <p:cNvSpPr/>
          <p:nvPr/>
        </p:nvSpPr>
        <p:spPr>
          <a:xfrm>
            <a:off x="0" y="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BB43B24-12DD-1DD6-963C-7ADA857CCD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A39E11EF-D17E-E6F4-B66D-C68ABBCCF81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2" y="2249757"/>
            <a:ext cx="5427132" cy="1748877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64D279B7-3D21-DC76-5BCE-6A2D109B8ED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2" y="4116116"/>
            <a:ext cx="5427132" cy="663515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04B738B6-E606-753D-F43C-ADBDF91B7E2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689725" y="355598"/>
            <a:ext cx="5502275" cy="6146801"/>
          </a:xfrm>
          <a:custGeom>
            <a:avLst/>
            <a:gdLst>
              <a:gd name="connsiteX0" fmla="*/ 0 w 5502275"/>
              <a:gd name="connsiteY0" fmla="*/ 0 h 6135556"/>
              <a:gd name="connsiteX1" fmla="*/ 5502275 w 5502275"/>
              <a:gd name="connsiteY1" fmla="*/ 0 h 6135556"/>
              <a:gd name="connsiteX2" fmla="*/ 5502275 w 5502275"/>
              <a:gd name="connsiteY2" fmla="*/ 218283 h 6135556"/>
              <a:gd name="connsiteX3" fmla="*/ 5502275 w 5502275"/>
              <a:gd name="connsiteY3" fmla="*/ 1268413 h 6135556"/>
              <a:gd name="connsiteX4" fmla="*/ 5502275 w 5502275"/>
              <a:gd name="connsiteY4" fmla="*/ 1731805 h 6135556"/>
              <a:gd name="connsiteX5" fmla="*/ 2676409 w 5502275"/>
              <a:gd name="connsiteY5" fmla="*/ 1731805 h 6135556"/>
              <a:gd name="connsiteX6" fmla="*/ 2676409 w 5502275"/>
              <a:gd name="connsiteY6" fmla="*/ 2311877 h 6135556"/>
              <a:gd name="connsiteX7" fmla="*/ 4972425 w 5502275"/>
              <a:gd name="connsiteY7" fmla="*/ 2311877 h 6135556"/>
              <a:gd name="connsiteX8" fmla="*/ 4972425 w 5502275"/>
              <a:gd name="connsiteY8" fmla="*/ 3825399 h 6135556"/>
              <a:gd name="connsiteX9" fmla="*/ 2676409 w 5502275"/>
              <a:gd name="connsiteY9" fmla="*/ 3825399 h 6135556"/>
              <a:gd name="connsiteX10" fmla="*/ 2676409 w 5502275"/>
              <a:gd name="connsiteY10" fmla="*/ 4414997 h 6135556"/>
              <a:gd name="connsiteX11" fmla="*/ 5502275 w 5502275"/>
              <a:gd name="connsiteY11" fmla="*/ 4414997 h 6135556"/>
              <a:gd name="connsiteX12" fmla="*/ 5502275 w 5502275"/>
              <a:gd name="connsiteY12" fmla="*/ 4867143 h 6135556"/>
              <a:gd name="connsiteX13" fmla="*/ 5502275 w 5502275"/>
              <a:gd name="connsiteY13" fmla="*/ 5928519 h 6135556"/>
              <a:gd name="connsiteX14" fmla="*/ 5502275 w 5502275"/>
              <a:gd name="connsiteY14" fmla="*/ 6135556 h 6135556"/>
              <a:gd name="connsiteX15" fmla="*/ 0 w 5502275"/>
              <a:gd name="connsiteY15" fmla="*/ 6135556 h 6135556"/>
              <a:gd name="connsiteX16" fmla="*/ 0 w 5502275"/>
              <a:gd name="connsiteY16" fmla="*/ 4867143 h 6135556"/>
              <a:gd name="connsiteX17" fmla="*/ 501 w 5502275"/>
              <a:gd name="connsiteY17" fmla="*/ 4867143 h 6135556"/>
              <a:gd name="connsiteX18" fmla="*/ 501 w 5502275"/>
              <a:gd name="connsiteY18" fmla="*/ 1268413 h 6135556"/>
              <a:gd name="connsiteX19" fmla="*/ 0 w 5502275"/>
              <a:gd name="connsiteY19" fmla="*/ 1268413 h 613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502275" h="6135556">
                <a:moveTo>
                  <a:pt x="0" y="0"/>
                </a:moveTo>
                <a:lnTo>
                  <a:pt x="5502275" y="0"/>
                </a:lnTo>
                <a:lnTo>
                  <a:pt x="5502275" y="218283"/>
                </a:lnTo>
                <a:lnTo>
                  <a:pt x="5502275" y="1268413"/>
                </a:lnTo>
                <a:lnTo>
                  <a:pt x="5502275" y="1731805"/>
                </a:lnTo>
                <a:lnTo>
                  <a:pt x="2676409" y="1731805"/>
                </a:lnTo>
                <a:lnTo>
                  <a:pt x="2676409" y="2311877"/>
                </a:lnTo>
                <a:lnTo>
                  <a:pt x="4972425" y="2311877"/>
                </a:lnTo>
                <a:lnTo>
                  <a:pt x="4972425" y="3825399"/>
                </a:lnTo>
                <a:lnTo>
                  <a:pt x="2676409" y="3825399"/>
                </a:lnTo>
                <a:lnTo>
                  <a:pt x="2676409" y="4414997"/>
                </a:lnTo>
                <a:lnTo>
                  <a:pt x="5502275" y="4414997"/>
                </a:lnTo>
                <a:lnTo>
                  <a:pt x="5502275" y="4867143"/>
                </a:lnTo>
                <a:lnTo>
                  <a:pt x="5502275" y="5928519"/>
                </a:lnTo>
                <a:lnTo>
                  <a:pt x="5502275" y="6135556"/>
                </a:lnTo>
                <a:lnTo>
                  <a:pt x="0" y="6135556"/>
                </a:lnTo>
                <a:lnTo>
                  <a:pt x="0" y="4867143"/>
                </a:lnTo>
                <a:lnTo>
                  <a:pt x="501" y="4867143"/>
                </a:lnTo>
                <a:lnTo>
                  <a:pt x="501" y="1268413"/>
                </a:lnTo>
                <a:lnTo>
                  <a:pt x="0" y="1268413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1E88AEE2-3A55-B667-5D40-BB6299F4820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260553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D376FEF2-D482-FF48-0E21-E85BCDCAE0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055114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5B847D-2BA6-4533-FDD7-9CCF9A96A36C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90075237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958591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5" y="361822"/>
            <a:ext cx="11122188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</p:spTree>
    <p:extLst>
      <p:ext uri="{BB962C8B-B14F-4D97-AF65-F5344CB8AC3E}">
        <p14:creationId xmlns:p14="http://schemas.microsoft.com/office/powerpoint/2010/main" val="2130341487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90" y="1763901"/>
            <a:ext cx="8599914" cy="27879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90" y="2229208"/>
            <a:ext cx="8599914" cy="597151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012872"/>
            <a:ext cx="8599572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</p:spTree>
    <p:extLst>
      <p:ext uri="{BB962C8B-B14F-4D97-AF65-F5344CB8AC3E}">
        <p14:creationId xmlns:p14="http://schemas.microsoft.com/office/powerpoint/2010/main" val="122543165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95" y="1763901"/>
            <a:ext cx="475720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95" y="2426711"/>
            <a:ext cx="4757205" cy="901850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529440"/>
            <a:ext cx="4757015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D20FA87A-09E8-BDB2-1C69-54F54B22BE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03835" y="1763901"/>
            <a:ext cx="475720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349B6786-5FA4-2087-2C3C-22F8A8E171C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03835" y="2426711"/>
            <a:ext cx="4757205" cy="901850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86BD890A-D326-FD3F-EDA2-9599F756B62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03555" y="3529440"/>
            <a:ext cx="4757015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</p:spTree>
    <p:extLst>
      <p:ext uri="{BB962C8B-B14F-4D97-AF65-F5344CB8AC3E}">
        <p14:creationId xmlns:p14="http://schemas.microsoft.com/office/powerpoint/2010/main" val="1274978979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90" y="1763901"/>
            <a:ext cx="3217042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90" y="2426711"/>
            <a:ext cx="3217042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740277"/>
            <a:ext cx="3216914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5A431E8C-C0AC-DBC9-2391-1C619D591E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93750" y="1763901"/>
            <a:ext cx="3217042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7C89246B-18AE-5DA8-795F-679BD7C0617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93750" y="2426711"/>
            <a:ext cx="3217042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4F617632-1F8F-2092-32FC-7367A36B4B5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93475" y="3740277"/>
            <a:ext cx="3216914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3C76AD3-B446-33B3-D6A6-D34A7B1A9C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64710" y="1763901"/>
            <a:ext cx="3217042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20" name="Text Placeholder 8">
            <a:extLst>
              <a:ext uri="{FF2B5EF4-FFF2-40B4-BE49-F238E27FC236}">
                <a16:creationId xmlns:a16="http://schemas.microsoft.com/office/drawing/2014/main" id="{EA4DB68B-5ABD-7BD4-0D0C-E218D955694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64710" y="2426711"/>
            <a:ext cx="3217042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9E284295-AA76-A820-A4B4-F649763A534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264435" y="3740277"/>
            <a:ext cx="3216914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</p:spTree>
    <p:extLst>
      <p:ext uri="{BB962C8B-B14F-4D97-AF65-F5344CB8AC3E}">
        <p14:creationId xmlns:p14="http://schemas.microsoft.com/office/powerpoint/2010/main" val="4631561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86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86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A7841F65-A264-9942-011F-C0257234F0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70044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C15516F4-558F-C634-22F7-1F2C190C2A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70044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D46D04B0-DA90-F948-8623-D10B3ED438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69773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C45E5508-18D4-B8A0-9554-18C8CC7BA6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17771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9B9FC0B2-A2E1-EE23-DD92-95D99FB7FCB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17771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9AD3BD22-757B-EEDC-2BED-851D01FAD00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17500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5E75D8B7-36BA-C036-3008-ED7181EA29C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65399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BD2C72CE-2AC1-03E8-EC6E-6628A5C8EE8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65399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C86AC0A8-2096-FDDC-FEAB-27E8D3456B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065128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</p:spTree>
    <p:extLst>
      <p:ext uri="{BB962C8B-B14F-4D97-AF65-F5344CB8AC3E}">
        <p14:creationId xmlns:p14="http://schemas.microsoft.com/office/powerpoint/2010/main" val="917827417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CE7E595-5C3F-0BAF-330D-65E2AD801F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323" y="1133918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0B49552-BA81-9DEE-DBCE-F9356D66374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71323" y="1793136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03CD231C-30AC-3339-A90C-FF099FDCE1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71323" y="2452355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8982B152-EDC0-3186-CD84-DAB96BF4249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71323" y="3111573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356610AF-C4CC-A0BF-AEC5-6E3BDD36D99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571323" y="3770791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71249665-4BF1-BC80-9E3E-27C6AC131E0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571323" y="4430010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5AF120EB-8D6E-49DB-0DA5-20F61C8195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571323" y="5089229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B6EDFCBE-296B-864F-13E7-245D40ED0C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647542" y="1793136"/>
            <a:ext cx="789191" cy="789191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D5A0CFA2-F296-A8B7-CB70-C9D00D9E3C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7CD097DB-9618-CDB1-1F1F-B033BC4801E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2660" y="2735750"/>
            <a:ext cx="3358665" cy="944810"/>
          </a:xfrm>
        </p:spPr>
        <p:txBody>
          <a:bodyPr wrap="square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Agenda or Table of Contents</a:t>
            </a:r>
          </a:p>
        </p:txBody>
      </p:sp>
    </p:spTree>
    <p:extLst>
      <p:ext uri="{BB962C8B-B14F-4D97-AF65-F5344CB8AC3E}">
        <p14:creationId xmlns:p14="http://schemas.microsoft.com/office/powerpoint/2010/main" val="700034205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eaker P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238843"/>
            <a:ext cx="10363202" cy="1333891"/>
          </a:xfr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Breaker slide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3750468"/>
            <a:ext cx="10363202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1D55CDA-462C-A7FF-EE12-3FDD8DDBC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C2795BC-99C0-3605-DA72-63D94FCF0973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0D0730-EC65-31BF-A4FA-992A99E0E4CF}"/>
              </a:ext>
            </a:extLst>
          </p:cNvPr>
          <p:cNvSpPr txBox="1"/>
          <p:nvPr/>
        </p:nvSpPr>
        <p:spPr>
          <a:xfrm>
            <a:off x="9265920" y="6570337"/>
            <a:ext cx="22316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147069418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eaker Dark P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238843"/>
            <a:ext cx="10363202" cy="1333891"/>
          </a:xfr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Breaker slide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3750468"/>
            <a:ext cx="10363202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E3200C5-B5A9-AC44-9200-784DFC6336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BD6F6F-F10E-C53F-032B-188519D8D1C8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60C111-1CB1-186F-BF66-55001B5779EA}"/>
              </a:ext>
            </a:extLst>
          </p:cNvPr>
          <p:cNvSpPr txBox="1"/>
          <p:nvPr/>
        </p:nvSpPr>
        <p:spPr>
          <a:xfrm>
            <a:off x="9265920" y="6570337"/>
            <a:ext cx="22316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78331499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eaker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238843"/>
            <a:ext cx="10363202" cy="1333891"/>
          </a:xfr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Breaker slide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3750468"/>
            <a:ext cx="10363202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E4133EC-B264-3D5F-9CF5-94A59CFE1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15307C-7F1F-2BB9-1D42-4EAB1A2F58C8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tx1"/>
                </a:solidFill>
              </a:rPr>
              <a:pPr algn="r"/>
              <a:t>‹Nº›</a:t>
            </a:fld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2BD9AE-C83A-9EF9-F573-61A0E81EA594}"/>
              </a:ext>
            </a:extLst>
          </p:cNvPr>
          <p:cNvSpPr txBox="1"/>
          <p:nvPr/>
        </p:nvSpPr>
        <p:spPr>
          <a:xfrm>
            <a:off x="9265920" y="6570337"/>
            <a:ext cx="22316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418843373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2147403"/>
            <a:ext cx="5334046" cy="944810"/>
          </a:xfrm>
        </p:spPr>
        <p:txBody>
          <a:bodyPr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83108"/>
            <a:ext cx="5334046" cy="663451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2D4575E4-C207-8E90-E726-B9033C8488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63360" y="1763901"/>
            <a:ext cx="523292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16B016-4F74-45FD-A9CC-07A8056565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63360" y="2426711"/>
            <a:ext cx="523292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06B0A9AB-D9A3-1E08-3001-30A9D645FF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3089" y="3740277"/>
            <a:ext cx="523271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17A8F2F-9330-25BE-0D2E-902E66CDE2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58726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y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1D1E00-2C7E-EB5E-B9AA-70EC4E40EAA1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2FE01EFE-63CA-D3D5-C581-993880DA8B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2147403"/>
            <a:ext cx="5334046" cy="944810"/>
          </a:xfrm>
        </p:spPr>
        <p:txBody>
          <a:bodyPr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5AE79D15-E07D-A51E-4EAF-87E654A744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83108"/>
            <a:ext cx="5334046" cy="663451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23AFD1E-0CBC-F8B7-0767-9DD68D6AA3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63360" y="1763901"/>
            <a:ext cx="523292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CF81A4C6-9E62-AA06-E7C6-9A7067E4CE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63360" y="2426711"/>
            <a:ext cx="523292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C2B39BD8-F2D4-82FD-6B93-90DE2A49E68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3089" y="3740277"/>
            <a:ext cx="523271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989C4F93-BF72-9EDD-88A7-D062345659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527534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1D1E00-2C7E-EB5E-B9AA-70EC4E40EAA1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2FE01EFE-63CA-D3D5-C581-993880DA8B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2147403"/>
            <a:ext cx="5334046" cy="944810"/>
          </a:xfrm>
        </p:spPr>
        <p:txBody>
          <a:bodyPr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5AE79D15-E07D-A51E-4EAF-87E654A744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83108"/>
            <a:ext cx="5334046" cy="663451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23AFD1E-0CBC-F8B7-0767-9DD68D6AA3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63360" y="1763901"/>
            <a:ext cx="523292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CF81A4C6-9E62-AA06-E7C6-9A7067E4CE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63360" y="2426711"/>
            <a:ext cx="523292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C2B39BD8-F2D4-82FD-6B93-90DE2A49E68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3089" y="3740277"/>
            <a:ext cx="523271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B1728AA-35B4-4BD9-8922-5A10B50EF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19859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1647736"/>
            <a:ext cx="3312206" cy="1415709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11988"/>
            <a:ext cx="3312206" cy="1002006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47F7AFC-9E1C-DD0B-41C1-05088976F5F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59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E7A1DE1-A6A1-A8B0-1E59-2D30FDB4CB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159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F338C581-FDC0-BE86-1CD1-D9586D8EB8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32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8BE05EDD-6AF1-AF29-FB86-197BB73F52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4255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F1C9870-651A-8301-4A2C-6EE5FB7ABF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4255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CB3B220D-3CAD-B3DC-8F6C-B8A398E886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44228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1D50BC8-C95D-425B-652A-2D581ADCD8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2076907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y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1647736"/>
            <a:ext cx="3312206" cy="1415709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11988"/>
            <a:ext cx="3312206" cy="1002006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47F7AFC-9E1C-DD0B-41C1-05088976F5F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59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E7A1DE1-A6A1-A8B0-1E59-2D30FDB4CB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159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F338C581-FDC0-BE86-1CD1-D9586D8EB8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32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8BE05EDD-6AF1-AF29-FB86-197BB73F52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4255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F1C9870-651A-8301-4A2C-6EE5FB7ABF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4255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CB3B220D-3CAD-B3DC-8F6C-B8A398E886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44228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5FB72CE-435D-5F45-16B1-4A77B79AF3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606934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1647736"/>
            <a:ext cx="3312206" cy="1415709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11988"/>
            <a:ext cx="3312206" cy="1002006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47F7AFC-9E1C-DD0B-41C1-05088976F5F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59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E7A1DE1-A6A1-A8B0-1E59-2D30FDB4CB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159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F338C581-FDC0-BE86-1CD1-D9586D8EB8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32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8BE05EDD-6AF1-AF29-FB86-197BB73F52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4255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F1C9870-651A-8301-4A2C-6EE5FB7ABF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4255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CB3B220D-3CAD-B3DC-8F6C-B8A398E886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44228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65A4C054-B1C8-E492-ADA1-D665C51553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57008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807451"/>
            <a:ext cx="5008909" cy="944810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2D4575E4-C207-8E90-E726-B9033C8488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6305" y="2162915"/>
            <a:ext cx="500865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16B016-4F74-45FD-A9CC-07A8056565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6305" y="2825725"/>
            <a:ext cx="500865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06B0A9AB-D9A3-1E08-3001-30A9D645FF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6035" y="4139291"/>
            <a:ext cx="5008456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668D94B-8222-405F-8341-EB39E2CA02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0" cy="6858000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</p:spTree>
    <p:extLst>
      <p:ext uri="{BB962C8B-B14F-4D97-AF65-F5344CB8AC3E}">
        <p14:creationId xmlns:p14="http://schemas.microsoft.com/office/powerpoint/2010/main" val="4157576758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-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668D94B-8222-405F-8341-EB39E2CA02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6096000" cy="6858000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664914" y="807451"/>
            <a:ext cx="5008909" cy="944810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2D4575E4-C207-8E90-E726-B9033C8488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65185" y="2162915"/>
            <a:ext cx="500865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16B016-4F74-45FD-A9CC-07A8056565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65185" y="2825725"/>
            <a:ext cx="500865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06B0A9AB-D9A3-1E08-3001-30A9D645FF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64915" y="4139291"/>
            <a:ext cx="5008456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46216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Pa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668D94B-8222-405F-8341-EB39E2CA02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</p:spTree>
    <p:extLst>
      <p:ext uri="{BB962C8B-B14F-4D97-AF65-F5344CB8AC3E}">
        <p14:creationId xmlns:p14="http://schemas.microsoft.com/office/powerpoint/2010/main" val="22540284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rame Image Pur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5AACD76F-5A98-DE42-2012-2E4698A70B3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C5980322-EF45-73EA-F45B-05C3C55E7C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7810" y="573881"/>
            <a:ext cx="6854190" cy="5710237"/>
          </a:xfrm>
          <a:custGeom>
            <a:avLst/>
            <a:gdLst>
              <a:gd name="connsiteX0" fmla="*/ 0 w 6854190"/>
              <a:gd name="connsiteY0" fmla="*/ 0 h 5710237"/>
              <a:gd name="connsiteX1" fmla="*/ 3816350 w 6854190"/>
              <a:gd name="connsiteY1" fmla="*/ 0 h 5710237"/>
              <a:gd name="connsiteX2" fmla="*/ 3816350 w 6854190"/>
              <a:gd name="connsiteY2" fmla="*/ 1 h 5710237"/>
              <a:gd name="connsiteX3" fmla="*/ 6854190 w 6854190"/>
              <a:gd name="connsiteY3" fmla="*/ 1 h 5710237"/>
              <a:gd name="connsiteX4" fmla="*/ 6854190 w 6854190"/>
              <a:gd name="connsiteY4" fmla="*/ 1513523 h 5710237"/>
              <a:gd name="connsiteX5" fmla="*/ 3816350 w 6854190"/>
              <a:gd name="connsiteY5" fmla="*/ 1513523 h 5710237"/>
              <a:gd name="connsiteX6" fmla="*/ 3816350 w 6854190"/>
              <a:gd name="connsiteY6" fmla="*/ 2093595 h 5710237"/>
              <a:gd name="connsiteX7" fmla="*/ 6284595 w 6854190"/>
              <a:gd name="connsiteY7" fmla="*/ 2093595 h 5710237"/>
              <a:gd name="connsiteX8" fmla="*/ 6284595 w 6854190"/>
              <a:gd name="connsiteY8" fmla="*/ 3607117 h 5710237"/>
              <a:gd name="connsiteX9" fmla="*/ 3816350 w 6854190"/>
              <a:gd name="connsiteY9" fmla="*/ 3607117 h 5710237"/>
              <a:gd name="connsiteX10" fmla="*/ 3816350 w 6854190"/>
              <a:gd name="connsiteY10" fmla="*/ 4196715 h 5710237"/>
              <a:gd name="connsiteX11" fmla="*/ 6854190 w 6854190"/>
              <a:gd name="connsiteY11" fmla="*/ 4196715 h 5710237"/>
              <a:gd name="connsiteX12" fmla="*/ 6854190 w 6854190"/>
              <a:gd name="connsiteY12" fmla="*/ 5710237 h 5710237"/>
              <a:gd name="connsiteX13" fmla="*/ 3816350 w 6854190"/>
              <a:gd name="connsiteY13" fmla="*/ 5710237 h 5710237"/>
              <a:gd name="connsiteX14" fmla="*/ 3037840 w 6854190"/>
              <a:gd name="connsiteY14" fmla="*/ 5710237 h 5710237"/>
              <a:gd name="connsiteX15" fmla="*/ 0 w 6854190"/>
              <a:gd name="connsiteY15" fmla="*/ 5710237 h 571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854190" h="5710237">
                <a:moveTo>
                  <a:pt x="0" y="0"/>
                </a:moveTo>
                <a:lnTo>
                  <a:pt x="3816350" y="0"/>
                </a:lnTo>
                <a:lnTo>
                  <a:pt x="3816350" y="1"/>
                </a:lnTo>
                <a:lnTo>
                  <a:pt x="6854190" y="1"/>
                </a:lnTo>
                <a:lnTo>
                  <a:pt x="6854190" y="1513523"/>
                </a:lnTo>
                <a:lnTo>
                  <a:pt x="3816350" y="1513523"/>
                </a:lnTo>
                <a:lnTo>
                  <a:pt x="3816350" y="2093595"/>
                </a:lnTo>
                <a:lnTo>
                  <a:pt x="6284595" y="2093595"/>
                </a:lnTo>
                <a:lnTo>
                  <a:pt x="6284595" y="3607117"/>
                </a:lnTo>
                <a:lnTo>
                  <a:pt x="3816350" y="3607117"/>
                </a:lnTo>
                <a:lnTo>
                  <a:pt x="3816350" y="4196715"/>
                </a:lnTo>
                <a:lnTo>
                  <a:pt x="6854190" y="4196715"/>
                </a:lnTo>
                <a:lnTo>
                  <a:pt x="6854190" y="5710237"/>
                </a:lnTo>
                <a:lnTo>
                  <a:pt x="3816350" y="5710237"/>
                </a:lnTo>
                <a:lnTo>
                  <a:pt x="3037840" y="5710237"/>
                </a:lnTo>
                <a:lnTo>
                  <a:pt x="0" y="5710237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47" name="Text Placeholder 17">
            <a:extLst>
              <a:ext uri="{FF2B5EF4-FFF2-40B4-BE49-F238E27FC236}">
                <a16:creationId xmlns:a16="http://schemas.microsoft.com/office/drawing/2014/main" id="{72A36242-E96D-BCC5-8B9A-F727F91C17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5" y="1112251"/>
            <a:ext cx="4317994" cy="944810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endParaRPr lang="en-US" dirty="0"/>
          </a:p>
        </p:txBody>
      </p:sp>
      <p:sp>
        <p:nvSpPr>
          <p:cNvPr id="48" name="Text Placeholder 17">
            <a:extLst>
              <a:ext uri="{FF2B5EF4-FFF2-40B4-BE49-F238E27FC236}">
                <a16:creationId xmlns:a16="http://schemas.microsoft.com/office/drawing/2014/main" id="{E033C30C-F4BF-DEFA-8C82-E924E66CF32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6305" y="2467715"/>
            <a:ext cx="431777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49" name="Text Placeholder 8">
            <a:extLst>
              <a:ext uri="{FF2B5EF4-FFF2-40B4-BE49-F238E27FC236}">
                <a16:creationId xmlns:a16="http://schemas.microsoft.com/office/drawing/2014/main" id="{A0F481E4-FC0E-C80A-C2EC-B76F27D262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6305" y="3130525"/>
            <a:ext cx="4317775" cy="901850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.</a:t>
            </a:r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F28319CA-55ED-F435-6422-E7CAE3A4E5C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6035" y="4155118"/>
            <a:ext cx="4317603" cy="1684948"/>
          </a:xfrm>
        </p:spPr>
        <p:txBody>
          <a:bodyPr wrap="square"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2FA6E33-C1DD-C1DE-7C6F-82957792F3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073452-E314-EB2D-1FC4-135DC2D7775F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8DAA59-27D2-784E-D2A1-F51D07814DEC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305960282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Pur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531927"/>
            <a:ext cx="10363202" cy="1579278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3200" b="0" i="1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effectLst/>
                <a:latin typeface="Helvetica Neue" panose="02000503000000020004" pitchFamily="2" charset="0"/>
              </a:rPr>
              <a:t>Lorem ipsum dolor sit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amet</a:t>
            </a:r>
            <a:r>
              <a:rPr lang="en-US" dirty="0">
                <a:effectLst/>
                <a:latin typeface="Helvetica Neue" panose="02000503000000020004" pitchFamily="2" charset="0"/>
              </a:rPr>
              <a:t>,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consectetur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adipiscing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elit</a:t>
            </a:r>
            <a:r>
              <a:rPr lang="en-US" dirty="0">
                <a:effectLst/>
                <a:latin typeface="Helvetica Neue" panose="02000503000000020004" pitchFamily="2" charset="0"/>
              </a:rPr>
              <a:t> sed do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eiusmod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tempor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incididunt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ut</a:t>
            </a:r>
            <a:r>
              <a:rPr lang="en-US" dirty="0">
                <a:effectLst/>
                <a:latin typeface="Helvetica Neue" panose="02000503000000020004" pitchFamily="2" charset="0"/>
              </a:rPr>
              <a:t> labore et dolore magna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aliqua</a:t>
            </a:r>
            <a:r>
              <a:rPr lang="en-US" dirty="0">
                <a:effectLst/>
                <a:latin typeface="Helvetica Neue" panose="02000503000000020004" pitchFamily="2" charset="0"/>
              </a:rPr>
              <a:t>. Ut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enim</a:t>
            </a:r>
            <a:r>
              <a:rPr lang="en-US" dirty="0">
                <a:effectLst/>
                <a:latin typeface="Helvetica Neue" panose="02000503000000020004" pitchFamily="2" charset="0"/>
              </a:rPr>
              <a:t> ad minim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veniam</a:t>
            </a:r>
            <a:r>
              <a:rPr lang="en-US" dirty="0">
                <a:effectLst/>
                <a:latin typeface="Helvetica Neue" panose="02000503000000020004" pitchFamily="2" charset="0"/>
              </a:rPr>
              <a:t>.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4515781"/>
            <a:ext cx="10363202" cy="292452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1D55CDA-462C-A7FF-EE12-3FDD8DDBC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C2795BC-99C0-3605-DA72-63D94FCF0973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D05DB1F1-ACC3-B191-E3E7-7348B83D3D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399" y="4893468"/>
            <a:ext cx="10363202" cy="260008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Title and Company or Institution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F44E2C7-6484-3A24-48A0-1EC4CE2E33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618540" y="1374718"/>
            <a:ext cx="954921" cy="9549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538370-0C99-95AF-B7F2-D3F6183791A0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669005053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E4133EC-B264-3D5F-9CF5-94A59CFE1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15307C-7F1F-2BB9-1D42-4EAB1A2F58C8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tx1"/>
                </a:solidFill>
              </a:rPr>
              <a:pPr algn="r"/>
              <a:t>‹Nº›</a:t>
            </a:fld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97C25E61-6B43-DBD5-C2CE-87847F39AA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531927"/>
            <a:ext cx="10363202" cy="1579278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3200" b="0" i="1">
                <a:solidFill>
                  <a:schemeClr val="tx1"/>
                </a:solidFill>
              </a:defRPr>
            </a:lvl1pPr>
          </a:lstStyle>
          <a:p>
            <a:r>
              <a:rPr lang="en-US" dirty="0">
                <a:effectLst/>
                <a:latin typeface="Helvetica Neue" panose="02000503000000020004" pitchFamily="2" charset="0"/>
              </a:rPr>
              <a:t>Lorem ipsum dolor sit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amet</a:t>
            </a:r>
            <a:r>
              <a:rPr lang="en-US" dirty="0">
                <a:effectLst/>
                <a:latin typeface="Helvetica Neue" panose="02000503000000020004" pitchFamily="2" charset="0"/>
              </a:rPr>
              <a:t>,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consectetur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adipiscing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elit</a:t>
            </a:r>
            <a:r>
              <a:rPr lang="en-US" dirty="0">
                <a:effectLst/>
                <a:latin typeface="Helvetica Neue" panose="02000503000000020004" pitchFamily="2" charset="0"/>
              </a:rPr>
              <a:t> sed do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eiusmod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tempor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incididunt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ut</a:t>
            </a:r>
            <a:r>
              <a:rPr lang="en-US" dirty="0">
                <a:effectLst/>
                <a:latin typeface="Helvetica Neue" panose="02000503000000020004" pitchFamily="2" charset="0"/>
              </a:rPr>
              <a:t> labore et dolore magna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aliqua</a:t>
            </a:r>
            <a:r>
              <a:rPr lang="en-US" dirty="0">
                <a:effectLst/>
                <a:latin typeface="Helvetica Neue" panose="02000503000000020004" pitchFamily="2" charset="0"/>
              </a:rPr>
              <a:t>. Ut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enim</a:t>
            </a:r>
            <a:r>
              <a:rPr lang="en-US" dirty="0">
                <a:effectLst/>
                <a:latin typeface="Helvetica Neue" panose="02000503000000020004" pitchFamily="2" charset="0"/>
              </a:rPr>
              <a:t> ad minim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veniam</a:t>
            </a:r>
            <a:r>
              <a:rPr lang="en-US" dirty="0">
                <a:effectLst/>
                <a:latin typeface="Helvetica Neue" panose="02000503000000020004" pitchFamily="2" charset="0"/>
              </a:rPr>
              <a:t>.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FCEE0479-D5F9-CE3F-36E7-238BA0F457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4515781"/>
            <a:ext cx="10363202" cy="292452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A76AF4FC-9A53-DBD9-C4E3-8F3D9D7DB7D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399" y="4893468"/>
            <a:ext cx="10363202" cy="260008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Title and Company or Institution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F551E89-4ED8-FCF0-7E9B-2446F24111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618540" y="1374718"/>
            <a:ext cx="954921" cy="9549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9FA4B8-B22A-02CB-D4E5-CDAF1F338C84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501372371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Color Lad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374222F-BE28-8D9C-1B92-E635F1CBA88D}"/>
              </a:ext>
            </a:extLst>
          </p:cNvPr>
          <p:cNvSpPr/>
          <p:nvPr/>
        </p:nvSpPr>
        <p:spPr>
          <a:xfrm>
            <a:off x="0" y="-25400"/>
            <a:ext cx="12192000" cy="2628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DE53FD-96AB-3992-7C02-A065E96271A5}"/>
              </a:ext>
            </a:extLst>
          </p:cNvPr>
          <p:cNvSpPr/>
          <p:nvPr/>
        </p:nvSpPr>
        <p:spPr>
          <a:xfrm>
            <a:off x="0" y="2311400"/>
            <a:ext cx="12192000" cy="2222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46AE80-BBF4-E9AC-E514-521942D4F333}"/>
              </a:ext>
            </a:extLst>
          </p:cNvPr>
          <p:cNvSpPr/>
          <p:nvPr/>
        </p:nvSpPr>
        <p:spPr>
          <a:xfrm>
            <a:off x="0" y="4254500"/>
            <a:ext cx="12192000" cy="14731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EC5E17-B3B5-4976-1ABF-427FA62F2672}"/>
              </a:ext>
            </a:extLst>
          </p:cNvPr>
          <p:cNvSpPr/>
          <p:nvPr/>
        </p:nvSpPr>
        <p:spPr>
          <a:xfrm>
            <a:off x="0" y="5562599"/>
            <a:ext cx="12192000" cy="88157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5AC45-371A-D1F2-3506-59FB4F407F5D}"/>
              </a:ext>
            </a:extLst>
          </p:cNvPr>
          <p:cNvSpPr/>
          <p:nvPr/>
        </p:nvSpPr>
        <p:spPr>
          <a:xfrm>
            <a:off x="0" y="6351180"/>
            <a:ext cx="12192000" cy="5068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3AC560F-803C-C500-7A06-7D72D570AC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8598" y="266700"/>
            <a:ext cx="11510502" cy="430887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1"/>
            </a:lvl1pPr>
          </a:lstStyle>
          <a:p>
            <a:pPr lvl="0"/>
            <a:r>
              <a:rPr lang="en-US" dirty="0"/>
              <a:t>Insert Eyebrow copy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D7175254-6888-0D7A-73D9-BAB8461743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8598" y="768078"/>
            <a:ext cx="11510502" cy="1477328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9600" b="1"/>
            </a:lvl1pPr>
          </a:lstStyle>
          <a:p>
            <a:pPr lvl="0"/>
            <a:r>
              <a:rPr lang="en-US" dirty="0"/>
              <a:t>Main Headline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C700BDF8-0D95-F5D3-DE70-6F94479F07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598" y="2311399"/>
            <a:ext cx="11510502" cy="19431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7200" b="1"/>
            </a:lvl1pPr>
          </a:lstStyle>
          <a:p>
            <a:pPr lvl="0"/>
            <a:r>
              <a:rPr lang="en-US" dirty="0"/>
              <a:t>Second level statement 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EFF4A6F-B443-2BFD-5274-C4CEDB3324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5898" y="4254499"/>
            <a:ext cx="11510502" cy="1308099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5400" b="0"/>
            </a:lvl1pPr>
          </a:lstStyle>
          <a:p>
            <a:pPr lvl="0"/>
            <a:r>
              <a:rPr lang="en-US" dirty="0"/>
              <a:t>Third level statement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68C87247-A369-32C8-E069-B1E624079C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5898" y="5562598"/>
            <a:ext cx="11510502" cy="7366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3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Fourth level statement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20A3CFF-FF3A-806C-4272-4BD562E45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CB4FD4-52E5-7743-832E-878711B6912D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55BA75-BCED-43A8-374C-ED5B5EB749B9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80861969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Color Lad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374222F-BE28-8D9C-1B92-E635F1CBA88D}"/>
              </a:ext>
            </a:extLst>
          </p:cNvPr>
          <p:cNvSpPr/>
          <p:nvPr/>
        </p:nvSpPr>
        <p:spPr>
          <a:xfrm>
            <a:off x="0" y="-25400"/>
            <a:ext cx="12192000" cy="2628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DE53FD-96AB-3992-7C02-A065E96271A5}"/>
              </a:ext>
            </a:extLst>
          </p:cNvPr>
          <p:cNvSpPr/>
          <p:nvPr/>
        </p:nvSpPr>
        <p:spPr>
          <a:xfrm>
            <a:off x="0" y="2311400"/>
            <a:ext cx="12192000" cy="2222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46AE80-BBF4-E9AC-E514-521942D4F333}"/>
              </a:ext>
            </a:extLst>
          </p:cNvPr>
          <p:cNvSpPr/>
          <p:nvPr/>
        </p:nvSpPr>
        <p:spPr>
          <a:xfrm>
            <a:off x="0" y="4254500"/>
            <a:ext cx="12192000" cy="147319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EC5E17-B3B5-4976-1ABF-427FA62F2672}"/>
              </a:ext>
            </a:extLst>
          </p:cNvPr>
          <p:cNvSpPr/>
          <p:nvPr/>
        </p:nvSpPr>
        <p:spPr>
          <a:xfrm>
            <a:off x="0" y="5562599"/>
            <a:ext cx="12192000" cy="8815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3AC560F-803C-C500-7A06-7D72D570AC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8598" y="266700"/>
            <a:ext cx="11510502" cy="430887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1"/>
            </a:lvl1pPr>
          </a:lstStyle>
          <a:p>
            <a:pPr lvl="0"/>
            <a:r>
              <a:rPr lang="en-US" dirty="0"/>
              <a:t>Insert Eyebrow copy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D7175254-6888-0D7A-73D9-BAB8461743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8598" y="768078"/>
            <a:ext cx="11510502" cy="1477328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9600" b="1"/>
            </a:lvl1pPr>
          </a:lstStyle>
          <a:p>
            <a:pPr lvl="0"/>
            <a:r>
              <a:rPr lang="en-US" dirty="0"/>
              <a:t>Main Headline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C700BDF8-0D95-F5D3-DE70-6F94479F07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598" y="2311399"/>
            <a:ext cx="11510502" cy="19431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7200" b="1"/>
            </a:lvl1pPr>
          </a:lstStyle>
          <a:p>
            <a:pPr lvl="0"/>
            <a:r>
              <a:rPr lang="en-US" dirty="0"/>
              <a:t>Second level statement 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EFF4A6F-B443-2BFD-5274-C4CEDB3324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5898" y="4254499"/>
            <a:ext cx="11510502" cy="1308099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5400" b="0"/>
            </a:lvl1pPr>
          </a:lstStyle>
          <a:p>
            <a:pPr lvl="0"/>
            <a:r>
              <a:rPr lang="en-US" dirty="0"/>
              <a:t>Third level statement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68C87247-A369-32C8-E069-B1E624079C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5898" y="5562598"/>
            <a:ext cx="11510502" cy="7366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3600" b="0"/>
            </a:lvl1pPr>
          </a:lstStyle>
          <a:p>
            <a:pPr lvl="0"/>
            <a:r>
              <a:rPr lang="en-US" dirty="0"/>
              <a:t>Fourth level statement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92165-EA63-BA70-B09C-3AE3A0E3B988}"/>
              </a:ext>
            </a:extLst>
          </p:cNvPr>
          <p:cNvSpPr/>
          <p:nvPr/>
        </p:nvSpPr>
        <p:spPr>
          <a:xfrm>
            <a:off x="0" y="6351180"/>
            <a:ext cx="12192000" cy="5068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8487BB2-49A0-1AD0-6AEA-A6BA00965F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D645B4-C9BC-C447-40CC-BED53F5C40F2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D9A09A-FC77-0C42-3399-4228AB66473E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488182112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35BE7A-2092-E334-9925-A2CD0ED61EC1}"/>
              </a:ext>
            </a:extLst>
          </p:cNvPr>
          <p:cNvSpPr txBox="1"/>
          <p:nvPr/>
        </p:nvSpPr>
        <p:spPr>
          <a:xfrm>
            <a:off x="836428" y="2435962"/>
            <a:ext cx="10441173" cy="17697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1500" b="1" dirty="0">
                <a:solidFill>
                  <a:schemeClr val="bg1"/>
                </a:solidFill>
              </a:rPr>
              <a:t>Thank You</a:t>
            </a:r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C141F636-6F6B-39E0-D74A-E2DC465DEF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56897" y="4302308"/>
            <a:ext cx="7078206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15F716EA-D293-96D7-C5A7-61FE08272CB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56897" y="4735941"/>
            <a:ext cx="7078206" cy="324961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PresenterEmail@Ellucian.com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C871F66-B895-DB0B-1D73-90E74A3951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3435677-394B-4E5D-4CD3-2D77A2110358}"/>
              </a:ext>
            </a:extLst>
          </p:cNvPr>
          <p:cNvSpPr txBox="1"/>
          <p:nvPr/>
        </p:nvSpPr>
        <p:spPr>
          <a:xfrm>
            <a:off x="9635103" y="6562717"/>
            <a:ext cx="23710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591813148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29B27-8CB8-A4DF-B214-C621F3644437}"/>
              </a:ext>
            </a:extLst>
          </p:cNvPr>
          <p:cNvSpPr txBox="1"/>
          <p:nvPr/>
        </p:nvSpPr>
        <p:spPr>
          <a:xfrm>
            <a:off x="836428" y="2544142"/>
            <a:ext cx="10441173" cy="17697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1500" b="1" dirty="0">
                <a:solidFill>
                  <a:schemeClr val="accent1"/>
                </a:solidFill>
              </a:rPr>
              <a:t>Questions?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0225686-2493-61CB-BED8-8CD6B90C8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757E6F9-39D1-A7B6-72FA-6CB25BEA039E}"/>
              </a:ext>
            </a:extLst>
          </p:cNvPr>
          <p:cNvSpPr txBox="1"/>
          <p:nvPr/>
        </p:nvSpPr>
        <p:spPr>
          <a:xfrm>
            <a:off x="9635103" y="6562717"/>
            <a:ext cx="23710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02693629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18488C-B055-D09C-D997-3A7FCA2945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F822AF2-2615-432F-038F-912A880B9A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419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6FCCEB-ACCA-75CB-F0DF-3F3BC5FBE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A6134-9B25-412B-8FBF-B14BEDBA912D}" type="datetimeFigureOut">
              <a:rPr lang="es-CL" smtClean="0"/>
              <a:t>12-10-2026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B0BEB1F-BCFD-D511-2592-8A4609C7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6FC865D-B77C-F26A-FE70-2498C9B6F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D56BAB-9B7B-4C09-8A45-659D39241E0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11932893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solidFill>
          <a:srgbClr val="3300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D2615-324D-B5FF-2EBE-81DB544E7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2285997"/>
            <a:ext cx="7317783" cy="1282485"/>
          </a:xfrm>
        </p:spPr>
        <p:txBody>
          <a:bodyPr lIns="0" anchor="b" anchorCtr="0">
            <a:no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98C979F-7ABF-A5C6-5C58-6DD9C3DA76E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09599" y="3792020"/>
            <a:ext cx="7317783" cy="774441"/>
          </a:xfrm>
        </p:spPr>
        <p:txBody>
          <a:bodyPr lIns="0">
            <a:noAutofit/>
          </a:bodyPr>
          <a:lstStyle>
            <a:lvl1pPr marL="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800">
                <a:solidFill>
                  <a:schemeClr val="bg1"/>
                </a:solidFill>
              </a:defRPr>
            </a:lvl1pPr>
            <a:lvl2pPr marL="174625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2pPr>
            <a:lvl3pPr marL="3429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3pPr>
            <a:lvl4pPr marL="519112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4pPr>
            <a:lvl5pPr marL="6858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7118141F-3632-B706-5864-39BC20F0FDE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9600" y="5186273"/>
            <a:ext cx="7092820" cy="1056694"/>
          </a:xfrm>
        </p:spPr>
        <p:txBody>
          <a:bodyPr lIns="0" anchor="b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1pPr>
            <a:lvl2pPr marL="174625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2pPr>
            <a:lvl3pPr marL="3429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3pPr>
            <a:lvl4pPr marL="519112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4pPr>
            <a:lvl5pPr marL="6858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Name, Job Title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Name, Job Title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Name, Job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176DD36-E885-ABAF-DBBD-C96AC12C7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209088" y="5603032"/>
            <a:ext cx="2373312" cy="569168"/>
          </a:xfrm>
        </p:spPr>
        <p:txBody>
          <a:bodyPr rIns="0" bIns="0" anchor="b" anchorCtr="0">
            <a:noAutofit/>
          </a:bodyPr>
          <a:lstStyle>
            <a:lvl1pPr marL="0" indent="0" algn="r">
              <a:buNone/>
              <a:defRPr sz="1200">
                <a:solidFill>
                  <a:schemeClr val="bg1"/>
                </a:solidFill>
              </a:defRPr>
            </a:lvl1pPr>
            <a:lvl2pPr marL="457200" indent="0" algn="r">
              <a:buNone/>
              <a:defRPr sz="1600">
                <a:solidFill>
                  <a:schemeClr val="bg1"/>
                </a:solidFill>
              </a:defRPr>
            </a:lvl2pPr>
            <a:lvl3pPr marL="914400" indent="0" algn="r">
              <a:buNone/>
              <a:defRPr sz="1400">
                <a:solidFill>
                  <a:schemeClr val="bg1"/>
                </a:solidFill>
              </a:defRPr>
            </a:lvl3pPr>
            <a:lvl4pPr marL="1371600" indent="0" algn="r">
              <a:buNone/>
              <a:defRPr sz="1200">
                <a:solidFill>
                  <a:schemeClr val="bg1"/>
                </a:solidFill>
              </a:defRPr>
            </a:lvl4pPr>
            <a:lvl5pPr marL="1828800" indent="0" algn="r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Month XX, 20XX</a:t>
            </a:r>
          </a:p>
        </p:txBody>
      </p:sp>
    </p:spTree>
    <p:extLst>
      <p:ext uri="{BB962C8B-B14F-4D97-AF65-F5344CB8AC3E}">
        <p14:creationId xmlns:p14="http://schemas.microsoft.com/office/powerpoint/2010/main" val="2061947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ext Placeholder 2">
            <a:extLst>
              <a:ext uri="{FF2B5EF4-FFF2-40B4-BE49-F238E27FC236}">
                <a16:creationId xmlns:a16="http://schemas.microsoft.com/office/drawing/2014/main" id="{B4E21473-327B-3C3B-2526-FD5AB3A4428E}"/>
              </a:ext>
            </a:extLst>
          </p:cNvPr>
          <p:cNvSpPr>
            <a:spLocks noGrp="1"/>
          </p:cNvSpPr>
          <p:nvPr>
            <p:ph type="body" orient="vert" sz="quarter" idx="10" hasCustomPrompt="1"/>
          </p:nvPr>
        </p:nvSpPr>
        <p:spPr>
          <a:xfrm>
            <a:off x="0" y="685800"/>
            <a:ext cx="609600" cy="5486399"/>
          </a:xfrm>
        </p:spPr>
        <p:txBody>
          <a:bodyPr vert="vert270" anchor="ctr" anchorCtr="0">
            <a:noAutofit/>
          </a:bodyPr>
          <a:lstStyle>
            <a:lvl1pPr marL="0" indent="0" algn="ctr">
              <a:buNone/>
              <a:defRPr sz="1200" spc="300">
                <a:solidFill>
                  <a:schemeClr val="bg1"/>
                </a:solidFill>
              </a:defRPr>
            </a:lvl1pPr>
            <a:lvl2pPr marL="457200" indent="0" algn="ctr">
              <a:buNone/>
              <a:defRPr sz="1200" spc="300">
                <a:solidFill>
                  <a:schemeClr val="bg1"/>
                </a:solidFill>
              </a:defRPr>
            </a:lvl2pPr>
            <a:lvl3pPr marL="914400" indent="0" algn="ctr">
              <a:buNone/>
              <a:defRPr sz="1100" spc="300">
                <a:solidFill>
                  <a:schemeClr val="bg1"/>
                </a:solidFill>
              </a:defRPr>
            </a:lvl3pPr>
            <a:lvl4pPr marL="1371600" indent="0" algn="ctr">
              <a:buNone/>
              <a:defRPr sz="1050" spc="300">
                <a:solidFill>
                  <a:schemeClr val="bg1"/>
                </a:solidFill>
              </a:defRPr>
            </a:lvl4pPr>
            <a:lvl5pPr marL="1828800" indent="0" algn="ctr">
              <a:buNone/>
              <a:defRPr sz="1050" spc="3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0773A33-C933-040C-38F4-7E444DEDA5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4900" y="1800808"/>
            <a:ext cx="7092820" cy="1628192"/>
          </a:xfrm>
        </p:spPr>
        <p:txBody>
          <a:bodyPr lIns="0" bIns="0" anchor="b" anchorCtr="0">
            <a:no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 (Max Two Lines)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3C54B7B-813E-7B62-27B5-63348932187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04900" y="3652538"/>
            <a:ext cx="7092820" cy="774441"/>
          </a:xfrm>
        </p:spPr>
        <p:txBody>
          <a:bodyPr lIns="0" tIns="0">
            <a:noAutofit/>
          </a:bodyPr>
          <a:lstStyle>
            <a:lvl1pPr marL="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800">
                <a:solidFill>
                  <a:schemeClr val="bg1"/>
                </a:solidFill>
              </a:defRPr>
            </a:lvl1pPr>
            <a:lvl2pPr marL="174625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2pPr>
            <a:lvl3pPr marL="3429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3pPr>
            <a:lvl4pPr marL="519112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4pPr>
            <a:lvl5pPr marL="6858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Subhead (not required, max two lines)</a:t>
            </a:r>
          </a:p>
          <a:p>
            <a:pPr lvl="0"/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C9736184-ED63-6779-B7C5-534556DC2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56349"/>
            <a:ext cx="6225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bg1"/>
                </a:solidFill>
              </a:defRPr>
            </a:lvl1pPr>
          </a:lstStyle>
          <a:p>
            <a:fld id="{BAD56BAB-9B7B-4C09-8A45-659D39241E0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601624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Up ">
    <p:bg>
      <p:bgPr>
        <a:solidFill>
          <a:schemeClr val="bg1">
            <a:alpha val="20231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2D92EE01-92FE-27B7-8491-8AE3AAC0FEF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04900" y="1905002"/>
            <a:ext cx="10477499" cy="4267198"/>
          </a:xfrm>
        </p:spPr>
        <p:txBody>
          <a:bodyPr>
            <a:noAutofit/>
          </a:bodyPr>
          <a:lstStyle>
            <a:lvl1pPr marL="174625" indent="-174625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>
                <a:solidFill>
                  <a:schemeClr val="tx1"/>
                </a:solidFill>
              </a:defRPr>
            </a:lvl1pPr>
            <a:lvl2pPr marL="342900" indent="-168275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>
                <a:solidFill>
                  <a:schemeClr val="tx1"/>
                </a:solidFill>
              </a:defRPr>
            </a:lvl2pPr>
            <a:lvl3pPr marL="519113" indent="-176213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>
                <a:solidFill>
                  <a:schemeClr val="tx1"/>
                </a:solidFill>
              </a:defRPr>
            </a:lvl3pPr>
            <a:lvl4pPr marL="685800" indent="-166688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>
                <a:solidFill>
                  <a:schemeClr val="tx1"/>
                </a:solidFill>
              </a:defRPr>
            </a:lvl4pPr>
            <a:lvl5pPr marL="862013" indent="-176213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Vertical Text Placeholder 13">
            <a:extLst>
              <a:ext uri="{FF2B5EF4-FFF2-40B4-BE49-F238E27FC236}">
                <a16:creationId xmlns:a16="http://schemas.microsoft.com/office/drawing/2014/main" id="{E932BD03-3866-775C-FCE1-9468113E4954}"/>
              </a:ext>
            </a:extLst>
          </p:cNvPr>
          <p:cNvSpPr>
            <a:spLocks noGrp="1"/>
          </p:cNvSpPr>
          <p:nvPr>
            <p:ph type="body" orient="vert" sz="quarter" idx="17" hasCustomPrompt="1"/>
          </p:nvPr>
        </p:nvSpPr>
        <p:spPr>
          <a:xfrm rot="10800000">
            <a:off x="0" y="685800"/>
            <a:ext cx="609600" cy="5486399"/>
          </a:xfrm>
        </p:spPr>
        <p:txBody>
          <a:bodyPr vert="eaVert" anchor="ctr">
            <a:noAutofit/>
          </a:bodyPr>
          <a:lstStyle>
            <a:lvl1pPr marL="0" indent="0" algn="ctr">
              <a:buNone/>
              <a:defRPr sz="1200" spc="3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3877212-0337-0A89-2140-1837D97F80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56349"/>
            <a:ext cx="6225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AD56BAB-9B7B-4C09-8A45-659D39241E09}" type="slidenum">
              <a:rPr lang="es-CL" smtClean="0"/>
              <a:t>‹Nº›</a:t>
            </a:fld>
            <a:endParaRPr lang="es-CL"/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50D7E829-0820-3DB9-FA55-7C961469D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900" y="685800"/>
            <a:ext cx="10477497" cy="898555"/>
          </a:xfrm>
        </p:spPr>
        <p:txBody>
          <a:bodyPr anchor="t" anchorCtr="0">
            <a:noAutofit/>
          </a:bodyPr>
          <a:lstStyle>
            <a:lvl1pPr>
              <a:defRPr sz="3200" b="1">
                <a:solidFill>
                  <a:schemeClr val="tx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6724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ub-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ext Placeholder 2">
            <a:extLst>
              <a:ext uri="{FF2B5EF4-FFF2-40B4-BE49-F238E27FC236}">
                <a16:creationId xmlns:a16="http://schemas.microsoft.com/office/drawing/2014/main" id="{B4E21473-327B-3C3B-2526-FD5AB3A4428E}"/>
              </a:ext>
            </a:extLst>
          </p:cNvPr>
          <p:cNvSpPr>
            <a:spLocks noGrp="1"/>
          </p:cNvSpPr>
          <p:nvPr>
            <p:ph type="body" orient="vert" sz="quarter" idx="10" hasCustomPrompt="1"/>
          </p:nvPr>
        </p:nvSpPr>
        <p:spPr>
          <a:xfrm>
            <a:off x="0" y="685800"/>
            <a:ext cx="609600" cy="5486399"/>
          </a:xfrm>
        </p:spPr>
        <p:txBody>
          <a:bodyPr vert="vert270" anchor="ctr" anchorCtr="0">
            <a:noAutofit/>
          </a:bodyPr>
          <a:lstStyle>
            <a:lvl1pPr marL="0" indent="0" algn="ctr">
              <a:buNone/>
              <a:defRPr sz="1200" spc="300">
                <a:solidFill>
                  <a:schemeClr val="bg1"/>
                </a:solidFill>
              </a:defRPr>
            </a:lvl1pPr>
            <a:lvl2pPr marL="457200" indent="0" algn="ctr">
              <a:buNone/>
              <a:defRPr sz="1200" spc="300">
                <a:solidFill>
                  <a:schemeClr val="bg1"/>
                </a:solidFill>
              </a:defRPr>
            </a:lvl2pPr>
            <a:lvl3pPr marL="914400" indent="0" algn="ctr">
              <a:buNone/>
              <a:defRPr sz="1100" spc="300">
                <a:solidFill>
                  <a:schemeClr val="bg1"/>
                </a:solidFill>
              </a:defRPr>
            </a:lvl3pPr>
            <a:lvl4pPr marL="1371600" indent="0" algn="ctr">
              <a:buNone/>
              <a:defRPr sz="1050" spc="300">
                <a:solidFill>
                  <a:schemeClr val="bg1"/>
                </a:solidFill>
              </a:defRPr>
            </a:lvl4pPr>
            <a:lvl5pPr marL="1828800" indent="0" algn="ctr">
              <a:buNone/>
              <a:defRPr sz="1050" spc="3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0773A33-C933-040C-38F4-7E444DEDA5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4900" y="1800808"/>
            <a:ext cx="7092820" cy="1628192"/>
          </a:xfrm>
        </p:spPr>
        <p:txBody>
          <a:bodyPr lIns="0" bIns="0" anchor="b" anchorCtr="0">
            <a:no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Sub-section Title (Max Two Lines)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3C54B7B-813E-7B62-27B5-63348932187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04900" y="3652538"/>
            <a:ext cx="7092820" cy="774441"/>
          </a:xfrm>
        </p:spPr>
        <p:txBody>
          <a:bodyPr lIns="0" tIns="0">
            <a:noAutofit/>
          </a:bodyPr>
          <a:lstStyle>
            <a:lvl1pPr marL="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800">
                <a:solidFill>
                  <a:schemeClr val="bg1"/>
                </a:solidFill>
              </a:defRPr>
            </a:lvl1pPr>
            <a:lvl2pPr marL="174625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2pPr>
            <a:lvl3pPr marL="3429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3pPr>
            <a:lvl4pPr marL="519112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4pPr>
            <a:lvl5pPr marL="6858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Sub-subhead (not required, max two lines)</a:t>
            </a:r>
          </a:p>
          <a:p>
            <a:pPr lvl="0"/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C9736184-ED63-6779-B7C5-534556DC2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56349"/>
            <a:ext cx="6225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bg1"/>
                </a:solidFill>
              </a:defRPr>
            </a:lvl1pPr>
          </a:lstStyle>
          <a:p>
            <a:fld id="{BAD56BAB-9B7B-4C09-8A45-659D39241E0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155782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image" Target="../media/image2.svg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image" Target="../media/image1.png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theme" Target="../theme/theme2.xml"/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/Relationships>
</file>

<file path=ppt/slideMasters/_rels/slideMaster3.xml.rels><?xml version="1.0" encoding="UTF-8" standalone="yes"?>
<Relationships xmlns="http://schemas.openxmlformats.org/package/2006/relationships"><Relationship Id="rId13" Type="http://schemas.openxmlformats.org/officeDocument/2006/relationships/slideLayout" Target="../slideLayouts/slideLayout58.xml"/><Relationship Id="rId18" Type="http://schemas.openxmlformats.org/officeDocument/2006/relationships/slideLayout" Target="../slideLayouts/slideLayout63.xml"/><Relationship Id="rId26" Type="http://schemas.openxmlformats.org/officeDocument/2006/relationships/slideLayout" Target="../slideLayouts/slideLayout71.xml"/><Relationship Id="rId39" Type="http://schemas.openxmlformats.org/officeDocument/2006/relationships/theme" Target="../theme/theme3.xml"/><Relationship Id="rId21" Type="http://schemas.openxmlformats.org/officeDocument/2006/relationships/slideLayout" Target="../slideLayouts/slideLayout66.xml"/><Relationship Id="rId34" Type="http://schemas.openxmlformats.org/officeDocument/2006/relationships/slideLayout" Target="../slideLayouts/slideLayout79.xml"/><Relationship Id="rId7" Type="http://schemas.openxmlformats.org/officeDocument/2006/relationships/slideLayout" Target="../slideLayouts/slideLayout52.xml"/><Relationship Id="rId2" Type="http://schemas.openxmlformats.org/officeDocument/2006/relationships/slideLayout" Target="../slideLayouts/slideLayout47.xml"/><Relationship Id="rId16" Type="http://schemas.openxmlformats.org/officeDocument/2006/relationships/slideLayout" Target="../slideLayouts/slideLayout61.xml"/><Relationship Id="rId20" Type="http://schemas.openxmlformats.org/officeDocument/2006/relationships/slideLayout" Target="../slideLayouts/slideLayout65.xml"/><Relationship Id="rId29" Type="http://schemas.openxmlformats.org/officeDocument/2006/relationships/slideLayout" Target="../slideLayouts/slideLayout74.xml"/><Relationship Id="rId41" Type="http://schemas.openxmlformats.org/officeDocument/2006/relationships/image" Target="../media/image2.svg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56.xml"/><Relationship Id="rId24" Type="http://schemas.openxmlformats.org/officeDocument/2006/relationships/slideLayout" Target="../slideLayouts/slideLayout69.xml"/><Relationship Id="rId32" Type="http://schemas.openxmlformats.org/officeDocument/2006/relationships/slideLayout" Target="../slideLayouts/slideLayout77.xml"/><Relationship Id="rId37" Type="http://schemas.openxmlformats.org/officeDocument/2006/relationships/slideLayout" Target="../slideLayouts/slideLayout82.xml"/><Relationship Id="rId40" Type="http://schemas.openxmlformats.org/officeDocument/2006/relationships/image" Target="../media/image1.png"/><Relationship Id="rId5" Type="http://schemas.openxmlformats.org/officeDocument/2006/relationships/slideLayout" Target="../slideLayouts/slideLayout50.xml"/><Relationship Id="rId15" Type="http://schemas.openxmlformats.org/officeDocument/2006/relationships/slideLayout" Target="../slideLayouts/slideLayout60.xml"/><Relationship Id="rId23" Type="http://schemas.openxmlformats.org/officeDocument/2006/relationships/slideLayout" Target="../slideLayouts/slideLayout68.xml"/><Relationship Id="rId28" Type="http://schemas.openxmlformats.org/officeDocument/2006/relationships/slideLayout" Target="../slideLayouts/slideLayout73.xml"/><Relationship Id="rId36" Type="http://schemas.openxmlformats.org/officeDocument/2006/relationships/slideLayout" Target="../slideLayouts/slideLayout81.xml"/><Relationship Id="rId10" Type="http://schemas.openxmlformats.org/officeDocument/2006/relationships/slideLayout" Target="../slideLayouts/slideLayout55.xml"/><Relationship Id="rId19" Type="http://schemas.openxmlformats.org/officeDocument/2006/relationships/slideLayout" Target="../slideLayouts/slideLayout64.xml"/><Relationship Id="rId31" Type="http://schemas.openxmlformats.org/officeDocument/2006/relationships/slideLayout" Target="../slideLayouts/slideLayout76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Relationship Id="rId14" Type="http://schemas.openxmlformats.org/officeDocument/2006/relationships/slideLayout" Target="../slideLayouts/slideLayout59.xml"/><Relationship Id="rId22" Type="http://schemas.openxmlformats.org/officeDocument/2006/relationships/slideLayout" Target="../slideLayouts/slideLayout67.xml"/><Relationship Id="rId27" Type="http://schemas.openxmlformats.org/officeDocument/2006/relationships/slideLayout" Target="../slideLayouts/slideLayout72.xml"/><Relationship Id="rId30" Type="http://schemas.openxmlformats.org/officeDocument/2006/relationships/slideLayout" Target="../slideLayouts/slideLayout75.xml"/><Relationship Id="rId35" Type="http://schemas.openxmlformats.org/officeDocument/2006/relationships/slideLayout" Target="../slideLayouts/slideLayout80.xml"/><Relationship Id="rId8" Type="http://schemas.openxmlformats.org/officeDocument/2006/relationships/slideLayout" Target="../slideLayouts/slideLayout53.xml"/><Relationship Id="rId3" Type="http://schemas.openxmlformats.org/officeDocument/2006/relationships/slideLayout" Target="../slideLayouts/slideLayout48.xml"/><Relationship Id="rId12" Type="http://schemas.openxmlformats.org/officeDocument/2006/relationships/slideLayout" Target="../slideLayouts/slideLayout57.xml"/><Relationship Id="rId17" Type="http://schemas.openxmlformats.org/officeDocument/2006/relationships/slideLayout" Target="../slideLayouts/slideLayout62.xml"/><Relationship Id="rId25" Type="http://schemas.openxmlformats.org/officeDocument/2006/relationships/slideLayout" Target="../slideLayouts/slideLayout70.xml"/><Relationship Id="rId33" Type="http://schemas.openxmlformats.org/officeDocument/2006/relationships/slideLayout" Target="../slideLayouts/slideLayout78.xml"/><Relationship Id="rId38" Type="http://schemas.openxmlformats.org/officeDocument/2006/relationships/slideLayout" Target="../slideLayouts/slideLayout83.xml"/></Relationships>
</file>

<file path=ppt/slideMasters/_rels/slideMaster4.xml.rels><?xml version="1.0" encoding="UTF-8" standalone="yes"?>
<Relationships xmlns="http://schemas.openxmlformats.org/package/2006/relationships"><Relationship Id="rId13" Type="http://schemas.openxmlformats.org/officeDocument/2006/relationships/slideLayout" Target="../slideLayouts/slideLayout96.xml"/><Relationship Id="rId18" Type="http://schemas.openxmlformats.org/officeDocument/2006/relationships/slideLayout" Target="../slideLayouts/slideLayout101.xml"/><Relationship Id="rId26" Type="http://schemas.openxmlformats.org/officeDocument/2006/relationships/slideLayout" Target="../slideLayouts/slideLayout109.xml"/><Relationship Id="rId39" Type="http://schemas.openxmlformats.org/officeDocument/2006/relationships/theme" Target="../theme/theme4.xml"/><Relationship Id="rId21" Type="http://schemas.openxmlformats.org/officeDocument/2006/relationships/slideLayout" Target="../slideLayouts/slideLayout104.xml"/><Relationship Id="rId34" Type="http://schemas.openxmlformats.org/officeDocument/2006/relationships/slideLayout" Target="../slideLayouts/slideLayout117.xml"/><Relationship Id="rId7" Type="http://schemas.openxmlformats.org/officeDocument/2006/relationships/slideLayout" Target="../slideLayouts/slideLayout90.xml"/><Relationship Id="rId2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99.xml"/><Relationship Id="rId20" Type="http://schemas.openxmlformats.org/officeDocument/2006/relationships/slideLayout" Target="../slideLayouts/slideLayout103.xml"/><Relationship Id="rId29" Type="http://schemas.openxmlformats.org/officeDocument/2006/relationships/slideLayout" Target="../slideLayouts/slideLayout112.xml"/><Relationship Id="rId41" Type="http://schemas.openxmlformats.org/officeDocument/2006/relationships/image" Target="../media/image2.svg"/><Relationship Id="rId1" Type="http://schemas.openxmlformats.org/officeDocument/2006/relationships/slideLayout" Target="../slideLayouts/slideLayout84.xml"/><Relationship Id="rId6" Type="http://schemas.openxmlformats.org/officeDocument/2006/relationships/slideLayout" Target="../slideLayouts/slideLayout89.xml"/><Relationship Id="rId11" Type="http://schemas.openxmlformats.org/officeDocument/2006/relationships/slideLayout" Target="../slideLayouts/slideLayout94.xml"/><Relationship Id="rId24" Type="http://schemas.openxmlformats.org/officeDocument/2006/relationships/slideLayout" Target="../slideLayouts/slideLayout107.xml"/><Relationship Id="rId32" Type="http://schemas.openxmlformats.org/officeDocument/2006/relationships/slideLayout" Target="../slideLayouts/slideLayout115.xml"/><Relationship Id="rId37" Type="http://schemas.openxmlformats.org/officeDocument/2006/relationships/slideLayout" Target="../slideLayouts/slideLayout120.xml"/><Relationship Id="rId40" Type="http://schemas.openxmlformats.org/officeDocument/2006/relationships/image" Target="../media/image1.png"/><Relationship Id="rId5" Type="http://schemas.openxmlformats.org/officeDocument/2006/relationships/slideLayout" Target="../slideLayouts/slideLayout88.xml"/><Relationship Id="rId15" Type="http://schemas.openxmlformats.org/officeDocument/2006/relationships/slideLayout" Target="../slideLayouts/slideLayout98.xml"/><Relationship Id="rId23" Type="http://schemas.openxmlformats.org/officeDocument/2006/relationships/slideLayout" Target="../slideLayouts/slideLayout106.xml"/><Relationship Id="rId28" Type="http://schemas.openxmlformats.org/officeDocument/2006/relationships/slideLayout" Target="../slideLayouts/slideLayout111.xml"/><Relationship Id="rId36" Type="http://schemas.openxmlformats.org/officeDocument/2006/relationships/slideLayout" Target="../slideLayouts/slideLayout119.xml"/><Relationship Id="rId10" Type="http://schemas.openxmlformats.org/officeDocument/2006/relationships/slideLayout" Target="../slideLayouts/slideLayout93.xml"/><Relationship Id="rId19" Type="http://schemas.openxmlformats.org/officeDocument/2006/relationships/slideLayout" Target="../slideLayouts/slideLayout102.xml"/><Relationship Id="rId31" Type="http://schemas.openxmlformats.org/officeDocument/2006/relationships/slideLayout" Target="../slideLayouts/slideLayout114.xml"/><Relationship Id="rId4" Type="http://schemas.openxmlformats.org/officeDocument/2006/relationships/slideLayout" Target="../slideLayouts/slideLayout87.xml"/><Relationship Id="rId9" Type="http://schemas.openxmlformats.org/officeDocument/2006/relationships/slideLayout" Target="../slideLayouts/slideLayout92.xml"/><Relationship Id="rId14" Type="http://schemas.openxmlformats.org/officeDocument/2006/relationships/slideLayout" Target="../slideLayouts/slideLayout97.xml"/><Relationship Id="rId22" Type="http://schemas.openxmlformats.org/officeDocument/2006/relationships/slideLayout" Target="../slideLayouts/slideLayout105.xml"/><Relationship Id="rId27" Type="http://schemas.openxmlformats.org/officeDocument/2006/relationships/slideLayout" Target="../slideLayouts/slideLayout110.xml"/><Relationship Id="rId30" Type="http://schemas.openxmlformats.org/officeDocument/2006/relationships/slideLayout" Target="../slideLayouts/slideLayout113.xml"/><Relationship Id="rId35" Type="http://schemas.openxmlformats.org/officeDocument/2006/relationships/slideLayout" Target="../slideLayouts/slideLayout118.xml"/><Relationship Id="rId8" Type="http://schemas.openxmlformats.org/officeDocument/2006/relationships/slideLayout" Target="../slideLayouts/slideLayout91.xml"/><Relationship Id="rId3" Type="http://schemas.openxmlformats.org/officeDocument/2006/relationships/slideLayout" Target="../slideLayouts/slideLayout86.xml"/><Relationship Id="rId12" Type="http://schemas.openxmlformats.org/officeDocument/2006/relationships/slideLayout" Target="../slideLayouts/slideLayout95.xml"/><Relationship Id="rId17" Type="http://schemas.openxmlformats.org/officeDocument/2006/relationships/slideLayout" Target="../slideLayouts/slideLayout100.xml"/><Relationship Id="rId25" Type="http://schemas.openxmlformats.org/officeDocument/2006/relationships/slideLayout" Target="../slideLayouts/slideLayout108.xml"/><Relationship Id="rId33" Type="http://schemas.openxmlformats.org/officeDocument/2006/relationships/slideLayout" Target="../slideLayouts/slideLayout116.xml"/><Relationship Id="rId38" Type="http://schemas.openxmlformats.org/officeDocument/2006/relationships/slideLayout" Target="../slideLayouts/slideLayout1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E123625-4177-94C5-071F-B877E4893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5CC5A60-722C-D5E0-88E8-5BB4ECA798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707A37D-85C7-5674-D2C3-ADB9632C5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0165AA-F759-5A1E-FB29-109C5E328E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0FB6A20-3F4D-79CB-E2F3-BEEDBBCD8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90675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7AE723A-1CD3-C976-D546-D7B1E1A72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3309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5A2E2D-CDA6-D65D-5A28-67459EB16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1684948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8C54377-C373-3751-A275-A17B11FE1BB6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00D8F4A-848B-F513-FE1A-5A86C8B8CF84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tx1"/>
                </a:solidFill>
              </a:rPr>
              <a:pPr algn="r"/>
              <a:t>‹Nº›</a:t>
            </a:fld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A225B6-A2B9-C109-E112-6ACDED1B4458}"/>
              </a:ext>
            </a:extLst>
          </p:cNvPr>
          <p:cNvSpPr txBox="1"/>
          <p:nvPr/>
        </p:nvSpPr>
        <p:spPr>
          <a:xfrm>
            <a:off x="9144000" y="6570337"/>
            <a:ext cx="235359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110626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77850" indent="-233363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Wingdings" pitchFamily="2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23925" indent="-233363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Courier New" panose="02070309020205020404" pitchFamily="49" charset="0"/>
        <a:buChar char="o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58888" indent="-223838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04963" indent="-223838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Wingdings" pitchFamily="2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7AE723A-1CD3-C976-D546-D7B1E1A72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3309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5A2E2D-CDA6-D65D-5A28-67459EB16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1684948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8C54377-C373-3751-A275-A17B11FE1BB6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00D8F4A-848B-F513-FE1A-5A86C8B8CF84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tx1"/>
                </a:solidFill>
              </a:rPr>
              <a:pPr algn="r"/>
              <a:t>‹Nº›</a:t>
            </a:fld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A225B6-A2B9-C109-E112-6ACDED1B4458}"/>
              </a:ext>
            </a:extLst>
          </p:cNvPr>
          <p:cNvSpPr txBox="1"/>
          <p:nvPr/>
        </p:nvSpPr>
        <p:spPr>
          <a:xfrm>
            <a:off x="9144000" y="6570337"/>
            <a:ext cx="235359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2563148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  <p:sldLayoutId id="2147483712" r:id="rId17"/>
    <p:sldLayoutId id="2147483713" r:id="rId18"/>
    <p:sldLayoutId id="2147483714" r:id="rId19"/>
    <p:sldLayoutId id="2147483715" r:id="rId20"/>
    <p:sldLayoutId id="2147483716" r:id="rId21"/>
    <p:sldLayoutId id="2147483717" r:id="rId22"/>
    <p:sldLayoutId id="2147483718" r:id="rId23"/>
    <p:sldLayoutId id="2147483719" r:id="rId24"/>
    <p:sldLayoutId id="2147483720" r:id="rId25"/>
    <p:sldLayoutId id="2147483721" r:id="rId26"/>
    <p:sldLayoutId id="2147483722" r:id="rId27"/>
    <p:sldLayoutId id="2147483723" r:id="rId28"/>
    <p:sldLayoutId id="2147483724" r:id="rId29"/>
    <p:sldLayoutId id="2147483725" r:id="rId30"/>
    <p:sldLayoutId id="2147483726" r:id="rId31"/>
    <p:sldLayoutId id="2147483727" r:id="rId32"/>
    <p:sldLayoutId id="2147483728" r:id="rId33"/>
    <p:sldLayoutId id="2147483729" r:id="rId34"/>
    <p:sldLayoutId id="2147483730" r:id="rId35"/>
    <p:sldLayoutId id="2147483731" r:id="rId36"/>
    <p:sldLayoutId id="2147483733" r:id="rId37"/>
    <p:sldLayoutId id="2147483734" r:id="rId3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77850" indent="-233363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Wingdings" pitchFamily="2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23925" indent="-233363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Courier New" panose="02070309020205020404" pitchFamily="49" charset="0"/>
        <a:buChar char="o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58888" indent="-223838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04963" indent="-223838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Wingdings" pitchFamily="2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7AE723A-1CD3-C976-D546-D7B1E1A72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3309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5A2E2D-CDA6-D65D-5A28-67459EB16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1684948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8C54377-C373-3751-A275-A17B11FE1BB6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00D8F4A-848B-F513-FE1A-5A86C8B8CF84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tx1"/>
                </a:solidFill>
              </a:rPr>
              <a:pPr algn="r"/>
              <a:t>‹Nº›</a:t>
            </a:fld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A225B6-A2B9-C109-E112-6ACDED1B4458}"/>
              </a:ext>
            </a:extLst>
          </p:cNvPr>
          <p:cNvSpPr txBox="1"/>
          <p:nvPr/>
        </p:nvSpPr>
        <p:spPr>
          <a:xfrm>
            <a:off x="9144000" y="6570337"/>
            <a:ext cx="235359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89001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  <p:sldLayoutId id="2147483748" r:id="rId13"/>
    <p:sldLayoutId id="2147483749" r:id="rId14"/>
    <p:sldLayoutId id="2147483750" r:id="rId15"/>
    <p:sldLayoutId id="2147483751" r:id="rId16"/>
    <p:sldLayoutId id="2147483752" r:id="rId17"/>
    <p:sldLayoutId id="2147483753" r:id="rId18"/>
    <p:sldLayoutId id="2147483754" r:id="rId19"/>
    <p:sldLayoutId id="2147483755" r:id="rId20"/>
    <p:sldLayoutId id="2147483756" r:id="rId21"/>
    <p:sldLayoutId id="2147483757" r:id="rId22"/>
    <p:sldLayoutId id="2147483758" r:id="rId23"/>
    <p:sldLayoutId id="2147483759" r:id="rId24"/>
    <p:sldLayoutId id="2147483760" r:id="rId25"/>
    <p:sldLayoutId id="2147483761" r:id="rId26"/>
    <p:sldLayoutId id="2147483762" r:id="rId27"/>
    <p:sldLayoutId id="2147483763" r:id="rId28"/>
    <p:sldLayoutId id="2147483764" r:id="rId29"/>
    <p:sldLayoutId id="2147483765" r:id="rId30"/>
    <p:sldLayoutId id="2147483766" r:id="rId31"/>
    <p:sldLayoutId id="2147483767" r:id="rId32"/>
    <p:sldLayoutId id="2147483768" r:id="rId33"/>
    <p:sldLayoutId id="2147483769" r:id="rId34"/>
    <p:sldLayoutId id="2147483770" r:id="rId35"/>
    <p:sldLayoutId id="2147483771" r:id="rId36"/>
    <p:sldLayoutId id="2147483772" r:id="rId37"/>
    <p:sldLayoutId id="2147483774" r:id="rId3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77850" indent="-233363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Wingdings" pitchFamily="2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23925" indent="-233363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Courier New" panose="02070309020205020404" pitchFamily="49" charset="0"/>
        <a:buChar char="o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58888" indent="-223838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04963" indent="-223838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Wingdings" pitchFamily="2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1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52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microsoft.com/office/2007/relationships/hdphoto" Target="../media/hdphoto1.wdp"/></Relationships>
</file>

<file path=ppt/slides/_rels/slide55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microsoft.com/office/2007/relationships/hdphoto" Target="../media/hdphoto1.wdp"/></Relationships>
</file>

<file path=ppt/slides/_rels/slide59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microsoft.com/office/2007/relationships/hdphoto" Target="../media/hdphoto1.wdp"/></Relationships>
</file>

<file path=ppt/slides/_rels/slide64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C21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3EBF1EA5-190E-0F8F-B4F4-56B5380AED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biLevel thresh="2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909" y="0"/>
            <a:ext cx="3744190" cy="196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F3B12AA1-09DB-029E-CEFB-090B28455E75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901" y="418320"/>
            <a:ext cx="4053898" cy="954256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BAA2A2A2-E239-B191-EB4C-97728C5FB3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42" r="6842"/>
          <a:stretch/>
        </p:blipFill>
        <p:spPr>
          <a:xfrm>
            <a:off x="6096000" y="1870726"/>
            <a:ext cx="6096000" cy="4719037"/>
          </a:xfrm>
          <a:custGeom>
            <a:avLst/>
            <a:gdLst>
              <a:gd name="connsiteX0" fmla="*/ 1 w 6096000"/>
              <a:gd name="connsiteY0" fmla="*/ 0 h 4719037"/>
              <a:gd name="connsiteX1" fmla="*/ 6096000 w 6096000"/>
              <a:gd name="connsiteY1" fmla="*/ 0 h 4719037"/>
              <a:gd name="connsiteX2" fmla="*/ 6096000 w 6096000"/>
              <a:gd name="connsiteY2" fmla="*/ 1326306 h 4719037"/>
              <a:gd name="connsiteX3" fmla="*/ 1340479 w 6096000"/>
              <a:gd name="connsiteY3" fmla="*/ 1326306 h 4719037"/>
              <a:gd name="connsiteX4" fmla="*/ 1340479 w 6096000"/>
              <a:gd name="connsiteY4" fmla="*/ 1682193 h 4719037"/>
              <a:gd name="connsiteX5" fmla="*/ 5574890 w 6096000"/>
              <a:gd name="connsiteY5" fmla="*/ 1682193 h 4719037"/>
              <a:gd name="connsiteX6" fmla="*/ 5574890 w 6096000"/>
              <a:gd name="connsiteY6" fmla="*/ 3022672 h 4719037"/>
              <a:gd name="connsiteX7" fmla="*/ 1340479 w 6096000"/>
              <a:gd name="connsiteY7" fmla="*/ 3022671 h 4719037"/>
              <a:gd name="connsiteX8" fmla="*/ 1340479 w 6096000"/>
              <a:gd name="connsiteY8" fmla="*/ 3378558 h 4719037"/>
              <a:gd name="connsiteX9" fmla="*/ 6095999 w 6096000"/>
              <a:gd name="connsiteY9" fmla="*/ 3378559 h 4719037"/>
              <a:gd name="connsiteX10" fmla="*/ 6095999 w 6096000"/>
              <a:gd name="connsiteY10" fmla="*/ 4719037 h 4719037"/>
              <a:gd name="connsiteX11" fmla="*/ 1340479 w 6096000"/>
              <a:gd name="connsiteY11" fmla="*/ 4719037 h 4719037"/>
              <a:gd name="connsiteX12" fmla="*/ 0 w 6096000"/>
              <a:gd name="connsiteY12" fmla="*/ 4719037 h 4719037"/>
              <a:gd name="connsiteX13" fmla="*/ 0 w 6096000"/>
              <a:gd name="connsiteY13" fmla="*/ 1 h 4719037"/>
              <a:gd name="connsiteX14" fmla="*/ 1 w 6096000"/>
              <a:gd name="connsiteY14" fmla="*/ 1 h 4719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96000" h="4719037">
                <a:moveTo>
                  <a:pt x="1" y="0"/>
                </a:moveTo>
                <a:lnTo>
                  <a:pt x="6096000" y="0"/>
                </a:lnTo>
                <a:lnTo>
                  <a:pt x="6096000" y="1326306"/>
                </a:lnTo>
                <a:lnTo>
                  <a:pt x="1340479" y="1326306"/>
                </a:lnTo>
                <a:lnTo>
                  <a:pt x="1340479" y="1682193"/>
                </a:lnTo>
                <a:lnTo>
                  <a:pt x="5574890" y="1682193"/>
                </a:lnTo>
                <a:lnTo>
                  <a:pt x="5574890" y="3022672"/>
                </a:lnTo>
                <a:lnTo>
                  <a:pt x="1340479" y="3022671"/>
                </a:lnTo>
                <a:lnTo>
                  <a:pt x="1340479" y="3378558"/>
                </a:lnTo>
                <a:lnTo>
                  <a:pt x="6095999" y="3378559"/>
                </a:lnTo>
                <a:lnTo>
                  <a:pt x="6095999" y="4719037"/>
                </a:lnTo>
                <a:lnTo>
                  <a:pt x="1340479" y="4719037"/>
                </a:lnTo>
                <a:lnTo>
                  <a:pt x="0" y="4719037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D0BC250B-0A63-B351-C809-BDD7940DFA1A}"/>
              </a:ext>
            </a:extLst>
          </p:cNvPr>
          <p:cNvSpPr txBox="1"/>
          <p:nvPr/>
        </p:nvSpPr>
        <p:spPr>
          <a:xfrm>
            <a:off x="481781" y="2847728"/>
            <a:ext cx="5525729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600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Montserrat" pitchFamily="2" charset="0"/>
              </a:rPr>
              <a:t>RUTA DE APRENDIZAJE</a:t>
            </a:r>
            <a:endParaRPr lang="es-PE" sz="4600" b="1" dirty="0">
              <a:solidFill>
                <a:schemeClr val="accent3">
                  <a:lumMod val="60000"/>
                  <a:lumOff val="40000"/>
                </a:schemeClr>
              </a:solidFill>
              <a:latin typeface="Montserrat" pitchFamily="2" charset="0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DF3A99F-357C-A6F7-37E7-45E55D8F10F5}"/>
              </a:ext>
            </a:extLst>
          </p:cNvPr>
          <p:cNvSpPr txBox="1"/>
          <p:nvPr/>
        </p:nvSpPr>
        <p:spPr>
          <a:xfrm>
            <a:off x="596901" y="63225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i="1" dirty="0">
                <a:solidFill>
                  <a:schemeClr val="bg1"/>
                </a:solidFill>
              </a:rPr>
              <a:t>Elaborado por: Dagner Anibal Chuman Lluen</a:t>
            </a:r>
            <a:endParaRPr lang="es-PE" sz="1200" i="1" dirty="0">
              <a:solidFill>
                <a:schemeClr val="bg1"/>
              </a:solidFill>
            </a:endParaRPr>
          </a:p>
        </p:txBody>
      </p:sp>
      <p:sp>
        <p:nvSpPr>
          <p:cNvPr id="1029" name="Texto 1029"/>
          <p:cNvSpPr txBox="1"/>
          <p:nvPr/>
        </p:nvSpPr>
        <p:spPr>
          <a:xfrm>
            <a:off x="481781" y="5130000"/>
            <a:ext cx="5525729" cy="7600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s-ES" sz="2000" b="1" dirty="0">
                <a:solidFill>
                  <a:srgbClr val="FFFFFF"/>
                </a:solidFill>
                <a:latin typeface="Montserrat" pitchFamily="2" charset="0"/>
              </a:rPr>
              <a:t>INSCRIPCIÓN, NRC Y PROGRAMAS · CENTRO DE INFORMÁTICA</a:t>
            </a:r>
          </a:p>
          <a:p>
            <a:r>
              <a:rPr lang="es-ES" sz="1600" dirty="0">
                <a:solidFill>
                  <a:srgbClr val="FFFFFF"/>
                </a:solidFill>
                <a:latin typeface="Montserrat" pitchFamily="2" charset="0"/>
              </a:rPr>
              <a:t>Repaso para la reunión con el Ing. Daniel Salazar · 27/10/2026</a:t>
            </a:r>
          </a:p>
        </p:txBody>
      </p:sp>
    </p:spTree>
    <p:extLst>
      <p:ext uri="{BB962C8B-B14F-4D97-AF65-F5344CB8AC3E}">
        <p14:creationId xmlns:p14="http://schemas.microsoft.com/office/powerpoint/2010/main" val="37356610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43680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LO QUE VAMOS A VER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4799386" y="241540"/>
            <a:ext cx="7392614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sp>
        <p:nvSpPr>
          <p:cNvPr id="9" name="Nota 9"/>
          <p:cNvSpPr/>
          <p:nvPr/>
        </p:nvSpPr>
        <p:spPr>
          <a:xfrm>
            <a:off x="431320" y="900000"/>
            <a:ext cx="11329360" cy="635216"/>
          </a:xfrm>
          <a:prstGeom prst="roundRect">
            <a:avLst>
              <a:gd name="adj" fmla="val 9000"/>
            </a:avLst>
          </a:prstGeom>
          <a:solidFill>
            <a:srgbClr val="F1E7FA"/>
          </a:solidFill>
          <a:ln w="12700">
            <a:solidFill>
              <a:srgbClr val="DCC8EE"/>
            </a:solidFill>
          </a:ln>
        </p:spPr>
        <p:txBody>
          <a:bodyPr wrap="square" lIns="137160" tIns="64008" rIns="137160" bIns="64008" rtlCol="0" anchor="ctr">
            <a:noAutofit/>
          </a:bodyPr>
          <a:lstStyle/>
          <a:p>
            <a:pPr algn="l">
              <a:buNone/>
            </a:pPr>
            <a:r>
              <a:rPr lang="es-PE" sz="1500" dirty="0">
                <a:solidFill>
                  <a:srgbClr val="1E1E24"/>
                </a:solidFill>
              </a:rPr>
              <a:t>Hoy con el jefe del Centro de Informática: </a:t>
            </a:r>
            <a:r>
              <a:rPr lang="es-PE" sz="1500" b="1" dirty="0">
                <a:solidFill>
                  <a:srgbClr val="1E1E24"/>
                </a:solidFill>
              </a:rPr>
              <a:t>cómo se inscribe un alumno en su ruta de aprendizaje</a:t>
            </a:r>
            <a:r>
              <a:rPr lang="es-PE" sz="1500" dirty="0">
                <a:solidFill>
                  <a:srgbClr val="1E1E24"/>
                </a:solidFill>
              </a:rPr>
              <a:t> y </a:t>
            </a:r>
            <a:r>
              <a:rPr lang="es-PE" sz="1500" b="1" dirty="0">
                <a:solidFill>
                  <a:srgbClr val="1E1E24"/>
                </a:solidFill>
              </a:rPr>
              <a:t>cómo se crea el NRC y se le asignan los programas</a:t>
            </a:r>
            <a:r>
              <a:rPr lang="es-PE" sz="1500" dirty="0">
                <a:solidFill>
                  <a:srgbClr val="1E1E24"/>
                </a:solidFill>
              </a:rPr>
              <a:t>. Todo lo de aquí está probado en TEST o citado del instructivo.</a:t>
            </a:r>
            <a:endParaRPr lang="es-PE" sz="1500" dirty="0"/>
          </a:p>
        </p:txBody>
      </p:sp>
      <p:sp>
        <p:nvSpPr>
          <p:cNvPr id="10" name="Paso 10"/>
          <p:cNvSpPr/>
          <p:nvPr/>
        </p:nvSpPr>
        <p:spPr>
          <a:xfrm>
            <a:off x="431320" y="1625216"/>
            <a:ext cx="2233872" cy="760000"/>
          </a:xfrm>
          <a:prstGeom prst="homePlate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11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400" b="1" dirty="0">
                <a:solidFill>
                  <a:srgbClr val="FFFFFF"/>
                </a:solidFill>
              </a:rPr>
              <a:t>1  </a:t>
            </a:r>
            <a:r>
              <a:rPr lang="es-PE" sz="1400" b="1" dirty="0">
                <a:solidFill>
                  <a:srgbClr val="FFFFFF"/>
                </a:solidFill>
              </a:rPr>
              <a:t>Rutas</a:t>
            </a:r>
            <a:endParaRPr lang="es-PE" sz="1400" dirty="0"/>
          </a:p>
          <a:p>
            <a:pPr algn="l">
              <a:buNone/>
            </a:pPr>
            <a:r>
              <a:rPr lang="es-PE" sz="1250" dirty="0">
                <a:solidFill>
                  <a:srgbClr val="EDE0F8"/>
                </a:solidFill>
              </a:rPr>
              <a:t>Qué son y cuántas</a:t>
            </a:r>
            <a:endParaRPr lang="es-PE" sz="1250" dirty="0"/>
          </a:p>
        </p:txBody>
      </p:sp>
      <p:sp>
        <p:nvSpPr>
          <p:cNvPr id="11" name="Paso 11"/>
          <p:cNvSpPr/>
          <p:nvPr/>
        </p:nvSpPr>
        <p:spPr>
          <a:xfrm>
            <a:off x="2705192" y="1625216"/>
            <a:ext cx="2233872" cy="76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400" b="1" dirty="0">
                <a:solidFill>
                  <a:srgbClr val="FFFFFF"/>
                </a:solidFill>
              </a:rPr>
              <a:t>2  </a:t>
            </a:r>
            <a:r>
              <a:rPr lang="es-PE" sz="1400" b="1" dirty="0">
                <a:solidFill>
                  <a:srgbClr val="FFFFFF"/>
                </a:solidFill>
              </a:rPr>
              <a:t>Inscribir</a:t>
            </a:r>
            <a:endParaRPr lang="es-PE" sz="1400" dirty="0"/>
          </a:p>
          <a:p>
            <a:pPr algn="l">
              <a:buNone/>
            </a:pPr>
            <a:r>
              <a:rPr lang="es-PE" sz="1250" dirty="0">
                <a:solidFill>
                  <a:srgbClr val="EDE0F8"/>
                </a:solidFill>
              </a:rPr>
              <a:t>Alumno en su ruta</a:t>
            </a:r>
            <a:endParaRPr lang="es-PE" sz="1250" dirty="0"/>
          </a:p>
        </p:txBody>
      </p:sp>
      <p:sp>
        <p:nvSpPr>
          <p:cNvPr id="12" name="Paso 12"/>
          <p:cNvSpPr/>
          <p:nvPr/>
        </p:nvSpPr>
        <p:spPr>
          <a:xfrm>
            <a:off x="4979064" y="1625216"/>
            <a:ext cx="2233872" cy="76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400" b="1" dirty="0">
                <a:solidFill>
                  <a:srgbClr val="FFFFFF"/>
                </a:solidFill>
              </a:rPr>
              <a:t>3  </a:t>
            </a:r>
            <a:r>
              <a:rPr lang="es-PE" sz="1400" b="1" dirty="0">
                <a:solidFill>
                  <a:srgbClr val="FFFFFF"/>
                </a:solidFill>
              </a:rPr>
              <a:t>Crear el NRC</a:t>
            </a:r>
            <a:endParaRPr lang="es-PE" sz="1400" dirty="0"/>
          </a:p>
          <a:p>
            <a:pPr algn="l">
              <a:buNone/>
            </a:pPr>
            <a:r>
              <a:rPr lang="es-PE" sz="1250" dirty="0">
                <a:solidFill>
                  <a:srgbClr val="EDE0F8"/>
                </a:solidFill>
              </a:rPr>
              <a:t>Malla y programación</a:t>
            </a:r>
            <a:endParaRPr lang="es-PE" sz="1250" dirty="0"/>
          </a:p>
        </p:txBody>
      </p:sp>
      <p:sp>
        <p:nvSpPr>
          <p:cNvPr id="13" name="Paso 13"/>
          <p:cNvSpPr/>
          <p:nvPr/>
        </p:nvSpPr>
        <p:spPr>
          <a:xfrm>
            <a:off x="7252936" y="1625216"/>
            <a:ext cx="2233872" cy="76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400" b="1" dirty="0">
                <a:solidFill>
                  <a:srgbClr val="FFFFFF"/>
                </a:solidFill>
              </a:rPr>
              <a:t>4  </a:t>
            </a:r>
            <a:r>
              <a:rPr lang="es-PE" sz="1400" b="1" dirty="0">
                <a:solidFill>
                  <a:srgbClr val="FFFFFF"/>
                </a:solidFill>
              </a:rPr>
              <a:t>Programas</a:t>
            </a:r>
            <a:endParaRPr lang="es-PE" sz="1400" dirty="0"/>
          </a:p>
          <a:p>
            <a:pPr algn="l">
              <a:buNone/>
            </a:pPr>
            <a:r>
              <a:rPr lang="es-PE" sz="1250" dirty="0">
                <a:solidFill>
                  <a:srgbClr val="EDE0F8"/>
                </a:solidFill>
              </a:rPr>
              <a:t>Asignar al NRC</a:t>
            </a:r>
            <a:endParaRPr lang="es-PE" sz="1250" dirty="0"/>
          </a:p>
        </p:txBody>
      </p:sp>
      <p:sp>
        <p:nvSpPr>
          <p:cNvPr id="14" name="Paso 14"/>
          <p:cNvSpPr/>
          <p:nvPr/>
        </p:nvSpPr>
        <p:spPr>
          <a:xfrm>
            <a:off x="9526808" y="1625216"/>
            <a:ext cx="2233872" cy="76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400" b="1" dirty="0">
                <a:solidFill>
                  <a:srgbClr val="FFFFFF"/>
                </a:solidFill>
              </a:rPr>
              <a:t>5  </a:t>
            </a:r>
            <a:r>
              <a:rPr lang="es-PE" sz="1400" b="1" dirty="0">
                <a:solidFill>
                  <a:srgbClr val="FFFFFF"/>
                </a:solidFill>
              </a:rPr>
              <a:t>Repaso</a:t>
            </a:r>
            <a:endParaRPr lang="es-PE" sz="1400" dirty="0"/>
          </a:p>
          <a:p>
            <a:pPr algn="l">
              <a:buNone/>
            </a:pPr>
            <a:r>
              <a:rPr lang="es-PE" sz="1250" dirty="0">
                <a:solidFill>
                  <a:srgbClr val="EDE0F8"/>
                </a:solidFill>
              </a:rPr>
              <a:t>Sitio y asistente IA</a:t>
            </a:r>
            <a:endParaRPr lang="es-PE" sz="1250" dirty="0"/>
          </a:p>
        </p:txBody>
      </p:sp>
      <p:sp>
        <p:nvSpPr>
          <p:cNvPr id="15" name="Bloque 15"/>
          <p:cNvSpPr/>
          <p:nvPr/>
        </p:nvSpPr>
        <p:spPr>
          <a:xfrm>
            <a:off x="431320" y="2495216"/>
            <a:ext cx="5574680" cy="3354784"/>
          </a:xfrm>
          <a:prstGeom prst="roundRect">
            <a:avLst>
              <a:gd name="adj" fmla="val 6000"/>
            </a:avLst>
          </a:prstGeom>
          <a:solidFill>
            <a:srgbClr val="F2F2F5"/>
          </a:solidFill>
          <a:ln w="12700">
            <a:solidFill>
              <a:srgbClr val="F2F2F5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600" b="1" dirty="0">
                <a:solidFill>
                  <a:srgbClr val="5F5F6B"/>
                </a:solidFill>
              </a:rPr>
              <a:t>Hoy en SEUSS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500" dirty="0">
                <a:solidFill>
                  <a:srgbClr val="1E1E24"/>
                </a:solidFill>
              </a:rPr>
              <a:t>Campus Virtual › Procesos en línea › Matrícula en línea › logo del Centro de Informática › modalidad › curso y sección › modalidad de pago.</a:t>
            </a:r>
            <a:endParaRPr lang="es-PE" dirty="0"/>
          </a:p>
        </p:txBody>
      </p:sp>
      <p:sp>
        <p:nvSpPr>
          <p:cNvPr id="16" name="Bloque 16"/>
          <p:cNvSpPr/>
          <p:nvPr/>
        </p:nvSpPr>
        <p:spPr>
          <a:xfrm>
            <a:off x="6186000" y="2495216"/>
            <a:ext cx="5574680" cy="3354784"/>
          </a:xfrm>
          <a:prstGeom prst="roundRect">
            <a:avLst>
              <a:gd name="adj" fmla="val 6000"/>
            </a:avLst>
          </a:prstGeom>
          <a:solidFill>
            <a:srgbClr val="F1E7FA"/>
          </a:solidFill>
          <a:ln w="12700">
            <a:solidFill>
              <a:srgbClr val="F1E7FA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600" b="1" dirty="0">
                <a:solidFill>
                  <a:srgbClr val="5C2193"/>
                </a:solidFill>
              </a:rPr>
              <a:t>En Banner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500" dirty="0">
                <a:solidFill>
                  <a:srgbClr val="1E1E24"/>
                </a:solidFill>
              </a:rPr>
              <a:t>El alumno se </a:t>
            </a:r>
            <a:r>
              <a:rPr lang="es-PE" sz="1500" b="1" dirty="0">
                <a:solidFill>
                  <a:srgbClr val="1E1E24"/>
                </a:solidFill>
              </a:rPr>
              <a:t>admite en el programa XP de su ruta</a:t>
            </a:r>
            <a:r>
              <a:rPr lang="es-PE" sz="1500" dirty="0">
                <a:solidFill>
                  <a:srgbClr val="1E1E24"/>
                </a:solidFill>
              </a:rPr>
              <a:t> (</a:t>
            </a:r>
            <a:r>
              <a:rPr lang="es-PE" sz="1500" b="1" dirty="0">
                <a:solidFill>
                  <a:srgbClr val="5C2193"/>
                </a:solidFill>
              </a:rPr>
              <a:t>SAAQUIK</a:t>
            </a:r>
            <a:r>
              <a:rPr lang="es-PE" sz="1500" dirty="0">
                <a:solidFill>
                  <a:srgbClr val="1E1E24"/>
                </a:solidFill>
              </a:rPr>
              <a:t>: admisión rápida) y se matricula en el NRC (</a:t>
            </a:r>
            <a:r>
              <a:rPr lang="es-PE" sz="1500" b="1" dirty="0">
                <a:solidFill>
                  <a:srgbClr val="5C2193"/>
                </a:solidFill>
              </a:rPr>
              <a:t>SFAREGS</a:t>
            </a:r>
            <a:r>
              <a:rPr lang="es-PE" sz="1500" dirty="0">
                <a:solidFill>
                  <a:srgbClr val="1E1E24"/>
                </a:solidFill>
              </a:rPr>
              <a:t>: Inscripción de curso del alumno o Autoservicio: portal web de Banner para docentes y estudiantes).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500" dirty="0">
                <a:solidFill>
                  <a:srgbClr val="1E1E24"/>
                </a:solidFill>
              </a:rPr>
              <a:t>El NRC se crea en </a:t>
            </a:r>
            <a:r>
              <a:rPr lang="es-PE" sz="1500" b="1" dirty="0">
                <a:solidFill>
                  <a:srgbClr val="5C2193"/>
                </a:solidFill>
              </a:rPr>
              <a:t>SSASECT</a:t>
            </a:r>
            <a:r>
              <a:rPr lang="es-PE" sz="1500" dirty="0">
                <a:solidFill>
                  <a:srgbClr val="1E1E24"/>
                </a:solidFill>
              </a:rPr>
              <a:t> (Programar NRC) para un curso que está en la </a:t>
            </a:r>
            <a:r>
              <a:rPr lang="es-PE" sz="1500" b="1" dirty="0">
                <a:solidFill>
                  <a:srgbClr val="1E1E24"/>
                </a:solidFill>
              </a:rPr>
              <a:t>malla del programa</a:t>
            </a:r>
            <a:r>
              <a:rPr lang="es-PE" sz="1500" dirty="0">
                <a:solidFill>
                  <a:srgbClr val="1E1E24"/>
                </a:solidFill>
              </a:rPr>
              <a:t> (</a:t>
            </a:r>
            <a:r>
              <a:rPr lang="es-PE" sz="1500" b="1" dirty="0">
                <a:solidFill>
                  <a:srgbClr val="5C2193"/>
                </a:solidFill>
              </a:rPr>
              <a:t>SMAAREA</a:t>
            </a:r>
            <a:r>
              <a:rPr lang="es-PE" sz="1500" dirty="0">
                <a:solidFill>
                  <a:srgbClr val="1E1E24"/>
                </a:solidFill>
              </a:rPr>
              <a:t>: requerimientos de área de la malla) y se le </a:t>
            </a:r>
            <a:r>
              <a:rPr lang="es-PE" sz="1500" b="1" dirty="0">
                <a:solidFill>
                  <a:srgbClr val="1E1E24"/>
                </a:solidFill>
              </a:rPr>
              <a:t>asignan los programas</a:t>
            </a:r>
            <a:r>
              <a:rPr lang="es-PE" sz="1500" dirty="0">
                <a:solidFill>
                  <a:srgbClr val="1E1E24"/>
                </a:solidFill>
              </a:rPr>
              <a:t> que pueden matricularse (</a:t>
            </a:r>
            <a:r>
              <a:rPr lang="es-PE" sz="1500" b="1" dirty="0">
                <a:solidFill>
                  <a:srgbClr val="5C2193"/>
                </a:solidFill>
              </a:rPr>
              <a:t>SSARRES</a:t>
            </a:r>
            <a:r>
              <a:rPr lang="es-PE" sz="1500" dirty="0">
                <a:solidFill>
                  <a:srgbClr val="1E1E24"/>
                </a:solidFill>
              </a:rPr>
              <a:t>: restricciones de inscripción del NRC).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161690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7063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QUÉ ES UNA RUTA DE APRENDIZAJE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7494478" y="241540"/>
            <a:ext cx="4697521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sp>
        <p:nvSpPr>
          <p:cNvPr id="9" name="Nota 9"/>
          <p:cNvSpPr/>
          <p:nvPr/>
        </p:nvSpPr>
        <p:spPr>
          <a:xfrm>
            <a:off x="431320" y="900000"/>
            <a:ext cx="11329360" cy="604736"/>
          </a:xfrm>
          <a:prstGeom prst="roundRect">
            <a:avLst>
              <a:gd name="adj" fmla="val 9000"/>
            </a:avLst>
          </a:prstGeom>
          <a:solidFill>
            <a:srgbClr val="EDF7E8"/>
          </a:solidFill>
          <a:ln w="12700">
            <a:solidFill>
              <a:srgbClr val="BFE0B0"/>
            </a:solidFill>
          </a:ln>
        </p:spPr>
        <p:txBody>
          <a:bodyPr wrap="square" lIns="137160" tIns="64008" rIns="137160" bIns="64008" rtlCol="0" anchor="ctr">
            <a:noAutofit/>
          </a:bodyPr>
          <a:lstStyle/>
          <a:p>
            <a:pPr algn="l">
              <a:buNone/>
            </a:pPr>
            <a:r>
              <a:rPr lang="es-PE" sz="1400" dirty="0">
                <a:solidFill>
                  <a:srgbClr val="1E1E24"/>
                </a:solidFill>
              </a:rPr>
              <a:t>Se acredita en </a:t>
            </a:r>
            <a:r>
              <a:rPr lang="es-PE" sz="1400" b="1" dirty="0">
                <a:solidFill>
                  <a:srgbClr val="1E1E24"/>
                </a:solidFill>
              </a:rPr>
              <a:t>5.º y 6.º ciclo</a:t>
            </a:r>
            <a:r>
              <a:rPr lang="es-PE" sz="1400" dirty="0">
                <a:solidFill>
                  <a:srgbClr val="1E1E24"/>
                </a:solidFill>
              </a:rPr>
              <a:t> con </a:t>
            </a:r>
            <a:r>
              <a:rPr lang="es-PE" sz="1400" b="1" dirty="0">
                <a:solidFill>
                  <a:srgbClr val="1E1E24"/>
                </a:solidFill>
              </a:rPr>
              <a:t>3 cursos de su ruta</a:t>
            </a:r>
            <a:r>
              <a:rPr lang="es-PE" sz="1400" dirty="0">
                <a:solidFill>
                  <a:srgbClr val="1E1E24"/>
                </a:solidFill>
              </a:rPr>
              <a:t>, en el orden que quiera y en paralelo, </a:t>
            </a:r>
            <a:r>
              <a:rPr lang="es-PE" sz="1400" b="1" dirty="0">
                <a:solidFill>
                  <a:srgbClr val="1E1E24"/>
                </a:solidFill>
              </a:rPr>
              <a:t>+ 1 Taller de Certificación Internacional</a:t>
            </a:r>
            <a:r>
              <a:rPr lang="es-PE" sz="1400" dirty="0">
                <a:solidFill>
                  <a:srgbClr val="1E1E24"/>
                </a:solidFill>
              </a:rPr>
              <a:t>. Cada ruta es un </a:t>
            </a:r>
            <a:r>
              <a:rPr lang="es-PE" sz="1400" b="1" dirty="0">
                <a:solidFill>
                  <a:srgbClr val="1E1E24"/>
                </a:solidFill>
              </a:rPr>
              <a:t>programa XP</a:t>
            </a:r>
            <a:r>
              <a:rPr lang="es-PE" sz="1400" dirty="0">
                <a:solidFill>
                  <a:srgbClr val="1E1E24"/>
                </a:solidFill>
              </a:rPr>
              <a:t> en Banner.</a:t>
            </a:r>
            <a:endParaRPr lang="es-PE" sz="1400" dirty="0"/>
          </a:p>
        </p:txBody>
      </p:sp>
      <p:graphicFrame>
        <p:nvGraphicFramePr>
          <p:cNvPr id="10" name="Tabla 10"/>
          <p:cNvGraphicFramePr>
            <a:graphicFrameLocks noGrp="1"/>
          </p:cNvGraphicFramePr>
          <p:nvPr/>
        </p:nvGraphicFramePr>
        <p:xfrm>
          <a:off x="431320" y="1594736"/>
          <a:ext cx="11329360" cy="3751289"/>
        </p:xfrm>
        <a:graphic>
          <a:graphicData uri="http://schemas.openxmlformats.org/drawingml/2006/table">
            <a:tbl>
              <a:tblPr firstRow="1" bandRow="1"/>
              <a:tblGrid>
                <a:gridCol w="1925991"/>
                <a:gridCol w="4645037"/>
                <a:gridCol w="4758332"/>
              </a:tblGrid>
              <a:tr h="2860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FFFFFF"/>
                          </a:solidFill>
                        </a:rPr>
                        <a:t>Ruta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FFFFFF"/>
                          </a:solidFill>
                        </a:rPr>
                        <a:t>Escuelas profesionales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FFFFFF"/>
                          </a:solidFill>
                        </a:rPr>
                        <a:t>Cursos (y el taller)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46891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5C2193"/>
                          </a:solidFill>
                        </a:rPr>
                        <a:t>1 · XP 01 (CMEMC38)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Salud: Enfermería, Estomatología, Medicina Humana, Tecnología Médica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Word 365 · Excel 365 · Canva · Excel Asociado · SPSS · Base de datos científicos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91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5C2193"/>
                          </a:solidFill>
                        </a:rPr>
                        <a:t>2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Derecho, Psicología, Trabajo Social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Word 365 · Excel 365 · Canva · Word Asociado · Excel Asociado · SPSS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6517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5C2193"/>
                          </a:solidFill>
                        </a:rPr>
                        <a:t>3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Administración (y Emprendimiento, Marketing), Contabilidad (y Finanzas), Negocios Internacionales, Turismo, Agroindustrial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Word 365 · Excel 365 · Canva · Excel Asociado · Project · Power BI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91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5C2193"/>
                          </a:solidFill>
                        </a:rPr>
                        <a:t>4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Arquitectura, Ingeniería Civil, Diseño de Interiores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Excel Asociado · AutoCAD 2D · AutoCAD 3D · Sketchup · Project · Revit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46891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5C2193"/>
                          </a:solidFill>
                        </a:rPr>
                        <a:t>5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Ingeniería de Sistemas, de Software, Industrial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Excel Asociado · AutoCAD 2D · AutoCAD 3D · Bizagi · Diseño Web · Power BI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91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5C2193"/>
                          </a:solidFill>
                        </a:rPr>
                        <a:t>6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Ingeniería Mecánica Eléctrica, Civil, Arquitectura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Excel Asociado · AutoCAD 2D · AutoCAD 3D · SolidWorks · MatLab · Diseño Mecánico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46891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5C2193"/>
                          </a:solidFill>
                        </a:rPr>
                        <a:t>7 · XP 07 (CMEMC44)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Artes y Diseño Gráfico, Ciencias de la Comunicación, Ingeniería de Sistemas, de Software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Word 365 · Excel 365 · Canva · Word Asociado · Excel Asociado · Diseño Web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Forma 11"/>
          <p:cNvSpPr/>
          <p:nvPr/>
        </p:nvSpPr>
        <p:spPr>
          <a:xfrm>
            <a:off x="431320" y="5550000"/>
            <a:ext cx="11329360" cy="187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es-PE" sz="1100" dirty="0">
                <a:solidFill>
                  <a:srgbClr val="5F5F6B"/>
                </a:solidFill>
              </a:rPr>
              <a:t>Fuente: carpeta acreditaciones-uss (láminas 5 a 8, 2026). Códigos de las rutas 2 a 6: por confirmar (U37).</a:t>
            </a:r>
            <a:endParaRPr lang="es-PE" sz="1100" dirty="0"/>
          </a:p>
        </p:txBody>
      </p:sp>
    </p:spTree>
    <p:extLst>
      <p:ext uri="{BB962C8B-B14F-4D97-AF65-F5344CB8AC3E}">
        <p14:creationId xmlns:p14="http://schemas.microsoft.com/office/powerpoint/2010/main" val="3875076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C21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El contenido generado por IA puede ser incorrecto.">
            <a:extLst>
              <a:ext uri="{FF2B5EF4-FFF2-40B4-BE49-F238E27FC236}">
                <a16:creationId xmlns:a16="http://schemas.microsoft.com/office/drawing/2014/main" id="{C70BD109-175A-E007-EBEF-35BEAC7E65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6" y="0"/>
            <a:ext cx="12189533" cy="6859388"/>
          </a:xfrm>
          <a:prstGeom prst="rect">
            <a:avLst/>
          </a:prstGeom>
        </p:spPr>
      </p:pic>
      <p:pic>
        <p:nvPicPr>
          <p:cNvPr id="1028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3EBF1EA5-190E-0F8F-B4F4-56B5380AED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5244" y="5091953"/>
            <a:ext cx="3363899" cy="1766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F3B12AA1-09DB-029E-CEFB-090B28455E75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901" y="418320"/>
            <a:ext cx="3688228" cy="868180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D0BC250B-0A63-B351-C809-BDD7940DFA1A}"/>
              </a:ext>
            </a:extLst>
          </p:cNvPr>
          <p:cNvSpPr txBox="1"/>
          <p:nvPr/>
        </p:nvSpPr>
        <p:spPr>
          <a:xfrm>
            <a:off x="1000664" y="1907042"/>
            <a:ext cx="1019642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1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Montserrat" pitchFamily="2" charset="0"/>
                <a:ea typeface="+mn-ea"/>
                <a:cs typeface="+mn-cs"/>
              </a:rPr>
              <a:t>1. INSCRIBIR AL ALUMNO EN SU RUTA</a:t>
            </a:r>
            <a:endParaRPr kumimoji="0" lang="es-PE" sz="5400" b="1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Montserrat" pitchFamily="2" charset="0"/>
              <a:ea typeface="+mn-ea"/>
              <a:cs typeface="+mn-cs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EEB4538-9A01-61FC-2736-55C412E04D72}"/>
              </a:ext>
            </a:extLst>
          </p:cNvPr>
          <p:cNvSpPr txBox="1"/>
          <p:nvPr/>
        </p:nvSpPr>
        <p:spPr>
          <a:xfrm>
            <a:off x="596901" y="63225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2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Elaborado por: Dagner Anibal Chuman Lluen</a:t>
            </a:r>
            <a:endParaRPr kumimoji="0" lang="es-PE" sz="12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1A462EC-C6BC-083C-4144-168320176BC0}"/>
              </a:ext>
            </a:extLst>
          </p:cNvPr>
          <p:cNvSpPr txBox="1"/>
          <p:nvPr/>
        </p:nvSpPr>
        <p:spPr>
          <a:xfrm>
            <a:off x="1198406" y="4023437"/>
            <a:ext cx="101964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Admitirlo en el programa XP de su ruta y matricularlo en un curso de esa ruta.</a:t>
            </a:r>
            <a:endParaRPr kumimoji="0" lang="es-PE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17531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79222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BPM: INSCRIBIR AL ALUMNO EN SU RUTA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8353608" y="241540"/>
            <a:ext cx="3838392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sp>
        <p:nvSpPr>
          <p:cNvPr id="9" name="Forma 9"/>
          <p:cNvSpPr/>
          <p:nvPr/>
        </p:nvSpPr>
        <p:spPr>
          <a:xfrm>
            <a:off x="431320" y="900000"/>
            <a:ext cx="11329360" cy="24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es-PE" sz="1500" b="1" dirty="0">
                <a:solidFill>
                  <a:srgbClr val="1E1E24"/>
                </a:solidFill>
              </a:rPr>
              <a:t>Dagner, ve en este orden:</a:t>
            </a:r>
            <a:endParaRPr lang="es-PE" sz="1500" dirty="0"/>
          </a:p>
        </p:txBody>
      </p:sp>
      <p:sp>
        <p:nvSpPr>
          <p:cNvPr id="10" name="Paso 10"/>
          <p:cNvSpPr/>
          <p:nvPr/>
        </p:nvSpPr>
        <p:spPr>
          <a:xfrm>
            <a:off x="431320" y="1238600"/>
            <a:ext cx="1854893" cy="820000"/>
          </a:xfrm>
          <a:prstGeom prst="homePlate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11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250" b="1" dirty="0">
                <a:solidFill>
                  <a:srgbClr val="FFFFFF"/>
                </a:solidFill>
              </a:rPr>
              <a:t>1  </a:t>
            </a:r>
            <a:r>
              <a:rPr lang="es-PE" sz="1250" b="1" dirty="0">
                <a:solidFill>
                  <a:srgbClr val="FFFFFF"/>
                </a:solidFill>
              </a:rPr>
              <a:t>Ruta</a:t>
            </a:r>
            <a:endParaRPr lang="es-PE" sz="1250" dirty="0"/>
          </a:p>
          <a:p>
            <a:pPr algn="l">
              <a:buNone/>
            </a:pPr>
            <a:r>
              <a:rPr lang="es-PE" sz="1100" dirty="0">
                <a:solidFill>
                  <a:srgbClr val="EDE0F8"/>
                </a:solidFill>
              </a:rPr>
              <a:t>según su escuela</a:t>
            </a:r>
            <a:endParaRPr lang="es-PE" sz="1100" dirty="0"/>
          </a:p>
        </p:txBody>
      </p:sp>
      <p:sp>
        <p:nvSpPr>
          <p:cNvPr id="11" name="Paso 11"/>
          <p:cNvSpPr/>
          <p:nvPr/>
        </p:nvSpPr>
        <p:spPr>
          <a:xfrm>
            <a:off x="2326213" y="1238600"/>
            <a:ext cx="1854893" cy="82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250" b="1" dirty="0">
                <a:solidFill>
                  <a:srgbClr val="FFFFFF"/>
                </a:solidFill>
              </a:rPr>
              <a:t>2  </a:t>
            </a:r>
            <a:r>
              <a:rPr lang="es-PE" sz="1250" b="1" dirty="0">
                <a:solidFill>
                  <a:srgbClr val="FFFFFF"/>
                </a:solidFill>
              </a:rPr>
              <a:t>GOAMTCH</a:t>
            </a:r>
            <a:endParaRPr lang="es-PE" sz="1250" dirty="0"/>
          </a:p>
          <a:p>
            <a:pPr algn="l">
              <a:buNone/>
            </a:pPr>
            <a:r>
              <a:rPr lang="es-PE" sz="1100" dirty="0">
                <a:solidFill>
                  <a:srgbClr val="EDE0F8"/>
                </a:solidFill>
              </a:rPr>
              <a:t>persona, si no existe</a:t>
            </a:r>
            <a:endParaRPr lang="es-PE" sz="1100" dirty="0"/>
          </a:p>
        </p:txBody>
      </p:sp>
      <p:sp>
        <p:nvSpPr>
          <p:cNvPr id="12" name="Paso 12"/>
          <p:cNvSpPr/>
          <p:nvPr/>
        </p:nvSpPr>
        <p:spPr>
          <a:xfrm>
            <a:off x="4221106" y="1238600"/>
            <a:ext cx="1854893" cy="82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250" b="1" dirty="0">
                <a:solidFill>
                  <a:srgbClr val="FFFFFF"/>
                </a:solidFill>
              </a:rPr>
              <a:t>3  </a:t>
            </a:r>
            <a:r>
              <a:rPr lang="es-PE" sz="1250" b="1" dirty="0">
                <a:solidFill>
                  <a:srgbClr val="FFFFFF"/>
                </a:solidFill>
              </a:rPr>
              <a:t>SAAQUIK</a:t>
            </a:r>
            <a:endParaRPr lang="es-PE" sz="1250" dirty="0"/>
          </a:p>
          <a:p>
            <a:pPr algn="l">
              <a:buNone/>
            </a:pPr>
            <a:r>
              <a:rPr lang="es-PE" sz="1100" dirty="0">
                <a:solidFill>
                  <a:srgbClr val="EDE0F8"/>
                </a:solidFill>
              </a:rPr>
              <a:t>admitir en el XP</a:t>
            </a:r>
            <a:endParaRPr lang="es-PE" sz="1100" dirty="0"/>
          </a:p>
        </p:txBody>
      </p:sp>
      <p:sp>
        <p:nvSpPr>
          <p:cNvPr id="13" name="Paso 13"/>
          <p:cNvSpPr/>
          <p:nvPr/>
        </p:nvSpPr>
        <p:spPr>
          <a:xfrm>
            <a:off x="6116000" y="1238600"/>
            <a:ext cx="1854893" cy="82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250" b="1" dirty="0">
                <a:solidFill>
                  <a:srgbClr val="FFFFFF"/>
                </a:solidFill>
              </a:rPr>
              <a:t>4  </a:t>
            </a:r>
            <a:r>
              <a:rPr lang="es-PE" sz="1250" b="1" dirty="0">
                <a:solidFill>
                  <a:srgbClr val="FFFFFF"/>
                </a:solidFill>
              </a:rPr>
              <a:t>SGASTDN</a:t>
            </a:r>
            <a:endParaRPr lang="es-PE" sz="1250" dirty="0"/>
          </a:p>
          <a:p>
            <a:pPr algn="l">
              <a:buNone/>
            </a:pPr>
            <a:r>
              <a:rPr lang="es-PE" sz="1100" dirty="0">
                <a:solidFill>
                  <a:srgbClr val="EDE0F8"/>
                </a:solidFill>
              </a:rPr>
              <a:t>ver el plan</a:t>
            </a:r>
            <a:endParaRPr lang="es-PE" sz="1100" dirty="0"/>
          </a:p>
        </p:txBody>
      </p:sp>
      <p:sp>
        <p:nvSpPr>
          <p:cNvPr id="14" name="Paso 14"/>
          <p:cNvSpPr/>
          <p:nvPr/>
        </p:nvSpPr>
        <p:spPr>
          <a:xfrm>
            <a:off x="8010893" y="1238600"/>
            <a:ext cx="1854893" cy="82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250" b="1" dirty="0">
                <a:solidFill>
                  <a:srgbClr val="FFFFFF"/>
                </a:solidFill>
              </a:rPr>
              <a:t>5  </a:t>
            </a:r>
            <a:r>
              <a:rPr lang="es-PE" sz="1250" b="1" dirty="0">
                <a:solidFill>
                  <a:srgbClr val="FFFFFF"/>
                </a:solidFill>
              </a:rPr>
              <a:t>SFAREGS</a:t>
            </a:r>
            <a:endParaRPr lang="es-PE" sz="1250" dirty="0"/>
          </a:p>
          <a:p>
            <a:pPr algn="l">
              <a:buNone/>
            </a:pPr>
            <a:r>
              <a:rPr lang="es-PE" sz="1100" dirty="0">
                <a:solidFill>
                  <a:srgbClr val="EDE0F8"/>
                </a:solidFill>
              </a:rPr>
              <a:t>matricular el NRC</a:t>
            </a:r>
            <a:endParaRPr lang="es-PE" sz="1100" dirty="0"/>
          </a:p>
        </p:txBody>
      </p:sp>
      <p:sp>
        <p:nvSpPr>
          <p:cNvPr id="15" name="Paso 15"/>
          <p:cNvSpPr/>
          <p:nvPr/>
        </p:nvSpPr>
        <p:spPr>
          <a:xfrm>
            <a:off x="9905786" y="1238600"/>
            <a:ext cx="1854893" cy="82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250" b="1" dirty="0">
                <a:solidFill>
                  <a:srgbClr val="FFFFFF"/>
                </a:solidFill>
              </a:rPr>
              <a:t>6  </a:t>
            </a:r>
            <a:r>
              <a:rPr lang="es-PE" sz="1250" b="1" dirty="0">
                <a:solidFill>
                  <a:srgbClr val="FFFFFF"/>
                </a:solidFill>
              </a:rPr>
              <a:t>TSAAREV</a:t>
            </a:r>
            <a:endParaRPr lang="es-PE" sz="1250" dirty="0"/>
          </a:p>
          <a:p>
            <a:pPr algn="l">
              <a:buNone/>
            </a:pPr>
            <a:r>
              <a:rPr lang="es-PE" sz="1100" dirty="0">
                <a:solidFill>
                  <a:srgbClr val="EDE0F8"/>
                </a:solidFill>
              </a:rPr>
              <a:t>cargo y pago</a:t>
            </a:r>
            <a:endParaRPr lang="es-PE" sz="1100" dirty="0"/>
          </a:p>
        </p:txBody>
      </p:sp>
      <p:sp>
        <p:nvSpPr>
          <p:cNvPr id="16" name="Bloque 16"/>
          <p:cNvSpPr/>
          <p:nvPr/>
        </p:nvSpPr>
        <p:spPr>
          <a:xfrm>
            <a:off x="431320" y="2168600"/>
            <a:ext cx="3656453" cy="3681400"/>
          </a:xfrm>
          <a:prstGeom prst="roundRect">
            <a:avLst>
              <a:gd name="adj" fmla="val 6000"/>
            </a:avLst>
          </a:prstGeom>
          <a:solidFill>
            <a:srgbClr val="F1E7FA"/>
          </a:solidFill>
          <a:ln w="12700">
            <a:solidFill>
              <a:srgbClr val="F1E7FA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Si ya es alumno de pregrado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50" dirty="0">
                <a:solidFill>
                  <a:srgbClr val="1E1E24"/>
                </a:solidFill>
              </a:rPr>
              <a:t>No va a </a:t>
            </a:r>
            <a:r>
              <a:rPr lang="es-PE" sz="1450" b="1" dirty="0">
                <a:solidFill>
                  <a:srgbClr val="5C2193"/>
                </a:solidFill>
              </a:rPr>
              <a:t>GOAMTCH</a:t>
            </a:r>
            <a:r>
              <a:rPr lang="es-PE" sz="1450" dirty="0">
                <a:solidFill>
                  <a:srgbClr val="1E1E24"/>
                </a:solidFill>
              </a:rPr>
              <a:t> (búsqueda de personas para evitar duplicados): ya existe. Se le agrega el currículo del centro en </a:t>
            </a:r>
            <a:r>
              <a:rPr lang="es-PE" sz="1450" b="1" dirty="0">
                <a:solidFill>
                  <a:srgbClr val="5C2193"/>
                </a:solidFill>
              </a:rPr>
              <a:t>SAAQUIK</a:t>
            </a:r>
            <a:r>
              <a:rPr lang="es-PE" sz="1450" dirty="0">
                <a:solidFill>
                  <a:srgbClr val="1E1E24"/>
                </a:solidFill>
              </a:rPr>
              <a:t> (admisión rápida) o en </a:t>
            </a:r>
            <a:r>
              <a:rPr lang="es-PE" sz="1450" b="1" dirty="0">
                <a:solidFill>
                  <a:srgbClr val="5C2193"/>
                </a:solidFill>
              </a:rPr>
              <a:t>SFAREGS</a:t>
            </a:r>
            <a:r>
              <a:rPr lang="es-PE" sz="1450" dirty="0">
                <a:solidFill>
                  <a:srgbClr val="1E1E24"/>
                </a:solidFill>
              </a:rPr>
              <a:t> (Inscripción de curso del alumno) › Currículos con «+» (C100).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50" dirty="0">
                <a:solidFill>
                  <a:srgbClr val="1E1E24"/>
                </a:solidFill>
              </a:rPr>
              <a:t>En </a:t>
            </a:r>
            <a:r>
              <a:rPr lang="es-PE" sz="1450" b="1" dirty="0">
                <a:solidFill>
                  <a:srgbClr val="5C2193"/>
                </a:solidFill>
              </a:rPr>
              <a:t>SFAREGS</a:t>
            </a:r>
            <a:r>
              <a:rPr lang="es-PE" sz="1450" dirty="0">
                <a:solidFill>
                  <a:srgbClr val="1E1E24"/>
                </a:solidFill>
              </a:rPr>
              <a:t> se elige el </a:t>
            </a:r>
            <a:r>
              <a:rPr lang="es-PE" sz="1450" b="1" dirty="0">
                <a:solidFill>
                  <a:srgbClr val="1E1E24"/>
                </a:solidFill>
              </a:rPr>
              <a:t>plan de estudios del centro</a:t>
            </a:r>
            <a:r>
              <a:rPr lang="es-PE" sz="1450" dirty="0">
                <a:solidFill>
                  <a:srgbClr val="1E1E24"/>
                </a:solidFill>
              </a:rPr>
              <a:t>, no el 1 (C86).</a:t>
            </a:r>
            <a:endParaRPr lang="es-PE" dirty="0"/>
          </a:p>
        </p:txBody>
      </p:sp>
      <p:sp>
        <p:nvSpPr>
          <p:cNvPr id="17" name="Bloque 17"/>
          <p:cNvSpPr/>
          <p:nvPr/>
        </p:nvSpPr>
        <p:spPr>
          <a:xfrm>
            <a:off x="4267773" y="2168600"/>
            <a:ext cx="3656453" cy="3681400"/>
          </a:xfrm>
          <a:prstGeom prst="roundRect">
            <a:avLst>
              <a:gd name="adj" fmla="val 6000"/>
            </a:avLst>
          </a:prstGeom>
          <a:solidFill>
            <a:srgbClr val="EDF7E8"/>
          </a:solidFill>
          <a:ln w="12700">
            <a:solidFill>
              <a:srgbClr val="EDF7E8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550" b="1" dirty="0">
                <a:solidFill>
                  <a:srgbClr val="2F6B1B"/>
                </a:solidFill>
              </a:rPr>
              <a:t>Por Autoservicio (el alumno)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50" dirty="0">
                <a:solidFill>
                  <a:srgbClr val="1E1E24"/>
                </a:solidFill>
              </a:rPr>
              <a:t>Elige su plan del centro › pestaña </a:t>
            </a:r>
            <a:r>
              <a:rPr lang="es-PE" sz="1450" b="1" dirty="0">
                <a:solidFill>
                  <a:srgbClr val="1E1E24"/>
                </a:solidFill>
              </a:rPr>
              <a:t>Proyecciones</a:t>
            </a:r>
            <a:r>
              <a:rPr lang="es-PE" sz="1450" dirty="0">
                <a:solidFill>
                  <a:srgbClr val="1E1E24"/>
                </a:solidFill>
              </a:rPr>
              <a:t> › agrega el NRC › </a:t>
            </a:r>
            <a:r>
              <a:rPr lang="es-PE" sz="1450" b="1" dirty="0">
                <a:solidFill>
                  <a:srgbClr val="1E1E24"/>
                </a:solidFill>
              </a:rPr>
              <a:t>Enviar</a:t>
            </a:r>
            <a:r>
              <a:rPr lang="es-PE" sz="1450" dirty="0">
                <a:solidFill>
                  <a:srgbClr val="1E1E24"/>
                </a:solidFill>
              </a:rPr>
              <a:t>.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50" dirty="0">
                <a:solidFill>
                  <a:srgbClr val="1E1E24"/>
                </a:solidFill>
              </a:rPr>
              <a:t>Queda </a:t>
            </a:r>
            <a:r>
              <a:rPr lang="es-PE" sz="1450" b="1" dirty="0">
                <a:solidFill>
                  <a:srgbClr val="1E1E24"/>
                </a:solidFill>
              </a:rPr>
              <a:t>RW</a:t>
            </a:r>
            <a:r>
              <a:rPr lang="es-PE" sz="1450" dirty="0">
                <a:solidFill>
                  <a:srgbClr val="1E1E24"/>
                </a:solidFill>
              </a:rPr>
              <a:t>, inscrito por autoservicio (C71).</a:t>
            </a:r>
            <a:endParaRPr lang="es-PE" dirty="0"/>
          </a:p>
        </p:txBody>
      </p:sp>
      <p:sp>
        <p:nvSpPr>
          <p:cNvPr id="18" name="Bloque 18"/>
          <p:cNvSpPr/>
          <p:nvPr/>
        </p:nvSpPr>
        <p:spPr>
          <a:xfrm>
            <a:off x="8104226" y="2168600"/>
            <a:ext cx="3656453" cy="3681400"/>
          </a:xfrm>
          <a:prstGeom prst="roundRect">
            <a:avLst>
              <a:gd name="adj" fmla="val 6000"/>
            </a:avLst>
          </a:prstGeom>
          <a:solidFill>
            <a:srgbClr val="F2F2F5"/>
          </a:solidFill>
          <a:ln w="12700">
            <a:solidFill>
              <a:srgbClr val="F2F2F5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550" b="1" dirty="0">
                <a:solidFill>
                  <a:srgbClr val="5F5F6B"/>
                </a:solidFill>
              </a:rPr>
              <a:t>Al terminar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50" b="1" dirty="0">
                <a:solidFill>
                  <a:srgbClr val="5C2193"/>
                </a:solidFill>
              </a:rPr>
              <a:t>SMARQCM</a:t>
            </a:r>
            <a:r>
              <a:rPr lang="es-PE" sz="1450" dirty="0">
                <a:solidFill>
                  <a:srgbClr val="1E1E24"/>
                </a:solidFill>
              </a:rPr>
              <a:t> (CAPP de un estudiante): el CAPP muestra el curso dentro del área de su programa XP.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50" dirty="0">
                <a:solidFill>
                  <a:srgbClr val="1E1E24"/>
                </a:solidFill>
              </a:rPr>
              <a:t>El cargo sale en la cuenta corriente; el pago sigue la modalidad elegida.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772365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9011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PASO A PASO: ADMITIR EN LA RUTA (SAAQUIK)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9443166" y="241540"/>
            <a:ext cx="2748833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graphicFrame>
        <p:nvGraphicFramePr>
          <p:cNvPr id="9" name="Tabla 9"/>
          <p:cNvGraphicFramePr>
            <a:graphicFrameLocks noGrp="1"/>
          </p:cNvGraphicFramePr>
          <p:nvPr/>
        </p:nvGraphicFramePr>
        <p:xfrm>
          <a:off x="431320" y="900000"/>
          <a:ext cx="11329360" cy="2779464"/>
        </p:xfrm>
        <a:graphic>
          <a:graphicData uri="http://schemas.openxmlformats.org/drawingml/2006/table">
            <a:tbl>
              <a:tblPr firstRow="1" bandRow="1"/>
              <a:tblGrid>
                <a:gridCol w="793055"/>
                <a:gridCol w="2492459"/>
                <a:gridCol w="8043846"/>
              </a:tblGrid>
              <a:tr h="3317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b="1" dirty="0">
                          <a:solidFill>
                            <a:srgbClr val="FFFFFF"/>
                          </a:solidFill>
                        </a:rPr>
                        <a:t>N.º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b="1" dirty="0">
                          <a:solidFill>
                            <a:srgbClr val="FFFFFF"/>
                          </a:solidFill>
                        </a:rPr>
                        <a:t>Bloque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b="1" dirty="0">
                          <a:solidFill>
                            <a:srgbClr val="FFFFFF"/>
                          </a:solidFill>
                        </a:rPr>
                        <a:t>Qué pones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3317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1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Encabezado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ID del alumno, periodo 202656, nivel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C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›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Ir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7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2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Detalles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Tipo de alumno R o I · estatus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AS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· residencia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R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5603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3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Currículo, prioridad 1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Programa › ••• › «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Reglas de currículo base por programa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» › el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programa XP de su ruta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› OK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7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4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Lo pone Banner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Mayor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ACXP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· departamento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EMCI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· campus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S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· estatus INPROGRESS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3317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5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Guardar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«Saved successfully (3 rows saved)»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3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6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Verificar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b="1" dirty="0">
                          <a:solidFill>
                            <a:srgbClr val="5C2193"/>
                          </a:solidFill>
                        </a:rPr>
                        <a:t>SGASTDN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(registro del estudiante): el plan del centro está activo junto al de pregrado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</a:tbl>
          </a:graphicData>
        </a:graphic>
      </p:graphicFrame>
      <p:sp>
        <p:nvSpPr>
          <p:cNvPr id="10" name="Nota 10"/>
          <p:cNvSpPr/>
          <p:nvPr/>
        </p:nvSpPr>
        <p:spPr>
          <a:xfrm>
            <a:off x="431320" y="3779464"/>
            <a:ext cx="11329360" cy="574256"/>
          </a:xfrm>
          <a:prstGeom prst="roundRect">
            <a:avLst>
              <a:gd name="adj" fmla="val 9000"/>
            </a:avLst>
          </a:prstGeom>
          <a:solidFill>
            <a:srgbClr val="EDF7E8"/>
          </a:solidFill>
          <a:ln w="12700">
            <a:solidFill>
              <a:srgbClr val="BFE0B0"/>
            </a:solidFill>
          </a:ln>
        </p:spPr>
        <p:txBody>
          <a:bodyPr wrap="square" lIns="137160" tIns="64008" rIns="137160" bIns="64008" rtlCol="0" anchor="ctr">
            <a:noAutofit/>
          </a:bodyPr>
          <a:lstStyle/>
          <a:p>
            <a:pPr algn="l">
              <a:buNone/>
            </a:pPr>
            <a:r>
              <a:rPr lang="es-PE" sz="1300" dirty="0">
                <a:solidFill>
                  <a:srgbClr val="1E1E24"/>
                </a:solidFill>
              </a:rPr>
              <a:t>Ejemplo: alumno de </a:t>
            </a:r>
            <a:r>
              <a:rPr lang="es-PE" sz="1300" b="1" dirty="0">
                <a:solidFill>
                  <a:srgbClr val="1E1E24"/>
                </a:solidFill>
              </a:rPr>
              <a:t>Ingeniería de Software</a:t>
            </a:r>
            <a:r>
              <a:rPr lang="es-PE" sz="1300" dirty="0">
                <a:solidFill>
                  <a:srgbClr val="1E1E24"/>
                </a:solidFill>
              </a:rPr>
              <a:t> que quiere </a:t>
            </a:r>
            <a:r>
              <a:rPr lang="es-PE" sz="1300" b="1" dirty="0">
                <a:solidFill>
                  <a:srgbClr val="1E1E24"/>
                </a:solidFill>
              </a:rPr>
              <a:t>Diseño Web</a:t>
            </a:r>
            <a:r>
              <a:rPr lang="es-PE" sz="1300" dirty="0">
                <a:solidFill>
                  <a:srgbClr val="1E1E24"/>
                </a:solidFill>
              </a:rPr>
              <a:t> → ruta </a:t>
            </a:r>
            <a:r>
              <a:rPr lang="es-PE" sz="1300" b="1" dirty="0">
                <a:solidFill>
                  <a:srgbClr val="1E1E24"/>
                </a:solidFill>
              </a:rPr>
              <a:t>7</a:t>
            </a:r>
            <a:r>
              <a:rPr lang="es-PE" sz="1300" dirty="0">
                <a:solidFill>
                  <a:srgbClr val="1E1E24"/>
                </a:solidFill>
              </a:rPr>
              <a:t> → programa </a:t>
            </a:r>
            <a:r>
              <a:rPr lang="es-PE" sz="1300" b="1" dirty="0">
                <a:solidFill>
                  <a:srgbClr val="1E1E24"/>
                </a:solidFill>
              </a:rPr>
              <a:t>CMEMC44</a:t>
            </a:r>
            <a:r>
              <a:rPr lang="es-PE" sz="1300" dirty="0">
                <a:solidFill>
                  <a:srgbClr val="1E1E24"/>
                </a:solidFill>
              </a:rPr>
              <a:t> (XP 07), como el alumno del NRC 10044 (C125).</a:t>
            </a:r>
            <a:endParaRPr lang="es-PE" sz="1300" dirty="0"/>
          </a:p>
        </p:txBody>
      </p:sp>
    </p:spTree>
    <p:extLst>
      <p:ext uri="{BB962C8B-B14F-4D97-AF65-F5344CB8AC3E}">
        <p14:creationId xmlns:p14="http://schemas.microsoft.com/office/powerpoint/2010/main" val="2680571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105288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PASO A PASO: MATRICULAR EN UN CURSO DE SU RUTA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10960156" y="241540"/>
            <a:ext cx="1231843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graphicFrame>
        <p:nvGraphicFramePr>
          <p:cNvPr id="9" name="Tabla 9"/>
          <p:cNvGraphicFramePr>
            <a:graphicFrameLocks noGrp="1"/>
          </p:cNvGraphicFramePr>
          <p:nvPr/>
        </p:nvGraphicFramePr>
        <p:xfrm>
          <a:off x="431320" y="900000"/>
          <a:ext cx="11329360" cy="2676312"/>
        </p:xfrm>
        <a:graphic>
          <a:graphicData uri="http://schemas.openxmlformats.org/drawingml/2006/table">
            <a:tbl>
              <a:tblPr firstRow="1" bandRow="1"/>
              <a:tblGrid>
                <a:gridCol w="793055"/>
                <a:gridCol w="2832340"/>
                <a:gridCol w="7703965"/>
              </a:tblGrid>
              <a:tr h="3317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b="1" dirty="0">
                          <a:solidFill>
                            <a:srgbClr val="FFFFFF"/>
                          </a:solidFill>
                        </a:rPr>
                        <a:t>N.º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b="1" dirty="0">
                          <a:solidFill>
                            <a:srgbClr val="FFFFFF"/>
                          </a:solidFill>
                        </a:rPr>
                        <a:t>Dónde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b="1" dirty="0">
                          <a:solidFill>
                            <a:srgbClr val="FFFFFF"/>
                          </a:solidFill>
                        </a:rPr>
                        <a:t>Qué haces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7889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1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b="1" dirty="0">
                          <a:solidFill>
                            <a:srgbClr val="5C2193"/>
                          </a:solidFill>
                        </a:rPr>
                        <a:t>SFAREGS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(Inscripción de curso del alumno) · encabezado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Periodo → ID →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plan de estudios al final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(no asumas 1) ›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Ir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7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2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Información de ingreso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Estatus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EL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· en el plan de estudios de ingreso, el plan y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EL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›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Guardar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3317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3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Cursos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Botón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⤓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(sección siguiente) › NRC ›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Tab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›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Guardar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7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4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Resultado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El curso queda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RE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; el cupo del NRC baja en </a:t>
                      </a:r>
                      <a:r>
                        <a:rPr lang="es-PE" sz="1500" b="1" dirty="0">
                          <a:solidFill>
                            <a:srgbClr val="5C2193"/>
                          </a:solidFill>
                        </a:rPr>
                        <a:t>SSASECQ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5603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5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b="1" dirty="0">
                          <a:solidFill>
                            <a:srgbClr val="5C2193"/>
                          </a:solidFill>
                        </a:rPr>
                        <a:t>TSAAREV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(cuenta corriente del estudiante)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Aparece el cargo (S/ 420 en Chiclayo; S/ 240 en filiales)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Bloque 10"/>
          <p:cNvSpPr/>
          <p:nvPr/>
        </p:nvSpPr>
        <p:spPr>
          <a:xfrm>
            <a:off x="431320" y="3676312"/>
            <a:ext cx="5574680" cy="2173688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 w="12700">
            <a:solidFill>
              <a:srgbClr val="FFF8E8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500" b="1" dirty="0">
                <a:solidFill>
                  <a:srgbClr val="8A5A00"/>
                </a:solidFill>
              </a:rPr>
              <a:t>Si sale un error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50" dirty="0">
                <a:solidFill>
                  <a:srgbClr val="1E1E24"/>
                </a:solidFill>
              </a:rPr>
              <a:t>«Closed»: sin cupo (Script 15) · «Duplicate Course»: ya lleva ese curso · «tiene retenciones»: </a:t>
            </a:r>
            <a:r>
              <a:rPr lang="es-PE" sz="1450" b="1" dirty="0">
                <a:solidFill>
                  <a:srgbClr val="5C2193"/>
                </a:solidFill>
              </a:rPr>
              <a:t>SOAHOLD</a:t>
            </a:r>
            <a:r>
              <a:rPr lang="es-PE" sz="1450" dirty="0">
                <a:solidFill>
                  <a:srgbClr val="1E1E24"/>
                </a:solidFill>
              </a:rPr>
              <a:t> (Script 18-B).</a:t>
            </a:r>
            <a:endParaRPr lang="es-PE" dirty="0"/>
          </a:p>
        </p:txBody>
      </p:sp>
      <p:sp>
        <p:nvSpPr>
          <p:cNvPr id="11" name="Bloque 11"/>
          <p:cNvSpPr/>
          <p:nvPr/>
        </p:nvSpPr>
        <p:spPr>
          <a:xfrm>
            <a:off x="6186000" y="3676312"/>
            <a:ext cx="5574680" cy="2173688"/>
          </a:xfrm>
          <a:prstGeom prst="roundRect">
            <a:avLst>
              <a:gd name="adj" fmla="val 6000"/>
            </a:avLst>
          </a:prstGeom>
          <a:solidFill>
            <a:srgbClr val="F2F2F5"/>
          </a:solidFill>
          <a:ln w="12700">
            <a:solidFill>
              <a:srgbClr val="F2F2F5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500" b="1" dirty="0">
                <a:solidFill>
                  <a:srgbClr val="5F5F6B"/>
                </a:solidFill>
              </a:rPr>
              <a:t>Pago (hoy)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50" dirty="0">
                <a:solidFill>
                  <a:srgbClr val="1E1E24"/>
                </a:solidFill>
              </a:rPr>
              <a:t>Contado −5 % (paga antes) · 3 cuotas (paga la 1.ª) · 2 cuotas · diferido +5 %. No se anula una vez programado.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227197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C21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El contenido generado por IA puede ser incorrecto.">
            <a:extLst>
              <a:ext uri="{FF2B5EF4-FFF2-40B4-BE49-F238E27FC236}">
                <a16:creationId xmlns:a16="http://schemas.microsoft.com/office/drawing/2014/main" id="{C70BD109-175A-E007-EBEF-35BEAC7E65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6" y="0"/>
            <a:ext cx="12189533" cy="6859388"/>
          </a:xfrm>
          <a:prstGeom prst="rect">
            <a:avLst/>
          </a:prstGeom>
        </p:spPr>
      </p:pic>
      <p:pic>
        <p:nvPicPr>
          <p:cNvPr id="1028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3EBF1EA5-190E-0F8F-B4F4-56B5380AED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5244" y="5091953"/>
            <a:ext cx="3363899" cy="1766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F3B12AA1-09DB-029E-CEFB-090B28455E75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901" y="418320"/>
            <a:ext cx="3688228" cy="868180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D0BC250B-0A63-B351-C809-BDD7940DFA1A}"/>
              </a:ext>
            </a:extLst>
          </p:cNvPr>
          <p:cNvSpPr txBox="1"/>
          <p:nvPr/>
        </p:nvSpPr>
        <p:spPr>
          <a:xfrm>
            <a:off x="1000664" y="1907042"/>
            <a:ext cx="1019642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1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Montserrat" pitchFamily="2" charset="0"/>
                <a:ea typeface="+mn-ea"/>
                <a:cs typeface="+mn-cs"/>
              </a:rPr>
              <a:t>2. CREAR EL NRC Y ASIGNAR PROGRAMAS</a:t>
            </a:r>
            <a:endParaRPr kumimoji="0" lang="es-PE" sz="5400" b="1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Montserrat" pitchFamily="2" charset="0"/>
              <a:ea typeface="+mn-ea"/>
              <a:cs typeface="+mn-cs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EEB4538-9A01-61FC-2736-55C412E04D72}"/>
              </a:ext>
            </a:extLst>
          </p:cNvPr>
          <p:cNvSpPr txBox="1"/>
          <p:nvPr/>
        </p:nvSpPr>
        <p:spPr>
          <a:xfrm>
            <a:off x="596901" y="63225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2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Elaborado por: Dagner Anibal Chuman Lluen</a:t>
            </a:r>
            <a:endParaRPr kumimoji="0" lang="es-PE" sz="12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1A462EC-C6BC-083C-4144-168320176BC0}"/>
              </a:ext>
            </a:extLst>
          </p:cNvPr>
          <p:cNvSpPr txBox="1"/>
          <p:nvPr/>
        </p:nvSpPr>
        <p:spPr>
          <a:xfrm>
            <a:off x="1198406" y="4023437"/>
            <a:ext cx="101964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Ver a qué malla va el alumno, programar el NRC y abrirlo a los programas de la ruta.</a:t>
            </a:r>
            <a:endParaRPr kumimoji="0" lang="es-PE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98454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40270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BPM: CREAR EL NRC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4458365" y="241540"/>
            <a:ext cx="7733634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sp>
        <p:nvSpPr>
          <p:cNvPr id="9" name="Forma 9"/>
          <p:cNvSpPr/>
          <p:nvPr/>
        </p:nvSpPr>
        <p:spPr>
          <a:xfrm>
            <a:off x="431320" y="900000"/>
            <a:ext cx="11329360" cy="24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es-PE" sz="1500" b="1" dirty="0">
                <a:solidFill>
                  <a:srgbClr val="1E1E24"/>
                </a:solidFill>
              </a:rPr>
              <a:t>Dagner, ve en este orden (primero mira </a:t>
            </a:r>
            <a:r>
              <a:rPr lang="es-PE" sz="1500" b="1" dirty="0">
                <a:solidFill>
                  <a:srgbClr val="1E1E24"/>
                </a:solidFill>
              </a:rPr>
              <a:t>a qué malla va el alumno</a:t>
            </a:r>
            <a:r>
              <a:rPr lang="es-PE" sz="1500" b="1" dirty="0">
                <a:solidFill>
                  <a:srgbClr val="1E1E24"/>
                </a:solidFill>
              </a:rPr>
              <a:t>):</a:t>
            </a:r>
            <a:endParaRPr lang="es-PE" sz="1500" dirty="0"/>
          </a:p>
        </p:txBody>
      </p:sp>
      <p:sp>
        <p:nvSpPr>
          <p:cNvPr id="10" name="Paso 10"/>
          <p:cNvSpPr/>
          <p:nvPr/>
        </p:nvSpPr>
        <p:spPr>
          <a:xfrm>
            <a:off x="431320" y="1238600"/>
            <a:ext cx="1854893" cy="820000"/>
          </a:xfrm>
          <a:prstGeom prst="homePlate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11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250" b="1" dirty="0">
                <a:solidFill>
                  <a:srgbClr val="FFFFFF"/>
                </a:solidFill>
              </a:rPr>
              <a:t>1  </a:t>
            </a:r>
            <a:r>
              <a:rPr lang="es-PE" sz="1250" b="1" dirty="0">
                <a:solidFill>
                  <a:srgbClr val="FFFFFF"/>
                </a:solidFill>
              </a:rPr>
              <a:t>Malla</a:t>
            </a:r>
            <a:endParaRPr lang="es-PE" sz="1250" dirty="0"/>
          </a:p>
          <a:p>
            <a:pPr algn="l">
              <a:buNone/>
            </a:pPr>
            <a:r>
              <a:rPr lang="es-PE" sz="1100" dirty="0">
                <a:solidFill>
                  <a:srgbClr val="EDE0F8"/>
                </a:solidFill>
              </a:rPr>
              <a:t>el curso en el XP</a:t>
            </a:r>
            <a:endParaRPr lang="es-PE" sz="1100" dirty="0"/>
          </a:p>
        </p:txBody>
      </p:sp>
      <p:sp>
        <p:nvSpPr>
          <p:cNvPr id="11" name="Paso 11"/>
          <p:cNvSpPr/>
          <p:nvPr/>
        </p:nvSpPr>
        <p:spPr>
          <a:xfrm>
            <a:off x="2326213" y="1238600"/>
            <a:ext cx="1854893" cy="82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250" b="1" dirty="0">
                <a:solidFill>
                  <a:srgbClr val="FFFFFF"/>
                </a:solidFill>
              </a:rPr>
              <a:t>2  </a:t>
            </a:r>
            <a:r>
              <a:rPr lang="es-PE" sz="1250" b="1" dirty="0">
                <a:solidFill>
                  <a:srgbClr val="FFFFFF"/>
                </a:solidFill>
              </a:rPr>
              <a:t>SOATERM</a:t>
            </a:r>
            <a:endParaRPr lang="es-PE" sz="1250" dirty="0"/>
          </a:p>
          <a:p>
            <a:pPr algn="l">
              <a:buNone/>
            </a:pPr>
            <a:r>
              <a:rPr lang="es-PE" sz="1100" dirty="0">
                <a:solidFill>
                  <a:srgbClr val="EDE0F8"/>
                </a:solidFill>
              </a:rPr>
              <a:t>periodo y parte</a:t>
            </a:r>
            <a:endParaRPr lang="es-PE" sz="1100" dirty="0"/>
          </a:p>
        </p:txBody>
      </p:sp>
      <p:sp>
        <p:nvSpPr>
          <p:cNvPr id="12" name="Paso 12"/>
          <p:cNvSpPr/>
          <p:nvPr/>
        </p:nvSpPr>
        <p:spPr>
          <a:xfrm>
            <a:off x="4221106" y="1238600"/>
            <a:ext cx="1854893" cy="82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250" b="1" dirty="0">
                <a:solidFill>
                  <a:srgbClr val="FFFFFF"/>
                </a:solidFill>
              </a:rPr>
              <a:t>3  </a:t>
            </a:r>
            <a:r>
              <a:rPr lang="es-PE" sz="1250" b="1" dirty="0">
                <a:solidFill>
                  <a:srgbClr val="FFFFFF"/>
                </a:solidFill>
              </a:rPr>
              <a:t>SSASECT</a:t>
            </a:r>
            <a:endParaRPr lang="es-PE" sz="1250" dirty="0"/>
          </a:p>
          <a:p>
            <a:pPr algn="l">
              <a:buNone/>
            </a:pPr>
            <a:r>
              <a:rPr lang="es-PE" sz="1100" dirty="0">
                <a:solidFill>
                  <a:srgbClr val="EDE0F8"/>
                </a:solidFill>
              </a:rPr>
              <a:t>crear el NRC</a:t>
            </a:r>
            <a:endParaRPr lang="es-PE" sz="1100" dirty="0"/>
          </a:p>
        </p:txBody>
      </p:sp>
      <p:sp>
        <p:nvSpPr>
          <p:cNvPr id="13" name="Paso 13"/>
          <p:cNvSpPr/>
          <p:nvPr/>
        </p:nvSpPr>
        <p:spPr>
          <a:xfrm>
            <a:off x="6116000" y="1238600"/>
            <a:ext cx="1854893" cy="82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250" b="1" dirty="0">
                <a:solidFill>
                  <a:srgbClr val="FFFFFF"/>
                </a:solidFill>
              </a:rPr>
              <a:t>4  </a:t>
            </a:r>
            <a:r>
              <a:rPr lang="es-PE" sz="1250" b="1" dirty="0">
                <a:solidFill>
                  <a:srgbClr val="FFFFFF"/>
                </a:solidFill>
              </a:rPr>
              <a:t>SSASECT</a:t>
            </a:r>
            <a:endParaRPr lang="es-PE" sz="1250" dirty="0"/>
          </a:p>
          <a:p>
            <a:pPr algn="l">
              <a:buNone/>
            </a:pPr>
            <a:r>
              <a:rPr lang="es-PE" sz="1100" dirty="0">
                <a:solidFill>
                  <a:srgbClr val="EDE0F8"/>
                </a:solidFill>
              </a:rPr>
              <a:t>cupo, horario, docente</a:t>
            </a:r>
            <a:endParaRPr lang="es-PE" sz="1100" dirty="0"/>
          </a:p>
        </p:txBody>
      </p:sp>
      <p:sp>
        <p:nvSpPr>
          <p:cNvPr id="14" name="Paso 14"/>
          <p:cNvSpPr/>
          <p:nvPr/>
        </p:nvSpPr>
        <p:spPr>
          <a:xfrm>
            <a:off x="8010893" y="1238600"/>
            <a:ext cx="1854893" cy="82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250" b="1" dirty="0">
                <a:solidFill>
                  <a:srgbClr val="FFFFFF"/>
                </a:solidFill>
              </a:rPr>
              <a:t>5  </a:t>
            </a:r>
            <a:r>
              <a:rPr lang="es-PE" sz="1250" b="1" dirty="0">
                <a:solidFill>
                  <a:srgbClr val="FFFFFF"/>
                </a:solidFill>
              </a:rPr>
              <a:t>SSARRES</a:t>
            </a:r>
            <a:endParaRPr lang="es-PE" sz="1250" dirty="0"/>
          </a:p>
          <a:p>
            <a:pPr algn="l">
              <a:buNone/>
            </a:pPr>
            <a:r>
              <a:rPr lang="es-PE" sz="1100" dirty="0">
                <a:solidFill>
                  <a:srgbClr val="EDE0F8"/>
                </a:solidFill>
              </a:rPr>
              <a:t>asignar programas</a:t>
            </a:r>
            <a:endParaRPr lang="es-PE" sz="1100" dirty="0"/>
          </a:p>
        </p:txBody>
      </p:sp>
      <p:sp>
        <p:nvSpPr>
          <p:cNvPr id="15" name="Paso 15"/>
          <p:cNvSpPr/>
          <p:nvPr/>
        </p:nvSpPr>
        <p:spPr>
          <a:xfrm>
            <a:off x="9905786" y="1238600"/>
            <a:ext cx="1854893" cy="82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250" b="1" dirty="0">
                <a:solidFill>
                  <a:srgbClr val="FFFFFF"/>
                </a:solidFill>
              </a:rPr>
              <a:t>6  </a:t>
            </a:r>
            <a:r>
              <a:rPr lang="es-PE" sz="1250" b="1" dirty="0">
                <a:solidFill>
                  <a:srgbClr val="FFFFFF"/>
                </a:solidFill>
              </a:rPr>
              <a:t>SFAREGS</a:t>
            </a:r>
            <a:endParaRPr lang="es-PE" sz="1250" dirty="0"/>
          </a:p>
          <a:p>
            <a:pPr algn="l">
              <a:buNone/>
            </a:pPr>
            <a:r>
              <a:rPr lang="es-PE" sz="1100" dirty="0">
                <a:solidFill>
                  <a:srgbClr val="EDE0F8"/>
                </a:solidFill>
              </a:rPr>
              <a:t>matricular</a:t>
            </a:r>
            <a:endParaRPr lang="es-PE" sz="1100" dirty="0"/>
          </a:p>
        </p:txBody>
      </p:sp>
      <p:sp>
        <p:nvSpPr>
          <p:cNvPr id="16" name="Bloque 16"/>
          <p:cNvSpPr/>
          <p:nvPr/>
        </p:nvSpPr>
        <p:spPr>
          <a:xfrm>
            <a:off x="431320" y="2168600"/>
            <a:ext cx="3656453" cy="3681400"/>
          </a:xfrm>
          <a:prstGeom prst="roundRect">
            <a:avLst>
              <a:gd name="adj" fmla="val 6000"/>
            </a:avLst>
          </a:prstGeom>
          <a:solidFill>
            <a:srgbClr val="F1E7FA"/>
          </a:solidFill>
          <a:ln w="12700">
            <a:solidFill>
              <a:srgbClr val="F1E7FA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500" b="1" dirty="0">
                <a:solidFill>
                  <a:srgbClr val="5C2193"/>
                </a:solidFill>
              </a:rPr>
              <a:t>Primero, la malla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00" dirty="0">
                <a:solidFill>
                  <a:srgbClr val="1E1E24"/>
                </a:solidFill>
              </a:rPr>
              <a:t>El curso del NRC tiene que estar en la </a:t>
            </a:r>
            <a:r>
              <a:rPr lang="es-PE" sz="1400" b="1" dirty="0">
                <a:solidFill>
                  <a:srgbClr val="1E1E24"/>
                </a:solidFill>
              </a:rPr>
              <a:t>malla del programa XP</a:t>
            </a:r>
            <a:r>
              <a:rPr lang="es-PE" sz="1400" dirty="0">
                <a:solidFill>
                  <a:srgbClr val="1E1E24"/>
                </a:solidFill>
              </a:rPr>
              <a:t> del alumno (</a:t>
            </a:r>
            <a:r>
              <a:rPr lang="es-PE" sz="1400" b="1" dirty="0">
                <a:solidFill>
                  <a:srgbClr val="5C2193"/>
                </a:solidFill>
              </a:rPr>
              <a:t>SMAPROG</a:t>
            </a:r>
            <a:r>
              <a:rPr lang="es-PE" sz="1400" dirty="0">
                <a:solidFill>
                  <a:srgbClr val="1E1E24"/>
                </a:solidFill>
              </a:rPr>
              <a:t>: requerimientos del programa: la malla y </a:t>
            </a:r>
            <a:r>
              <a:rPr lang="es-PE" sz="1400" b="1" dirty="0">
                <a:solidFill>
                  <a:srgbClr val="5C2193"/>
                </a:solidFill>
              </a:rPr>
              <a:t>SMAAREA</a:t>
            </a:r>
            <a:r>
              <a:rPr lang="es-PE" sz="1400" dirty="0">
                <a:solidFill>
                  <a:srgbClr val="1E1E24"/>
                </a:solidFill>
              </a:rPr>
              <a:t>: requerimientos de área de la malla). Si no está, </a:t>
            </a:r>
            <a:r>
              <a:rPr lang="es-PE" sz="1400" b="1" dirty="0">
                <a:solidFill>
                  <a:srgbClr val="1E1E24"/>
                </a:solidFill>
              </a:rPr>
              <a:t>hay que hacer la malla y la programación</a:t>
            </a:r>
            <a:r>
              <a:rPr lang="es-PE" sz="1400" dirty="0">
                <a:solidFill>
                  <a:srgbClr val="1E1E24"/>
                </a:solidFill>
              </a:rPr>
              <a:t> antes de crear el NRC.</a:t>
            </a:r>
            <a:endParaRPr lang="es-PE" dirty="0"/>
          </a:p>
        </p:txBody>
      </p:sp>
      <p:sp>
        <p:nvSpPr>
          <p:cNvPr id="17" name="Bloque 17"/>
          <p:cNvSpPr/>
          <p:nvPr/>
        </p:nvSpPr>
        <p:spPr>
          <a:xfrm>
            <a:off x="4267773" y="2168600"/>
            <a:ext cx="3656453" cy="3681400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 w="12700">
            <a:solidFill>
              <a:srgbClr val="FFF8E8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500" b="1" dirty="0">
                <a:solidFill>
                  <a:srgbClr val="8A5A00"/>
                </a:solidFill>
              </a:rPr>
              <a:t>Lo hace Pregrado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00" dirty="0">
                <a:solidFill>
                  <a:srgbClr val="1E1E24"/>
                </a:solidFill>
              </a:rPr>
              <a:t>Asignar las </a:t>
            </a:r>
            <a:r>
              <a:rPr lang="es-PE" sz="1400" b="1" dirty="0">
                <a:solidFill>
                  <a:srgbClr val="1E1E24"/>
                </a:solidFill>
              </a:rPr>
              <a:t>escuelas</a:t>
            </a:r>
            <a:r>
              <a:rPr lang="es-PE" sz="1400" dirty="0">
                <a:solidFill>
                  <a:srgbClr val="1E1E24"/>
                </a:solidFill>
              </a:rPr>
              <a:t> a las </a:t>
            </a:r>
            <a:r>
              <a:rPr lang="es-PE" sz="1400" b="1" dirty="0">
                <a:solidFill>
                  <a:srgbClr val="1E1E24"/>
                </a:solidFill>
              </a:rPr>
              <a:t>rutas</a:t>
            </a:r>
            <a:r>
              <a:rPr lang="es-PE" sz="1400" dirty="0">
                <a:solidFill>
                  <a:srgbClr val="1E1E24"/>
                </a:solidFill>
              </a:rPr>
              <a:t> lo hace Pregrado. El centro </a:t>
            </a:r>
            <a:r>
              <a:rPr lang="es-PE" sz="1400" b="1" dirty="0">
                <a:solidFill>
                  <a:srgbClr val="1E1E24"/>
                </a:solidFill>
              </a:rPr>
              <a:t>asigna los programas</a:t>
            </a:r>
            <a:r>
              <a:rPr lang="es-PE" sz="1400" dirty="0">
                <a:solidFill>
                  <a:srgbClr val="1E1E24"/>
                </a:solidFill>
              </a:rPr>
              <a:t> al NRC.</a:t>
            </a:r>
            <a:endParaRPr lang="es-PE" dirty="0"/>
          </a:p>
        </p:txBody>
      </p:sp>
      <p:sp>
        <p:nvSpPr>
          <p:cNvPr id="18" name="Bloque 18"/>
          <p:cNvSpPr/>
          <p:nvPr/>
        </p:nvSpPr>
        <p:spPr>
          <a:xfrm>
            <a:off x="8104226" y="2168600"/>
            <a:ext cx="3656453" cy="3681400"/>
          </a:xfrm>
          <a:prstGeom prst="roundRect">
            <a:avLst>
              <a:gd name="adj" fmla="val 6000"/>
            </a:avLst>
          </a:prstGeom>
          <a:solidFill>
            <a:srgbClr val="F2F2F5"/>
          </a:solidFill>
          <a:ln w="12700">
            <a:solidFill>
              <a:srgbClr val="F2F2F5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500" b="1" dirty="0">
                <a:solidFill>
                  <a:srgbClr val="5F5F6B"/>
                </a:solidFill>
              </a:rPr>
              <a:t>Ejemplo real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00" dirty="0">
                <a:solidFill>
                  <a:srgbClr val="1E1E24"/>
                </a:solidFill>
              </a:rPr>
              <a:t>NRC </a:t>
            </a:r>
            <a:r>
              <a:rPr lang="es-PE" sz="1400" b="1" dirty="0">
                <a:solidFill>
                  <a:srgbClr val="1E1E24"/>
                </a:solidFill>
              </a:rPr>
              <a:t>10044</a:t>
            </a:r>
            <a:r>
              <a:rPr lang="es-PE" sz="1400" dirty="0">
                <a:solidFill>
                  <a:srgbClr val="1E1E24"/>
                </a:solidFill>
              </a:rPr>
              <a:t> Diseño Web (ESEC 00684, X06, cupo 40), para el alumno con el programa </a:t>
            </a:r>
            <a:r>
              <a:rPr lang="es-PE" sz="1400" b="1" dirty="0">
                <a:solidFill>
                  <a:srgbClr val="1E1E24"/>
                </a:solidFill>
              </a:rPr>
              <a:t>CMEMC44</a:t>
            </a:r>
            <a:r>
              <a:rPr lang="es-PE" sz="1400" dirty="0">
                <a:solidFill>
                  <a:srgbClr val="1E1E24"/>
                </a:solidFill>
              </a:rPr>
              <a:t> (XP 07).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82415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77387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PASO A PASO: CREAR EL NRC (SSASECT)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8170118" y="241540"/>
            <a:ext cx="4021881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graphicFrame>
        <p:nvGraphicFramePr>
          <p:cNvPr id="9" name="Tabla 9"/>
          <p:cNvGraphicFramePr>
            <a:graphicFrameLocks noGrp="1"/>
          </p:cNvGraphicFramePr>
          <p:nvPr/>
        </p:nvGraphicFramePr>
        <p:xfrm>
          <a:off x="431320" y="900000"/>
          <a:ext cx="11329360" cy="2607727"/>
        </p:xfrm>
        <a:graphic>
          <a:graphicData uri="http://schemas.openxmlformats.org/drawingml/2006/table">
            <a:tbl>
              <a:tblPr firstRow="1" bandRow="1"/>
              <a:tblGrid>
                <a:gridCol w="793055"/>
                <a:gridCol w="2492459"/>
                <a:gridCol w="8043846"/>
              </a:tblGrid>
              <a:tr h="3241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b="1" dirty="0">
                          <a:solidFill>
                            <a:srgbClr val="FFFFFF"/>
                          </a:solidFill>
                        </a:rPr>
                        <a:t>N.º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b="1" dirty="0">
                          <a:solidFill>
                            <a:srgbClr val="FFFFFF"/>
                          </a:solidFill>
                        </a:rPr>
                        <a:t>Pestaña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b="1" dirty="0">
                          <a:solidFill>
                            <a:srgbClr val="FFFFFF"/>
                          </a:solidFill>
                        </a:rPr>
                        <a:t>Qué pones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3241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1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Encabezado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Periodo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202656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· NRC vacío ·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Crear NRC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(o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Copiar NRC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de uno que ya existe)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60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2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Información de sección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Materia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ESEC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y número del curso · sección (A, B…) · campus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S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· estatus activo · tipo de horario · modo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V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· parte de periodo (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X05 a X07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) ·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Guardar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: «ADD» pasa a número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3241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3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Información de ingreso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Cupo en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Proyectado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(por ejemplo, 40) antes de «Lugares reservados» ·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Guardar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511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4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Instructor y horas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CLAS, horario en 24 h, días, sesión 01 · </a:t>
                      </a:r>
                      <a:r>
                        <a:rPr lang="es-PE" sz="1450" b="1" dirty="0">
                          <a:solidFill>
                            <a:srgbClr val="5C2193"/>
                          </a:solidFill>
                        </a:rPr>
                        <a:t>SAUVIR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 / SALA VIRT.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con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O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en sobrepaso · docente principal al 100 % ·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Guardar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3241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5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Verificar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b="1" dirty="0">
                          <a:solidFill>
                            <a:srgbClr val="5C2193"/>
                          </a:solidFill>
                        </a:rPr>
                        <a:t>SSASECQ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: el NRC aparece con su cupo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Nota 10"/>
          <p:cNvSpPr/>
          <p:nvPr/>
        </p:nvSpPr>
        <p:spPr>
          <a:xfrm>
            <a:off x="431320" y="3607727"/>
            <a:ext cx="11329360" cy="559016"/>
          </a:xfrm>
          <a:prstGeom prst="roundRect">
            <a:avLst>
              <a:gd name="adj" fmla="val 9000"/>
            </a:avLst>
          </a:prstGeom>
          <a:solidFill>
            <a:srgbClr val="EDF7E8"/>
          </a:solidFill>
          <a:ln w="12700">
            <a:solidFill>
              <a:srgbClr val="BFE0B0"/>
            </a:solidFill>
          </a:ln>
        </p:spPr>
        <p:txBody>
          <a:bodyPr wrap="square" lIns="137160" tIns="64008" rIns="137160" bIns="64008" rtlCol="0" anchor="ctr">
            <a:noAutofit/>
          </a:bodyPr>
          <a:lstStyle/>
          <a:p>
            <a:pPr algn="l">
              <a:buNone/>
            </a:pPr>
            <a:r>
              <a:rPr lang="es-PE" sz="1250" dirty="0">
                <a:solidFill>
                  <a:srgbClr val="1E1E24"/>
                </a:solidFill>
              </a:rPr>
              <a:t>Instructivo </a:t>
            </a:r>
            <a:r>
              <a:rPr lang="es-PE" sz="1250" b="1" dirty="0">
                <a:solidFill>
                  <a:srgbClr val="1E1E24"/>
                </a:solidFill>
              </a:rPr>
              <a:t>5.3 Registrar la oferta horaria</a:t>
            </a:r>
            <a:r>
              <a:rPr lang="es-PE" sz="1250" dirty="0">
                <a:solidFill>
                  <a:srgbClr val="1E1E24"/>
                </a:solidFill>
              </a:rPr>
              <a:t>, diapositivas 19 a 32; probado con el NRC 10044 (C97). No cambies de pestaña sin </a:t>
            </a:r>
            <a:r>
              <a:rPr lang="es-PE" sz="1250" b="1" dirty="0">
                <a:solidFill>
                  <a:srgbClr val="1E1E24"/>
                </a:solidFill>
              </a:rPr>
              <a:t>Guardar</a:t>
            </a:r>
            <a:r>
              <a:rPr lang="es-PE" sz="1250" dirty="0">
                <a:solidFill>
                  <a:srgbClr val="1E1E24"/>
                </a:solidFill>
              </a:rPr>
              <a:t>: sale «Debe guardar antes de salir de la información de sección».</a:t>
            </a:r>
            <a:endParaRPr lang="es-PE" sz="1250" dirty="0"/>
          </a:p>
        </p:txBody>
      </p:sp>
    </p:spTree>
    <p:extLst>
      <p:ext uri="{BB962C8B-B14F-4D97-AF65-F5344CB8AC3E}">
        <p14:creationId xmlns:p14="http://schemas.microsoft.com/office/powerpoint/2010/main" val="2206620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68978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SI EL CURSO NO ESTÁ EN LA MALLA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7329124" y="241540"/>
            <a:ext cx="4862875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sp>
        <p:nvSpPr>
          <p:cNvPr id="9" name="Forma 9"/>
          <p:cNvSpPr/>
          <p:nvPr/>
        </p:nvSpPr>
        <p:spPr>
          <a:xfrm>
            <a:off x="431320" y="900000"/>
            <a:ext cx="11329360" cy="2409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es-PE" sz="1450" dirty="0">
                <a:solidFill>
                  <a:srgbClr val="1E1E24"/>
                </a:solidFill>
              </a:rPr>
              <a:t>Antes del NRC hay que </a:t>
            </a:r>
            <a:r>
              <a:rPr lang="es-PE" sz="1450" b="1" dirty="0">
                <a:solidFill>
                  <a:srgbClr val="1E1E24"/>
                </a:solidFill>
              </a:rPr>
              <a:t>hacer la malla y la programación</a:t>
            </a:r>
            <a:r>
              <a:rPr lang="es-PE" sz="1450" dirty="0">
                <a:solidFill>
                  <a:srgbClr val="1E1E24"/>
                </a:solidFill>
              </a:rPr>
              <a:t>. Quién la hace está por confirmar (U40).</a:t>
            </a:r>
            <a:endParaRPr lang="es-PE" sz="1450" dirty="0"/>
          </a:p>
        </p:txBody>
      </p:sp>
      <p:graphicFrame>
        <p:nvGraphicFramePr>
          <p:cNvPr id="10" name="Tabla 10"/>
          <p:cNvGraphicFramePr>
            <a:graphicFrameLocks noGrp="1"/>
          </p:cNvGraphicFramePr>
          <p:nvPr/>
        </p:nvGraphicFramePr>
        <p:xfrm>
          <a:off x="431320" y="1230979"/>
          <a:ext cx="11329360" cy="2649360"/>
        </p:xfrm>
        <a:graphic>
          <a:graphicData uri="http://schemas.openxmlformats.org/drawingml/2006/table">
            <a:tbl>
              <a:tblPr firstRow="1" bandRow="1"/>
              <a:tblGrid>
                <a:gridCol w="679761"/>
                <a:gridCol w="2492459"/>
                <a:gridCol w="5891267"/>
                <a:gridCol w="2265873"/>
              </a:tblGrid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N.º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Página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Qué haces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Instructivo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1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SMAAREA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(requerimientos de área de la malla)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Abrir el área del </a:t>
                      </a: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programa XP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(por ejemplo MC38-01) y ver si el curso está en su regla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1.2.1 diap. 23–25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32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2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SCACRSE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(catálogo de cursos)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Si el curso no existe: crearlo (materia ESEC, número nuevo, escuela EM, departamento EMCI, nivel C, modo V; mejor </a:t>
                      </a: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Copiar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uno parecido)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1.1.4 diap. 20–25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3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SMAAREA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En la regla del área: </a:t>
                      </a: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Insertar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ESEC y el número; si cambia la malla, </a:t>
                      </a: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Copiar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al periodo nuevo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1.3.1 diap. 10–13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4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SMAPROG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(requerimientos del programa: la malla)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El área sigue en la malla del programa, con su calificación mínima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1.2.1 diap. 31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8971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80535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ASIGNAR PROGRAMAS AL NRC (SSARRES)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8484824" y="241540"/>
            <a:ext cx="3707175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sp>
        <p:nvSpPr>
          <p:cNvPr id="9" name="Paso 9"/>
          <p:cNvSpPr/>
          <p:nvPr/>
        </p:nvSpPr>
        <p:spPr>
          <a:xfrm>
            <a:off x="431320" y="900000"/>
            <a:ext cx="2802340" cy="700000"/>
          </a:xfrm>
          <a:prstGeom prst="homePlate">
            <a:avLst>
              <a:gd name="adj" fmla="val 28000"/>
            </a:avLst>
          </a:prstGeom>
          <a:solidFill>
            <a:srgbClr val="2F6B1B"/>
          </a:solidFill>
          <a:ln>
            <a:noFill/>
          </a:ln>
        </p:spPr>
        <p:txBody>
          <a:bodyPr wrap="square" lIns="11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300" b="1" dirty="0">
                <a:solidFill>
                  <a:srgbClr val="FFFFFF"/>
                </a:solidFill>
              </a:rPr>
              <a:t>1  </a:t>
            </a:r>
            <a:r>
              <a:rPr lang="es-PE" sz="1300" b="1" dirty="0">
                <a:solidFill>
                  <a:srgbClr val="FFFFFF"/>
                </a:solidFill>
              </a:rPr>
              <a:t>Escuela</a:t>
            </a:r>
            <a:endParaRPr lang="es-PE" sz="1300" dirty="0"/>
          </a:p>
          <a:p>
            <a:pPr algn="l">
              <a:buNone/>
            </a:pPr>
            <a:r>
              <a:rPr lang="es-PE" sz="1150" dirty="0">
                <a:solidFill>
                  <a:srgbClr val="EDE0F8"/>
                </a:solidFill>
              </a:rPr>
              <a:t>la asigna Pregrado</a:t>
            </a:r>
            <a:endParaRPr lang="es-PE" sz="1150" dirty="0"/>
          </a:p>
        </p:txBody>
      </p:sp>
      <p:sp>
        <p:nvSpPr>
          <p:cNvPr id="10" name="Paso 10"/>
          <p:cNvSpPr/>
          <p:nvPr/>
        </p:nvSpPr>
        <p:spPr>
          <a:xfrm>
            <a:off x="3273660" y="900000"/>
            <a:ext cx="2802340" cy="700000"/>
          </a:xfrm>
          <a:prstGeom prst="chevron">
            <a:avLst>
              <a:gd name="adj" fmla="val 28000"/>
            </a:avLst>
          </a:prstGeom>
          <a:solidFill>
            <a:srgbClr val="2F6B1B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300" b="1" dirty="0">
                <a:solidFill>
                  <a:srgbClr val="FFFFFF"/>
                </a:solidFill>
              </a:rPr>
              <a:t>2  </a:t>
            </a:r>
            <a:r>
              <a:rPr lang="es-PE" sz="1300" b="1" dirty="0">
                <a:solidFill>
                  <a:srgbClr val="FFFFFF"/>
                </a:solidFill>
              </a:rPr>
              <a:t>Ruta</a:t>
            </a:r>
            <a:endParaRPr lang="es-PE" sz="1300" dirty="0"/>
          </a:p>
          <a:p>
            <a:pPr algn="l">
              <a:buNone/>
            </a:pPr>
            <a:r>
              <a:rPr lang="es-PE" sz="1150" dirty="0">
                <a:solidFill>
                  <a:srgbClr val="EDE0F8"/>
                </a:solidFill>
              </a:rPr>
              <a:t>agrupación 1 a 7</a:t>
            </a:r>
            <a:endParaRPr lang="es-PE" sz="1150" dirty="0"/>
          </a:p>
        </p:txBody>
      </p:sp>
      <p:sp>
        <p:nvSpPr>
          <p:cNvPr id="11" name="Paso 11"/>
          <p:cNvSpPr/>
          <p:nvPr/>
        </p:nvSpPr>
        <p:spPr>
          <a:xfrm>
            <a:off x="6116000" y="900000"/>
            <a:ext cx="2802340" cy="700000"/>
          </a:xfrm>
          <a:prstGeom prst="chevron">
            <a:avLst>
              <a:gd name="adj" fmla="val 28000"/>
            </a:avLst>
          </a:prstGeom>
          <a:solidFill>
            <a:srgbClr val="2F6B1B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300" b="1" dirty="0">
                <a:solidFill>
                  <a:srgbClr val="FFFFFF"/>
                </a:solidFill>
              </a:rPr>
              <a:t>3  </a:t>
            </a:r>
            <a:r>
              <a:rPr lang="es-PE" sz="1300" b="1" dirty="0">
                <a:solidFill>
                  <a:srgbClr val="FFFFFF"/>
                </a:solidFill>
              </a:rPr>
              <a:t>Programa XP</a:t>
            </a:r>
            <a:endParaRPr lang="es-PE" sz="1300" dirty="0"/>
          </a:p>
          <a:p>
            <a:pPr algn="l">
              <a:buNone/>
            </a:pPr>
            <a:r>
              <a:rPr lang="es-PE" sz="1150" dirty="0">
                <a:solidFill>
                  <a:srgbClr val="EDE0F8"/>
                </a:solidFill>
              </a:rPr>
              <a:t>CMEMC38 … 44</a:t>
            </a:r>
            <a:endParaRPr lang="es-PE" sz="1150" dirty="0"/>
          </a:p>
        </p:txBody>
      </p:sp>
      <p:sp>
        <p:nvSpPr>
          <p:cNvPr id="12" name="Paso 12"/>
          <p:cNvSpPr/>
          <p:nvPr/>
        </p:nvSpPr>
        <p:spPr>
          <a:xfrm>
            <a:off x="8958340" y="900000"/>
            <a:ext cx="2802340" cy="700000"/>
          </a:xfrm>
          <a:prstGeom prst="chevron">
            <a:avLst>
              <a:gd name="adj" fmla="val 28000"/>
            </a:avLst>
          </a:prstGeom>
          <a:solidFill>
            <a:srgbClr val="2F6B1B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300" b="1" dirty="0">
                <a:solidFill>
                  <a:srgbClr val="FFFFFF"/>
                </a:solidFill>
              </a:rPr>
              <a:t>4  </a:t>
            </a:r>
            <a:r>
              <a:rPr lang="es-PE" sz="1300" b="1" dirty="0">
                <a:solidFill>
                  <a:srgbClr val="FFFFFF"/>
                </a:solidFill>
              </a:rPr>
              <a:t>NRC</a:t>
            </a:r>
            <a:endParaRPr lang="es-PE" sz="1300" dirty="0"/>
          </a:p>
          <a:p>
            <a:pPr algn="l">
              <a:buNone/>
            </a:pPr>
            <a:r>
              <a:rPr lang="es-PE" sz="1150" b="1" dirty="0">
                <a:solidFill>
                  <a:srgbClr val="FFFFFF"/>
                </a:solidFill>
              </a:rPr>
              <a:t>SSARRES</a:t>
            </a:r>
            <a:endParaRPr lang="es-PE" sz="1150" dirty="0"/>
          </a:p>
        </p:txBody>
      </p:sp>
      <p:graphicFrame>
        <p:nvGraphicFramePr>
          <p:cNvPr id="13" name="Tabla 13"/>
          <p:cNvGraphicFramePr>
            <a:graphicFrameLocks noGrp="1"/>
          </p:cNvGraphicFramePr>
          <p:nvPr/>
        </p:nvGraphicFramePr>
        <p:xfrm>
          <a:off x="431320" y="1710000"/>
          <a:ext cx="11329360" cy="2325792"/>
        </p:xfrm>
        <a:graphic>
          <a:graphicData uri="http://schemas.openxmlformats.org/drawingml/2006/table">
            <a:tbl>
              <a:tblPr firstRow="1" bandRow="1"/>
              <a:tblGrid>
                <a:gridCol w="679761"/>
                <a:gridCol w="7930552"/>
                <a:gridCol w="2719047"/>
              </a:tblGrid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N.º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Qué haces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Instructivo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1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SSARRES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(restricciones de inscripción del NRC): desde el menú relacionado de </a:t>
                      </a: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SSASECT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(Programar NRC) o desde Experience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5.3 diap. 44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2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Pestaña </a:t>
                      </a: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Grado y Programa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› Restricción </a:t>
                      </a: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Incluir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› el </a:t>
                      </a: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programa XP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(o los programas) que llevan el curso › </a:t>
                      </a: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Guardar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: solo esos alumnos podrán matricularse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5.3 diap. 48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3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Si hace falta: </a:t>
                      </a: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Clase y Nivel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(nivel C) y </a:t>
                      </a: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Campus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(S)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5.3 diap. 47 y 49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4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Lo que venga del catálogo (</a:t>
                      </a: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SCARRES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) aparece aquí y se puede ajustar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5.3 diap. 46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5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Probar: un alumno de otro programa no debe poder matricularse en </a:t>
                      </a: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SFAREGS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Por probar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7115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C21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El contenido generado por IA puede ser incorrecto.">
            <a:extLst>
              <a:ext uri="{FF2B5EF4-FFF2-40B4-BE49-F238E27FC236}">
                <a16:creationId xmlns:a16="http://schemas.microsoft.com/office/drawing/2014/main" id="{C70BD109-175A-E007-EBEF-35BEAC7E65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6" y="0"/>
            <a:ext cx="12189533" cy="6859388"/>
          </a:xfrm>
          <a:prstGeom prst="rect">
            <a:avLst/>
          </a:prstGeom>
        </p:spPr>
      </p:pic>
      <p:pic>
        <p:nvPicPr>
          <p:cNvPr id="1028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3EBF1EA5-190E-0F8F-B4F4-56B5380AED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5244" y="5091953"/>
            <a:ext cx="3363899" cy="1766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F3B12AA1-09DB-029E-CEFB-090B28455E75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901" y="418320"/>
            <a:ext cx="3688228" cy="868180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D0BC250B-0A63-B351-C809-BDD7940DFA1A}"/>
              </a:ext>
            </a:extLst>
          </p:cNvPr>
          <p:cNvSpPr txBox="1"/>
          <p:nvPr/>
        </p:nvSpPr>
        <p:spPr>
          <a:xfrm>
            <a:off x="1000664" y="1907042"/>
            <a:ext cx="1019642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1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Montserrat" pitchFamily="2" charset="0"/>
                <a:ea typeface="+mn-ea"/>
                <a:cs typeface="+mn-cs"/>
              </a:rPr>
              <a:t>3. REPASO</a:t>
            </a:r>
            <a:endParaRPr kumimoji="0" lang="es-PE" sz="5400" b="1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Montserrat" pitchFamily="2" charset="0"/>
              <a:ea typeface="+mn-ea"/>
              <a:cs typeface="+mn-cs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EEB4538-9A01-61FC-2736-55C412E04D72}"/>
              </a:ext>
            </a:extLst>
          </p:cNvPr>
          <p:cNvSpPr txBox="1"/>
          <p:nvPr/>
        </p:nvSpPr>
        <p:spPr>
          <a:xfrm>
            <a:off x="596901" y="63225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2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Elaborado por: Dagner Anibal Chuman Lluen</a:t>
            </a:r>
            <a:endParaRPr kumimoji="0" lang="es-PE" sz="12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1A462EC-C6BC-083C-4144-168320176BC0}"/>
              </a:ext>
            </a:extLst>
          </p:cNvPr>
          <p:cNvSpPr txBox="1"/>
          <p:nvPr/>
        </p:nvSpPr>
        <p:spPr>
          <a:xfrm>
            <a:off x="1198406" y="4023437"/>
            <a:ext cx="101964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Dónde verlo en el sitio, qué preguntarle al asistente y qué dudas llevar.</a:t>
            </a:r>
            <a:endParaRPr kumimoji="0" lang="es-PE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851870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53278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DÓNDE LO VES EN MI SITIO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5759150" y="241540"/>
            <a:ext cx="6432849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sp>
        <p:nvSpPr>
          <p:cNvPr id="9" name="Nota 9"/>
          <p:cNvSpPr/>
          <p:nvPr/>
        </p:nvSpPr>
        <p:spPr>
          <a:xfrm>
            <a:off x="431320" y="900000"/>
            <a:ext cx="11329360" cy="589496"/>
          </a:xfrm>
          <a:prstGeom prst="roundRect">
            <a:avLst>
              <a:gd name="adj" fmla="val 9000"/>
            </a:avLst>
          </a:prstGeom>
          <a:solidFill>
            <a:srgbClr val="F1E7FA"/>
          </a:solidFill>
          <a:ln w="12700">
            <a:solidFill>
              <a:srgbClr val="DCC8EE"/>
            </a:solidFill>
          </a:ln>
        </p:spPr>
        <p:txBody>
          <a:bodyPr wrap="square" lIns="137160" tIns="64008" rIns="137160" bIns="64008" rtlCol="0" anchor="ctr">
            <a:noAutofit/>
          </a:bodyPr>
          <a:lstStyle/>
          <a:p>
            <a:pPr algn="l">
              <a:buNone/>
            </a:pPr>
            <a:r>
              <a:rPr lang="es-PE" sz="1350" dirty="0">
                <a:solidFill>
                  <a:srgbClr val="1E1E24"/>
                </a:solidFill>
              </a:rPr>
              <a:t>Sitio: </a:t>
            </a:r>
            <a:r>
              <a:rPr lang="es-PE" sz="1350" b="1" dirty="0">
                <a:solidFill>
                  <a:srgbClr val="1E1E24"/>
                </a:solidFill>
              </a:rPr>
              <a:t>centros-empresariales-ellucian.vercel.app</a:t>
            </a:r>
            <a:r>
              <a:rPr lang="es-PE" sz="1350" dirty="0">
                <a:solidFill>
                  <a:srgbClr val="1E1E24"/>
                </a:solidFill>
              </a:rPr>
              <a:t> (se publica desde la rama main). Cada diagrama tiene la guía paso a paso y la diapositiva del instructivo en cada paso.</a:t>
            </a:r>
            <a:endParaRPr lang="es-PE" sz="1350" dirty="0"/>
          </a:p>
        </p:txBody>
      </p:sp>
      <p:graphicFrame>
        <p:nvGraphicFramePr>
          <p:cNvPr id="10" name="Tabla 10"/>
          <p:cNvGraphicFramePr>
            <a:graphicFrameLocks noGrp="1"/>
          </p:cNvGraphicFramePr>
          <p:nvPr/>
        </p:nvGraphicFramePr>
        <p:xfrm>
          <a:off x="431320" y="1579496"/>
          <a:ext cx="11329360" cy="2642304"/>
        </p:xfrm>
        <a:graphic>
          <a:graphicData uri="http://schemas.openxmlformats.org/drawingml/2006/table">
            <a:tbl>
              <a:tblPr firstRow="1" bandRow="1"/>
              <a:tblGrid>
                <a:gridCol w="4305156"/>
                <a:gridCol w="7024204"/>
              </a:tblGrid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Qué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Ruta en el sitio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Galería de diagramas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5C2193"/>
                          </a:solidFill>
                        </a:rPr>
                        <a:t>/centros/index.html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Persona y admisión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5C2193"/>
                          </a:solidFill>
                        </a:rPr>
                        <a:t>/centros/computacion/diagramas/04-persona-y-admision/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Matrícula en el NRC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5C2193"/>
                          </a:solidFill>
                        </a:rPr>
                        <a:t>/centros/computacion/diagramas/05-matricula-en-el-nrc/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Diseño de mallas y programas (Script 11-B)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5C2193"/>
                          </a:solidFill>
                        </a:rPr>
                        <a:t>/centros/computacion/diagramas/08-script-11-b-diseno-de-mallas-y-programas/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Matrícula regular (Script 01)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5C2193"/>
                          </a:solidFill>
                        </a:rPr>
                        <a:t>/centros/computacion/diagramas/11-script-01-matricula-regular/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Visor de instructivos (1.1.4, 1.1.5, 1.2.1, 1.3.1)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5C2193"/>
                          </a:solidFill>
                        </a:rPr>
                        <a:t>/visor_instructivos/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5278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64006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PROMPTS PARA EL ASISTENTE IA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6831995" y="241540"/>
            <a:ext cx="5360004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sp>
        <p:nvSpPr>
          <p:cNvPr id="9" name="Forma 9"/>
          <p:cNvSpPr/>
          <p:nvPr/>
        </p:nvSpPr>
        <p:spPr>
          <a:xfrm>
            <a:off x="431320" y="900000"/>
            <a:ext cx="11329360" cy="416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es-PE" sz="1300" dirty="0">
                <a:solidFill>
                  <a:srgbClr val="5F5F6B"/>
                </a:solidFill>
              </a:rPr>
              <a:t>Abre el asistente en cualquier diagrama del sitio y copia la pregunta. Si responde algo incompleto, sigue con «¿y cuáles son?»: recuerda la conversación.</a:t>
            </a:r>
            <a:endParaRPr lang="es-PE" sz="1300" dirty="0"/>
          </a:p>
        </p:txBody>
      </p:sp>
      <p:sp>
        <p:nvSpPr>
          <p:cNvPr id="10" name="Bloque 10"/>
          <p:cNvSpPr/>
          <p:nvPr/>
        </p:nvSpPr>
        <p:spPr>
          <a:xfrm>
            <a:off x="431320" y="1406240"/>
            <a:ext cx="5554680" cy="4443760"/>
          </a:xfrm>
          <a:prstGeom prst="roundRect">
            <a:avLst>
              <a:gd name="adj" fmla="val 6000"/>
            </a:avLst>
          </a:prstGeom>
          <a:solidFill>
            <a:srgbClr val="F1E7FA"/>
          </a:solidFill>
          <a:ln w="12700">
            <a:solidFill>
              <a:srgbClr val="F1E7FA"/>
            </a:solidFill>
          </a:ln>
        </p:spPr>
        <p:txBody>
          <a:bodyPr wrap="square" lIns="200000" tIns="180000" rIns="200000" bIns="120000" rtlCol="0" anchor="t">
            <a:noAutofit/>
          </a:bodyPr>
          <a:lstStyle/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1.  </a:t>
            </a:r>
            <a:r>
              <a:rPr lang="es-PE" sz="1550" dirty="0">
                <a:solidFill>
                  <a:srgbClr val="1E1E24"/>
                </a:solidFill>
              </a:rPr>
              <a:t>¿Qué cursos tiene la ruta de aprendizaje de Ingeniería de Software?</a:t>
            </a:r>
            <a:endParaRPr lang="es-PE" dirty="0"/>
          </a:p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2.  </a:t>
            </a:r>
            <a:r>
              <a:rPr lang="es-PE" sz="1550" dirty="0">
                <a:solidFill>
                  <a:srgbClr val="1E1E24"/>
                </a:solidFill>
              </a:rPr>
              <a:t>¿Cómo admito a un alumno de pregrado en su ruta de Computación con </a:t>
            </a:r>
            <a:r>
              <a:rPr lang="es-PE" sz="1550" b="1" dirty="0">
                <a:solidFill>
                  <a:srgbClr val="5C2193"/>
                </a:solidFill>
              </a:rPr>
              <a:t>SAAQUIK</a:t>
            </a:r>
            <a:r>
              <a:rPr lang="es-PE" sz="1550" dirty="0">
                <a:solidFill>
                  <a:srgbClr val="1E1E24"/>
                </a:solidFill>
              </a:rPr>
              <a:t>?</a:t>
            </a:r>
            <a:endParaRPr lang="es-PE" dirty="0"/>
          </a:p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3.  </a:t>
            </a:r>
            <a:r>
              <a:rPr lang="es-PE" sz="1550" dirty="0">
                <a:solidFill>
                  <a:srgbClr val="1E1E24"/>
                </a:solidFill>
              </a:rPr>
              <a:t>¿Cuál es el orden del encabezado de </a:t>
            </a:r>
            <a:r>
              <a:rPr lang="es-PE" sz="1550" b="1" dirty="0">
                <a:solidFill>
                  <a:srgbClr val="5C2193"/>
                </a:solidFill>
              </a:rPr>
              <a:t>SFAREGS</a:t>
            </a:r>
            <a:r>
              <a:rPr lang="es-PE" sz="1550" dirty="0">
                <a:solidFill>
                  <a:srgbClr val="1E1E24"/>
                </a:solidFill>
              </a:rPr>
              <a:t> y qué estatus pongo?</a:t>
            </a:r>
            <a:endParaRPr lang="es-PE" dirty="0"/>
          </a:p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4.  </a:t>
            </a:r>
            <a:r>
              <a:rPr lang="es-PE" sz="1550" dirty="0">
                <a:solidFill>
                  <a:srgbClr val="1E1E24"/>
                </a:solidFill>
              </a:rPr>
              <a:t>¿Cómo se matricula el alumno por Autoservicio en un curso de su ruta?</a:t>
            </a:r>
            <a:endParaRPr lang="es-PE" dirty="0"/>
          </a:p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5.  </a:t>
            </a:r>
            <a:r>
              <a:rPr lang="es-PE" sz="1550" dirty="0">
                <a:solidFill>
                  <a:srgbClr val="1E1E24"/>
                </a:solidFill>
              </a:rPr>
              <a:t>¿Cómo creo un NRC de Computación en </a:t>
            </a:r>
            <a:r>
              <a:rPr lang="es-PE" sz="1550" b="1" dirty="0">
                <a:solidFill>
                  <a:srgbClr val="5C2193"/>
                </a:solidFill>
              </a:rPr>
              <a:t>SSASECT</a:t>
            </a:r>
            <a:r>
              <a:rPr lang="es-PE" sz="1550" dirty="0">
                <a:solidFill>
                  <a:srgbClr val="1E1E24"/>
                </a:solidFill>
              </a:rPr>
              <a:t>, paso a paso?</a:t>
            </a:r>
            <a:endParaRPr lang="es-PE" dirty="0"/>
          </a:p>
        </p:txBody>
      </p:sp>
      <p:sp>
        <p:nvSpPr>
          <p:cNvPr id="11" name="Bloque 11"/>
          <p:cNvSpPr/>
          <p:nvPr/>
        </p:nvSpPr>
        <p:spPr>
          <a:xfrm>
            <a:off x="6206000" y="1406240"/>
            <a:ext cx="5554680" cy="4443760"/>
          </a:xfrm>
          <a:prstGeom prst="roundRect">
            <a:avLst>
              <a:gd name="adj" fmla="val 6000"/>
            </a:avLst>
          </a:prstGeom>
          <a:solidFill>
            <a:srgbClr val="EDF7E8"/>
          </a:solidFill>
          <a:ln w="12700">
            <a:solidFill>
              <a:srgbClr val="EDF7E8"/>
            </a:solidFill>
          </a:ln>
        </p:spPr>
        <p:txBody>
          <a:bodyPr wrap="square" lIns="200000" tIns="180000" rIns="200000" bIns="120000" rtlCol="0" anchor="t">
            <a:noAutofit/>
          </a:bodyPr>
          <a:lstStyle/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6.  </a:t>
            </a:r>
            <a:r>
              <a:rPr lang="es-PE" sz="1550" dirty="0">
                <a:solidFill>
                  <a:srgbClr val="1E1E24"/>
                </a:solidFill>
              </a:rPr>
              <a:t>¿Cómo veo si un curso está en la malla del programa del alumno (</a:t>
            </a:r>
            <a:r>
              <a:rPr lang="es-PE" sz="1550" b="1" dirty="0">
                <a:solidFill>
                  <a:srgbClr val="5C2193"/>
                </a:solidFill>
              </a:rPr>
              <a:t>SMAAREA</a:t>
            </a:r>
            <a:r>
              <a:rPr lang="es-PE" sz="1550" dirty="0">
                <a:solidFill>
                  <a:srgbClr val="1E1E24"/>
                </a:solidFill>
              </a:rPr>
              <a:t>)?</a:t>
            </a:r>
            <a:endParaRPr lang="es-PE" dirty="0"/>
          </a:p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7.  </a:t>
            </a:r>
            <a:r>
              <a:rPr lang="es-PE" sz="1550" dirty="0">
                <a:solidFill>
                  <a:srgbClr val="1E1E24"/>
                </a:solidFill>
              </a:rPr>
              <a:t>¿Cómo asigno los programas que pueden matricularse en un NRC con </a:t>
            </a:r>
            <a:r>
              <a:rPr lang="es-PE" sz="1550" b="1" dirty="0">
                <a:solidFill>
                  <a:srgbClr val="5C2193"/>
                </a:solidFill>
              </a:rPr>
              <a:t>SSARRES</a:t>
            </a:r>
            <a:r>
              <a:rPr lang="es-PE" sz="1550" dirty="0">
                <a:solidFill>
                  <a:srgbClr val="1E1E24"/>
                </a:solidFill>
              </a:rPr>
              <a:t>?</a:t>
            </a:r>
            <a:endParaRPr lang="es-PE" dirty="0"/>
          </a:p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8.  </a:t>
            </a:r>
            <a:r>
              <a:rPr lang="es-PE" sz="1550" dirty="0">
                <a:solidFill>
                  <a:srgbClr val="1E1E24"/>
                </a:solidFill>
              </a:rPr>
              <a:t>¿Cuánto cuesta un curso y un taller en Chiclayo y en filiales?</a:t>
            </a:r>
            <a:endParaRPr lang="es-PE" dirty="0"/>
          </a:p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9.  </a:t>
            </a:r>
            <a:r>
              <a:rPr lang="es-PE" sz="1550" dirty="0">
                <a:solidFill>
                  <a:srgbClr val="1E1E24"/>
                </a:solidFill>
              </a:rPr>
              <a:t>¿Qué hago si sale «El modo de calificar no es válido para la calificación ingresada»?</a:t>
            </a:r>
            <a:endParaRPr lang="es-PE" dirty="0"/>
          </a:p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10.  </a:t>
            </a:r>
            <a:r>
              <a:rPr lang="es-PE" sz="1550" dirty="0">
                <a:solidFill>
                  <a:srgbClr val="1E1E24"/>
                </a:solidFill>
              </a:rPr>
              <a:t>¿Qué dudas siguen abiertas sobre las rutas de aprendizaje?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106137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36949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SI ALGO SALE MAL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4126235" y="241540"/>
            <a:ext cx="8065764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graphicFrame>
        <p:nvGraphicFramePr>
          <p:cNvPr id="9" name="Tabla 9"/>
          <p:cNvGraphicFramePr>
            <a:graphicFrameLocks noGrp="1"/>
          </p:cNvGraphicFramePr>
          <p:nvPr/>
        </p:nvGraphicFramePr>
        <p:xfrm>
          <a:off x="431320" y="900000"/>
          <a:ext cx="11329360" cy="4342128"/>
        </p:xfrm>
        <a:graphic>
          <a:graphicData uri="http://schemas.openxmlformats.org/drawingml/2006/table">
            <a:tbl>
              <a:tblPr firstRow="1" bandRow="1"/>
              <a:tblGrid>
                <a:gridCol w="3851982"/>
                <a:gridCol w="3398808"/>
                <a:gridCol w="4078570"/>
              </a:tblGrid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Mensaje o síntoma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Causa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Qué hacer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«no existe la tabla o vista» en </a:t>
                      </a: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SFAREGS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Pusiste el plan antes del periodo y el ID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Periodo → ID → plan (C86)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«Closed» al matricular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El NRC no tiene cupo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Subir el cupo en </a:t>
                      </a: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SSASECT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o sobrepaso (Scripts 15 y 02)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«La persona tiene retenciones»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Retención activa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SOAHOLD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: fecha de fin = hoy (Script 18-B)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«Debe guardar antes de salir de la información de sección»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Cambiaste de pestaña en </a:t>
                      </a: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SSASECT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sin guardar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Guardar primero (C97)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«Conflicto de salón» en </a:t>
                      </a: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SSASECT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Todos los NRC virtuales usan </a:t>
                      </a: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SAUVIR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Poner O en sobrepaso (C97)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El curso no cuenta en el CAPP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No está en el área del programa XP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Agregarlo en </a:t>
                      </a: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SMAAREA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(1.2.1)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«El modo de calificar no es válido…»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La nota no tiene modo V en </a:t>
                      </a: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SHAGRDE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Agregar V a esa nota (C124)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La nota final sale APRO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Arriba de </a:t>
                      </a: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SHAGCOM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está AST_70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Poner VIG_11 arriba (C123)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535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67914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PARA PREGUNTAR EN LA REUNIÓN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7222800" y="241540"/>
            <a:ext cx="4969200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sp>
        <p:nvSpPr>
          <p:cNvPr id="9" name="Bloque 9"/>
          <p:cNvSpPr/>
          <p:nvPr/>
        </p:nvSpPr>
        <p:spPr>
          <a:xfrm>
            <a:off x="431320" y="900000"/>
            <a:ext cx="11329360" cy="4950000"/>
          </a:xfrm>
          <a:prstGeom prst="roundRect">
            <a:avLst>
              <a:gd name="adj" fmla="val 6000"/>
            </a:avLst>
          </a:prstGeom>
          <a:solidFill>
            <a:srgbClr val="F1E7FA"/>
          </a:solidFill>
          <a:ln w="12700">
            <a:solidFill>
              <a:srgbClr val="F1E7FA"/>
            </a:solidFill>
          </a:ln>
        </p:spPr>
        <p:txBody>
          <a:bodyPr wrap="square" lIns="250000" tIns="220000" rIns="250000" bIns="120000" rtlCol="0" anchor="t">
            <a:noAutofit/>
          </a:bodyPr>
          <a:lstStyle/>
          <a:p>
            <a:pPr algn="l">
              <a:spcAft>
                <a:spcPts val="1300"/>
              </a:spcAft>
              <a:buNone/>
            </a:pPr>
            <a:r>
              <a:rPr lang="es-PE" sz="1700" b="1" dirty="0">
                <a:solidFill>
                  <a:srgbClr val="5C2193"/>
                </a:solidFill>
              </a:rPr>
              <a:t>1.  </a:t>
            </a:r>
            <a:r>
              <a:rPr lang="es-PE" sz="1700" b="1" dirty="0">
                <a:solidFill>
                  <a:srgbClr val="1E1E24"/>
                </a:solidFill>
              </a:rPr>
              <a:t>U37</a:t>
            </a:r>
            <a:r>
              <a:rPr lang="es-PE" sz="1700" dirty="0">
                <a:solidFill>
                  <a:srgbClr val="1E1E24"/>
                </a:solidFill>
              </a:rPr>
              <a:t> ¿Qué código tiene cada ruta (CMEMC39 a CMEMC43)? (Las escuelas a las rutas las asigna Pregrado.)</a:t>
            </a:r>
            <a:endParaRPr lang="es-PE" dirty="0"/>
          </a:p>
          <a:p>
            <a:pPr algn="l">
              <a:spcAft>
                <a:spcPts val="1300"/>
              </a:spcAft>
              <a:buNone/>
            </a:pPr>
            <a:r>
              <a:rPr lang="es-PE" sz="1700" b="1" dirty="0">
                <a:solidFill>
                  <a:srgbClr val="5C2193"/>
                </a:solidFill>
              </a:rPr>
              <a:t>2.  </a:t>
            </a:r>
            <a:r>
              <a:rPr lang="es-PE" sz="1700" b="1" dirty="0">
                <a:solidFill>
                  <a:srgbClr val="1E1E24"/>
                </a:solidFill>
              </a:rPr>
              <a:t>U40</a:t>
            </a:r>
            <a:r>
              <a:rPr lang="es-PE" sz="1700" dirty="0">
                <a:solidFill>
                  <a:srgbClr val="1E1E24"/>
                </a:solidFill>
              </a:rPr>
              <a:t> Cuando un curso no está en la malla, ¿quién hace la malla y la programación (</a:t>
            </a:r>
            <a:r>
              <a:rPr lang="es-PE" sz="1700" b="1" dirty="0">
                <a:solidFill>
                  <a:srgbClr val="5C2193"/>
                </a:solidFill>
              </a:rPr>
              <a:t>SCACRSE</a:t>
            </a:r>
            <a:r>
              <a:rPr lang="es-PE" sz="1700" dirty="0">
                <a:solidFill>
                  <a:srgbClr val="1E1E24"/>
                </a:solidFill>
              </a:rPr>
              <a:t>: catálogo de cursos, </a:t>
            </a:r>
            <a:r>
              <a:rPr lang="es-PE" sz="1700" b="1" dirty="0">
                <a:solidFill>
                  <a:srgbClr val="5C2193"/>
                </a:solidFill>
              </a:rPr>
              <a:t>SMAAREA</a:t>
            </a:r>
            <a:r>
              <a:rPr lang="es-PE" sz="1700" dirty="0">
                <a:solidFill>
                  <a:srgbClr val="1E1E24"/>
                </a:solidFill>
              </a:rPr>
              <a:t>: requerimientos de área de la malla): el centro o Registros?</a:t>
            </a:r>
            <a:endParaRPr lang="es-PE" dirty="0"/>
          </a:p>
          <a:p>
            <a:pPr algn="l">
              <a:spcAft>
                <a:spcPts val="1300"/>
              </a:spcAft>
              <a:buNone/>
            </a:pPr>
            <a:r>
              <a:rPr lang="es-PE" sz="1700" b="1" dirty="0">
                <a:solidFill>
                  <a:srgbClr val="5C2193"/>
                </a:solidFill>
              </a:rPr>
              <a:t>3.  </a:t>
            </a:r>
            <a:r>
              <a:rPr lang="es-PE" sz="1700" b="1" dirty="0">
                <a:solidFill>
                  <a:srgbClr val="1E1E24"/>
                </a:solidFill>
              </a:rPr>
              <a:t>U41</a:t>
            </a:r>
            <a:r>
              <a:rPr lang="es-PE" sz="1700" dirty="0">
                <a:solidFill>
                  <a:srgbClr val="1E1E24"/>
                </a:solidFill>
              </a:rPr>
              <a:t> En </a:t>
            </a:r>
            <a:r>
              <a:rPr lang="es-PE" sz="1700" b="1" dirty="0">
                <a:solidFill>
                  <a:srgbClr val="5C2193"/>
                </a:solidFill>
              </a:rPr>
              <a:t>SSARRES</a:t>
            </a:r>
            <a:r>
              <a:rPr lang="es-PE" sz="1700" dirty="0">
                <a:solidFill>
                  <a:srgbClr val="1E1E24"/>
                </a:solidFill>
              </a:rPr>
              <a:t> (restricciones de inscripción del NRC), ¿un NRC se abre a todos los programas XP que llevan el curso, o se crea un NRC por ruta?</a:t>
            </a:r>
            <a:endParaRPr lang="es-PE" dirty="0"/>
          </a:p>
          <a:p>
            <a:pPr algn="l">
              <a:spcAft>
                <a:spcPts val="1300"/>
              </a:spcAft>
              <a:buNone/>
            </a:pPr>
            <a:r>
              <a:rPr lang="es-PE" sz="1700" b="1" dirty="0">
                <a:solidFill>
                  <a:srgbClr val="5C2193"/>
                </a:solidFill>
              </a:rPr>
              <a:t>4.  </a:t>
            </a:r>
            <a:r>
              <a:rPr lang="es-PE" sz="1700" b="1" dirty="0">
                <a:solidFill>
                  <a:srgbClr val="1E1E24"/>
                </a:solidFill>
              </a:rPr>
              <a:t>U35</a:t>
            </a:r>
            <a:r>
              <a:rPr lang="es-PE" sz="1700" dirty="0">
                <a:solidFill>
                  <a:srgbClr val="1E1E24"/>
                </a:solidFill>
              </a:rPr>
              <a:t> ¿Se acredita con 4 talleres (lámina 2026) o con un 4.º curso (PDF 2025)?</a:t>
            </a:r>
            <a:endParaRPr lang="es-PE" dirty="0"/>
          </a:p>
          <a:p>
            <a:pPr algn="l">
              <a:spcAft>
                <a:spcPts val="1300"/>
              </a:spcAft>
              <a:buNone/>
            </a:pPr>
            <a:r>
              <a:rPr lang="es-PE" sz="1700" b="1" dirty="0">
                <a:solidFill>
                  <a:srgbClr val="5C2193"/>
                </a:solidFill>
              </a:rPr>
              <a:t>5.  </a:t>
            </a:r>
            <a:r>
              <a:rPr lang="es-PE" sz="1700" b="1" dirty="0">
                <a:solidFill>
                  <a:srgbClr val="1E1E24"/>
                </a:solidFill>
              </a:rPr>
              <a:t>U38</a:t>
            </a:r>
            <a:r>
              <a:rPr lang="es-PE" sz="1700" dirty="0">
                <a:solidFill>
                  <a:srgbClr val="1E1E24"/>
                </a:solidFill>
              </a:rPr>
              <a:t> Si el retiro está prohibido (Acuerdo 0453-2013), ¿se bloquea en Banner?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31664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Ellucian Main Layouts">
  <a:themeElements>
    <a:clrScheme name="Ellucian">
      <a:dk1>
        <a:srgbClr val="000000"/>
      </a:dk1>
      <a:lt1>
        <a:srgbClr val="FFFFFF"/>
      </a:lt1>
      <a:dk2>
        <a:srgbClr val="320070"/>
      </a:dk2>
      <a:lt2>
        <a:srgbClr val="D7D2CB"/>
      </a:lt2>
      <a:accent1>
        <a:srgbClr val="7000EB"/>
      </a:accent1>
      <a:accent2>
        <a:srgbClr val="95F4A0"/>
      </a:accent2>
      <a:accent3>
        <a:srgbClr val="084D2B"/>
      </a:accent3>
      <a:accent4>
        <a:srgbClr val="E8F75B"/>
      </a:accent4>
      <a:accent5>
        <a:srgbClr val="74C4FF"/>
      </a:accent5>
      <a:accent6>
        <a:srgbClr val="FFC800"/>
      </a:accent6>
      <a:hlink>
        <a:srgbClr val="7000EB"/>
      </a:hlink>
      <a:folHlink>
        <a:srgbClr val="7000EB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Ellucian_April 2025">
  <a:themeElements>
    <a:clrScheme name="Ellucian">
      <a:dk1>
        <a:srgbClr val="000000"/>
      </a:dk1>
      <a:lt1>
        <a:srgbClr val="FFFFFF"/>
      </a:lt1>
      <a:dk2>
        <a:srgbClr val="320070"/>
      </a:dk2>
      <a:lt2>
        <a:srgbClr val="D7D2CB"/>
      </a:lt2>
      <a:accent1>
        <a:srgbClr val="7000EB"/>
      </a:accent1>
      <a:accent2>
        <a:srgbClr val="95F4A0"/>
      </a:accent2>
      <a:accent3>
        <a:srgbClr val="084D2B"/>
      </a:accent3>
      <a:accent4>
        <a:srgbClr val="E8F75B"/>
      </a:accent4>
      <a:accent5>
        <a:srgbClr val="74C4FF"/>
      </a:accent5>
      <a:accent6>
        <a:srgbClr val="FFC800"/>
      </a:accent6>
      <a:hlink>
        <a:srgbClr val="7000EB"/>
      </a:hlink>
      <a:folHlink>
        <a:srgbClr val="7000EB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Ellucian_April 2025" id="{26EA1B6D-013D-4CE8-B6BA-844450BD34AD}" vid="{76DDA76C-B383-44A4-B33A-CC50C6670FCD}"/>
    </a:ext>
  </a:extLst>
</a:theme>
</file>

<file path=ppt/theme/theme4.xml><?xml version="1.0" encoding="utf-8"?>
<a:theme xmlns:a="http://schemas.openxmlformats.org/drawingml/2006/main" name="1_Ellucian_April 2025">
  <a:themeElements>
    <a:clrScheme name="Ellucian">
      <a:dk1>
        <a:srgbClr val="000000"/>
      </a:dk1>
      <a:lt1>
        <a:srgbClr val="FFFFFF"/>
      </a:lt1>
      <a:dk2>
        <a:srgbClr val="320070"/>
      </a:dk2>
      <a:lt2>
        <a:srgbClr val="D7D2CB"/>
      </a:lt2>
      <a:accent1>
        <a:srgbClr val="7000EB"/>
      </a:accent1>
      <a:accent2>
        <a:srgbClr val="95F4A0"/>
      </a:accent2>
      <a:accent3>
        <a:srgbClr val="084D2B"/>
      </a:accent3>
      <a:accent4>
        <a:srgbClr val="E8F75B"/>
      </a:accent4>
      <a:accent5>
        <a:srgbClr val="74C4FF"/>
      </a:accent5>
      <a:accent6>
        <a:srgbClr val="FFC800"/>
      </a:accent6>
      <a:hlink>
        <a:srgbClr val="7000EB"/>
      </a:hlink>
      <a:folHlink>
        <a:srgbClr val="7000EB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Ellucian_April 2025" id="{26EA1B6D-013D-4CE8-B6BA-844450BD34AD}" vid="{76DDA76C-B383-44A4-B33A-CC50C6670FCD}"/>
    </a:ext>
  </a:extLst>
</a:theme>
</file>

<file path=ppt/theme/theme5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Panorámica</PresentationFormat>
  <Slides>17</Slides>
  <Notes>31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Ruta de aprendizaje: inscripción y cursos nuevos - Centro de Informática</dc:title>
  <dc:creator>Dagner Anibal Chuman Lluen</dc:creator>
  <cp:lastModifiedBy>Dagner Anibal Chuman Lluen</cp:lastModifiedBy>
  <cp:revision>50</cp:revision>
  <dcterms:created xsi:type="dcterms:W3CDTF">2026-08-24T19:57:14Z</dcterms:created>
  <dcterms:modified xsi:type="dcterms:W3CDTF">2026-10-13T15:11:56Z</dcterms:modified>
</cp:coreProperties>
</file>