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8" r:id="rId1"/>
    <p:sldMasterId id="2147483768" r:id="rId2"/>
  </p:sldMasterIdLst>
  <p:notesMasterIdLst>
    <p:notesMasterId r:id="rId35"/>
  </p:notesMasterIdLst>
  <p:sldIdLst>
    <p:sldId id="1559" r:id="rId3"/>
    <p:sldId id="423" r:id="rId4"/>
    <p:sldId id="1174" r:id="rId5"/>
    <p:sldId id="1291" r:id="rId6"/>
    <p:sldId id="1259" r:id="rId7"/>
    <p:sldId id="1250" r:id="rId8"/>
    <p:sldId id="1251" r:id="rId9"/>
    <p:sldId id="1292" r:id="rId10"/>
    <p:sldId id="1119" r:id="rId11"/>
    <p:sldId id="1560" r:id="rId12"/>
    <p:sldId id="1503" r:id="rId13"/>
    <p:sldId id="1563" r:id="rId14"/>
    <p:sldId id="1453" r:id="rId15"/>
    <p:sldId id="1566" r:id="rId16"/>
    <p:sldId id="1567" r:id="rId17"/>
    <p:sldId id="1568" r:id="rId18"/>
    <p:sldId id="1569" r:id="rId19"/>
    <p:sldId id="1570" r:id="rId20"/>
    <p:sldId id="1572" r:id="rId21"/>
    <p:sldId id="1573" r:id="rId22"/>
    <p:sldId id="1574" r:id="rId23"/>
    <p:sldId id="1577" r:id="rId24"/>
    <p:sldId id="1578" r:id="rId25"/>
    <p:sldId id="1579" r:id="rId26"/>
    <p:sldId id="1581" r:id="rId27"/>
    <p:sldId id="1582" r:id="rId28"/>
    <p:sldId id="1583" r:id="rId29"/>
    <p:sldId id="1584" r:id="rId30"/>
    <p:sldId id="1585" r:id="rId31"/>
    <p:sldId id="1586" r:id="rId32"/>
    <p:sldId id="1221" r:id="rId33"/>
    <p:sldId id="322"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81B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419"/>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23C117-F0D1-46E6-B911-20932DF680A3}" type="datetimeFigureOut">
              <a:rPr lang="es-419" smtClean="0"/>
              <a:t>15/7/2026</a:t>
            </a:fld>
            <a:endParaRPr lang="es-419"/>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419"/>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419"/>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1C308A-25FC-453F-866C-E0840FC3618C}" type="slidenum">
              <a:rPr lang="es-419" smtClean="0"/>
              <a:t>‹#›</a:t>
            </a:fld>
            <a:endParaRPr lang="es-419"/>
          </a:p>
        </p:txBody>
      </p:sp>
    </p:spTree>
    <p:extLst>
      <p:ext uri="{BB962C8B-B14F-4D97-AF65-F5344CB8AC3E}">
        <p14:creationId xmlns:p14="http://schemas.microsoft.com/office/powerpoint/2010/main" val="3095982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a:lstStyle/>
          <a:p>
            <a:endParaRPr lang="es-ES_tradnl" dirty="0"/>
          </a:p>
        </p:txBody>
      </p:sp>
      <p:sp>
        <p:nvSpPr>
          <p:cNvPr id="4" name="Marcador de posición de número de diapositiva 3"/>
          <p:cNvSpPr>
            <a:spLocks noGrp="1"/>
          </p:cNvSpPr>
          <p:nvPr>
            <p:ph type="sldNum" sz="quarter" idx="10"/>
          </p:nvPr>
        </p:nvSpPr>
        <p:spPr/>
        <p:txBody>
          <a:bodyPr/>
          <a:lstStyle/>
          <a:p>
            <a:fld id="{CF541D2A-E99A-2F4F-B8C9-28142709F87F}" type="slidenum">
              <a:rPr lang="en-US" smtClean="0"/>
              <a:pPr/>
              <a:t>1</a:t>
            </a:fld>
            <a:endParaRPr lang="en-US"/>
          </a:p>
        </p:txBody>
      </p:sp>
    </p:spTree>
    <p:extLst>
      <p:ext uri="{BB962C8B-B14F-4D97-AF65-F5344CB8AC3E}">
        <p14:creationId xmlns:p14="http://schemas.microsoft.com/office/powerpoint/2010/main" val="42448523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_tradnl" dirty="0"/>
          </a:p>
        </p:txBody>
      </p:sp>
      <p:sp>
        <p:nvSpPr>
          <p:cNvPr id="4" name="Marcador de número de diapositiva 3"/>
          <p:cNvSpPr>
            <a:spLocks noGrp="1"/>
          </p:cNvSpPr>
          <p:nvPr>
            <p:ph type="sldNum" sz="quarter" idx="5"/>
          </p:nvPr>
        </p:nvSpPr>
        <p:spPr/>
        <p:txBody>
          <a:bodyPr/>
          <a:lstStyle/>
          <a:p>
            <a:fld id="{CF541D2A-E99A-2F4F-B8C9-28142709F87F}" type="slidenum">
              <a:rPr lang="en-US" smtClean="0"/>
              <a:pPr/>
              <a:t>11</a:t>
            </a:fld>
            <a:endParaRPr lang="en-US"/>
          </a:p>
        </p:txBody>
      </p:sp>
    </p:spTree>
    <p:extLst>
      <p:ext uri="{BB962C8B-B14F-4D97-AF65-F5344CB8AC3E}">
        <p14:creationId xmlns:p14="http://schemas.microsoft.com/office/powerpoint/2010/main" val="1123893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9E73F-30BB-EB4B-DEBC-1388F61A54E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68BD4E0-0D3C-B20C-03A0-CF4B7C63EB8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74B5A7B-096E-09C1-01E8-D11B79ACBB4B}"/>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A01568FE-48ED-3D3C-3811-F1FD83C8DD6D}"/>
              </a:ext>
            </a:extLst>
          </p:cNvPr>
          <p:cNvSpPr>
            <a:spLocks noGrp="1"/>
          </p:cNvSpPr>
          <p:nvPr>
            <p:ph type="sldNum" sz="quarter" idx="5"/>
          </p:nvPr>
        </p:nvSpPr>
        <p:spPr/>
        <p:txBody>
          <a:bodyPr/>
          <a:lstStyle/>
          <a:p>
            <a:fld id="{CF541D2A-E99A-2F4F-B8C9-28142709F87F}" type="slidenum">
              <a:rPr lang="en-US" smtClean="0"/>
              <a:pPr/>
              <a:t>12</a:t>
            </a:fld>
            <a:endParaRPr lang="en-US"/>
          </a:p>
        </p:txBody>
      </p:sp>
    </p:spTree>
    <p:extLst>
      <p:ext uri="{BB962C8B-B14F-4D97-AF65-F5344CB8AC3E}">
        <p14:creationId xmlns:p14="http://schemas.microsoft.com/office/powerpoint/2010/main" val="42835549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E8D37-9F2A-D937-5A7A-24696A751C3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902C0BF-9FE3-677F-4BA6-97C1B9F2750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F8B96A9-BEA7-8636-6750-ADD1B4DE8B50}"/>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BE20D63C-2E0F-2B15-2636-90BD613636E2}"/>
              </a:ext>
            </a:extLst>
          </p:cNvPr>
          <p:cNvSpPr>
            <a:spLocks noGrp="1"/>
          </p:cNvSpPr>
          <p:nvPr>
            <p:ph type="sldNum" sz="quarter" idx="5"/>
          </p:nvPr>
        </p:nvSpPr>
        <p:spPr/>
        <p:txBody>
          <a:bodyPr/>
          <a:lstStyle/>
          <a:p>
            <a:fld id="{CF541D2A-E99A-2F4F-B8C9-28142709F87F}" type="slidenum">
              <a:rPr lang="en-US" smtClean="0"/>
              <a:pPr/>
              <a:t>14</a:t>
            </a:fld>
            <a:endParaRPr lang="en-US"/>
          </a:p>
        </p:txBody>
      </p:sp>
    </p:spTree>
    <p:extLst>
      <p:ext uri="{BB962C8B-B14F-4D97-AF65-F5344CB8AC3E}">
        <p14:creationId xmlns:p14="http://schemas.microsoft.com/office/powerpoint/2010/main" val="40089754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1290F-006A-4976-C01E-7EE81795550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695B6AB-BE74-6532-6F52-0E52DBFC4F1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4B209B1-9C2D-A962-E8B6-B3EF51CD83D0}"/>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231AD2F8-A1F7-3A87-3958-3C7D9CA681F9}"/>
              </a:ext>
            </a:extLst>
          </p:cNvPr>
          <p:cNvSpPr>
            <a:spLocks noGrp="1"/>
          </p:cNvSpPr>
          <p:nvPr>
            <p:ph type="sldNum" sz="quarter" idx="5"/>
          </p:nvPr>
        </p:nvSpPr>
        <p:spPr/>
        <p:txBody>
          <a:bodyPr/>
          <a:lstStyle/>
          <a:p>
            <a:fld id="{CF541D2A-E99A-2F4F-B8C9-28142709F87F}" type="slidenum">
              <a:rPr lang="en-US" smtClean="0"/>
              <a:pPr/>
              <a:t>17</a:t>
            </a:fld>
            <a:endParaRPr lang="en-US"/>
          </a:p>
        </p:txBody>
      </p:sp>
    </p:spTree>
    <p:extLst>
      <p:ext uri="{BB962C8B-B14F-4D97-AF65-F5344CB8AC3E}">
        <p14:creationId xmlns:p14="http://schemas.microsoft.com/office/powerpoint/2010/main" val="7144500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C9EF9-099D-B9DF-51B2-C8548034D68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E259AA0-5835-4910-5B0E-8B078DF6C13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77D4BD2-BE43-CDF6-BE46-3BD76A0BC314}"/>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A79815C3-0940-F222-B80D-E43B6F45EE1F}"/>
              </a:ext>
            </a:extLst>
          </p:cNvPr>
          <p:cNvSpPr>
            <a:spLocks noGrp="1"/>
          </p:cNvSpPr>
          <p:nvPr>
            <p:ph type="sldNum" sz="quarter" idx="5"/>
          </p:nvPr>
        </p:nvSpPr>
        <p:spPr/>
        <p:txBody>
          <a:bodyPr/>
          <a:lstStyle/>
          <a:p>
            <a:fld id="{CF541D2A-E99A-2F4F-B8C9-28142709F87F}" type="slidenum">
              <a:rPr lang="en-US" smtClean="0"/>
              <a:pPr/>
              <a:t>18</a:t>
            </a:fld>
            <a:endParaRPr lang="en-US"/>
          </a:p>
        </p:txBody>
      </p:sp>
    </p:spTree>
    <p:extLst>
      <p:ext uri="{BB962C8B-B14F-4D97-AF65-F5344CB8AC3E}">
        <p14:creationId xmlns:p14="http://schemas.microsoft.com/office/powerpoint/2010/main" val="31506906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EEB00-85D8-D494-4E1A-A8ECACA6D9B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70DBEF3-5B3D-6D4D-2728-B5289893ECA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F990335-C4B8-046A-214D-19039C65E1D0}"/>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98BD8EF1-4FDA-EAAA-EA2A-BB2DD6F29ADC}"/>
              </a:ext>
            </a:extLst>
          </p:cNvPr>
          <p:cNvSpPr>
            <a:spLocks noGrp="1"/>
          </p:cNvSpPr>
          <p:nvPr>
            <p:ph type="sldNum" sz="quarter" idx="5"/>
          </p:nvPr>
        </p:nvSpPr>
        <p:spPr/>
        <p:txBody>
          <a:bodyPr/>
          <a:lstStyle/>
          <a:p>
            <a:fld id="{CF541D2A-E99A-2F4F-B8C9-28142709F87F}" type="slidenum">
              <a:rPr lang="en-US" smtClean="0"/>
              <a:pPr/>
              <a:t>20</a:t>
            </a:fld>
            <a:endParaRPr lang="en-US"/>
          </a:p>
        </p:txBody>
      </p:sp>
    </p:spTree>
    <p:extLst>
      <p:ext uri="{BB962C8B-B14F-4D97-AF65-F5344CB8AC3E}">
        <p14:creationId xmlns:p14="http://schemas.microsoft.com/office/powerpoint/2010/main" val="28229001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08CF6-5D12-3A9C-8343-98ECF7AFBDA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3DEA340-BAE4-9E6D-2066-1E82FB88D41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B05F17F-C2EF-4F83-EF76-CB3FE7CD02F9}"/>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49A3D288-DA2F-3950-D738-22CC5A2DA417}"/>
              </a:ext>
            </a:extLst>
          </p:cNvPr>
          <p:cNvSpPr>
            <a:spLocks noGrp="1"/>
          </p:cNvSpPr>
          <p:nvPr>
            <p:ph type="sldNum" sz="quarter" idx="5"/>
          </p:nvPr>
        </p:nvSpPr>
        <p:spPr/>
        <p:txBody>
          <a:bodyPr/>
          <a:lstStyle/>
          <a:p>
            <a:fld id="{CF541D2A-E99A-2F4F-B8C9-28142709F87F}" type="slidenum">
              <a:rPr lang="en-US" smtClean="0"/>
              <a:pPr/>
              <a:t>21</a:t>
            </a:fld>
            <a:endParaRPr lang="en-US"/>
          </a:p>
        </p:txBody>
      </p:sp>
    </p:spTree>
    <p:extLst>
      <p:ext uri="{BB962C8B-B14F-4D97-AF65-F5344CB8AC3E}">
        <p14:creationId xmlns:p14="http://schemas.microsoft.com/office/powerpoint/2010/main" val="25071064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CE530-0262-36C1-A173-58D8D72F5D3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63D1D96-AC13-F22D-1678-A6BA32A4242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AC54D14-DC8C-0BD0-04E8-6954FFF90614}"/>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F41F864D-3A0F-8A72-548F-D142B6CC6221}"/>
              </a:ext>
            </a:extLst>
          </p:cNvPr>
          <p:cNvSpPr>
            <a:spLocks noGrp="1"/>
          </p:cNvSpPr>
          <p:nvPr>
            <p:ph type="sldNum" sz="quarter" idx="5"/>
          </p:nvPr>
        </p:nvSpPr>
        <p:spPr/>
        <p:txBody>
          <a:bodyPr/>
          <a:lstStyle/>
          <a:p>
            <a:fld id="{CF541D2A-E99A-2F4F-B8C9-28142709F87F}" type="slidenum">
              <a:rPr lang="en-US" smtClean="0"/>
              <a:pPr/>
              <a:t>23</a:t>
            </a:fld>
            <a:endParaRPr lang="en-US"/>
          </a:p>
        </p:txBody>
      </p:sp>
    </p:spTree>
    <p:extLst>
      <p:ext uri="{BB962C8B-B14F-4D97-AF65-F5344CB8AC3E}">
        <p14:creationId xmlns:p14="http://schemas.microsoft.com/office/powerpoint/2010/main" val="8502215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B1349-35B1-50CA-1024-F51E4A420A6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90A90B6-1BD1-12C1-A2EB-E787B9912F4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9E0E469-F929-B688-B51F-AA29FECDFCD0}"/>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8DB90233-51B9-4979-76B6-D2039C7FFE74}"/>
              </a:ext>
            </a:extLst>
          </p:cNvPr>
          <p:cNvSpPr>
            <a:spLocks noGrp="1"/>
          </p:cNvSpPr>
          <p:nvPr>
            <p:ph type="sldNum" sz="quarter" idx="5"/>
          </p:nvPr>
        </p:nvSpPr>
        <p:spPr/>
        <p:txBody>
          <a:bodyPr/>
          <a:lstStyle/>
          <a:p>
            <a:fld id="{CF541D2A-E99A-2F4F-B8C9-28142709F87F}" type="slidenum">
              <a:rPr lang="en-US" smtClean="0"/>
              <a:pPr/>
              <a:t>24</a:t>
            </a:fld>
            <a:endParaRPr lang="en-US"/>
          </a:p>
        </p:txBody>
      </p:sp>
    </p:spTree>
    <p:extLst>
      <p:ext uri="{BB962C8B-B14F-4D97-AF65-F5344CB8AC3E}">
        <p14:creationId xmlns:p14="http://schemas.microsoft.com/office/powerpoint/2010/main" val="24819078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084D6-34B9-2EB2-9CB3-84A71DD3FA1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1D0461D-F904-3606-AD20-80F610906DA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547499C-3E1B-7851-8132-DFC58A98AAC7}"/>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846142BA-A7E4-06A3-39BD-2922C873E472}"/>
              </a:ext>
            </a:extLst>
          </p:cNvPr>
          <p:cNvSpPr>
            <a:spLocks noGrp="1"/>
          </p:cNvSpPr>
          <p:nvPr>
            <p:ph type="sldNum" sz="quarter" idx="5"/>
          </p:nvPr>
        </p:nvSpPr>
        <p:spPr/>
        <p:txBody>
          <a:bodyPr/>
          <a:lstStyle/>
          <a:p>
            <a:fld id="{CF541D2A-E99A-2F4F-B8C9-28142709F87F}" type="slidenum">
              <a:rPr lang="en-US" smtClean="0"/>
              <a:pPr/>
              <a:t>26</a:t>
            </a:fld>
            <a:endParaRPr lang="en-US"/>
          </a:p>
        </p:txBody>
      </p:sp>
    </p:spTree>
    <p:extLst>
      <p:ext uri="{BB962C8B-B14F-4D97-AF65-F5344CB8AC3E}">
        <p14:creationId xmlns:p14="http://schemas.microsoft.com/office/powerpoint/2010/main" val="3460231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47359-E219-7B4F-B5AF-0F143DAA768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0A12D0B-6EDD-F7D0-83A8-CBF24404228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68CD35F-3B53-3962-FD22-790C087EE9B6}"/>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A6AB3269-6EFB-EEF8-3CBB-DD85D5F3A55D}"/>
              </a:ext>
            </a:extLst>
          </p:cNvPr>
          <p:cNvSpPr>
            <a:spLocks noGrp="1"/>
          </p:cNvSpPr>
          <p:nvPr>
            <p:ph type="sldNum" sz="quarter" idx="5"/>
          </p:nvPr>
        </p:nvSpPr>
        <p:spPr/>
        <p:txBody>
          <a:bodyPr/>
          <a:lstStyle/>
          <a:p>
            <a:fld id="{CF541D2A-E99A-2F4F-B8C9-28142709F87F}" type="slidenum">
              <a:rPr lang="en-US" smtClean="0"/>
              <a:pPr/>
              <a:t>27</a:t>
            </a:fld>
            <a:endParaRPr lang="en-US"/>
          </a:p>
        </p:txBody>
      </p:sp>
    </p:spTree>
    <p:extLst>
      <p:ext uri="{BB962C8B-B14F-4D97-AF65-F5344CB8AC3E}">
        <p14:creationId xmlns:p14="http://schemas.microsoft.com/office/powerpoint/2010/main" val="34627015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F290A-4AFD-B6B6-74D0-76CE5E6F51D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3678D30-F582-5696-7631-E72D3F466ED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7847E79-463D-451B-8E78-7409046750A6}"/>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31AF3AC5-A3E1-DC4A-85BE-5756F1C51544}"/>
              </a:ext>
            </a:extLst>
          </p:cNvPr>
          <p:cNvSpPr>
            <a:spLocks noGrp="1"/>
          </p:cNvSpPr>
          <p:nvPr>
            <p:ph type="sldNum" sz="quarter" idx="5"/>
          </p:nvPr>
        </p:nvSpPr>
        <p:spPr/>
        <p:txBody>
          <a:bodyPr/>
          <a:lstStyle/>
          <a:p>
            <a:fld id="{CF541D2A-E99A-2F4F-B8C9-28142709F87F}" type="slidenum">
              <a:rPr lang="en-US" smtClean="0"/>
              <a:pPr/>
              <a:t>28</a:t>
            </a:fld>
            <a:endParaRPr lang="en-US"/>
          </a:p>
        </p:txBody>
      </p:sp>
    </p:spTree>
    <p:extLst>
      <p:ext uri="{BB962C8B-B14F-4D97-AF65-F5344CB8AC3E}">
        <p14:creationId xmlns:p14="http://schemas.microsoft.com/office/powerpoint/2010/main" val="14499885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E7AFB-34A6-CE82-4DC1-5E2FBBF3994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0000747-D7B8-FD00-BB2E-ECDC97B5806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B491AD9-2AB2-12D2-30DE-FE7509CAF413}"/>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BC13971F-FB26-51FA-3AEF-5C345A9F779A}"/>
              </a:ext>
            </a:extLst>
          </p:cNvPr>
          <p:cNvSpPr>
            <a:spLocks noGrp="1"/>
          </p:cNvSpPr>
          <p:nvPr>
            <p:ph type="sldNum" sz="quarter" idx="5"/>
          </p:nvPr>
        </p:nvSpPr>
        <p:spPr/>
        <p:txBody>
          <a:bodyPr/>
          <a:lstStyle/>
          <a:p>
            <a:fld id="{CF541D2A-E99A-2F4F-B8C9-28142709F87F}" type="slidenum">
              <a:rPr lang="en-US" smtClean="0"/>
              <a:pPr/>
              <a:t>29</a:t>
            </a:fld>
            <a:endParaRPr lang="en-US"/>
          </a:p>
        </p:txBody>
      </p:sp>
    </p:spTree>
    <p:extLst>
      <p:ext uri="{BB962C8B-B14F-4D97-AF65-F5344CB8AC3E}">
        <p14:creationId xmlns:p14="http://schemas.microsoft.com/office/powerpoint/2010/main" val="336377571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18.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9.jp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0.jp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9665639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7583549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808815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7533755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8509702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8915605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1540962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31823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32501448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Headline-Copy">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6" name="Text Placeholder 5">
            <a:extLst>
              <a:ext uri="{FF2B5EF4-FFF2-40B4-BE49-F238E27FC236}">
                <a16:creationId xmlns:a16="http://schemas.microsoft.com/office/drawing/2014/main" id="{9D09DD77-3C7C-EEB6-765D-0ED3FE5F28B3}"/>
              </a:ext>
            </a:extLst>
          </p:cNvPr>
          <p:cNvSpPr>
            <a:spLocks noGrp="1"/>
          </p:cNvSpPr>
          <p:nvPr>
            <p:ph type="body" sz="quarter" idx="11"/>
          </p:nvPr>
        </p:nvSpPr>
        <p:spPr>
          <a:xfrm>
            <a:off x="522287" y="1056958"/>
            <a:ext cx="11122188" cy="510063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2279832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21273645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7081315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36727050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5636831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13705080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2145733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0126138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0280431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7563957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51893728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6814772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6688496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0377636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2741246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31316580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226048621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356989377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33133195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07862830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07839736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1868828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59155879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131826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93875197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F57A3D79-8EB8-420C-9CED-F27F00CFFC96}" type="slidenum">
              <a:rPr lang="es-419" smtClean="0"/>
              <a:t>‹#›</a:t>
            </a:fld>
            <a:endParaRPr lang="es-419"/>
          </a:p>
        </p:txBody>
      </p:sp>
      <p:sp>
        <p:nvSpPr>
          <p:cNvPr id="3" name="Rectángulo 2">
            <a:extLst>
              <a:ext uri="{FF2B5EF4-FFF2-40B4-BE49-F238E27FC236}">
                <a16:creationId xmlns:a16="http://schemas.microsoft.com/office/drawing/2014/main" id="{B87848C8-5306-CCBF-F8E9-C7873EA77EE5}"/>
              </a:ext>
            </a:extLst>
          </p:cNvPr>
          <p:cNvSpPr/>
          <p:nvPr/>
        </p:nvSpPr>
        <p:spPr>
          <a:xfrm>
            <a:off x="9201150" y="6477000"/>
            <a:ext cx="2381250" cy="36512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4" name="CuadroTexto 3">
            <a:extLst>
              <a:ext uri="{FF2B5EF4-FFF2-40B4-BE49-F238E27FC236}">
                <a16:creationId xmlns:a16="http://schemas.microsoft.com/office/drawing/2014/main" id="{ACF80B18-24B4-CBEE-9DE2-D92B53D5028B}"/>
              </a:ext>
            </a:extLst>
          </p:cNvPr>
          <p:cNvSpPr txBox="1"/>
          <p:nvPr/>
        </p:nvSpPr>
        <p:spPr>
          <a:xfrm>
            <a:off x="9710428" y="6564371"/>
            <a:ext cx="1966885" cy="400110"/>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chemeClr val="bg1"/>
                </a:solidFill>
              </a:rPr>
              <a:t>©2026 Ellucian. Confidential and Proprietary</a:t>
            </a:r>
          </a:p>
          <a:p>
            <a:pPr algn="l"/>
            <a:endParaRPr lang="es-419" dirty="0" err="1"/>
          </a:p>
        </p:txBody>
      </p:sp>
    </p:spTree>
    <p:extLst>
      <p:ext uri="{BB962C8B-B14F-4D97-AF65-F5344CB8AC3E}">
        <p14:creationId xmlns:p14="http://schemas.microsoft.com/office/powerpoint/2010/main" val="2605855378"/>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F57A3D79-8EB8-420C-9CED-F27F00CFFC96}" type="slidenum">
              <a:rPr lang="es-419" smtClean="0"/>
              <a:t>‹#›</a:t>
            </a:fld>
            <a:endParaRPr lang="es-419"/>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ES"/>
              <a:t>Haga clic para modificar el estilo de título del patrón</a:t>
            </a:r>
            <a:endParaRPr lang="en-US" dirty="0"/>
          </a:p>
        </p:txBody>
      </p:sp>
      <p:sp>
        <p:nvSpPr>
          <p:cNvPr id="2" name="Rectángulo 1">
            <a:extLst>
              <a:ext uri="{FF2B5EF4-FFF2-40B4-BE49-F238E27FC236}">
                <a16:creationId xmlns:a16="http://schemas.microsoft.com/office/drawing/2014/main" id="{72F9C080-DD2D-FD34-D5B7-4EB1E6EC427D}"/>
              </a:ext>
            </a:extLst>
          </p:cNvPr>
          <p:cNvSpPr/>
          <p:nvPr/>
        </p:nvSpPr>
        <p:spPr>
          <a:xfrm>
            <a:off x="9144000" y="6356349"/>
            <a:ext cx="2438397" cy="5016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5" name="CuadroTexto 4">
            <a:extLst>
              <a:ext uri="{FF2B5EF4-FFF2-40B4-BE49-F238E27FC236}">
                <a16:creationId xmlns:a16="http://schemas.microsoft.com/office/drawing/2014/main" id="{5BC384C8-4C26-47A6-0271-A2125548E2A0}"/>
              </a:ext>
            </a:extLst>
          </p:cNvPr>
          <p:cNvSpPr txBox="1"/>
          <p:nvPr/>
        </p:nvSpPr>
        <p:spPr>
          <a:xfrm>
            <a:off x="9710428" y="6578538"/>
            <a:ext cx="1966885" cy="400110"/>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chemeClr val="tx1"/>
                </a:solidFill>
              </a:rPr>
              <a:t>©2026 Ellucian. Confidential and Proprietary</a:t>
            </a:r>
          </a:p>
          <a:p>
            <a:pPr algn="l"/>
            <a:endParaRPr lang="es-419" dirty="0" err="1"/>
          </a:p>
        </p:txBody>
      </p:sp>
    </p:spTree>
    <p:extLst>
      <p:ext uri="{BB962C8B-B14F-4D97-AF65-F5344CB8AC3E}">
        <p14:creationId xmlns:p14="http://schemas.microsoft.com/office/powerpoint/2010/main" val="156002014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Title Only Slide">
    <p:bg>
      <p:bgPr>
        <a:solidFill>
          <a:schemeClr val="bg1">
            <a:alpha val="20231"/>
          </a:schemeClr>
        </a:solidFill>
        <a:effectLst/>
      </p:bgPr>
    </p:bg>
    <p:spTree>
      <p:nvGrpSpPr>
        <p:cNvPr id="1" name=""/>
        <p:cNvGrpSpPr/>
        <p:nvPr/>
      </p:nvGrpSpPr>
      <p:grpSpPr>
        <a:xfrm>
          <a:off x="0" y="0"/>
          <a:ext cx="0" cy="0"/>
          <a:chOff x="0" y="0"/>
          <a:chExt cx="0" cy="0"/>
        </a:xfrm>
      </p:grpSpPr>
      <p:sp>
        <p:nvSpPr>
          <p:cNvPr id="7" name="Vertical Text Placeholder 13">
            <a:extLst>
              <a:ext uri="{FF2B5EF4-FFF2-40B4-BE49-F238E27FC236}">
                <a16:creationId xmlns:a16="http://schemas.microsoft.com/office/drawing/2014/main" id="{615AF287-335F-BB55-C118-E2B304809BF5}"/>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10" name="Slide Number Placeholder 5">
            <a:extLst>
              <a:ext uri="{FF2B5EF4-FFF2-40B4-BE49-F238E27FC236}">
                <a16:creationId xmlns:a16="http://schemas.microsoft.com/office/drawing/2014/main" id="{602A5F3B-3ABB-9E8C-64CA-3C1440FE24FE}"/>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F57A3D79-8EB8-420C-9CED-F27F00CFFC96}" type="slidenum">
              <a:rPr lang="es-419" smtClean="0"/>
              <a:t>‹#›</a:t>
            </a:fld>
            <a:endParaRPr lang="es-419"/>
          </a:p>
        </p:txBody>
      </p:sp>
      <p:sp>
        <p:nvSpPr>
          <p:cNvPr id="2" name="Title 2">
            <a:extLst>
              <a:ext uri="{FF2B5EF4-FFF2-40B4-BE49-F238E27FC236}">
                <a16:creationId xmlns:a16="http://schemas.microsoft.com/office/drawing/2014/main" id="{6075AE4F-120B-4A06-3546-84A4BC13FBF4}"/>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ES"/>
              <a:t>Haga clic para modificar el estilo de título del patrón</a:t>
            </a:r>
            <a:endParaRPr lang="en-US" dirty="0"/>
          </a:p>
        </p:txBody>
      </p:sp>
      <p:sp>
        <p:nvSpPr>
          <p:cNvPr id="3" name="Rectángulo 2">
            <a:extLst>
              <a:ext uri="{FF2B5EF4-FFF2-40B4-BE49-F238E27FC236}">
                <a16:creationId xmlns:a16="http://schemas.microsoft.com/office/drawing/2014/main" id="{21AA0655-EF32-5703-2481-B0BE588C40AA}"/>
              </a:ext>
            </a:extLst>
          </p:cNvPr>
          <p:cNvSpPr/>
          <p:nvPr/>
        </p:nvSpPr>
        <p:spPr>
          <a:xfrm>
            <a:off x="9201150" y="6467475"/>
            <a:ext cx="2381247" cy="253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4" name="CuadroTexto 3">
            <a:extLst>
              <a:ext uri="{FF2B5EF4-FFF2-40B4-BE49-F238E27FC236}">
                <a16:creationId xmlns:a16="http://schemas.microsoft.com/office/drawing/2014/main" id="{FF149BBC-CE1D-8521-C527-4F2A84EF7C23}"/>
              </a:ext>
            </a:extLst>
          </p:cNvPr>
          <p:cNvSpPr txBox="1"/>
          <p:nvPr/>
        </p:nvSpPr>
        <p:spPr>
          <a:xfrm>
            <a:off x="9748528" y="6584949"/>
            <a:ext cx="1966885" cy="400110"/>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chemeClr val="tx1"/>
                </a:solidFill>
              </a:rPr>
              <a:t>©2026 Ellucian. Confidential and Proprietary</a:t>
            </a:r>
          </a:p>
          <a:p>
            <a:pPr algn="l"/>
            <a:endParaRPr lang="es-419" dirty="0" err="1"/>
          </a:p>
        </p:txBody>
      </p:sp>
    </p:spTree>
    <p:extLst>
      <p:ext uri="{BB962C8B-B14F-4D97-AF65-F5344CB8AC3E}">
        <p14:creationId xmlns:p14="http://schemas.microsoft.com/office/powerpoint/2010/main" val="300017654"/>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cSld name="Title slide 2">
    <p:spTree>
      <p:nvGrpSpPr>
        <p:cNvPr id="1" name=""/>
        <p:cNvGrpSpPr/>
        <p:nvPr/>
      </p:nvGrpSpPr>
      <p:grpSpPr>
        <a:xfrm>
          <a:off x="0" y="0"/>
          <a:ext cx="0" cy="0"/>
          <a:chOff x="0" y="0"/>
          <a:chExt cx="0" cy="0"/>
        </a:xfrm>
      </p:grpSpPr>
      <p:pic>
        <p:nvPicPr>
          <p:cNvPr id="11" name="Picture 3">
            <a:extLst>
              <a:ext uri="{FF2B5EF4-FFF2-40B4-BE49-F238E27FC236}">
                <a16:creationId xmlns:a16="http://schemas.microsoft.com/office/drawing/2014/main" id="{0D606AED-DD8D-9B4B-A5A1-B57A5083C0E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488163" y="258373"/>
            <a:ext cx="6711912" cy="6858000"/>
          </a:xfrm>
          <a:prstGeom prst="rect">
            <a:avLst/>
          </a:prstGeom>
        </p:spPr>
      </p:pic>
      <p:sp>
        <p:nvSpPr>
          <p:cNvPr id="4" name="Trapezoid 3"/>
          <p:cNvSpPr/>
          <p:nvPr/>
        </p:nvSpPr>
        <p:spPr>
          <a:xfrm>
            <a:off x="0" y="1"/>
            <a:ext cx="9144000" cy="6874172"/>
          </a:xfrm>
          <a:custGeom>
            <a:avLst/>
            <a:gdLst>
              <a:gd name="connsiteX0" fmla="*/ 0 w 6858000"/>
              <a:gd name="connsiteY0" fmla="*/ 5148072 h 5148072"/>
              <a:gd name="connsiteX1" fmla="*/ 0 w 6858000"/>
              <a:gd name="connsiteY1" fmla="*/ 0 h 5148072"/>
              <a:gd name="connsiteX2" fmla="*/ 6858000 w 6858000"/>
              <a:gd name="connsiteY2" fmla="*/ 0 h 5148072"/>
              <a:gd name="connsiteX3" fmla="*/ 6858000 w 6858000"/>
              <a:gd name="connsiteY3" fmla="*/ 5148072 h 5148072"/>
              <a:gd name="connsiteX4" fmla="*/ 0 w 6858000"/>
              <a:gd name="connsiteY4" fmla="*/ 5148072 h 5148072"/>
              <a:gd name="connsiteX0" fmla="*/ 0 w 6858000"/>
              <a:gd name="connsiteY0" fmla="*/ 5148072 h 5155629"/>
              <a:gd name="connsiteX1" fmla="*/ 0 w 6858000"/>
              <a:gd name="connsiteY1" fmla="*/ 0 h 5155629"/>
              <a:gd name="connsiteX2" fmla="*/ 6858000 w 6858000"/>
              <a:gd name="connsiteY2" fmla="*/ 0 h 5155629"/>
              <a:gd name="connsiteX3" fmla="*/ 4840275 w 6858000"/>
              <a:gd name="connsiteY3" fmla="*/ 5155629 h 5155629"/>
              <a:gd name="connsiteX4" fmla="*/ 0 w 6858000"/>
              <a:gd name="connsiteY4" fmla="*/ 5148072 h 5155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5155629">
                <a:moveTo>
                  <a:pt x="0" y="5148072"/>
                </a:moveTo>
                <a:lnTo>
                  <a:pt x="0" y="0"/>
                </a:lnTo>
                <a:lnTo>
                  <a:pt x="6858000" y="0"/>
                </a:lnTo>
                <a:lnTo>
                  <a:pt x="4840275" y="5155629"/>
                </a:lnTo>
                <a:lnTo>
                  <a:pt x="0" y="5148072"/>
                </a:lnTo>
                <a:close/>
              </a:path>
            </a:pathLst>
          </a:cu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US" sz="2400">
              <a:solidFill>
                <a:schemeClr val="tx1"/>
              </a:solidFill>
            </a:endParaRPr>
          </a:p>
        </p:txBody>
      </p:sp>
      <p:sp>
        <p:nvSpPr>
          <p:cNvPr id="2" name="Title 1"/>
          <p:cNvSpPr>
            <a:spLocks noGrp="1"/>
          </p:cNvSpPr>
          <p:nvPr>
            <p:ph type="title"/>
          </p:nvPr>
        </p:nvSpPr>
        <p:spPr>
          <a:xfrm>
            <a:off x="461309" y="2589804"/>
            <a:ext cx="6650691" cy="2151529"/>
          </a:xfrm>
        </p:spPr>
        <p:txBody>
          <a:bodyPr>
            <a:noAutofit/>
          </a:bodyPr>
          <a:lstStyle>
            <a:lvl1pPr>
              <a:lnSpc>
                <a:spcPct val="90000"/>
              </a:lnSpc>
              <a:defRPr sz="6400">
                <a:solidFill>
                  <a:schemeClr val="accent4"/>
                </a:solidFill>
              </a:defRPr>
            </a:lvl1pPr>
          </a:lstStyle>
          <a:p>
            <a:r>
              <a:rPr lang="es-ES"/>
              <a:t>Haga clic para modificar el estilo de título del patrón</a:t>
            </a:r>
            <a:endParaRPr lang="en-US" dirty="0"/>
          </a:p>
        </p:txBody>
      </p:sp>
      <p:pic>
        <p:nvPicPr>
          <p:cNvPr id="5" name="Picture 4" descr="ellucian_purple.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61310" y="1631578"/>
            <a:ext cx="2327711" cy="479092"/>
          </a:xfrm>
          <a:prstGeom prst="rect">
            <a:avLst/>
          </a:prstGeom>
        </p:spPr>
      </p:pic>
      <p:sp>
        <p:nvSpPr>
          <p:cNvPr id="10" name="Text Placeholder 12"/>
          <p:cNvSpPr>
            <a:spLocks noGrp="1"/>
          </p:cNvSpPr>
          <p:nvPr>
            <p:ph type="body" sz="quarter" idx="11" hasCustomPrompt="1"/>
          </p:nvPr>
        </p:nvSpPr>
        <p:spPr>
          <a:xfrm>
            <a:off x="457200" y="5543554"/>
            <a:ext cx="6396392" cy="675417"/>
          </a:xfrm>
        </p:spPr>
        <p:txBody>
          <a:bodyPr anchor="t" anchorCtr="0">
            <a:noAutofit/>
          </a:bodyPr>
          <a:lstStyle>
            <a:lvl1pPr>
              <a:buNone/>
              <a:defRPr sz="2267" b="0"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Presenter’s title</a:t>
            </a:r>
            <a:br>
              <a:rPr lang="en-US" dirty="0"/>
            </a:br>
            <a:r>
              <a:rPr lang="en-US" dirty="0" err="1"/>
              <a:t>Ellucian</a:t>
            </a:r>
            <a:endParaRPr lang="en-US" dirty="0"/>
          </a:p>
        </p:txBody>
      </p:sp>
      <p:sp>
        <p:nvSpPr>
          <p:cNvPr id="3" name="Right Triangle 2"/>
          <p:cNvSpPr/>
          <p:nvPr/>
        </p:nvSpPr>
        <p:spPr>
          <a:xfrm flipH="1" flipV="1">
            <a:off x="6604000" y="-3"/>
            <a:ext cx="5588000" cy="5608320"/>
          </a:xfrm>
          <a:prstGeom prst="rtTriangle">
            <a:avLst/>
          </a:prstGeom>
          <a:solidFill>
            <a:srgbClr val="45A1AA">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13" name="Text Placeholder 12"/>
          <p:cNvSpPr>
            <a:spLocks noGrp="1"/>
          </p:cNvSpPr>
          <p:nvPr>
            <p:ph type="body" sz="quarter" idx="12" hasCustomPrompt="1"/>
          </p:nvPr>
        </p:nvSpPr>
        <p:spPr>
          <a:xfrm>
            <a:off x="457200" y="4719592"/>
            <a:ext cx="6656832" cy="835251"/>
          </a:xfrm>
        </p:spPr>
        <p:txBody>
          <a:bodyPr anchor="b">
            <a:noAutofit/>
          </a:bodyPr>
          <a:lstStyle>
            <a:lvl1pPr>
              <a:buNone/>
              <a:defRPr sz="2267" b="1" cap="all"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p:txBody>
      </p:sp>
      <p:pic>
        <p:nvPicPr>
          <p:cNvPr id="6" name="Picture 3">
            <a:extLst>
              <a:ext uri="{FF2B5EF4-FFF2-40B4-BE49-F238E27FC236}">
                <a16:creationId xmlns:a16="http://schemas.microsoft.com/office/drawing/2014/main" id="{7C81640C-8C6B-5E12-5738-1064EB25174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488163" y="258373"/>
            <a:ext cx="6711912" cy="6858000"/>
          </a:xfrm>
          <a:prstGeom prst="rect">
            <a:avLst/>
          </a:prstGeom>
        </p:spPr>
      </p:pic>
      <p:sp>
        <p:nvSpPr>
          <p:cNvPr id="7" name="Trapezoid 3">
            <a:extLst>
              <a:ext uri="{FF2B5EF4-FFF2-40B4-BE49-F238E27FC236}">
                <a16:creationId xmlns:a16="http://schemas.microsoft.com/office/drawing/2014/main" id="{731D41CC-41AA-8FBF-DB1C-4B2455C6AE11}"/>
              </a:ext>
            </a:extLst>
          </p:cNvPr>
          <p:cNvSpPr/>
          <p:nvPr/>
        </p:nvSpPr>
        <p:spPr>
          <a:xfrm>
            <a:off x="0" y="1"/>
            <a:ext cx="9144000" cy="6874172"/>
          </a:xfrm>
          <a:custGeom>
            <a:avLst/>
            <a:gdLst>
              <a:gd name="connsiteX0" fmla="*/ 0 w 6858000"/>
              <a:gd name="connsiteY0" fmla="*/ 5148072 h 5148072"/>
              <a:gd name="connsiteX1" fmla="*/ 0 w 6858000"/>
              <a:gd name="connsiteY1" fmla="*/ 0 h 5148072"/>
              <a:gd name="connsiteX2" fmla="*/ 6858000 w 6858000"/>
              <a:gd name="connsiteY2" fmla="*/ 0 h 5148072"/>
              <a:gd name="connsiteX3" fmla="*/ 6858000 w 6858000"/>
              <a:gd name="connsiteY3" fmla="*/ 5148072 h 5148072"/>
              <a:gd name="connsiteX4" fmla="*/ 0 w 6858000"/>
              <a:gd name="connsiteY4" fmla="*/ 5148072 h 5148072"/>
              <a:gd name="connsiteX0" fmla="*/ 0 w 6858000"/>
              <a:gd name="connsiteY0" fmla="*/ 5148072 h 5155629"/>
              <a:gd name="connsiteX1" fmla="*/ 0 w 6858000"/>
              <a:gd name="connsiteY1" fmla="*/ 0 h 5155629"/>
              <a:gd name="connsiteX2" fmla="*/ 6858000 w 6858000"/>
              <a:gd name="connsiteY2" fmla="*/ 0 h 5155629"/>
              <a:gd name="connsiteX3" fmla="*/ 4840275 w 6858000"/>
              <a:gd name="connsiteY3" fmla="*/ 5155629 h 5155629"/>
              <a:gd name="connsiteX4" fmla="*/ 0 w 6858000"/>
              <a:gd name="connsiteY4" fmla="*/ 5148072 h 5155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5155629">
                <a:moveTo>
                  <a:pt x="0" y="5148072"/>
                </a:moveTo>
                <a:lnTo>
                  <a:pt x="0" y="0"/>
                </a:lnTo>
                <a:lnTo>
                  <a:pt x="6858000" y="0"/>
                </a:lnTo>
                <a:lnTo>
                  <a:pt x="4840275" y="5155629"/>
                </a:lnTo>
                <a:lnTo>
                  <a:pt x="0" y="5148072"/>
                </a:lnTo>
                <a:close/>
              </a:path>
            </a:pathLst>
          </a:cu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US" sz="2400">
              <a:solidFill>
                <a:schemeClr val="tx1"/>
              </a:solidFill>
            </a:endParaRPr>
          </a:p>
        </p:txBody>
      </p:sp>
      <p:sp>
        <p:nvSpPr>
          <p:cNvPr id="8" name="Title 1">
            <a:extLst>
              <a:ext uri="{FF2B5EF4-FFF2-40B4-BE49-F238E27FC236}">
                <a16:creationId xmlns:a16="http://schemas.microsoft.com/office/drawing/2014/main" id="{0E240B25-B0D6-C0C5-DE6F-14B69B1D50F6}"/>
              </a:ext>
            </a:extLst>
          </p:cNvPr>
          <p:cNvSpPr>
            <a:spLocks noGrp="1"/>
          </p:cNvSpPr>
          <p:nvPr>
            <p:ph type="title"/>
          </p:nvPr>
        </p:nvSpPr>
        <p:spPr>
          <a:xfrm>
            <a:off x="461309" y="2589804"/>
            <a:ext cx="6650691" cy="2151529"/>
          </a:xfrm>
        </p:spPr>
        <p:txBody>
          <a:bodyPr>
            <a:noAutofit/>
          </a:bodyPr>
          <a:lstStyle>
            <a:lvl1pPr>
              <a:lnSpc>
                <a:spcPct val="90000"/>
              </a:lnSpc>
              <a:defRPr sz="6400">
                <a:solidFill>
                  <a:schemeClr val="accent4"/>
                </a:solidFill>
              </a:defRPr>
            </a:lvl1pPr>
          </a:lstStyle>
          <a:p>
            <a:r>
              <a:rPr lang="es-ES"/>
              <a:t>Haga clic para modificar el estilo de título del patrón</a:t>
            </a:r>
            <a:endParaRPr lang="en-US" dirty="0"/>
          </a:p>
        </p:txBody>
      </p:sp>
      <p:pic>
        <p:nvPicPr>
          <p:cNvPr id="9" name="Picture 4" descr="ellucian_purple.png">
            <a:extLst>
              <a:ext uri="{FF2B5EF4-FFF2-40B4-BE49-F238E27FC236}">
                <a16:creationId xmlns:a16="http://schemas.microsoft.com/office/drawing/2014/main" id="{65B22207-CC73-A4CB-B0FF-B3E875A87F6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61310" y="1631578"/>
            <a:ext cx="2327711" cy="479092"/>
          </a:xfrm>
          <a:prstGeom prst="rect">
            <a:avLst/>
          </a:prstGeom>
        </p:spPr>
      </p:pic>
      <p:sp>
        <p:nvSpPr>
          <p:cNvPr id="12" name="Text Placeholder 12">
            <a:extLst>
              <a:ext uri="{FF2B5EF4-FFF2-40B4-BE49-F238E27FC236}">
                <a16:creationId xmlns:a16="http://schemas.microsoft.com/office/drawing/2014/main" id="{94ADD352-82E6-5450-DC33-C7F3B9025D08}"/>
              </a:ext>
            </a:extLst>
          </p:cNvPr>
          <p:cNvSpPr>
            <a:spLocks noGrp="1"/>
          </p:cNvSpPr>
          <p:nvPr>
            <p:ph type="body" sz="quarter" idx="11" hasCustomPrompt="1"/>
          </p:nvPr>
        </p:nvSpPr>
        <p:spPr>
          <a:xfrm>
            <a:off x="457200" y="5543554"/>
            <a:ext cx="6396392" cy="675417"/>
          </a:xfrm>
        </p:spPr>
        <p:txBody>
          <a:bodyPr anchor="t" anchorCtr="0">
            <a:noAutofit/>
          </a:bodyPr>
          <a:lstStyle>
            <a:lvl1pPr>
              <a:buNone/>
              <a:defRPr sz="2267" b="0"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Presenter’s title</a:t>
            </a:r>
            <a:br>
              <a:rPr lang="en-US" dirty="0"/>
            </a:br>
            <a:r>
              <a:rPr lang="en-US" dirty="0" err="1"/>
              <a:t>Ellucian</a:t>
            </a:r>
            <a:endParaRPr lang="en-US" dirty="0"/>
          </a:p>
        </p:txBody>
      </p:sp>
      <p:sp>
        <p:nvSpPr>
          <p:cNvPr id="14" name="Right Triangle 2">
            <a:extLst>
              <a:ext uri="{FF2B5EF4-FFF2-40B4-BE49-F238E27FC236}">
                <a16:creationId xmlns:a16="http://schemas.microsoft.com/office/drawing/2014/main" id="{784953DA-07E9-EF76-1A13-4EE30DE04AC3}"/>
              </a:ext>
            </a:extLst>
          </p:cNvPr>
          <p:cNvSpPr/>
          <p:nvPr/>
        </p:nvSpPr>
        <p:spPr>
          <a:xfrm flipH="1" flipV="1">
            <a:off x="6604000" y="-3"/>
            <a:ext cx="5588000" cy="5608320"/>
          </a:xfrm>
          <a:prstGeom prst="rtTriangle">
            <a:avLst/>
          </a:prstGeom>
          <a:solidFill>
            <a:srgbClr val="45A1AA">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Tree>
    <p:extLst>
      <p:ext uri="{BB962C8B-B14F-4D97-AF65-F5344CB8AC3E}">
        <p14:creationId xmlns:p14="http://schemas.microsoft.com/office/powerpoint/2010/main" val="916208526"/>
      </p:ext>
    </p:extLst>
  </p:cSld>
  <p:clrMapOvr>
    <a:masterClrMapping/>
  </p:clrMapOvr>
  <p:transition spd="slow">
    <p:wipe dir="r"/>
  </p:transition>
  <p:extLst>
    <p:ext uri="{DCECCB84-F9BA-43D5-87BE-67443E8EF086}">
      <p15:sldGuideLst xmlns:p15="http://schemas.microsoft.com/office/powerpoint/2012/main">
        <p15:guide id="1" orient="horz" pos="2747">
          <p15:clr>
            <a:srgbClr val="FBAE40"/>
          </p15:clr>
        </p15:guide>
        <p15:guide id="2" pos="3047">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1_Agenda">
    <p:spTree>
      <p:nvGrpSpPr>
        <p:cNvPr id="1" name=""/>
        <p:cNvGrpSpPr/>
        <p:nvPr/>
      </p:nvGrpSpPr>
      <p:grpSpPr>
        <a:xfrm>
          <a:off x="0" y="0"/>
          <a:ext cx="0" cy="0"/>
          <a:chOff x="0" y="0"/>
          <a:chExt cx="0" cy="0"/>
        </a:xfrm>
      </p:grpSpPr>
      <p:sp>
        <p:nvSpPr>
          <p:cNvPr id="6" name="Title Placeholder 1"/>
          <p:cNvSpPr>
            <a:spLocks noGrp="1"/>
          </p:cNvSpPr>
          <p:nvPr>
            <p:ph type="title" hasCustomPrompt="1"/>
          </p:nvPr>
        </p:nvSpPr>
        <p:spPr>
          <a:xfrm>
            <a:off x="475488" y="487681"/>
            <a:ext cx="11267392" cy="582679"/>
          </a:xfrm>
          <a:prstGeom prst="rect">
            <a:avLst/>
          </a:prstGeom>
        </p:spPr>
        <p:txBody>
          <a:bodyPr vert="horz" lIns="0" tIns="0" rIns="0" bIns="0" rtlCol="0" anchor="t">
            <a:normAutofit/>
          </a:bodyPr>
          <a:lstStyle>
            <a:lvl1pPr>
              <a:defRPr/>
            </a:lvl1pPr>
          </a:lstStyle>
          <a:p>
            <a:r>
              <a:rPr lang="en-US" dirty="0"/>
              <a:t>Agenda</a:t>
            </a:r>
          </a:p>
        </p:txBody>
      </p:sp>
    </p:spTree>
    <p:extLst>
      <p:ext uri="{BB962C8B-B14F-4D97-AF65-F5344CB8AC3E}">
        <p14:creationId xmlns:p14="http://schemas.microsoft.com/office/powerpoint/2010/main" val="3392979623"/>
      </p:ext>
    </p:extLst>
  </p:cSld>
  <p:clrMapOvr>
    <a:masterClrMapping/>
  </p:clrMapOvr>
  <p:transition spd="slow">
    <p:wipe dir="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cSld name="Divider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72848" y="991929"/>
            <a:ext cx="11266501" cy="1691096"/>
          </a:xfrm>
        </p:spPr>
        <p:txBody>
          <a:bodyPr tIns="0" bIns="0" anchor="b">
            <a:noAutofit/>
          </a:bodyPr>
          <a:lstStyle>
            <a:lvl1pPr algn="l">
              <a:lnSpc>
                <a:spcPct val="100000"/>
              </a:lnSpc>
              <a:defRPr sz="5333" b="0">
                <a:solidFill>
                  <a:schemeClr val="bg1"/>
                </a:solidFill>
              </a:defRPr>
            </a:lvl1pPr>
          </a:lstStyle>
          <a:p>
            <a:r>
              <a:rPr lang="es-ES"/>
              <a:t>Haga clic para modificar el estilo de título del patrón</a:t>
            </a:r>
            <a:endParaRPr lang="en-US" dirty="0"/>
          </a:p>
        </p:txBody>
      </p:sp>
      <p:sp>
        <p:nvSpPr>
          <p:cNvPr id="18" name="Text Placeholder 12"/>
          <p:cNvSpPr>
            <a:spLocks noGrp="1"/>
          </p:cNvSpPr>
          <p:nvPr>
            <p:ph type="body" sz="quarter" idx="10" hasCustomPrompt="1"/>
          </p:nvPr>
        </p:nvSpPr>
        <p:spPr>
          <a:xfrm>
            <a:off x="472849" y="1316874"/>
            <a:ext cx="5298956" cy="351367"/>
          </a:xfrm>
        </p:spPr>
        <p:txBody>
          <a:bodyPr>
            <a:normAutofit/>
          </a:bodyPr>
          <a:lstStyle>
            <a:lvl1pPr>
              <a:buNone/>
              <a:defRPr sz="2133" spc="133" baseline="0">
                <a:solidFill>
                  <a:schemeClr val="bg1">
                    <a:lumMod val="75000"/>
                  </a:schemeClr>
                </a:solidFill>
              </a:defRPr>
            </a:lvl1pPr>
            <a:lvl2pPr marL="609585" indent="0">
              <a:buNone/>
              <a:defRPr/>
            </a:lvl2pPr>
            <a:lvl3pPr marL="1219170" indent="0">
              <a:buNone/>
              <a:defRPr/>
            </a:lvl3pPr>
            <a:lvl4pPr marL="1828754" indent="0">
              <a:buNone/>
              <a:defRPr/>
            </a:lvl4pPr>
            <a:lvl5pPr marL="2438339" indent="0">
              <a:buNone/>
              <a:defRPr/>
            </a:lvl5pPr>
          </a:lstStyle>
          <a:p>
            <a:r>
              <a:rPr lang="en-US" dirty="0"/>
              <a:t>SECTION # [optional]</a:t>
            </a:r>
          </a:p>
        </p:txBody>
      </p:sp>
      <p:sp>
        <p:nvSpPr>
          <p:cNvPr id="3" name="Subtitle 2"/>
          <p:cNvSpPr>
            <a:spLocks noGrp="1"/>
          </p:cNvSpPr>
          <p:nvPr>
            <p:ph type="subTitle" idx="1"/>
          </p:nvPr>
        </p:nvSpPr>
        <p:spPr>
          <a:xfrm>
            <a:off x="472848" y="3112608"/>
            <a:ext cx="7108205" cy="2462723"/>
          </a:xfrm>
        </p:spPr>
        <p:txBody>
          <a:bodyPr>
            <a:normAutofit/>
          </a:bodyPr>
          <a:lstStyle>
            <a:lvl1pPr marL="0" marR="0" indent="0" algn="l" defTabSz="609585" rtl="0" eaLnBrk="1" fontAlgn="auto" latinLnBrk="0" hangingPunct="1">
              <a:lnSpc>
                <a:spcPct val="100000"/>
              </a:lnSpc>
              <a:spcBef>
                <a:spcPct val="20000"/>
              </a:spcBef>
              <a:spcAft>
                <a:spcPts val="0"/>
              </a:spcAft>
              <a:buClrTx/>
              <a:buSzTx/>
              <a:buFont typeface="Arial"/>
              <a:buNone/>
              <a:tabLst/>
              <a:defRPr sz="2933" b="0">
                <a:solidFill>
                  <a:schemeClr val="bg1">
                    <a:lumMod val="8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s-ES"/>
              <a:t>Haga clic para modificar el estilo de subtítulo del patrón</a:t>
            </a:r>
            <a:endParaRPr lang="en-US" dirty="0"/>
          </a:p>
        </p:txBody>
      </p:sp>
      <p:sp>
        <p:nvSpPr>
          <p:cNvPr id="20" name="Footer Placeholder 4"/>
          <p:cNvSpPr txBox="1">
            <a:spLocks/>
          </p:cNvSpPr>
          <p:nvPr/>
        </p:nvSpPr>
        <p:spPr>
          <a:xfrm>
            <a:off x="6875242" y="6591893"/>
            <a:ext cx="4426065" cy="143565"/>
          </a:xfrm>
          <a:prstGeom prst="rect">
            <a:avLst/>
          </a:prstGeom>
        </p:spPr>
        <p:txBody>
          <a:bodyPr vert="horz" wrap="square" lIns="0" tIns="0" rIns="0" bIns="0" rtlCol="0" anchor="b">
            <a:spAutoFit/>
          </a:bodyPr>
          <a:lstStyle>
            <a:lvl1pPr marL="0" algn="l" defTabSz="914400" rtl="0" eaLnBrk="1" latinLnBrk="0" hangingPunct="1">
              <a:defRPr kumimoji="0" lang="en-US" sz="900" b="0" i="0" u="none" strike="noStrike" kern="1200" cap="none" spc="0" normalizeH="0" baseline="0" noProof="0" smtClean="0">
                <a:ln>
                  <a:noFill/>
                </a:ln>
                <a:solidFill>
                  <a:schemeClr val="accent5"/>
                </a:solidFill>
                <a:effectLst/>
                <a:uLnTx/>
                <a:uFillTx/>
                <a:latin typeface="Arial" pitchFamily="34" charset="0"/>
                <a:ea typeface="+mn-ea"/>
                <a:cs typeface="Arial" pitchFamily="34" charset="0"/>
              </a:defRPr>
            </a:lvl1p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dirty="0">
                <a:ln>
                  <a:noFill/>
                </a:ln>
                <a:solidFill>
                  <a:srgbClr val="FFFFFF"/>
                </a:solidFill>
                <a:effectLst/>
                <a:uLnTx/>
                <a:uFillTx/>
                <a:latin typeface="Arial" pitchFamily="34" charset="0"/>
                <a:ea typeface="+mn-ea"/>
                <a:cs typeface="Arial" pitchFamily="34" charset="0"/>
              </a:rPr>
              <a:t>© 2018 Ellucian</a:t>
            </a:r>
            <a:endParaRPr kumimoji="0" lang="en-US" sz="933" b="1" i="0" u="none" strike="noStrike" kern="1200" cap="none" spc="0" normalizeH="0" baseline="0" noProof="0" dirty="0">
              <a:ln>
                <a:noFill/>
              </a:ln>
              <a:solidFill>
                <a:srgbClr val="FFFFFF"/>
              </a:solidFill>
              <a:effectLst/>
              <a:uLnTx/>
              <a:uFillTx/>
              <a:latin typeface="Arial" pitchFamily="34" charset="0"/>
              <a:ea typeface="+mn-ea"/>
              <a:cs typeface="Arial" pitchFamily="34" charset="0"/>
            </a:endParaRPr>
          </a:p>
        </p:txBody>
      </p:sp>
      <p:pic>
        <p:nvPicPr>
          <p:cNvPr id="21" name="Picture 20" descr="ellucian_white.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57077" y="6564051"/>
            <a:ext cx="983800" cy="201444"/>
          </a:xfrm>
          <a:prstGeom prst="rect">
            <a:avLst/>
          </a:prstGeom>
        </p:spPr>
      </p:pic>
      <p:sp>
        <p:nvSpPr>
          <p:cNvPr id="9" name="Slide Number Placeholder 3"/>
          <p:cNvSpPr txBox="1">
            <a:spLocks/>
          </p:cNvSpPr>
          <p:nvPr/>
        </p:nvSpPr>
        <p:spPr>
          <a:xfrm>
            <a:off x="11203208" y="6468813"/>
            <a:ext cx="537689" cy="274720"/>
          </a:xfrm>
          <a:prstGeom prst="rect">
            <a:avLst/>
          </a:prstGeom>
        </p:spPr>
        <p:txBody>
          <a:bodyPr vert="horz" lIns="0" tIns="0" rIns="0" bIns="0" rtlCol="0" anchor="b"/>
          <a:lstStyle>
            <a:defPPr>
              <a:defRPr lang="en-US"/>
            </a:defPPr>
            <a:lvl1pPr marL="0" algn="r" defTabSz="457200" rtl="0" eaLnBrk="1" latinLnBrk="0" hangingPunct="1">
              <a:defRPr sz="1100" b="0" kern="1200">
                <a:solidFill>
                  <a:srgbClr val="FFFFFF"/>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0A085A0-3A3D-6540-B0AC-0588E66301FB}" type="slidenum">
              <a:rPr lang="en-US" sz="1467" smtClean="0"/>
              <a:pPr/>
              <a:t>‹#›</a:t>
            </a:fld>
            <a:endParaRPr lang="en-US" sz="1467"/>
          </a:p>
        </p:txBody>
      </p:sp>
      <p:sp>
        <p:nvSpPr>
          <p:cNvPr id="4" name="Title 1">
            <a:extLst>
              <a:ext uri="{FF2B5EF4-FFF2-40B4-BE49-F238E27FC236}">
                <a16:creationId xmlns:a16="http://schemas.microsoft.com/office/drawing/2014/main" id="{E9B053A3-C741-2695-7B05-01BFDE7A5B80}"/>
              </a:ext>
            </a:extLst>
          </p:cNvPr>
          <p:cNvSpPr>
            <a:spLocks noGrp="1"/>
          </p:cNvSpPr>
          <p:nvPr>
            <p:ph type="ctrTitle"/>
          </p:nvPr>
        </p:nvSpPr>
        <p:spPr>
          <a:xfrm>
            <a:off x="472848" y="991929"/>
            <a:ext cx="11266501" cy="1691096"/>
          </a:xfrm>
        </p:spPr>
        <p:txBody>
          <a:bodyPr tIns="0" bIns="0" anchor="b">
            <a:noAutofit/>
          </a:bodyPr>
          <a:lstStyle>
            <a:lvl1pPr algn="l">
              <a:lnSpc>
                <a:spcPct val="100000"/>
              </a:lnSpc>
              <a:defRPr sz="5333" b="0">
                <a:solidFill>
                  <a:schemeClr val="bg1"/>
                </a:solidFill>
              </a:defRPr>
            </a:lvl1pPr>
          </a:lstStyle>
          <a:p>
            <a:r>
              <a:rPr lang="en-US" dirty="0"/>
              <a:t>Click to edit Master title style</a:t>
            </a:r>
          </a:p>
        </p:txBody>
      </p:sp>
      <p:sp>
        <p:nvSpPr>
          <p:cNvPr id="5" name="Subtitle 2">
            <a:extLst>
              <a:ext uri="{FF2B5EF4-FFF2-40B4-BE49-F238E27FC236}">
                <a16:creationId xmlns:a16="http://schemas.microsoft.com/office/drawing/2014/main" id="{4BE41A77-31F6-FF0D-6E74-C968AED94B81}"/>
              </a:ext>
            </a:extLst>
          </p:cNvPr>
          <p:cNvSpPr>
            <a:spLocks noGrp="1"/>
          </p:cNvSpPr>
          <p:nvPr>
            <p:ph type="subTitle" idx="1"/>
          </p:nvPr>
        </p:nvSpPr>
        <p:spPr>
          <a:xfrm>
            <a:off x="472848" y="3112608"/>
            <a:ext cx="7108205" cy="2462723"/>
          </a:xfrm>
        </p:spPr>
        <p:txBody>
          <a:bodyPr>
            <a:normAutofit/>
          </a:bodyPr>
          <a:lstStyle>
            <a:lvl1pPr marL="0" marR="0" indent="0" algn="l" defTabSz="609585" rtl="0" eaLnBrk="1" fontAlgn="auto" latinLnBrk="0" hangingPunct="1">
              <a:lnSpc>
                <a:spcPct val="100000"/>
              </a:lnSpc>
              <a:spcBef>
                <a:spcPct val="20000"/>
              </a:spcBef>
              <a:spcAft>
                <a:spcPts val="0"/>
              </a:spcAft>
              <a:buClrTx/>
              <a:buSzTx/>
              <a:buFont typeface="Arial"/>
              <a:buNone/>
              <a:tabLst/>
              <a:defRPr sz="2933" b="0">
                <a:solidFill>
                  <a:schemeClr val="bg1">
                    <a:lumMod val="8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Click to edit Master subtitle style</a:t>
            </a:r>
          </a:p>
        </p:txBody>
      </p:sp>
      <p:sp>
        <p:nvSpPr>
          <p:cNvPr id="6" name="Footer Placeholder 4">
            <a:extLst>
              <a:ext uri="{FF2B5EF4-FFF2-40B4-BE49-F238E27FC236}">
                <a16:creationId xmlns:a16="http://schemas.microsoft.com/office/drawing/2014/main" id="{F24D042C-5C02-A763-5A59-5F73D288E94E}"/>
              </a:ext>
            </a:extLst>
          </p:cNvPr>
          <p:cNvSpPr txBox="1">
            <a:spLocks/>
          </p:cNvSpPr>
          <p:nvPr userDrawn="1"/>
        </p:nvSpPr>
        <p:spPr>
          <a:xfrm>
            <a:off x="6875242" y="6591893"/>
            <a:ext cx="4426065" cy="143565"/>
          </a:xfrm>
          <a:prstGeom prst="rect">
            <a:avLst/>
          </a:prstGeom>
        </p:spPr>
        <p:txBody>
          <a:bodyPr vert="horz" wrap="square" lIns="0" tIns="0" rIns="0" bIns="0" rtlCol="0" anchor="b">
            <a:spAutoFit/>
          </a:bodyPr>
          <a:lstStyle>
            <a:lvl1pPr marL="0" algn="l" defTabSz="914400" rtl="0" eaLnBrk="1" latinLnBrk="0" hangingPunct="1">
              <a:defRPr kumimoji="0" lang="en-US" sz="900" b="0" i="0" u="none" strike="noStrike" kern="1200" cap="none" spc="0" normalizeH="0" baseline="0" noProof="0" smtClean="0">
                <a:ln>
                  <a:noFill/>
                </a:ln>
                <a:solidFill>
                  <a:schemeClr val="accent5"/>
                </a:solidFill>
                <a:effectLst/>
                <a:uLnTx/>
                <a:uFillTx/>
                <a:latin typeface="Arial" pitchFamily="34" charset="0"/>
                <a:ea typeface="+mn-ea"/>
                <a:cs typeface="Arial" pitchFamily="34" charset="0"/>
              </a:defRPr>
            </a:lvl1p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dirty="0">
                <a:ln>
                  <a:noFill/>
                </a:ln>
                <a:solidFill>
                  <a:srgbClr val="FFFFFF"/>
                </a:solidFill>
                <a:effectLst/>
                <a:uLnTx/>
                <a:uFillTx/>
                <a:latin typeface="Arial" pitchFamily="34" charset="0"/>
                <a:ea typeface="+mn-ea"/>
                <a:cs typeface="Arial" pitchFamily="34" charset="0"/>
              </a:rPr>
              <a:t>© 2018 Ellucian</a:t>
            </a:r>
            <a:endParaRPr kumimoji="0" lang="en-US" sz="933" b="1" i="0" u="none" strike="noStrike" kern="1200" cap="none" spc="0" normalizeH="0" baseline="0" noProof="0" dirty="0">
              <a:ln>
                <a:noFill/>
              </a:ln>
              <a:solidFill>
                <a:srgbClr val="FFFFFF"/>
              </a:solidFill>
              <a:effectLst/>
              <a:uLnTx/>
              <a:uFillTx/>
              <a:latin typeface="Arial" pitchFamily="34" charset="0"/>
              <a:ea typeface="+mn-ea"/>
              <a:cs typeface="Arial" pitchFamily="34" charset="0"/>
            </a:endParaRPr>
          </a:p>
        </p:txBody>
      </p:sp>
      <p:pic>
        <p:nvPicPr>
          <p:cNvPr id="7" name="Picture 20" descr="ellucian_white.png">
            <a:extLst>
              <a:ext uri="{FF2B5EF4-FFF2-40B4-BE49-F238E27FC236}">
                <a16:creationId xmlns:a16="http://schemas.microsoft.com/office/drawing/2014/main" id="{2CA09C9E-CFD3-215D-C6A4-FD7FF30D789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57077" y="6564051"/>
            <a:ext cx="983800" cy="201444"/>
          </a:xfrm>
          <a:prstGeom prst="rect">
            <a:avLst/>
          </a:prstGeom>
        </p:spPr>
      </p:pic>
      <p:sp>
        <p:nvSpPr>
          <p:cNvPr id="8" name="Slide Number Placeholder 3">
            <a:extLst>
              <a:ext uri="{FF2B5EF4-FFF2-40B4-BE49-F238E27FC236}">
                <a16:creationId xmlns:a16="http://schemas.microsoft.com/office/drawing/2014/main" id="{3582B5CC-4C0B-326E-6B3E-162D369D0E6A}"/>
              </a:ext>
            </a:extLst>
          </p:cNvPr>
          <p:cNvSpPr txBox="1">
            <a:spLocks/>
          </p:cNvSpPr>
          <p:nvPr userDrawn="1"/>
        </p:nvSpPr>
        <p:spPr>
          <a:xfrm>
            <a:off x="11203208" y="6468813"/>
            <a:ext cx="537689" cy="274720"/>
          </a:xfrm>
          <a:prstGeom prst="rect">
            <a:avLst/>
          </a:prstGeom>
        </p:spPr>
        <p:txBody>
          <a:bodyPr vert="horz" lIns="0" tIns="0" rIns="0" bIns="0" rtlCol="0" anchor="b"/>
          <a:lstStyle>
            <a:defPPr>
              <a:defRPr lang="en-US"/>
            </a:defPPr>
            <a:lvl1pPr marL="0" algn="r" defTabSz="457200" rtl="0" eaLnBrk="1" latinLnBrk="0" hangingPunct="1">
              <a:defRPr sz="1100" b="0" kern="1200">
                <a:solidFill>
                  <a:srgbClr val="FFFFFF"/>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0A085A0-3A3D-6540-B0AC-0588E66301FB}" type="slidenum">
              <a:rPr lang="en-US" sz="1467" smtClean="0"/>
              <a:pPr/>
              <a:t>‹#›</a:t>
            </a:fld>
            <a:endParaRPr lang="en-US" sz="1467"/>
          </a:p>
        </p:txBody>
      </p:sp>
    </p:spTree>
    <p:extLst>
      <p:ext uri="{BB962C8B-B14F-4D97-AF65-F5344CB8AC3E}">
        <p14:creationId xmlns:p14="http://schemas.microsoft.com/office/powerpoint/2010/main" val="3132443414"/>
      </p:ext>
    </p:extLst>
  </p:cSld>
  <p:clrMapOvr>
    <a:masterClrMapping/>
  </p:clrMapOvr>
  <p:transition spd="slow">
    <p:wipe dir="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Single column layout">
    <p:spTree>
      <p:nvGrpSpPr>
        <p:cNvPr id="1" name=""/>
        <p:cNvGrpSpPr/>
        <p:nvPr/>
      </p:nvGrpSpPr>
      <p:grpSpPr>
        <a:xfrm>
          <a:off x="0" y="0"/>
          <a:ext cx="0" cy="0"/>
          <a:chOff x="0" y="0"/>
          <a:chExt cx="0" cy="0"/>
        </a:xfrm>
      </p:grpSpPr>
      <p:sp>
        <p:nvSpPr>
          <p:cNvPr id="3" name="Content Placeholder 2"/>
          <p:cNvSpPr>
            <a:spLocks noGrp="1"/>
          </p:cNvSpPr>
          <p:nvPr>
            <p:ph idx="1"/>
          </p:nvPr>
        </p:nvSpPr>
        <p:spPr>
          <a:xfrm>
            <a:off x="475488" y="1600200"/>
            <a:ext cx="11267392" cy="4343400"/>
          </a:xfrm>
        </p:spPr>
        <p:txBody>
          <a:bodyPr>
            <a:noAutofit/>
          </a:bodyPr>
          <a:lstStyle>
            <a:lvl1pPr marL="0" indent="0" algn="l" defTabSz="609585" rtl="0" eaLnBrk="1" latinLnBrk="0" hangingPunct="1">
              <a:spcBef>
                <a:spcPts val="1200"/>
              </a:spcBef>
              <a:buFontTx/>
              <a:buNone/>
              <a:defRPr lang="en-US" sz="2133" b="1" kern="1200" dirty="0" smtClean="0">
                <a:solidFill>
                  <a:srgbClr val="45A1AA"/>
                </a:solidFill>
                <a:latin typeface="Arial"/>
                <a:ea typeface="+mn-ea"/>
                <a:cs typeface="Arial"/>
              </a:defRPr>
            </a:lvl1pPr>
            <a:lvl2pPr marL="380990" indent="-380990" algn="l" defTabSz="609585" rtl="0" eaLnBrk="1" latinLnBrk="0" hangingPunct="1">
              <a:lnSpc>
                <a:spcPct val="95000"/>
              </a:lnSpc>
              <a:spcBef>
                <a:spcPts val="1200"/>
              </a:spcBef>
              <a:buClr>
                <a:schemeClr val="tx1"/>
              </a:buClr>
              <a:buFont typeface="Arial" pitchFamily="34" charset="0"/>
              <a:buChar char="•"/>
              <a:defRPr lang="en-US" sz="2133" b="0" kern="1200" dirty="0" smtClean="0">
                <a:solidFill>
                  <a:schemeClr val="tx1"/>
                </a:solidFill>
                <a:latin typeface="Arial"/>
                <a:ea typeface="+mn-ea"/>
                <a:cs typeface="Arial"/>
              </a:defRPr>
            </a:lvl2pPr>
            <a:lvl3pPr marL="683667" indent="-380990" algn="l" defTabSz="609585" rtl="0" eaLnBrk="1" latinLnBrk="0" hangingPunct="1">
              <a:spcBef>
                <a:spcPts val="1200"/>
              </a:spcBef>
              <a:buClr>
                <a:srgbClr val="642673"/>
              </a:buClr>
              <a:buFont typeface="Arial"/>
              <a:buChar char="•"/>
              <a:defRPr lang="en-US" sz="1867" kern="1200" dirty="0" smtClean="0">
                <a:solidFill>
                  <a:srgbClr val="414042"/>
                </a:solidFill>
                <a:latin typeface="Arial"/>
                <a:ea typeface="+mn-ea"/>
                <a:cs typeface="Arial"/>
              </a:defRPr>
            </a:lvl3pPr>
            <a:lvl4pPr marL="916493" indent="-380990" algn="l" defTabSz="609585" rtl="0" eaLnBrk="1" latinLnBrk="0" hangingPunct="1">
              <a:spcBef>
                <a:spcPts val="1200"/>
              </a:spcBef>
              <a:buClr>
                <a:srgbClr val="45A1AA"/>
              </a:buClr>
              <a:buFont typeface="Arial" panose="020B0604020202020204" pitchFamily="34" charset="0"/>
              <a:buChar char="•"/>
              <a:defRPr lang="en-US" sz="1600" kern="1200" dirty="0" smtClean="0">
                <a:solidFill>
                  <a:srgbClr val="414042"/>
                </a:solidFill>
                <a:latin typeface="Arial"/>
                <a:ea typeface="+mn-ea"/>
                <a:cs typeface="Arial"/>
              </a:defRPr>
            </a:lvl4pPr>
            <a:lvl5pPr marL="916493" indent="-380990" algn="l" defTabSz="609585" rtl="0" eaLnBrk="1" latinLnBrk="0" hangingPunct="1">
              <a:spcBef>
                <a:spcPts val="1200"/>
              </a:spcBef>
              <a:buClr>
                <a:srgbClr val="414042"/>
              </a:buClr>
              <a:buFont typeface="Arial" panose="020B0604020202020204" pitchFamily="34" charset="0"/>
              <a:buChar char="̶"/>
              <a:defRPr lang="en-US" sz="1600" kern="1200" dirty="0">
                <a:solidFill>
                  <a:srgbClr val="414042"/>
                </a:solidFill>
                <a:latin typeface="Arial"/>
                <a:ea typeface="+mn-ea"/>
                <a:cs typeface="Arial"/>
              </a:defRPr>
            </a:lvl5pPr>
          </a:lstStyle>
          <a:p>
            <a:pPr marL="457189" lvl="0" indent="-457189" algn="l" defTabSz="609585" rtl="0" eaLnBrk="1" latinLnBrk="0" hangingPunct="1">
              <a:spcBef>
                <a:spcPts val="1600"/>
              </a:spcBef>
              <a:buFontTx/>
              <a:buNone/>
            </a:pPr>
            <a:r>
              <a:rPr lang="es-ES"/>
              <a:t>Haga clic para modificar los estilos de texto del patrón</a:t>
            </a:r>
          </a:p>
          <a:p>
            <a:pPr marL="457189" lvl="1" indent="-457189" algn="l" defTabSz="609585" rtl="0" eaLnBrk="1" latinLnBrk="0" hangingPunct="1">
              <a:spcBef>
                <a:spcPts val="1600"/>
              </a:spcBef>
              <a:buFontTx/>
              <a:buNone/>
            </a:pPr>
            <a:r>
              <a:rPr lang="es-ES"/>
              <a:t>Segundo nivel</a:t>
            </a:r>
          </a:p>
          <a:p>
            <a:pPr marL="457189" lvl="2" indent="-457189" algn="l" defTabSz="609585" rtl="0" eaLnBrk="1" latinLnBrk="0" hangingPunct="1">
              <a:spcBef>
                <a:spcPts val="1600"/>
              </a:spcBef>
              <a:buFontTx/>
              <a:buNone/>
            </a:pPr>
            <a:r>
              <a:rPr lang="es-ES"/>
              <a:t>Tercer nivel</a:t>
            </a:r>
          </a:p>
          <a:p>
            <a:pPr marL="457189" lvl="3" indent="-457189" algn="l" defTabSz="609585" rtl="0" eaLnBrk="1" latinLnBrk="0" hangingPunct="1">
              <a:spcBef>
                <a:spcPts val="1600"/>
              </a:spcBef>
              <a:buFontTx/>
              <a:buNone/>
            </a:pPr>
            <a:r>
              <a:rPr lang="es-ES"/>
              <a:t>Cuarto nivel</a:t>
            </a:r>
          </a:p>
          <a:p>
            <a:pPr marL="457189" lvl="4" indent="-457189" algn="l" defTabSz="609585" rtl="0" eaLnBrk="1" latinLnBrk="0" hangingPunct="1">
              <a:spcBef>
                <a:spcPts val="1600"/>
              </a:spcBef>
              <a:buFontTx/>
              <a:buNone/>
            </a:pPr>
            <a:r>
              <a:rPr lang="es-ES"/>
              <a:t>Quinto nivel</a:t>
            </a:r>
            <a:endParaRPr lang="en-US" dirty="0"/>
          </a:p>
        </p:txBody>
      </p:sp>
      <p:sp>
        <p:nvSpPr>
          <p:cNvPr id="5" name="Title Placeholder 1"/>
          <p:cNvSpPr>
            <a:spLocks noGrp="1"/>
          </p:cNvSpPr>
          <p:nvPr>
            <p:ph type="title"/>
          </p:nvPr>
        </p:nvSpPr>
        <p:spPr>
          <a:xfrm>
            <a:off x="475488" y="487681"/>
            <a:ext cx="11267392" cy="582679"/>
          </a:xfrm>
          <a:prstGeom prst="rect">
            <a:avLst/>
          </a:prstGeom>
        </p:spPr>
        <p:txBody>
          <a:bodyPr vert="horz" lIns="0" tIns="0" rIns="0" bIns="0" rtlCol="0" anchor="t">
            <a:noAutofit/>
          </a:bodyPr>
          <a:lstStyle/>
          <a:p>
            <a:r>
              <a:rPr lang="es-ES"/>
              <a:t>Haga clic para modificar el estilo de título del patrón</a:t>
            </a:r>
            <a:endParaRPr lang="en-US" dirty="0"/>
          </a:p>
        </p:txBody>
      </p:sp>
    </p:spTree>
    <p:extLst>
      <p:ext uri="{BB962C8B-B14F-4D97-AF65-F5344CB8AC3E}">
        <p14:creationId xmlns:p14="http://schemas.microsoft.com/office/powerpoint/2010/main" val="244790689"/>
      </p:ext>
    </p:extLst>
  </p:cSld>
  <p:clrMapOvr>
    <a:masterClrMapping/>
  </p:clrMapOvr>
  <p:transition spd="slow">
    <p:wipe dir="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cSld name="Thank you slide">
    <p:spTree>
      <p:nvGrpSpPr>
        <p:cNvPr id="1" name=""/>
        <p:cNvGrpSpPr/>
        <p:nvPr/>
      </p:nvGrpSpPr>
      <p:grpSpPr>
        <a:xfrm>
          <a:off x="0" y="0"/>
          <a:ext cx="0" cy="0"/>
          <a:chOff x="0" y="0"/>
          <a:chExt cx="0" cy="0"/>
        </a:xfrm>
      </p:grpSpPr>
      <p:pic>
        <p:nvPicPr>
          <p:cNvPr id="6" name="Picture 5" descr="iStock-646457628.jpg"/>
          <p:cNvPicPr>
            <a:picLocks noChangeAspect="1"/>
          </p:cNvPicPr>
          <p:nvPr/>
        </p:nvPicPr>
        <p:blipFill rotWithShape="1">
          <a:blip r:embed="rId2" cstate="print">
            <a:extLst>
              <a:ext uri="{BEBA8EAE-BF5A-486C-A8C5-ECC9F3942E4B}">
                <a14:imgProps xmlns:a14="http://schemas.microsoft.com/office/drawing/2010/main">
                  <a14:imgLayer r:embed="rId3">
                    <a14:imgEffect>
                      <a14:brightnessContrast contrast="-46000"/>
                    </a14:imgEffect>
                  </a14:imgLayer>
                </a14:imgProps>
              </a:ext>
              <a:ext uri="{28A0092B-C50C-407E-A947-70E740481C1C}">
                <a14:useLocalDpi xmlns:a14="http://schemas.microsoft.com/office/drawing/2010/main"/>
              </a:ext>
            </a:extLst>
          </a:blip>
          <a:srcRect/>
          <a:stretch/>
        </p:blipFill>
        <p:spPr>
          <a:xfrm>
            <a:off x="0" y="0"/>
            <a:ext cx="12192000" cy="6861779"/>
          </a:xfrm>
          <a:prstGeom prst="rect">
            <a:avLst/>
          </a:prstGeom>
        </p:spPr>
      </p:pic>
      <p:sp>
        <p:nvSpPr>
          <p:cNvPr id="9" name="Rectangle 8"/>
          <p:cNvSpPr/>
          <p:nvPr/>
        </p:nvSpPr>
        <p:spPr>
          <a:xfrm>
            <a:off x="0" y="3779"/>
            <a:ext cx="12192000" cy="6858000"/>
          </a:xfrm>
          <a:prstGeom prst="rect">
            <a:avLst/>
          </a:prstGeom>
          <a:solidFill>
            <a:schemeClr val="accent4">
              <a:alpha val="67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4" name="Right Triangle 21"/>
          <p:cNvSpPr/>
          <p:nvPr/>
        </p:nvSpPr>
        <p:spPr>
          <a:xfrm flipH="1">
            <a:off x="7632095" y="-7814"/>
            <a:ext cx="4559904" cy="6865815"/>
          </a:xfrm>
          <a:custGeom>
            <a:avLst/>
            <a:gdLst>
              <a:gd name="connsiteX0" fmla="*/ 0 w 3419928"/>
              <a:gd name="connsiteY0" fmla="*/ 5143500 h 5143500"/>
              <a:gd name="connsiteX1" fmla="*/ 0 w 3419928"/>
              <a:gd name="connsiteY1" fmla="*/ 0 h 5143500"/>
              <a:gd name="connsiteX2" fmla="*/ 3419928 w 3419928"/>
              <a:gd name="connsiteY2" fmla="*/ 5143500 h 5143500"/>
              <a:gd name="connsiteX3" fmla="*/ 0 w 3419928"/>
              <a:gd name="connsiteY3" fmla="*/ 5143500 h 5143500"/>
              <a:gd name="connsiteX0" fmla="*/ 0 w 3419928"/>
              <a:gd name="connsiteY0" fmla="*/ 5143500 h 5143500"/>
              <a:gd name="connsiteX1" fmla="*/ 0 w 3419928"/>
              <a:gd name="connsiteY1" fmla="*/ 0 h 5143500"/>
              <a:gd name="connsiteX2" fmla="*/ 992980 w 3419928"/>
              <a:gd name="connsiteY2" fmla="*/ 1485900 h 5143500"/>
              <a:gd name="connsiteX3" fmla="*/ 3419928 w 3419928"/>
              <a:gd name="connsiteY3" fmla="*/ 5143500 h 5143500"/>
              <a:gd name="connsiteX4" fmla="*/ 0 w 3419928"/>
              <a:gd name="connsiteY4" fmla="*/ 5143500 h 5143500"/>
              <a:gd name="connsiteX0" fmla="*/ 0 w 3419928"/>
              <a:gd name="connsiteY0" fmla="*/ 5157788 h 5157788"/>
              <a:gd name="connsiteX1" fmla="*/ 0 w 3419928"/>
              <a:gd name="connsiteY1" fmla="*/ 14288 h 5157788"/>
              <a:gd name="connsiteX2" fmla="*/ 1257299 w 3419928"/>
              <a:gd name="connsiteY2" fmla="*/ 0 h 5157788"/>
              <a:gd name="connsiteX3" fmla="*/ 3419928 w 3419928"/>
              <a:gd name="connsiteY3" fmla="*/ 5157788 h 5157788"/>
              <a:gd name="connsiteX4" fmla="*/ 0 w 3419928"/>
              <a:gd name="connsiteY4" fmla="*/ 5157788 h 5157788"/>
              <a:gd name="connsiteX0" fmla="*/ 0 w 3419928"/>
              <a:gd name="connsiteY0" fmla="*/ 5145147 h 5145147"/>
              <a:gd name="connsiteX1" fmla="*/ 0 w 3419928"/>
              <a:gd name="connsiteY1" fmla="*/ 1647 h 5145147"/>
              <a:gd name="connsiteX2" fmla="*/ 1263619 w 3419928"/>
              <a:gd name="connsiteY2" fmla="*/ 0 h 5145147"/>
              <a:gd name="connsiteX3" fmla="*/ 3419928 w 3419928"/>
              <a:gd name="connsiteY3" fmla="*/ 5145147 h 5145147"/>
              <a:gd name="connsiteX4" fmla="*/ 0 w 3419928"/>
              <a:gd name="connsiteY4" fmla="*/ 5145147 h 5145147"/>
              <a:gd name="connsiteX0" fmla="*/ 0 w 3419928"/>
              <a:gd name="connsiteY0" fmla="*/ 5143500 h 5143500"/>
              <a:gd name="connsiteX1" fmla="*/ 0 w 3419928"/>
              <a:gd name="connsiteY1" fmla="*/ 0 h 5143500"/>
              <a:gd name="connsiteX2" fmla="*/ 1200412 w 3419928"/>
              <a:gd name="connsiteY2" fmla="*/ 103699 h 5143500"/>
              <a:gd name="connsiteX3" fmla="*/ 3419928 w 3419928"/>
              <a:gd name="connsiteY3" fmla="*/ 5143500 h 5143500"/>
              <a:gd name="connsiteX4" fmla="*/ 0 w 3419928"/>
              <a:gd name="connsiteY4" fmla="*/ 5143500 h 5143500"/>
              <a:gd name="connsiteX0" fmla="*/ 0 w 3419928"/>
              <a:gd name="connsiteY0" fmla="*/ 5151467 h 5151467"/>
              <a:gd name="connsiteX1" fmla="*/ 0 w 3419928"/>
              <a:gd name="connsiteY1" fmla="*/ 7967 h 5151467"/>
              <a:gd name="connsiteX2" fmla="*/ 1261512 w 3419928"/>
              <a:gd name="connsiteY2" fmla="*/ 0 h 5151467"/>
              <a:gd name="connsiteX3" fmla="*/ 3419928 w 3419928"/>
              <a:gd name="connsiteY3" fmla="*/ 5151467 h 5151467"/>
              <a:gd name="connsiteX4" fmla="*/ 0 w 3419928"/>
              <a:gd name="connsiteY4" fmla="*/ 5151467 h 5151467"/>
              <a:gd name="connsiteX0" fmla="*/ 0 w 3419928"/>
              <a:gd name="connsiteY0" fmla="*/ 5149361 h 5149361"/>
              <a:gd name="connsiteX1" fmla="*/ 0 w 3419928"/>
              <a:gd name="connsiteY1" fmla="*/ 5861 h 5149361"/>
              <a:gd name="connsiteX2" fmla="*/ 1261512 w 3419928"/>
              <a:gd name="connsiteY2" fmla="*/ 0 h 5149361"/>
              <a:gd name="connsiteX3" fmla="*/ 3419928 w 3419928"/>
              <a:gd name="connsiteY3" fmla="*/ 5149361 h 5149361"/>
              <a:gd name="connsiteX4" fmla="*/ 0 w 3419928"/>
              <a:gd name="connsiteY4" fmla="*/ 5149361 h 5149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9928" h="5149361">
                <a:moveTo>
                  <a:pt x="0" y="5149361"/>
                </a:moveTo>
                <a:lnTo>
                  <a:pt x="0" y="5861"/>
                </a:lnTo>
                <a:lnTo>
                  <a:pt x="1261512" y="0"/>
                </a:lnTo>
                <a:lnTo>
                  <a:pt x="3419928" y="5149361"/>
                </a:lnTo>
                <a:lnTo>
                  <a:pt x="0" y="5149361"/>
                </a:lnTo>
                <a:close/>
              </a:path>
            </a:pathLst>
          </a:custGeom>
          <a:solidFill>
            <a:schemeClr val="accent2">
              <a:alpha val="63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15" name="Right Triangle 14"/>
          <p:cNvSpPr/>
          <p:nvPr/>
        </p:nvSpPr>
        <p:spPr>
          <a:xfrm flipH="1" flipV="1">
            <a:off x="8273143" y="-8162"/>
            <a:ext cx="3918856" cy="3905907"/>
          </a:xfrm>
          <a:prstGeom prst="rtTriangle">
            <a:avLst/>
          </a:prstGeom>
          <a:solidFill>
            <a:schemeClr val="accent4">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2" name="Title 1"/>
          <p:cNvSpPr>
            <a:spLocks noGrp="1"/>
          </p:cNvSpPr>
          <p:nvPr>
            <p:ph type="title"/>
          </p:nvPr>
        </p:nvSpPr>
        <p:spPr>
          <a:xfrm>
            <a:off x="461310" y="3625511"/>
            <a:ext cx="5695167" cy="1161143"/>
          </a:xfrm>
        </p:spPr>
        <p:txBody>
          <a:bodyPr>
            <a:normAutofit/>
          </a:bodyPr>
          <a:lstStyle>
            <a:lvl1pPr>
              <a:defRPr sz="5333">
                <a:solidFill>
                  <a:schemeClr val="bg1"/>
                </a:solidFill>
              </a:defRPr>
            </a:lvl1pPr>
          </a:lstStyle>
          <a:p>
            <a:r>
              <a:rPr lang="es-ES"/>
              <a:t>Haga clic para modificar el estilo de título del patrón</a:t>
            </a:r>
            <a:endParaRPr lang="en-US" dirty="0"/>
          </a:p>
        </p:txBody>
      </p:sp>
      <p:pic>
        <p:nvPicPr>
          <p:cNvPr id="13" name="Picture 12" descr="ellucian_white.png"/>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61310" y="866875"/>
            <a:ext cx="2164695" cy="443247"/>
          </a:xfrm>
          <a:prstGeom prst="rect">
            <a:avLst/>
          </a:prstGeom>
        </p:spPr>
      </p:pic>
      <p:sp>
        <p:nvSpPr>
          <p:cNvPr id="12" name="Text Placeholder 12"/>
          <p:cNvSpPr>
            <a:spLocks noGrp="1"/>
          </p:cNvSpPr>
          <p:nvPr>
            <p:ph type="body" sz="quarter" idx="11" hasCustomPrompt="1"/>
          </p:nvPr>
        </p:nvSpPr>
        <p:spPr>
          <a:xfrm>
            <a:off x="463297" y="4911366"/>
            <a:ext cx="7640512" cy="1589695"/>
          </a:xfrm>
        </p:spPr>
        <p:txBody>
          <a:bodyPr anchor="t" anchorCtr="0">
            <a:normAutofit/>
          </a:bodyPr>
          <a:lstStyle>
            <a:lvl1pPr>
              <a:spcBef>
                <a:spcPts val="0"/>
              </a:spcBef>
              <a:buNone/>
              <a:defRPr sz="2267" b="0" spc="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Title title title, </a:t>
            </a:r>
            <a:r>
              <a:rPr lang="en-US" dirty="0" err="1"/>
              <a:t>Ellucian</a:t>
            </a:r>
            <a:br>
              <a:rPr lang="en-US" dirty="0"/>
            </a:br>
            <a:r>
              <a:rPr lang="en-US" dirty="0" err="1"/>
              <a:t>firstname.lastname@ellucian.com</a:t>
            </a:r>
            <a:endParaRPr lang="en-US" dirty="0"/>
          </a:p>
        </p:txBody>
      </p:sp>
      <p:sp>
        <p:nvSpPr>
          <p:cNvPr id="10" name="Text Placeholder 12"/>
          <p:cNvSpPr>
            <a:spLocks noGrp="1"/>
          </p:cNvSpPr>
          <p:nvPr>
            <p:ph type="body" sz="quarter" idx="12" hasCustomPrompt="1"/>
          </p:nvPr>
        </p:nvSpPr>
        <p:spPr>
          <a:xfrm>
            <a:off x="457200" y="4053544"/>
            <a:ext cx="6656832" cy="835251"/>
          </a:xfrm>
        </p:spPr>
        <p:txBody>
          <a:bodyPr anchor="b">
            <a:noAutofit/>
          </a:bodyPr>
          <a:lstStyle>
            <a:lvl1pPr>
              <a:buNone/>
              <a:defRPr sz="2267" b="1" cap="all" spc="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p:txBody>
      </p:sp>
    </p:spTree>
    <p:extLst>
      <p:ext uri="{BB962C8B-B14F-4D97-AF65-F5344CB8AC3E}">
        <p14:creationId xmlns:p14="http://schemas.microsoft.com/office/powerpoint/2010/main" val="1909081982"/>
      </p:ext>
    </p:extLst>
  </p:cSld>
  <p:clrMapOvr>
    <a:masterClrMapping/>
  </p:clrMapOvr>
  <p:transition spd="slow">
    <p:wipe dir="r"/>
  </p:transition>
  <p:extLst>
    <p:ext uri="{DCECCB84-F9BA-43D5-87BE-67443E8EF086}">
      <p15:sldGuideLst xmlns:p15="http://schemas.microsoft.com/office/powerpoint/2012/main">
        <p15:guide id="1" orient="horz" pos="1620">
          <p15:clr>
            <a:srgbClr val="FBAE40"/>
          </p15:clr>
        </p15:guide>
        <p15:guide id="2" orient="horz" pos="2453">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cSld name="1_Title slide 2">
    <p:spTree>
      <p:nvGrpSpPr>
        <p:cNvPr id="1" name=""/>
        <p:cNvGrpSpPr/>
        <p:nvPr/>
      </p:nvGrpSpPr>
      <p:grpSpPr>
        <a:xfrm>
          <a:off x="0" y="0"/>
          <a:ext cx="0" cy="0"/>
          <a:chOff x="0" y="0"/>
          <a:chExt cx="0" cy="0"/>
        </a:xfrm>
      </p:grpSpPr>
      <p:pic>
        <p:nvPicPr>
          <p:cNvPr id="11" name="Picture 3">
            <a:extLst>
              <a:ext uri="{FF2B5EF4-FFF2-40B4-BE49-F238E27FC236}">
                <a16:creationId xmlns:a16="http://schemas.microsoft.com/office/drawing/2014/main" id="{0D606AED-DD8D-9B4B-A5A1-B57A5083C0EE}"/>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488163" y="258373"/>
            <a:ext cx="6711912" cy="6858000"/>
          </a:xfrm>
          <a:prstGeom prst="rect">
            <a:avLst/>
          </a:prstGeom>
        </p:spPr>
      </p:pic>
      <p:sp>
        <p:nvSpPr>
          <p:cNvPr id="4" name="Trapezoid 3"/>
          <p:cNvSpPr/>
          <p:nvPr/>
        </p:nvSpPr>
        <p:spPr>
          <a:xfrm>
            <a:off x="0" y="1"/>
            <a:ext cx="9144000" cy="6874172"/>
          </a:xfrm>
          <a:custGeom>
            <a:avLst/>
            <a:gdLst>
              <a:gd name="connsiteX0" fmla="*/ 0 w 6858000"/>
              <a:gd name="connsiteY0" fmla="*/ 5148072 h 5148072"/>
              <a:gd name="connsiteX1" fmla="*/ 0 w 6858000"/>
              <a:gd name="connsiteY1" fmla="*/ 0 h 5148072"/>
              <a:gd name="connsiteX2" fmla="*/ 6858000 w 6858000"/>
              <a:gd name="connsiteY2" fmla="*/ 0 h 5148072"/>
              <a:gd name="connsiteX3" fmla="*/ 6858000 w 6858000"/>
              <a:gd name="connsiteY3" fmla="*/ 5148072 h 5148072"/>
              <a:gd name="connsiteX4" fmla="*/ 0 w 6858000"/>
              <a:gd name="connsiteY4" fmla="*/ 5148072 h 5148072"/>
              <a:gd name="connsiteX0" fmla="*/ 0 w 6858000"/>
              <a:gd name="connsiteY0" fmla="*/ 5148072 h 5155629"/>
              <a:gd name="connsiteX1" fmla="*/ 0 w 6858000"/>
              <a:gd name="connsiteY1" fmla="*/ 0 h 5155629"/>
              <a:gd name="connsiteX2" fmla="*/ 6858000 w 6858000"/>
              <a:gd name="connsiteY2" fmla="*/ 0 h 5155629"/>
              <a:gd name="connsiteX3" fmla="*/ 4840275 w 6858000"/>
              <a:gd name="connsiteY3" fmla="*/ 5155629 h 5155629"/>
              <a:gd name="connsiteX4" fmla="*/ 0 w 6858000"/>
              <a:gd name="connsiteY4" fmla="*/ 5148072 h 5155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5155629">
                <a:moveTo>
                  <a:pt x="0" y="5148072"/>
                </a:moveTo>
                <a:lnTo>
                  <a:pt x="0" y="0"/>
                </a:lnTo>
                <a:lnTo>
                  <a:pt x="6858000" y="0"/>
                </a:lnTo>
                <a:lnTo>
                  <a:pt x="4840275" y="5155629"/>
                </a:lnTo>
                <a:lnTo>
                  <a:pt x="0" y="5148072"/>
                </a:lnTo>
                <a:close/>
              </a:path>
            </a:pathLst>
          </a:cu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US" sz="2400">
              <a:solidFill>
                <a:schemeClr val="tx1"/>
              </a:solidFill>
            </a:endParaRPr>
          </a:p>
        </p:txBody>
      </p:sp>
      <p:sp>
        <p:nvSpPr>
          <p:cNvPr id="2" name="Title 1"/>
          <p:cNvSpPr>
            <a:spLocks noGrp="1"/>
          </p:cNvSpPr>
          <p:nvPr>
            <p:ph type="title"/>
          </p:nvPr>
        </p:nvSpPr>
        <p:spPr>
          <a:xfrm>
            <a:off x="461309" y="2589804"/>
            <a:ext cx="6650691" cy="2151529"/>
          </a:xfrm>
        </p:spPr>
        <p:txBody>
          <a:bodyPr>
            <a:noAutofit/>
          </a:bodyPr>
          <a:lstStyle>
            <a:lvl1pPr>
              <a:lnSpc>
                <a:spcPct val="90000"/>
              </a:lnSpc>
              <a:defRPr sz="6400">
                <a:solidFill>
                  <a:schemeClr val="accent4"/>
                </a:solidFill>
              </a:defRPr>
            </a:lvl1pPr>
          </a:lstStyle>
          <a:p>
            <a:r>
              <a:rPr lang="es-ES"/>
              <a:t>Haga clic para modificar el estilo de título del patrón</a:t>
            </a:r>
            <a:endParaRPr lang="en-US" dirty="0"/>
          </a:p>
        </p:txBody>
      </p:sp>
      <p:pic>
        <p:nvPicPr>
          <p:cNvPr id="5" name="Picture 4" descr="ellucian_purple.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61310" y="1631578"/>
            <a:ext cx="2327711" cy="479092"/>
          </a:xfrm>
          <a:prstGeom prst="rect">
            <a:avLst/>
          </a:prstGeom>
        </p:spPr>
      </p:pic>
      <p:sp>
        <p:nvSpPr>
          <p:cNvPr id="10" name="Text Placeholder 12"/>
          <p:cNvSpPr>
            <a:spLocks noGrp="1"/>
          </p:cNvSpPr>
          <p:nvPr>
            <p:ph type="body" sz="quarter" idx="11" hasCustomPrompt="1"/>
          </p:nvPr>
        </p:nvSpPr>
        <p:spPr>
          <a:xfrm>
            <a:off x="457200" y="5543554"/>
            <a:ext cx="6396392" cy="675417"/>
          </a:xfrm>
        </p:spPr>
        <p:txBody>
          <a:bodyPr anchor="t" anchorCtr="0">
            <a:noAutofit/>
          </a:bodyPr>
          <a:lstStyle>
            <a:lvl1pPr>
              <a:buNone/>
              <a:defRPr sz="2267" b="0"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Presenter’s title</a:t>
            </a:r>
            <a:br>
              <a:rPr lang="en-US" dirty="0"/>
            </a:br>
            <a:r>
              <a:rPr lang="en-US" dirty="0" err="1"/>
              <a:t>Ellucian</a:t>
            </a:r>
            <a:endParaRPr lang="en-US" dirty="0"/>
          </a:p>
        </p:txBody>
      </p:sp>
      <p:sp>
        <p:nvSpPr>
          <p:cNvPr id="3" name="Right Triangle 2"/>
          <p:cNvSpPr/>
          <p:nvPr/>
        </p:nvSpPr>
        <p:spPr>
          <a:xfrm flipH="1" flipV="1">
            <a:off x="6604000" y="-3"/>
            <a:ext cx="5588000" cy="5608320"/>
          </a:xfrm>
          <a:prstGeom prst="rtTriangle">
            <a:avLst/>
          </a:prstGeom>
          <a:solidFill>
            <a:srgbClr val="45A1AA">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13" name="Text Placeholder 12"/>
          <p:cNvSpPr>
            <a:spLocks noGrp="1"/>
          </p:cNvSpPr>
          <p:nvPr>
            <p:ph type="body" sz="quarter" idx="12" hasCustomPrompt="1"/>
          </p:nvPr>
        </p:nvSpPr>
        <p:spPr>
          <a:xfrm>
            <a:off x="457200" y="4719592"/>
            <a:ext cx="6656832" cy="835251"/>
          </a:xfrm>
        </p:spPr>
        <p:txBody>
          <a:bodyPr anchor="b">
            <a:noAutofit/>
          </a:bodyPr>
          <a:lstStyle>
            <a:lvl1pPr>
              <a:buNone/>
              <a:defRPr sz="2267" b="1" cap="all"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p:txBody>
      </p:sp>
    </p:spTree>
    <p:extLst>
      <p:ext uri="{BB962C8B-B14F-4D97-AF65-F5344CB8AC3E}">
        <p14:creationId xmlns:p14="http://schemas.microsoft.com/office/powerpoint/2010/main" val="3537075979"/>
      </p:ext>
    </p:extLst>
  </p:cSld>
  <p:clrMapOvr>
    <a:masterClrMapping/>
  </p:clrMapOvr>
  <p:transition spd="slow">
    <p:wipe dir="r"/>
  </p:transition>
  <p:extLst>
    <p:ext uri="{DCECCB84-F9BA-43D5-87BE-67443E8EF086}">
      <p15:sldGuideLst xmlns:p15="http://schemas.microsoft.com/office/powerpoint/2012/main">
        <p15:guide id="1" orient="horz" pos="2747">
          <p15:clr>
            <a:srgbClr val="FBAE40"/>
          </p15:clr>
        </p15:guide>
        <p15:guide id="2" pos="3047">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2_Agenda">
    <p:spTree>
      <p:nvGrpSpPr>
        <p:cNvPr id="1" name=""/>
        <p:cNvGrpSpPr/>
        <p:nvPr/>
      </p:nvGrpSpPr>
      <p:grpSpPr>
        <a:xfrm>
          <a:off x="0" y="0"/>
          <a:ext cx="0" cy="0"/>
          <a:chOff x="0" y="0"/>
          <a:chExt cx="0" cy="0"/>
        </a:xfrm>
      </p:grpSpPr>
      <p:sp>
        <p:nvSpPr>
          <p:cNvPr id="6" name="Title Placeholder 1"/>
          <p:cNvSpPr>
            <a:spLocks noGrp="1"/>
          </p:cNvSpPr>
          <p:nvPr>
            <p:ph type="title" hasCustomPrompt="1"/>
          </p:nvPr>
        </p:nvSpPr>
        <p:spPr>
          <a:xfrm>
            <a:off x="475488" y="487681"/>
            <a:ext cx="11267392" cy="582679"/>
          </a:xfrm>
          <a:prstGeom prst="rect">
            <a:avLst/>
          </a:prstGeom>
        </p:spPr>
        <p:txBody>
          <a:bodyPr vert="horz" lIns="0" tIns="0" rIns="0" bIns="0" rtlCol="0" anchor="t">
            <a:normAutofit/>
          </a:bodyPr>
          <a:lstStyle>
            <a:lvl1pPr>
              <a:defRPr/>
            </a:lvl1pPr>
          </a:lstStyle>
          <a:p>
            <a:r>
              <a:rPr lang="en-US" dirty="0"/>
              <a:t>Agenda</a:t>
            </a:r>
          </a:p>
        </p:txBody>
      </p:sp>
    </p:spTree>
    <p:extLst>
      <p:ext uri="{BB962C8B-B14F-4D97-AF65-F5344CB8AC3E}">
        <p14:creationId xmlns:p14="http://schemas.microsoft.com/office/powerpoint/2010/main" val="566085207"/>
      </p:ext>
    </p:extLst>
  </p:cSld>
  <p:clrMapOvr>
    <a:masterClrMapping/>
  </p:clrMapOvr>
  <p:transition spd="slow">
    <p:wipe dir="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cSld name="Title slide al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ext Placeholder 12"/>
          <p:cNvSpPr>
            <a:spLocks noGrp="1"/>
          </p:cNvSpPr>
          <p:nvPr>
            <p:ph type="body" sz="quarter" idx="11" hasCustomPrompt="1"/>
          </p:nvPr>
        </p:nvSpPr>
        <p:spPr>
          <a:xfrm>
            <a:off x="475488" y="4264233"/>
            <a:ext cx="7640512" cy="1589695"/>
          </a:xfrm>
        </p:spPr>
        <p:txBody>
          <a:bodyPr anchor="b">
            <a:noAutofit/>
          </a:bodyPr>
          <a:lstStyle>
            <a:lvl1pPr>
              <a:buNone/>
              <a:defRPr sz="2267" b="0" spc="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 Title, </a:t>
            </a:r>
            <a:r>
              <a:rPr lang="en-US" dirty="0" err="1"/>
              <a:t>Ellucian</a:t>
            </a:r>
            <a:endParaRPr lang="en-US" dirty="0"/>
          </a:p>
        </p:txBody>
      </p:sp>
      <p:sp>
        <p:nvSpPr>
          <p:cNvPr id="13" name="Text Placeholder 12"/>
          <p:cNvSpPr>
            <a:spLocks noGrp="1"/>
          </p:cNvSpPr>
          <p:nvPr>
            <p:ph type="body" sz="quarter" idx="10" hasCustomPrompt="1"/>
          </p:nvPr>
        </p:nvSpPr>
        <p:spPr>
          <a:xfrm>
            <a:off x="475488" y="581175"/>
            <a:ext cx="5971371" cy="351367"/>
          </a:xfrm>
        </p:spPr>
        <p:txBody>
          <a:bodyPr>
            <a:noAutofit/>
          </a:bodyPr>
          <a:lstStyle>
            <a:lvl1pPr>
              <a:buNone/>
              <a:defRPr sz="2133" spc="133">
                <a:solidFill>
                  <a:schemeClr val="bg1">
                    <a:lumMod val="75000"/>
                  </a:schemeClr>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WEBINAR [optional]</a:t>
            </a:r>
          </a:p>
        </p:txBody>
      </p:sp>
      <p:sp>
        <p:nvSpPr>
          <p:cNvPr id="2" name="Title 1"/>
          <p:cNvSpPr>
            <a:spLocks noGrp="1"/>
          </p:cNvSpPr>
          <p:nvPr>
            <p:ph type="ctrTitle" hasCustomPrompt="1"/>
          </p:nvPr>
        </p:nvSpPr>
        <p:spPr>
          <a:xfrm>
            <a:off x="475488" y="1117442"/>
            <a:ext cx="5971371" cy="3790903"/>
          </a:xfrm>
        </p:spPr>
        <p:txBody>
          <a:bodyPr tIns="0" bIns="0" anchor="t">
            <a:noAutofit/>
          </a:bodyPr>
          <a:lstStyle>
            <a:lvl1pPr algn="l">
              <a:lnSpc>
                <a:spcPct val="90000"/>
              </a:lnSpc>
              <a:defRPr sz="4933" b="0" baseline="0">
                <a:solidFill>
                  <a:schemeClr val="bg1"/>
                </a:solidFill>
              </a:defRPr>
            </a:lvl1pPr>
          </a:lstStyle>
          <a:p>
            <a:r>
              <a:rPr lang="en-US" dirty="0"/>
              <a:t>Master title style</a:t>
            </a:r>
          </a:p>
        </p:txBody>
      </p:sp>
      <p:pic>
        <p:nvPicPr>
          <p:cNvPr id="5" name="Picture 4" descr="ellucian_white.png"/>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571407" y="5558586"/>
            <a:ext cx="2164695" cy="443247"/>
          </a:xfrm>
          <a:prstGeom prst="rect">
            <a:avLst/>
          </a:prstGeom>
        </p:spPr>
      </p:pic>
      <p:sp>
        <p:nvSpPr>
          <p:cNvPr id="7" name="Rectangle 6"/>
          <p:cNvSpPr/>
          <p:nvPr/>
        </p:nvSpPr>
        <p:spPr>
          <a:xfrm>
            <a:off x="0" y="6431280"/>
            <a:ext cx="12192000" cy="42672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55661284"/>
      </p:ext>
    </p:extLst>
  </p:cSld>
  <p:clrMapOvr>
    <a:masterClrMapping/>
  </p:clrMapOvr>
  <p:transition spd="slow">
    <p:wipe dir="r"/>
  </p:transition>
  <p:extLst>
    <p:ext uri="{DCECCB84-F9BA-43D5-87BE-67443E8EF086}">
      <p15:sldGuideLst xmlns:p15="http://schemas.microsoft.com/office/powerpoint/2012/main">
        <p15:guide id="1" orient="horz" pos="78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userDrawn="1">
  <p:cSld name="2_Title slide 2">
    <p:spTree>
      <p:nvGrpSpPr>
        <p:cNvPr id="1" name=""/>
        <p:cNvGrpSpPr/>
        <p:nvPr/>
      </p:nvGrpSpPr>
      <p:grpSpPr>
        <a:xfrm>
          <a:off x="0" y="0"/>
          <a:ext cx="0" cy="0"/>
          <a:chOff x="0" y="0"/>
          <a:chExt cx="0" cy="0"/>
        </a:xfrm>
      </p:grpSpPr>
      <p:pic>
        <p:nvPicPr>
          <p:cNvPr id="11" name="Picture 3">
            <a:extLst>
              <a:ext uri="{FF2B5EF4-FFF2-40B4-BE49-F238E27FC236}">
                <a16:creationId xmlns:a16="http://schemas.microsoft.com/office/drawing/2014/main" id="{0D606AED-DD8D-9B4B-A5A1-B57A5083C0EE}"/>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5488163" y="258373"/>
            <a:ext cx="6711912" cy="6858000"/>
          </a:xfrm>
          <a:prstGeom prst="rect">
            <a:avLst/>
          </a:prstGeom>
        </p:spPr>
      </p:pic>
      <p:sp>
        <p:nvSpPr>
          <p:cNvPr id="4" name="Trapezoid 3"/>
          <p:cNvSpPr/>
          <p:nvPr userDrawn="1"/>
        </p:nvSpPr>
        <p:spPr>
          <a:xfrm>
            <a:off x="0" y="1"/>
            <a:ext cx="9144000" cy="6874172"/>
          </a:xfrm>
          <a:custGeom>
            <a:avLst/>
            <a:gdLst>
              <a:gd name="connsiteX0" fmla="*/ 0 w 6858000"/>
              <a:gd name="connsiteY0" fmla="*/ 5148072 h 5148072"/>
              <a:gd name="connsiteX1" fmla="*/ 0 w 6858000"/>
              <a:gd name="connsiteY1" fmla="*/ 0 h 5148072"/>
              <a:gd name="connsiteX2" fmla="*/ 6858000 w 6858000"/>
              <a:gd name="connsiteY2" fmla="*/ 0 h 5148072"/>
              <a:gd name="connsiteX3" fmla="*/ 6858000 w 6858000"/>
              <a:gd name="connsiteY3" fmla="*/ 5148072 h 5148072"/>
              <a:gd name="connsiteX4" fmla="*/ 0 w 6858000"/>
              <a:gd name="connsiteY4" fmla="*/ 5148072 h 5148072"/>
              <a:gd name="connsiteX0" fmla="*/ 0 w 6858000"/>
              <a:gd name="connsiteY0" fmla="*/ 5148072 h 5155629"/>
              <a:gd name="connsiteX1" fmla="*/ 0 w 6858000"/>
              <a:gd name="connsiteY1" fmla="*/ 0 h 5155629"/>
              <a:gd name="connsiteX2" fmla="*/ 6858000 w 6858000"/>
              <a:gd name="connsiteY2" fmla="*/ 0 h 5155629"/>
              <a:gd name="connsiteX3" fmla="*/ 4840275 w 6858000"/>
              <a:gd name="connsiteY3" fmla="*/ 5155629 h 5155629"/>
              <a:gd name="connsiteX4" fmla="*/ 0 w 6858000"/>
              <a:gd name="connsiteY4" fmla="*/ 5148072 h 51556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0" h="5155629">
                <a:moveTo>
                  <a:pt x="0" y="5148072"/>
                </a:moveTo>
                <a:lnTo>
                  <a:pt x="0" y="0"/>
                </a:lnTo>
                <a:lnTo>
                  <a:pt x="6858000" y="0"/>
                </a:lnTo>
                <a:lnTo>
                  <a:pt x="4840275" y="5155629"/>
                </a:lnTo>
                <a:lnTo>
                  <a:pt x="0" y="5148072"/>
                </a:lnTo>
                <a:close/>
              </a:path>
            </a:pathLst>
          </a:custGeom>
          <a:solidFill>
            <a:schemeClr val="bg1"/>
          </a:solidFill>
          <a:ln>
            <a:noFill/>
          </a:ln>
          <a:effectLst/>
        </p:spPr>
        <p:style>
          <a:lnRef idx="2">
            <a:schemeClr val="accent1"/>
          </a:lnRef>
          <a:fillRef idx="0">
            <a:schemeClr val="accent1"/>
          </a:fillRef>
          <a:effectRef idx="1">
            <a:schemeClr val="accent1"/>
          </a:effectRef>
          <a:fontRef idx="minor">
            <a:schemeClr val="tx1"/>
          </a:fontRef>
        </p:style>
        <p:txBody>
          <a:bodyPr rtlCol="0" anchor="ctr"/>
          <a:lstStyle/>
          <a:p>
            <a:pPr lvl="0" algn="ctr"/>
            <a:endParaRPr lang="en-US" sz="2400">
              <a:solidFill>
                <a:schemeClr val="tx1"/>
              </a:solidFill>
            </a:endParaRPr>
          </a:p>
        </p:txBody>
      </p:sp>
      <p:sp>
        <p:nvSpPr>
          <p:cNvPr id="2" name="Title 1"/>
          <p:cNvSpPr>
            <a:spLocks noGrp="1"/>
          </p:cNvSpPr>
          <p:nvPr userDrawn="1">
            <p:ph type="title"/>
          </p:nvPr>
        </p:nvSpPr>
        <p:spPr>
          <a:xfrm>
            <a:off x="461309" y="2589804"/>
            <a:ext cx="6650691" cy="2151529"/>
          </a:xfrm>
        </p:spPr>
        <p:txBody>
          <a:bodyPr>
            <a:noAutofit/>
          </a:bodyPr>
          <a:lstStyle>
            <a:lvl1pPr>
              <a:lnSpc>
                <a:spcPct val="90000"/>
              </a:lnSpc>
              <a:defRPr sz="6400">
                <a:solidFill>
                  <a:schemeClr val="accent4"/>
                </a:solidFill>
              </a:defRPr>
            </a:lvl1pPr>
          </a:lstStyle>
          <a:p>
            <a:r>
              <a:rPr lang="en-US" dirty="0"/>
              <a:t>Click to edit Master title style</a:t>
            </a:r>
          </a:p>
        </p:txBody>
      </p:sp>
      <p:pic>
        <p:nvPicPr>
          <p:cNvPr id="5" name="Picture 4" descr="ellucian_purple.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61310" y="1631578"/>
            <a:ext cx="2327711" cy="479092"/>
          </a:xfrm>
          <a:prstGeom prst="rect">
            <a:avLst/>
          </a:prstGeom>
        </p:spPr>
      </p:pic>
      <p:sp>
        <p:nvSpPr>
          <p:cNvPr id="10" name="Text Placeholder 12"/>
          <p:cNvSpPr>
            <a:spLocks noGrp="1"/>
          </p:cNvSpPr>
          <p:nvPr userDrawn="1">
            <p:ph type="body" sz="quarter" idx="11" hasCustomPrompt="1"/>
          </p:nvPr>
        </p:nvSpPr>
        <p:spPr>
          <a:xfrm>
            <a:off x="457200" y="5543554"/>
            <a:ext cx="6396392" cy="675417"/>
          </a:xfrm>
        </p:spPr>
        <p:txBody>
          <a:bodyPr anchor="t" anchorCtr="0">
            <a:noAutofit/>
          </a:bodyPr>
          <a:lstStyle>
            <a:lvl1pPr>
              <a:buNone/>
              <a:defRPr sz="2267" b="0"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Presenter’s title</a:t>
            </a:r>
            <a:br>
              <a:rPr lang="en-US" dirty="0"/>
            </a:br>
            <a:r>
              <a:rPr lang="en-US" dirty="0" err="1"/>
              <a:t>Ellucian</a:t>
            </a:r>
            <a:endParaRPr lang="en-US" dirty="0"/>
          </a:p>
        </p:txBody>
      </p:sp>
      <p:sp>
        <p:nvSpPr>
          <p:cNvPr id="3" name="Right Triangle 2"/>
          <p:cNvSpPr/>
          <p:nvPr userDrawn="1"/>
        </p:nvSpPr>
        <p:spPr>
          <a:xfrm flipH="1" flipV="1">
            <a:off x="6604000" y="-3"/>
            <a:ext cx="5588000" cy="5608320"/>
          </a:xfrm>
          <a:prstGeom prst="rtTriangle">
            <a:avLst/>
          </a:prstGeom>
          <a:solidFill>
            <a:srgbClr val="45A1AA">
              <a:alpha val="4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lvl="0" algn="ctr"/>
            <a:endParaRPr lang="en-US" sz="2400"/>
          </a:p>
        </p:txBody>
      </p:sp>
      <p:sp>
        <p:nvSpPr>
          <p:cNvPr id="13" name="Text Placeholder 12"/>
          <p:cNvSpPr>
            <a:spLocks noGrp="1"/>
          </p:cNvSpPr>
          <p:nvPr>
            <p:ph type="body" sz="quarter" idx="12" hasCustomPrompt="1"/>
          </p:nvPr>
        </p:nvSpPr>
        <p:spPr>
          <a:xfrm>
            <a:off x="457200" y="4719592"/>
            <a:ext cx="6656832" cy="835251"/>
          </a:xfrm>
        </p:spPr>
        <p:txBody>
          <a:bodyPr anchor="b">
            <a:noAutofit/>
          </a:bodyPr>
          <a:lstStyle>
            <a:lvl1pPr>
              <a:buNone/>
              <a:defRPr sz="2267" b="1" cap="all" spc="0" baseline="0">
                <a:solidFill>
                  <a:schemeClr val="accent2"/>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p:txBody>
      </p:sp>
    </p:spTree>
    <p:extLst>
      <p:ext uri="{BB962C8B-B14F-4D97-AF65-F5344CB8AC3E}">
        <p14:creationId xmlns:p14="http://schemas.microsoft.com/office/powerpoint/2010/main" val="100155739"/>
      </p:ext>
    </p:extLst>
  </p:cSld>
  <p:clrMapOvr>
    <a:masterClrMapping/>
  </p:clrMapOvr>
  <p:transition spd="slow">
    <p:wipe dir="r"/>
  </p:transition>
  <p:extLst>
    <p:ext uri="{DCECCB84-F9BA-43D5-87BE-67443E8EF086}">
      <p15:sldGuideLst xmlns:p15="http://schemas.microsoft.com/office/powerpoint/2012/main">
        <p15:guide id="1" orient="horz" pos="2747">
          <p15:clr>
            <a:srgbClr val="FBAE40"/>
          </p15:clr>
        </p15:guide>
        <p15:guide id="2" pos="3047">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3_Agenda">
    <p:spTree>
      <p:nvGrpSpPr>
        <p:cNvPr id="1" name=""/>
        <p:cNvGrpSpPr/>
        <p:nvPr/>
      </p:nvGrpSpPr>
      <p:grpSpPr>
        <a:xfrm>
          <a:off x="0" y="0"/>
          <a:ext cx="0" cy="0"/>
          <a:chOff x="0" y="0"/>
          <a:chExt cx="0" cy="0"/>
        </a:xfrm>
      </p:grpSpPr>
      <p:sp>
        <p:nvSpPr>
          <p:cNvPr id="6" name="Title Placeholder 1"/>
          <p:cNvSpPr>
            <a:spLocks noGrp="1"/>
          </p:cNvSpPr>
          <p:nvPr>
            <p:ph type="title" hasCustomPrompt="1"/>
          </p:nvPr>
        </p:nvSpPr>
        <p:spPr>
          <a:xfrm>
            <a:off x="475488" y="487681"/>
            <a:ext cx="11267392" cy="582679"/>
          </a:xfrm>
          <a:prstGeom prst="rect">
            <a:avLst/>
          </a:prstGeom>
        </p:spPr>
        <p:txBody>
          <a:bodyPr vert="horz" lIns="0" tIns="0" rIns="0" bIns="0" rtlCol="0" anchor="t">
            <a:normAutofit/>
          </a:bodyPr>
          <a:lstStyle>
            <a:lvl1pPr>
              <a:defRPr/>
            </a:lvl1pPr>
          </a:lstStyle>
          <a:p>
            <a:r>
              <a:rPr lang="en-US" dirty="0"/>
              <a:t>Agenda</a:t>
            </a:r>
          </a:p>
        </p:txBody>
      </p:sp>
    </p:spTree>
    <p:extLst>
      <p:ext uri="{BB962C8B-B14F-4D97-AF65-F5344CB8AC3E}">
        <p14:creationId xmlns:p14="http://schemas.microsoft.com/office/powerpoint/2010/main" val="3821010585"/>
      </p:ext>
    </p:extLst>
  </p:cSld>
  <p:clrMapOvr>
    <a:masterClrMapping/>
  </p:clrMapOvr>
  <p:transition spd="slow">
    <p:wipe dir="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userDrawn="1">
  <p:cSld name="1_Divider 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userDrawn="1">
            <p:ph type="ctrTitle"/>
          </p:nvPr>
        </p:nvSpPr>
        <p:spPr>
          <a:xfrm>
            <a:off x="472848" y="991929"/>
            <a:ext cx="11266501" cy="1691096"/>
          </a:xfrm>
        </p:spPr>
        <p:txBody>
          <a:bodyPr tIns="0" bIns="0" anchor="b">
            <a:noAutofit/>
          </a:bodyPr>
          <a:lstStyle>
            <a:lvl1pPr algn="l">
              <a:lnSpc>
                <a:spcPct val="100000"/>
              </a:lnSpc>
              <a:defRPr sz="5333" b="0">
                <a:solidFill>
                  <a:schemeClr val="bg1"/>
                </a:solidFill>
              </a:defRPr>
            </a:lvl1pPr>
          </a:lstStyle>
          <a:p>
            <a:r>
              <a:rPr lang="en-US" dirty="0"/>
              <a:t>Click to edit Master title style</a:t>
            </a:r>
          </a:p>
        </p:txBody>
      </p:sp>
      <p:sp>
        <p:nvSpPr>
          <p:cNvPr id="18" name="Text Placeholder 12"/>
          <p:cNvSpPr>
            <a:spLocks noGrp="1"/>
          </p:cNvSpPr>
          <p:nvPr>
            <p:ph type="body" sz="quarter" idx="10" hasCustomPrompt="1"/>
          </p:nvPr>
        </p:nvSpPr>
        <p:spPr>
          <a:xfrm>
            <a:off x="472849" y="1316874"/>
            <a:ext cx="5298956" cy="351367"/>
          </a:xfrm>
        </p:spPr>
        <p:txBody>
          <a:bodyPr>
            <a:normAutofit/>
          </a:bodyPr>
          <a:lstStyle>
            <a:lvl1pPr>
              <a:buNone/>
              <a:defRPr sz="2133" spc="133" baseline="0">
                <a:solidFill>
                  <a:schemeClr val="bg1">
                    <a:lumMod val="75000"/>
                  </a:schemeClr>
                </a:solidFill>
              </a:defRPr>
            </a:lvl1pPr>
            <a:lvl2pPr marL="609585" indent="0">
              <a:buNone/>
              <a:defRPr/>
            </a:lvl2pPr>
            <a:lvl3pPr marL="1219170" indent="0">
              <a:buNone/>
              <a:defRPr/>
            </a:lvl3pPr>
            <a:lvl4pPr marL="1828754" indent="0">
              <a:buNone/>
              <a:defRPr/>
            </a:lvl4pPr>
            <a:lvl5pPr marL="2438339" indent="0">
              <a:buNone/>
              <a:defRPr/>
            </a:lvl5pPr>
          </a:lstStyle>
          <a:p>
            <a:r>
              <a:rPr lang="en-US" dirty="0"/>
              <a:t>SECTION # [optional]</a:t>
            </a:r>
          </a:p>
        </p:txBody>
      </p:sp>
      <p:sp>
        <p:nvSpPr>
          <p:cNvPr id="3" name="Subtitle 2"/>
          <p:cNvSpPr>
            <a:spLocks noGrp="1"/>
          </p:cNvSpPr>
          <p:nvPr userDrawn="1">
            <p:ph type="subTitle" idx="1"/>
          </p:nvPr>
        </p:nvSpPr>
        <p:spPr>
          <a:xfrm>
            <a:off x="472848" y="3112608"/>
            <a:ext cx="7108205" cy="2462723"/>
          </a:xfrm>
        </p:spPr>
        <p:txBody>
          <a:bodyPr>
            <a:normAutofit/>
          </a:bodyPr>
          <a:lstStyle>
            <a:lvl1pPr marL="0" marR="0" indent="0" algn="l" defTabSz="609585" rtl="0" eaLnBrk="1" fontAlgn="auto" latinLnBrk="0" hangingPunct="1">
              <a:lnSpc>
                <a:spcPct val="100000"/>
              </a:lnSpc>
              <a:spcBef>
                <a:spcPct val="20000"/>
              </a:spcBef>
              <a:spcAft>
                <a:spcPts val="0"/>
              </a:spcAft>
              <a:buClrTx/>
              <a:buSzTx/>
              <a:buFont typeface="Arial"/>
              <a:buNone/>
              <a:tabLst/>
              <a:defRPr sz="2933" b="0">
                <a:solidFill>
                  <a:schemeClr val="bg1">
                    <a:lumMod val="8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Click to edit Master subtitle style</a:t>
            </a:r>
          </a:p>
        </p:txBody>
      </p:sp>
      <p:sp>
        <p:nvSpPr>
          <p:cNvPr id="20" name="Footer Placeholder 4"/>
          <p:cNvSpPr txBox="1">
            <a:spLocks/>
          </p:cNvSpPr>
          <p:nvPr userDrawn="1"/>
        </p:nvSpPr>
        <p:spPr>
          <a:xfrm>
            <a:off x="6875242" y="6591893"/>
            <a:ext cx="4426065" cy="143565"/>
          </a:xfrm>
          <a:prstGeom prst="rect">
            <a:avLst/>
          </a:prstGeom>
        </p:spPr>
        <p:txBody>
          <a:bodyPr vert="horz" wrap="square" lIns="0" tIns="0" rIns="0" bIns="0" rtlCol="0" anchor="b">
            <a:spAutoFit/>
          </a:bodyPr>
          <a:lstStyle>
            <a:lvl1pPr marL="0" algn="l" defTabSz="914400" rtl="0" eaLnBrk="1" latinLnBrk="0" hangingPunct="1">
              <a:defRPr kumimoji="0" lang="en-US" sz="900" b="0" i="0" u="none" strike="noStrike" kern="1200" cap="none" spc="0" normalizeH="0" baseline="0" noProof="0" smtClean="0">
                <a:ln>
                  <a:noFill/>
                </a:ln>
                <a:solidFill>
                  <a:schemeClr val="accent5"/>
                </a:solidFill>
                <a:effectLst/>
                <a:uLnTx/>
                <a:uFillTx/>
                <a:latin typeface="Arial" pitchFamily="34" charset="0"/>
                <a:ea typeface="+mn-ea"/>
                <a:cs typeface="Arial" pitchFamily="34" charset="0"/>
              </a:defRPr>
            </a:lvl1pPr>
          </a:lstStyle>
          <a:p>
            <a:pPr marL="0" marR="0" lvl="0" indent="0" algn="r" defTabSz="1219170" rtl="0" eaLnBrk="1" fontAlgn="auto" latinLnBrk="0" hangingPunct="1">
              <a:lnSpc>
                <a:spcPct val="100000"/>
              </a:lnSpc>
              <a:spcBef>
                <a:spcPts val="0"/>
              </a:spcBef>
              <a:spcAft>
                <a:spcPts val="0"/>
              </a:spcAft>
              <a:buClrTx/>
              <a:buSzTx/>
              <a:buFontTx/>
              <a:buNone/>
              <a:tabLst/>
              <a:defRPr/>
            </a:pPr>
            <a:r>
              <a:rPr kumimoji="0" lang="en-US" sz="933" b="0" i="0" u="none" strike="noStrike" kern="1200" cap="none" spc="0" normalizeH="0" baseline="0" noProof="0" dirty="0">
                <a:ln>
                  <a:noFill/>
                </a:ln>
                <a:solidFill>
                  <a:srgbClr val="FFFFFF"/>
                </a:solidFill>
                <a:effectLst/>
                <a:uLnTx/>
                <a:uFillTx/>
                <a:latin typeface="Arial" pitchFamily="34" charset="0"/>
                <a:ea typeface="+mn-ea"/>
                <a:cs typeface="Arial" pitchFamily="34" charset="0"/>
              </a:rPr>
              <a:t>© 2018 Ellucian</a:t>
            </a:r>
            <a:endParaRPr kumimoji="0" lang="en-US" sz="933" b="1" i="0" u="none" strike="noStrike" kern="1200" cap="none" spc="0" normalizeH="0" baseline="0" noProof="0" dirty="0">
              <a:ln>
                <a:noFill/>
              </a:ln>
              <a:solidFill>
                <a:srgbClr val="FFFFFF"/>
              </a:solidFill>
              <a:effectLst/>
              <a:uLnTx/>
              <a:uFillTx/>
              <a:latin typeface="Arial" pitchFamily="34" charset="0"/>
              <a:ea typeface="+mn-ea"/>
              <a:cs typeface="Arial" pitchFamily="34" charset="0"/>
            </a:endParaRPr>
          </a:p>
        </p:txBody>
      </p:sp>
      <p:pic>
        <p:nvPicPr>
          <p:cNvPr id="21" name="Picture 20" descr="ellucian_white.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57077" y="6564051"/>
            <a:ext cx="983800" cy="201444"/>
          </a:xfrm>
          <a:prstGeom prst="rect">
            <a:avLst/>
          </a:prstGeom>
        </p:spPr>
      </p:pic>
      <p:sp>
        <p:nvSpPr>
          <p:cNvPr id="9" name="Slide Number Placeholder 3"/>
          <p:cNvSpPr txBox="1">
            <a:spLocks/>
          </p:cNvSpPr>
          <p:nvPr userDrawn="1"/>
        </p:nvSpPr>
        <p:spPr>
          <a:xfrm>
            <a:off x="11203208" y="6468813"/>
            <a:ext cx="537689" cy="274720"/>
          </a:xfrm>
          <a:prstGeom prst="rect">
            <a:avLst/>
          </a:prstGeom>
        </p:spPr>
        <p:txBody>
          <a:bodyPr vert="horz" lIns="0" tIns="0" rIns="0" bIns="0" rtlCol="0" anchor="b"/>
          <a:lstStyle>
            <a:defPPr>
              <a:defRPr lang="en-US"/>
            </a:defPPr>
            <a:lvl1pPr marL="0" algn="r" defTabSz="457200" rtl="0" eaLnBrk="1" latinLnBrk="0" hangingPunct="1">
              <a:defRPr sz="1100" b="0" kern="1200">
                <a:solidFill>
                  <a:srgbClr val="FFFFFF"/>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40A085A0-3A3D-6540-B0AC-0588E66301FB}" type="slidenum">
              <a:rPr lang="en-US" sz="1467" smtClean="0"/>
              <a:pPr/>
              <a:t>‹#›</a:t>
            </a:fld>
            <a:endParaRPr lang="en-US" sz="1467"/>
          </a:p>
        </p:txBody>
      </p:sp>
    </p:spTree>
    <p:extLst>
      <p:ext uri="{BB962C8B-B14F-4D97-AF65-F5344CB8AC3E}">
        <p14:creationId xmlns:p14="http://schemas.microsoft.com/office/powerpoint/2010/main" val="2912799733"/>
      </p:ext>
    </p:extLst>
  </p:cSld>
  <p:clrMapOvr>
    <a:masterClrMapping/>
  </p:clrMapOvr>
  <p:transition spd="slow">
    <p:wipe dir="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userDrawn="1">
  <p:cSld name="Title slide al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Text Placeholder 12"/>
          <p:cNvSpPr>
            <a:spLocks noGrp="1"/>
          </p:cNvSpPr>
          <p:nvPr>
            <p:ph type="body" sz="quarter" idx="11" hasCustomPrompt="1"/>
          </p:nvPr>
        </p:nvSpPr>
        <p:spPr>
          <a:xfrm>
            <a:off x="475488" y="4264233"/>
            <a:ext cx="7640512" cy="1589695"/>
          </a:xfrm>
        </p:spPr>
        <p:txBody>
          <a:bodyPr anchor="b">
            <a:noAutofit/>
          </a:bodyPr>
          <a:lstStyle>
            <a:lvl1pPr>
              <a:buNone/>
              <a:defRPr sz="2267" b="0" spc="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 Title, </a:t>
            </a:r>
            <a:r>
              <a:rPr lang="en-US" dirty="0" err="1"/>
              <a:t>Ellucian</a:t>
            </a:r>
            <a:endParaRPr lang="en-US" dirty="0"/>
          </a:p>
        </p:txBody>
      </p:sp>
      <p:sp>
        <p:nvSpPr>
          <p:cNvPr id="13" name="Text Placeholder 12"/>
          <p:cNvSpPr>
            <a:spLocks noGrp="1"/>
          </p:cNvSpPr>
          <p:nvPr>
            <p:ph type="body" sz="quarter" idx="10" hasCustomPrompt="1"/>
          </p:nvPr>
        </p:nvSpPr>
        <p:spPr>
          <a:xfrm>
            <a:off x="475488" y="581175"/>
            <a:ext cx="5971371" cy="351367"/>
          </a:xfrm>
        </p:spPr>
        <p:txBody>
          <a:bodyPr>
            <a:noAutofit/>
          </a:bodyPr>
          <a:lstStyle>
            <a:lvl1pPr>
              <a:buNone/>
              <a:defRPr sz="2133" spc="133">
                <a:solidFill>
                  <a:schemeClr val="bg1">
                    <a:lumMod val="75000"/>
                  </a:schemeClr>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WEBINAR [optional]</a:t>
            </a:r>
          </a:p>
        </p:txBody>
      </p:sp>
      <p:sp>
        <p:nvSpPr>
          <p:cNvPr id="2" name="Title 1"/>
          <p:cNvSpPr>
            <a:spLocks noGrp="1"/>
          </p:cNvSpPr>
          <p:nvPr userDrawn="1">
            <p:ph type="ctrTitle" hasCustomPrompt="1"/>
          </p:nvPr>
        </p:nvSpPr>
        <p:spPr>
          <a:xfrm>
            <a:off x="475488" y="1117442"/>
            <a:ext cx="5971371" cy="3790903"/>
          </a:xfrm>
        </p:spPr>
        <p:txBody>
          <a:bodyPr tIns="0" bIns="0" anchor="t">
            <a:noAutofit/>
          </a:bodyPr>
          <a:lstStyle>
            <a:lvl1pPr algn="l">
              <a:lnSpc>
                <a:spcPct val="90000"/>
              </a:lnSpc>
              <a:defRPr sz="4933" b="0" baseline="0">
                <a:solidFill>
                  <a:schemeClr val="bg1"/>
                </a:solidFill>
              </a:defRPr>
            </a:lvl1pPr>
          </a:lstStyle>
          <a:p>
            <a:r>
              <a:rPr lang="en-US" dirty="0"/>
              <a:t>Master title style</a:t>
            </a:r>
          </a:p>
        </p:txBody>
      </p:sp>
      <p:pic>
        <p:nvPicPr>
          <p:cNvPr id="5" name="Picture 4" descr="ellucian_white.png"/>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571407" y="5558586"/>
            <a:ext cx="2164695" cy="443247"/>
          </a:xfrm>
          <a:prstGeom prst="rect">
            <a:avLst/>
          </a:prstGeom>
        </p:spPr>
      </p:pic>
      <p:sp>
        <p:nvSpPr>
          <p:cNvPr id="7" name="Rectangle 6"/>
          <p:cNvSpPr/>
          <p:nvPr userDrawn="1"/>
        </p:nvSpPr>
        <p:spPr>
          <a:xfrm>
            <a:off x="0" y="6431280"/>
            <a:ext cx="12192000" cy="42672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2193322890"/>
      </p:ext>
    </p:extLst>
  </p:cSld>
  <p:clrMapOvr>
    <a:masterClrMapping/>
  </p:clrMapOvr>
  <p:transition spd="slow">
    <p:wipe dir="r"/>
  </p:transition>
  <p:extLst>
    <p:ext uri="{DCECCB84-F9BA-43D5-87BE-67443E8EF086}">
      <p15:sldGuideLst xmlns:p15="http://schemas.microsoft.com/office/powerpoint/2012/main">
        <p15:guide id="1" orient="horz" pos="78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952809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64229907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20726005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88614573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00184668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98070381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6869887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2164726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3780975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userDrawn="1"/>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3037096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80043872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47927567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65353082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7809029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05962823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38398157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11063164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04345697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937907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image" Target="../media/image2.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image" Target="../media/image1.png"/><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slideLayout" Target="../slideLayouts/slideLayout62.xml"/><Relationship Id="rId18" Type="http://schemas.openxmlformats.org/officeDocument/2006/relationships/slideLayout" Target="../slideLayouts/slideLayout67.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17" Type="http://schemas.openxmlformats.org/officeDocument/2006/relationships/slideLayout" Target="../slideLayouts/slideLayout66.xml"/><Relationship Id="rId2" Type="http://schemas.openxmlformats.org/officeDocument/2006/relationships/slideLayout" Target="../slideLayouts/slideLayout51.xml"/><Relationship Id="rId16" Type="http://schemas.openxmlformats.org/officeDocument/2006/relationships/slideLayout" Target="../slideLayouts/slideLayout65.xml"/><Relationship Id="rId20" Type="http://schemas.openxmlformats.org/officeDocument/2006/relationships/theme" Target="../theme/theme2.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5" Type="http://schemas.openxmlformats.org/officeDocument/2006/relationships/slideLayout" Target="../slideLayouts/slideLayout64.xml"/><Relationship Id="rId10" Type="http://schemas.openxmlformats.org/officeDocument/2006/relationships/slideLayout" Target="../slideLayouts/slideLayout59.xml"/><Relationship Id="rId19" Type="http://schemas.openxmlformats.org/officeDocument/2006/relationships/slideLayout" Target="../slideLayouts/slideLayout68.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slideLayout" Target="../slideLayouts/slideLayout6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MX"/>
              <a:t>Haz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r:embed="rId51">
            <a:extLst>
              <a:ext uri="{96DAC541-7B7A-43D3-8B79-37D633B846F1}">
                <asvg:svgBlip xmlns:asvg="http://schemas.microsoft.com/office/drawing/2016/SVG/main" r:embed="rId5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024237766"/>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 id="2147483734" r:id="rId16"/>
    <p:sldLayoutId id="2147483735" r:id="rId17"/>
    <p:sldLayoutId id="2147483736" r:id="rId18"/>
    <p:sldLayoutId id="2147483737" r:id="rId19"/>
    <p:sldLayoutId id="2147483738" r:id="rId20"/>
    <p:sldLayoutId id="2147483739" r:id="rId21"/>
    <p:sldLayoutId id="2147483740" r:id="rId22"/>
    <p:sldLayoutId id="2147483741" r:id="rId23"/>
    <p:sldLayoutId id="2147483742" r:id="rId24"/>
    <p:sldLayoutId id="2147483743" r:id="rId25"/>
    <p:sldLayoutId id="2147483744" r:id="rId26"/>
    <p:sldLayoutId id="2147483745" r:id="rId27"/>
    <p:sldLayoutId id="2147483746" r:id="rId28"/>
    <p:sldLayoutId id="2147483747" r:id="rId29"/>
    <p:sldLayoutId id="2147483748" r:id="rId30"/>
    <p:sldLayoutId id="2147483749" r:id="rId31"/>
    <p:sldLayoutId id="2147483750" r:id="rId32"/>
    <p:sldLayoutId id="2147483751" r:id="rId33"/>
    <p:sldLayoutId id="2147483752" r:id="rId34"/>
    <p:sldLayoutId id="2147483753" r:id="rId35"/>
    <p:sldLayoutId id="2147483754" r:id="rId36"/>
    <p:sldLayoutId id="2147483755" r:id="rId37"/>
    <p:sldLayoutId id="2147483756" r:id="rId38"/>
    <p:sldLayoutId id="2147483757" r:id="rId39"/>
    <p:sldLayoutId id="2147483758" r:id="rId40"/>
    <p:sldLayoutId id="2147483759" r:id="rId41"/>
    <p:sldLayoutId id="2147483760" r:id="rId42"/>
    <p:sldLayoutId id="2147483761" r:id="rId43"/>
    <p:sldLayoutId id="2147483762" r:id="rId44"/>
    <p:sldLayoutId id="2147483763" r:id="rId45"/>
    <p:sldLayoutId id="2147483712" r:id="rId46"/>
    <p:sldLayoutId id="2147483713" r:id="rId47"/>
    <p:sldLayoutId id="2147483714" r:id="rId48"/>
    <p:sldLayoutId id="2147483717" r:id="rId4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0880731"/>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 id="2147483781" r:id="rId13"/>
    <p:sldLayoutId id="2147483782" r:id="rId14"/>
    <p:sldLayoutId id="2147483783" r:id="rId15"/>
    <p:sldLayoutId id="2147483784" r:id="rId16"/>
    <p:sldLayoutId id="2147483785" r:id="rId17"/>
    <p:sldLayoutId id="2147483786" r:id="rId18"/>
    <p:sldLayoutId id="2147483787"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37.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3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3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xml"/><Relationship Id="rId1" Type="http://schemas.openxmlformats.org/officeDocument/2006/relationships/slideLayout" Target="../slideLayouts/slideLayout37.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3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37.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3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37.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3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37.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37.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37.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37.xml"/><Relationship Id="rId4" Type="http://schemas.openxmlformats.org/officeDocument/2006/relationships/image" Target="../media/image3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2.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Layout" Target="../slideLayouts/slideLayout35.xml"/><Relationship Id="rId5" Type="http://schemas.openxmlformats.org/officeDocument/2006/relationships/image" Target="../media/image39.svg"/><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54DC2834-C0BC-1E9E-35AB-295707DC0D27}"/>
              </a:ext>
            </a:extLst>
          </p:cNvPr>
          <p:cNvSpPr>
            <a:spLocks noGrp="1"/>
          </p:cNvSpPr>
          <p:nvPr>
            <p:ph type="body" sz="quarter" idx="11"/>
          </p:nvPr>
        </p:nvSpPr>
        <p:spPr>
          <a:xfrm>
            <a:off x="556902" y="4568162"/>
            <a:ext cx="5427132" cy="740459"/>
          </a:xfrm>
        </p:spPr>
        <p:txBody>
          <a:bodyPr/>
          <a:lstStyle/>
          <a:p>
            <a:r>
              <a:rPr lang="es-ES" dirty="0"/>
              <a:t>Instructivo</a:t>
            </a:r>
            <a:endParaRPr lang="es-419" dirty="0"/>
          </a:p>
          <a:p>
            <a:endParaRPr lang="es-419" dirty="0"/>
          </a:p>
        </p:txBody>
      </p:sp>
      <p:sp>
        <p:nvSpPr>
          <p:cNvPr id="6" name="Marcador de texto 5">
            <a:extLst>
              <a:ext uri="{FF2B5EF4-FFF2-40B4-BE49-F238E27FC236}">
                <a16:creationId xmlns:a16="http://schemas.microsoft.com/office/drawing/2014/main" id="{26DA71FA-37DD-30F0-5182-663EBEE7A9EF}"/>
              </a:ext>
            </a:extLst>
          </p:cNvPr>
          <p:cNvSpPr>
            <a:spLocks noGrp="1"/>
          </p:cNvSpPr>
          <p:nvPr>
            <p:ph type="body" sz="quarter" idx="13"/>
          </p:nvPr>
        </p:nvSpPr>
        <p:spPr/>
        <p:txBody>
          <a:bodyPr/>
          <a:lstStyle/>
          <a:p>
            <a:r>
              <a:rPr lang="es-CL" dirty="0"/>
              <a:t>Mes, Año</a:t>
            </a:r>
          </a:p>
        </p:txBody>
      </p:sp>
      <p:sp>
        <p:nvSpPr>
          <p:cNvPr id="2" name="Title 1"/>
          <p:cNvSpPr>
            <a:spLocks noGrp="1"/>
          </p:cNvSpPr>
          <p:nvPr>
            <p:ph type="title" idx="4294967295"/>
          </p:nvPr>
        </p:nvSpPr>
        <p:spPr>
          <a:xfrm>
            <a:off x="556902" y="1549379"/>
            <a:ext cx="5651066" cy="3632469"/>
          </a:xfrm>
        </p:spPr>
        <p:txBody>
          <a:bodyPr/>
          <a:lstStyle/>
          <a:p>
            <a:pPr>
              <a:spcBef>
                <a:spcPts val="0"/>
              </a:spcBef>
              <a:spcAft>
                <a:spcPts val="600"/>
              </a:spcAft>
            </a:pPr>
            <a:r>
              <a:rPr lang="es-CO" dirty="0">
                <a:solidFill>
                  <a:schemeClr val="bg1"/>
                </a:solidFill>
              </a:rPr>
              <a:t>Gestionar ingreso de calificaciones extraordinarias después de pasadas a Historia Académica</a:t>
            </a:r>
            <a:br>
              <a:rPr lang="es-ES" dirty="0">
                <a:solidFill>
                  <a:schemeClr val="bg1"/>
                </a:solidFill>
              </a:rPr>
            </a:br>
            <a:endParaRPr lang="es-ES_tradnl" sz="4200" dirty="0">
              <a:solidFill>
                <a:schemeClr val="bg1"/>
              </a:solidFill>
              <a:latin typeface="+mn-lt"/>
              <a:ea typeface="+mn-ea"/>
              <a:cs typeface="+mn-cs"/>
            </a:endParaRPr>
          </a:p>
        </p:txBody>
      </p:sp>
      <p:pic>
        <p:nvPicPr>
          <p:cNvPr id="8" name="Marcador de posición de imagen 8" descr="Un par de personas sentadas en una mesa&#10;&#10;El contenido generado por IA puede ser incorrecto.">
            <a:extLst>
              <a:ext uri="{FF2B5EF4-FFF2-40B4-BE49-F238E27FC236}">
                <a16:creationId xmlns:a16="http://schemas.microsoft.com/office/drawing/2014/main" id="{4F7B45E6-A22E-4AC7-1472-85D0784AA905}"/>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17869" r="17869"/>
          <a:stretch>
            <a:fillRect/>
          </a:stretch>
        </p:blipFill>
        <p:spPr>
          <a:xfrm>
            <a:off x="6689725" y="574675"/>
            <a:ext cx="5502275" cy="5710238"/>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pic>
      <p:sp>
        <p:nvSpPr>
          <p:cNvPr id="10" name="Marcador de texto 9">
            <a:extLst>
              <a:ext uri="{FF2B5EF4-FFF2-40B4-BE49-F238E27FC236}">
                <a16:creationId xmlns:a16="http://schemas.microsoft.com/office/drawing/2014/main" id="{64F96709-410B-0915-4195-6E4BDF25CC08}"/>
              </a:ext>
            </a:extLst>
          </p:cNvPr>
          <p:cNvSpPr>
            <a:spLocks noGrp="1"/>
          </p:cNvSpPr>
          <p:nvPr>
            <p:ph type="body" sz="quarter" idx="12"/>
          </p:nvPr>
        </p:nvSpPr>
        <p:spPr>
          <a:xfrm>
            <a:off x="556902" y="5609784"/>
            <a:ext cx="3032274" cy="398058"/>
          </a:xfrm>
        </p:spPr>
        <p:txBody>
          <a:bodyPr/>
          <a:lstStyle/>
          <a:p>
            <a:r>
              <a:rPr lang="es-CL" dirty="0"/>
              <a:t>Consultor</a:t>
            </a:r>
            <a:br>
              <a:rPr lang="es-CL" dirty="0"/>
            </a:br>
            <a:r>
              <a:rPr lang="es-CL" dirty="0"/>
              <a:t>Cargo</a:t>
            </a:r>
          </a:p>
        </p:txBody>
      </p:sp>
    </p:spTree>
    <p:extLst>
      <p:ext uri="{BB962C8B-B14F-4D97-AF65-F5344CB8AC3E}">
        <p14:creationId xmlns:p14="http://schemas.microsoft.com/office/powerpoint/2010/main" val="32165438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a:xfrm>
            <a:off x="110942" y="685798"/>
            <a:ext cx="609600" cy="5486399"/>
          </a:xfrm>
        </p:spPr>
        <p:txBody>
          <a:bodyPr/>
          <a:lstStyle/>
          <a:p>
            <a:r>
              <a:rPr lang="es-CO" dirty="0"/>
              <a:t>Gestionar ingreso de calificaciones extraordinarias después de pasadas a Historia Académica</a:t>
            </a:r>
            <a:br>
              <a:rPr lang="es-ES" dirty="0"/>
            </a:br>
            <a:endParaRPr lang="en-US" dirty="0"/>
          </a:p>
        </p:txBody>
      </p:sp>
      <p:sp>
        <p:nvSpPr>
          <p:cNvPr id="18" name="Slide Number Placeholder 17">
            <a:extLst>
              <a:ext uri="{FF2B5EF4-FFF2-40B4-BE49-F238E27FC236}">
                <a16:creationId xmlns:a16="http://schemas.microsoft.com/office/drawing/2014/main" id="{585CE95F-9E93-A1EC-A586-CDA89C427210}"/>
              </a:ext>
            </a:extLst>
          </p:cNvPr>
          <p:cNvSpPr>
            <a:spLocks noGrp="1"/>
          </p:cNvSpPr>
          <p:nvPr>
            <p:ph type="sldNum" sz="quarter" idx="4"/>
          </p:nvPr>
        </p:nvSpPr>
        <p:spPr/>
        <p:txBody>
          <a:bodyPr/>
          <a:lstStyle/>
          <a:p>
            <a:fld id="{4A16F8ED-7337-F64C-865A-41A1F48E54DF}" type="slidenum">
              <a:rPr lang="en-US" smtClean="0"/>
              <a:pPr/>
              <a:t>2</a:t>
            </a:fld>
            <a:endParaRPr lang="en-US"/>
          </a:p>
        </p:txBody>
      </p:sp>
      <p:graphicFrame>
        <p:nvGraphicFramePr>
          <p:cNvPr id="2" name="Tabla 1">
            <a:extLst>
              <a:ext uri="{FF2B5EF4-FFF2-40B4-BE49-F238E27FC236}">
                <a16:creationId xmlns:a16="http://schemas.microsoft.com/office/drawing/2014/main" id="{50A96836-9A4D-6BF0-B9D3-6C4DC50DD1B4}"/>
              </a:ext>
            </a:extLst>
          </p:cNvPr>
          <p:cNvGraphicFramePr>
            <a:graphicFrameLocks noGrp="1"/>
          </p:cNvGraphicFramePr>
          <p:nvPr/>
        </p:nvGraphicFramePr>
        <p:xfrm>
          <a:off x="1143000" y="1414386"/>
          <a:ext cx="8916155" cy="4029225"/>
        </p:xfrm>
        <a:graphic>
          <a:graphicData uri="http://schemas.openxmlformats.org/drawingml/2006/table">
            <a:tbl>
              <a:tblPr firstRow="1" bandRow="1">
                <a:tableStyleId>{5C22544A-7EE6-4342-B048-85BDC9FD1C3A}</a:tableStyleId>
              </a:tblPr>
              <a:tblGrid>
                <a:gridCol w="813015">
                  <a:extLst>
                    <a:ext uri="{9D8B030D-6E8A-4147-A177-3AD203B41FA5}">
                      <a16:colId xmlns:a16="http://schemas.microsoft.com/office/drawing/2014/main" val="1358499478"/>
                    </a:ext>
                  </a:extLst>
                </a:gridCol>
                <a:gridCol w="8103140">
                  <a:extLst>
                    <a:ext uri="{9D8B030D-6E8A-4147-A177-3AD203B41FA5}">
                      <a16:colId xmlns:a16="http://schemas.microsoft.com/office/drawing/2014/main" val="2144207271"/>
                    </a:ext>
                  </a:extLst>
                </a:gridCol>
              </a:tblGrid>
              <a:tr h="617939">
                <a:tc>
                  <a:txBody>
                    <a:bodyPr/>
                    <a:lstStyle/>
                    <a:p>
                      <a:r>
                        <a:rPr lang="es-ES_tradnl" sz="2400" b="1" kern="1200" noProof="0" dirty="0">
                          <a:solidFill>
                            <a:schemeClr val="bg1"/>
                          </a:solidFill>
                          <a:latin typeface="+mn-lt"/>
                          <a:ea typeface="+mn-ea"/>
                          <a:cs typeface="+mn-cs"/>
                        </a:rPr>
                        <a:t>01</a:t>
                      </a:r>
                    </a:p>
                  </a:txBody>
                  <a:tcPr marL="121920" marR="121920" marT="60960" marB="60960" anchor="b">
                    <a:lnL w="12700" cmpd="sng">
                      <a:noFill/>
                    </a:lnL>
                    <a:lnR w="12700" cmpd="sng">
                      <a:noFill/>
                    </a:lnR>
                    <a:lnT w="12700" cmpd="sng">
                      <a:noFill/>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s-ES_tradnl" sz="1800" b="0" kern="1200" noProof="0" dirty="0">
                        <a:solidFill>
                          <a:srgbClr val="414042"/>
                        </a:solidFill>
                        <a:latin typeface="Arial"/>
                        <a:ea typeface="+mn-ea"/>
                        <a:cs typeface="Arial"/>
                      </a:endParaRPr>
                    </a:p>
                    <a:p>
                      <a:r>
                        <a:rPr lang="es-ES_tradnl" sz="2400" b="1" kern="1200" noProof="0" dirty="0" err="1">
                          <a:solidFill>
                            <a:schemeClr val="bg1"/>
                          </a:solidFill>
                          <a:latin typeface="+mn-lt"/>
                          <a:ea typeface="+mn-ea"/>
                          <a:cs typeface="+mn-cs"/>
                        </a:rPr>
                        <a:t>Overview</a:t>
                      </a:r>
                      <a:endParaRPr lang="es-ES_tradnl" sz="2400" b="1" kern="1200" noProof="0" dirty="0">
                        <a:solidFill>
                          <a:schemeClr val="bg1"/>
                        </a:solidFill>
                        <a:latin typeface="+mn-lt"/>
                        <a:ea typeface="+mn-ea"/>
                        <a:cs typeface="+mn-cs"/>
                      </a:endParaRPr>
                    </a:p>
                  </a:txBody>
                  <a:tcPr marL="121920" marR="121920" marT="60960" marB="97536" anchor="b">
                    <a:lnL w="12700" cmpd="sng">
                      <a:noFill/>
                    </a:lnL>
                    <a:lnR w="12700" cmpd="sng">
                      <a:noFill/>
                    </a:lnR>
                    <a:lnT w="12700" cmpd="sng">
                      <a:noFill/>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6388328"/>
                  </a:ext>
                </a:extLst>
              </a:tr>
              <a:tr h="649590">
                <a:tc>
                  <a:txBody>
                    <a:bodyPr/>
                    <a:lstStyle/>
                    <a:p>
                      <a:pPr marL="0" algn="l" defTabSz="914400" rtl="0" eaLnBrk="1" latinLnBrk="0" hangingPunct="1"/>
                      <a:r>
                        <a:rPr lang="es-ES_tradnl" sz="2400" b="1" kern="1200" noProof="0" dirty="0">
                          <a:solidFill>
                            <a:schemeClr val="bg1"/>
                          </a:solidFill>
                          <a:latin typeface="+mn-lt"/>
                          <a:ea typeface="+mn-ea"/>
                          <a:cs typeface="+mn-cs"/>
                        </a:rPr>
                        <a:t>02</a:t>
                      </a:r>
                    </a:p>
                  </a:txBody>
                  <a:tcPr marL="121920" marR="121920" marT="60960" marB="60960"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defTabSz="914400" rtl="0" eaLnBrk="1" latinLnBrk="0" hangingPunct="1"/>
                      <a:r>
                        <a:rPr lang="es-ES" sz="2400" b="1" kern="1200" noProof="0" dirty="0">
                          <a:solidFill>
                            <a:schemeClr val="bg1"/>
                          </a:solidFill>
                          <a:latin typeface="+mn-lt"/>
                          <a:ea typeface="+mn-ea"/>
                          <a:cs typeface="+mn-cs"/>
                        </a:rPr>
                        <a:t>Configuraciones </a:t>
                      </a:r>
                      <a:endParaRPr lang="es-ES_tradnl" sz="2400" b="1" kern="1200" noProof="0" dirty="0">
                        <a:solidFill>
                          <a:schemeClr val="bg1"/>
                        </a:solidFill>
                        <a:latin typeface="+mn-lt"/>
                        <a:ea typeface="+mn-ea"/>
                        <a:cs typeface="+mn-cs"/>
                      </a:endParaRPr>
                    </a:p>
                  </a:txBody>
                  <a:tcPr marL="121920" marR="121920" marT="60960" marB="97536"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0978433"/>
                  </a:ext>
                </a:extLst>
              </a:tr>
              <a:tr h="644425">
                <a:tc>
                  <a:txBody>
                    <a:bodyPr/>
                    <a:lstStyle/>
                    <a:p>
                      <a:pPr marL="0" algn="l" defTabSz="914400" rtl="0" eaLnBrk="1" latinLnBrk="0" hangingPunct="1"/>
                      <a:r>
                        <a:rPr lang="es-ES_tradnl" sz="2400" b="1" kern="1200" noProof="0" dirty="0">
                          <a:solidFill>
                            <a:schemeClr val="bg1"/>
                          </a:solidFill>
                          <a:latin typeface="+mn-lt"/>
                          <a:ea typeface="+mn-ea"/>
                          <a:cs typeface="+mn-cs"/>
                        </a:rPr>
                        <a:t>03</a:t>
                      </a:r>
                    </a:p>
                  </a:txBody>
                  <a:tcPr marL="121920" marR="121920" marT="60960" marB="60960"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2400" b="1" kern="1200" noProof="0" dirty="0">
                          <a:solidFill>
                            <a:schemeClr val="bg1"/>
                          </a:solidFill>
                          <a:latin typeface="+mn-lt"/>
                          <a:ea typeface="+mn-ea"/>
                          <a:cs typeface="+mn-cs"/>
                        </a:rPr>
                        <a:t>Procesar cierre de calificaciones</a:t>
                      </a:r>
                    </a:p>
                  </a:txBody>
                  <a:tcPr marL="121920" marR="121920" marT="60960" marB="97536"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6172040"/>
                  </a:ext>
                </a:extLst>
              </a:tr>
              <a:tr h="648988">
                <a:tc>
                  <a:txBody>
                    <a:bodyPr/>
                    <a:lstStyle/>
                    <a:p>
                      <a:pPr marL="0" algn="l" defTabSz="914400" rtl="0" eaLnBrk="1" latinLnBrk="0" hangingPunct="1"/>
                      <a:r>
                        <a:rPr lang="es-419" sz="2400" b="1" kern="1200" dirty="0">
                          <a:solidFill>
                            <a:schemeClr val="bg1"/>
                          </a:solidFill>
                          <a:latin typeface="+mn-lt"/>
                          <a:ea typeface="+mn-ea"/>
                          <a:cs typeface="+mn-cs"/>
                        </a:rPr>
                        <a:t>04</a:t>
                      </a:r>
                    </a:p>
                  </a:txBody>
                  <a:tcPr marL="121920" marR="121920" marT="60960" marB="60960"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419" sz="2400" b="1" kern="1200" noProof="0" dirty="0">
                          <a:solidFill>
                            <a:schemeClr val="bg1"/>
                          </a:solidFill>
                          <a:latin typeface="+mn-lt"/>
                          <a:ea typeface="+mn-ea"/>
                          <a:cs typeface="+mn-cs"/>
                        </a:rPr>
                        <a:t>Evaluar el avance curricular de los alumnos (CAPP)</a:t>
                      </a:r>
                    </a:p>
                  </a:txBody>
                  <a:tcPr marL="121920" marR="121920" marT="60960" marB="97536"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5609312"/>
                  </a:ext>
                </a:extLst>
              </a:tr>
              <a:tr h="643823">
                <a:tc>
                  <a:txBody>
                    <a:bodyPr/>
                    <a:lstStyle/>
                    <a:p>
                      <a:pPr marL="0" algn="l" defTabSz="914400" rtl="0" eaLnBrk="1" latinLnBrk="0" hangingPunct="1"/>
                      <a:r>
                        <a:rPr lang="es-419" sz="2400" b="1" kern="1200" dirty="0">
                          <a:solidFill>
                            <a:schemeClr val="bg1"/>
                          </a:solidFill>
                          <a:latin typeface="+mn-lt"/>
                          <a:ea typeface="+mn-ea"/>
                          <a:cs typeface="+mn-cs"/>
                        </a:rPr>
                        <a:t>05</a:t>
                      </a:r>
                    </a:p>
                  </a:txBody>
                  <a:tcPr marL="121920" marR="121920" marT="60960" marB="60960" anchor="ctr">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_tradnl" sz="2400" b="1" kern="1200" noProof="0" dirty="0">
                          <a:solidFill>
                            <a:schemeClr val="bg1"/>
                          </a:solidFill>
                          <a:latin typeface="+mn-lt"/>
                          <a:ea typeface="+mn-ea"/>
                          <a:cs typeface="+mn-cs"/>
                        </a:rPr>
                        <a:t>Resultados de avance curricular de los alumnos (CAPP)</a:t>
                      </a:r>
                    </a:p>
                  </a:txBody>
                  <a:tcPr marL="121920" marR="121920" marT="60960" marB="97536" anchor="b">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7011336"/>
                  </a:ext>
                </a:extLst>
              </a:tr>
              <a:tr h="643823">
                <a:tc>
                  <a:txBody>
                    <a:bodyPr/>
                    <a:lstStyle/>
                    <a:p>
                      <a:pPr marL="0" algn="l" defTabSz="914400" rtl="0" eaLnBrk="1" latinLnBrk="0" hangingPunct="1"/>
                      <a:r>
                        <a:rPr lang="es-419" sz="2400" b="1" kern="1200" dirty="0">
                          <a:solidFill>
                            <a:schemeClr val="bg1"/>
                          </a:solidFill>
                          <a:latin typeface="+mn-lt"/>
                          <a:ea typeface="+mn-ea"/>
                          <a:cs typeface="+mn-cs"/>
                        </a:rPr>
                        <a:t>06</a:t>
                      </a:r>
                    </a:p>
                  </a:txBody>
                  <a:tcPr marL="121920" marR="121920" marT="60960" marB="60960" anchor="ctr">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_tradnl" sz="2400" b="1" kern="1200" noProof="0" dirty="0">
                          <a:solidFill>
                            <a:schemeClr val="bg1"/>
                          </a:solidFill>
                          <a:latin typeface="+mn-lt"/>
                          <a:ea typeface="+mn-ea"/>
                          <a:cs typeface="+mn-cs"/>
                        </a:rPr>
                        <a:t>Resumen</a:t>
                      </a:r>
                    </a:p>
                  </a:txBody>
                  <a:tcPr marL="121920" marR="121920" marT="60960" marB="97536" anchor="ctr">
                    <a:lnL w="12700" cmpd="sng">
                      <a:noFill/>
                    </a:lnL>
                    <a:lnR w="12700" cmpd="sng">
                      <a:noFill/>
                    </a:lnR>
                    <a:lnT w="3175" cap="flat" cmpd="sng" algn="ctr">
                      <a:solidFill>
                        <a:srgbClr val="414042"/>
                      </a:solidFill>
                      <a:prstDash val="solid"/>
                      <a:round/>
                      <a:headEnd type="none" w="med" len="med"/>
                      <a:tailEnd type="none" w="med" len="med"/>
                    </a:lnT>
                    <a:lnB w="3175" cap="flat" cmpd="sng" algn="ctr">
                      <a:solidFill>
                        <a:srgbClr val="41404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3712512"/>
                  </a:ext>
                </a:extLst>
              </a:tr>
            </a:tbl>
          </a:graphicData>
        </a:graphic>
      </p:graphicFrame>
    </p:spTree>
    <p:extLst>
      <p:ext uri="{BB962C8B-B14F-4D97-AF65-F5344CB8AC3E}">
        <p14:creationId xmlns:p14="http://schemas.microsoft.com/office/powerpoint/2010/main" val="4251571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vertical 3">
            <a:extLst>
              <a:ext uri="{FF2B5EF4-FFF2-40B4-BE49-F238E27FC236}">
                <a16:creationId xmlns:a16="http://schemas.microsoft.com/office/drawing/2014/main" id="{EEB262EA-17F2-0141-65EE-C84E22C29CEB}"/>
              </a:ext>
            </a:extLst>
          </p:cNvPr>
          <p:cNvSpPr>
            <a:spLocks noGrp="1"/>
          </p:cNvSpPr>
          <p:nvPr>
            <p:ph type="body" orient="vert" sz="quarter" idx="10"/>
          </p:nvPr>
        </p:nvSpPr>
        <p:spPr>
          <a:xfrm>
            <a:off x="154004" y="830179"/>
            <a:ext cx="609600" cy="5486399"/>
          </a:xfrm>
        </p:spPr>
        <p:txBody>
          <a:bodyPr/>
          <a:lstStyle/>
          <a:p>
            <a:r>
              <a:rPr lang="es-CO" dirty="0"/>
              <a:t>Gestionar ingreso de calificaciones extraordinarias después de pasadas a Historia Académica</a:t>
            </a:r>
            <a:br>
              <a:rPr lang="es-ES" dirty="0"/>
            </a:br>
            <a:endParaRPr lang="en-US" dirty="0"/>
          </a:p>
        </p:txBody>
      </p:sp>
      <p:sp>
        <p:nvSpPr>
          <p:cNvPr id="2" name="Title 1"/>
          <p:cNvSpPr>
            <a:spLocks noGrp="1"/>
          </p:cNvSpPr>
          <p:nvPr>
            <p:ph type="title"/>
          </p:nvPr>
        </p:nvSpPr>
        <p:spPr/>
        <p:txBody>
          <a:bodyPr/>
          <a:lstStyle/>
          <a:p>
            <a:r>
              <a:rPr lang="es-ES_tradnl" dirty="0" err="1"/>
              <a:t>Overview</a:t>
            </a:r>
            <a:endParaRPr lang="es-ES_tradnl" dirty="0"/>
          </a:p>
        </p:txBody>
      </p:sp>
      <p:sp>
        <p:nvSpPr>
          <p:cNvPr id="5" name="Marcador de texto 4">
            <a:extLst>
              <a:ext uri="{FF2B5EF4-FFF2-40B4-BE49-F238E27FC236}">
                <a16:creationId xmlns:a16="http://schemas.microsoft.com/office/drawing/2014/main" id="{321709B6-3D7D-7AA3-22D3-520F8F6543AC}"/>
              </a:ext>
            </a:extLst>
          </p:cNvPr>
          <p:cNvSpPr>
            <a:spLocks noGrp="1"/>
          </p:cNvSpPr>
          <p:nvPr>
            <p:ph type="body" sz="quarter" idx="18"/>
          </p:nvPr>
        </p:nvSpPr>
        <p:spPr/>
        <p:txBody>
          <a:bodyPr/>
          <a:lstStyle/>
          <a:p>
            <a:r>
              <a:rPr lang="es-CO" sz="2000" dirty="0"/>
              <a:t>Gestionar ingreso de calificaciones extraordinarias después de pasadas a Historia Académica</a:t>
            </a:r>
            <a:endParaRPr lang="es-ES_tradnl" sz="2000" dirty="0"/>
          </a:p>
          <a:p>
            <a:endParaRPr lang="es-419" dirty="0"/>
          </a:p>
        </p:txBody>
      </p:sp>
    </p:spTree>
    <p:extLst>
      <p:ext uri="{BB962C8B-B14F-4D97-AF65-F5344CB8AC3E}">
        <p14:creationId xmlns:p14="http://schemas.microsoft.com/office/powerpoint/2010/main" val="2393894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13B7A307-5C70-7F03-3580-1D1730644EF5}"/>
              </a:ext>
            </a:extLst>
          </p:cNvPr>
          <p:cNvSpPr>
            <a:spLocks noGrp="1"/>
          </p:cNvSpPr>
          <p:nvPr>
            <p:ph type="body" orient="vert" sz="quarter" idx="17"/>
          </p:nvPr>
        </p:nvSpPr>
        <p:spPr>
          <a:xfrm rot="10800000">
            <a:off x="176463" y="685800"/>
            <a:ext cx="609600" cy="5486399"/>
          </a:xfrm>
        </p:spPr>
        <p:txBody>
          <a:bodyPr/>
          <a:lstStyle/>
          <a:p>
            <a:r>
              <a:rPr lang="es-CO" dirty="0"/>
              <a:t>Gestionar ingreso de calificaciones extraordinarias después de pasadas a Historia Académica</a:t>
            </a:r>
            <a:br>
              <a:rPr lang="es-ES" dirty="0"/>
            </a:br>
            <a:endParaRPr lang="en-US" dirty="0"/>
          </a:p>
        </p:txBody>
      </p:sp>
      <p:sp>
        <p:nvSpPr>
          <p:cNvPr id="6" name="Título 5">
            <a:extLst>
              <a:ext uri="{FF2B5EF4-FFF2-40B4-BE49-F238E27FC236}">
                <a16:creationId xmlns:a16="http://schemas.microsoft.com/office/drawing/2014/main" id="{B4C967B7-80CD-9606-C5BF-C3BB1501BB64}"/>
              </a:ext>
            </a:extLst>
          </p:cNvPr>
          <p:cNvSpPr>
            <a:spLocks noGrp="1"/>
          </p:cNvSpPr>
          <p:nvPr>
            <p:ph type="title"/>
          </p:nvPr>
        </p:nvSpPr>
        <p:spPr>
          <a:xfrm>
            <a:off x="1104900" y="517556"/>
            <a:ext cx="10477497" cy="898555"/>
          </a:xfrm>
        </p:spPr>
        <p:txBody>
          <a:bodyPr/>
          <a:lstStyle/>
          <a:p>
            <a:r>
              <a:rPr lang="es-ES_tradnl" dirty="0" err="1">
                <a:solidFill>
                  <a:schemeClr val="accent1"/>
                </a:solidFill>
              </a:rPr>
              <a:t>Overview</a:t>
            </a:r>
            <a:r>
              <a:rPr lang="es-ES_tradnl" dirty="0">
                <a:solidFill>
                  <a:schemeClr val="accent1"/>
                </a:solidFill>
              </a:rPr>
              <a:t>: </a:t>
            </a:r>
            <a:r>
              <a:rPr lang="es-CO" b="0" dirty="0">
                <a:solidFill>
                  <a:schemeClr val="accent1"/>
                </a:solidFill>
              </a:rPr>
              <a:t>Gestionar ingreso de calificaciones extraordinarias después de pasadas a Historia Académica</a:t>
            </a:r>
            <a:br>
              <a:rPr lang="es-ES_tradnl" dirty="0"/>
            </a:br>
            <a:endParaRPr lang="es-419" dirty="0"/>
          </a:p>
        </p:txBody>
      </p:sp>
      <p:sp>
        <p:nvSpPr>
          <p:cNvPr id="7" name="Title 12">
            <a:extLst>
              <a:ext uri="{FF2B5EF4-FFF2-40B4-BE49-F238E27FC236}">
                <a16:creationId xmlns:a16="http://schemas.microsoft.com/office/drawing/2014/main" id="{8B20F06B-F250-FF66-14E6-D5380447899C}"/>
              </a:ext>
            </a:extLst>
          </p:cNvPr>
          <p:cNvSpPr txBox="1">
            <a:spLocks/>
          </p:cNvSpPr>
          <p:nvPr/>
        </p:nvSpPr>
        <p:spPr>
          <a:xfrm>
            <a:off x="1104900" y="685800"/>
            <a:ext cx="10477497" cy="89855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endParaRPr lang="es-ES_tradnl" dirty="0"/>
          </a:p>
        </p:txBody>
      </p:sp>
      <p:pic>
        <p:nvPicPr>
          <p:cNvPr id="1026" name="Picture 2">
            <a:extLst>
              <a:ext uri="{FF2B5EF4-FFF2-40B4-BE49-F238E27FC236}">
                <a16:creationId xmlns:a16="http://schemas.microsoft.com/office/drawing/2014/main" id="{E38E67E3-E014-8F85-C2C4-FEBF41C5E7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9793" y="1752599"/>
            <a:ext cx="10987709" cy="3352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8960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DA8B5C6A-74D6-0564-6174-FA71F86F4809}"/>
              </a:ext>
            </a:extLst>
          </p:cNvPr>
          <p:cNvSpPr>
            <a:spLocks noGrp="1"/>
          </p:cNvSpPr>
          <p:nvPr>
            <p:ph type="body" orient="vert" sz="quarter" idx="17"/>
          </p:nvPr>
        </p:nvSpPr>
        <p:spPr>
          <a:xfrm rot="10800000">
            <a:off x="279940" y="439580"/>
            <a:ext cx="609600" cy="5486399"/>
          </a:xfrm>
        </p:spPr>
        <p:txBody>
          <a:bodyPr/>
          <a:lstStyle/>
          <a:p>
            <a:r>
              <a:rPr lang="es-CO" dirty="0"/>
              <a:t>Gestionar ingreso de calificaciones extraordinarias después de pasadas a Historia Académica</a:t>
            </a:r>
            <a:br>
              <a:rPr lang="es-ES" dirty="0"/>
            </a:br>
            <a:endParaRPr lang="en-US" dirty="0"/>
          </a:p>
        </p:txBody>
      </p:sp>
      <p:sp>
        <p:nvSpPr>
          <p:cNvPr id="13" name="Title 12"/>
          <p:cNvSpPr>
            <a:spLocks noGrp="1"/>
          </p:cNvSpPr>
          <p:nvPr>
            <p:ph type="title"/>
          </p:nvPr>
        </p:nvSpPr>
        <p:spPr>
          <a:xfrm>
            <a:off x="911190" y="619125"/>
            <a:ext cx="5861080" cy="872791"/>
          </a:xfrm>
        </p:spPr>
        <p:txBody>
          <a:bodyPr/>
          <a:lstStyle/>
          <a:p>
            <a:pPr algn="ctr"/>
            <a:r>
              <a:rPr lang="es-ES_tradnl" dirty="0" err="1">
                <a:solidFill>
                  <a:schemeClr val="accent1"/>
                </a:solidFill>
              </a:rPr>
              <a:t>Overview</a:t>
            </a:r>
            <a:r>
              <a:rPr lang="es-ES_tradnl" dirty="0">
                <a:solidFill>
                  <a:schemeClr val="accent1"/>
                </a:solidFill>
              </a:rPr>
              <a:t>: </a:t>
            </a:r>
            <a:r>
              <a:rPr lang="es-ES_tradnl" b="0" dirty="0">
                <a:solidFill>
                  <a:schemeClr val="accent1"/>
                </a:solidFill>
              </a:rPr>
              <a:t>Región donde aplica</a:t>
            </a:r>
          </a:p>
        </p:txBody>
      </p:sp>
      <p:sp>
        <p:nvSpPr>
          <p:cNvPr id="14" name="CuadroTexto 13">
            <a:extLst>
              <a:ext uri="{FF2B5EF4-FFF2-40B4-BE49-F238E27FC236}">
                <a16:creationId xmlns:a16="http://schemas.microsoft.com/office/drawing/2014/main" id="{67F9A8D2-DB8A-9348-9C89-4582AE2EB894}"/>
              </a:ext>
            </a:extLst>
          </p:cNvPr>
          <p:cNvSpPr txBox="1"/>
          <p:nvPr/>
        </p:nvSpPr>
        <p:spPr>
          <a:xfrm>
            <a:off x="8409273" y="3182780"/>
            <a:ext cx="1537152" cy="461665"/>
          </a:xfrm>
          <a:prstGeom prst="rect">
            <a:avLst/>
          </a:prstGeom>
          <a:noFill/>
        </p:spPr>
        <p:txBody>
          <a:bodyPr wrap="none" rtlCol="0">
            <a:spAutoFit/>
          </a:bodyPr>
          <a:lstStyle/>
          <a:p>
            <a:r>
              <a:rPr lang="es-ES_tradnl" sz="2400" dirty="0"/>
              <a:t>Todo LAC</a:t>
            </a:r>
          </a:p>
        </p:txBody>
      </p:sp>
      <p:pic>
        <p:nvPicPr>
          <p:cNvPr id="4" name="Imagen 3">
            <a:extLst>
              <a:ext uri="{FF2B5EF4-FFF2-40B4-BE49-F238E27FC236}">
                <a16:creationId xmlns:a16="http://schemas.microsoft.com/office/drawing/2014/main" id="{61C0113A-FF4D-D3F6-A720-86A08D3370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3199" y="1304259"/>
            <a:ext cx="5235353" cy="5235353"/>
          </a:xfrm>
          <a:prstGeom prst="rect">
            <a:avLst/>
          </a:prstGeom>
        </p:spPr>
      </p:pic>
    </p:spTree>
    <p:extLst>
      <p:ext uri="{BB962C8B-B14F-4D97-AF65-F5344CB8AC3E}">
        <p14:creationId xmlns:p14="http://schemas.microsoft.com/office/powerpoint/2010/main" val="1405208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2">
            <a:extLst>
              <a:ext uri="{FF2B5EF4-FFF2-40B4-BE49-F238E27FC236}">
                <a16:creationId xmlns:a16="http://schemas.microsoft.com/office/drawing/2014/main" id="{EA264FA8-8D88-4C07-B119-8483D8339E48}"/>
              </a:ext>
            </a:extLst>
          </p:cNvPr>
          <p:cNvSpPr txBox="1">
            <a:spLocks/>
          </p:cNvSpPr>
          <p:nvPr/>
        </p:nvSpPr>
        <p:spPr>
          <a:xfrm>
            <a:off x="449120" y="488643"/>
            <a:ext cx="11267392" cy="582679"/>
          </a:xfrm>
          <a:prstGeom prst="rect">
            <a:avLst/>
          </a:prstGeom>
        </p:spPr>
        <p:txBody>
          <a:bodyPr vert="horz" lIns="0" tIns="0" rIns="0" bIns="0" rtlCol="0" anchor="t">
            <a:noAutofit/>
          </a:bodyPr>
          <a:lstStyle>
            <a:lvl1pPr algn="l" defTabSz="457200" rtl="0" eaLnBrk="1" latinLnBrk="0" hangingPunct="1">
              <a:lnSpc>
                <a:spcPct val="90000"/>
              </a:lnSpc>
              <a:spcBef>
                <a:spcPct val="0"/>
              </a:spcBef>
              <a:buNone/>
              <a:defRPr sz="2600" b="0" kern="1200">
                <a:solidFill>
                  <a:schemeClr val="tx1"/>
                </a:solidFill>
                <a:latin typeface="Arial"/>
                <a:ea typeface="+mj-ea"/>
                <a:cs typeface="Arial"/>
              </a:defRPr>
            </a:lvl1pPr>
          </a:lstStyle>
          <a:p>
            <a:endParaRPr lang="es-ES_tradnl" sz="3467" b="1" dirty="0"/>
          </a:p>
        </p:txBody>
      </p:sp>
      <p:sp>
        <p:nvSpPr>
          <p:cNvPr id="4" name="Marcador de texto 3">
            <a:extLst>
              <a:ext uri="{FF2B5EF4-FFF2-40B4-BE49-F238E27FC236}">
                <a16:creationId xmlns:a16="http://schemas.microsoft.com/office/drawing/2014/main" id="{ADE6F1F6-6376-A432-54A8-2DC50D4AC5F2}"/>
              </a:ext>
            </a:extLst>
          </p:cNvPr>
          <p:cNvSpPr>
            <a:spLocks noGrp="1"/>
          </p:cNvSpPr>
          <p:nvPr>
            <p:ph type="body" sz="quarter" idx="18"/>
          </p:nvPr>
        </p:nvSpPr>
        <p:spPr>
          <a:xfrm>
            <a:off x="1104901" y="1905002"/>
            <a:ext cx="9974904" cy="4267198"/>
          </a:xfrm>
        </p:spPr>
        <p:txBody>
          <a:bodyPr/>
          <a:lstStyle/>
          <a:p>
            <a:pPr lvl="2" algn="just"/>
            <a:r>
              <a:rPr lang="es-CO" dirty="0"/>
              <a:t>Toda vez que las notas de los estudiantes han sido pasadas a historia académica el docente no puede hacer modificaciones en las calificaciones que ya ha cargado en el autoservicio.</a:t>
            </a:r>
          </a:p>
          <a:p>
            <a:pPr lvl="2" algn="just"/>
            <a:r>
              <a:rPr lang="es-CO" dirty="0"/>
              <a:t>La institución puede establecer la política de permitir que los profesores puedan modificar las calificaciones cargadas, aun después de haber sido pasadas a historia académica, a través del Autoservicio. </a:t>
            </a:r>
          </a:p>
          <a:p>
            <a:pPr lvl="2" algn="just"/>
            <a:r>
              <a:rPr lang="es-CO" dirty="0"/>
              <a:t>Registro académico establecerá las fechas límites de carga de calificaciones extraordinarias después de pasadas a Historia Académica.</a:t>
            </a:r>
          </a:p>
          <a:p>
            <a:pPr marL="519112" lvl="3" indent="0" algn="just">
              <a:buNone/>
            </a:pPr>
            <a:endParaRPr lang="es-419" dirty="0"/>
          </a:p>
          <a:p>
            <a:pPr marL="0" indent="0">
              <a:buNone/>
            </a:pPr>
            <a:endParaRPr lang="es-419" dirty="0"/>
          </a:p>
        </p:txBody>
      </p:sp>
      <p:sp>
        <p:nvSpPr>
          <p:cNvPr id="3" name="Marcador de texto vertical 2">
            <a:extLst>
              <a:ext uri="{FF2B5EF4-FFF2-40B4-BE49-F238E27FC236}">
                <a16:creationId xmlns:a16="http://schemas.microsoft.com/office/drawing/2014/main" id="{C6F371D0-37ED-3E35-97F4-2CEDBED2385A}"/>
              </a:ext>
            </a:extLst>
          </p:cNvPr>
          <p:cNvSpPr>
            <a:spLocks noGrp="1"/>
          </p:cNvSpPr>
          <p:nvPr>
            <p:ph type="body" orient="vert" sz="quarter" idx="17"/>
          </p:nvPr>
        </p:nvSpPr>
        <p:spPr>
          <a:xfrm rot="10800000">
            <a:off x="167410" y="779982"/>
            <a:ext cx="609600" cy="5486399"/>
          </a:xfrm>
        </p:spPr>
        <p:txBody>
          <a:bodyPr/>
          <a:lstStyle/>
          <a:p>
            <a:r>
              <a:rPr lang="es-CO" dirty="0"/>
              <a:t>Gestionar ingreso de calificaciones extraordinarias después de pasadas a Historia Académica</a:t>
            </a:r>
            <a:br>
              <a:rPr lang="es-ES" dirty="0"/>
            </a:br>
            <a:endParaRPr lang="en-US" dirty="0"/>
          </a:p>
        </p:txBody>
      </p:sp>
      <p:sp>
        <p:nvSpPr>
          <p:cNvPr id="2" name="Título 1">
            <a:extLst>
              <a:ext uri="{FF2B5EF4-FFF2-40B4-BE49-F238E27FC236}">
                <a16:creationId xmlns:a16="http://schemas.microsoft.com/office/drawing/2014/main" id="{71873B57-21C0-B73C-0651-BC5FB30B9C1F}"/>
              </a:ext>
            </a:extLst>
          </p:cNvPr>
          <p:cNvSpPr>
            <a:spLocks noGrp="1"/>
          </p:cNvSpPr>
          <p:nvPr>
            <p:ph type="title"/>
          </p:nvPr>
        </p:nvSpPr>
        <p:spPr/>
        <p:txBody>
          <a:bodyPr/>
          <a:lstStyle/>
          <a:p>
            <a:r>
              <a:rPr lang="es-ES_tradnl" sz="3467" dirty="0" err="1">
                <a:solidFill>
                  <a:schemeClr val="accent1"/>
                </a:solidFill>
              </a:rPr>
              <a:t>Overview</a:t>
            </a:r>
            <a:r>
              <a:rPr lang="es-ES_tradnl" sz="3467" dirty="0">
                <a:solidFill>
                  <a:schemeClr val="accent1"/>
                </a:solidFill>
              </a:rPr>
              <a:t>: </a:t>
            </a:r>
            <a:r>
              <a:rPr lang="es-CO" b="0" dirty="0">
                <a:solidFill>
                  <a:schemeClr val="accent1"/>
                </a:solidFill>
              </a:rPr>
              <a:t>Gestionar ingreso de calificaciones extraordinarias después de pasadas a Historia Académica</a:t>
            </a:r>
            <a:br>
              <a:rPr lang="es-ES_tradnl" sz="3467" dirty="0">
                <a:solidFill>
                  <a:schemeClr val="accent1"/>
                </a:solidFill>
              </a:rPr>
            </a:br>
            <a:endParaRPr lang="es-419" dirty="0">
              <a:solidFill>
                <a:schemeClr val="accent1"/>
              </a:solidFill>
            </a:endParaRPr>
          </a:p>
        </p:txBody>
      </p:sp>
    </p:spTree>
    <p:extLst>
      <p:ext uri="{BB962C8B-B14F-4D97-AF65-F5344CB8AC3E}">
        <p14:creationId xmlns:p14="http://schemas.microsoft.com/office/powerpoint/2010/main" val="14919822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2FB3D023-ED79-7E91-BC0A-C4048E0DD771}"/>
              </a:ext>
            </a:extLst>
          </p:cNvPr>
          <p:cNvSpPr>
            <a:spLocks noGrp="1"/>
          </p:cNvSpPr>
          <p:nvPr>
            <p:ph type="body" orient="vert" sz="quarter" idx="17"/>
          </p:nvPr>
        </p:nvSpPr>
        <p:spPr>
          <a:xfrm rot="10800000">
            <a:off x="192505" y="685799"/>
            <a:ext cx="609600" cy="5486399"/>
          </a:xfrm>
        </p:spPr>
        <p:txBody>
          <a:bodyPr/>
          <a:lstStyle/>
          <a:p>
            <a:r>
              <a:rPr lang="es-CO" dirty="0"/>
              <a:t>Gestionar ingreso de calificaciones extraordinarias después de pasadas a Historia Académica</a:t>
            </a:r>
            <a:br>
              <a:rPr lang="es-ES" dirty="0"/>
            </a:br>
            <a:endParaRPr lang="en-US" dirty="0"/>
          </a:p>
        </p:txBody>
      </p:sp>
      <p:sp>
        <p:nvSpPr>
          <p:cNvPr id="13" name="Title 12"/>
          <p:cNvSpPr>
            <a:spLocks noGrp="1"/>
          </p:cNvSpPr>
          <p:nvPr>
            <p:ph type="title"/>
          </p:nvPr>
        </p:nvSpPr>
        <p:spPr/>
        <p:txBody>
          <a:bodyPr/>
          <a:lstStyle/>
          <a:p>
            <a:r>
              <a:rPr lang="es-ES_tradnl" sz="3467" dirty="0" err="1">
                <a:solidFill>
                  <a:schemeClr val="accent1"/>
                </a:solidFill>
              </a:rPr>
              <a:t>Overview</a:t>
            </a:r>
            <a:r>
              <a:rPr lang="es-ES_tradnl" sz="3467" dirty="0">
                <a:solidFill>
                  <a:schemeClr val="accent1"/>
                </a:solidFill>
              </a:rPr>
              <a:t>: </a:t>
            </a:r>
            <a:r>
              <a:rPr lang="es-CO" b="0" dirty="0">
                <a:solidFill>
                  <a:schemeClr val="accent1"/>
                </a:solidFill>
              </a:rPr>
              <a:t>Gestionar ingreso de calificaciones extraordinarias después de pasadas a Historia Académica</a:t>
            </a:r>
            <a:endParaRPr lang="es-ES_tradnl" dirty="0">
              <a:solidFill>
                <a:schemeClr val="accent1"/>
              </a:solidFill>
            </a:endParaRPr>
          </a:p>
        </p:txBody>
      </p:sp>
      <p:sp>
        <p:nvSpPr>
          <p:cNvPr id="3" name="Marcador de texto 3">
            <a:extLst>
              <a:ext uri="{FF2B5EF4-FFF2-40B4-BE49-F238E27FC236}">
                <a16:creationId xmlns:a16="http://schemas.microsoft.com/office/drawing/2014/main" id="{C1C5E9EE-7FAC-8194-C47A-7660BA173E2F}"/>
              </a:ext>
            </a:extLst>
          </p:cNvPr>
          <p:cNvSpPr txBox="1">
            <a:spLocks/>
          </p:cNvSpPr>
          <p:nvPr/>
        </p:nvSpPr>
        <p:spPr>
          <a:xfrm>
            <a:off x="1104901" y="1905002"/>
            <a:ext cx="9974904" cy="4267198"/>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9113" lvl="2" indent="-176213" algn="just">
              <a:lnSpc>
                <a:spcPct val="100000"/>
              </a:lnSpc>
              <a:buClr>
                <a:schemeClr val="accent2"/>
              </a:buClr>
              <a:buFont typeface="Arial" panose="020B0604020202020204" pitchFamily="34" charset="0"/>
              <a:buChar char="•"/>
            </a:pPr>
            <a:r>
              <a:rPr lang="es-CO" b="1" dirty="0"/>
              <a:t>Periodo:</a:t>
            </a:r>
            <a:r>
              <a:rPr lang="es-CO" dirty="0"/>
              <a:t> </a:t>
            </a:r>
            <a:r>
              <a:rPr lang="es-ES_tradnl" dirty="0"/>
              <a:t> Los periodos son unidades de tiempo que permiten clasificar, activar o desactivar diferentes elementos en el sistema.</a:t>
            </a:r>
          </a:p>
          <a:p>
            <a:pPr marL="519113" lvl="2" indent="-176213" algn="just">
              <a:lnSpc>
                <a:spcPct val="100000"/>
              </a:lnSpc>
              <a:buClr>
                <a:schemeClr val="accent2"/>
              </a:buClr>
              <a:buFont typeface="Arial" panose="020B0604020202020204" pitchFamily="34" charset="0"/>
              <a:buChar char="•"/>
            </a:pPr>
            <a:r>
              <a:rPr lang="es-ES_tradnl" b="1" dirty="0"/>
              <a:t>Parte de período: </a:t>
            </a:r>
            <a:r>
              <a:rPr lang="es-CO" b="1" dirty="0"/>
              <a:t> </a:t>
            </a:r>
            <a:r>
              <a:rPr lang="es-CO" dirty="0"/>
              <a:t>unidad de tiempo que segmenta un periodo, definiendo fechas de inicio y fin de clases como prerrequisito para toda la configuración administrativa del sistema de información Banner</a:t>
            </a:r>
            <a:r>
              <a:rPr lang="es-ES_tradnl" dirty="0"/>
              <a:t>.</a:t>
            </a:r>
          </a:p>
          <a:p>
            <a:pPr marL="519113" lvl="2" indent="-176213" algn="just">
              <a:lnSpc>
                <a:spcPct val="100000"/>
              </a:lnSpc>
              <a:buClr>
                <a:schemeClr val="accent2"/>
              </a:buClr>
              <a:buFont typeface="Arial" panose="020B0604020202020204" pitchFamily="34" charset="0"/>
              <a:buChar char="•"/>
            </a:pPr>
            <a:r>
              <a:rPr lang="es-ES_tradnl" b="1" dirty="0"/>
              <a:t>Número de Referencia de Curso (NRC): </a:t>
            </a:r>
            <a:r>
              <a:rPr lang="es-ES_tradnl" dirty="0"/>
              <a:t>es un </a:t>
            </a:r>
            <a:r>
              <a:rPr lang="es-CO" dirty="0"/>
              <a:t>valor numérico único, en un periodo, que identifica la oferta de un curso en un horario específico y con uno o varios docentes que lo dictan.</a:t>
            </a:r>
          </a:p>
          <a:p>
            <a:pPr marL="519113" lvl="2" indent="-176213" algn="just">
              <a:lnSpc>
                <a:spcPct val="100000"/>
              </a:lnSpc>
              <a:buClr>
                <a:schemeClr val="accent2"/>
              </a:buClr>
              <a:buFont typeface="Arial" panose="020B0604020202020204" pitchFamily="34" charset="0"/>
              <a:buChar char="•"/>
            </a:pPr>
            <a:r>
              <a:rPr lang="es-ES_tradnl" b="1" dirty="0"/>
              <a:t>SSB: </a:t>
            </a:r>
            <a:r>
              <a:rPr lang="es-ES_tradnl" dirty="0"/>
              <a:t>Autoservicio. El docente accede para poder registrar las asistencias y/o ausencias de los alumnos; a su vez, los alumnos pueden consultar el registro de sus asistencias.</a:t>
            </a:r>
          </a:p>
          <a:p>
            <a:pPr marL="519113" lvl="2" indent="-176213" algn="just">
              <a:lnSpc>
                <a:spcPct val="100000"/>
              </a:lnSpc>
              <a:buClr>
                <a:schemeClr val="accent2"/>
              </a:buClr>
              <a:buFont typeface="Arial" panose="020B0604020202020204" pitchFamily="34" charset="0"/>
              <a:buChar char="•"/>
            </a:pPr>
            <a:r>
              <a:rPr lang="es-MX" b="1" dirty="0"/>
              <a:t>Calificación: </a:t>
            </a:r>
            <a:r>
              <a:rPr lang="es-CO" dirty="0"/>
              <a:t>Valoración cuantitativa de las competencias alcanzadas por el estudiante asignado a la actividad desarrolladas.</a:t>
            </a:r>
            <a:endParaRPr lang="es-ES_tradnl" dirty="0"/>
          </a:p>
          <a:p>
            <a:pPr marL="519112" lvl="3" indent="0" algn="just">
              <a:buFont typeface="Arial" panose="020B0604020202020204" pitchFamily="34" charset="0"/>
              <a:buNone/>
            </a:pPr>
            <a:endParaRPr lang="es-419" dirty="0"/>
          </a:p>
          <a:p>
            <a:pPr marL="0" indent="0">
              <a:buFont typeface="Arial" panose="020B0604020202020204" pitchFamily="34" charset="0"/>
              <a:buNone/>
            </a:pPr>
            <a:endParaRPr lang="es-419" dirty="0"/>
          </a:p>
        </p:txBody>
      </p:sp>
    </p:spTree>
    <p:extLst>
      <p:ext uri="{BB962C8B-B14F-4D97-AF65-F5344CB8AC3E}">
        <p14:creationId xmlns:p14="http://schemas.microsoft.com/office/powerpoint/2010/main" val="16008033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33C43E5D-5D90-9AA1-C4E7-B8A2D164D43C}"/>
              </a:ext>
            </a:extLst>
          </p:cNvPr>
          <p:cNvSpPr>
            <a:spLocks noGrp="1"/>
          </p:cNvSpPr>
          <p:nvPr>
            <p:ph type="body" orient="vert" sz="quarter" idx="17"/>
          </p:nvPr>
        </p:nvSpPr>
        <p:spPr>
          <a:xfrm rot="10800000">
            <a:off x="254537" y="685800"/>
            <a:ext cx="609600" cy="5486399"/>
          </a:xfrm>
        </p:spPr>
        <p:txBody>
          <a:bodyPr/>
          <a:lstStyle/>
          <a:p>
            <a:r>
              <a:rPr lang="es-CO" dirty="0"/>
              <a:t>Gestionar ingreso de calificaciones extraordinarias después de pasadas a Historia Académica</a:t>
            </a:r>
            <a:br>
              <a:rPr lang="es-ES" dirty="0"/>
            </a:br>
            <a:endParaRPr lang="en-US" dirty="0"/>
          </a:p>
        </p:txBody>
      </p:sp>
      <p:sp>
        <p:nvSpPr>
          <p:cNvPr id="13" name="Title 12"/>
          <p:cNvSpPr>
            <a:spLocks noGrp="1"/>
          </p:cNvSpPr>
          <p:nvPr>
            <p:ph type="title"/>
          </p:nvPr>
        </p:nvSpPr>
        <p:spPr>
          <a:xfrm>
            <a:off x="1007623" y="236522"/>
            <a:ext cx="10477497" cy="898555"/>
          </a:xfrm>
        </p:spPr>
        <p:txBody>
          <a:bodyPr/>
          <a:lstStyle/>
          <a:p>
            <a:r>
              <a:rPr lang="es-ES_tradnl" sz="3467" dirty="0" err="1">
                <a:solidFill>
                  <a:schemeClr val="accent1"/>
                </a:solidFill>
              </a:rPr>
              <a:t>Overview</a:t>
            </a:r>
            <a:r>
              <a:rPr lang="es-ES_tradnl" sz="3467" dirty="0">
                <a:solidFill>
                  <a:schemeClr val="accent1"/>
                </a:solidFill>
              </a:rPr>
              <a:t>: </a:t>
            </a:r>
            <a:r>
              <a:rPr lang="es-CO" b="0" dirty="0">
                <a:solidFill>
                  <a:schemeClr val="accent1"/>
                </a:solidFill>
              </a:rPr>
              <a:t>Gestionar ingreso de calificaciones extraordinarias después de pasadas a Historia Académica</a:t>
            </a:r>
            <a:endParaRPr lang="es-ES_tradnl" dirty="0">
              <a:solidFill>
                <a:schemeClr val="accent1"/>
              </a:solidFill>
            </a:endParaRPr>
          </a:p>
        </p:txBody>
      </p:sp>
      <p:sp>
        <p:nvSpPr>
          <p:cNvPr id="7" name="CuadroTexto 6">
            <a:extLst>
              <a:ext uri="{FF2B5EF4-FFF2-40B4-BE49-F238E27FC236}">
                <a16:creationId xmlns:a16="http://schemas.microsoft.com/office/drawing/2014/main" id="{C6CA6CBE-2603-58C6-ECC1-C29BF1327425}"/>
              </a:ext>
            </a:extLst>
          </p:cNvPr>
          <p:cNvSpPr txBox="1"/>
          <p:nvPr/>
        </p:nvSpPr>
        <p:spPr>
          <a:xfrm>
            <a:off x="1007623" y="1859338"/>
            <a:ext cx="9335478" cy="3139321"/>
          </a:xfrm>
          <a:prstGeom prst="rect">
            <a:avLst/>
          </a:prstGeom>
          <a:noFill/>
        </p:spPr>
        <p:txBody>
          <a:bodyPr wrap="square">
            <a:spAutoFit/>
          </a:bodyPr>
          <a:lstStyle/>
          <a:p>
            <a:pPr lvl="1"/>
            <a:r>
              <a:rPr lang="es-ES_tradnl" b="1" dirty="0"/>
              <a:t>Diccionario general</a:t>
            </a:r>
            <a:r>
              <a:rPr lang="es-ES_tradnl" dirty="0"/>
              <a:t>:</a:t>
            </a:r>
          </a:p>
          <a:p>
            <a:pPr marL="519113" lvl="2" indent="-176213" algn="just">
              <a:spcAft>
                <a:spcPts val="600"/>
              </a:spcAft>
              <a:buClr>
                <a:schemeClr val="accent2"/>
              </a:buClr>
              <a:buFont typeface="Arial" panose="020B0604020202020204" pitchFamily="34" charset="0"/>
              <a:buChar char="•"/>
            </a:pPr>
            <a:r>
              <a:rPr lang="es-ES_tradnl" sz="1600" b="1" dirty="0"/>
              <a:t>Componente de calificación: </a:t>
            </a:r>
            <a:r>
              <a:rPr lang="es-ES_tradnl" sz="1600" dirty="0"/>
              <a:t>Elementos en los que se divide en plan de evaluación de un NRC para obtener la calificación del mismo.</a:t>
            </a:r>
          </a:p>
          <a:p>
            <a:pPr marL="519113" lvl="2" indent="-176213" algn="just">
              <a:spcAft>
                <a:spcPts val="600"/>
              </a:spcAft>
              <a:buClr>
                <a:schemeClr val="accent2"/>
              </a:buClr>
              <a:buFont typeface="Arial" panose="020B0604020202020204" pitchFamily="34" charset="0"/>
              <a:buChar char="•"/>
            </a:pPr>
            <a:r>
              <a:rPr lang="es-ES_tradnl" sz="1600" b="1" dirty="0"/>
              <a:t>Subcomponente de calificación: </a:t>
            </a:r>
            <a:r>
              <a:rPr lang="es-ES_tradnl" sz="1600" dirty="0"/>
              <a:t>Un componente de calificación puede dividirse, a su vez, en varias evaluaciones para poder obtener su valoración.</a:t>
            </a:r>
          </a:p>
          <a:p>
            <a:pPr marL="519113" lvl="2" indent="-176213" algn="just">
              <a:spcAft>
                <a:spcPts val="600"/>
              </a:spcAft>
              <a:buClr>
                <a:schemeClr val="accent2"/>
              </a:buClr>
              <a:buFont typeface="Arial" panose="020B0604020202020204" pitchFamily="34" charset="0"/>
              <a:buChar char="•"/>
            </a:pPr>
            <a:r>
              <a:rPr lang="es-ES_tradnl" sz="1600" b="1" dirty="0"/>
              <a:t>Pasar a Historia Académica: </a:t>
            </a:r>
            <a:r>
              <a:rPr lang="es-ES_tradnl" sz="1600" dirty="0"/>
              <a:t>Proceso mediante el cual las calificaciones finales cargadas por los docentes, a través de SSB, son guardadas en el sistema, en la Historia Académica del estudiante.</a:t>
            </a:r>
          </a:p>
          <a:p>
            <a:pPr marL="519113" lvl="2" indent="-176213" algn="just">
              <a:spcAft>
                <a:spcPts val="600"/>
              </a:spcAft>
              <a:buClr>
                <a:schemeClr val="accent2"/>
              </a:buClr>
              <a:buFont typeface="Arial" panose="020B0604020202020204" pitchFamily="34" charset="0"/>
              <a:buChar char="•"/>
            </a:pPr>
            <a:r>
              <a:rPr lang="es-ES_tradnl" sz="1600" b="1" dirty="0"/>
              <a:t>Historia Académica: </a:t>
            </a:r>
            <a:r>
              <a:rPr lang="es-CL" sz="1600" dirty="0"/>
              <a:t>Almacenamiento </a:t>
            </a:r>
            <a:r>
              <a:rPr lang="es-CO" sz="1600" dirty="0"/>
              <a:t>de los cursos tomados por el estudiante y las calificaciones definitivas que obtuvo en cada uno de ellos. </a:t>
            </a:r>
          </a:p>
          <a:p>
            <a:pPr marL="519113" lvl="2" indent="-176213" algn="just">
              <a:spcAft>
                <a:spcPts val="600"/>
              </a:spcAft>
              <a:buClr>
                <a:schemeClr val="accent2"/>
              </a:buClr>
              <a:buFont typeface="Arial" panose="020B0604020202020204" pitchFamily="34" charset="0"/>
              <a:buChar char="•"/>
            </a:pPr>
            <a:r>
              <a:rPr lang="es-ES_tradnl" sz="1600" b="1" dirty="0"/>
              <a:t>Reestimación: </a:t>
            </a:r>
            <a:r>
              <a:rPr lang="es-ES_tradnl" sz="1600" dirty="0"/>
              <a:t>Recálculo de la Calificación final del estudiante cuando se ha cambiado la calificación de un componente o subcomponente.</a:t>
            </a:r>
          </a:p>
        </p:txBody>
      </p:sp>
    </p:spTree>
    <p:extLst>
      <p:ext uri="{BB962C8B-B14F-4D97-AF65-F5344CB8AC3E}">
        <p14:creationId xmlns:p14="http://schemas.microsoft.com/office/powerpoint/2010/main" val="1900349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p:cNvSpPr>
            <a:spLocks noGrp="1"/>
          </p:cNvSpPr>
          <p:nvPr>
            <p:ph type="body" orient="vert" sz="quarter" idx="10"/>
          </p:nvPr>
        </p:nvSpPr>
        <p:spPr>
          <a:xfrm>
            <a:off x="160421" y="685800"/>
            <a:ext cx="609600" cy="5486399"/>
          </a:xfrm>
        </p:spPr>
        <p:txBody>
          <a:bodyPr/>
          <a:lstStyle/>
          <a:p>
            <a:r>
              <a:rPr lang="es-CO" dirty="0"/>
              <a:t>Gestionar ingreso de calificaciones extraordinarias después de pasadas a Historia Académica</a:t>
            </a:r>
            <a:br>
              <a:rPr lang="es-ES" dirty="0"/>
            </a:br>
            <a:endParaRPr lang="en-US" dirty="0"/>
          </a:p>
        </p:txBody>
      </p:sp>
      <p:sp>
        <p:nvSpPr>
          <p:cNvPr id="2" name="Title 1"/>
          <p:cNvSpPr>
            <a:spLocks noGrp="1"/>
          </p:cNvSpPr>
          <p:nvPr>
            <p:ph type="title"/>
          </p:nvPr>
        </p:nvSpPr>
        <p:spPr/>
        <p:txBody>
          <a:bodyPr/>
          <a:lstStyle/>
          <a:p>
            <a:r>
              <a:rPr lang="es-ES_tradnl" dirty="0"/>
              <a:t>Configuraciones</a:t>
            </a:r>
          </a:p>
        </p:txBody>
      </p:sp>
      <p:sp>
        <p:nvSpPr>
          <p:cNvPr id="3" name="Marcador de texto 2">
            <a:extLst>
              <a:ext uri="{FF2B5EF4-FFF2-40B4-BE49-F238E27FC236}">
                <a16:creationId xmlns:a16="http://schemas.microsoft.com/office/drawing/2014/main" id="{04AA9394-E69C-C63E-8DAA-4B80F997EEAB}"/>
              </a:ext>
            </a:extLst>
          </p:cNvPr>
          <p:cNvSpPr>
            <a:spLocks noGrp="1"/>
          </p:cNvSpPr>
          <p:nvPr>
            <p:ph type="body" sz="quarter" idx="18"/>
          </p:nvPr>
        </p:nvSpPr>
        <p:spPr/>
        <p:txBody>
          <a:bodyPr/>
          <a:lstStyle/>
          <a:p>
            <a:r>
              <a:rPr lang="es-419" dirty="0"/>
              <a:t>Configuraciones necesarias antes de procedimiento</a:t>
            </a:r>
          </a:p>
        </p:txBody>
      </p:sp>
    </p:spTree>
    <p:extLst>
      <p:ext uri="{BB962C8B-B14F-4D97-AF65-F5344CB8AC3E}">
        <p14:creationId xmlns:p14="http://schemas.microsoft.com/office/powerpoint/2010/main" val="10019648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94F32-3586-C535-2EAC-B68CB3B34B2B}"/>
            </a:ext>
          </a:extLst>
        </p:cNvPr>
        <p:cNvGrpSpPr/>
        <p:nvPr/>
      </p:nvGrpSpPr>
      <p:grpSpPr>
        <a:xfrm>
          <a:off x="0" y="0"/>
          <a:ext cx="0" cy="0"/>
          <a:chOff x="0" y="0"/>
          <a:chExt cx="0" cy="0"/>
        </a:xfrm>
      </p:grpSpPr>
      <p:sp>
        <p:nvSpPr>
          <p:cNvPr id="6" name="Subtitle 5">
            <a:extLst>
              <a:ext uri="{FF2B5EF4-FFF2-40B4-BE49-F238E27FC236}">
                <a16:creationId xmlns:a16="http://schemas.microsoft.com/office/drawing/2014/main" id="{D1E32DCD-E215-96F2-2F86-42EA2EF94FEE}"/>
              </a:ext>
            </a:extLst>
          </p:cNvPr>
          <p:cNvSpPr>
            <a:spLocks noGrp="1"/>
          </p:cNvSpPr>
          <p:nvPr>
            <p:ph type="body" orient="vert" sz="quarter" idx="10"/>
          </p:nvPr>
        </p:nvSpPr>
        <p:spPr>
          <a:xfrm>
            <a:off x="160421" y="685800"/>
            <a:ext cx="609600" cy="5486399"/>
          </a:xfrm>
        </p:spPr>
        <p:txBody>
          <a:bodyPr/>
          <a:lstStyle/>
          <a:p>
            <a:r>
              <a:rPr lang="es-CO" dirty="0"/>
              <a:t>Gestionar ingreso de calificaciones extraordinarias después de pasadas a Historia Académica</a:t>
            </a:r>
            <a:br>
              <a:rPr lang="es-ES" dirty="0"/>
            </a:br>
            <a:endParaRPr lang="en-US" dirty="0"/>
          </a:p>
        </p:txBody>
      </p:sp>
      <p:sp>
        <p:nvSpPr>
          <p:cNvPr id="2" name="Title 1">
            <a:extLst>
              <a:ext uri="{FF2B5EF4-FFF2-40B4-BE49-F238E27FC236}">
                <a16:creationId xmlns:a16="http://schemas.microsoft.com/office/drawing/2014/main" id="{8CB3B8F8-6D41-4378-AECE-1730CA2B8676}"/>
              </a:ext>
            </a:extLst>
          </p:cNvPr>
          <p:cNvSpPr>
            <a:spLocks noGrp="1"/>
          </p:cNvSpPr>
          <p:nvPr>
            <p:ph type="title"/>
          </p:nvPr>
        </p:nvSpPr>
        <p:spPr/>
        <p:txBody>
          <a:bodyPr/>
          <a:lstStyle/>
          <a:p>
            <a:r>
              <a:rPr lang="es-ES_tradnl" dirty="0"/>
              <a:t>Razones de cambio de calificaciones</a:t>
            </a:r>
          </a:p>
        </p:txBody>
      </p:sp>
      <p:sp>
        <p:nvSpPr>
          <p:cNvPr id="3" name="Marcador de texto 2">
            <a:extLst>
              <a:ext uri="{FF2B5EF4-FFF2-40B4-BE49-F238E27FC236}">
                <a16:creationId xmlns:a16="http://schemas.microsoft.com/office/drawing/2014/main" id="{F7F62AC6-01A0-3A84-98D9-A9A4FB273BA7}"/>
              </a:ext>
            </a:extLst>
          </p:cNvPr>
          <p:cNvSpPr>
            <a:spLocks noGrp="1"/>
          </p:cNvSpPr>
          <p:nvPr>
            <p:ph type="body" sz="quarter" idx="18"/>
          </p:nvPr>
        </p:nvSpPr>
        <p:spPr/>
        <p:txBody>
          <a:bodyPr/>
          <a:lstStyle/>
          <a:p>
            <a:r>
              <a:rPr lang="es-419" dirty="0"/>
              <a:t>Ya sea en la historia académica o en la carga de calificaciones</a:t>
            </a:r>
          </a:p>
        </p:txBody>
      </p:sp>
    </p:spTree>
    <p:extLst>
      <p:ext uri="{BB962C8B-B14F-4D97-AF65-F5344CB8AC3E}">
        <p14:creationId xmlns:p14="http://schemas.microsoft.com/office/powerpoint/2010/main" val="154390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B94ED3A6-5208-5668-6D46-69B179972F56}"/>
              </a:ext>
            </a:extLst>
          </p:cNvPr>
          <p:cNvPicPr>
            <a:picLocks noChangeAspect="1"/>
          </p:cNvPicPr>
          <p:nvPr/>
        </p:nvPicPr>
        <p:blipFill>
          <a:blip r:embed="rId3"/>
          <a:stretch>
            <a:fillRect/>
          </a:stretch>
        </p:blipFill>
        <p:spPr>
          <a:xfrm>
            <a:off x="1123950" y="1003382"/>
            <a:ext cx="10846587" cy="5281915"/>
          </a:xfrm>
          <a:prstGeom prst="rect">
            <a:avLst/>
          </a:prstGeom>
        </p:spPr>
      </p:pic>
      <p:sp>
        <p:nvSpPr>
          <p:cNvPr id="2" name="Marcador de texto vertical 1">
            <a:extLst>
              <a:ext uri="{FF2B5EF4-FFF2-40B4-BE49-F238E27FC236}">
                <a16:creationId xmlns:a16="http://schemas.microsoft.com/office/drawing/2014/main" id="{23BA1EC3-F28D-706C-1D09-F75F6970B207}"/>
              </a:ext>
            </a:extLst>
          </p:cNvPr>
          <p:cNvSpPr>
            <a:spLocks noGrp="1"/>
          </p:cNvSpPr>
          <p:nvPr>
            <p:ph type="body" orient="vert" sz="quarter" idx="17"/>
          </p:nvPr>
        </p:nvSpPr>
        <p:spPr>
          <a:xfrm rot="10800000">
            <a:off x="243505" y="685800"/>
            <a:ext cx="609600" cy="5486399"/>
          </a:xfrm>
        </p:spPr>
        <p:txBody>
          <a:bodyPr/>
          <a:lstStyle/>
          <a:p>
            <a:r>
              <a:rPr lang="es-CO" dirty="0"/>
              <a:t>Gestionar ingreso de calificaciones extraordinarias después de pasadas a Historia Académica</a:t>
            </a:r>
            <a:br>
              <a:rPr lang="es-ES" dirty="0"/>
            </a:br>
            <a:endParaRPr lang="en-US" dirty="0"/>
          </a:p>
        </p:txBody>
      </p:sp>
      <p:sp>
        <p:nvSpPr>
          <p:cNvPr id="13" name="Title 12"/>
          <p:cNvSpPr>
            <a:spLocks noGrp="1"/>
          </p:cNvSpPr>
          <p:nvPr>
            <p:ph type="title"/>
          </p:nvPr>
        </p:nvSpPr>
        <p:spPr>
          <a:xfrm>
            <a:off x="1009650" y="391768"/>
            <a:ext cx="9225098" cy="898555"/>
          </a:xfrm>
        </p:spPr>
        <p:txBody>
          <a:bodyPr/>
          <a:lstStyle/>
          <a:p>
            <a:pPr algn="ctr"/>
            <a:r>
              <a:rPr lang="es-ES_tradnl" dirty="0">
                <a:solidFill>
                  <a:schemeClr val="accent1"/>
                </a:solidFill>
              </a:rPr>
              <a:t> Configuraciones: </a:t>
            </a:r>
            <a:r>
              <a:rPr lang="es-ES_tradnl" b="0" dirty="0">
                <a:solidFill>
                  <a:schemeClr val="accent1"/>
                </a:solidFill>
              </a:rPr>
              <a:t>Razones de cambio de calificaciones</a:t>
            </a:r>
          </a:p>
        </p:txBody>
      </p:sp>
      <p:sp>
        <p:nvSpPr>
          <p:cNvPr id="10" name="Rectángulo 9">
            <a:extLst>
              <a:ext uri="{FF2B5EF4-FFF2-40B4-BE49-F238E27FC236}">
                <a16:creationId xmlns:a16="http://schemas.microsoft.com/office/drawing/2014/main" id="{B3E1F414-4712-9E18-7A6E-B65A1CFFF341}"/>
              </a:ext>
            </a:extLst>
          </p:cNvPr>
          <p:cNvSpPr/>
          <p:nvPr/>
        </p:nvSpPr>
        <p:spPr>
          <a:xfrm>
            <a:off x="11344275" y="1451053"/>
            <a:ext cx="166452" cy="11104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7" name="CuadroTexto 16">
            <a:extLst>
              <a:ext uri="{FF2B5EF4-FFF2-40B4-BE49-F238E27FC236}">
                <a16:creationId xmlns:a16="http://schemas.microsoft.com/office/drawing/2014/main" id="{AABDB6A7-7B11-E639-C971-D0A468653391}"/>
              </a:ext>
            </a:extLst>
          </p:cNvPr>
          <p:cNvSpPr txBox="1"/>
          <p:nvPr/>
        </p:nvSpPr>
        <p:spPr>
          <a:xfrm>
            <a:off x="11301020" y="1621132"/>
            <a:ext cx="252962" cy="215444"/>
          </a:xfrm>
          <a:prstGeom prst="rect">
            <a:avLst/>
          </a:prstGeom>
          <a:solidFill>
            <a:schemeClr val="accent3"/>
          </a:solidFill>
        </p:spPr>
        <p:txBody>
          <a:bodyPr wrap="square" rtlCol="0">
            <a:spAutoFit/>
          </a:bodyPr>
          <a:lstStyle/>
          <a:p>
            <a:r>
              <a:rPr lang="es-CO" sz="800" b="1" dirty="0">
                <a:solidFill>
                  <a:schemeClr val="bg1"/>
                </a:solidFill>
              </a:rPr>
              <a:t>1</a:t>
            </a:r>
            <a:endParaRPr lang="en-US" sz="800" b="1" dirty="0">
              <a:solidFill>
                <a:schemeClr val="bg1"/>
              </a:solidFill>
            </a:endParaRPr>
          </a:p>
        </p:txBody>
      </p:sp>
      <p:sp>
        <p:nvSpPr>
          <p:cNvPr id="18" name="Rectángulo: esquinas redondeadas 17">
            <a:extLst>
              <a:ext uri="{FF2B5EF4-FFF2-40B4-BE49-F238E27FC236}">
                <a16:creationId xmlns:a16="http://schemas.microsoft.com/office/drawing/2014/main" id="{B6ACDFBD-808A-64E9-F509-FA3BCC66A478}"/>
              </a:ext>
            </a:extLst>
          </p:cNvPr>
          <p:cNvSpPr/>
          <p:nvPr/>
        </p:nvSpPr>
        <p:spPr>
          <a:xfrm>
            <a:off x="1255776" y="3752849"/>
            <a:ext cx="10692720" cy="1905001"/>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Font typeface="+mj-lt"/>
              <a:buAutoNum type="arabicPeriod"/>
            </a:pPr>
            <a:endParaRPr lang="es-ES_tradnl" sz="1200" dirty="0"/>
          </a:p>
          <a:p>
            <a:pPr marL="228600" indent="-228600">
              <a:buFont typeface="+mj-lt"/>
              <a:buAutoNum type="arabicPeriod"/>
            </a:pPr>
            <a:endParaRPr lang="es-ES_tradnl" sz="1200" dirty="0"/>
          </a:p>
          <a:p>
            <a:endParaRPr lang="es-ES_tradnl" sz="1200" dirty="0"/>
          </a:p>
          <a:p>
            <a:pPr marL="228600" indent="-228600">
              <a:buFont typeface="+mj-lt"/>
              <a:buAutoNum type="arabicPeriod"/>
            </a:pPr>
            <a:r>
              <a:rPr lang="es-ES_tradnl" sz="1200" dirty="0"/>
              <a:t>Para ingresar un nuevo código, debe hacer clic en esta opción</a:t>
            </a:r>
          </a:p>
          <a:p>
            <a:pPr marL="228600" indent="-228600">
              <a:buFont typeface="+mj-lt"/>
              <a:buAutoNum type="arabicPeriod"/>
            </a:pPr>
            <a:r>
              <a:rPr lang="es-ES_tradnl" sz="1200" dirty="0"/>
              <a:t>La Universidad debe ingresar el código para la razón de cambio.</a:t>
            </a:r>
          </a:p>
          <a:p>
            <a:pPr marL="228600" indent="-228600">
              <a:buFont typeface="+mj-lt"/>
              <a:buAutoNum type="arabicPeriod"/>
            </a:pPr>
            <a:r>
              <a:rPr lang="es-ES_tradnl" sz="1200" dirty="0"/>
              <a:t>Se debe incorporar la Descripción del código correspondiente.</a:t>
            </a:r>
          </a:p>
          <a:p>
            <a:pPr marL="228600" indent="-228600">
              <a:buFont typeface="+mj-lt"/>
              <a:buAutoNum type="arabicPeriod"/>
            </a:pPr>
            <a:r>
              <a:rPr lang="es-ES_tradnl" sz="1200" dirty="0"/>
              <a:t>Ingrese el código y descripción del atributo de razón de cambio requerido para el procesamiento de libro de calificación electrónico.</a:t>
            </a:r>
          </a:p>
          <a:p>
            <a:pPr marL="228600" indent="-228600">
              <a:buFont typeface="+mj-lt"/>
              <a:buAutoNum type="arabicPeriod"/>
            </a:pPr>
            <a:r>
              <a:rPr lang="es-CO" sz="1200" dirty="0"/>
              <a:t>Active la casilla si el código de cambio de calificación puede usarse más de una vez para calificar el mismo curso.</a:t>
            </a:r>
            <a:endParaRPr lang="es-ES_tradnl" sz="1200" dirty="0"/>
          </a:p>
          <a:p>
            <a:pPr marL="228600" indent="-228600">
              <a:buFont typeface="+mj-lt"/>
              <a:buAutoNum type="arabicPeriod"/>
            </a:pPr>
            <a:r>
              <a:rPr lang="es-CO" sz="1200" dirty="0"/>
              <a:t>Active la casilla si el código correspondiente no debe sobrescribirse por un cálculo automático.</a:t>
            </a:r>
          </a:p>
          <a:p>
            <a:r>
              <a:rPr lang="es-CO" sz="1200" dirty="0"/>
              <a:t>7.  Active la casilla si el código se usará para registrar el resultado de un cálculo automático de calificaciones. Una razón con este indicador seleccionado no se puede seleccionar por los usuarios</a:t>
            </a:r>
            <a:endParaRPr lang="es-ES_tradnl" sz="1200" dirty="0"/>
          </a:p>
          <a:p>
            <a:r>
              <a:rPr lang="es-ES_tradnl" sz="1200" dirty="0"/>
              <a:t>8.  </a:t>
            </a:r>
            <a:r>
              <a:rPr lang="es-CO" sz="1200" dirty="0"/>
              <a:t>Active la casilla si el código estará disponible para que los docentes lo registren en Autoservicio</a:t>
            </a:r>
            <a:endParaRPr lang="es-ES_tradnl" sz="1200" dirty="0"/>
          </a:p>
          <a:p>
            <a:pPr marL="228600" indent="-228600">
              <a:buFont typeface="+mj-lt"/>
              <a:buAutoNum type="arabicPeriod"/>
            </a:pPr>
            <a:endParaRPr lang="es-ES_tradnl" sz="1200" dirty="0"/>
          </a:p>
          <a:p>
            <a:pPr marL="228600" indent="-228600">
              <a:buFont typeface="+mj-lt"/>
              <a:buAutoNum type="arabicPeriod"/>
            </a:pPr>
            <a:endParaRPr lang="es-ES_tradnl" sz="1200" dirty="0"/>
          </a:p>
          <a:p>
            <a:pPr marL="228600" indent="-228600">
              <a:buFont typeface="+mj-lt"/>
              <a:buAutoNum type="arabicPeriod"/>
            </a:pPr>
            <a:endParaRPr lang="es-ES_tradnl" sz="1200" dirty="0"/>
          </a:p>
        </p:txBody>
      </p:sp>
      <p:sp>
        <p:nvSpPr>
          <p:cNvPr id="19" name="Rectángulo 18">
            <a:extLst>
              <a:ext uri="{FF2B5EF4-FFF2-40B4-BE49-F238E27FC236}">
                <a16:creationId xmlns:a16="http://schemas.microsoft.com/office/drawing/2014/main" id="{947D56A1-AE63-AF12-9225-FFA77324DD0F}"/>
              </a:ext>
            </a:extLst>
          </p:cNvPr>
          <p:cNvSpPr/>
          <p:nvPr/>
        </p:nvSpPr>
        <p:spPr>
          <a:xfrm>
            <a:off x="1123951" y="1728854"/>
            <a:ext cx="252962" cy="17308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20" name="Rectángulo 19">
            <a:extLst>
              <a:ext uri="{FF2B5EF4-FFF2-40B4-BE49-F238E27FC236}">
                <a16:creationId xmlns:a16="http://schemas.microsoft.com/office/drawing/2014/main" id="{91FD21A0-DBFC-DC2F-4E6B-DEA559A6DF7E}"/>
              </a:ext>
            </a:extLst>
          </p:cNvPr>
          <p:cNvSpPr/>
          <p:nvPr/>
        </p:nvSpPr>
        <p:spPr>
          <a:xfrm>
            <a:off x="1491213" y="1728854"/>
            <a:ext cx="804312" cy="17308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21" name="CuadroTexto 20">
            <a:extLst>
              <a:ext uri="{FF2B5EF4-FFF2-40B4-BE49-F238E27FC236}">
                <a16:creationId xmlns:a16="http://schemas.microsoft.com/office/drawing/2014/main" id="{97916189-FA62-4A3C-A56F-4A50CF745362}"/>
              </a:ext>
            </a:extLst>
          </p:cNvPr>
          <p:cNvSpPr txBox="1"/>
          <p:nvPr/>
        </p:nvSpPr>
        <p:spPr>
          <a:xfrm>
            <a:off x="1766888" y="2036495"/>
            <a:ext cx="252962" cy="215444"/>
          </a:xfrm>
          <a:prstGeom prst="rect">
            <a:avLst/>
          </a:prstGeom>
          <a:solidFill>
            <a:schemeClr val="accent3"/>
          </a:solidFill>
        </p:spPr>
        <p:txBody>
          <a:bodyPr wrap="square" rtlCol="0">
            <a:spAutoFit/>
          </a:bodyPr>
          <a:lstStyle/>
          <a:p>
            <a:r>
              <a:rPr lang="es-CO" sz="800" b="1" dirty="0">
                <a:solidFill>
                  <a:schemeClr val="bg1"/>
                </a:solidFill>
              </a:rPr>
              <a:t>3</a:t>
            </a:r>
            <a:endParaRPr lang="en-US" sz="800" b="1" dirty="0">
              <a:solidFill>
                <a:schemeClr val="bg1"/>
              </a:solidFill>
            </a:endParaRPr>
          </a:p>
        </p:txBody>
      </p:sp>
      <p:sp>
        <p:nvSpPr>
          <p:cNvPr id="22" name="CuadroTexto 21">
            <a:extLst>
              <a:ext uri="{FF2B5EF4-FFF2-40B4-BE49-F238E27FC236}">
                <a16:creationId xmlns:a16="http://schemas.microsoft.com/office/drawing/2014/main" id="{7B1534C0-EA1E-0B1B-5733-B4D61E944667}"/>
              </a:ext>
            </a:extLst>
          </p:cNvPr>
          <p:cNvSpPr txBox="1"/>
          <p:nvPr/>
        </p:nvSpPr>
        <p:spPr>
          <a:xfrm>
            <a:off x="1123949" y="2036495"/>
            <a:ext cx="252962" cy="215444"/>
          </a:xfrm>
          <a:prstGeom prst="rect">
            <a:avLst/>
          </a:prstGeom>
          <a:solidFill>
            <a:schemeClr val="accent3"/>
          </a:solidFill>
        </p:spPr>
        <p:txBody>
          <a:bodyPr wrap="square" rtlCol="0">
            <a:spAutoFit/>
          </a:bodyPr>
          <a:lstStyle/>
          <a:p>
            <a:r>
              <a:rPr lang="es-CO" sz="800" b="1" dirty="0">
                <a:solidFill>
                  <a:schemeClr val="bg1"/>
                </a:solidFill>
              </a:rPr>
              <a:t>2</a:t>
            </a:r>
            <a:endParaRPr lang="en-US" sz="800" b="1" dirty="0">
              <a:solidFill>
                <a:schemeClr val="bg1"/>
              </a:solidFill>
            </a:endParaRPr>
          </a:p>
        </p:txBody>
      </p:sp>
      <p:sp>
        <p:nvSpPr>
          <p:cNvPr id="6" name="CuadroTexto 5">
            <a:extLst>
              <a:ext uri="{FF2B5EF4-FFF2-40B4-BE49-F238E27FC236}">
                <a16:creationId xmlns:a16="http://schemas.microsoft.com/office/drawing/2014/main" id="{26CD6B2B-0F37-71BB-F97C-2F6B6214723E}"/>
              </a:ext>
            </a:extLst>
          </p:cNvPr>
          <p:cNvSpPr txBox="1"/>
          <p:nvPr/>
        </p:nvSpPr>
        <p:spPr>
          <a:xfrm>
            <a:off x="2965925" y="2026747"/>
            <a:ext cx="252962" cy="215444"/>
          </a:xfrm>
          <a:prstGeom prst="rect">
            <a:avLst/>
          </a:prstGeom>
          <a:solidFill>
            <a:schemeClr val="accent3"/>
          </a:solidFill>
        </p:spPr>
        <p:txBody>
          <a:bodyPr wrap="square" rtlCol="0">
            <a:spAutoFit/>
          </a:bodyPr>
          <a:lstStyle/>
          <a:p>
            <a:r>
              <a:rPr lang="es-CO" sz="800" b="1" dirty="0">
                <a:solidFill>
                  <a:schemeClr val="bg1"/>
                </a:solidFill>
              </a:rPr>
              <a:t>4</a:t>
            </a:r>
            <a:endParaRPr lang="en-US" sz="800" b="1" dirty="0">
              <a:solidFill>
                <a:schemeClr val="bg1"/>
              </a:solidFill>
            </a:endParaRPr>
          </a:p>
        </p:txBody>
      </p:sp>
      <p:sp>
        <p:nvSpPr>
          <p:cNvPr id="7" name="Rectángulo 6">
            <a:extLst>
              <a:ext uri="{FF2B5EF4-FFF2-40B4-BE49-F238E27FC236}">
                <a16:creationId xmlns:a16="http://schemas.microsoft.com/office/drawing/2014/main" id="{3AC080FD-C548-C78D-7F0F-62A140B6C05D}"/>
              </a:ext>
            </a:extLst>
          </p:cNvPr>
          <p:cNvSpPr/>
          <p:nvPr/>
        </p:nvSpPr>
        <p:spPr>
          <a:xfrm>
            <a:off x="2409824" y="1728855"/>
            <a:ext cx="1425913" cy="17308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8" name="Rectángulo 7">
            <a:extLst>
              <a:ext uri="{FF2B5EF4-FFF2-40B4-BE49-F238E27FC236}">
                <a16:creationId xmlns:a16="http://schemas.microsoft.com/office/drawing/2014/main" id="{84A48672-61F8-0191-349C-D2233DE8A032}"/>
              </a:ext>
            </a:extLst>
          </p:cNvPr>
          <p:cNvSpPr/>
          <p:nvPr/>
        </p:nvSpPr>
        <p:spPr>
          <a:xfrm>
            <a:off x="4252292" y="1728854"/>
            <a:ext cx="447675" cy="17308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9" name="Rectángulo 8">
            <a:extLst>
              <a:ext uri="{FF2B5EF4-FFF2-40B4-BE49-F238E27FC236}">
                <a16:creationId xmlns:a16="http://schemas.microsoft.com/office/drawing/2014/main" id="{186D45D3-A87C-8B47-3482-AB554081F956}"/>
              </a:ext>
            </a:extLst>
          </p:cNvPr>
          <p:cNvSpPr/>
          <p:nvPr/>
        </p:nvSpPr>
        <p:spPr>
          <a:xfrm>
            <a:off x="5174524" y="1728853"/>
            <a:ext cx="447675" cy="17308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1" name="CuadroTexto 10">
            <a:extLst>
              <a:ext uri="{FF2B5EF4-FFF2-40B4-BE49-F238E27FC236}">
                <a16:creationId xmlns:a16="http://schemas.microsoft.com/office/drawing/2014/main" id="{BCFEEB91-3DF6-FB9E-6F83-1015716265E4}"/>
              </a:ext>
            </a:extLst>
          </p:cNvPr>
          <p:cNvSpPr txBox="1"/>
          <p:nvPr/>
        </p:nvSpPr>
        <p:spPr>
          <a:xfrm>
            <a:off x="4349648" y="2036495"/>
            <a:ext cx="252962" cy="215444"/>
          </a:xfrm>
          <a:prstGeom prst="rect">
            <a:avLst/>
          </a:prstGeom>
          <a:solidFill>
            <a:schemeClr val="accent3"/>
          </a:solidFill>
        </p:spPr>
        <p:txBody>
          <a:bodyPr wrap="square" rtlCol="0">
            <a:spAutoFit/>
          </a:bodyPr>
          <a:lstStyle/>
          <a:p>
            <a:r>
              <a:rPr lang="es-CO" sz="800" b="1" dirty="0">
                <a:solidFill>
                  <a:schemeClr val="bg1"/>
                </a:solidFill>
              </a:rPr>
              <a:t>5</a:t>
            </a:r>
            <a:endParaRPr lang="en-US" sz="800" b="1" dirty="0">
              <a:solidFill>
                <a:schemeClr val="bg1"/>
              </a:solidFill>
            </a:endParaRPr>
          </a:p>
        </p:txBody>
      </p:sp>
      <p:sp>
        <p:nvSpPr>
          <p:cNvPr id="12" name="CuadroTexto 11">
            <a:extLst>
              <a:ext uri="{FF2B5EF4-FFF2-40B4-BE49-F238E27FC236}">
                <a16:creationId xmlns:a16="http://schemas.microsoft.com/office/drawing/2014/main" id="{5AE612F2-B488-46BC-DCD4-987D1E9805A1}"/>
              </a:ext>
            </a:extLst>
          </p:cNvPr>
          <p:cNvSpPr txBox="1"/>
          <p:nvPr/>
        </p:nvSpPr>
        <p:spPr>
          <a:xfrm>
            <a:off x="5295723" y="2036495"/>
            <a:ext cx="252962" cy="215444"/>
          </a:xfrm>
          <a:prstGeom prst="rect">
            <a:avLst/>
          </a:prstGeom>
          <a:solidFill>
            <a:schemeClr val="accent3"/>
          </a:solidFill>
        </p:spPr>
        <p:txBody>
          <a:bodyPr wrap="square" rtlCol="0">
            <a:spAutoFit/>
          </a:bodyPr>
          <a:lstStyle/>
          <a:p>
            <a:r>
              <a:rPr lang="es-CO" sz="800" b="1" dirty="0">
                <a:solidFill>
                  <a:schemeClr val="bg1"/>
                </a:solidFill>
              </a:rPr>
              <a:t>6</a:t>
            </a:r>
            <a:endParaRPr lang="en-US" sz="800" b="1" dirty="0">
              <a:solidFill>
                <a:schemeClr val="bg1"/>
              </a:solidFill>
            </a:endParaRPr>
          </a:p>
        </p:txBody>
      </p:sp>
      <p:sp>
        <p:nvSpPr>
          <p:cNvPr id="14" name="Rectángulo 13">
            <a:extLst>
              <a:ext uri="{FF2B5EF4-FFF2-40B4-BE49-F238E27FC236}">
                <a16:creationId xmlns:a16="http://schemas.microsoft.com/office/drawing/2014/main" id="{9D57DD0B-5FFE-39E2-0647-7BEB69649958}"/>
              </a:ext>
            </a:extLst>
          </p:cNvPr>
          <p:cNvSpPr/>
          <p:nvPr/>
        </p:nvSpPr>
        <p:spPr>
          <a:xfrm>
            <a:off x="5898424" y="1728853"/>
            <a:ext cx="447675" cy="17308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5" name="Rectángulo 14">
            <a:extLst>
              <a:ext uri="{FF2B5EF4-FFF2-40B4-BE49-F238E27FC236}">
                <a16:creationId xmlns:a16="http://schemas.microsoft.com/office/drawing/2014/main" id="{59937053-8826-EBFD-2863-3B6B448478C2}"/>
              </a:ext>
            </a:extLst>
          </p:cNvPr>
          <p:cNvSpPr/>
          <p:nvPr/>
        </p:nvSpPr>
        <p:spPr>
          <a:xfrm>
            <a:off x="6719871" y="1728853"/>
            <a:ext cx="447675" cy="17308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6" name="CuadroTexto 15">
            <a:extLst>
              <a:ext uri="{FF2B5EF4-FFF2-40B4-BE49-F238E27FC236}">
                <a16:creationId xmlns:a16="http://schemas.microsoft.com/office/drawing/2014/main" id="{0AA6BD14-4BFE-692D-CA47-66E85E819CC2}"/>
              </a:ext>
            </a:extLst>
          </p:cNvPr>
          <p:cNvSpPr txBox="1"/>
          <p:nvPr/>
        </p:nvSpPr>
        <p:spPr>
          <a:xfrm>
            <a:off x="6000810" y="2036495"/>
            <a:ext cx="252962" cy="215444"/>
          </a:xfrm>
          <a:prstGeom prst="rect">
            <a:avLst/>
          </a:prstGeom>
          <a:solidFill>
            <a:schemeClr val="accent3"/>
          </a:solidFill>
        </p:spPr>
        <p:txBody>
          <a:bodyPr wrap="square" rtlCol="0">
            <a:spAutoFit/>
          </a:bodyPr>
          <a:lstStyle/>
          <a:p>
            <a:r>
              <a:rPr lang="es-CO" sz="800" b="1" dirty="0">
                <a:solidFill>
                  <a:schemeClr val="bg1"/>
                </a:solidFill>
              </a:rPr>
              <a:t>7</a:t>
            </a:r>
            <a:endParaRPr lang="en-US" sz="800" b="1" dirty="0">
              <a:solidFill>
                <a:schemeClr val="bg1"/>
              </a:solidFill>
            </a:endParaRPr>
          </a:p>
        </p:txBody>
      </p:sp>
      <p:sp>
        <p:nvSpPr>
          <p:cNvPr id="23" name="CuadroTexto 22">
            <a:extLst>
              <a:ext uri="{FF2B5EF4-FFF2-40B4-BE49-F238E27FC236}">
                <a16:creationId xmlns:a16="http://schemas.microsoft.com/office/drawing/2014/main" id="{C54A7C5D-F254-3991-4339-7B86523983DA}"/>
              </a:ext>
            </a:extLst>
          </p:cNvPr>
          <p:cNvSpPr txBox="1"/>
          <p:nvPr/>
        </p:nvSpPr>
        <p:spPr>
          <a:xfrm>
            <a:off x="6817227" y="2026747"/>
            <a:ext cx="252962" cy="215444"/>
          </a:xfrm>
          <a:prstGeom prst="rect">
            <a:avLst/>
          </a:prstGeom>
          <a:solidFill>
            <a:schemeClr val="accent3"/>
          </a:solidFill>
        </p:spPr>
        <p:txBody>
          <a:bodyPr wrap="square" rtlCol="0">
            <a:spAutoFit/>
          </a:bodyPr>
          <a:lstStyle/>
          <a:p>
            <a:r>
              <a:rPr lang="es-CO" sz="800" b="1" dirty="0">
                <a:solidFill>
                  <a:schemeClr val="bg1"/>
                </a:solidFill>
              </a:rPr>
              <a:t>8</a:t>
            </a:r>
            <a:endParaRPr lang="en-US" sz="800" b="1" dirty="0">
              <a:solidFill>
                <a:schemeClr val="bg1"/>
              </a:solidFill>
            </a:endParaRPr>
          </a:p>
        </p:txBody>
      </p:sp>
    </p:spTree>
    <p:extLst>
      <p:ext uri="{BB962C8B-B14F-4D97-AF65-F5344CB8AC3E}">
        <p14:creationId xmlns:p14="http://schemas.microsoft.com/office/powerpoint/2010/main" val="2396966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E8F65-32AB-E95F-A4AF-13FB48E8F6CA}"/>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AE1B9230-2701-60EF-8484-A22F8F3A62F2}"/>
              </a:ext>
            </a:extLst>
          </p:cNvPr>
          <p:cNvPicPr>
            <a:picLocks noChangeAspect="1"/>
          </p:cNvPicPr>
          <p:nvPr/>
        </p:nvPicPr>
        <p:blipFill>
          <a:blip r:embed="rId3"/>
          <a:stretch>
            <a:fillRect/>
          </a:stretch>
        </p:blipFill>
        <p:spPr>
          <a:xfrm>
            <a:off x="1123950" y="1003382"/>
            <a:ext cx="10846587" cy="5281915"/>
          </a:xfrm>
          <a:prstGeom prst="rect">
            <a:avLst/>
          </a:prstGeom>
        </p:spPr>
      </p:pic>
      <p:sp>
        <p:nvSpPr>
          <p:cNvPr id="2" name="Marcador de texto vertical 1">
            <a:extLst>
              <a:ext uri="{FF2B5EF4-FFF2-40B4-BE49-F238E27FC236}">
                <a16:creationId xmlns:a16="http://schemas.microsoft.com/office/drawing/2014/main" id="{2AC153D5-00AF-DAF9-FE61-C484EA9651B5}"/>
              </a:ext>
            </a:extLst>
          </p:cNvPr>
          <p:cNvSpPr>
            <a:spLocks noGrp="1"/>
          </p:cNvSpPr>
          <p:nvPr>
            <p:ph type="body" orient="vert" sz="quarter" idx="17"/>
          </p:nvPr>
        </p:nvSpPr>
        <p:spPr>
          <a:xfrm rot="10800000">
            <a:off x="243505" y="685800"/>
            <a:ext cx="609600" cy="5486399"/>
          </a:xfrm>
        </p:spPr>
        <p:txBody>
          <a:bodyPr/>
          <a:lstStyle/>
          <a:p>
            <a:r>
              <a:rPr lang="es-CO" dirty="0"/>
              <a:t>Gestionar ingreso de calificaciones extraordinarias después de pasadas a Historia Académica</a:t>
            </a:r>
            <a:br>
              <a:rPr lang="es-ES" dirty="0"/>
            </a:br>
            <a:endParaRPr lang="en-US" dirty="0"/>
          </a:p>
        </p:txBody>
      </p:sp>
      <p:sp>
        <p:nvSpPr>
          <p:cNvPr id="13" name="Title 12">
            <a:extLst>
              <a:ext uri="{FF2B5EF4-FFF2-40B4-BE49-F238E27FC236}">
                <a16:creationId xmlns:a16="http://schemas.microsoft.com/office/drawing/2014/main" id="{10594EE0-7129-A4FE-8A2B-2E335AE02626}"/>
              </a:ext>
            </a:extLst>
          </p:cNvPr>
          <p:cNvSpPr>
            <a:spLocks noGrp="1"/>
          </p:cNvSpPr>
          <p:nvPr>
            <p:ph type="title"/>
          </p:nvPr>
        </p:nvSpPr>
        <p:spPr>
          <a:xfrm>
            <a:off x="861398" y="324440"/>
            <a:ext cx="10477497" cy="898555"/>
          </a:xfrm>
        </p:spPr>
        <p:txBody>
          <a:bodyPr/>
          <a:lstStyle/>
          <a:p>
            <a:pPr algn="ctr"/>
            <a:r>
              <a:rPr lang="es-ES_tradnl" dirty="0">
                <a:solidFill>
                  <a:schemeClr val="accent1"/>
                </a:solidFill>
              </a:rPr>
              <a:t> Configuraciones: </a:t>
            </a:r>
            <a:r>
              <a:rPr lang="es-ES_tradnl" b="0" dirty="0">
                <a:solidFill>
                  <a:schemeClr val="accent1"/>
                </a:solidFill>
              </a:rPr>
              <a:t>Razones de cambio de calificaciones</a:t>
            </a:r>
          </a:p>
        </p:txBody>
      </p:sp>
      <p:sp>
        <p:nvSpPr>
          <p:cNvPr id="18" name="Rectángulo: esquinas redondeadas 17">
            <a:extLst>
              <a:ext uri="{FF2B5EF4-FFF2-40B4-BE49-F238E27FC236}">
                <a16:creationId xmlns:a16="http://schemas.microsoft.com/office/drawing/2014/main" id="{F34CB817-28F3-0735-DCAD-421FBDEB40D4}"/>
              </a:ext>
            </a:extLst>
          </p:cNvPr>
          <p:cNvSpPr/>
          <p:nvPr/>
        </p:nvSpPr>
        <p:spPr>
          <a:xfrm>
            <a:off x="1152896" y="3644339"/>
            <a:ext cx="10696204" cy="1156261"/>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CO" sz="1100" dirty="0"/>
          </a:p>
          <a:p>
            <a:endParaRPr lang="es-CO" sz="1100" dirty="0"/>
          </a:p>
          <a:p>
            <a:r>
              <a:rPr lang="es-CO" sz="1100" dirty="0"/>
              <a:t>9.  Active la casilla si este código de cambio de calificación se va a usar para registrar un cambio de marca o calificación en la Historia Académica.</a:t>
            </a:r>
            <a:endParaRPr lang="es-ES_tradnl" sz="1100" dirty="0"/>
          </a:p>
          <a:p>
            <a:r>
              <a:rPr lang="es-CO" sz="1100" dirty="0"/>
              <a:t>10 .  Active la casilla si este código de cambio de calificación está disponible para reestimación. Este cuadro solo se puede seleccionar si el cuadro de Historia Académica está seleccionado.</a:t>
            </a:r>
            <a:endParaRPr lang="es-ES_tradnl" sz="1100" dirty="0"/>
          </a:p>
          <a:p>
            <a:r>
              <a:rPr lang="es-CO" sz="1100" dirty="0"/>
              <a:t>11.  Active la casilla Indicador de </a:t>
            </a:r>
            <a:r>
              <a:rPr lang="es-CO" sz="1100" dirty="0" err="1"/>
              <a:t>re-examen</a:t>
            </a:r>
            <a:r>
              <a:rPr lang="es-CO" sz="1100" dirty="0"/>
              <a:t> si el código se puede utilizar para indicar que la nota ingresada tiene un status de </a:t>
            </a:r>
            <a:r>
              <a:rPr lang="es-CO" sz="1100" dirty="0" err="1"/>
              <a:t>re-examen</a:t>
            </a:r>
            <a:r>
              <a:rPr lang="es-CO" sz="1100" dirty="0"/>
              <a:t>.</a:t>
            </a:r>
            <a:endParaRPr lang="es-ES_tradnl" sz="1100" dirty="0"/>
          </a:p>
          <a:p>
            <a:r>
              <a:rPr lang="es-ES_tradnl" sz="1100" dirty="0"/>
              <a:t>12.  Se debe presionar “Guardar” para que la información quede registrada en el sistema</a:t>
            </a:r>
          </a:p>
          <a:p>
            <a:endParaRPr lang="es-ES_tradnl" sz="1100" dirty="0"/>
          </a:p>
          <a:p>
            <a:pPr marL="228600" indent="-228600">
              <a:buFont typeface="+mj-lt"/>
              <a:buAutoNum type="arabicPeriod"/>
            </a:pPr>
            <a:endParaRPr lang="es-ES_tradnl" sz="1100" dirty="0"/>
          </a:p>
        </p:txBody>
      </p:sp>
      <p:sp>
        <p:nvSpPr>
          <p:cNvPr id="5" name="Rectángulo 4">
            <a:extLst>
              <a:ext uri="{FF2B5EF4-FFF2-40B4-BE49-F238E27FC236}">
                <a16:creationId xmlns:a16="http://schemas.microsoft.com/office/drawing/2014/main" id="{DE655E13-5002-6A00-8E80-8A9BC3CA93E3}"/>
              </a:ext>
            </a:extLst>
          </p:cNvPr>
          <p:cNvSpPr/>
          <p:nvPr/>
        </p:nvSpPr>
        <p:spPr>
          <a:xfrm>
            <a:off x="7617258" y="1736702"/>
            <a:ext cx="593292" cy="16523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6" name="Rectángulo 5">
            <a:extLst>
              <a:ext uri="{FF2B5EF4-FFF2-40B4-BE49-F238E27FC236}">
                <a16:creationId xmlns:a16="http://schemas.microsoft.com/office/drawing/2014/main" id="{CB9124E9-EDE3-9A74-2EE0-8303505BDDB2}"/>
              </a:ext>
            </a:extLst>
          </p:cNvPr>
          <p:cNvSpPr/>
          <p:nvPr/>
        </p:nvSpPr>
        <p:spPr>
          <a:xfrm>
            <a:off x="8684058" y="1728670"/>
            <a:ext cx="593292" cy="16523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7" name="Rectángulo 6">
            <a:extLst>
              <a:ext uri="{FF2B5EF4-FFF2-40B4-BE49-F238E27FC236}">
                <a16:creationId xmlns:a16="http://schemas.microsoft.com/office/drawing/2014/main" id="{A61ABE5F-A1C8-112D-4B14-469383552B1D}"/>
              </a:ext>
            </a:extLst>
          </p:cNvPr>
          <p:cNvSpPr/>
          <p:nvPr/>
        </p:nvSpPr>
        <p:spPr>
          <a:xfrm>
            <a:off x="10235227" y="1728670"/>
            <a:ext cx="593292" cy="16523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8" name="CuadroTexto 7">
            <a:extLst>
              <a:ext uri="{FF2B5EF4-FFF2-40B4-BE49-F238E27FC236}">
                <a16:creationId xmlns:a16="http://schemas.microsoft.com/office/drawing/2014/main" id="{2F241021-FB62-9104-C159-F2D9514FCB08}"/>
              </a:ext>
            </a:extLst>
          </p:cNvPr>
          <p:cNvSpPr txBox="1"/>
          <p:nvPr/>
        </p:nvSpPr>
        <p:spPr>
          <a:xfrm>
            <a:off x="7787423" y="1944198"/>
            <a:ext cx="252962" cy="215444"/>
          </a:xfrm>
          <a:prstGeom prst="rect">
            <a:avLst/>
          </a:prstGeom>
          <a:solidFill>
            <a:schemeClr val="accent3"/>
          </a:solidFill>
        </p:spPr>
        <p:txBody>
          <a:bodyPr wrap="square" rtlCol="0">
            <a:spAutoFit/>
          </a:bodyPr>
          <a:lstStyle/>
          <a:p>
            <a:r>
              <a:rPr lang="es-CO" sz="800" b="1" dirty="0">
                <a:solidFill>
                  <a:schemeClr val="bg1"/>
                </a:solidFill>
              </a:rPr>
              <a:t>9</a:t>
            </a:r>
            <a:endParaRPr lang="en-US" sz="800" b="1" dirty="0">
              <a:solidFill>
                <a:schemeClr val="bg1"/>
              </a:solidFill>
            </a:endParaRPr>
          </a:p>
        </p:txBody>
      </p:sp>
      <p:sp>
        <p:nvSpPr>
          <p:cNvPr id="9" name="CuadroTexto 8">
            <a:extLst>
              <a:ext uri="{FF2B5EF4-FFF2-40B4-BE49-F238E27FC236}">
                <a16:creationId xmlns:a16="http://schemas.microsoft.com/office/drawing/2014/main" id="{9FA2BD80-F025-A666-7CB2-AF762CBF4DCB}"/>
              </a:ext>
            </a:extLst>
          </p:cNvPr>
          <p:cNvSpPr txBox="1"/>
          <p:nvPr/>
        </p:nvSpPr>
        <p:spPr>
          <a:xfrm>
            <a:off x="8854222" y="1944198"/>
            <a:ext cx="308827" cy="215444"/>
          </a:xfrm>
          <a:prstGeom prst="rect">
            <a:avLst/>
          </a:prstGeom>
          <a:solidFill>
            <a:schemeClr val="accent3"/>
          </a:solidFill>
        </p:spPr>
        <p:txBody>
          <a:bodyPr wrap="square" rtlCol="0">
            <a:spAutoFit/>
          </a:bodyPr>
          <a:lstStyle/>
          <a:p>
            <a:r>
              <a:rPr lang="es-CO" sz="800" b="1" dirty="0">
                <a:solidFill>
                  <a:schemeClr val="bg1"/>
                </a:solidFill>
              </a:rPr>
              <a:t>10</a:t>
            </a:r>
            <a:endParaRPr lang="en-US" sz="800" b="1" dirty="0">
              <a:solidFill>
                <a:schemeClr val="bg1"/>
              </a:solidFill>
            </a:endParaRPr>
          </a:p>
        </p:txBody>
      </p:sp>
      <p:sp>
        <p:nvSpPr>
          <p:cNvPr id="11" name="CuadroTexto 10">
            <a:extLst>
              <a:ext uri="{FF2B5EF4-FFF2-40B4-BE49-F238E27FC236}">
                <a16:creationId xmlns:a16="http://schemas.microsoft.com/office/drawing/2014/main" id="{46AFF3C8-BBE1-34C7-B535-93885C7D14C2}"/>
              </a:ext>
            </a:extLst>
          </p:cNvPr>
          <p:cNvSpPr txBox="1"/>
          <p:nvPr/>
        </p:nvSpPr>
        <p:spPr>
          <a:xfrm>
            <a:off x="10405392" y="1944198"/>
            <a:ext cx="308826" cy="215444"/>
          </a:xfrm>
          <a:prstGeom prst="rect">
            <a:avLst/>
          </a:prstGeom>
          <a:solidFill>
            <a:schemeClr val="accent3"/>
          </a:solidFill>
        </p:spPr>
        <p:txBody>
          <a:bodyPr wrap="square" rtlCol="0">
            <a:spAutoFit/>
          </a:bodyPr>
          <a:lstStyle/>
          <a:p>
            <a:r>
              <a:rPr lang="es-CO" sz="800" b="1" dirty="0">
                <a:solidFill>
                  <a:schemeClr val="bg1"/>
                </a:solidFill>
              </a:rPr>
              <a:t>11</a:t>
            </a:r>
            <a:endParaRPr lang="en-US" sz="800" b="1" dirty="0">
              <a:solidFill>
                <a:schemeClr val="bg1"/>
              </a:solidFill>
            </a:endParaRPr>
          </a:p>
        </p:txBody>
      </p:sp>
      <p:sp>
        <p:nvSpPr>
          <p:cNvPr id="12" name="CuadroTexto 11">
            <a:extLst>
              <a:ext uri="{FF2B5EF4-FFF2-40B4-BE49-F238E27FC236}">
                <a16:creationId xmlns:a16="http://schemas.microsoft.com/office/drawing/2014/main" id="{AD1BEB0B-187B-F755-AF47-1EB82D958626}"/>
              </a:ext>
            </a:extLst>
          </p:cNvPr>
          <p:cNvSpPr txBox="1"/>
          <p:nvPr/>
        </p:nvSpPr>
        <p:spPr>
          <a:xfrm>
            <a:off x="11628738" y="5854618"/>
            <a:ext cx="308826" cy="215444"/>
          </a:xfrm>
          <a:prstGeom prst="rect">
            <a:avLst/>
          </a:prstGeom>
          <a:solidFill>
            <a:schemeClr val="accent1"/>
          </a:solidFill>
        </p:spPr>
        <p:txBody>
          <a:bodyPr wrap="square" rtlCol="0">
            <a:spAutoFit/>
          </a:bodyPr>
          <a:lstStyle/>
          <a:p>
            <a:r>
              <a:rPr lang="es-CO" sz="800" b="1" dirty="0">
                <a:solidFill>
                  <a:schemeClr val="bg1"/>
                </a:solidFill>
              </a:rPr>
              <a:t>12</a:t>
            </a:r>
            <a:endParaRPr lang="en-US" sz="800" b="1" dirty="0">
              <a:solidFill>
                <a:schemeClr val="bg1"/>
              </a:solidFill>
            </a:endParaRPr>
          </a:p>
        </p:txBody>
      </p:sp>
    </p:spTree>
    <p:extLst>
      <p:ext uri="{BB962C8B-B14F-4D97-AF65-F5344CB8AC3E}">
        <p14:creationId xmlns:p14="http://schemas.microsoft.com/office/powerpoint/2010/main" val="38245727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texto vertical 4">
            <a:extLst>
              <a:ext uri="{FF2B5EF4-FFF2-40B4-BE49-F238E27FC236}">
                <a16:creationId xmlns:a16="http://schemas.microsoft.com/office/drawing/2014/main" id="{D5FB153C-E093-F2A7-6300-8369346125C7}"/>
              </a:ext>
            </a:extLst>
          </p:cNvPr>
          <p:cNvSpPr>
            <a:spLocks noGrp="1"/>
          </p:cNvSpPr>
          <p:nvPr>
            <p:ph type="body" orient="vert" sz="quarter" idx="10"/>
          </p:nvPr>
        </p:nvSpPr>
        <p:spPr>
          <a:xfrm>
            <a:off x="224589" y="685800"/>
            <a:ext cx="609600" cy="5486399"/>
          </a:xfrm>
        </p:spPr>
        <p:txBody>
          <a:bodyPr/>
          <a:lstStyle/>
          <a:p>
            <a:r>
              <a:rPr lang="es-CO" dirty="0"/>
              <a:t>Gestionar ingreso de calificaciones extraordinarias después de pasadas a Historia Académica</a:t>
            </a:r>
            <a:br>
              <a:rPr lang="es-ES" dirty="0"/>
            </a:br>
            <a:endParaRPr lang="en-US" dirty="0"/>
          </a:p>
        </p:txBody>
      </p:sp>
      <p:sp>
        <p:nvSpPr>
          <p:cNvPr id="4" name="Título 3">
            <a:extLst>
              <a:ext uri="{FF2B5EF4-FFF2-40B4-BE49-F238E27FC236}">
                <a16:creationId xmlns:a16="http://schemas.microsoft.com/office/drawing/2014/main" id="{9782A3B3-C066-6E6D-9B0C-D064042F5E1B}"/>
              </a:ext>
            </a:extLst>
          </p:cNvPr>
          <p:cNvSpPr>
            <a:spLocks noGrp="1"/>
          </p:cNvSpPr>
          <p:nvPr>
            <p:ph type="title"/>
          </p:nvPr>
        </p:nvSpPr>
        <p:spPr/>
        <p:txBody>
          <a:bodyPr/>
          <a:lstStyle/>
          <a:p>
            <a:r>
              <a:rPr lang="es-ES_tradnl" sz="4000" dirty="0"/>
              <a:t>Periodo</a:t>
            </a:r>
            <a:endParaRPr lang="es-419" dirty="0"/>
          </a:p>
        </p:txBody>
      </p:sp>
      <p:sp>
        <p:nvSpPr>
          <p:cNvPr id="6" name="Marcador de texto 5">
            <a:extLst>
              <a:ext uri="{FF2B5EF4-FFF2-40B4-BE49-F238E27FC236}">
                <a16:creationId xmlns:a16="http://schemas.microsoft.com/office/drawing/2014/main" id="{A3B5F139-C8B1-2F6E-63DF-012A9853CB7E}"/>
              </a:ext>
            </a:extLst>
          </p:cNvPr>
          <p:cNvSpPr>
            <a:spLocks noGrp="1"/>
          </p:cNvSpPr>
          <p:nvPr>
            <p:ph type="body" sz="quarter" idx="18"/>
          </p:nvPr>
        </p:nvSpPr>
        <p:spPr/>
        <p:txBody>
          <a:bodyPr/>
          <a:lstStyle/>
          <a:p>
            <a:r>
              <a:rPr lang="es-ES_tradnl" sz="2000" dirty="0"/>
              <a:t>Propiedades para el ingreso al autoservicio</a:t>
            </a:r>
          </a:p>
        </p:txBody>
      </p:sp>
    </p:spTree>
    <p:extLst>
      <p:ext uri="{BB962C8B-B14F-4D97-AF65-F5344CB8AC3E}">
        <p14:creationId xmlns:p14="http://schemas.microsoft.com/office/powerpoint/2010/main" val="12098486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494F9-BD14-4F8F-DFC3-536589479090}"/>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330FEC48-36AC-3DEE-7A74-2ED683B880F8}"/>
              </a:ext>
            </a:extLst>
          </p:cNvPr>
          <p:cNvPicPr>
            <a:picLocks noChangeAspect="1"/>
          </p:cNvPicPr>
          <p:nvPr/>
        </p:nvPicPr>
        <p:blipFill>
          <a:blip r:embed="rId3"/>
          <a:stretch>
            <a:fillRect/>
          </a:stretch>
        </p:blipFill>
        <p:spPr>
          <a:xfrm>
            <a:off x="1044734" y="813877"/>
            <a:ext cx="10507578" cy="5091923"/>
          </a:xfrm>
          <a:prstGeom prst="rect">
            <a:avLst/>
          </a:prstGeom>
        </p:spPr>
      </p:pic>
      <p:sp>
        <p:nvSpPr>
          <p:cNvPr id="2" name="Marcador de texto vertical 1">
            <a:extLst>
              <a:ext uri="{FF2B5EF4-FFF2-40B4-BE49-F238E27FC236}">
                <a16:creationId xmlns:a16="http://schemas.microsoft.com/office/drawing/2014/main" id="{0C52B2FE-0012-28ED-37AA-5B4DAAD2C936}"/>
              </a:ext>
            </a:extLst>
          </p:cNvPr>
          <p:cNvSpPr>
            <a:spLocks noGrp="1"/>
          </p:cNvSpPr>
          <p:nvPr>
            <p:ph type="body" orient="vert" sz="quarter" idx="17"/>
          </p:nvPr>
        </p:nvSpPr>
        <p:spPr>
          <a:xfrm rot="10800000">
            <a:off x="243505" y="685800"/>
            <a:ext cx="609600" cy="5486399"/>
          </a:xfrm>
        </p:spPr>
        <p:txBody>
          <a:bodyPr/>
          <a:lstStyle/>
          <a:p>
            <a:r>
              <a:rPr lang="es-CO" dirty="0"/>
              <a:t>Gestionar ingreso de calificaciones extraordinarias después de pasadas a Historia Académica</a:t>
            </a:r>
            <a:br>
              <a:rPr lang="es-ES" dirty="0"/>
            </a:br>
            <a:endParaRPr lang="en-US" dirty="0"/>
          </a:p>
        </p:txBody>
      </p:sp>
      <p:sp>
        <p:nvSpPr>
          <p:cNvPr id="13" name="Title 12">
            <a:extLst>
              <a:ext uri="{FF2B5EF4-FFF2-40B4-BE49-F238E27FC236}">
                <a16:creationId xmlns:a16="http://schemas.microsoft.com/office/drawing/2014/main" id="{3FC099C8-B966-B5B1-7E34-C94B72C6E758}"/>
              </a:ext>
            </a:extLst>
          </p:cNvPr>
          <p:cNvSpPr>
            <a:spLocks noGrp="1"/>
          </p:cNvSpPr>
          <p:nvPr>
            <p:ph type="title"/>
          </p:nvPr>
        </p:nvSpPr>
        <p:spPr>
          <a:xfrm>
            <a:off x="639688" y="364599"/>
            <a:ext cx="4985722" cy="898555"/>
          </a:xfrm>
        </p:spPr>
        <p:txBody>
          <a:bodyPr/>
          <a:lstStyle/>
          <a:p>
            <a:pPr algn="ctr"/>
            <a:r>
              <a:rPr lang="es-ES_tradnl" dirty="0">
                <a:solidFill>
                  <a:schemeClr val="accent1"/>
                </a:solidFill>
              </a:rPr>
              <a:t> Configuraciones: </a:t>
            </a:r>
            <a:r>
              <a:rPr lang="es-ES_tradnl" b="0" dirty="0">
                <a:solidFill>
                  <a:schemeClr val="accent1"/>
                </a:solidFill>
              </a:rPr>
              <a:t>Periodo</a:t>
            </a:r>
          </a:p>
        </p:txBody>
      </p:sp>
      <p:sp>
        <p:nvSpPr>
          <p:cNvPr id="10" name="Rectángulo 9">
            <a:extLst>
              <a:ext uri="{FF2B5EF4-FFF2-40B4-BE49-F238E27FC236}">
                <a16:creationId xmlns:a16="http://schemas.microsoft.com/office/drawing/2014/main" id="{A25319A0-1855-97F1-DF1C-0093754F72F4}"/>
              </a:ext>
            </a:extLst>
          </p:cNvPr>
          <p:cNvSpPr/>
          <p:nvPr/>
        </p:nvSpPr>
        <p:spPr>
          <a:xfrm>
            <a:off x="970046" y="2770420"/>
            <a:ext cx="10650453" cy="82387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8" name="Rectángulo: esquinas redondeadas 17">
            <a:extLst>
              <a:ext uri="{FF2B5EF4-FFF2-40B4-BE49-F238E27FC236}">
                <a16:creationId xmlns:a16="http://schemas.microsoft.com/office/drawing/2014/main" id="{54F5BCA0-55CB-AF17-C483-9D493D8A88DB}"/>
              </a:ext>
            </a:extLst>
          </p:cNvPr>
          <p:cNvSpPr/>
          <p:nvPr/>
        </p:nvSpPr>
        <p:spPr>
          <a:xfrm>
            <a:off x="1044734" y="4155571"/>
            <a:ext cx="10507578" cy="635504"/>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CO" sz="1100" dirty="0"/>
          </a:p>
          <a:p>
            <a:pPr marL="228600" indent="-228600">
              <a:buFontTx/>
              <a:buAutoNum type="arabicPeriod" startAt="8"/>
            </a:pPr>
            <a:endParaRPr lang="es-CO" sz="1100" dirty="0"/>
          </a:p>
          <a:p>
            <a:pPr marL="228600" indent="-228600">
              <a:buFontTx/>
              <a:buAutoNum type="arabicPeriod" startAt="8"/>
            </a:pPr>
            <a:endParaRPr lang="es-CO" sz="1100" dirty="0"/>
          </a:p>
          <a:p>
            <a:r>
              <a:rPr lang="es-ES_tradnl" sz="1200" dirty="0"/>
              <a:t>Las fechas de acceso de los docentes para el Autoservicio deben estar establecidas previamente</a:t>
            </a:r>
          </a:p>
          <a:p>
            <a:endParaRPr lang="es-ES_tradnl" sz="1100" dirty="0"/>
          </a:p>
          <a:p>
            <a:pPr marL="228600" indent="-228600">
              <a:buAutoNum type="arabicPeriod" startAt="8"/>
            </a:pPr>
            <a:endParaRPr lang="es-ES_tradnl" sz="1100" dirty="0"/>
          </a:p>
          <a:p>
            <a:pPr marL="228600" indent="-228600">
              <a:buAutoNum type="arabicPeriod" startAt="6"/>
            </a:pPr>
            <a:endParaRPr lang="es-ES_tradnl" sz="1100" dirty="0"/>
          </a:p>
          <a:p>
            <a:pPr marL="228600" indent="-228600">
              <a:buFont typeface="+mj-lt"/>
              <a:buAutoNum type="arabicPeriod"/>
            </a:pPr>
            <a:endParaRPr lang="es-ES_tradnl" sz="1100" dirty="0"/>
          </a:p>
        </p:txBody>
      </p:sp>
    </p:spTree>
    <p:extLst>
      <p:ext uri="{BB962C8B-B14F-4D97-AF65-F5344CB8AC3E}">
        <p14:creationId xmlns:p14="http://schemas.microsoft.com/office/powerpoint/2010/main" val="19731277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975D2-D928-8D35-B2FA-18D693BF64CF}"/>
            </a:ext>
          </a:extLst>
        </p:cNvPr>
        <p:cNvGrpSpPr/>
        <p:nvPr/>
      </p:nvGrpSpPr>
      <p:grpSpPr>
        <a:xfrm>
          <a:off x="0" y="0"/>
          <a:ext cx="0" cy="0"/>
          <a:chOff x="0" y="0"/>
          <a:chExt cx="0" cy="0"/>
        </a:xfrm>
      </p:grpSpPr>
      <p:sp>
        <p:nvSpPr>
          <p:cNvPr id="5" name="Marcador de texto vertical 4">
            <a:extLst>
              <a:ext uri="{FF2B5EF4-FFF2-40B4-BE49-F238E27FC236}">
                <a16:creationId xmlns:a16="http://schemas.microsoft.com/office/drawing/2014/main" id="{CF5BC4BC-BB13-1A19-6F8B-82C23EB6CDE8}"/>
              </a:ext>
            </a:extLst>
          </p:cNvPr>
          <p:cNvSpPr>
            <a:spLocks noGrp="1"/>
          </p:cNvSpPr>
          <p:nvPr>
            <p:ph type="body" orient="vert" sz="quarter" idx="10"/>
          </p:nvPr>
        </p:nvSpPr>
        <p:spPr>
          <a:xfrm>
            <a:off x="224589" y="685800"/>
            <a:ext cx="609600" cy="5486399"/>
          </a:xfrm>
        </p:spPr>
        <p:txBody>
          <a:bodyPr/>
          <a:lstStyle/>
          <a:p>
            <a:r>
              <a:rPr lang="es-CO" dirty="0"/>
              <a:t>Gestionar ingreso de calificaciones extraordinarias después de pasadas a Historia Académica</a:t>
            </a:r>
            <a:br>
              <a:rPr lang="es-ES" dirty="0"/>
            </a:br>
            <a:endParaRPr lang="en-US" dirty="0"/>
          </a:p>
        </p:txBody>
      </p:sp>
      <p:sp>
        <p:nvSpPr>
          <p:cNvPr id="4" name="Título 3">
            <a:extLst>
              <a:ext uri="{FF2B5EF4-FFF2-40B4-BE49-F238E27FC236}">
                <a16:creationId xmlns:a16="http://schemas.microsoft.com/office/drawing/2014/main" id="{6E2B843E-F566-E4AF-9B9A-113A76D8520B}"/>
              </a:ext>
            </a:extLst>
          </p:cNvPr>
          <p:cNvSpPr>
            <a:spLocks noGrp="1"/>
          </p:cNvSpPr>
          <p:nvPr>
            <p:ph type="title"/>
          </p:nvPr>
        </p:nvSpPr>
        <p:spPr/>
        <p:txBody>
          <a:bodyPr/>
          <a:lstStyle/>
          <a:p>
            <a:r>
              <a:rPr lang="es-ES_tradnl" sz="4000" dirty="0"/>
              <a:t>Calendario de ingreso de calificaciones</a:t>
            </a:r>
            <a:endParaRPr lang="es-419" dirty="0"/>
          </a:p>
        </p:txBody>
      </p:sp>
      <p:sp>
        <p:nvSpPr>
          <p:cNvPr id="6" name="Marcador de texto 5">
            <a:extLst>
              <a:ext uri="{FF2B5EF4-FFF2-40B4-BE49-F238E27FC236}">
                <a16:creationId xmlns:a16="http://schemas.microsoft.com/office/drawing/2014/main" id="{502089EC-580E-6AEF-AFAA-F08E3A40868E}"/>
              </a:ext>
            </a:extLst>
          </p:cNvPr>
          <p:cNvSpPr>
            <a:spLocks noGrp="1"/>
          </p:cNvSpPr>
          <p:nvPr>
            <p:ph type="body" sz="quarter" idx="18"/>
          </p:nvPr>
        </p:nvSpPr>
        <p:spPr/>
        <p:txBody>
          <a:bodyPr/>
          <a:lstStyle/>
          <a:p>
            <a:r>
              <a:rPr lang="es-ES_tradnl" sz="2000" dirty="0"/>
              <a:t>Habilitando el ingreso de calificaciones extraordinarias para los profesores</a:t>
            </a:r>
          </a:p>
        </p:txBody>
      </p:sp>
    </p:spTree>
    <p:extLst>
      <p:ext uri="{BB962C8B-B14F-4D97-AF65-F5344CB8AC3E}">
        <p14:creationId xmlns:p14="http://schemas.microsoft.com/office/powerpoint/2010/main" val="2010795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87060-EE39-A305-0D10-EF0173853A50}"/>
            </a:ext>
          </a:extLst>
        </p:cNvPr>
        <p:cNvGrpSpPr/>
        <p:nvPr/>
      </p:nvGrpSpPr>
      <p:grpSpPr>
        <a:xfrm>
          <a:off x="0" y="0"/>
          <a:ext cx="0" cy="0"/>
          <a:chOff x="0" y="0"/>
          <a:chExt cx="0" cy="0"/>
        </a:xfrm>
      </p:grpSpPr>
      <p:sp>
        <p:nvSpPr>
          <p:cNvPr id="5" name="Marcador de texto vertical 4">
            <a:extLst>
              <a:ext uri="{FF2B5EF4-FFF2-40B4-BE49-F238E27FC236}">
                <a16:creationId xmlns:a16="http://schemas.microsoft.com/office/drawing/2014/main" id="{086458AC-06B3-D837-D7B6-C57816AC2817}"/>
              </a:ext>
            </a:extLst>
          </p:cNvPr>
          <p:cNvSpPr>
            <a:spLocks noGrp="1"/>
          </p:cNvSpPr>
          <p:nvPr>
            <p:ph type="body" orient="vert" sz="quarter" idx="10"/>
          </p:nvPr>
        </p:nvSpPr>
        <p:spPr>
          <a:xfrm>
            <a:off x="224589" y="685800"/>
            <a:ext cx="609600" cy="5486399"/>
          </a:xfrm>
        </p:spPr>
        <p:txBody>
          <a:bodyPr/>
          <a:lstStyle/>
          <a:p>
            <a:r>
              <a:rPr lang="es-CO" dirty="0"/>
              <a:t>Gestionar ingreso de calificaciones extraordinarias después de pasadas a Historia Académica</a:t>
            </a:r>
            <a:br>
              <a:rPr lang="es-ES" dirty="0"/>
            </a:br>
            <a:endParaRPr lang="en-US" dirty="0"/>
          </a:p>
        </p:txBody>
      </p:sp>
      <p:sp>
        <p:nvSpPr>
          <p:cNvPr id="4" name="Título 3">
            <a:extLst>
              <a:ext uri="{FF2B5EF4-FFF2-40B4-BE49-F238E27FC236}">
                <a16:creationId xmlns:a16="http://schemas.microsoft.com/office/drawing/2014/main" id="{FA453FB3-13AB-A8AF-559B-7C58A5C0721C}"/>
              </a:ext>
            </a:extLst>
          </p:cNvPr>
          <p:cNvSpPr>
            <a:spLocks noGrp="1"/>
          </p:cNvSpPr>
          <p:nvPr>
            <p:ph type="title"/>
          </p:nvPr>
        </p:nvSpPr>
        <p:spPr/>
        <p:txBody>
          <a:bodyPr/>
          <a:lstStyle/>
          <a:p>
            <a:r>
              <a:rPr lang="es-ES_tradnl" sz="4000" dirty="0"/>
              <a:t>A nivel periodo</a:t>
            </a:r>
            <a:endParaRPr lang="es-419" dirty="0"/>
          </a:p>
        </p:txBody>
      </p:sp>
      <p:sp>
        <p:nvSpPr>
          <p:cNvPr id="6" name="Marcador de texto 5">
            <a:extLst>
              <a:ext uri="{FF2B5EF4-FFF2-40B4-BE49-F238E27FC236}">
                <a16:creationId xmlns:a16="http://schemas.microsoft.com/office/drawing/2014/main" id="{9373EDFA-17BF-9480-22F5-24373F686E80}"/>
              </a:ext>
            </a:extLst>
          </p:cNvPr>
          <p:cNvSpPr>
            <a:spLocks noGrp="1"/>
          </p:cNvSpPr>
          <p:nvPr>
            <p:ph type="body" sz="quarter" idx="18"/>
          </p:nvPr>
        </p:nvSpPr>
        <p:spPr/>
        <p:txBody>
          <a:bodyPr/>
          <a:lstStyle/>
          <a:p>
            <a:r>
              <a:rPr lang="es-ES_tradnl" sz="2000" dirty="0"/>
              <a:t>Calendario que aplica para todos los NRC en el periodo</a:t>
            </a:r>
          </a:p>
        </p:txBody>
      </p:sp>
    </p:spTree>
    <p:extLst>
      <p:ext uri="{BB962C8B-B14F-4D97-AF65-F5344CB8AC3E}">
        <p14:creationId xmlns:p14="http://schemas.microsoft.com/office/powerpoint/2010/main" val="13044554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2F67A-55F1-F63D-525E-EE1D0A9FF7FA}"/>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50460302-F303-3F25-AB9E-22A3C2CBCEC8}"/>
              </a:ext>
            </a:extLst>
          </p:cNvPr>
          <p:cNvPicPr>
            <a:picLocks noChangeAspect="1"/>
          </p:cNvPicPr>
          <p:nvPr/>
        </p:nvPicPr>
        <p:blipFill>
          <a:blip r:embed="rId3"/>
          <a:stretch>
            <a:fillRect/>
          </a:stretch>
        </p:blipFill>
        <p:spPr>
          <a:xfrm>
            <a:off x="853106" y="884716"/>
            <a:ext cx="10999886" cy="4303302"/>
          </a:xfrm>
          <a:prstGeom prst="rect">
            <a:avLst/>
          </a:prstGeom>
        </p:spPr>
      </p:pic>
      <p:sp>
        <p:nvSpPr>
          <p:cNvPr id="2" name="Marcador de texto vertical 1">
            <a:extLst>
              <a:ext uri="{FF2B5EF4-FFF2-40B4-BE49-F238E27FC236}">
                <a16:creationId xmlns:a16="http://schemas.microsoft.com/office/drawing/2014/main" id="{C37587FC-660D-9D9F-3BC7-85A2F8A47ECF}"/>
              </a:ext>
            </a:extLst>
          </p:cNvPr>
          <p:cNvSpPr>
            <a:spLocks noGrp="1"/>
          </p:cNvSpPr>
          <p:nvPr>
            <p:ph type="body" orient="vert" sz="quarter" idx="17"/>
          </p:nvPr>
        </p:nvSpPr>
        <p:spPr>
          <a:xfrm rot="10800000">
            <a:off x="243505" y="685800"/>
            <a:ext cx="609600" cy="5486399"/>
          </a:xfrm>
        </p:spPr>
        <p:txBody>
          <a:bodyPr/>
          <a:lstStyle/>
          <a:p>
            <a:r>
              <a:rPr lang="es-CO" dirty="0"/>
              <a:t>Gestionar ingreso de calificaciones extraordinarias después de pasadas a Historia Académica</a:t>
            </a:r>
            <a:br>
              <a:rPr lang="es-ES" dirty="0"/>
            </a:br>
            <a:endParaRPr lang="en-US" dirty="0"/>
          </a:p>
        </p:txBody>
      </p:sp>
      <p:sp>
        <p:nvSpPr>
          <p:cNvPr id="13" name="Title 12">
            <a:extLst>
              <a:ext uri="{FF2B5EF4-FFF2-40B4-BE49-F238E27FC236}">
                <a16:creationId xmlns:a16="http://schemas.microsoft.com/office/drawing/2014/main" id="{DD51D4EB-048B-899F-3BFA-B368E864BEB9}"/>
              </a:ext>
            </a:extLst>
          </p:cNvPr>
          <p:cNvSpPr>
            <a:spLocks noGrp="1"/>
          </p:cNvSpPr>
          <p:nvPr>
            <p:ph type="title"/>
          </p:nvPr>
        </p:nvSpPr>
        <p:spPr>
          <a:xfrm>
            <a:off x="781050" y="410276"/>
            <a:ext cx="9443420" cy="898555"/>
          </a:xfrm>
        </p:spPr>
        <p:txBody>
          <a:bodyPr/>
          <a:lstStyle/>
          <a:p>
            <a:pPr algn="ctr"/>
            <a:r>
              <a:rPr lang="es-ES_tradnl" dirty="0">
                <a:solidFill>
                  <a:schemeClr val="accent1"/>
                </a:solidFill>
              </a:rPr>
              <a:t> Calendario de ingreso de calificaciones: </a:t>
            </a:r>
            <a:r>
              <a:rPr lang="es-ES_tradnl" b="0" dirty="0">
                <a:solidFill>
                  <a:schemeClr val="accent1"/>
                </a:solidFill>
              </a:rPr>
              <a:t>A nivel periodo</a:t>
            </a:r>
          </a:p>
        </p:txBody>
      </p:sp>
      <p:sp>
        <p:nvSpPr>
          <p:cNvPr id="17" name="CuadroTexto 16">
            <a:extLst>
              <a:ext uri="{FF2B5EF4-FFF2-40B4-BE49-F238E27FC236}">
                <a16:creationId xmlns:a16="http://schemas.microsoft.com/office/drawing/2014/main" id="{C210DBD3-47D1-6AA9-CECB-E252A01CC4FE}"/>
              </a:ext>
            </a:extLst>
          </p:cNvPr>
          <p:cNvSpPr txBox="1"/>
          <p:nvPr/>
        </p:nvSpPr>
        <p:spPr>
          <a:xfrm>
            <a:off x="3043634" y="1279592"/>
            <a:ext cx="252962" cy="215444"/>
          </a:xfrm>
          <a:prstGeom prst="rect">
            <a:avLst/>
          </a:prstGeom>
          <a:solidFill>
            <a:schemeClr val="accent3"/>
          </a:solidFill>
        </p:spPr>
        <p:txBody>
          <a:bodyPr wrap="square" rtlCol="0">
            <a:spAutoFit/>
          </a:bodyPr>
          <a:lstStyle/>
          <a:p>
            <a:r>
              <a:rPr lang="es-CO" sz="800" b="1" dirty="0">
                <a:solidFill>
                  <a:schemeClr val="bg1"/>
                </a:solidFill>
              </a:rPr>
              <a:t>1</a:t>
            </a:r>
            <a:endParaRPr lang="en-US" sz="800" b="1" dirty="0">
              <a:solidFill>
                <a:schemeClr val="bg1"/>
              </a:solidFill>
            </a:endParaRPr>
          </a:p>
        </p:txBody>
      </p:sp>
      <p:sp>
        <p:nvSpPr>
          <p:cNvPr id="18" name="Rectángulo: esquinas redondeadas 17">
            <a:extLst>
              <a:ext uri="{FF2B5EF4-FFF2-40B4-BE49-F238E27FC236}">
                <a16:creationId xmlns:a16="http://schemas.microsoft.com/office/drawing/2014/main" id="{27737CCB-CF3E-157A-BF22-B79C45369A75}"/>
              </a:ext>
            </a:extLst>
          </p:cNvPr>
          <p:cNvSpPr/>
          <p:nvPr/>
        </p:nvSpPr>
        <p:spPr>
          <a:xfrm>
            <a:off x="4400576" y="3036367"/>
            <a:ext cx="2953700" cy="1111388"/>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Dentro de SHAEGBC, escoja el período para la definición del calendario de calificaciones</a:t>
            </a:r>
          </a:p>
        </p:txBody>
      </p:sp>
      <p:sp>
        <p:nvSpPr>
          <p:cNvPr id="20" name="Rectángulo 19">
            <a:extLst>
              <a:ext uri="{FF2B5EF4-FFF2-40B4-BE49-F238E27FC236}">
                <a16:creationId xmlns:a16="http://schemas.microsoft.com/office/drawing/2014/main" id="{BE8A45C1-8E92-6D22-C2C7-AE1427C9CBA5}"/>
              </a:ext>
            </a:extLst>
          </p:cNvPr>
          <p:cNvSpPr/>
          <p:nvPr/>
        </p:nvSpPr>
        <p:spPr>
          <a:xfrm>
            <a:off x="1163193" y="1308831"/>
            <a:ext cx="1752578" cy="15812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8384460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1B917-DBE0-106D-7843-810CE0F61C87}"/>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50F27DB0-C2D4-4545-0ABD-8BA8DFCF8A97}"/>
              </a:ext>
            </a:extLst>
          </p:cNvPr>
          <p:cNvPicPr>
            <a:picLocks noChangeAspect="1"/>
          </p:cNvPicPr>
          <p:nvPr/>
        </p:nvPicPr>
        <p:blipFill>
          <a:blip r:embed="rId3"/>
          <a:stretch>
            <a:fillRect/>
          </a:stretch>
        </p:blipFill>
        <p:spPr>
          <a:xfrm>
            <a:off x="889461" y="961695"/>
            <a:ext cx="11059035" cy="5390991"/>
          </a:xfrm>
          <a:prstGeom prst="rect">
            <a:avLst/>
          </a:prstGeom>
        </p:spPr>
      </p:pic>
      <p:sp>
        <p:nvSpPr>
          <p:cNvPr id="2" name="Marcador de texto vertical 1">
            <a:extLst>
              <a:ext uri="{FF2B5EF4-FFF2-40B4-BE49-F238E27FC236}">
                <a16:creationId xmlns:a16="http://schemas.microsoft.com/office/drawing/2014/main" id="{9AC3278B-40E3-B699-E3AC-A1D07FC47D5C}"/>
              </a:ext>
            </a:extLst>
          </p:cNvPr>
          <p:cNvSpPr>
            <a:spLocks noGrp="1"/>
          </p:cNvSpPr>
          <p:nvPr>
            <p:ph type="body" orient="vert" sz="quarter" idx="17"/>
          </p:nvPr>
        </p:nvSpPr>
        <p:spPr>
          <a:xfrm rot="10800000">
            <a:off x="243505" y="685800"/>
            <a:ext cx="609600" cy="5486399"/>
          </a:xfrm>
        </p:spPr>
        <p:txBody>
          <a:bodyPr/>
          <a:lstStyle/>
          <a:p>
            <a:r>
              <a:rPr lang="es-CO" dirty="0"/>
              <a:t>Gestionar ingreso de calificaciones extraordinarias después de pasadas a Historia Académica</a:t>
            </a:r>
            <a:br>
              <a:rPr lang="es-ES" dirty="0"/>
            </a:br>
            <a:endParaRPr lang="en-US" dirty="0"/>
          </a:p>
        </p:txBody>
      </p:sp>
      <p:sp>
        <p:nvSpPr>
          <p:cNvPr id="13" name="Title 12">
            <a:extLst>
              <a:ext uri="{FF2B5EF4-FFF2-40B4-BE49-F238E27FC236}">
                <a16:creationId xmlns:a16="http://schemas.microsoft.com/office/drawing/2014/main" id="{DA8FC54B-DE3F-FCBF-3890-D7D38B474240}"/>
              </a:ext>
            </a:extLst>
          </p:cNvPr>
          <p:cNvSpPr>
            <a:spLocks noGrp="1"/>
          </p:cNvSpPr>
          <p:nvPr>
            <p:ph type="title"/>
          </p:nvPr>
        </p:nvSpPr>
        <p:spPr>
          <a:xfrm>
            <a:off x="781050" y="489547"/>
            <a:ext cx="9157670" cy="472148"/>
          </a:xfrm>
        </p:spPr>
        <p:txBody>
          <a:bodyPr/>
          <a:lstStyle/>
          <a:p>
            <a:pPr algn="ctr"/>
            <a:r>
              <a:rPr lang="es-ES_tradnl" dirty="0">
                <a:solidFill>
                  <a:schemeClr val="accent1"/>
                </a:solidFill>
              </a:rPr>
              <a:t> Configuraciones: </a:t>
            </a:r>
            <a:r>
              <a:rPr lang="es-ES_tradnl" b="0" dirty="0">
                <a:solidFill>
                  <a:schemeClr val="accent1"/>
                </a:solidFill>
              </a:rPr>
              <a:t>Razones de cambio de calificaciones</a:t>
            </a:r>
          </a:p>
        </p:txBody>
      </p:sp>
      <p:sp>
        <p:nvSpPr>
          <p:cNvPr id="10" name="Rectángulo 9">
            <a:extLst>
              <a:ext uri="{FF2B5EF4-FFF2-40B4-BE49-F238E27FC236}">
                <a16:creationId xmlns:a16="http://schemas.microsoft.com/office/drawing/2014/main" id="{166B5A81-902B-84D5-284A-AD65B48ABAD3}"/>
              </a:ext>
            </a:extLst>
          </p:cNvPr>
          <p:cNvSpPr/>
          <p:nvPr/>
        </p:nvSpPr>
        <p:spPr>
          <a:xfrm>
            <a:off x="6943513" y="3091715"/>
            <a:ext cx="1035930" cy="21544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7" name="CuadroTexto 16">
            <a:extLst>
              <a:ext uri="{FF2B5EF4-FFF2-40B4-BE49-F238E27FC236}">
                <a16:creationId xmlns:a16="http://schemas.microsoft.com/office/drawing/2014/main" id="{9B598127-21BB-1F6F-E8D6-F14A43144D13}"/>
              </a:ext>
            </a:extLst>
          </p:cNvPr>
          <p:cNvSpPr txBox="1"/>
          <p:nvPr/>
        </p:nvSpPr>
        <p:spPr>
          <a:xfrm>
            <a:off x="8077272" y="3091715"/>
            <a:ext cx="252962" cy="215444"/>
          </a:xfrm>
          <a:prstGeom prst="rect">
            <a:avLst/>
          </a:prstGeom>
          <a:solidFill>
            <a:schemeClr val="accent3"/>
          </a:solidFill>
        </p:spPr>
        <p:txBody>
          <a:bodyPr wrap="square" rtlCol="0">
            <a:spAutoFit/>
          </a:bodyPr>
          <a:lstStyle/>
          <a:p>
            <a:r>
              <a:rPr lang="es-CO" sz="800" b="1" dirty="0">
                <a:solidFill>
                  <a:schemeClr val="bg1"/>
                </a:solidFill>
              </a:rPr>
              <a:t>3</a:t>
            </a:r>
            <a:endParaRPr lang="en-US" sz="800" b="1" dirty="0">
              <a:solidFill>
                <a:schemeClr val="bg1"/>
              </a:solidFill>
            </a:endParaRPr>
          </a:p>
        </p:txBody>
      </p:sp>
      <p:sp>
        <p:nvSpPr>
          <p:cNvPr id="18" name="Rectángulo: esquinas redondeadas 17">
            <a:extLst>
              <a:ext uri="{FF2B5EF4-FFF2-40B4-BE49-F238E27FC236}">
                <a16:creationId xmlns:a16="http://schemas.microsoft.com/office/drawing/2014/main" id="{5FD09E05-C55F-BDB8-8566-188C9695E65B}"/>
              </a:ext>
            </a:extLst>
          </p:cNvPr>
          <p:cNvSpPr/>
          <p:nvPr/>
        </p:nvSpPr>
        <p:spPr>
          <a:xfrm>
            <a:off x="889461" y="4241662"/>
            <a:ext cx="11059034" cy="1035188"/>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_tradnl" sz="1100" dirty="0"/>
          </a:p>
          <a:p>
            <a:r>
              <a:rPr lang="es-ES_tradnl" sz="1200" dirty="0"/>
              <a:t>2.   Se debe registrar la fecha a partir de la cual los docentes podrán cargar las calificaciones extraordinarias.</a:t>
            </a:r>
          </a:p>
          <a:p>
            <a:pPr marL="228600" indent="-228600">
              <a:buAutoNum type="arabicPeriod" startAt="3"/>
            </a:pPr>
            <a:r>
              <a:rPr lang="es-ES_tradnl" sz="1200" dirty="0"/>
              <a:t>Se debe registrar la fecha a partir de la cual los docentes podrán cargar las calificaciones extraordinarias.</a:t>
            </a:r>
          </a:p>
          <a:p>
            <a:pPr marL="228600" indent="-228600">
              <a:buFontTx/>
              <a:buAutoNum type="arabicPeriod" startAt="3"/>
            </a:pPr>
            <a:r>
              <a:rPr lang="es-ES_tradnl" sz="1200" dirty="0"/>
              <a:t>Se debe presionar “Guardar” para que la información quede registrada en el sistema</a:t>
            </a:r>
          </a:p>
          <a:p>
            <a:pPr marL="228600" indent="-228600">
              <a:buFont typeface="+mj-lt"/>
              <a:buAutoNum type="arabicPeriod"/>
            </a:pPr>
            <a:endParaRPr lang="es-ES_tradnl" sz="1100" dirty="0"/>
          </a:p>
        </p:txBody>
      </p:sp>
      <p:sp>
        <p:nvSpPr>
          <p:cNvPr id="19" name="Rectángulo 18">
            <a:extLst>
              <a:ext uri="{FF2B5EF4-FFF2-40B4-BE49-F238E27FC236}">
                <a16:creationId xmlns:a16="http://schemas.microsoft.com/office/drawing/2014/main" id="{8CC6A579-7160-1079-6368-012A2D12CEF4}"/>
              </a:ext>
            </a:extLst>
          </p:cNvPr>
          <p:cNvSpPr/>
          <p:nvPr/>
        </p:nvSpPr>
        <p:spPr>
          <a:xfrm>
            <a:off x="853106" y="1504950"/>
            <a:ext cx="1051894" cy="18674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20" name="Rectángulo 19">
            <a:extLst>
              <a:ext uri="{FF2B5EF4-FFF2-40B4-BE49-F238E27FC236}">
                <a16:creationId xmlns:a16="http://schemas.microsoft.com/office/drawing/2014/main" id="{310CF08A-1DAC-D50D-F346-3DEC869C85F0}"/>
              </a:ext>
            </a:extLst>
          </p:cNvPr>
          <p:cNvSpPr/>
          <p:nvPr/>
        </p:nvSpPr>
        <p:spPr>
          <a:xfrm>
            <a:off x="6943513" y="2801578"/>
            <a:ext cx="1035930" cy="21544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21" name="CuadroTexto 20">
            <a:extLst>
              <a:ext uri="{FF2B5EF4-FFF2-40B4-BE49-F238E27FC236}">
                <a16:creationId xmlns:a16="http://schemas.microsoft.com/office/drawing/2014/main" id="{75366598-F656-42EE-0FC8-E5FB18EC0BC8}"/>
              </a:ext>
            </a:extLst>
          </p:cNvPr>
          <p:cNvSpPr txBox="1"/>
          <p:nvPr/>
        </p:nvSpPr>
        <p:spPr>
          <a:xfrm>
            <a:off x="8077272" y="2801578"/>
            <a:ext cx="252962" cy="215444"/>
          </a:xfrm>
          <a:prstGeom prst="rect">
            <a:avLst/>
          </a:prstGeom>
          <a:solidFill>
            <a:schemeClr val="accent3"/>
          </a:solidFill>
        </p:spPr>
        <p:txBody>
          <a:bodyPr wrap="square" rtlCol="0">
            <a:spAutoFit/>
          </a:bodyPr>
          <a:lstStyle/>
          <a:p>
            <a:r>
              <a:rPr lang="es-CO" sz="800" b="1" dirty="0">
                <a:solidFill>
                  <a:schemeClr val="bg1"/>
                </a:solidFill>
              </a:rPr>
              <a:t>2</a:t>
            </a:r>
            <a:endParaRPr lang="en-US" sz="800" b="1" dirty="0">
              <a:solidFill>
                <a:schemeClr val="bg1"/>
              </a:solidFill>
            </a:endParaRPr>
          </a:p>
        </p:txBody>
      </p:sp>
      <p:sp>
        <p:nvSpPr>
          <p:cNvPr id="6" name="Rectángulo 5">
            <a:extLst>
              <a:ext uri="{FF2B5EF4-FFF2-40B4-BE49-F238E27FC236}">
                <a16:creationId xmlns:a16="http://schemas.microsoft.com/office/drawing/2014/main" id="{2D83E2A0-FDCD-0AE1-17DC-8EBACA5F6E5A}"/>
              </a:ext>
            </a:extLst>
          </p:cNvPr>
          <p:cNvSpPr/>
          <p:nvPr/>
        </p:nvSpPr>
        <p:spPr>
          <a:xfrm>
            <a:off x="11487149" y="6132947"/>
            <a:ext cx="497701" cy="21973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7" name="CuadroTexto 6">
            <a:extLst>
              <a:ext uri="{FF2B5EF4-FFF2-40B4-BE49-F238E27FC236}">
                <a16:creationId xmlns:a16="http://schemas.microsoft.com/office/drawing/2014/main" id="{4B3A7BF9-41C5-0FBB-57AC-544F406E8707}"/>
              </a:ext>
            </a:extLst>
          </p:cNvPr>
          <p:cNvSpPr txBox="1"/>
          <p:nvPr/>
        </p:nvSpPr>
        <p:spPr>
          <a:xfrm>
            <a:off x="11089529" y="6137242"/>
            <a:ext cx="252962" cy="215444"/>
          </a:xfrm>
          <a:prstGeom prst="rect">
            <a:avLst/>
          </a:prstGeom>
          <a:solidFill>
            <a:schemeClr val="accent1"/>
          </a:solidFill>
        </p:spPr>
        <p:txBody>
          <a:bodyPr wrap="square" rtlCol="0">
            <a:spAutoFit/>
          </a:bodyPr>
          <a:lstStyle/>
          <a:p>
            <a:r>
              <a:rPr lang="es-CO" sz="800" b="1" dirty="0">
                <a:solidFill>
                  <a:schemeClr val="bg1"/>
                </a:solidFill>
              </a:rPr>
              <a:t>4</a:t>
            </a:r>
            <a:endParaRPr lang="en-US" sz="800" b="1" dirty="0">
              <a:solidFill>
                <a:schemeClr val="bg1"/>
              </a:solidFill>
            </a:endParaRPr>
          </a:p>
        </p:txBody>
      </p:sp>
    </p:spTree>
    <p:extLst>
      <p:ext uri="{BB962C8B-B14F-4D97-AF65-F5344CB8AC3E}">
        <p14:creationId xmlns:p14="http://schemas.microsoft.com/office/powerpoint/2010/main" val="4849875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69BF8-7189-FECE-DB0C-01130712B37D}"/>
            </a:ext>
          </a:extLst>
        </p:cNvPr>
        <p:cNvGrpSpPr/>
        <p:nvPr/>
      </p:nvGrpSpPr>
      <p:grpSpPr>
        <a:xfrm>
          <a:off x="0" y="0"/>
          <a:ext cx="0" cy="0"/>
          <a:chOff x="0" y="0"/>
          <a:chExt cx="0" cy="0"/>
        </a:xfrm>
      </p:grpSpPr>
      <p:sp>
        <p:nvSpPr>
          <p:cNvPr id="5" name="Marcador de texto vertical 4">
            <a:extLst>
              <a:ext uri="{FF2B5EF4-FFF2-40B4-BE49-F238E27FC236}">
                <a16:creationId xmlns:a16="http://schemas.microsoft.com/office/drawing/2014/main" id="{C3E79F8E-3731-7422-4C7B-5CEBDB693339}"/>
              </a:ext>
            </a:extLst>
          </p:cNvPr>
          <p:cNvSpPr>
            <a:spLocks noGrp="1"/>
          </p:cNvSpPr>
          <p:nvPr>
            <p:ph type="body" orient="vert" sz="quarter" idx="10"/>
          </p:nvPr>
        </p:nvSpPr>
        <p:spPr>
          <a:xfrm>
            <a:off x="224589" y="685800"/>
            <a:ext cx="609600" cy="5486399"/>
          </a:xfrm>
        </p:spPr>
        <p:txBody>
          <a:bodyPr/>
          <a:lstStyle/>
          <a:p>
            <a:r>
              <a:rPr lang="es-CO" dirty="0"/>
              <a:t>Gestionar ingreso de calificaciones extraordinarias después de pasadas a Historia Académica</a:t>
            </a:r>
            <a:br>
              <a:rPr lang="es-ES" dirty="0"/>
            </a:br>
            <a:endParaRPr lang="en-US" dirty="0"/>
          </a:p>
        </p:txBody>
      </p:sp>
      <p:sp>
        <p:nvSpPr>
          <p:cNvPr id="4" name="Título 3">
            <a:extLst>
              <a:ext uri="{FF2B5EF4-FFF2-40B4-BE49-F238E27FC236}">
                <a16:creationId xmlns:a16="http://schemas.microsoft.com/office/drawing/2014/main" id="{8E98D560-9B28-611D-EFCE-586B6E343BE7}"/>
              </a:ext>
            </a:extLst>
          </p:cNvPr>
          <p:cNvSpPr>
            <a:spLocks noGrp="1"/>
          </p:cNvSpPr>
          <p:nvPr>
            <p:ph type="title"/>
          </p:nvPr>
        </p:nvSpPr>
        <p:spPr/>
        <p:txBody>
          <a:bodyPr/>
          <a:lstStyle/>
          <a:p>
            <a:r>
              <a:rPr lang="es-ES_tradnl" sz="4000" dirty="0"/>
              <a:t>A nivel de parte de periodo</a:t>
            </a:r>
            <a:endParaRPr lang="es-419" dirty="0"/>
          </a:p>
        </p:txBody>
      </p:sp>
      <p:sp>
        <p:nvSpPr>
          <p:cNvPr id="6" name="Marcador de texto 5">
            <a:extLst>
              <a:ext uri="{FF2B5EF4-FFF2-40B4-BE49-F238E27FC236}">
                <a16:creationId xmlns:a16="http://schemas.microsoft.com/office/drawing/2014/main" id="{4FF291E9-955B-5402-DE79-482BC57D3E58}"/>
              </a:ext>
            </a:extLst>
          </p:cNvPr>
          <p:cNvSpPr>
            <a:spLocks noGrp="1"/>
          </p:cNvSpPr>
          <p:nvPr>
            <p:ph type="body" sz="quarter" idx="18"/>
          </p:nvPr>
        </p:nvSpPr>
        <p:spPr/>
        <p:txBody>
          <a:bodyPr/>
          <a:lstStyle/>
          <a:p>
            <a:r>
              <a:rPr lang="es-ES_tradnl" sz="2000" dirty="0"/>
              <a:t>Calendario que aplica para todos los NRC programados en una parte de periodo específica</a:t>
            </a:r>
          </a:p>
        </p:txBody>
      </p:sp>
    </p:spTree>
    <p:extLst>
      <p:ext uri="{BB962C8B-B14F-4D97-AF65-F5344CB8AC3E}">
        <p14:creationId xmlns:p14="http://schemas.microsoft.com/office/powerpoint/2010/main" val="17950731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AAAE0-BF07-F440-B709-57E0B03DCFC3}"/>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723D5C1E-823D-DB6D-D384-24386256DA3A}"/>
              </a:ext>
            </a:extLst>
          </p:cNvPr>
          <p:cNvPicPr>
            <a:picLocks noChangeAspect="1"/>
          </p:cNvPicPr>
          <p:nvPr/>
        </p:nvPicPr>
        <p:blipFill>
          <a:blip r:embed="rId3"/>
          <a:stretch>
            <a:fillRect/>
          </a:stretch>
        </p:blipFill>
        <p:spPr>
          <a:xfrm>
            <a:off x="1142679" y="1336553"/>
            <a:ext cx="10477497" cy="4098936"/>
          </a:xfrm>
          <a:prstGeom prst="rect">
            <a:avLst/>
          </a:prstGeom>
        </p:spPr>
      </p:pic>
      <p:sp>
        <p:nvSpPr>
          <p:cNvPr id="2" name="Marcador de texto vertical 1">
            <a:extLst>
              <a:ext uri="{FF2B5EF4-FFF2-40B4-BE49-F238E27FC236}">
                <a16:creationId xmlns:a16="http://schemas.microsoft.com/office/drawing/2014/main" id="{650EF496-3F54-2314-4BF0-AD7BB28447D9}"/>
              </a:ext>
            </a:extLst>
          </p:cNvPr>
          <p:cNvSpPr>
            <a:spLocks noGrp="1"/>
          </p:cNvSpPr>
          <p:nvPr>
            <p:ph type="body" orient="vert" sz="quarter" idx="17"/>
          </p:nvPr>
        </p:nvSpPr>
        <p:spPr>
          <a:xfrm rot="10800000">
            <a:off x="243505" y="685800"/>
            <a:ext cx="609600" cy="5486399"/>
          </a:xfrm>
        </p:spPr>
        <p:txBody>
          <a:bodyPr/>
          <a:lstStyle/>
          <a:p>
            <a:r>
              <a:rPr lang="es-CO" dirty="0"/>
              <a:t>Gestionar ingreso de calificaciones extraordinarias después de pasadas a Historia Académica</a:t>
            </a:r>
            <a:br>
              <a:rPr lang="es-ES" dirty="0"/>
            </a:br>
            <a:endParaRPr lang="en-US" dirty="0"/>
          </a:p>
        </p:txBody>
      </p:sp>
      <p:sp>
        <p:nvSpPr>
          <p:cNvPr id="13" name="Title 12">
            <a:extLst>
              <a:ext uri="{FF2B5EF4-FFF2-40B4-BE49-F238E27FC236}">
                <a16:creationId xmlns:a16="http://schemas.microsoft.com/office/drawing/2014/main" id="{38F9D43D-FB92-D99E-E5BC-5EF21B211E59}"/>
              </a:ext>
            </a:extLst>
          </p:cNvPr>
          <p:cNvSpPr>
            <a:spLocks noGrp="1"/>
          </p:cNvSpPr>
          <p:nvPr>
            <p:ph type="title"/>
          </p:nvPr>
        </p:nvSpPr>
        <p:spPr>
          <a:xfrm>
            <a:off x="1142679" y="437998"/>
            <a:ext cx="10477497" cy="898555"/>
          </a:xfrm>
        </p:spPr>
        <p:txBody>
          <a:bodyPr/>
          <a:lstStyle/>
          <a:p>
            <a:r>
              <a:rPr lang="es-ES_tradnl" dirty="0">
                <a:solidFill>
                  <a:schemeClr val="accent1"/>
                </a:solidFill>
              </a:rPr>
              <a:t>Calendario de ingreso de calificaciones: </a:t>
            </a:r>
            <a:r>
              <a:rPr lang="es-ES_tradnl" b="0" dirty="0">
                <a:solidFill>
                  <a:schemeClr val="accent1"/>
                </a:solidFill>
              </a:rPr>
              <a:t>A nivel de parte de periodo</a:t>
            </a:r>
          </a:p>
        </p:txBody>
      </p:sp>
      <p:sp>
        <p:nvSpPr>
          <p:cNvPr id="18" name="Rectángulo: esquinas redondeadas 17">
            <a:extLst>
              <a:ext uri="{FF2B5EF4-FFF2-40B4-BE49-F238E27FC236}">
                <a16:creationId xmlns:a16="http://schemas.microsoft.com/office/drawing/2014/main" id="{CB633195-FE05-8880-E34F-E927838839A0}"/>
              </a:ext>
            </a:extLst>
          </p:cNvPr>
          <p:cNvSpPr/>
          <p:nvPr/>
        </p:nvSpPr>
        <p:spPr>
          <a:xfrm>
            <a:off x="1225478" y="3376497"/>
            <a:ext cx="10394698" cy="452554"/>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_tradnl" sz="1200" dirty="0"/>
          </a:p>
          <a:p>
            <a:r>
              <a:rPr lang="es-ES_tradnl" sz="1200" dirty="0"/>
              <a:t>1.   Dentro de SHAEGBC, escoja el período para la definición del calendario de calificaciones</a:t>
            </a:r>
          </a:p>
          <a:p>
            <a:pPr marL="228600" indent="-228600">
              <a:buAutoNum type="arabicPeriod" startAt="3"/>
            </a:pPr>
            <a:endParaRPr lang="es-ES_tradnl" sz="1200" dirty="0"/>
          </a:p>
          <a:p>
            <a:pPr marL="228600" indent="-228600">
              <a:buFont typeface="+mj-lt"/>
              <a:buAutoNum type="arabicPeriod"/>
            </a:pPr>
            <a:endParaRPr lang="es-ES_tradnl" sz="1100" dirty="0"/>
          </a:p>
        </p:txBody>
      </p:sp>
      <p:sp>
        <p:nvSpPr>
          <p:cNvPr id="19" name="Rectángulo 18">
            <a:extLst>
              <a:ext uri="{FF2B5EF4-FFF2-40B4-BE49-F238E27FC236}">
                <a16:creationId xmlns:a16="http://schemas.microsoft.com/office/drawing/2014/main" id="{2C157300-94B4-B2C5-B1E6-4A14C6B01589}"/>
              </a:ext>
            </a:extLst>
          </p:cNvPr>
          <p:cNvSpPr/>
          <p:nvPr/>
        </p:nvSpPr>
        <p:spPr>
          <a:xfrm>
            <a:off x="1459214" y="1698755"/>
            <a:ext cx="1702568" cy="21544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21" name="CuadroTexto 20">
            <a:extLst>
              <a:ext uri="{FF2B5EF4-FFF2-40B4-BE49-F238E27FC236}">
                <a16:creationId xmlns:a16="http://schemas.microsoft.com/office/drawing/2014/main" id="{ACA98EBC-5131-695E-CD43-F137EE976C5E}"/>
              </a:ext>
            </a:extLst>
          </p:cNvPr>
          <p:cNvSpPr txBox="1"/>
          <p:nvPr/>
        </p:nvSpPr>
        <p:spPr>
          <a:xfrm>
            <a:off x="3268041" y="1698755"/>
            <a:ext cx="252962" cy="215444"/>
          </a:xfrm>
          <a:prstGeom prst="rect">
            <a:avLst/>
          </a:prstGeom>
          <a:solidFill>
            <a:schemeClr val="accent3"/>
          </a:solidFill>
        </p:spPr>
        <p:txBody>
          <a:bodyPr wrap="square" rtlCol="0">
            <a:spAutoFit/>
          </a:bodyPr>
          <a:lstStyle/>
          <a:p>
            <a:r>
              <a:rPr lang="es-CO" sz="800" b="1" dirty="0">
                <a:solidFill>
                  <a:schemeClr val="bg1"/>
                </a:solidFill>
              </a:rPr>
              <a:t>1</a:t>
            </a:r>
            <a:endParaRPr lang="en-US" sz="800" b="1" dirty="0">
              <a:solidFill>
                <a:schemeClr val="bg1"/>
              </a:solidFill>
            </a:endParaRPr>
          </a:p>
        </p:txBody>
      </p:sp>
    </p:spTree>
    <p:extLst>
      <p:ext uri="{BB962C8B-B14F-4D97-AF65-F5344CB8AC3E}">
        <p14:creationId xmlns:p14="http://schemas.microsoft.com/office/powerpoint/2010/main" val="36746686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FAB41-C74D-3D92-F2E8-430EF78E3F47}"/>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03E9199D-5877-2A2E-30EA-D0D927636E2A}"/>
              </a:ext>
            </a:extLst>
          </p:cNvPr>
          <p:cNvPicPr>
            <a:picLocks noChangeAspect="1"/>
          </p:cNvPicPr>
          <p:nvPr/>
        </p:nvPicPr>
        <p:blipFill>
          <a:blip r:embed="rId3"/>
          <a:stretch>
            <a:fillRect/>
          </a:stretch>
        </p:blipFill>
        <p:spPr>
          <a:xfrm>
            <a:off x="853105" y="773717"/>
            <a:ext cx="11095391" cy="5397131"/>
          </a:xfrm>
          <a:prstGeom prst="rect">
            <a:avLst/>
          </a:prstGeom>
        </p:spPr>
      </p:pic>
      <p:sp>
        <p:nvSpPr>
          <p:cNvPr id="2" name="Marcador de texto vertical 1">
            <a:extLst>
              <a:ext uri="{FF2B5EF4-FFF2-40B4-BE49-F238E27FC236}">
                <a16:creationId xmlns:a16="http://schemas.microsoft.com/office/drawing/2014/main" id="{3AA31CDC-5812-774C-E202-4FEBF4D1EF9A}"/>
              </a:ext>
            </a:extLst>
          </p:cNvPr>
          <p:cNvSpPr>
            <a:spLocks noGrp="1"/>
          </p:cNvSpPr>
          <p:nvPr>
            <p:ph type="body" orient="vert" sz="quarter" idx="17"/>
          </p:nvPr>
        </p:nvSpPr>
        <p:spPr>
          <a:xfrm rot="10800000">
            <a:off x="243505" y="685800"/>
            <a:ext cx="609600" cy="5486399"/>
          </a:xfrm>
        </p:spPr>
        <p:txBody>
          <a:bodyPr/>
          <a:lstStyle/>
          <a:p>
            <a:r>
              <a:rPr lang="es-CO" dirty="0"/>
              <a:t>Gestionar ingreso de calificaciones extraordinarias después de pasadas a Historia Académica</a:t>
            </a:r>
            <a:br>
              <a:rPr lang="es-ES" dirty="0"/>
            </a:br>
            <a:endParaRPr lang="en-US" dirty="0"/>
          </a:p>
        </p:txBody>
      </p:sp>
      <p:sp>
        <p:nvSpPr>
          <p:cNvPr id="13" name="Title 12">
            <a:extLst>
              <a:ext uri="{FF2B5EF4-FFF2-40B4-BE49-F238E27FC236}">
                <a16:creationId xmlns:a16="http://schemas.microsoft.com/office/drawing/2014/main" id="{6D84086B-50FA-2934-A32D-E8972197E632}"/>
              </a:ext>
            </a:extLst>
          </p:cNvPr>
          <p:cNvSpPr>
            <a:spLocks noGrp="1"/>
          </p:cNvSpPr>
          <p:nvPr>
            <p:ph type="title"/>
          </p:nvPr>
        </p:nvSpPr>
        <p:spPr>
          <a:xfrm>
            <a:off x="861398" y="324440"/>
            <a:ext cx="10477497" cy="898555"/>
          </a:xfrm>
        </p:spPr>
        <p:txBody>
          <a:bodyPr/>
          <a:lstStyle/>
          <a:p>
            <a:pPr algn="ctr"/>
            <a:r>
              <a:rPr lang="es-ES_tradnl" dirty="0">
                <a:solidFill>
                  <a:schemeClr val="accent1"/>
                </a:solidFill>
              </a:rPr>
              <a:t> Calendario de ingreso de calificaciones: </a:t>
            </a:r>
            <a:r>
              <a:rPr lang="es-ES_tradnl" b="0" dirty="0">
                <a:solidFill>
                  <a:schemeClr val="accent1"/>
                </a:solidFill>
              </a:rPr>
              <a:t>A nivel de parte de periodo</a:t>
            </a:r>
          </a:p>
        </p:txBody>
      </p:sp>
      <p:sp>
        <p:nvSpPr>
          <p:cNvPr id="18" name="Rectángulo: esquinas redondeadas 17">
            <a:extLst>
              <a:ext uri="{FF2B5EF4-FFF2-40B4-BE49-F238E27FC236}">
                <a16:creationId xmlns:a16="http://schemas.microsoft.com/office/drawing/2014/main" id="{D57F2E26-4111-B39E-66AA-5B66F2F771DD}"/>
              </a:ext>
            </a:extLst>
          </p:cNvPr>
          <p:cNvSpPr/>
          <p:nvPr/>
        </p:nvSpPr>
        <p:spPr>
          <a:xfrm>
            <a:off x="853104" y="4672583"/>
            <a:ext cx="11095391" cy="1097281"/>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lang="es-ES_tradnl" sz="1200" dirty="0"/>
          </a:p>
          <a:p>
            <a:endParaRPr lang="es-ES_tradnl" sz="1200" dirty="0"/>
          </a:p>
          <a:p>
            <a:pPr marL="228600" indent="-228600">
              <a:buAutoNum type="arabicPeriod" startAt="2"/>
            </a:pPr>
            <a:r>
              <a:rPr lang="es-ES_tradnl" sz="1200" dirty="0"/>
              <a:t>Para facilitar la navegación, cierre el bloque de Configuración de Período.</a:t>
            </a:r>
          </a:p>
          <a:p>
            <a:r>
              <a:rPr lang="es-ES_tradnl" sz="1200" dirty="0"/>
              <a:t>3.   Seleccione la parte de período para la que va a registrar las fechas de carga de calificaciones</a:t>
            </a:r>
          </a:p>
          <a:p>
            <a:r>
              <a:rPr lang="es-ES_tradnl" sz="1200" dirty="0"/>
              <a:t>4.   Se debe registrar la fecha a partir de la cual los docentes podrán cargar las calificaciones extraordinarias</a:t>
            </a:r>
          </a:p>
          <a:p>
            <a:endParaRPr lang="es-ES_tradnl" sz="1200" dirty="0"/>
          </a:p>
          <a:p>
            <a:pPr marL="228600" indent="-228600">
              <a:buAutoNum type="arabicPeriod" startAt="3"/>
            </a:pPr>
            <a:endParaRPr lang="es-ES_tradnl" sz="1200" dirty="0"/>
          </a:p>
          <a:p>
            <a:pPr marL="228600" indent="-228600">
              <a:buFont typeface="+mj-lt"/>
              <a:buAutoNum type="arabicPeriod"/>
            </a:pPr>
            <a:endParaRPr lang="es-ES_tradnl" sz="1100" dirty="0"/>
          </a:p>
        </p:txBody>
      </p:sp>
      <p:sp>
        <p:nvSpPr>
          <p:cNvPr id="19" name="Rectángulo 18">
            <a:extLst>
              <a:ext uri="{FF2B5EF4-FFF2-40B4-BE49-F238E27FC236}">
                <a16:creationId xmlns:a16="http://schemas.microsoft.com/office/drawing/2014/main" id="{737B34B4-86E9-C02F-6D31-F0235B9D5D93}"/>
              </a:ext>
            </a:extLst>
          </p:cNvPr>
          <p:cNvSpPr/>
          <p:nvPr/>
        </p:nvSpPr>
        <p:spPr>
          <a:xfrm>
            <a:off x="774613" y="1311799"/>
            <a:ext cx="1216111" cy="1645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21" name="CuadroTexto 20">
            <a:extLst>
              <a:ext uri="{FF2B5EF4-FFF2-40B4-BE49-F238E27FC236}">
                <a16:creationId xmlns:a16="http://schemas.microsoft.com/office/drawing/2014/main" id="{7AE4F3A1-7273-E939-D908-EDF27B6DEECB}"/>
              </a:ext>
            </a:extLst>
          </p:cNvPr>
          <p:cNvSpPr txBox="1"/>
          <p:nvPr/>
        </p:nvSpPr>
        <p:spPr>
          <a:xfrm>
            <a:off x="2109857" y="1222602"/>
            <a:ext cx="252962" cy="215444"/>
          </a:xfrm>
          <a:prstGeom prst="rect">
            <a:avLst/>
          </a:prstGeom>
          <a:solidFill>
            <a:schemeClr val="accent3"/>
          </a:solidFill>
        </p:spPr>
        <p:txBody>
          <a:bodyPr wrap="square" rtlCol="0">
            <a:spAutoFit/>
          </a:bodyPr>
          <a:lstStyle/>
          <a:p>
            <a:r>
              <a:rPr lang="es-CO" sz="800" b="1" dirty="0">
                <a:solidFill>
                  <a:schemeClr val="bg1"/>
                </a:solidFill>
              </a:rPr>
              <a:t>2</a:t>
            </a:r>
            <a:endParaRPr lang="en-US" sz="800" b="1" dirty="0">
              <a:solidFill>
                <a:schemeClr val="bg1"/>
              </a:solidFill>
            </a:endParaRPr>
          </a:p>
        </p:txBody>
      </p:sp>
      <p:sp>
        <p:nvSpPr>
          <p:cNvPr id="6" name="Rectángulo 5">
            <a:extLst>
              <a:ext uri="{FF2B5EF4-FFF2-40B4-BE49-F238E27FC236}">
                <a16:creationId xmlns:a16="http://schemas.microsoft.com/office/drawing/2014/main" id="{DBDA389E-1ED8-C4D1-4C06-9FEAB4ED487C}"/>
              </a:ext>
            </a:extLst>
          </p:cNvPr>
          <p:cNvSpPr/>
          <p:nvPr/>
        </p:nvSpPr>
        <p:spPr>
          <a:xfrm>
            <a:off x="774612" y="1482004"/>
            <a:ext cx="4235538" cy="44364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7" name="CuadroTexto 6">
            <a:extLst>
              <a:ext uri="{FF2B5EF4-FFF2-40B4-BE49-F238E27FC236}">
                <a16:creationId xmlns:a16="http://schemas.microsoft.com/office/drawing/2014/main" id="{C5A0DA33-4B9B-83A6-D567-4390449FFB57}"/>
              </a:ext>
            </a:extLst>
          </p:cNvPr>
          <p:cNvSpPr txBox="1"/>
          <p:nvPr/>
        </p:nvSpPr>
        <p:spPr>
          <a:xfrm>
            <a:off x="5081657" y="1596106"/>
            <a:ext cx="252962" cy="215444"/>
          </a:xfrm>
          <a:prstGeom prst="rect">
            <a:avLst/>
          </a:prstGeom>
          <a:solidFill>
            <a:schemeClr val="accent3"/>
          </a:solidFill>
        </p:spPr>
        <p:txBody>
          <a:bodyPr wrap="square" rtlCol="0">
            <a:spAutoFit/>
          </a:bodyPr>
          <a:lstStyle/>
          <a:p>
            <a:r>
              <a:rPr lang="es-CO" sz="800" b="1" dirty="0">
                <a:solidFill>
                  <a:schemeClr val="bg1"/>
                </a:solidFill>
              </a:rPr>
              <a:t>3</a:t>
            </a:r>
            <a:endParaRPr lang="en-US" sz="800" b="1" dirty="0">
              <a:solidFill>
                <a:schemeClr val="bg1"/>
              </a:solidFill>
            </a:endParaRPr>
          </a:p>
        </p:txBody>
      </p:sp>
      <p:sp>
        <p:nvSpPr>
          <p:cNvPr id="8" name="Rectángulo 7">
            <a:extLst>
              <a:ext uri="{FF2B5EF4-FFF2-40B4-BE49-F238E27FC236}">
                <a16:creationId xmlns:a16="http://schemas.microsoft.com/office/drawing/2014/main" id="{79EABA58-A054-A387-8F1E-6C676779BA22}"/>
              </a:ext>
            </a:extLst>
          </p:cNvPr>
          <p:cNvSpPr/>
          <p:nvPr/>
        </p:nvSpPr>
        <p:spPr>
          <a:xfrm>
            <a:off x="6318163" y="2972059"/>
            <a:ext cx="1511387" cy="31406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9" name="CuadroTexto 8">
            <a:extLst>
              <a:ext uri="{FF2B5EF4-FFF2-40B4-BE49-F238E27FC236}">
                <a16:creationId xmlns:a16="http://schemas.microsoft.com/office/drawing/2014/main" id="{C4D91275-75F2-4377-4796-665AEF621659}"/>
              </a:ext>
            </a:extLst>
          </p:cNvPr>
          <p:cNvSpPr txBox="1"/>
          <p:nvPr/>
        </p:nvSpPr>
        <p:spPr>
          <a:xfrm>
            <a:off x="7920107" y="3021370"/>
            <a:ext cx="252962" cy="215444"/>
          </a:xfrm>
          <a:prstGeom prst="rect">
            <a:avLst/>
          </a:prstGeom>
          <a:solidFill>
            <a:schemeClr val="accent3"/>
          </a:solidFill>
        </p:spPr>
        <p:txBody>
          <a:bodyPr wrap="square" rtlCol="0">
            <a:spAutoFit/>
          </a:bodyPr>
          <a:lstStyle/>
          <a:p>
            <a:r>
              <a:rPr lang="en-US" sz="800" b="1" dirty="0">
                <a:solidFill>
                  <a:schemeClr val="bg1"/>
                </a:solidFill>
              </a:rPr>
              <a:t>4</a:t>
            </a:r>
          </a:p>
        </p:txBody>
      </p:sp>
      <p:sp>
        <p:nvSpPr>
          <p:cNvPr id="10" name="CuadroTexto 9">
            <a:extLst>
              <a:ext uri="{FF2B5EF4-FFF2-40B4-BE49-F238E27FC236}">
                <a16:creationId xmlns:a16="http://schemas.microsoft.com/office/drawing/2014/main" id="{EF5D09E0-8CD1-7E02-7C70-60D64F31E48F}"/>
              </a:ext>
            </a:extLst>
          </p:cNvPr>
          <p:cNvSpPr txBox="1"/>
          <p:nvPr/>
        </p:nvSpPr>
        <p:spPr>
          <a:xfrm>
            <a:off x="11085933" y="5955404"/>
            <a:ext cx="252962" cy="215444"/>
          </a:xfrm>
          <a:prstGeom prst="rect">
            <a:avLst/>
          </a:prstGeom>
          <a:solidFill>
            <a:schemeClr val="accent1"/>
          </a:solidFill>
        </p:spPr>
        <p:txBody>
          <a:bodyPr wrap="square" rtlCol="0">
            <a:spAutoFit/>
          </a:bodyPr>
          <a:lstStyle/>
          <a:p>
            <a:r>
              <a:rPr lang="es-CO" sz="800" b="1" dirty="0">
                <a:solidFill>
                  <a:schemeClr val="bg1"/>
                </a:solidFill>
              </a:rPr>
              <a:t>5</a:t>
            </a:r>
            <a:endParaRPr lang="en-US" sz="800" b="1" dirty="0">
              <a:solidFill>
                <a:schemeClr val="bg1"/>
              </a:solidFill>
            </a:endParaRPr>
          </a:p>
        </p:txBody>
      </p:sp>
      <p:sp>
        <p:nvSpPr>
          <p:cNvPr id="14" name="Rectángulo 13">
            <a:extLst>
              <a:ext uri="{FF2B5EF4-FFF2-40B4-BE49-F238E27FC236}">
                <a16:creationId xmlns:a16="http://schemas.microsoft.com/office/drawing/2014/main" id="{5A605C7E-0A59-5D33-41D1-E2BE232F746A}"/>
              </a:ext>
            </a:extLst>
          </p:cNvPr>
          <p:cNvSpPr/>
          <p:nvPr/>
        </p:nvSpPr>
        <p:spPr>
          <a:xfrm>
            <a:off x="11474673" y="5955404"/>
            <a:ext cx="538909" cy="24435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28250247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B837B-6229-BE41-2628-4289C6272E3A}"/>
            </a:ext>
          </a:extLst>
        </p:cNvPr>
        <p:cNvGrpSpPr/>
        <p:nvPr/>
      </p:nvGrpSpPr>
      <p:grpSpPr>
        <a:xfrm>
          <a:off x="0" y="0"/>
          <a:ext cx="0" cy="0"/>
          <a:chOff x="0" y="0"/>
          <a:chExt cx="0" cy="0"/>
        </a:xfrm>
      </p:grpSpPr>
      <p:sp>
        <p:nvSpPr>
          <p:cNvPr id="5" name="Marcador de texto vertical 4">
            <a:extLst>
              <a:ext uri="{FF2B5EF4-FFF2-40B4-BE49-F238E27FC236}">
                <a16:creationId xmlns:a16="http://schemas.microsoft.com/office/drawing/2014/main" id="{9C85700E-6F03-35E4-B68D-7B794417A665}"/>
              </a:ext>
            </a:extLst>
          </p:cNvPr>
          <p:cNvSpPr>
            <a:spLocks noGrp="1"/>
          </p:cNvSpPr>
          <p:nvPr>
            <p:ph type="body" orient="vert" sz="quarter" idx="10"/>
          </p:nvPr>
        </p:nvSpPr>
        <p:spPr>
          <a:xfrm>
            <a:off x="224589" y="685800"/>
            <a:ext cx="609600" cy="5486399"/>
          </a:xfrm>
        </p:spPr>
        <p:txBody>
          <a:bodyPr/>
          <a:lstStyle/>
          <a:p>
            <a:r>
              <a:rPr lang="es-CO" dirty="0"/>
              <a:t>Gestionar ingreso de calificaciones extraordinarias después de pasadas a Historia Académica</a:t>
            </a:r>
            <a:br>
              <a:rPr lang="es-ES" dirty="0"/>
            </a:br>
            <a:endParaRPr lang="en-US" dirty="0"/>
          </a:p>
        </p:txBody>
      </p:sp>
      <p:sp>
        <p:nvSpPr>
          <p:cNvPr id="4" name="Título 3">
            <a:extLst>
              <a:ext uri="{FF2B5EF4-FFF2-40B4-BE49-F238E27FC236}">
                <a16:creationId xmlns:a16="http://schemas.microsoft.com/office/drawing/2014/main" id="{C604EABC-3EC2-05A8-70D1-B29FEB0F7B88}"/>
              </a:ext>
            </a:extLst>
          </p:cNvPr>
          <p:cNvSpPr>
            <a:spLocks noGrp="1"/>
          </p:cNvSpPr>
          <p:nvPr>
            <p:ph type="title"/>
          </p:nvPr>
        </p:nvSpPr>
        <p:spPr/>
        <p:txBody>
          <a:bodyPr/>
          <a:lstStyle/>
          <a:p>
            <a:r>
              <a:rPr lang="es-ES_tradnl" sz="4000" dirty="0"/>
              <a:t>A nivel de sección</a:t>
            </a:r>
            <a:endParaRPr lang="es-419" dirty="0"/>
          </a:p>
        </p:txBody>
      </p:sp>
      <p:sp>
        <p:nvSpPr>
          <p:cNvPr id="6" name="Marcador de texto 5">
            <a:extLst>
              <a:ext uri="{FF2B5EF4-FFF2-40B4-BE49-F238E27FC236}">
                <a16:creationId xmlns:a16="http://schemas.microsoft.com/office/drawing/2014/main" id="{75DD2857-560C-2891-F959-B3A44558A4A3}"/>
              </a:ext>
            </a:extLst>
          </p:cNvPr>
          <p:cNvSpPr>
            <a:spLocks noGrp="1"/>
          </p:cNvSpPr>
          <p:nvPr>
            <p:ph type="body" sz="quarter" idx="18"/>
          </p:nvPr>
        </p:nvSpPr>
        <p:spPr/>
        <p:txBody>
          <a:bodyPr/>
          <a:lstStyle/>
          <a:p>
            <a:r>
              <a:rPr lang="es-ES_tradnl" sz="2000" dirty="0"/>
              <a:t>Calendario que aplica para todos los NRC en particular</a:t>
            </a:r>
          </a:p>
        </p:txBody>
      </p:sp>
    </p:spTree>
    <p:extLst>
      <p:ext uri="{BB962C8B-B14F-4D97-AF65-F5344CB8AC3E}">
        <p14:creationId xmlns:p14="http://schemas.microsoft.com/office/powerpoint/2010/main" val="8922551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257F1-4587-63A7-D1FC-83FFDF9E5B08}"/>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90A387FD-B525-B4DA-74C3-9045511EECC6}"/>
              </a:ext>
            </a:extLst>
          </p:cNvPr>
          <p:cNvPicPr>
            <a:picLocks noChangeAspect="1"/>
          </p:cNvPicPr>
          <p:nvPr/>
        </p:nvPicPr>
        <p:blipFill>
          <a:blip r:embed="rId3"/>
          <a:stretch>
            <a:fillRect/>
          </a:stretch>
        </p:blipFill>
        <p:spPr>
          <a:xfrm>
            <a:off x="1155192" y="1014984"/>
            <a:ext cx="10510049" cy="3642531"/>
          </a:xfrm>
          <a:prstGeom prst="rect">
            <a:avLst/>
          </a:prstGeom>
        </p:spPr>
      </p:pic>
      <p:sp>
        <p:nvSpPr>
          <p:cNvPr id="2" name="Marcador de texto vertical 1">
            <a:extLst>
              <a:ext uri="{FF2B5EF4-FFF2-40B4-BE49-F238E27FC236}">
                <a16:creationId xmlns:a16="http://schemas.microsoft.com/office/drawing/2014/main" id="{A8B275B6-ACE5-4B94-98BC-91C67BFAF40E}"/>
              </a:ext>
            </a:extLst>
          </p:cNvPr>
          <p:cNvSpPr>
            <a:spLocks noGrp="1"/>
          </p:cNvSpPr>
          <p:nvPr>
            <p:ph type="body" orient="vert" sz="quarter" idx="17"/>
          </p:nvPr>
        </p:nvSpPr>
        <p:spPr>
          <a:xfrm rot="10800000">
            <a:off x="243505" y="685800"/>
            <a:ext cx="609600" cy="5486399"/>
          </a:xfrm>
        </p:spPr>
        <p:txBody>
          <a:bodyPr/>
          <a:lstStyle/>
          <a:p>
            <a:r>
              <a:rPr lang="es-CO" dirty="0"/>
              <a:t>Gestionar ingreso de calificaciones extraordinarias después de pasadas a Historia Académica</a:t>
            </a:r>
            <a:br>
              <a:rPr lang="es-ES" dirty="0"/>
            </a:br>
            <a:endParaRPr lang="en-US" dirty="0"/>
          </a:p>
        </p:txBody>
      </p:sp>
      <p:sp>
        <p:nvSpPr>
          <p:cNvPr id="13" name="Title 12">
            <a:extLst>
              <a:ext uri="{FF2B5EF4-FFF2-40B4-BE49-F238E27FC236}">
                <a16:creationId xmlns:a16="http://schemas.microsoft.com/office/drawing/2014/main" id="{06DCB1BE-6DC6-755D-292C-2624A37FBACD}"/>
              </a:ext>
            </a:extLst>
          </p:cNvPr>
          <p:cNvSpPr>
            <a:spLocks noGrp="1"/>
          </p:cNvSpPr>
          <p:nvPr>
            <p:ph type="title"/>
          </p:nvPr>
        </p:nvSpPr>
        <p:spPr>
          <a:xfrm>
            <a:off x="861398" y="324440"/>
            <a:ext cx="10477497" cy="898555"/>
          </a:xfrm>
        </p:spPr>
        <p:txBody>
          <a:bodyPr/>
          <a:lstStyle/>
          <a:p>
            <a:pPr algn="ctr"/>
            <a:r>
              <a:rPr lang="es-ES_tradnl" dirty="0">
                <a:solidFill>
                  <a:schemeClr val="accent1"/>
                </a:solidFill>
              </a:rPr>
              <a:t> Calendario de ingreso de calificaciones: </a:t>
            </a:r>
            <a:r>
              <a:rPr lang="es-ES_tradnl" b="0" dirty="0">
                <a:solidFill>
                  <a:schemeClr val="accent1"/>
                </a:solidFill>
              </a:rPr>
              <a:t>A nivel de sección</a:t>
            </a:r>
          </a:p>
        </p:txBody>
      </p:sp>
      <p:sp>
        <p:nvSpPr>
          <p:cNvPr id="18" name="Rectángulo: esquinas redondeadas 17">
            <a:extLst>
              <a:ext uri="{FF2B5EF4-FFF2-40B4-BE49-F238E27FC236}">
                <a16:creationId xmlns:a16="http://schemas.microsoft.com/office/drawing/2014/main" id="{D908EEFC-2EB8-4BB8-82E8-C497D7CDCD3E}"/>
              </a:ext>
            </a:extLst>
          </p:cNvPr>
          <p:cNvSpPr/>
          <p:nvPr/>
        </p:nvSpPr>
        <p:spPr>
          <a:xfrm>
            <a:off x="1155192" y="4064764"/>
            <a:ext cx="10510049" cy="1185501"/>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AutoNum type="arabicPeriod"/>
            </a:pPr>
            <a:endParaRPr lang="es-ES_tradnl" sz="1200" dirty="0"/>
          </a:p>
          <a:p>
            <a:pPr marL="228600" indent="-228600">
              <a:buAutoNum type="arabicPeriod"/>
            </a:pPr>
            <a:endParaRPr lang="es-ES_tradnl" sz="1200" dirty="0"/>
          </a:p>
          <a:p>
            <a:pPr marL="228600" indent="-228600">
              <a:buAutoNum type="arabicPeriod"/>
            </a:pPr>
            <a:r>
              <a:rPr lang="es-ES_tradnl" sz="1200" dirty="0"/>
              <a:t>Dentro de SHAEGBC, escoja el período para la definición del calendario de calificaciones</a:t>
            </a:r>
          </a:p>
          <a:p>
            <a:pPr marL="228600" indent="-228600">
              <a:buFontTx/>
              <a:buAutoNum type="arabicPeriod"/>
            </a:pPr>
            <a:r>
              <a:rPr lang="es-ES_tradnl" sz="1200" dirty="0"/>
              <a:t>Dentro de SHAEGBC, escoja el NRC para la definición del calendario de calificaciones</a:t>
            </a:r>
          </a:p>
          <a:p>
            <a:endParaRPr lang="es-ES_tradnl" sz="1200" dirty="0"/>
          </a:p>
          <a:p>
            <a:pPr marL="228600" indent="-228600">
              <a:buAutoNum type="arabicPeriod" startAt="3"/>
            </a:pPr>
            <a:endParaRPr lang="es-ES_tradnl" sz="1200" dirty="0"/>
          </a:p>
          <a:p>
            <a:pPr marL="228600" indent="-228600">
              <a:buFont typeface="+mj-lt"/>
              <a:buAutoNum type="arabicPeriod"/>
            </a:pPr>
            <a:endParaRPr lang="es-ES_tradnl" sz="1100" dirty="0"/>
          </a:p>
        </p:txBody>
      </p:sp>
      <p:sp>
        <p:nvSpPr>
          <p:cNvPr id="19" name="Rectángulo 18">
            <a:extLst>
              <a:ext uri="{FF2B5EF4-FFF2-40B4-BE49-F238E27FC236}">
                <a16:creationId xmlns:a16="http://schemas.microsoft.com/office/drawing/2014/main" id="{0192AAD7-67BB-BE52-1491-07FD7DFC4142}"/>
              </a:ext>
            </a:extLst>
          </p:cNvPr>
          <p:cNvSpPr/>
          <p:nvPr/>
        </p:nvSpPr>
        <p:spPr>
          <a:xfrm>
            <a:off x="1447429" y="1438275"/>
            <a:ext cx="1702568" cy="13035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5" name="Rectángulo 4">
            <a:extLst>
              <a:ext uri="{FF2B5EF4-FFF2-40B4-BE49-F238E27FC236}">
                <a16:creationId xmlns:a16="http://schemas.microsoft.com/office/drawing/2014/main" id="{CDE7D40F-9765-7CB6-1665-5A4042FA6425}"/>
              </a:ext>
            </a:extLst>
          </p:cNvPr>
          <p:cNvSpPr/>
          <p:nvPr/>
        </p:nvSpPr>
        <p:spPr>
          <a:xfrm>
            <a:off x="6432865" y="1438275"/>
            <a:ext cx="1320485" cy="19673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6" name="CuadroTexto 5">
            <a:extLst>
              <a:ext uri="{FF2B5EF4-FFF2-40B4-BE49-F238E27FC236}">
                <a16:creationId xmlns:a16="http://schemas.microsoft.com/office/drawing/2014/main" id="{299C30B6-4861-6AC9-2187-CD2BFDCD4E6F}"/>
              </a:ext>
            </a:extLst>
          </p:cNvPr>
          <p:cNvSpPr txBox="1"/>
          <p:nvPr/>
        </p:nvSpPr>
        <p:spPr>
          <a:xfrm>
            <a:off x="7920663" y="1438275"/>
            <a:ext cx="252962" cy="215444"/>
          </a:xfrm>
          <a:prstGeom prst="rect">
            <a:avLst/>
          </a:prstGeom>
          <a:solidFill>
            <a:schemeClr val="accent3"/>
          </a:solidFill>
        </p:spPr>
        <p:txBody>
          <a:bodyPr wrap="square" rtlCol="0">
            <a:spAutoFit/>
          </a:bodyPr>
          <a:lstStyle/>
          <a:p>
            <a:r>
              <a:rPr lang="es-CO" sz="800" b="1" dirty="0">
                <a:solidFill>
                  <a:schemeClr val="bg1"/>
                </a:solidFill>
              </a:rPr>
              <a:t>2</a:t>
            </a:r>
            <a:endParaRPr lang="en-US" sz="800" b="1" dirty="0">
              <a:solidFill>
                <a:schemeClr val="bg1"/>
              </a:solidFill>
            </a:endParaRPr>
          </a:p>
        </p:txBody>
      </p:sp>
      <p:sp>
        <p:nvSpPr>
          <p:cNvPr id="7" name="CuadroTexto 6">
            <a:extLst>
              <a:ext uri="{FF2B5EF4-FFF2-40B4-BE49-F238E27FC236}">
                <a16:creationId xmlns:a16="http://schemas.microsoft.com/office/drawing/2014/main" id="{499151D0-6108-479C-CAEB-6B51C2F157B4}"/>
              </a:ext>
            </a:extLst>
          </p:cNvPr>
          <p:cNvSpPr txBox="1"/>
          <p:nvPr/>
        </p:nvSpPr>
        <p:spPr>
          <a:xfrm>
            <a:off x="3315753" y="1419568"/>
            <a:ext cx="252962" cy="215444"/>
          </a:xfrm>
          <a:prstGeom prst="rect">
            <a:avLst/>
          </a:prstGeom>
          <a:solidFill>
            <a:schemeClr val="accent3"/>
          </a:solidFill>
        </p:spPr>
        <p:txBody>
          <a:bodyPr wrap="square" rtlCol="0">
            <a:spAutoFit/>
          </a:bodyPr>
          <a:lstStyle/>
          <a:p>
            <a:r>
              <a:rPr lang="es-CO" sz="800" b="1" dirty="0">
                <a:solidFill>
                  <a:schemeClr val="bg1"/>
                </a:solidFill>
              </a:rPr>
              <a:t>1</a:t>
            </a:r>
            <a:endParaRPr lang="en-US" sz="800" b="1" dirty="0">
              <a:solidFill>
                <a:schemeClr val="bg1"/>
              </a:solidFill>
            </a:endParaRPr>
          </a:p>
        </p:txBody>
      </p:sp>
    </p:spTree>
    <p:extLst>
      <p:ext uri="{BB962C8B-B14F-4D97-AF65-F5344CB8AC3E}">
        <p14:creationId xmlns:p14="http://schemas.microsoft.com/office/powerpoint/2010/main" val="15232440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CAD4D-4E5B-2849-8AD5-917AA1881392}"/>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67441ACB-1DC8-6676-6727-D336D644F91B}"/>
              </a:ext>
            </a:extLst>
          </p:cNvPr>
          <p:cNvPicPr>
            <a:picLocks noChangeAspect="1"/>
          </p:cNvPicPr>
          <p:nvPr/>
        </p:nvPicPr>
        <p:blipFill>
          <a:blip r:embed="rId3"/>
          <a:stretch>
            <a:fillRect/>
          </a:stretch>
        </p:blipFill>
        <p:spPr>
          <a:xfrm>
            <a:off x="971550" y="1021367"/>
            <a:ext cx="10868488" cy="5309449"/>
          </a:xfrm>
          <a:prstGeom prst="rect">
            <a:avLst/>
          </a:prstGeom>
        </p:spPr>
      </p:pic>
      <p:sp>
        <p:nvSpPr>
          <p:cNvPr id="2" name="Marcador de texto vertical 1">
            <a:extLst>
              <a:ext uri="{FF2B5EF4-FFF2-40B4-BE49-F238E27FC236}">
                <a16:creationId xmlns:a16="http://schemas.microsoft.com/office/drawing/2014/main" id="{1001FB1A-3A55-D642-C145-279101E6A6BD}"/>
              </a:ext>
            </a:extLst>
          </p:cNvPr>
          <p:cNvSpPr>
            <a:spLocks noGrp="1"/>
          </p:cNvSpPr>
          <p:nvPr>
            <p:ph type="body" orient="vert" sz="quarter" idx="17"/>
          </p:nvPr>
        </p:nvSpPr>
        <p:spPr>
          <a:xfrm rot="10800000">
            <a:off x="243505" y="685800"/>
            <a:ext cx="609600" cy="5486399"/>
          </a:xfrm>
        </p:spPr>
        <p:txBody>
          <a:bodyPr/>
          <a:lstStyle/>
          <a:p>
            <a:r>
              <a:rPr lang="es-CO" dirty="0"/>
              <a:t>Gestionar ingreso de calificaciones extraordinarias después de pasadas a Historia Académica</a:t>
            </a:r>
            <a:br>
              <a:rPr lang="es-ES" dirty="0"/>
            </a:br>
            <a:endParaRPr lang="en-US" dirty="0"/>
          </a:p>
        </p:txBody>
      </p:sp>
      <p:sp>
        <p:nvSpPr>
          <p:cNvPr id="13" name="Title 12">
            <a:extLst>
              <a:ext uri="{FF2B5EF4-FFF2-40B4-BE49-F238E27FC236}">
                <a16:creationId xmlns:a16="http://schemas.microsoft.com/office/drawing/2014/main" id="{BC267E4B-5870-8AEE-9F81-5CDC0D03B90A}"/>
              </a:ext>
            </a:extLst>
          </p:cNvPr>
          <p:cNvSpPr>
            <a:spLocks noGrp="1"/>
          </p:cNvSpPr>
          <p:nvPr>
            <p:ph type="title"/>
          </p:nvPr>
        </p:nvSpPr>
        <p:spPr>
          <a:xfrm>
            <a:off x="867042" y="368323"/>
            <a:ext cx="9948245" cy="898555"/>
          </a:xfrm>
        </p:spPr>
        <p:txBody>
          <a:bodyPr/>
          <a:lstStyle/>
          <a:p>
            <a:pPr algn="ctr"/>
            <a:r>
              <a:rPr lang="es-ES_tradnl" dirty="0">
                <a:solidFill>
                  <a:schemeClr val="accent1"/>
                </a:solidFill>
              </a:rPr>
              <a:t> Calendario de ingreso de calificaciones: </a:t>
            </a:r>
            <a:r>
              <a:rPr lang="es-ES_tradnl" b="0" dirty="0">
                <a:solidFill>
                  <a:schemeClr val="accent1"/>
                </a:solidFill>
              </a:rPr>
              <a:t>A nivel de sección</a:t>
            </a:r>
          </a:p>
        </p:txBody>
      </p:sp>
      <p:sp>
        <p:nvSpPr>
          <p:cNvPr id="18" name="Rectángulo: esquinas redondeadas 17">
            <a:extLst>
              <a:ext uri="{FF2B5EF4-FFF2-40B4-BE49-F238E27FC236}">
                <a16:creationId xmlns:a16="http://schemas.microsoft.com/office/drawing/2014/main" id="{921D2BFB-1265-2C3A-555A-2676B6DAC9D8}"/>
              </a:ext>
            </a:extLst>
          </p:cNvPr>
          <p:cNvSpPr/>
          <p:nvPr/>
        </p:nvSpPr>
        <p:spPr>
          <a:xfrm>
            <a:off x="1009849" y="3858516"/>
            <a:ext cx="10753526" cy="1185501"/>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AutoNum type="arabicPeriod"/>
            </a:pPr>
            <a:endParaRPr lang="es-ES_tradnl" sz="1200" dirty="0"/>
          </a:p>
          <a:p>
            <a:pPr marL="228600" indent="-228600">
              <a:buAutoNum type="arabicPeriod"/>
            </a:pPr>
            <a:endParaRPr lang="es-ES_tradnl" sz="1200" dirty="0"/>
          </a:p>
          <a:p>
            <a:pPr marL="228600" indent="-228600">
              <a:buAutoNum type="arabicPeriod"/>
            </a:pPr>
            <a:endParaRPr lang="es-ES_tradnl" sz="1200" dirty="0"/>
          </a:p>
          <a:p>
            <a:pPr marL="228600" indent="-228600">
              <a:buAutoNum type="arabicPeriod" startAt="3"/>
            </a:pPr>
            <a:r>
              <a:rPr lang="es-ES_tradnl" sz="1200" dirty="0"/>
              <a:t>Para facilitar la navegación, cierre los bloques de Configuración de Período y Configuración de Parte de periodo.</a:t>
            </a:r>
          </a:p>
          <a:p>
            <a:r>
              <a:rPr lang="es-ES_tradnl" sz="1200" dirty="0"/>
              <a:t>4.   Se debe registrar la fecha a partir de la cual los docentes podrán cargar las calificaciones extraordinarias.</a:t>
            </a:r>
          </a:p>
          <a:p>
            <a:r>
              <a:rPr lang="es-ES_tradnl" sz="1200" dirty="0"/>
              <a:t>5.   Se debe registrar la fecha hasta la cual los docentes podrán cargar las calificaciones extraordinarias.</a:t>
            </a:r>
          </a:p>
          <a:p>
            <a:r>
              <a:rPr lang="es-ES_tradnl" sz="1200" dirty="0"/>
              <a:t>6.   Se debe presionar “Guardar” para que la información quede registrada en el sistema.</a:t>
            </a:r>
          </a:p>
          <a:p>
            <a:endParaRPr lang="es-ES_tradnl" sz="1200" dirty="0"/>
          </a:p>
          <a:p>
            <a:endParaRPr lang="es-ES_tradnl" sz="1200" dirty="0"/>
          </a:p>
          <a:p>
            <a:pPr marL="228600" indent="-228600">
              <a:buAutoNum type="arabicPeriod" startAt="3"/>
            </a:pPr>
            <a:endParaRPr lang="es-ES_tradnl" sz="1200" dirty="0"/>
          </a:p>
          <a:p>
            <a:pPr marL="228600" indent="-228600">
              <a:buFont typeface="+mj-lt"/>
              <a:buAutoNum type="arabicPeriod"/>
            </a:pPr>
            <a:endParaRPr lang="es-ES_tradnl" sz="1100" dirty="0"/>
          </a:p>
        </p:txBody>
      </p:sp>
      <p:sp>
        <p:nvSpPr>
          <p:cNvPr id="19" name="Rectángulo 18">
            <a:extLst>
              <a:ext uri="{FF2B5EF4-FFF2-40B4-BE49-F238E27FC236}">
                <a16:creationId xmlns:a16="http://schemas.microsoft.com/office/drawing/2014/main" id="{CFDE9E1C-D9E5-0F35-24EE-C1FD377F61E1}"/>
              </a:ext>
            </a:extLst>
          </p:cNvPr>
          <p:cNvSpPr/>
          <p:nvPr/>
        </p:nvSpPr>
        <p:spPr>
          <a:xfrm>
            <a:off x="957615" y="1581150"/>
            <a:ext cx="1595086" cy="25022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7" name="CuadroTexto 6">
            <a:extLst>
              <a:ext uri="{FF2B5EF4-FFF2-40B4-BE49-F238E27FC236}">
                <a16:creationId xmlns:a16="http://schemas.microsoft.com/office/drawing/2014/main" id="{C1571F8C-6F14-586D-B761-E02CE523EC76}"/>
              </a:ext>
            </a:extLst>
          </p:cNvPr>
          <p:cNvSpPr txBox="1"/>
          <p:nvPr/>
        </p:nvSpPr>
        <p:spPr>
          <a:xfrm>
            <a:off x="2701567" y="1598540"/>
            <a:ext cx="252962" cy="215444"/>
          </a:xfrm>
          <a:prstGeom prst="rect">
            <a:avLst/>
          </a:prstGeom>
          <a:solidFill>
            <a:schemeClr val="accent3"/>
          </a:solidFill>
        </p:spPr>
        <p:txBody>
          <a:bodyPr wrap="square" rtlCol="0">
            <a:spAutoFit/>
          </a:bodyPr>
          <a:lstStyle/>
          <a:p>
            <a:r>
              <a:rPr lang="es-CO" sz="800" b="1" dirty="0">
                <a:solidFill>
                  <a:schemeClr val="bg1"/>
                </a:solidFill>
              </a:rPr>
              <a:t>3</a:t>
            </a:r>
            <a:endParaRPr lang="en-US" sz="800" b="1" dirty="0">
              <a:solidFill>
                <a:schemeClr val="bg1"/>
              </a:solidFill>
            </a:endParaRPr>
          </a:p>
        </p:txBody>
      </p:sp>
      <p:sp>
        <p:nvSpPr>
          <p:cNvPr id="6" name="Rectángulo 5">
            <a:extLst>
              <a:ext uri="{FF2B5EF4-FFF2-40B4-BE49-F238E27FC236}">
                <a16:creationId xmlns:a16="http://schemas.microsoft.com/office/drawing/2014/main" id="{5C64EB11-CF89-08E0-2026-36A9451CE7E9}"/>
              </a:ext>
            </a:extLst>
          </p:cNvPr>
          <p:cNvSpPr/>
          <p:nvPr/>
        </p:nvSpPr>
        <p:spPr>
          <a:xfrm>
            <a:off x="6386612" y="2874372"/>
            <a:ext cx="1604864" cy="41964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8" name="CuadroTexto 7">
            <a:extLst>
              <a:ext uri="{FF2B5EF4-FFF2-40B4-BE49-F238E27FC236}">
                <a16:creationId xmlns:a16="http://schemas.microsoft.com/office/drawing/2014/main" id="{8A7145A2-7E4B-4644-83FD-ADD198FE37D2}"/>
              </a:ext>
            </a:extLst>
          </p:cNvPr>
          <p:cNvSpPr txBox="1"/>
          <p:nvPr/>
        </p:nvSpPr>
        <p:spPr>
          <a:xfrm>
            <a:off x="8109920" y="2976474"/>
            <a:ext cx="252962" cy="215444"/>
          </a:xfrm>
          <a:prstGeom prst="rect">
            <a:avLst/>
          </a:prstGeom>
          <a:solidFill>
            <a:schemeClr val="accent3"/>
          </a:solidFill>
        </p:spPr>
        <p:txBody>
          <a:bodyPr wrap="square" rtlCol="0">
            <a:spAutoFit/>
          </a:bodyPr>
          <a:lstStyle/>
          <a:p>
            <a:r>
              <a:rPr lang="es-CO" sz="800" b="1" dirty="0">
                <a:solidFill>
                  <a:schemeClr val="bg1"/>
                </a:solidFill>
              </a:rPr>
              <a:t>4</a:t>
            </a:r>
            <a:endParaRPr lang="en-US" sz="800" b="1" dirty="0">
              <a:solidFill>
                <a:schemeClr val="bg1"/>
              </a:solidFill>
            </a:endParaRPr>
          </a:p>
        </p:txBody>
      </p:sp>
      <p:sp>
        <p:nvSpPr>
          <p:cNvPr id="9" name="Rectángulo 8">
            <a:extLst>
              <a:ext uri="{FF2B5EF4-FFF2-40B4-BE49-F238E27FC236}">
                <a16:creationId xmlns:a16="http://schemas.microsoft.com/office/drawing/2014/main" id="{AA13B2D4-DA20-F49B-97FA-03D8F6867757}"/>
              </a:ext>
            </a:extLst>
          </p:cNvPr>
          <p:cNvSpPr/>
          <p:nvPr/>
        </p:nvSpPr>
        <p:spPr>
          <a:xfrm>
            <a:off x="6386612" y="3279371"/>
            <a:ext cx="1604864" cy="41964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0" name="CuadroTexto 9">
            <a:extLst>
              <a:ext uri="{FF2B5EF4-FFF2-40B4-BE49-F238E27FC236}">
                <a16:creationId xmlns:a16="http://schemas.microsoft.com/office/drawing/2014/main" id="{C7A96E50-4B90-2AA9-2F3C-E2134CC04B67}"/>
              </a:ext>
            </a:extLst>
          </p:cNvPr>
          <p:cNvSpPr txBox="1"/>
          <p:nvPr/>
        </p:nvSpPr>
        <p:spPr>
          <a:xfrm>
            <a:off x="8114262" y="3381473"/>
            <a:ext cx="252962" cy="215444"/>
          </a:xfrm>
          <a:prstGeom prst="rect">
            <a:avLst/>
          </a:prstGeom>
          <a:solidFill>
            <a:schemeClr val="accent3"/>
          </a:solidFill>
        </p:spPr>
        <p:txBody>
          <a:bodyPr wrap="square" rtlCol="0">
            <a:spAutoFit/>
          </a:bodyPr>
          <a:lstStyle/>
          <a:p>
            <a:r>
              <a:rPr lang="es-CO" sz="800" b="1" dirty="0">
                <a:solidFill>
                  <a:schemeClr val="bg1"/>
                </a:solidFill>
              </a:rPr>
              <a:t>5</a:t>
            </a:r>
            <a:endParaRPr lang="en-US" sz="800" b="1" dirty="0">
              <a:solidFill>
                <a:schemeClr val="bg1"/>
              </a:solidFill>
            </a:endParaRPr>
          </a:p>
        </p:txBody>
      </p:sp>
      <p:sp>
        <p:nvSpPr>
          <p:cNvPr id="11" name="Rectángulo 10">
            <a:extLst>
              <a:ext uri="{FF2B5EF4-FFF2-40B4-BE49-F238E27FC236}">
                <a16:creationId xmlns:a16="http://schemas.microsoft.com/office/drawing/2014/main" id="{3C53B433-E771-7206-CEAB-95C027865610}"/>
              </a:ext>
            </a:extLst>
          </p:cNvPr>
          <p:cNvSpPr/>
          <p:nvPr/>
        </p:nvSpPr>
        <p:spPr>
          <a:xfrm>
            <a:off x="11344274" y="6076949"/>
            <a:ext cx="614207" cy="24614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2" name="CuadroTexto 11">
            <a:extLst>
              <a:ext uri="{FF2B5EF4-FFF2-40B4-BE49-F238E27FC236}">
                <a16:creationId xmlns:a16="http://schemas.microsoft.com/office/drawing/2014/main" id="{B12FF033-2192-1CF6-1EA0-AF881C033A53}"/>
              </a:ext>
            </a:extLst>
          </p:cNvPr>
          <p:cNvSpPr txBox="1"/>
          <p:nvPr/>
        </p:nvSpPr>
        <p:spPr>
          <a:xfrm>
            <a:off x="10967488" y="6092300"/>
            <a:ext cx="252962" cy="215444"/>
          </a:xfrm>
          <a:prstGeom prst="rect">
            <a:avLst/>
          </a:prstGeom>
          <a:solidFill>
            <a:schemeClr val="accent1"/>
          </a:solidFill>
        </p:spPr>
        <p:txBody>
          <a:bodyPr wrap="square" rtlCol="0">
            <a:spAutoFit/>
          </a:bodyPr>
          <a:lstStyle/>
          <a:p>
            <a:r>
              <a:rPr lang="en-US" sz="800" b="1" dirty="0">
                <a:solidFill>
                  <a:schemeClr val="bg1"/>
                </a:solidFill>
              </a:rPr>
              <a:t>6</a:t>
            </a:r>
          </a:p>
        </p:txBody>
      </p:sp>
    </p:spTree>
    <p:extLst>
      <p:ext uri="{BB962C8B-B14F-4D97-AF65-F5344CB8AC3E}">
        <p14:creationId xmlns:p14="http://schemas.microsoft.com/office/powerpoint/2010/main" val="6063823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9C090-3EF5-E97A-2CC6-215EB59CA1E1}"/>
            </a:ext>
          </a:extLst>
        </p:cNvPr>
        <p:cNvGrpSpPr/>
        <p:nvPr/>
      </p:nvGrpSpPr>
      <p:grpSpPr>
        <a:xfrm>
          <a:off x="0" y="0"/>
          <a:ext cx="0" cy="0"/>
          <a:chOff x="0" y="0"/>
          <a:chExt cx="0" cy="0"/>
        </a:xfrm>
      </p:grpSpPr>
      <p:sp>
        <p:nvSpPr>
          <p:cNvPr id="5" name="Marcador de texto vertical 4">
            <a:extLst>
              <a:ext uri="{FF2B5EF4-FFF2-40B4-BE49-F238E27FC236}">
                <a16:creationId xmlns:a16="http://schemas.microsoft.com/office/drawing/2014/main" id="{674302E4-7154-E5EC-9CDB-B950B0DE7C14}"/>
              </a:ext>
            </a:extLst>
          </p:cNvPr>
          <p:cNvSpPr>
            <a:spLocks noGrp="1"/>
          </p:cNvSpPr>
          <p:nvPr>
            <p:ph type="body" orient="vert" sz="quarter" idx="10"/>
          </p:nvPr>
        </p:nvSpPr>
        <p:spPr>
          <a:xfrm>
            <a:off x="224589" y="685800"/>
            <a:ext cx="609600" cy="5486399"/>
          </a:xfrm>
        </p:spPr>
        <p:txBody>
          <a:bodyPr/>
          <a:lstStyle/>
          <a:p>
            <a:r>
              <a:rPr lang="es-CO" dirty="0"/>
              <a:t>Gestionar ingreso de calificaciones extraordinarias después de pasadas a Historia Académica</a:t>
            </a:r>
            <a:br>
              <a:rPr lang="es-ES" dirty="0"/>
            </a:br>
            <a:endParaRPr lang="en-US" dirty="0"/>
          </a:p>
        </p:txBody>
      </p:sp>
      <p:sp>
        <p:nvSpPr>
          <p:cNvPr id="4" name="Título 3">
            <a:extLst>
              <a:ext uri="{FF2B5EF4-FFF2-40B4-BE49-F238E27FC236}">
                <a16:creationId xmlns:a16="http://schemas.microsoft.com/office/drawing/2014/main" id="{C6957839-EFCC-59BC-FEAD-F5C97FA983F2}"/>
              </a:ext>
            </a:extLst>
          </p:cNvPr>
          <p:cNvSpPr>
            <a:spLocks noGrp="1"/>
          </p:cNvSpPr>
          <p:nvPr>
            <p:ph type="title"/>
          </p:nvPr>
        </p:nvSpPr>
        <p:spPr/>
        <p:txBody>
          <a:bodyPr/>
          <a:lstStyle/>
          <a:p>
            <a:r>
              <a:rPr lang="es-ES_tradnl" sz="4000" dirty="0"/>
              <a:t>Registro de calificaciones extraordinarias</a:t>
            </a:r>
            <a:endParaRPr lang="es-419" dirty="0"/>
          </a:p>
        </p:txBody>
      </p:sp>
      <p:sp>
        <p:nvSpPr>
          <p:cNvPr id="6" name="Marcador de texto 5">
            <a:extLst>
              <a:ext uri="{FF2B5EF4-FFF2-40B4-BE49-F238E27FC236}">
                <a16:creationId xmlns:a16="http://schemas.microsoft.com/office/drawing/2014/main" id="{32372185-BFBB-63F8-9274-04C5A1879C88}"/>
              </a:ext>
            </a:extLst>
          </p:cNvPr>
          <p:cNvSpPr>
            <a:spLocks noGrp="1"/>
          </p:cNvSpPr>
          <p:nvPr>
            <p:ph type="body" sz="quarter" idx="18"/>
          </p:nvPr>
        </p:nvSpPr>
        <p:spPr/>
        <p:txBody>
          <a:bodyPr/>
          <a:lstStyle/>
          <a:p>
            <a:r>
              <a:rPr lang="es-ES_tradnl" sz="2000" dirty="0"/>
              <a:t>Los docentes en autoservicio llevan a cabo la carga de calificaciones para su reestimación</a:t>
            </a:r>
          </a:p>
        </p:txBody>
      </p:sp>
    </p:spTree>
    <p:extLst>
      <p:ext uri="{BB962C8B-B14F-4D97-AF65-F5344CB8AC3E}">
        <p14:creationId xmlns:p14="http://schemas.microsoft.com/office/powerpoint/2010/main" val="30370917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E10A9-54AC-D15F-E425-6B805144C8F4}"/>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463A46BE-4D5D-B040-EA15-7AF0142EE804}"/>
              </a:ext>
            </a:extLst>
          </p:cNvPr>
          <p:cNvPicPr>
            <a:picLocks noChangeAspect="1"/>
          </p:cNvPicPr>
          <p:nvPr/>
        </p:nvPicPr>
        <p:blipFill>
          <a:blip r:embed="rId3"/>
          <a:srcRect t="7126"/>
          <a:stretch/>
        </p:blipFill>
        <p:spPr>
          <a:xfrm>
            <a:off x="1282606" y="1562100"/>
            <a:ext cx="10183454" cy="4132848"/>
          </a:xfrm>
          <a:prstGeom prst="rect">
            <a:avLst/>
          </a:prstGeom>
          <a:ln>
            <a:solidFill>
              <a:schemeClr val="accent1"/>
            </a:solidFill>
          </a:ln>
        </p:spPr>
      </p:pic>
      <p:sp>
        <p:nvSpPr>
          <p:cNvPr id="2" name="Marcador de texto vertical 1">
            <a:extLst>
              <a:ext uri="{FF2B5EF4-FFF2-40B4-BE49-F238E27FC236}">
                <a16:creationId xmlns:a16="http://schemas.microsoft.com/office/drawing/2014/main" id="{3B372D82-F5F5-0CB1-D660-5FA4DF2C9009}"/>
              </a:ext>
            </a:extLst>
          </p:cNvPr>
          <p:cNvSpPr>
            <a:spLocks noGrp="1"/>
          </p:cNvSpPr>
          <p:nvPr>
            <p:ph type="body" orient="vert" sz="quarter" idx="17"/>
          </p:nvPr>
        </p:nvSpPr>
        <p:spPr>
          <a:xfrm rot="10800000">
            <a:off x="243505" y="685800"/>
            <a:ext cx="609600" cy="5486399"/>
          </a:xfrm>
        </p:spPr>
        <p:txBody>
          <a:bodyPr/>
          <a:lstStyle/>
          <a:p>
            <a:r>
              <a:rPr lang="es-CO" dirty="0"/>
              <a:t>Gestionar ingreso de calificaciones extraordinarias después de pasadas a Historia Académica</a:t>
            </a:r>
            <a:br>
              <a:rPr lang="es-ES" dirty="0"/>
            </a:br>
            <a:endParaRPr lang="en-US" dirty="0"/>
          </a:p>
        </p:txBody>
      </p:sp>
      <p:sp>
        <p:nvSpPr>
          <p:cNvPr id="13" name="Title 12">
            <a:extLst>
              <a:ext uri="{FF2B5EF4-FFF2-40B4-BE49-F238E27FC236}">
                <a16:creationId xmlns:a16="http://schemas.microsoft.com/office/drawing/2014/main" id="{A9708B5B-0879-D60D-645E-2491CB6EFB78}"/>
              </a:ext>
            </a:extLst>
          </p:cNvPr>
          <p:cNvSpPr>
            <a:spLocks noGrp="1"/>
          </p:cNvSpPr>
          <p:nvPr>
            <p:ph type="title"/>
          </p:nvPr>
        </p:nvSpPr>
        <p:spPr>
          <a:xfrm>
            <a:off x="1162050" y="661719"/>
            <a:ext cx="7281245" cy="466135"/>
          </a:xfrm>
        </p:spPr>
        <p:txBody>
          <a:bodyPr/>
          <a:lstStyle/>
          <a:p>
            <a:pPr algn="ctr"/>
            <a:r>
              <a:rPr lang="es-ES_tradnl" dirty="0">
                <a:solidFill>
                  <a:schemeClr val="accent1"/>
                </a:solidFill>
              </a:rPr>
              <a:t> Registro de calificaciones extraordinarias</a:t>
            </a:r>
            <a:endParaRPr lang="es-ES_tradnl" b="0" dirty="0">
              <a:solidFill>
                <a:schemeClr val="accent1"/>
              </a:solidFill>
            </a:endParaRPr>
          </a:p>
        </p:txBody>
      </p:sp>
      <p:sp>
        <p:nvSpPr>
          <p:cNvPr id="18" name="Rectángulo: esquinas redondeadas 17">
            <a:extLst>
              <a:ext uri="{FF2B5EF4-FFF2-40B4-BE49-F238E27FC236}">
                <a16:creationId xmlns:a16="http://schemas.microsoft.com/office/drawing/2014/main" id="{553669EC-5DAB-F506-3E01-9FE0AAFD7D3B}"/>
              </a:ext>
            </a:extLst>
          </p:cNvPr>
          <p:cNvSpPr/>
          <p:nvPr/>
        </p:nvSpPr>
        <p:spPr>
          <a:xfrm>
            <a:off x="3986148" y="4399628"/>
            <a:ext cx="4219704" cy="1530157"/>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AutoNum type="arabicPeriod"/>
            </a:pPr>
            <a:endParaRPr lang="es-ES_tradnl" sz="1200" dirty="0"/>
          </a:p>
          <a:p>
            <a:pPr marL="228600" indent="-228600">
              <a:buAutoNum type="arabicPeriod"/>
            </a:pPr>
            <a:endParaRPr lang="es-ES_tradnl" sz="1200" dirty="0"/>
          </a:p>
          <a:p>
            <a:endParaRPr lang="es-ES_tradnl" sz="1200" dirty="0"/>
          </a:p>
          <a:p>
            <a:r>
              <a:rPr lang="es-ES_tradnl" sz="1200" dirty="0"/>
              <a:t>1.   Haga clic en el Libro de calificaciones y seleccione el NRC para el cual se cargarán las calificaciones extraordinarias.</a:t>
            </a:r>
          </a:p>
          <a:p>
            <a:r>
              <a:rPr lang="es-ES_tradnl" sz="1200" dirty="0"/>
              <a:t>2.   En este campo se puede observar que las calificaciones han sido procesadas. </a:t>
            </a:r>
          </a:p>
          <a:p>
            <a:pPr marL="228600" indent="-228600">
              <a:buAutoNum type="arabicPeriod" startAt="6"/>
            </a:pPr>
            <a:endParaRPr lang="es-ES_tradnl" sz="1200" dirty="0"/>
          </a:p>
          <a:p>
            <a:endParaRPr lang="es-ES_tradnl" sz="1200" dirty="0"/>
          </a:p>
          <a:p>
            <a:endParaRPr lang="es-ES_tradnl" sz="1200" dirty="0"/>
          </a:p>
          <a:p>
            <a:pPr marL="228600" indent="-228600">
              <a:buAutoNum type="arabicPeriod" startAt="3"/>
            </a:pPr>
            <a:endParaRPr lang="es-ES_tradnl" sz="1200" dirty="0"/>
          </a:p>
          <a:p>
            <a:pPr marL="228600" indent="-228600">
              <a:buFont typeface="+mj-lt"/>
              <a:buAutoNum type="arabicPeriod"/>
            </a:pPr>
            <a:endParaRPr lang="es-ES_tradnl" sz="1100" dirty="0"/>
          </a:p>
        </p:txBody>
      </p:sp>
      <p:sp>
        <p:nvSpPr>
          <p:cNvPr id="19" name="Rectángulo 18">
            <a:extLst>
              <a:ext uri="{FF2B5EF4-FFF2-40B4-BE49-F238E27FC236}">
                <a16:creationId xmlns:a16="http://schemas.microsoft.com/office/drawing/2014/main" id="{B8E7E126-6CEF-CBFD-BC55-361363BF1B30}"/>
              </a:ext>
            </a:extLst>
          </p:cNvPr>
          <p:cNvSpPr/>
          <p:nvPr/>
        </p:nvSpPr>
        <p:spPr>
          <a:xfrm>
            <a:off x="3233118" y="2039748"/>
            <a:ext cx="1136864" cy="23483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7" name="CuadroTexto 6">
            <a:extLst>
              <a:ext uri="{FF2B5EF4-FFF2-40B4-BE49-F238E27FC236}">
                <a16:creationId xmlns:a16="http://schemas.microsoft.com/office/drawing/2014/main" id="{50403A28-F13C-AB98-4ECC-FD27A6655F4A}"/>
              </a:ext>
            </a:extLst>
          </p:cNvPr>
          <p:cNvSpPr txBox="1"/>
          <p:nvPr/>
        </p:nvSpPr>
        <p:spPr>
          <a:xfrm>
            <a:off x="2213874" y="3296093"/>
            <a:ext cx="252962" cy="215444"/>
          </a:xfrm>
          <a:prstGeom prst="rect">
            <a:avLst/>
          </a:prstGeom>
          <a:solidFill>
            <a:schemeClr val="accent3"/>
          </a:solidFill>
        </p:spPr>
        <p:txBody>
          <a:bodyPr wrap="square" rtlCol="0">
            <a:spAutoFit/>
          </a:bodyPr>
          <a:lstStyle/>
          <a:p>
            <a:r>
              <a:rPr lang="es-CO" sz="800" b="1" dirty="0">
                <a:solidFill>
                  <a:schemeClr val="bg1"/>
                </a:solidFill>
              </a:rPr>
              <a:t>2</a:t>
            </a:r>
            <a:endParaRPr lang="en-US" sz="800" b="1" dirty="0">
              <a:solidFill>
                <a:schemeClr val="bg1"/>
              </a:solidFill>
            </a:endParaRPr>
          </a:p>
        </p:txBody>
      </p:sp>
      <p:sp>
        <p:nvSpPr>
          <p:cNvPr id="6" name="Rectángulo 5">
            <a:extLst>
              <a:ext uri="{FF2B5EF4-FFF2-40B4-BE49-F238E27FC236}">
                <a16:creationId xmlns:a16="http://schemas.microsoft.com/office/drawing/2014/main" id="{6A23113A-38E2-ED79-DE8F-ED97DFAE1C0F}"/>
              </a:ext>
            </a:extLst>
          </p:cNvPr>
          <p:cNvSpPr/>
          <p:nvPr/>
        </p:nvSpPr>
        <p:spPr>
          <a:xfrm>
            <a:off x="1348702" y="3107371"/>
            <a:ext cx="799076" cy="18872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0" name="CuadroTexto 9">
            <a:extLst>
              <a:ext uri="{FF2B5EF4-FFF2-40B4-BE49-F238E27FC236}">
                <a16:creationId xmlns:a16="http://schemas.microsoft.com/office/drawing/2014/main" id="{195CBB65-7A41-2E6A-B589-E5B0460087CC}"/>
              </a:ext>
            </a:extLst>
          </p:cNvPr>
          <p:cNvSpPr txBox="1"/>
          <p:nvPr/>
        </p:nvSpPr>
        <p:spPr>
          <a:xfrm>
            <a:off x="4369982" y="2274585"/>
            <a:ext cx="252962" cy="215444"/>
          </a:xfrm>
          <a:prstGeom prst="rect">
            <a:avLst/>
          </a:prstGeom>
          <a:solidFill>
            <a:schemeClr val="accent3"/>
          </a:solidFill>
        </p:spPr>
        <p:txBody>
          <a:bodyPr wrap="square" rtlCol="0">
            <a:spAutoFit/>
          </a:bodyPr>
          <a:lstStyle/>
          <a:p>
            <a:r>
              <a:rPr lang="es-CO" sz="800" b="1" dirty="0">
                <a:solidFill>
                  <a:schemeClr val="bg1"/>
                </a:solidFill>
              </a:rPr>
              <a:t>1</a:t>
            </a:r>
            <a:endParaRPr lang="en-US" sz="800" b="1" dirty="0">
              <a:solidFill>
                <a:schemeClr val="bg1"/>
              </a:solidFill>
            </a:endParaRPr>
          </a:p>
        </p:txBody>
      </p:sp>
    </p:spTree>
    <p:extLst>
      <p:ext uri="{BB962C8B-B14F-4D97-AF65-F5344CB8AC3E}">
        <p14:creationId xmlns:p14="http://schemas.microsoft.com/office/powerpoint/2010/main" val="36309447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09EE7-B8E5-6987-3AB3-827354E21256}"/>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EEA33567-5E6D-4F0E-18E3-98F612B8770E}"/>
              </a:ext>
            </a:extLst>
          </p:cNvPr>
          <p:cNvPicPr>
            <a:picLocks noChangeAspect="1"/>
          </p:cNvPicPr>
          <p:nvPr/>
        </p:nvPicPr>
        <p:blipFill>
          <a:blip r:embed="rId3"/>
          <a:srcRect t="6683"/>
          <a:stretch/>
        </p:blipFill>
        <p:spPr>
          <a:xfrm>
            <a:off x="1348702" y="1590675"/>
            <a:ext cx="10143726" cy="4136356"/>
          </a:xfrm>
          <a:prstGeom prst="rect">
            <a:avLst/>
          </a:prstGeom>
          <a:ln>
            <a:solidFill>
              <a:schemeClr val="accent1"/>
            </a:solidFill>
          </a:ln>
        </p:spPr>
      </p:pic>
      <p:sp>
        <p:nvSpPr>
          <p:cNvPr id="2" name="Marcador de texto vertical 1">
            <a:extLst>
              <a:ext uri="{FF2B5EF4-FFF2-40B4-BE49-F238E27FC236}">
                <a16:creationId xmlns:a16="http://schemas.microsoft.com/office/drawing/2014/main" id="{A41E78D5-A528-B331-96B0-F0F6CC31DFD8}"/>
              </a:ext>
            </a:extLst>
          </p:cNvPr>
          <p:cNvSpPr>
            <a:spLocks noGrp="1"/>
          </p:cNvSpPr>
          <p:nvPr>
            <p:ph type="body" orient="vert" sz="quarter" idx="17"/>
          </p:nvPr>
        </p:nvSpPr>
        <p:spPr>
          <a:xfrm rot="10800000">
            <a:off x="243505" y="685800"/>
            <a:ext cx="609600" cy="5486399"/>
          </a:xfrm>
        </p:spPr>
        <p:txBody>
          <a:bodyPr/>
          <a:lstStyle/>
          <a:p>
            <a:r>
              <a:rPr lang="es-CO" dirty="0"/>
              <a:t>Gestionar ingreso de calificaciones extraordinarias después de pasadas a Historia Académica</a:t>
            </a:r>
            <a:br>
              <a:rPr lang="es-ES" dirty="0"/>
            </a:br>
            <a:endParaRPr lang="en-US" dirty="0"/>
          </a:p>
        </p:txBody>
      </p:sp>
      <p:sp>
        <p:nvSpPr>
          <p:cNvPr id="13" name="Title 12">
            <a:extLst>
              <a:ext uri="{FF2B5EF4-FFF2-40B4-BE49-F238E27FC236}">
                <a16:creationId xmlns:a16="http://schemas.microsoft.com/office/drawing/2014/main" id="{A1168885-FB12-6920-E106-B9CB5C73F660}"/>
              </a:ext>
            </a:extLst>
          </p:cNvPr>
          <p:cNvSpPr>
            <a:spLocks noGrp="1"/>
          </p:cNvSpPr>
          <p:nvPr>
            <p:ph type="title"/>
          </p:nvPr>
        </p:nvSpPr>
        <p:spPr>
          <a:xfrm>
            <a:off x="1209675" y="722582"/>
            <a:ext cx="7328870" cy="468114"/>
          </a:xfrm>
        </p:spPr>
        <p:txBody>
          <a:bodyPr/>
          <a:lstStyle/>
          <a:p>
            <a:pPr algn="ctr"/>
            <a:r>
              <a:rPr lang="es-ES_tradnl" dirty="0">
                <a:solidFill>
                  <a:schemeClr val="accent1"/>
                </a:solidFill>
              </a:rPr>
              <a:t> Registro de calificaciones extraordinarias</a:t>
            </a:r>
            <a:endParaRPr lang="es-ES_tradnl" b="0" dirty="0">
              <a:solidFill>
                <a:schemeClr val="accent1"/>
              </a:solidFill>
            </a:endParaRPr>
          </a:p>
        </p:txBody>
      </p:sp>
      <p:sp>
        <p:nvSpPr>
          <p:cNvPr id="18" name="Rectángulo: esquinas redondeadas 17">
            <a:extLst>
              <a:ext uri="{FF2B5EF4-FFF2-40B4-BE49-F238E27FC236}">
                <a16:creationId xmlns:a16="http://schemas.microsoft.com/office/drawing/2014/main" id="{928E325B-1F93-EC2B-4A49-05A88B909201}"/>
              </a:ext>
            </a:extLst>
          </p:cNvPr>
          <p:cNvSpPr/>
          <p:nvPr/>
        </p:nvSpPr>
        <p:spPr>
          <a:xfrm>
            <a:off x="4622944" y="3664734"/>
            <a:ext cx="2490237" cy="1428261"/>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AutoNum type="arabicPeriod"/>
            </a:pPr>
            <a:endParaRPr lang="es-ES_tradnl" sz="1200" dirty="0"/>
          </a:p>
          <a:p>
            <a:pPr marL="228600" indent="-228600">
              <a:buAutoNum type="arabicPeriod"/>
            </a:pPr>
            <a:endParaRPr lang="es-ES_tradnl" sz="1200" dirty="0"/>
          </a:p>
          <a:p>
            <a:endParaRPr lang="es-ES_tradnl" sz="1200" dirty="0"/>
          </a:p>
          <a:p>
            <a:r>
              <a:rPr lang="es-ES_tradnl" sz="1200" dirty="0"/>
              <a:t>Toda vez seleccionado el componente o subcomponente que va a calificar extraordinariamente, seleccione la opción “Sólo reestimación”.</a:t>
            </a:r>
          </a:p>
          <a:p>
            <a:endParaRPr lang="es-ES_tradnl" sz="1200" dirty="0"/>
          </a:p>
          <a:p>
            <a:endParaRPr lang="es-ES_tradnl" sz="1200" dirty="0"/>
          </a:p>
          <a:p>
            <a:endParaRPr lang="es-ES_tradnl" sz="1200" dirty="0"/>
          </a:p>
          <a:p>
            <a:pPr marL="228600" indent="-228600">
              <a:buAutoNum type="arabicPeriod" startAt="3"/>
            </a:pPr>
            <a:endParaRPr lang="es-ES_tradnl" sz="1200" dirty="0"/>
          </a:p>
          <a:p>
            <a:pPr marL="228600" indent="-228600">
              <a:buFont typeface="+mj-lt"/>
              <a:buAutoNum type="arabicPeriod"/>
            </a:pPr>
            <a:endParaRPr lang="es-ES_tradnl" sz="1100" dirty="0"/>
          </a:p>
        </p:txBody>
      </p:sp>
      <p:sp>
        <p:nvSpPr>
          <p:cNvPr id="19" name="Rectángulo 18">
            <a:extLst>
              <a:ext uri="{FF2B5EF4-FFF2-40B4-BE49-F238E27FC236}">
                <a16:creationId xmlns:a16="http://schemas.microsoft.com/office/drawing/2014/main" id="{646F9E88-BEB9-D997-E2DC-18808CC06412}"/>
              </a:ext>
            </a:extLst>
          </p:cNvPr>
          <p:cNvSpPr/>
          <p:nvPr/>
        </p:nvSpPr>
        <p:spPr>
          <a:xfrm>
            <a:off x="8205852" y="3962037"/>
            <a:ext cx="1136864" cy="51427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6" name="Rectángulo 5">
            <a:extLst>
              <a:ext uri="{FF2B5EF4-FFF2-40B4-BE49-F238E27FC236}">
                <a16:creationId xmlns:a16="http://schemas.microsoft.com/office/drawing/2014/main" id="{718178FA-35C7-1F54-13C9-F260B7D212DF}"/>
              </a:ext>
            </a:extLst>
          </p:cNvPr>
          <p:cNvSpPr/>
          <p:nvPr/>
        </p:nvSpPr>
        <p:spPr>
          <a:xfrm>
            <a:off x="1493081" y="2917150"/>
            <a:ext cx="9845814" cy="21544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10" name="CuadroTexto 9">
            <a:extLst>
              <a:ext uri="{FF2B5EF4-FFF2-40B4-BE49-F238E27FC236}">
                <a16:creationId xmlns:a16="http://schemas.microsoft.com/office/drawing/2014/main" id="{5A305F16-2FC3-E83D-A932-6E44F9F94667}"/>
              </a:ext>
            </a:extLst>
          </p:cNvPr>
          <p:cNvSpPr txBox="1"/>
          <p:nvPr/>
        </p:nvSpPr>
        <p:spPr>
          <a:xfrm>
            <a:off x="4369982" y="2274585"/>
            <a:ext cx="252962" cy="215444"/>
          </a:xfrm>
          <a:prstGeom prst="rect">
            <a:avLst/>
          </a:prstGeom>
          <a:solidFill>
            <a:schemeClr val="accent3"/>
          </a:solidFill>
        </p:spPr>
        <p:txBody>
          <a:bodyPr wrap="square" rtlCol="0">
            <a:spAutoFit/>
          </a:bodyPr>
          <a:lstStyle/>
          <a:p>
            <a:r>
              <a:rPr lang="es-CO" sz="800" b="1" dirty="0">
                <a:solidFill>
                  <a:schemeClr val="bg1"/>
                </a:solidFill>
              </a:rPr>
              <a:t>1</a:t>
            </a:r>
            <a:endParaRPr lang="en-US" sz="800" b="1" dirty="0">
              <a:solidFill>
                <a:schemeClr val="bg1"/>
              </a:solidFill>
            </a:endParaRPr>
          </a:p>
        </p:txBody>
      </p:sp>
      <p:sp>
        <p:nvSpPr>
          <p:cNvPr id="5" name="Flecha: hacia abajo 4">
            <a:extLst>
              <a:ext uri="{FF2B5EF4-FFF2-40B4-BE49-F238E27FC236}">
                <a16:creationId xmlns:a16="http://schemas.microsoft.com/office/drawing/2014/main" id="{06BEEBA9-8726-C91E-5396-C815020CAF51}"/>
              </a:ext>
            </a:extLst>
          </p:cNvPr>
          <p:cNvSpPr/>
          <p:nvPr/>
        </p:nvSpPr>
        <p:spPr>
          <a:xfrm rot="10800000">
            <a:off x="5648395" y="3269165"/>
            <a:ext cx="219667" cy="319667"/>
          </a:xfrm>
          <a:prstGeom prst="down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
        <p:nvSpPr>
          <p:cNvPr id="8" name="Flecha: a la derecha 7">
            <a:extLst>
              <a:ext uri="{FF2B5EF4-FFF2-40B4-BE49-F238E27FC236}">
                <a16:creationId xmlns:a16="http://schemas.microsoft.com/office/drawing/2014/main" id="{63AAA45C-2F7B-BE9B-8F60-915A1CA65788}"/>
              </a:ext>
            </a:extLst>
          </p:cNvPr>
          <p:cNvSpPr/>
          <p:nvPr/>
        </p:nvSpPr>
        <p:spPr>
          <a:xfrm>
            <a:off x="7404585" y="4081106"/>
            <a:ext cx="551330" cy="276131"/>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14911080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B1F7C-C75C-9184-1751-30D71DEFA084}"/>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1499BE99-7AA5-D772-C11B-111D29FE00A5}"/>
              </a:ext>
            </a:extLst>
          </p:cNvPr>
          <p:cNvPicPr>
            <a:picLocks noChangeAspect="1"/>
          </p:cNvPicPr>
          <p:nvPr/>
        </p:nvPicPr>
        <p:blipFill>
          <a:blip r:embed="rId3"/>
          <a:srcRect t="6451"/>
          <a:stretch/>
        </p:blipFill>
        <p:spPr>
          <a:xfrm>
            <a:off x="1170311" y="1657350"/>
            <a:ext cx="10429603" cy="4272434"/>
          </a:xfrm>
          <a:prstGeom prst="rect">
            <a:avLst/>
          </a:prstGeom>
          <a:ln>
            <a:solidFill>
              <a:schemeClr val="accent1"/>
            </a:solidFill>
          </a:ln>
        </p:spPr>
      </p:pic>
      <p:sp>
        <p:nvSpPr>
          <p:cNvPr id="2" name="Marcador de texto vertical 1">
            <a:extLst>
              <a:ext uri="{FF2B5EF4-FFF2-40B4-BE49-F238E27FC236}">
                <a16:creationId xmlns:a16="http://schemas.microsoft.com/office/drawing/2014/main" id="{57105D24-7312-291D-6A32-8717E5AF57BA}"/>
              </a:ext>
            </a:extLst>
          </p:cNvPr>
          <p:cNvSpPr>
            <a:spLocks noGrp="1"/>
          </p:cNvSpPr>
          <p:nvPr>
            <p:ph type="body" orient="vert" sz="quarter" idx="17"/>
          </p:nvPr>
        </p:nvSpPr>
        <p:spPr>
          <a:xfrm rot="10800000">
            <a:off x="243505" y="685800"/>
            <a:ext cx="609600" cy="5486399"/>
          </a:xfrm>
        </p:spPr>
        <p:txBody>
          <a:bodyPr/>
          <a:lstStyle/>
          <a:p>
            <a:r>
              <a:rPr lang="es-CO" dirty="0"/>
              <a:t>Gestionar ingreso de calificaciones extraordinarias después de pasadas a Historia Académica</a:t>
            </a:r>
            <a:br>
              <a:rPr lang="es-ES" dirty="0"/>
            </a:br>
            <a:endParaRPr lang="en-US" dirty="0"/>
          </a:p>
        </p:txBody>
      </p:sp>
      <p:sp>
        <p:nvSpPr>
          <p:cNvPr id="13" name="Title 12">
            <a:extLst>
              <a:ext uri="{FF2B5EF4-FFF2-40B4-BE49-F238E27FC236}">
                <a16:creationId xmlns:a16="http://schemas.microsoft.com/office/drawing/2014/main" id="{5F16FBAE-9DC7-8FEF-0780-824A05B8E77E}"/>
              </a:ext>
            </a:extLst>
          </p:cNvPr>
          <p:cNvSpPr>
            <a:spLocks noGrp="1"/>
          </p:cNvSpPr>
          <p:nvPr>
            <p:ph type="title"/>
          </p:nvPr>
        </p:nvSpPr>
        <p:spPr>
          <a:xfrm>
            <a:off x="1057275" y="733824"/>
            <a:ext cx="7224095" cy="447078"/>
          </a:xfrm>
        </p:spPr>
        <p:txBody>
          <a:bodyPr/>
          <a:lstStyle/>
          <a:p>
            <a:pPr algn="ctr"/>
            <a:r>
              <a:rPr lang="es-ES_tradnl" dirty="0">
                <a:solidFill>
                  <a:schemeClr val="accent1"/>
                </a:solidFill>
              </a:rPr>
              <a:t> Registro de calificaciones extraordinarias</a:t>
            </a:r>
            <a:endParaRPr lang="es-ES_tradnl" b="0" dirty="0">
              <a:solidFill>
                <a:schemeClr val="accent1"/>
              </a:solidFill>
            </a:endParaRPr>
          </a:p>
        </p:txBody>
      </p:sp>
      <p:sp>
        <p:nvSpPr>
          <p:cNvPr id="18" name="Rectángulo: esquinas redondeadas 17">
            <a:extLst>
              <a:ext uri="{FF2B5EF4-FFF2-40B4-BE49-F238E27FC236}">
                <a16:creationId xmlns:a16="http://schemas.microsoft.com/office/drawing/2014/main" id="{0EB4C434-8CE0-F72E-1691-4893969FC380}"/>
              </a:ext>
            </a:extLst>
          </p:cNvPr>
          <p:cNvSpPr/>
          <p:nvPr/>
        </p:nvSpPr>
        <p:spPr>
          <a:xfrm>
            <a:off x="6096000" y="2295190"/>
            <a:ext cx="2339071" cy="1530157"/>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AutoNum type="arabicPeriod"/>
            </a:pPr>
            <a:endParaRPr lang="es-ES_tradnl" sz="1200" dirty="0"/>
          </a:p>
          <a:p>
            <a:pPr marL="228600" indent="-228600">
              <a:buAutoNum type="arabicPeriod"/>
            </a:pPr>
            <a:endParaRPr lang="es-ES_tradnl" sz="1200" dirty="0"/>
          </a:p>
          <a:p>
            <a:endParaRPr lang="es-ES_tradnl" sz="1200" dirty="0"/>
          </a:p>
          <a:p>
            <a:endParaRPr lang="es-ES_tradnl" sz="1200" dirty="0"/>
          </a:p>
          <a:p>
            <a:r>
              <a:rPr lang="es-ES_tradnl" sz="1200" dirty="0"/>
              <a:t>Si las fechas están habilitadas para cargar las calificaciones extemporáneas, Ud. podrá seleccionar la nueva calificación que corresponda.</a:t>
            </a:r>
          </a:p>
          <a:p>
            <a:endParaRPr lang="es-ES_tradnl" sz="1200" dirty="0"/>
          </a:p>
          <a:p>
            <a:endParaRPr lang="es-ES_tradnl" sz="1200" dirty="0"/>
          </a:p>
          <a:p>
            <a:endParaRPr lang="es-ES_tradnl" sz="1200" dirty="0"/>
          </a:p>
          <a:p>
            <a:pPr marL="228600" indent="-228600">
              <a:buAutoNum type="arabicPeriod" startAt="3"/>
            </a:pPr>
            <a:endParaRPr lang="es-ES_tradnl" sz="1200" dirty="0"/>
          </a:p>
          <a:p>
            <a:pPr marL="228600" indent="-228600">
              <a:buFont typeface="+mj-lt"/>
              <a:buAutoNum type="arabicPeriod"/>
            </a:pPr>
            <a:endParaRPr lang="es-ES_tradnl" sz="1100" dirty="0"/>
          </a:p>
        </p:txBody>
      </p:sp>
      <p:sp>
        <p:nvSpPr>
          <p:cNvPr id="19" name="Rectángulo 18">
            <a:extLst>
              <a:ext uri="{FF2B5EF4-FFF2-40B4-BE49-F238E27FC236}">
                <a16:creationId xmlns:a16="http://schemas.microsoft.com/office/drawing/2014/main" id="{A7AA78BA-1169-533B-09B5-7886C9DBE047}"/>
              </a:ext>
            </a:extLst>
          </p:cNvPr>
          <p:cNvSpPr/>
          <p:nvPr/>
        </p:nvSpPr>
        <p:spPr>
          <a:xfrm>
            <a:off x="4391003" y="3438849"/>
            <a:ext cx="999704" cy="153015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26698028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0A2B40-48E7-8AD1-CABF-82599842C282}"/>
            </a:ext>
          </a:extLst>
        </p:cNvPr>
        <p:cNvGrpSpPr/>
        <p:nvPr/>
      </p:nvGrpSpPr>
      <p:grpSpPr>
        <a:xfrm>
          <a:off x="0" y="0"/>
          <a:ext cx="0" cy="0"/>
          <a:chOff x="0" y="0"/>
          <a:chExt cx="0" cy="0"/>
        </a:xfrm>
      </p:grpSpPr>
      <p:grpSp>
        <p:nvGrpSpPr>
          <p:cNvPr id="3" name="Grupo 2">
            <a:extLst>
              <a:ext uri="{FF2B5EF4-FFF2-40B4-BE49-F238E27FC236}">
                <a16:creationId xmlns:a16="http://schemas.microsoft.com/office/drawing/2014/main" id="{3795E24F-B99D-439C-E870-757C65AA8AFF}"/>
              </a:ext>
            </a:extLst>
          </p:cNvPr>
          <p:cNvGrpSpPr/>
          <p:nvPr/>
        </p:nvGrpSpPr>
        <p:grpSpPr>
          <a:xfrm>
            <a:off x="1192642" y="1600200"/>
            <a:ext cx="10477497" cy="4399546"/>
            <a:chOff x="384248" y="1138611"/>
            <a:chExt cx="8396128" cy="3436814"/>
          </a:xfrm>
        </p:grpSpPr>
        <p:pic>
          <p:nvPicPr>
            <p:cNvPr id="5" name="Imagen 4">
              <a:extLst>
                <a:ext uri="{FF2B5EF4-FFF2-40B4-BE49-F238E27FC236}">
                  <a16:creationId xmlns:a16="http://schemas.microsoft.com/office/drawing/2014/main" id="{7A6F930C-E275-8FD9-54AE-30F116407682}"/>
                </a:ext>
              </a:extLst>
            </p:cNvPr>
            <p:cNvPicPr>
              <a:picLocks noChangeAspect="1"/>
            </p:cNvPicPr>
            <p:nvPr/>
          </p:nvPicPr>
          <p:blipFill>
            <a:blip r:embed="rId3"/>
            <a:srcRect t="6598"/>
            <a:stretch/>
          </p:blipFill>
          <p:spPr>
            <a:xfrm>
              <a:off x="384248" y="1138611"/>
              <a:ext cx="8396128" cy="3436814"/>
            </a:xfrm>
            <a:prstGeom prst="rect">
              <a:avLst/>
            </a:prstGeom>
            <a:ln>
              <a:solidFill>
                <a:schemeClr val="accent1"/>
              </a:solidFill>
            </a:ln>
          </p:spPr>
        </p:pic>
        <p:pic>
          <p:nvPicPr>
            <p:cNvPr id="6" name="Imagen 5">
              <a:extLst>
                <a:ext uri="{FF2B5EF4-FFF2-40B4-BE49-F238E27FC236}">
                  <a16:creationId xmlns:a16="http://schemas.microsoft.com/office/drawing/2014/main" id="{9F18749E-E634-1DFC-D7C1-9AC170B32A39}"/>
                </a:ext>
              </a:extLst>
            </p:cNvPr>
            <p:cNvPicPr>
              <a:picLocks noChangeAspect="1"/>
            </p:cNvPicPr>
            <p:nvPr/>
          </p:nvPicPr>
          <p:blipFill>
            <a:blip r:embed="rId4"/>
            <a:stretch>
              <a:fillRect/>
            </a:stretch>
          </p:blipFill>
          <p:spPr>
            <a:xfrm>
              <a:off x="7030856" y="3613122"/>
              <a:ext cx="398647" cy="94916"/>
            </a:xfrm>
            <a:prstGeom prst="rect">
              <a:avLst/>
            </a:prstGeom>
            <a:ln>
              <a:solidFill>
                <a:schemeClr val="accent1"/>
              </a:solidFill>
            </a:ln>
          </p:spPr>
        </p:pic>
      </p:grpSp>
      <p:sp>
        <p:nvSpPr>
          <p:cNvPr id="2" name="Marcador de texto vertical 1">
            <a:extLst>
              <a:ext uri="{FF2B5EF4-FFF2-40B4-BE49-F238E27FC236}">
                <a16:creationId xmlns:a16="http://schemas.microsoft.com/office/drawing/2014/main" id="{DFE593A7-4C03-4AA0-847A-7DAB1812DFDE}"/>
              </a:ext>
            </a:extLst>
          </p:cNvPr>
          <p:cNvSpPr>
            <a:spLocks noGrp="1"/>
          </p:cNvSpPr>
          <p:nvPr>
            <p:ph type="body" orient="vert" sz="quarter" idx="17"/>
          </p:nvPr>
        </p:nvSpPr>
        <p:spPr>
          <a:xfrm rot="10800000">
            <a:off x="243505" y="685800"/>
            <a:ext cx="609600" cy="5486399"/>
          </a:xfrm>
        </p:spPr>
        <p:txBody>
          <a:bodyPr/>
          <a:lstStyle/>
          <a:p>
            <a:r>
              <a:rPr lang="es-CO" dirty="0"/>
              <a:t>Gestionar ingreso de calificaciones extraordinarias después de pasadas a Historia Académica</a:t>
            </a:r>
            <a:br>
              <a:rPr lang="es-ES" dirty="0"/>
            </a:br>
            <a:endParaRPr lang="en-US" dirty="0"/>
          </a:p>
        </p:txBody>
      </p:sp>
      <p:sp>
        <p:nvSpPr>
          <p:cNvPr id="13" name="Title 12">
            <a:extLst>
              <a:ext uri="{FF2B5EF4-FFF2-40B4-BE49-F238E27FC236}">
                <a16:creationId xmlns:a16="http://schemas.microsoft.com/office/drawing/2014/main" id="{5B5B87A2-9F8F-165A-376B-5D40ED3788D5}"/>
              </a:ext>
            </a:extLst>
          </p:cNvPr>
          <p:cNvSpPr>
            <a:spLocks noGrp="1"/>
          </p:cNvSpPr>
          <p:nvPr>
            <p:ph type="title"/>
          </p:nvPr>
        </p:nvSpPr>
        <p:spPr>
          <a:xfrm>
            <a:off x="1057275" y="845791"/>
            <a:ext cx="7271720" cy="438150"/>
          </a:xfrm>
        </p:spPr>
        <p:txBody>
          <a:bodyPr/>
          <a:lstStyle/>
          <a:p>
            <a:pPr algn="ctr"/>
            <a:r>
              <a:rPr lang="es-ES_tradnl" dirty="0">
                <a:solidFill>
                  <a:schemeClr val="accent1"/>
                </a:solidFill>
              </a:rPr>
              <a:t> Registro de calificaciones extraordinarias</a:t>
            </a:r>
            <a:endParaRPr lang="es-ES_tradnl" b="0" dirty="0">
              <a:solidFill>
                <a:schemeClr val="accent1"/>
              </a:solidFill>
            </a:endParaRPr>
          </a:p>
        </p:txBody>
      </p:sp>
      <p:sp>
        <p:nvSpPr>
          <p:cNvPr id="18" name="Rectángulo: esquinas redondeadas 17">
            <a:extLst>
              <a:ext uri="{FF2B5EF4-FFF2-40B4-BE49-F238E27FC236}">
                <a16:creationId xmlns:a16="http://schemas.microsoft.com/office/drawing/2014/main" id="{1675A957-2394-5333-33CC-D79821F90BD8}"/>
              </a:ext>
            </a:extLst>
          </p:cNvPr>
          <p:cNvSpPr/>
          <p:nvPr/>
        </p:nvSpPr>
        <p:spPr>
          <a:xfrm>
            <a:off x="5645910" y="2876765"/>
            <a:ext cx="2339071" cy="1530157"/>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28600" indent="-228600">
              <a:buAutoNum type="arabicPeriod"/>
            </a:pPr>
            <a:endParaRPr lang="es-ES_tradnl" sz="1200" dirty="0"/>
          </a:p>
          <a:p>
            <a:pPr marL="228600" indent="-228600">
              <a:buAutoNum type="arabicPeriod"/>
            </a:pPr>
            <a:endParaRPr lang="es-ES_tradnl" sz="1200" dirty="0"/>
          </a:p>
          <a:p>
            <a:endParaRPr lang="es-ES_tradnl" sz="1200" dirty="0"/>
          </a:p>
          <a:p>
            <a:endParaRPr lang="es-ES_tradnl" sz="1200" dirty="0"/>
          </a:p>
          <a:p>
            <a:pPr algn="ctr"/>
            <a:r>
              <a:rPr lang="es-ES_tradnl" sz="1200" dirty="0"/>
              <a:t>Seleccione la nueva calificación, especifique la razón de cambio y, si lo desea, agregue un comentario para la calificación en el campo que corresponda. Guarde la información.</a:t>
            </a:r>
          </a:p>
          <a:p>
            <a:endParaRPr lang="es-ES_tradnl" sz="1200" dirty="0"/>
          </a:p>
          <a:p>
            <a:endParaRPr lang="es-ES_tradnl" sz="1200" dirty="0"/>
          </a:p>
          <a:p>
            <a:endParaRPr lang="es-ES_tradnl" sz="1200" dirty="0"/>
          </a:p>
          <a:p>
            <a:pPr marL="228600" indent="-228600">
              <a:buAutoNum type="arabicPeriod" startAt="3"/>
            </a:pPr>
            <a:endParaRPr lang="es-ES_tradnl" sz="1200" dirty="0"/>
          </a:p>
          <a:p>
            <a:pPr marL="228600" indent="-228600">
              <a:buFont typeface="+mj-lt"/>
              <a:buAutoNum type="arabicPeriod"/>
            </a:pPr>
            <a:endParaRPr lang="es-ES_tradnl" sz="1100" dirty="0"/>
          </a:p>
        </p:txBody>
      </p:sp>
      <p:sp>
        <p:nvSpPr>
          <p:cNvPr id="19" name="Rectángulo 18">
            <a:extLst>
              <a:ext uri="{FF2B5EF4-FFF2-40B4-BE49-F238E27FC236}">
                <a16:creationId xmlns:a16="http://schemas.microsoft.com/office/drawing/2014/main" id="{55CFD239-A7D2-3F83-BFFF-4AD5F259F2C4}"/>
              </a:ext>
            </a:extLst>
          </p:cNvPr>
          <p:cNvSpPr/>
          <p:nvPr/>
        </p:nvSpPr>
        <p:spPr>
          <a:xfrm>
            <a:off x="4489703" y="4690872"/>
            <a:ext cx="901003" cy="27813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7" name="Rectángulo 6">
            <a:extLst>
              <a:ext uri="{FF2B5EF4-FFF2-40B4-BE49-F238E27FC236}">
                <a16:creationId xmlns:a16="http://schemas.microsoft.com/office/drawing/2014/main" id="{D28CDD54-CE84-E5DD-DE26-26C069F2B4C9}"/>
              </a:ext>
            </a:extLst>
          </p:cNvPr>
          <p:cNvSpPr/>
          <p:nvPr/>
        </p:nvSpPr>
        <p:spPr>
          <a:xfrm>
            <a:off x="7984981" y="4690872"/>
            <a:ext cx="1192262" cy="25984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
        <p:nvSpPr>
          <p:cNvPr id="8" name="Rectángulo 7">
            <a:extLst>
              <a:ext uri="{FF2B5EF4-FFF2-40B4-BE49-F238E27FC236}">
                <a16:creationId xmlns:a16="http://schemas.microsoft.com/office/drawing/2014/main" id="{CF9ED83A-E197-CF13-BD1D-940EA37DCB45}"/>
              </a:ext>
            </a:extLst>
          </p:cNvPr>
          <p:cNvSpPr/>
          <p:nvPr/>
        </p:nvSpPr>
        <p:spPr>
          <a:xfrm>
            <a:off x="9294361" y="4690872"/>
            <a:ext cx="999704" cy="26828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sz="2400"/>
          </a:p>
        </p:txBody>
      </p:sp>
    </p:spTree>
    <p:extLst>
      <p:ext uri="{BB962C8B-B14F-4D97-AF65-F5344CB8AC3E}">
        <p14:creationId xmlns:p14="http://schemas.microsoft.com/office/powerpoint/2010/main" val="8438997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83861-CEDC-1B22-E3E4-B26A0CF26682}"/>
            </a:ext>
          </a:extLst>
        </p:cNvPr>
        <p:cNvGrpSpPr/>
        <p:nvPr/>
      </p:nvGrpSpPr>
      <p:grpSpPr>
        <a:xfrm>
          <a:off x="0" y="0"/>
          <a:ext cx="0" cy="0"/>
          <a:chOff x="0" y="0"/>
          <a:chExt cx="0" cy="0"/>
        </a:xfrm>
      </p:grpSpPr>
      <p:sp>
        <p:nvSpPr>
          <p:cNvPr id="5" name="Marcador de texto vertical 4">
            <a:extLst>
              <a:ext uri="{FF2B5EF4-FFF2-40B4-BE49-F238E27FC236}">
                <a16:creationId xmlns:a16="http://schemas.microsoft.com/office/drawing/2014/main" id="{C633403B-E907-D3CB-4450-ABC7DBC193A7}"/>
              </a:ext>
            </a:extLst>
          </p:cNvPr>
          <p:cNvSpPr>
            <a:spLocks noGrp="1"/>
          </p:cNvSpPr>
          <p:nvPr>
            <p:ph type="body" orient="vert" sz="quarter" idx="10"/>
          </p:nvPr>
        </p:nvSpPr>
        <p:spPr>
          <a:xfrm>
            <a:off x="224589" y="685800"/>
            <a:ext cx="609600" cy="5486399"/>
          </a:xfrm>
        </p:spPr>
        <p:txBody>
          <a:bodyPr/>
          <a:lstStyle/>
          <a:p>
            <a:r>
              <a:rPr lang="es-CO" dirty="0"/>
              <a:t>Gestionar ingreso de calificaciones extraordinarias después de pasadas a Historia Académica</a:t>
            </a:r>
            <a:br>
              <a:rPr lang="es-ES" dirty="0"/>
            </a:br>
            <a:endParaRPr lang="en-US" dirty="0"/>
          </a:p>
        </p:txBody>
      </p:sp>
      <p:sp>
        <p:nvSpPr>
          <p:cNvPr id="4" name="Título 3">
            <a:extLst>
              <a:ext uri="{FF2B5EF4-FFF2-40B4-BE49-F238E27FC236}">
                <a16:creationId xmlns:a16="http://schemas.microsoft.com/office/drawing/2014/main" id="{ED1FF641-632D-FB98-33C6-A4ACC381EC66}"/>
              </a:ext>
            </a:extLst>
          </p:cNvPr>
          <p:cNvSpPr>
            <a:spLocks noGrp="1"/>
          </p:cNvSpPr>
          <p:nvPr>
            <p:ph type="title"/>
          </p:nvPr>
        </p:nvSpPr>
        <p:spPr/>
        <p:txBody>
          <a:bodyPr/>
          <a:lstStyle/>
          <a:p>
            <a:r>
              <a:rPr lang="es-ES_tradnl" sz="4000" dirty="0"/>
              <a:t>Resumen</a:t>
            </a:r>
            <a:endParaRPr lang="es-419" dirty="0"/>
          </a:p>
        </p:txBody>
      </p:sp>
      <p:sp>
        <p:nvSpPr>
          <p:cNvPr id="6" name="Marcador de texto 5">
            <a:extLst>
              <a:ext uri="{FF2B5EF4-FFF2-40B4-BE49-F238E27FC236}">
                <a16:creationId xmlns:a16="http://schemas.microsoft.com/office/drawing/2014/main" id="{470B3970-F2DC-3E5A-1F7A-D6AF27A09FF6}"/>
              </a:ext>
            </a:extLst>
          </p:cNvPr>
          <p:cNvSpPr>
            <a:spLocks noGrp="1"/>
          </p:cNvSpPr>
          <p:nvPr>
            <p:ph type="body" sz="quarter" idx="18"/>
          </p:nvPr>
        </p:nvSpPr>
        <p:spPr/>
        <p:txBody>
          <a:bodyPr/>
          <a:lstStyle/>
          <a:p>
            <a:r>
              <a:rPr lang="es-CO" sz="2000" dirty="0"/>
              <a:t>Gestionar ingreso de calificaciones extraordinarias después de pasadas a Historia Académica</a:t>
            </a:r>
            <a:endParaRPr lang="es-ES_tradnl" sz="2000" dirty="0"/>
          </a:p>
        </p:txBody>
      </p:sp>
    </p:spTree>
    <p:extLst>
      <p:ext uri="{BB962C8B-B14F-4D97-AF65-F5344CB8AC3E}">
        <p14:creationId xmlns:p14="http://schemas.microsoft.com/office/powerpoint/2010/main" val="39226428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vertical 3">
            <a:extLst>
              <a:ext uri="{FF2B5EF4-FFF2-40B4-BE49-F238E27FC236}">
                <a16:creationId xmlns:a16="http://schemas.microsoft.com/office/drawing/2014/main" id="{84CB00C4-4CE1-863D-3919-889E86B83F38}"/>
              </a:ext>
            </a:extLst>
          </p:cNvPr>
          <p:cNvSpPr>
            <a:spLocks noGrp="1"/>
          </p:cNvSpPr>
          <p:nvPr>
            <p:ph type="body" orient="vert" sz="quarter" idx="10"/>
          </p:nvPr>
        </p:nvSpPr>
        <p:spPr>
          <a:xfrm>
            <a:off x="177800" y="685800"/>
            <a:ext cx="609600" cy="5486399"/>
          </a:xfrm>
        </p:spPr>
        <p:txBody>
          <a:bodyPr/>
          <a:lstStyle/>
          <a:p>
            <a:r>
              <a:rPr lang="es-CO" dirty="0"/>
              <a:t>Gestionar ingreso de calificaciones extraordinarias después de pasadas a Historia Académica</a:t>
            </a:r>
            <a:br>
              <a:rPr lang="es-ES" dirty="0"/>
            </a:br>
            <a:endParaRPr lang="en-US" dirty="0"/>
          </a:p>
        </p:txBody>
      </p:sp>
      <p:sp>
        <p:nvSpPr>
          <p:cNvPr id="9" name="Title 1">
            <a:extLst>
              <a:ext uri="{FF2B5EF4-FFF2-40B4-BE49-F238E27FC236}">
                <a16:creationId xmlns:a16="http://schemas.microsoft.com/office/drawing/2014/main" id="{4DACCD36-3ACC-38E3-E6D1-36A1808E42E5}"/>
              </a:ext>
            </a:extLst>
          </p:cNvPr>
          <p:cNvSpPr>
            <a:spLocks noGrp="1"/>
          </p:cNvSpPr>
          <p:nvPr>
            <p:ph type="title"/>
          </p:nvPr>
        </p:nvSpPr>
        <p:spPr>
          <a:xfrm>
            <a:off x="1041838" y="-414703"/>
            <a:ext cx="7092820" cy="1628192"/>
          </a:xfrm>
        </p:spPr>
        <p:txBody>
          <a:bodyPr/>
          <a:lstStyle/>
          <a:p>
            <a:r>
              <a:rPr lang="es-ES_tradnl" dirty="0"/>
              <a:t>RESUMEN</a:t>
            </a:r>
          </a:p>
        </p:txBody>
      </p:sp>
      <p:sp>
        <p:nvSpPr>
          <p:cNvPr id="10" name="Marcador de texto 2">
            <a:extLst>
              <a:ext uri="{FF2B5EF4-FFF2-40B4-BE49-F238E27FC236}">
                <a16:creationId xmlns:a16="http://schemas.microsoft.com/office/drawing/2014/main" id="{B0CB5FB3-0FFF-BD39-3C9C-D613E315FFF2}"/>
              </a:ext>
            </a:extLst>
          </p:cNvPr>
          <p:cNvSpPr>
            <a:spLocks noGrp="1"/>
          </p:cNvSpPr>
          <p:nvPr>
            <p:ph type="body" sz="quarter" idx="18"/>
          </p:nvPr>
        </p:nvSpPr>
        <p:spPr>
          <a:xfrm>
            <a:off x="1041838" y="1687104"/>
            <a:ext cx="10067596" cy="3789568"/>
          </a:xfrm>
        </p:spPr>
        <p:txBody>
          <a:bodyPr/>
          <a:lstStyle/>
          <a:p>
            <a:pPr lvl="2" indent="-342900" algn="just">
              <a:spcBef>
                <a:spcPts val="1000"/>
              </a:spcBef>
              <a:buClr>
                <a:srgbClr val="0CB4B4"/>
              </a:buClr>
              <a:buFont typeface="Wingdings" panose="05000000000000000000" pitchFamily="2" charset="2"/>
              <a:buChar char="q"/>
            </a:pPr>
            <a:r>
              <a:rPr lang="es-CO" sz="1800" dirty="0"/>
              <a:t>Toda vez que las notas de los estudiantes han sido pasadas a historia académica el docente no puede hacer modificaciones en las calificaciones que ya ha cargado en el autoservicio, a menos que se le habiliten, en la página SHAEGBC, las fechas de reestimación, ya sea a nivel de período, parte de período o de un NRC específico.</a:t>
            </a:r>
          </a:p>
          <a:p>
            <a:pPr lvl="2" indent="-342900" algn="just">
              <a:spcBef>
                <a:spcPts val="1000"/>
              </a:spcBef>
              <a:buClr>
                <a:srgbClr val="0CB4B4"/>
              </a:buClr>
              <a:buFont typeface="Wingdings" panose="05000000000000000000" pitchFamily="2" charset="2"/>
              <a:buChar char="q"/>
            </a:pPr>
            <a:r>
              <a:rPr lang="es-CO" sz="1800" dirty="0"/>
              <a:t>El ingreso de calificaciones extraordinarias después de pasadas a historia académica, solo puede hacerse a nivel de Componentes y Subcomponentes en el Libro de Calificaciones de Autoservicio.</a:t>
            </a:r>
          </a:p>
          <a:p>
            <a:pPr marL="0" lvl="1" algn="just">
              <a:spcBef>
                <a:spcPts val="1000"/>
              </a:spcBef>
              <a:buClr>
                <a:srgbClr val="0CB4B4"/>
              </a:buClr>
            </a:pPr>
            <a:endParaRPr lang="es-419" sz="1800" dirty="0"/>
          </a:p>
          <a:p>
            <a:pPr marL="0" lvl="1" algn="just">
              <a:spcBef>
                <a:spcPts val="1000"/>
              </a:spcBef>
              <a:buClr>
                <a:srgbClr val="0CB4B4"/>
              </a:buClr>
            </a:pPr>
            <a:endParaRPr lang="es-419" sz="1800" dirty="0"/>
          </a:p>
        </p:txBody>
      </p:sp>
    </p:spTree>
    <p:extLst>
      <p:ext uri="{BB962C8B-B14F-4D97-AF65-F5344CB8AC3E}">
        <p14:creationId xmlns:p14="http://schemas.microsoft.com/office/powerpoint/2010/main" val="30517754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1084689-227B-A2E5-EA69-DF2CD64C73B3}"/>
              </a:ext>
            </a:extLst>
          </p:cNvPr>
          <p:cNvSpPr>
            <a:spLocks noGrp="1"/>
          </p:cNvSpPr>
          <p:nvPr>
            <p:ph type="title"/>
          </p:nvPr>
        </p:nvSpPr>
        <p:spPr/>
        <p:txBody>
          <a:bodyPr/>
          <a:lstStyle/>
          <a:p>
            <a:r>
              <a:rPr lang="en-US" sz="4800" dirty="0"/>
              <a:t>MUCHAS GRACIAS</a:t>
            </a:r>
          </a:p>
        </p:txBody>
      </p:sp>
      <p:sp>
        <p:nvSpPr>
          <p:cNvPr id="4" name="Text Placeholder 3">
            <a:extLst>
              <a:ext uri="{FF2B5EF4-FFF2-40B4-BE49-F238E27FC236}">
                <a16:creationId xmlns:a16="http://schemas.microsoft.com/office/drawing/2014/main" id="{680EF50E-22E9-2C0A-4970-41D2FFEB26BC}"/>
              </a:ext>
            </a:extLst>
          </p:cNvPr>
          <p:cNvSpPr>
            <a:spLocks noGrp="1"/>
          </p:cNvSpPr>
          <p:nvPr>
            <p:ph type="body" sz="quarter" idx="18"/>
          </p:nvPr>
        </p:nvSpPr>
        <p:spPr/>
        <p:txBody>
          <a:bodyPr/>
          <a:lstStyle/>
          <a:p>
            <a:r>
              <a:rPr lang="en-US" dirty="0"/>
              <a:t>Consultor</a:t>
            </a:r>
          </a:p>
          <a:p>
            <a:r>
              <a:rPr lang="en-US" dirty="0" err="1"/>
              <a:t>Correo</a:t>
            </a:r>
            <a:endParaRPr lang="en-US" dirty="0"/>
          </a:p>
        </p:txBody>
      </p:sp>
      <p:pic>
        <p:nvPicPr>
          <p:cNvPr id="8" name="Graphic 7" descr="User with solid fill">
            <a:extLst>
              <a:ext uri="{FF2B5EF4-FFF2-40B4-BE49-F238E27FC236}">
                <a16:creationId xmlns:a16="http://schemas.microsoft.com/office/drawing/2014/main" id="{C726B198-B5C8-1C5D-4D10-BFFD13AADE3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4490" y="3652538"/>
            <a:ext cx="274320" cy="274320"/>
          </a:xfrm>
          <a:prstGeom prst="rect">
            <a:avLst/>
          </a:prstGeom>
        </p:spPr>
      </p:pic>
      <p:pic>
        <p:nvPicPr>
          <p:cNvPr id="9" name="Graphic 8" descr="Email with solid fill">
            <a:extLst>
              <a:ext uri="{FF2B5EF4-FFF2-40B4-BE49-F238E27FC236}">
                <a16:creationId xmlns:a16="http://schemas.microsoft.com/office/drawing/2014/main" id="{DD7F5D3F-15A6-F216-AF41-EA0DCDE6B37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3543" y="4028176"/>
            <a:ext cx="274320" cy="274320"/>
          </a:xfrm>
          <a:prstGeom prst="rect">
            <a:avLst/>
          </a:prstGeom>
        </p:spPr>
      </p:pic>
    </p:spTree>
    <p:extLst>
      <p:ext uri="{BB962C8B-B14F-4D97-AF65-F5344CB8AC3E}">
        <p14:creationId xmlns:p14="http://schemas.microsoft.com/office/powerpoint/2010/main" val="2964196057"/>
      </p:ext>
    </p:extLst>
  </p:cSld>
  <p:clrMapOvr>
    <a:masterClrMapping/>
  </p:clrMapOvr>
</p:sld>
</file>

<file path=ppt/theme/theme1.xml><?xml version="1.0" encoding="utf-8"?>
<a:theme xmlns:a="http://schemas.openxmlformats.org/drawingml/2006/main" name="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BP 01 - 4.1.6.2 Programar el inicio y finalizacion de Per.Acad.Regulares" id="{36489518-00D3-425C-91F5-1EE673D7B517}" vid="{CEA309A8-FD57-42A7-831A-1C6DF3BE5D5A}"/>
    </a:ext>
  </a:extLst>
</a:theme>
</file>

<file path=ppt/theme/theme2.xml><?xml version="1.0" encoding="utf-8"?>
<a:theme xmlns:a="http://schemas.openxmlformats.org/drawingml/2006/main" name="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BP 01 - 4.1.6.2 Programar el inicio y finalizacion de Per.Acad.Regulares" id="{36489518-00D3-425C-91F5-1EE673D7B517}" vid="{B53508D9-7D69-489E-B75B-7682E6255525}"/>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EBP 07 4.3.6.1. Ejecutar procesos de cierre de periodo académico</Template>
  <TotalTime>5675</TotalTime>
  <Words>1816</Words>
  <Application>Microsoft Office PowerPoint</Application>
  <PresentationFormat>Widescreen</PresentationFormat>
  <Paragraphs>233</Paragraphs>
  <Slides>32</Slides>
  <Notes>14</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32</vt:i4>
      </vt:variant>
    </vt:vector>
  </HeadingPairs>
  <TitlesOfParts>
    <vt:vector size="40" baseType="lpstr">
      <vt:lpstr>Aptos</vt:lpstr>
      <vt:lpstr>Aptos Display</vt:lpstr>
      <vt:lpstr>Arial</vt:lpstr>
      <vt:lpstr>Courier New</vt:lpstr>
      <vt:lpstr>Helvetica Neue</vt:lpstr>
      <vt:lpstr>Wingdings</vt:lpstr>
      <vt:lpstr>Ellucian Main Layouts</vt:lpstr>
      <vt:lpstr>Ellucian Blank Layouts</vt:lpstr>
      <vt:lpstr>Gestionar ingreso de calificaciones extraordinarias después de pasadas a Historia Académica </vt:lpstr>
      <vt:lpstr>PowerPoint Presentation</vt:lpstr>
      <vt:lpstr>Overview</vt:lpstr>
      <vt:lpstr>Overview: Gestionar ingreso de calificaciones extraordinarias después de pasadas a Historia Académica </vt:lpstr>
      <vt:lpstr>Overview: Región donde aplica</vt:lpstr>
      <vt:lpstr>Overview: Gestionar ingreso de calificaciones extraordinarias después de pasadas a Historia Académica </vt:lpstr>
      <vt:lpstr>Overview: Gestionar ingreso de calificaciones extraordinarias después de pasadas a Historia Académica</vt:lpstr>
      <vt:lpstr>Overview: Gestionar ingreso de calificaciones extraordinarias después de pasadas a Historia Académica</vt:lpstr>
      <vt:lpstr>Configuraciones</vt:lpstr>
      <vt:lpstr>Razones de cambio de calificaciones</vt:lpstr>
      <vt:lpstr> Configuraciones: Razones de cambio de calificaciones</vt:lpstr>
      <vt:lpstr> Configuraciones: Razones de cambio de calificaciones</vt:lpstr>
      <vt:lpstr>Periodo</vt:lpstr>
      <vt:lpstr> Configuraciones: Periodo</vt:lpstr>
      <vt:lpstr>Calendario de ingreso de calificaciones</vt:lpstr>
      <vt:lpstr>A nivel periodo</vt:lpstr>
      <vt:lpstr> Calendario de ingreso de calificaciones: A nivel periodo</vt:lpstr>
      <vt:lpstr> Configuraciones: Razones de cambio de calificaciones</vt:lpstr>
      <vt:lpstr>A nivel de parte de periodo</vt:lpstr>
      <vt:lpstr>Calendario de ingreso de calificaciones: A nivel de parte de periodo</vt:lpstr>
      <vt:lpstr> Calendario de ingreso de calificaciones: A nivel de parte de periodo</vt:lpstr>
      <vt:lpstr>A nivel de sección</vt:lpstr>
      <vt:lpstr> Calendario de ingreso de calificaciones: A nivel de sección</vt:lpstr>
      <vt:lpstr> Calendario de ingreso de calificaciones: A nivel de sección</vt:lpstr>
      <vt:lpstr>Registro de calificaciones extraordinarias</vt:lpstr>
      <vt:lpstr> Registro de calificaciones extraordinarias</vt:lpstr>
      <vt:lpstr> Registro de calificaciones extraordinarias</vt:lpstr>
      <vt:lpstr> Registro de calificaciones extraordinarias</vt:lpstr>
      <vt:lpstr> Registro de calificaciones extraordinarias</vt:lpstr>
      <vt:lpstr>Resumen</vt:lpstr>
      <vt:lpstr>RESUMEN</vt:lpstr>
      <vt:lpstr>MUCHAS 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Ramos, Karyn</dc:creator>
  <cp:lastModifiedBy>Molina, Sergio</cp:lastModifiedBy>
  <cp:revision>73</cp:revision>
  <dcterms:created xsi:type="dcterms:W3CDTF">2024-10-02T00:21:55Z</dcterms:created>
  <dcterms:modified xsi:type="dcterms:W3CDTF">2026-07-15T17:29:41Z</dcterms:modified>
</cp:coreProperties>
</file>