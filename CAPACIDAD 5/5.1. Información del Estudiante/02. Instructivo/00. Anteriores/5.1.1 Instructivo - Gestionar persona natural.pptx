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2.xml" ContentType="application/vnd.openxmlformats-officedocument.theme+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theme/theme3.xml" ContentType="application/vnd.openxmlformats-officedocument.theme+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1" r:id="rId1"/>
    <p:sldMasterId id="2147483751" r:id="rId2"/>
    <p:sldMasterId id="2147483771" r:id="rId3"/>
    <p:sldMasterId id="2147483808" r:id="rId4"/>
  </p:sldMasterIdLst>
  <p:notesMasterIdLst>
    <p:notesMasterId r:id="rId69"/>
  </p:notesMasterIdLst>
  <p:sldIdLst>
    <p:sldId id="257" r:id="rId5"/>
    <p:sldId id="423" r:id="rId6"/>
    <p:sldId id="476" r:id="rId7"/>
    <p:sldId id="348" r:id="rId8"/>
    <p:sldId id="349" r:id="rId9"/>
    <p:sldId id="350" r:id="rId10"/>
    <p:sldId id="421" r:id="rId11"/>
    <p:sldId id="352" r:id="rId12"/>
    <p:sldId id="469" r:id="rId13"/>
    <p:sldId id="513" r:id="rId14"/>
    <p:sldId id="566" r:id="rId15"/>
    <p:sldId id="567" r:id="rId16"/>
    <p:sldId id="568" r:id="rId17"/>
    <p:sldId id="569" r:id="rId18"/>
    <p:sldId id="570" r:id="rId19"/>
    <p:sldId id="571" r:id="rId20"/>
    <p:sldId id="572" r:id="rId21"/>
    <p:sldId id="573" r:id="rId22"/>
    <p:sldId id="485" r:id="rId23"/>
    <p:sldId id="538" r:id="rId24"/>
    <p:sldId id="574" r:id="rId25"/>
    <p:sldId id="575" r:id="rId26"/>
    <p:sldId id="576" r:id="rId27"/>
    <p:sldId id="577" r:id="rId28"/>
    <p:sldId id="599" r:id="rId29"/>
    <p:sldId id="579" r:id="rId30"/>
    <p:sldId id="580" r:id="rId31"/>
    <p:sldId id="600" r:id="rId32"/>
    <p:sldId id="582" r:id="rId33"/>
    <p:sldId id="601" r:id="rId34"/>
    <p:sldId id="584" r:id="rId35"/>
    <p:sldId id="602" r:id="rId36"/>
    <p:sldId id="585" r:id="rId37"/>
    <p:sldId id="586" r:id="rId38"/>
    <p:sldId id="603" r:id="rId39"/>
    <p:sldId id="611" r:id="rId40"/>
    <p:sldId id="587" r:id="rId41"/>
    <p:sldId id="588" r:id="rId42"/>
    <p:sldId id="589" r:id="rId43"/>
    <p:sldId id="604" r:id="rId44"/>
    <p:sldId id="590" r:id="rId45"/>
    <p:sldId id="605" r:id="rId46"/>
    <p:sldId id="606" r:id="rId47"/>
    <p:sldId id="592" r:id="rId48"/>
    <p:sldId id="595" r:id="rId49"/>
    <p:sldId id="596" r:id="rId50"/>
    <p:sldId id="593" r:id="rId51"/>
    <p:sldId id="594" r:id="rId52"/>
    <p:sldId id="1222" r:id="rId53"/>
    <p:sldId id="1224" r:id="rId54"/>
    <p:sldId id="1225" r:id="rId55"/>
    <p:sldId id="1227" r:id="rId56"/>
    <p:sldId id="597" r:id="rId57"/>
    <p:sldId id="1229" r:id="rId58"/>
    <p:sldId id="1231" r:id="rId59"/>
    <p:sldId id="1232" r:id="rId60"/>
    <p:sldId id="1233" r:id="rId61"/>
    <p:sldId id="1228" r:id="rId62"/>
    <p:sldId id="598" r:id="rId63"/>
    <p:sldId id="607" r:id="rId64"/>
    <p:sldId id="609" r:id="rId65"/>
    <p:sldId id="610" r:id="rId66"/>
    <p:sldId id="1221" r:id="rId67"/>
    <p:sldId id="620" r:id="rId6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4B06FD8-FBF7-48A6-EC94-7EAC12BBF7D7}" name="Mardones, Francisco" initials="MF" userId="S::Francisco.Mardones@ellucian.com::216dec8c-35d0-45c5-a341-2c26a655750e"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8345E"/>
    <a:srgbClr val="68C184"/>
    <a:srgbClr val="8A00B0"/>
    <a:srgbClr val="0CA8B4"/>
    <a:srgbClr val="33CCCC"/>
    <a:srgbClr val="0CB4B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9F00BBA-9A77-488A-8AAF-E64DFF847627}" v="10" dt="2026-03-18T15:21:54.191"/>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584" autoAdjust="0"/>
    <p:restoredTop sz="85893" autoAdjust="0"/>
  </p:normalViewPr>
  <p:slideViewPr>
    <p:cSldViewPr snapToGrid="0">
      <p:cViewPr>
        <p:scale>
          <a:sx n="90" d="100"/>
          <a:sy n="90" d="100"/>
        </p:scale>
        <p:origin x="1470" y="192"/>
      </p:cViewPr>
      <p:guideLst/>
    </p:cSldViewPr>
  </p:slideViewPr>
  <p:notesTextViewPr>
    <p:cViewPr>
      <p:scale>
        <a:sx n="1" d="1"/>
        <a:sy n="1" d="1"/>
      </p:scale>
      <p:origin x="0" y="0"/>
    </p:cViewPr>
  </p:notesTextViewPr>
  <p:sorterViewPr>
    <p:cViewPr>
      <p:scale>
        <a:sx n="100" d="100"/>
        <a:sy n="100" d="100"/>
      </p:scale>
      <p:origin x="0" y="-1445"/>
    </p:cViewPr>
  </p:sorterViewPr>
  <p:notesViewPr>
    <p:cSldViewPr snapToGrid="0">
      <p:cViewPr varScale="1">
        <p:scale>
          <a:sx n="48" d="100"/>
          <a:sy n="48" d="100"/>
        </p:scale>
        <p:origin x="2684" y="44"/>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microsoft.com/office/2015/10/relationships/revisionInfo" Target="revisionInfo.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notesMaster" Target="notesMasters/notesMaster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theme" Target="theme/theme1.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presProps" Target="presProps.xml"/><Relationship Id="rId75"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 Type="http://schemas.openxmlformats.org/officeDocument/2006/relationships/slide" Target="slides/slide3.xml"/><Relationship Id="rId71"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L" dirty="0"/>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7422212-D69D-41E4-A547-75F507D8A64A}" type="datetimeFigureOut">
              <a:rPr lang="es-CL" smtClean="0"/>
              <a:t>15-06-2026</a:t>
            </a:fld>
            <a:endParaRPr lang="es-CL" dirty="0"/>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L" dirty="0"/>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L"/>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L" dirty="0"/>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582945-6648-41CA-B880-4B10E0E03327}" type="slidenum">
              <a:rPr lang="es-CL" smtClean="0"/>
              <a:t>‹Nº›</a:t>
            </a:fld>
            <a:endParaRPr lang="es-CL" dirty="0"/>
          </a:p>
        </p:txBody>
      </p:sp>
    </p:spTree>
    <p:extLst>
      <p:ext uri="{BB962C8B-B14F-4D97-AF65-F5344CB8AC3E}">
        <p14:creationId xmlns:p14="http://schemas.microsoft.com/office/powerpoint/2010/main" val="12590852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419" dirty="0"/>
          </a:p>
        </p:txBody>
      </p:sp>
      <p:sp>
        <p:nvSpPr>
          <p:cNvPr id="4" name="Marcador de número de diapositiva 3"/>
          <p:cNvSpPr>
            <a:spLocks noGrp="1"/>
          </p:cNvSpPr>
          <p:nvPr>
            <p:ph type="sldNum" sz="quarter" idx="5"/>
          </p:nvPr>
        </p:nvSpPr>
        <p:spPr/>
        <p:txBody>
          <a:bodyPr/>
          <a:lstStyle/>
          <a:p>
            <a:fld id="{F6582945-6648-41CA-B880-4B10E0E03327}" type="slidenum">
              <a:rPr lang="es-CL" smtClean="0"/>
              <a:t>25</a:t>
            </a:fld>
            <a:endParaRPr lang="es-CL" dirty="0"/>
          </a:p>
        </p:txBody>
      </p:sp>
    </p:spTree>
    <p:extLst>
      <p:ext uri="{BB962C8B-B14F-4D97-AF65-F5344CB8AC3E}">
        <p14:creationId xmlns:p14="http://schemas.microsoft.com/office/powerpoint/2010/main" val="39086436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F6582945-6648-41CA-B880-4B10E0E03327}" type="slidenum">
              <a:rPr lang="es-CL" smtClean="0"/>
              <a:t>49</a:t>
            </a:fld>
            <a:endParaRPr lang="es-CL" dirty="0"/>
          </a:p>
        </p:txBody>
      </p:sp>
    </p:spTree>
    <p:extLst>
      <p:ext uri="{BB962C8B-B14F-4D97-AF65-F5344CB8AC3E}">
        <p14:creationId xmlns:p14="http://schemas.microsoft.com/office/powerpoint/2010/main" val="15341089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D2066-64A5-6145-D871-B6777D67EBE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29801A1-1185-CB0F-F582-1AC5BCA01E4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954B6CA-1439-9BB2-35D3-A5A0C56A257E}"/>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4D91ED73-B290-9FE6-1421-A29C327FF34C}"/>
              </a:ext>
            </a:extLst>
          </p:cNvPr>
          <p:cNvSpPr>
            <a:spLocks noGrp="1"/>
          </p:cNvSpPr>
          <p:nvPr>
            <p:ph type="sldNum" sz="quarter" idx="5"/>
          </p:nvPr>
        </p:nvSpPr>
        <p:spPr/>
        <p:txBody>
          <a:bodyPr/>
          <a:lstStyle/>
          <a:p>
            <a:fld id="{F6582945-6648-41CA-B880-4B10E0E03327}" type="slidenum">
              <a:rPr lang="es-CL" smtClean="0"/>
              <a:t>50</a:t>
            </a:fld>
            <a:endParaRPr lang="es-CL" dirty="0"/>
          </a:p>
        </p:txBody>
      </p:sp>
    </p:spTree>
    <p:extLst>
      <p:ext uri="{BB962C8B-B14F-4D97-AF65-F5344CB8AC3E}">
        <p14:creationId xmlns:p14="http://schemas.microsoft.com/office/powerpoint/2010/main" val="2414619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CEFFCB-8DFA-1D3C-AE58-84C30B0AB1A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3550F4A-E5F1-FEA7-D07B-2FF76C3E6C6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7A2E7EB8-1880-1C46-8688-38D30DD1FFA0}"/>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BFBA52DB-37B6-CCEA-3848-3125556227AC}"/>
              </a:ext>
            </a:extLst>
          </p:cNvPr>
          <p:cNvSpPr>
            <a:spLocks noGrp="1"/>
          </p:cNvSpPr>
          <p:nvPr>
            <p:ph type="sldNum" sz="quarter" idx="5"/>
          </p:nvPr>
        </p:nvSpPr>
        <p:spPr/>
        <p:txBody>
          <a:bodyPr/>
          <a:lstStyle/>
          <a:p>
            <a:fld id="{F6582945-6648-41CA-B880-4B10E0E03327}" type="slidenum">
              <a:rPr lang="es-CL" smtClean="0"/>
              <a:t>51</a:t>
            </a:fld>
            <a:endParaRPr lang="es-CL" dirty="0"/>
          </a:p>
        </p:txBody>
      </p:sp>
    </p:spTree>
    <p:extLst>
      <p:ext uri="{BB962C8B-B14F-4D97-AF65-F5344CB8AC3E}">
        <p14:creationId xmlns:p14="http://schemas.microsoft.com/office/powerpoint/2010/main" val="4831314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491590-03E0-43AF-C456-166A20C26D4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953566B-C23A-7CB4-22CA-D2BF8319647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A5000BE-3832-7BCB-FC68-9DED32B66B92}"/>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563F3D01-9E92-0B08-1D0E-CEC102A4F7EC}"/>
              </a:ext>
            </a:extLst>
          </p:cNvPr>
          <p:cNvSpPr>
            <a:spLocks noGrp="1"/>
          </p:cNvSpPr>
          <p:nvPr>
            <p:ph type="sldNum" sz="quarter" idx="5"/>
          </p:nvPr>
        </p:nvSpPr>
        <p:spPr/>
        <p:txBody>
          <a:bodyPr/>
          <a:lstStyle/>
          <a:p>
            <a:fld id="{F6582945-6648-41CA-B880-4B10E0E03327}" type="slidenum">
              <a:rPr lang="es-CL" smtClean="0"/>
              <a:t>52</a:t>
            </a:fld>
            <a:endParaRPr lang="es-CL" dirty="0"/>
          </a:p>
        </p:txBody>
      </p:sp>
    </p:spTree>
    <p:extLst>
      <p:ext uri="{BB962C8B-B14F-4D97-AF65-F5344CB8AC3E}">
        <p14:creationId xmlns:p14="http://schemas.microsoft.com/office/powerpoint/2010/main" val="24424035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F5AFB6-9A1B-9183-DD38-7217B2A50E0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C2A97BD-494E-A13E-E068-30187097AAA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A76B315-AE77-58B8-D630-106900CF8958}"/>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7A04F598-A5AD-0138-6BAB-3F9EB897B476}"/>
              </a:ext>
            </a:extLst>
          </p:cNvPr>
          <p:cNvSpPr>
            <a:spLocks noGrp="1"/>
          </p:cNvSpPr>
          <p:nvPr>
            <p:ph type="sldNum" sz="quarter" idx="5"/>
          </p:nvPr>
        </p:nvSpPr>
        <p:spPr/>
        <p:txBody>
          <a:bodyPr/>
          <a:lstStyle/>
          <a:p>
            <a:fld id="{F6582945-6648-41CA-B880-4B10E0E03327}" type="slidenum">
              <a:rPr lang="es-CL" smtClean="0"/>
              <a:t>54</a:t>
            </a:fld>
            <a:endParaRPr lang="es-CL" dirty="0"/>
          </a:p>
        </p:txBody>
      </p:sp>
    </p:spTree>
    <p:extLst>
      <p:ext uri="{BB962C8B-B14F-4D97-AF65-F5344CB8AC3E}">
        <p14:creationId xmlns:p14="http://schemas.microsoft.com/office/powerpoint/2010/main" val="39819943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91B347-BDF6-D519-FA6F-6358B6A0ADB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7DEE847-99E5-13C3-5B3A-BABA3C295D0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334323F-EF8D-D471-105D-7C2DE86172D6}"/>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F4F2A0D1-C284-0DC4-3FFF-4D924678490C}"/>
              </a:ext>
            </a:extLst>
          </p:cNvPr>
          <p:cNvSpPr>
            <a:spLocks noGrp="1"/>
          </p:cNvSpPr>
          <p:nvPr>
            <p:ph type="sldNum" sz="quarter" idx="5"/>
          </p:nvPr>
        </p:nvSpPr>
        <p:spPr/>
        <p:txBody>
          <a:bodyPr/>
          <a:lstStyle/>
          <a:p>
            <a:fld id="{F6582945-6648-41CA-B880-4B10E0E03327}" type="slidenum">
              <a:rPr lang="es-CL" smtClean="0"/>
              <a:t>55</a:t>
            </a:fld>
            <a:endParaRPr lang="es-CL" dirty="0"/>
          </a:p>
        </p:txBody>
      </p:sp>
    </p:spTree>
    <p:extLst>
      <p:ext uri="{BB962C8B-B14F-4D97-AF65-F5344CB8AC3E}">
        <p14:creationId xmlns:p14="http://schemas.microsoft.com/office/powerpoint/2010/main" val="20168326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6D8E25-1410-B2A6-27AA-02485460914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7B4E49A-359D-B879-82E7-EB8A80DAB55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BFA87AD-59BE-0999-A6D2-3CA64100D018}"/>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A308ECD6-BB86-91CF-5C32-9EBDB6444839}"/>
              </a:ext>
            </a:extLst>
          </p:cNvPr>
          <p:cNvSpPr>
            <a:spLocks noGrp="1"/>
          </p:cNvSpPr>
          <p:nvPr>
            <p:ph type="sldNum" sz="quarter" idx="5"/>
          </p:nvPr>
        </p:nvSpPr>
        <p:spPr/>
        <p:txBody>
          <a:bodyPr/>
          <a:lstStyle/>
          <a:p>
            <a:fld id="{F6582945-6648-41CA-B880-4B10E0E03327}" type="slidenum">
              <a:rPr lang="es-CL" smtClean="0"/>
              <a:t>56</a:t>
            </a:fld>
            <a:endParaRPr lang="es-CL" dirty="0"/>
          </a:p>
        </p:txBody>
      </p:sp>
    </p:spTree>
    <p:extLst>
      <p:ext uri="{BB962C8B-B14F-4D97-AF65-F5344CB8AC3E}">
        <p14:creationId xmlns:p14="http://schemas.microsoft.com/office/powerpoint/2010/main" val="25655011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D0B32-70F6-D4FB-0965-EAC0AD2E3DE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CD83472-7D7C-A671-0821-1A1F9CF0E2C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3718505-EF2C-C5B8-1732-D4C6EA42F30B}"/>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22915442-6E85-DC65-C390-A242E5A64325}"/>
              </a:ext>
            </a:extLst>
          </p:cNvPr>
          <p:cNvSpPr>
            <a:spLocks noGrp="1"/>
          </p:cNvSpPr>
          <p:nvPr>
            <p:ph type="sldNum" sz="quarter" idx="5"/>
          </p:nvPr>
        </p:nvSpPr>
        <p:spPr/>
        <p:txBody>
          <a:bodyPr/>
          <a:lstStyle/>
          <a:p>
            <a:fld id="{F6582945-6648-41CA-B880-4B10E0E03327}" type="slidenum">
              <a:rPr lang="es-CL" smtClean="0"/>
              <a:t>57</a:t>
            </a:fld>
            <a:endParaRPr lang="es-CL" dirty="0"/>
          </a:p>
        </p:txBody>
      </p:sp>
    </p:spTree>
    <p:extLst>
      <p:ext uri="{BB962C8B-B14F-4D97-AF65-F5344CB8AC3E}">
        <p14:creationId xmlns:p14="http://schemas.microsoft.com/office/powerpoint/2010/main" val="7947658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419" dirty="0"/>
          </a:p>
        </p:txBody>
      </p:sp>
      <p:sp>
        <p:nvSpPr>
          <p:cNvPr id="4" name="Marcador de número de diapositiva 3"/>
          <p:cNvSpPr>
            <a:spLocks noGrp="1"/>
          </p:cNvSpPr>
          <p:nvPr>
            <p:ph type="sldNum" sz="quarter" idx="5"/>
          </p:nvPr>
        </p:nvSpPr>
        <p:spPr/>
        <p:txBody>
          <a:bodyPr/>
          <a:lstStyle/>
          <a:p>
            <a:fld id="{BC2B7043-8BBF-43F6-8395-E81293822626}" type="slidenum">
              <a:rPr lang="es-419" smtClean="0"/>
              <a:t>63</a:t>
            </a:fld>
            <a:endParaRPr lang="es-419"/>
          </a:p>
        </p:txBody>
      </p:sp>
    </p:spTree>
    <p:extLst>
      <p:ext uri="{BB962C8B-B14F-4D97-AF65-F5344CB8AC3E}">
        <p14:creationId xmlns:p14="http://schemas.microsoft.com/office/powerpoint/2010/main" val="180109371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4.svg"/><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3.svg"/><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4.xml"/></Relationships>
</file>

<file path=ppt/slideLayouts/_rels/slideLayout9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4.xml"/></Relationships>
</file>

<file path=ppt/slideLayouts/_rels/slideLayout98.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4.xml"/></Relationships>
</file>

<file path=ppt/slideLayouts/_rels/slideLayout9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4.xml"/></Relationships>
</file>

<file path=ppt/slideLayouts/_rels/slideLayout100.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4.xml"/></Relationships>
</file>

<file path=ppt/slideLayouts/_rels/slideLayout10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4.xml"/></Relationships>
</file>

<file path=ppt/slideLayouts/_rels/slideLayout10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4.xml"/></Relationships>
</file>

<file path=ppt/slideLayouts/_rels/slideLayout10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4.xml"/></Relationships>
</file>

<file path=ppt/slideLayouts/_rels/slideLayout10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4.xml"/></Relationships>
</file>

<file path=ppt/slideLayouts/_rels/slideLayout10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4.xml"/></Relationships>
</file>

<file path=ppt/slideLayouts/_rels/slideLayout10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4.xml"/></Relationships>
</file>

<file path=ppt/slideLayouts/_rels/slideLayout107.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4.xml"/></Relationships>
</file>

<file path=ppt/slideLayouts/_rels/slideLayout108.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4.xml"/></Relationships>
</file>

<file path=ppt/slideLayouts/_rels/slideLayout10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4.xml"/></Relationships>
</file>

<file path=ppt/slideLayouts/_rels/slideLayout11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4.xml"/></Relationships>
</file>

<file path=ppt/slideLayouts/_rels/slideLayout11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4.xml"/></Relationships>
</file>

<file path=ppt/slideLayouts/_rels/slideLayout11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4.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pic>
        <p:nvPicPr>
          <p:cNvPr id="2" name="Graphic 1">
            <a:extLst>
              <a:ext uri="{FF2B5EF4-FFF2-40B4-BE49-F238E27FC236}">
                <a16:creationId xmlns:a16="http://schemas.microsoft.com/office/drawing/2014/main" id="{5A8556FD-943F-2CA8-3B15-1C7401E71D1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5" name="TextBox 4">
            <a:extLst>
              <a:ext uri="{FF2B5EF4-FFF2-40B4-BE49-F238E27FC236}">
                <a16:creationId xmlns:a16="http://schemas.microsoft.com/office/drawing/2014/main" id="{C6B12A91-8583-2E4C-B1C8-7E1F64EF24C9}"/>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7022805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urple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bg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2" name="TextBox 1">
            <a:extLst>
              <a:ext uri="{FF2B5EF4-FFF2-40B4-BE49-F238E27FC236}">
                <a16:creationId xmlns:a16="http://schemas.microsoft.com/office/drawing/2014/main" id="{8F1688B8-4AFA-00EF-A18F-CE0BE044452E}"/>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40530336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Green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tx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tx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 name="TextBox 3">
            <a:extLst>
              <a:ext uri="{FF2B5EF4-FFF2-40B4-BE49-F238E27FC236}">
                <a16:creationId xmlns:a16="http://schemas.microsoft.com/office/drawing/2014/main" id="{D2E118B2-5580-3101-C2BB-4FB39252D744}"/>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4954980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0A86818C-B6FC-21B3-0821-EE3D8DAE5AE3}"/>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2BC038CA-3E14-5783-3761-76D8A4C63EC0}"/>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0" name="Graphic 9">
            <a:extLst>
              <a:ext uri="{FF2B5EF4-FFF2-40B4-BE49-F238E27FC236}">
                <a16:creationId xmlns:a16="http://schemas.microsoft.com/office/drawing/2014/main" id="{A9D3FE11-F167-1622-761B-F4BFADB0B0E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EBAA974E-55D6-2A02-03A4-AAB7F36BF1B1}"/>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69C30255-143C-EB1C-95B6-9319F7AB9F7D}"/>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sp>
        <p:nvSpPr>
          <p:cNvPr id="7" name="TextBox 6">
            <a:extLst>
              <a:ext uri="{FF2B5EF4-FFF2-40B4-BE49-F238E27FC236}">
                <a16:creationId xmlns:a16="http://schemas.microsoft.com/office/drawing/2014/main" id="{67E32664-E882-9D71-52FE-71612364F8CE}"/>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8721069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Warm Gray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A2941D41-B5B7-CCE1-1B2C-89AAD5DACBE0}"/>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tx1"/>
                </a:solidFill>
              </a:defRPr>
            </a:lvl1pPr>
          </a:lstStyle>
          <a:p>
            <a:pPr lvl="0"/>
            <a:r>
              <a:rPr lang="en-US" dirty="0"/>
              <a:t>Headline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6600B585-62A4-8333-3077-9DD14A781807}"/>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1" name="Graphic 10">
            <a:extLst>
              <a:ext uri="{FF2B5EF4-FFF2-40B4-BE49-F238E27FC236}">
                <a16:creationId xmlns:a16="http://schemas.microsoft.com/office/drawing/2014/main" id="{21C3DEEA-3CCE-EBD2-6CE3-835C44C810E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74440542-6D19-B6BD-7831-2A113C1E6A79}"/>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30B08173-A7BE-6F86-6CDE-43EC9BEEB3CB}"/>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8" name="TextBox 7">
            <a:extLst>
              <a:ext uri="{FF2B5EF4-FFF2-40B4-BE49-F238E27FC236}">
                <a16:creationId xmlns:a16="http://schemas.microsoft.com/office/drawing/2014/main" id="{AC9D9DE1-FE9F-14AE-4A3F-F4173038006F}"/>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40433742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2C Cov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7">
            <a:extLst>
              <a:ext uri="{FF2B5EF4-FFF2-40B4-BE49-F238E27FC236}">
                <a16:creationId xmlns:a16="http://schemas.microsoft.com/office/drawing/2014/main" id="{52C18FF9-32C7-751D-36F8-EF5124DF2BE2}"/>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23" name="Text Placeholder 17">
            <a:extLst>
              <a:ext uri="{FF2B5EF4-FFF2-40B4-BE49-F238E27FC236}">
                <a16:creationId xmlns:a16="http://schemas.microsoft.com/office/drawing/2014/main" id="{D8DE661F-53B2-6E8E-9238-FE6484215B1A}"/>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26" name="Graphic 25">
            <a:extLst>
              <a:ext uri="{FF2B5EF4-FFF2-40B4-BE49-F238E27FC236}">
                <a16:creationId xmlns:a16="http://schemas.microsoft.com/office/drawing/2014/main" id="{2590016B-4462-F023-25AF-B00C9285325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7C710057-3FB3-19E3-5D75-F018F116AE47}"/>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6" name="Text Placeholder 17">
            <a:extLst>
              <a:ext uri="{FF2B5EF4-FFF2-40B4-BE49-F238E27FC236}">
                <a16:creationId xmlns:a16="http://schemas.microsoft.com/office/drawing/2014/main" id="{C41EE674-4BC9-86D6-67E5-FF509240DDED}"/>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AE8FAC4F-619C-5E6B-F2B0-D001F5A51111}"/>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0167515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2C Cover Image">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FBB43B24-12DD-1DD6-963C-7ADA857CCDC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A39E11EF-D17E-E6F4-B66D-C68ABBCCF813}"/>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64D279B7-3D21-DC76-5BCE-6A2D109B8EDB}"/>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3" name="Picture Placeholder 12">
            <a:extLst>
              <a:ext uri="{FF2B5EF4-FFF2-40B4-BE49-F238E27FC236}">
                <a16:creationId xmlns:a16="http://schemas.microsoft.com/office/drawing/2014/main" id="{04B738B6-E606-753D-F43C-ADBDF91B7E2D}"/>
              </a:ext>
            </a:extLst>
          </p:cNvPr>
          <p:cNvSpPr>
            <a:spLocks noGrp="1"/>
          </p:cNvSpPr>
          <p:nvPr>
            <p:ph type="pic" sz="quarter" idx="16" hasCustomPrompt="1"/>
          </p:nvPr>
        </p:nvSpPr>
        <p:spPr>
          <a:xfrm>
            <a:off x="6689725" y="355598"/>
            <a:ext cx="5502275" cy="6146801"/>
          </a:xfrm>
          <a:custGeom>
            <a:avLst/>
            <a:gdLst>
              <a:gd name="connsiteX0" fmla="*/ 0 w 5502275"/>
              <a:gd name="connsiteY0" fmla="*/ 0 h 6135556"/>
              <a:gd name="connsiteX1" fmla="*/ 5502275 w 5502275"/>
              <a:gd name="connsiteY1" fmla="*/ 0 h 6135556"/>
              <a:gd name="connsiteX2" fmla="*/ 5502275 w 5502275"/>
              <a:gd name="connsiteY2" fmla="*/ 218283 h 6135556"/>
              <a:gd name="connsiteX3" fmla="*/ 5502275 w 5502275"/>
              <a:gd name="connsiteY3" fmla="*/ 1268413 h 6135556"/>
              <a:gd name="connsiteX4" fmla="*/ 5502275 w 5502275"/>
              <a:gd name="connsiteY4" fmla="*/ 1731805 h 6135556"/>
              <a:gd name="connsiteX5" fmla="*/ 2676409 w 5502275"/>
              <a:gd name="connsiteY5" fmla="*/ 1731805 h 6135556"/>
              <a:gd name="connsiteX6" fmla="*/ 2676409 w 5502275"/>
              <a:gd name="connsiteY6" fmla="*/ 2311877 h 6135556"/>
              <a:gd name="connsiteX7" fmla="*/ 4972425 w 5502275"/>
              <a:gd name="connsiteY7" fmla="*/ 2311877 h 6135556"/>
              <a:gd name="connsiteX8" fmla="*/ 4972425 w 5502275"/>
              <a:gd name="connsiteY8" fmla="*/ 3825399 h 6135556"/>
              <a:gd name="connsiteX9" fmla="*/ 2676409 w 5502275"/>
              <a:gd name="connsiteY9" fmla="*/ 3825399 h 6135556"/>
              <a:gd name="connsiteX10" fmla="*/ 2676409 w 5502275"/>
              <a:gd name="connsiteY10" fmla="*/ 4414997 h 6135556"/>
              <a:gd name="connsiteX11" fmla="*/ 5502275 w 5502275"/>
              <a:gd name="connsiteY11" fmla="*/ 4414997 h 6135556"/>
              <a:gd name="connsiteX12" fmla="*/ 5502275 w 5502275"/>
              <a:gd name="connsiteY12" fmla="*/ 4867143 h 6135556"/>
              <a:gd name="connsiteX13" fmla="*/ 5502275 w 5502275"/>
              <a:gd name="connsiteY13" fmla="*/ 5928519 h 6135556"/>
              <a:gd name="connsiteX14" fmla="*/ 5502275 w 5502275"/>
              <a:gd name="connsiteY14" fmla="*/ 6135556 h 6135556"/>
              <a:gd name="connsiteX15" fmla="*/ 0 w 5502275"/>
              <a:gd name="connsiteY15" fmla="*/ 6135556 h 6135556"/>
              <a:gd name="connsiteX16" fmla="*/ 0 w 5502275"/>
              <a:gd name="connsiteY16" fmla="*/ 4867143 h 6135556"/>
              <a:gd name="connsiteX17" fmla="*/ 501 w 5502275"/>
              <a:gd name="connsiteY17" fmla="*/ 4867143 h 6135556"/>
              <a:gd name="connsiteX18" fmla="*/ 501 w 5502275"/>
              <a:gd name="connsiteY18" fmla="*/ 1268413 h 6135556"/>
              <a:gd name="connsiteX19" fmla="*/ 0 w 5502275"/>
              <a:gd name="connsiteY19" fmla="*/ 1268413 h 6135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502275" h="6135556">
                <a:moveTo>
                  <a:pt x="0" y="0"/>
                </a:moveTo>
                <a:lnTo>
                  <a:pt x="5502275" y="0"/>
                </a:lnTo>
                <a:lnTo>
                  <a:pt x="5502275" y="218283"/>
                </a:lnTo>
                <a:lnTo>
                  <a:pt x="5502275" y="1268413"/>
                </a:lnTo>
                <a:lnTo>
                  <a:pt x="5502275" y="1731805"/>
                </a:lnTo>
                <a:lnTo>
                  <a:pt x="2676409" y="1731805"/>
                </a:lnTo>
                <a:lnTo>
                  <a:pt x="2676409" y="2311877"/>
                </a:lnTo>
                <a:lnTo>
                  <a:pt x="4972425" y="2311877"/>
                </a:lnTo>
                <a:lnTo>
                  <a:pt x="4972425" y="3825399"/>
                </a:lnTo>
                <a:lnTo>
                  <a:pt x="2676409" y="3825399"/>
                </a:lnTo>
                <a:lnTo>
                  <a:pt x="2676409" y="4414997"/>
                </a:lnTo>
                <a:lnTo>
                  <a:pt x="5502275" y="4414997"/>
                </a:lnTo>
                <a:lnTo>
                  <a:pt x="5502275" y="4867143"/>
                </a:lnTo>
                <a:lnTo>
                  <a:pt x="5502275" y="5928519"/>
                </a:lnTo>
                <a:lnTo>
                  <a:pt x="5502275" y="6135556"/>
                </a:lnTo>
                <a:lnTo>
                  <a:pt x="0" y="6135556"/>
                </a:lnTo>
                <a:lnTo>
                  <a:pt x="0" y="4867143"/>
                </a:lnTo>
                <a:lnTo>
                  <a:pt x="501" y="4867143"/>
                </a:lnTo>
                <a:lnTo>
                  <a:pt x="501" y="1268413"/>
                </a:lnTo>
                <a:lnTo>
                  <a:pt x="0" y="1268413"/>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10" name="Text Placeholder 17">
            <a:extLst>
              <a:ext uri="{FF2B5EF4-FFF2-40B4-BE49-F238E27FC236}">
                <a16:creationId xmlns:a16="http://schemas.microsoft.com/office/drawing/2014/main" id="{1E88AEE2-3A55-B667-5D40-BB6299F48205}"/>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11" name="Text Placeholder 17">
            <a:extLst>
              <a:ext uri="{FF2B5EF4-FFF2-40B4-BE49-F238E27FC236}">
                <a16:creationId xmlns:a16="http://schemas.microsoft.com/office/drawing/2014/main" id="{D376FEF2-D482-FF48-0E21-E85BCDCAE008}"/>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E35B847D-2BA6-4533-FDD7-9CCF9A96A36C}"/>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163595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Blank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42523825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Headline">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5" y="361822"/>
            <a:ext cx="11122188"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Tree>
    <p:extLst>
      <p:ext uri="{BB962C8B-B14F-4D97-AF65-F5344CB8AC3E}">
        <p14:creationId xmlns:p14="http://schemas.microsoft.com/office/powerpoint/2010/main" val="22738607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01">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8599914" cy="278794"/>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229208"/>
            <a:ext cx="8599914" cy="597151"/>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012872"/>
            <a:ext cx="8599572"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23012610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02">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529440"/>
            <a:ext cx="4757015"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4" name="Text Placeholder 17">
            <a:extLst>
              <a:ext uri="{FF2B5EF4-FFF2-40B4-BE49-F238E27FC236}">
                <a16:creationId xmlns:a16="http://schemas.microsoft.com/office/drawing/2014/main" id="{D20FA87A-09E8-BDB2-1C69-54F54B22BE31}"/>
              </a:ext>
            </a:extLst>
          </p:cNvPr>
          <p:cNvSpPr>
            <a:spLocks noGrp="1"/>
          </p:cNvSpPr>
          <p:nvPr>
            <p:ph type="body" sz="quarter" idx="15" hasCustomPrompt="1"/>
          </p:nvPr>
        </p:nvSpPr>
        <p:spPr>
          <a:xfrm>
            <a:off x="630383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6" name="Text Placeholder 8">
            <a:extLst>
              <a:ext uri="{FF2B5EF4-FFF2-40B4-BE49-F238E27FC236}">
                <a16:creationId xmlns:a16="http://schemas.microsoft.com/office/drawing/2014/main" id="{349B6786-5FA4-2087-2C3C-22F8A8E171CC}"/>
              </a:ext>
            </a:extLst>
          </p:cNvPr>
          <p:cNvSpPr>
            <a:spLocks noGrp="1"/>
          </p:cNvSpPr>
          <p:nvPr>
            <p:ph type="body" sz="quarter" idx="16" hasCustomPrompt="1"/>
          </p:nvPr>
        </p:nvSpPr>
        <p:spPr>
          <a:xfrm>
            <a:off x="630383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7" name="Text Placeholder 12">
            <a:extLst>
              <a:ext uri="{FF2B5EF4-FFF2-40B4-BE49-F238E27FC236}">
                <a16:creationId xmlns:a16="http://schemas.microsoft.com/office/drawing/2014/main" id="{86BD890A-D326-FD3F-EDA2-9599F756B623}"/>
              </a:ext>
            </a:extLst>
          </p:cNvPr>
          <p:cNvSpPr>
            <a:spLocks noGrp="1"/>
          </p:cNvSpPr>
          <p:nvPr>
            <p:ph type="body" sz="quarter" idx="17"/>
          </p:nvPr>
        </p:nvSpPr>
        <p:spPr>
          <a:xfrm>
            <a:off x="6303555" y="3529440"/>
            <a:ext cx="4757015"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32535624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03">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3216914"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16" name="Text Placeholder 17">
            <a:extLst>
              <a:ext uri="{FF2B5EF4-FFF2-40B4-BE49-F238E27FC236}">
                <a16:creationId xmlns:a16="http://schemas.microsoft.com/office/drawing/2014/main" id="{5A431E8C-C0AC-DBC9-2391-1C619D591E69}"/>
              </a:ext>
            </a:extLst>
          </p:cNvPr>
          <p:cNvSpPr>
            <a:spLocks noGrp="1"/>
          </p:cNvSpPr>
          <p:nvPr>
            <p:ph type="body" sz="quarter" idx="15" hasCustomPrompt="1"/>
          </p:nvPr>
        </p:nvSpPr>
        <p:spPr>
          <a:xfrm>
            <a:off x="439375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7" name="Text Placeholder 8">
            <a:extLst>
              <a:ext uri="{FF2B5EF4-FFF2-40B4-BE49-F238E27FC236}">
                <a16:creationId xmlns:a16="http://schemas.microsoft.com/office/drawing/2014/main" id="{7C89246B-18AE-5DA8-795F-679BD7C0617D}"/>
              </a:ext>
            </a:extLst>
          </p:cNvPr>
          <p:cNvSpPr>
            <a:spLocks noGrp="1"/>
          </p:cNvSpPr>
          <p:nvPr>
            <p:ph type="body" sz="quarter" idx="16" hasCustomPrompt="1"/>
          </p:nvPr>
        </p:nvSpPr>
        <p:spPr>
          <a:xfrm>
            <a:off x="439375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8" name="Text Placeholder 12">
            <a:extLst>
              <a:ext uri="{FF2B5EF4-FFF2-40B4-BE49-F238E27FC236}">
                <a16:creationId xmlns:a16="http://schemas.microsoft.com/office/drawing/2014/main" id="{4F617632-1F8F-2092-32FC-7367A36B4B50}"/>
              </a:ext>
            </a:extLst>
          </p:cNvPr>
          <p:cNvSpPr>
            <a:spLocks noGrp="1"/>
          </p:cNvSpPr>
          <p:nvPr>
            <p:ph type="body" sz="quarter" idx="17"/>
          </p:nvPr>
        </p:nvSpPr>
        <p:spPr>
          <a:xfrm>
            <a:off x="4393475" y="3740277"/>
            <a:ext cx="3216914"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19" name="Text Placeholder 17">
            <a:extLst>
              <a:ext uri="{FF2B5EF4-FFF2-40B4-BE49-F238E27FC236}">
                <a16:creationId xmlns:a16="http://schemas.microsoft.com/office/drawing/2014/main" id="{03C76AD3-B446-33B3-D6A6-D34A7B1A9CA9}"/>
              </a:ext>
            </a:extLst>
          </p:cNvPr>
          <p:cNvSpPr>
            <a:spLocks noGrp="1"/>
          </p:cNvSpPr>
          <p:nvPr>
            <p:ph type="body" sz="quarter" idx="18" hasCustomPrompt="1"/>
          </p:nvPr>
        </p:nvSpPr>
        <p:spPr>
          <a:xfrm>
            <a:off x="826471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20" name="Text Placeholder 8">
            <a:extLst>
              <a:ext uri="{FF2B5EF4-FFF2-40B4-BE49-F238E27FC236}">
                <a16:creationId xmlns:a16="http://schemas.microsoft.com/office/drawing/2014/main" id="{EA4DB68B-5ABD-7BD4-0D0C-E218D955694D}"/>
              </a:ext>
            </a:extLst>
          </p:cNvPr>
          <p:cNvSpPr>
            <a:spLocks noGrp="1"/>
          </p:cNvSpPr>
          <p:nvPr>
            <p:ph type="body" sz="quarter" idx="19" hasCustomPrompt="1"/>
          </p:nvPr>
        </p:nvSpPr>
        <p:spPr>
          <a:xfrm>
            <a:off x="826471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21" name="Text Placeholder 12">
            <a:extLst>
              <a:ext uri="{FF2B5EF4-FFF2-40B4-BE49-F238E27FC236}">
                <a16:creationId xmlns:a16="http://schemas.microsoft.com/office/drawing/2014/main" id="{9E284295-AA76-A820-A4B4-F649763A5346}"/>
              </a:ext>
            </a:extLst>
          </p:cNvPr>
          <p:cNvSpPr>
            <a:spLocks noGrp="1"/>
          </p:cNvSpPr>
          <p:nvPr>
            <p:ph type="body" sz="quarter" idx="20"/>
          </p:nvPr>
        </p:nvSpPr>
        <p:spPr>
          <a:xfrm>
            <a:off x="8264435" y="3740277"/>
            <a:ext cx="3216914"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126555466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04">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86"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86"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4" name="Text Placeholder 17">
            <a:extLst>
              <a:ext uri="{FF2B5EF4-FFF2-40B4-BE49-F238E27FC236}">
                <a16:creationId xmlns:a16="http://schemas.microsoft.com/office/drawing/2014/main" id="{A7841F65-A264-9942-011F-C0257234F038}"/>
              </a:ext>
            </a:extLst>
          </p:cNvPr>
          <p:cNvSpPr>
            <a:spLocks noGrp="1"/>
          </p:cNvSpPr>
          <p:nvPr>
            <p:ph type="body" sz="quarter" idx="15" hasCustomPrompt="1"/>
          </p:nvPr>
        </p:nvSpPr>
        <p:spPr>
          <a:xfrm>
            <a:off x="3370044"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6" name="Text Placeholder 8">
            <a:extLst>
              <a:ext uri="{FF2B5EF4-FFF2-40B4-BE49-F238E27FC236}">
                <a16:creationId xmlns:a16="http://schemas.microsoft.com/office/drawing/2014/main" id="{C15516F4-558F-C634-22F7-1F2C190C2A1A}"/>
              </a:ext>
            </a:extLst>
          </p:cNvPr>
          <p:cNvSpPr>
            <a:spLocks noGrp="1"/>
          </p:cNvSpPr>
          <p:nvPr>
            <p:ph type="body" sz="quarter" idx="16" hasCustomPrompt="1"/>
          </p:nvPr>
        </p:nvSpPr>
        <p:spPr>
          <a:xfrm>
            <a:off x="3370044"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7" name="Text Placeholder 12">
            <a:extLst>
              <a:ext uri="{FF2B5EF4-FFF2-40B4-BE49-F238E27FC236}">
                <a16:creationId xmlns:a16="http://schemas.microsoft.com/office/drawing/2014/main" id="{D46D04B0-DA90-F948-8623-D10B3ED438A3}"/>
              </a:ext>
            </a:extLst>
          </p:cNvPr>
          <p:cNvSpPr>
            <a:spLocks noGrp="1"/>
          </p:cNvSpPr>
          <p:nvPr>
            <p:ph type="body" sz="quarter" idx="17"/>
          </p:nvPr>
        </p:nvSpPr>
        <p:spPr>
          <a:xfrm>
            <a:off x="3369773"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8" name="Text Placeholder 17">
            <a:extLst>
              <a:ext uri="{FF2B5EF4-FFF2-40B4-BE49-F238E27FC236}">
                <a16:creationId xmlns:a16="http://schemas.microsoft.com/office/drawing/2014/main" id="{C45E5508-18D4-B8A0-9554-18C8CC7BA633}"/>
              </a:ext>
            </a:extLst>
          </p:cNvPr>
          <p:cNvSpPr>
            <a:spLocks noGrp="1"/>
          </p:cNvSpPr>
          <p:nvPr>
            <p:ph type="body" sz="quarter" idx="18" hasCustomPrompt="1"/>
          </p:nvPr>
        </p:nvSpPr>
        <p:spPr>
          <a:xfrm>
            <a:off x="6217771"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0" name="Text Placeholder 8">
            <a:extLst>
              <a:ext uri="{FF2B5EF4-FFF2-40B4-BE49-F238E27FC236}">
                <a16:creationId xmlns:a16="http://schemas.microsoft.com/office/drawing/2014/main" id="{9B9FC0B2-A2E1-EE23-DD92-95D99FB7FCBC}"/>
              </a:ext>
            </a:extLst>
          </p:cNvPr>
          <p:cNvSpPr>
            <a:spLocks noGrp="1"/>
          </p:cNvSpPr>
          <p:nvPr>
            <p:ph type="body" sz="quarter" idx="19" hasCustomPrompt="1"/>
          </p:nvPr>
        </p:nvSpPr>
        <p:spPr>
          <a:xfrm>
            <a:off x="6217771"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1" name="Text Placeholder 12">
            <a:extLst>
              <a:ext uri="{FF2B5EF4-FFF2-40B4-BE49-F238E27FC236}">
                <a16:creationId xmlns:a16="http://schemas.microsoft.com/office/drawing/2014/main" id="{9AD3BD22-757B-EEDC-2BED-851D01FAD009}"/>
              </a:ext>
            </a:extLst>
          </p:cNvPr>
          <p:cNvSpPr>
            <a:spLocks noGrp="1"/>
          </p:cNvSpPr>
          <p:nvPr>
            <p:ph type="body" sz="quarter" idx="20"/>
          </p:nvPr>
        </p:nvSpPr>
        <p:spPr>
          <a:xfrm>
            <a:off x="6217500"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12" name="Text Placeholder 17">
            <a:extLst>
              <a:ext uri="{FF2B5EF4-FFF2-40B4-BE49-F238E27FC236}">
                <a16:creationId xmlns:a16="http://schemas.microsoft.com/office/drawing/2014/main" id="{5E75D8B7-36BA-C036-3008-ED7181EA29CE}"/>
              </a:ext>
            </a:extLst>
          </p:cNvPr>
          <p:cNvSpPr>
            <a:spLocks noGrp="1"/>
          </p:cNvSpPr>
          <p:nvPr>
            <p:ph type="body" sz="quarter" idx="21" hasCustomPrompt="1"/>
          </p:nvPr>
        </p:nvSpPr>
        <p:spPr>
          <a:xfrm>
            <a:off x="9065399"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4" name="Text Placeholder 8">
            <a:extLst>
              <a:ext uri="{FF2B5EF4-FFF2-40B4-BE49-F238E27FC236}">
                <a16:creationId xmlns:a16="http://schemas.microsoft.com/office/drawing/2014/main" id="{BD2C72CE-2AC1-03E8-EC6E-6628A5C8EE8B}"/>
              </a:ext>
            </a:extLst>
          </p:cNvPr>
          <p:cNvSpPr>
            <a:spLocks noGrp="1"/>
          </p:cNvSpPr>
          <p:nvPr>
            <p:ph type="body" sz="quarter" idx="22" hasCustomPrompt="1"/>
          </p:nvPr>
        </p:nvSpPr>
        <p:spPr>
          <a:xfrm>
            <a:off x="9065399"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5" name="Text Placeholder 12">
            <a:extLst>
              <a:ext uri="{FF2B5EF4-FFF2-40B4-BE49-F238E27FC236}">
                <a16:creationId xmlns:a16="http://schemas.microsoft.com/office/drawing/2014/main" id="{C86AC0A8-2096-FDDC-FEAB-27E8D3456BF7}"/>
              </a:ext>
            </a:extLst>
          </p:cNvPr>
          <p:cNvSpPr>
            <a:spLocks noGrp="1"/>
          </p:cNvSpPr>
          <p:nvPr>
            <p:ph type="body" sz="quarter" idx="23"/>
          </p:nvPr>
        </p:nvSpPr>
        <p:spPr>
          <a:xfrm>
            <a:off x="9065128"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112636615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1CE7E595-5C3F-0BAF-330D-65E2AD801F66}"/>
              </a:ext>
            </a:extLst>
          </p:cNvPr>
          <p:cNvSpPr>
            <a:spLocks noGrp="1"/>
          </p:cNvSpPr>
          <p:nvPr>
            <p:ph type="body" sz="quarter" idx="18" hasCustomPrompt="1"/>
          </p:nvPr>
        </p:nvSpPr>
        <p:spPr>
          <a:xfrm>
            <a:off x="4571323" y="1133918"/>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9" name="Text Placeholder 7">
            <a:extLst>
              <a:ext uri="{FF2B5EF4-FFF2-40B4-BE49-F238E27FC236}">
                <a16:creationId xmlns:a16="http://schemas.microsoft.com/office/drawing/2014/main" id="{00B49552-BA81-9DEE-DBCE-F9356D66374D}"/>
              </a:ext>
            </a:extLst>
          </p:cNvPr>
          <p:cNvSpPr>
            <a:spLocks noGrp="1"/>
          </p:cNvSpPr>
          <p:nvPr>
            <p:ph type="body" sz="quarter" idx="19" hasCustomPrompt="1"/>
          </p:nvPr>
        </p:nvSpPr>
        <p:spPr>
          <a:xfrm>
            <a:off x="4571323" y="1793136"/>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0" name="Text Placeholder 7">
            <a:extLst>
              <a:ext uri="{FF2B5EF4-FFF2-40B4-BE49-F238E27FC236}">
                <a16:creationId xmlns:a16="http://schemas.microsoft.com/office/drawing/2014/main" id="{03CD231C-30AC-3339-A90C-FF099FDCE126}"/>
              </a:ext>
            </a:extLst>
          </p:cNvPr>
          <p:cNvSpPr>
            <a:spLocks noGrp="1"/>
          </p:cNvSpPr>
          <p:nvPr>
            <p:ph type="body" sz="quarter" idx="20" hasCustomPrompt="1"/>
          </p:nvPr>
        </p:nvSpPr>
        <p:spPr>
          <a:xfrm>
            <a:off x="4571323" y="2452355"/>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1" name="Text Placeholder 7">
            <a:extLst>
              <a:ext uri="{FF2B5EF4-FFF2-40B4-BE49-F238E27FC236}">
                <a16:creationId xmlns:a16="http://schemas.microsoft.com/office/drawing/2014/main" id="{8982B152-EDC0-3186-CD84-DAB96BF42494}"/>
              </a:ext>
            </a:extLst>
          </p:cNvPr>
          <p:cNvSpPr>
            <a:spLocks noGrp="1"/>
          </p:cNvSpPr>
          <p:nvPr>
            <p:ph type="body" sz="quarter" idx="21" hasCustomPrompt="1"/>
          </p:nvPr>
        </p:nvSpPr>
        <p:spPr>
          <a:xfrm>
            <a:off x="4571323" y="3111573"/>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8" name="Text Placeholder 7">
            <a:extLst>
              <a:ext uri="{FF2B5EF4-FFF2-40B4-BE49-F238E27FC236}">
                <a16:creationId xmlns:a16="http://schemas.microsoft.com/office/drawing/2014/main" id="{356610AF-C4CC-A0BF-AEC5-6E3BDD36D990}"/>
              </a:ext>
            </a:extLst>
          </p:cNvPr>
          <p:cNvSpPr>
            <a:spLocks noGrp="1"/>
          </p:cNvSpPr>
          <p:nvPr>
            <p:ph type="body" sz="quarter" idx="22" hasCustomPrompt="1"/>
          </p:nvPr>
        </p:nvSpPr>
        <p:spPr>
          <a:xfrm>
            <a:off x="4571323" y="3770791"/>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9" name="Text Placeholder 7">
            <a:extLst>
              <a:ext uri="{FF2B5EF4-FFF2-40B4-BE49-F238E27FC236}">
                <a16:creationId xmlns:a16="http://schemas.microsoft.com/office/drawing/2014/main" id="{71249665-4BF1-BC80-9E3E-27C6AC131E05}"/>
              </a:ext>
            </a:extLst>
          </p:cNvPr>
          <p:cNvSpPr>
            <a:spLocks noGrp="1"/>
          </p:cNvSpPr>
          <p:nvPr>
            <p:ph type="body" sz="quarter" idx="23" hasCustomPrompt="1"/>
          </p:nvPr>
        </p:nvSpPr>
        <p:spPr>
          <a:xfrm>
            <a:off x="4571323" y="4430010"/>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20" name="Text Placeholder 7">
            <a:extLst>
              <a:ext uri="{FF2B5EF4-FFF2-40B4-BE49-F238E27FC236}">
                <a16:creationId xmlns:a16="http://schemas.microsoft.com/office/drawing/2014/main" id="{5AF120EB-8D6E-49DB-0DA5-20F61C819518}"/>
              </a:ext>
            </a:extLst>
          </p:cNvPr>
          <p:cNvSpPr>
            <a:spLocks noGrp="1"/>
          </p:cNvSpPr>
          <p:nvPr>
            <p:ph type="body" sz="quarter" idx="24" hasCustomPrompt="1"/>
          </p:nvPr>
        </p:nvSpPr>
        <p:spPr>
          <a:xfrm>
            <a:off x="4571323" y="5089229"/>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pic>
        <p:nvPicPr>
          <p:cNvPr id="21" name="Graphic 20">
            <a:extLst>
              <a:ext uri="{FF2B5EF4-FFF2-40B4-BE49-F238E27FC236}">
                <a16:creationId xmlns:a16="http://schemas.microsoft.com/office/drawing/2014/main" id="{B6EDFCBE-296B-864F-13E7-245D40ED0C39}"/>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647542" y="1793136"/>
            <a:ext cx="789191" cy="789191"/>
          </a:xfrm>
          <a:prstGeom prst="rect">
            <a:avLst/>
          </a:prstGeom>
        </p:spPr>
      </p:pic>
      <p:pic>
        <p:nvPicPr>
          <p:cNvPr id="22" name="Graphic 21">
            <a:extLst>
              <a:ext uri="{FF2B5EF4-FFF2-40B4-BE49-F238E27FC236}">
                <a16:creationId xmlns:a16="http://schemas.microsoft.com/office/drawing/2014/main" id="{D5A0CFA2-F296-A8B7-CB70-C9D00D9E3C9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5" name="Text Placeholder 17">
            <a:extLst>
              <a:ext uri="{FF2B5EF4-FFF2-40B4-BE49-F238E27FC236}">
                <a16:creationId xmlns:a16="http://schemas.microsoft.com/office/drawing/2014/main" id="{7CD097DB-9618-CDB1-1F1F-B033BC4801EA}"/>
              </a:ext>
            </a:extLst>
          </p:cNvPr>
          <p:cNvSpPr>
            <a:spLocks noGrp="1"/>
          </p:cNvSpPr>
          <p:nvPr>
            <p:ph type="body" sz="quarter" idx="10" hasCustomPrompt="1"/>
          </p:nvPr>
        </p:nvSpPr>
        <p:spPr>
          <a:xfrm>
            <a:off x="352660" y="2735750"/>
            <a:ext cx="3358665" cy="944810"/>
          </a:xfrm>
        </p:spPr>
        <p:txBody>
          <a:bodyPr wrap="square">
            <a:spAutoFit/>
          </a:bodyPr>
          <a:lstStyle>
            <a:lvl1pPr marL="0" indent="0" algn="ctr">
              <a:lnSpc>
                <a:spcPct val="90000"/>
              </a:lnSpc>
              <a:spcBef>
                <a:spcPts val="0"/>
              </a:spcBef>
              <a:buNone/>
              <a:defRPr sz="3400" b="1">
                <a:solidFill>
                  <a:schemeClr val="bg1"/>
                </a:solidFill>
              </a:defRPr>
            </a:lvl1pPr>
          </a:lstStyle>
          <a:p>
            <a:pPr lvl="0"/>
            <a:r>
              <a:rPr lang="en-US" dirty="0"/>
              <a:t>Agenda or Table of Contents</a:t>
            </a:r>
          </a:p>
        </p:txBody>
      </p:sp>
    </p:spTree>
    <p:extLst>
      <p:ext uri="{BB962C8B-B14F-4D97-AF65-F5344CB8AC3E}">
        <p14:creationId xmlns:p14="http://schemas.microsoft.com/office/powerpoint/2010/main" val="33805316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Breaker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11D55CDA-462C-A7FF-EE12-3FDD8DDBC2F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10" name="TextBox 9">
            <a:extLst>
              <a:ext uri="{FF2B5EF4-FFF2-40B4-BE49-F238E27FC236}">
                <a16:creationId xmlns:a16="http://schemas.microsoft.com/office/drawing/2014/main" id="{490D0730-EC65-31BF-A4FA-992A99E0E4CF}"/>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08622221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Breaker Dark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BE3200C5-B5A9-AC44-9200-784DFC63364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A2BD6F6F-F10E-C53F-032B-188519D8D1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2" name="TextBox 1">
            <a:extLst>
              <a:ext uri="{FF2B5EF4-FFF2-40B4-BE49-F238E27FC236}">
                <a16:creationId xmlns:a16="http://schemas.microsoft.com/office/drawing/2014/main" id="{8460C111-1CB1-186F-BF66-55001B5779EA}"/>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423116871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Breaker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tx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8E4133EC-B264-3D5F-9CF5-94A59CFE1B1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Box 1">
            <a:extLst>
              <a:ext uri="{FF2B5EF4-FFF2-40B4-BE49-F238E27FC236}">
                <a16:creationId xmlns:a16="http://schemas.microsoft.com/office/drawing/2014/main" id="{642BD9AE-C83A-9EF9-F573-61A0E81EA594}"/>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96880208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PUR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563089" y="3740277"/>
            <a:ext cx="523271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2" name="Graphic 1">
            <a:extLst>
              <a:ext uri="{FF2B5EF4-FFF2-40B4-BE49-F238E27FC236}">
                <a16:creationId xmlns:a16="http://schemas.microsoft.com/office/drawing/2014/main" id="{017A8F2F-9330-25BE-0D2E-902E66CDE27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182160336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Gray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p:nvSpPr>
        <p:spPr>
          <a:xfrm>
            <a:off x="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12" name="Graphic 11">
            <a:extLst>
              <a:ext uri="{FF2B5EF4-FFF2-40B4-BE49-F238E27FC236}">
                <a16:creationId xmlns:a16="http://schemas.microsoft.com/office/drawing/2014/main" id="{989C4F93-BF72-9EDD-88A7-D0623456593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336432373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Green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p:nvSpPr>
        <p:spPr>
          <a:xfrm>
            <a:off x="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12" name="Graphic 11">
            <a:extLst>
              <a:ext uri="{FF2B5EF4-FFF2-40B4-BE49-F238E27FC236}">
                <a16:creationId xmlns:a16="http://schemas.microsoft.com/office/drawing/2014/main" id="{AB1728AA-35B4-4BD9-8922-5A10B50EFB7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158016648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PUR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2" name="Graphic 1">
            <a:extLst>
              <a:ext uri="{FF2B5EF4-FFF2-40B4-BE49-F238E27FC236}">
                <a16:creationId xmlns:a16="http://schemas.microsoft.com/office/drawing/2014/main" id="{01D50BC8-C95D-425B-652A-2D581ADCD81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189799613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Gray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9" name="Graphic 8">
            <a:extLst>
              <a:ext uri="{FF2B5EF4-FFF2-40B4-BE49-F238E27FC236}">
                <a16:creationId xmlns:a16="http://schemas.microsoft.com/office/drawing/2014/main" id="{E5FB72CE-435D-5F45-16B1-4A77B79AF3C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222253595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Green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9" name="Graphic 8">
            <a:extLst>
              <a:ext uri="{FF2B5EF4-FFF2-40B4-BE49-F238E27FC236}">
                <a16:creationId xmlns:a16="http://schemas.microsoft.com/office/drawing/2014/main" id="{65A4C054-B1C8-E492-ADA1-D665C51553F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32456856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Image-Right">
    <p:spTree>
      <p:nvGrpSpPr>
        <p:cNvPr id="1" name=""/>
        <p:cNvGrpSpPr/>
        <p:nvPr/>
      </p:nvGrpSpPr>
      <p:grpSpPr>
        <a:xfrm>
          <a:off x="0" y="0"/>
          <a:ext cx="0" cy="0"/>
          <a:chOff x="0" y="0"/>
          <a:chExt cx="0" cy="0"/>
        </a:xfrm>
      </p:grpSpPr>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38630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38630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386035" y="4139291"/>
            <a:ext cx="5008456"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6096000" y="0"/>
            <a:ext cx="6096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17897868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Image-Lef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6096000" cy="6858000"/>
          </a:xfrm>
        </p:spPr>
        <p:txBody>
          <a:bodyPr anchor="ctr" anchorCtr="0">
            <a:noAutofit/>
          </a:bodyPr>
          <a:lstStyle>
            <a:lvl1pPr marL="0" indent="0" algn="ctr">
              <a:buNone/>
              <a:defRPr/>
            </a:lvl1pPr>
          </a:lstStyle>
          <a:p>
            <a:r>
              <a:rPr lang="en-US" dirty="0"/>
              <a:t>[Click to insert image]</a:t>
            </a:r>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666491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66518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66518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664915" y="4139291"/>
            <a:ext cx="5008456"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Tree>
    <p:extLst>
      <p:ext uri="{BB962C8B-B14F-4D97-AF65-F5344CB8AC3E}">
        <p14:creationId xmlns:p14="http://schemas.microsoft.com/office/powerpoint/2010/main" val="423320653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Full Page Imag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12192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120759433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EFrame Image Purple">
    <p:spTree>
      <p:nvGrpSpPr>
        <p:cNvPr id="1" name=""/>
        <p:cNvGrpSpPr/>
        <p:nvPr/>
      </p:nvGrpSpPr>
      <p:grpSpPr>
        <a:xfrm>
          <a:off x="0" y="0"/>
          <a:ext cx="0" cy="0"/>
          <a:chOff x="0" y="0"/>
          <a:chExt cx="0" cy="0"/>
        </a:xfrm>
      </p:grpSpPr>
      <p:sp>
        <p:nvSpPr>
          <p:cNvPr id="51" name="Rectangle 50">
            <a:extLst>
              <a:ext uri="{FF2B5EF4-FFF2-40B4-BE49-F238E27FC236}">
                <a16:creationId xmlns:a16="http://schemas.microsoft.com/office/drawing/2014/main" id="{5AACD76F-5A98-DE42-2012-2E4698A70B32}"/>
              </a:ext>
            </a:extLst>
          </p:cNvPr>
          <p:cNvSpPr/>
          <p:nvPr/>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Picture Placeholder 43">
            <a:extLst>
              <a:ext uri="{FF2B5EF4-FFF2-40B4-BE49-F238E27FC236}">
                <a16:creationId xmlns:a16="http://schemas.microsoft.com/office/drawing/2014/main" id="{C5980322-EF45-73EA-F45B-05C3C55E7CE2}"/>
              </a:ext>
            </a:extLst>
          </p:cNvPr>
          <p:cNvSpPr>
            <a:spLocks noGrp="1"/>
          </p:cNvSpPr>
          <p:nvPr>
            <p:ph type="pic" sz="quarter" idx="13" hasCustomPrompt="1"/>
          </p:nvPr>
        </p:nvSpPr>
        <p:spPr>
          <a:xfrm>
            <a:off x="5337810" y="573881"/>
            <a:ext cx="6854190" cy="5710237"/>
          </a:xfrm>
          <a:custGeom>
            <a:avLst/>
            <a:gdLst>
              <a:gd name="connsiteX0" fmla="*/ 0 w 6854190"/>
              <a:gd name="connsiteY0" fmla="*/ 0 h 5710237"/>
              <a:gd name="connsiteX1" fmla="*/ 3816350 w 6854190"/>
              <a:gd name="connsiteY1" fmla="*/ 0 h 5710237"/>
              <a:gd name="connsiteX2" fmla="*/ 3816350 w 6854190"/>
              <a:gd name="connsiteY2" fmla="*/ 1 h 5710237"/>
              <a:gd name="connsiteX3" fmla="*/ 6854190 w 6854190"/>
              <a:gd name="connsiteY3" fmla="*/ 1 h 5710237"/>
              <a:gd name="connsiteX4" fmla="*/ 6854190 w 6854190"/>
              <a:gd name="connsiteY4" fmla="*/ 1513523 h 5710237"/>
              <a:gd name="connsiteX5" fmla="*/ 3816350 w 6854190"/>
              <a:gd name="connsiteY5" fmla="*/ 1513523 h 5710237"/>
              <a:gd name="connsiteX6" fmla="*/ 3816350 w 6854190"/>
              <a:gd name="connsiteY6" fmla="*/ 2093595 h 5710237"/>
              <a:gd name="connsiteX7" fmla="*/ 6284595 w 6854190"/>
              <a:gd name="connsiteY7" fmla="*/ 2093595 h 5710237"/>
              <a:gd name="connsiteX8" fmla="*/ 6284595 w 6854190"/>
              <a:gd name="connsiteY8" fmla="*/ 3607117 h 5710237"/>
              <a:gd name="connsiteX9" fmla="*/ 3816350 w 6854190"/>
              <a:gd name="connsiteY9" fmla="*/ 3607117 h 5710237"/>
              <a:gd name="connsiteX10" fmla="*/ 3816350 w 6854190"/>
              <a:gd name="connsiteY10" fmla="*/ 4196715 h 5710237"/>
              <a:gd name="connsiteX11" fmla="*/ 6854190 w 6854190"/>
              <a:gd name="connsiteY11" fmla="*/ 4196715 h 5710237"/>
              <a:gd name="connsiteX12" fmla="*/ 6854190 w 6854190"/>
              <a:gd name="connsiteY12" fmla="*/ 5710237 h 5710237"/>
              <a:gd name="connsiteX13" fmla="*/ 3816350 w 6854190"/>
              <a:gd name="connsiteY13" fmla="*/ 5710237 h 5710237"/>
              <a:gd name="connsiteX14" fmla="*/ 3037840 w 6854190"/>
              <a:gd name="connsiteY14" fmla="*/ 5710237 h 5710237"/>
              <a:gd name="connsiteX15" fmla="*/ 0 w 6854190"/>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854190" h="5710237">
                <a:moveTo>
                  <a:pt x="0" y="0"/>
                </a:moveTo>
                <a:lnTo>
                  <a:pt x="3816350" y="0"/>
                </a:lnTo>
                <a:lnTo>
                  <a:pt x="3816350" y="1"/>
                </a:lnTo>
                <a:lnTo>
                  <a:pt x="6854190" y="1"/>
                </a:lnTo>
                <a:lnTo>
                  <a:pt x="6854190" y="1513523"/>
                </a:lnTo>
                <a:lnTo>
                  <a:pt x="3816350" y="1513523"/>
                </a:lnTo>
                <a:lnTo>
                  <a:pt x="3816350" y="2093595"/>
                </a:lnTo>
                <a:lnTo>
                  <a:pt x="6284595" y="2093595"/>
                </a:lnTo>
                <a:lnTo>
                  <a:pt x="6284595" y="3607117"/>
                </a:lnTo>
                <a:lnTo>
                  <a:pt x="3816350" y="3607117"/>
                </a:lnTo>
                <a:lnTo>
                  <a:pt x="3816350" y="4196715"/>
                </a:lnTo>
                <a:lnTo>
                  <a:pt x="6854190" y="4196715"/>
                </a:lnTo>
                <a:lnTo>
                  <a:pt x="6854190" y="5710237"/>
                </a:lnTo>
                <a:lnTo>
                  <a:pt x="3816350" y="5710237"/>
                </a:lnTo>
                <a:lnTo>
                  <a:pt x="3037840"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7" name="Text Placeholder 17">
            <a:extLst>
              <a:ext uri="{FF2B5EF4-FFF2-40B4-BE49-F238E27FC236}">
                <a16:creationId xmlns:a16="http://schemas.microsoft.com/office/drawing/2014/main" id="{72A36242-E96D-BCC5-8B9A-F727F91C17DD}"/>
              </a:ext>
            </a:extLst>
          </p:cNvPr>
          <p:cNvSpPr>
            <a:spLocks noGrp="1"/>
          </p:cNvSpPr>
          <p:nvPr>
            <p:ph type="body" sz="quarter" idx="10" hasCustomPrompt="1"/>
          </p:nvPr>
        </p:nvSpPr>
        <p:spPr>
          <a:xfrm>
            <a:off x="386035" y="1112251"/>
            <a:ext cx="4317994" cy="944810"/>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endParaRPr lang="en-US" dirty="0"/>
          </a:p>
        </p:txBody>
      </p:sp>
      <p:sp>
        <p:nvSpPr>
          <p:cNvPr id="48" name="Text Placeholder 17">
            <a:extLst>
              <a:ext uri="{FF2B5EF4-FFF2-40B4-BE49-F238E27FC236}">
                <a16:creationId xmlns:a16="http://schemas.microsoft.com/office/drawing/2014/main" id="{E033C30C-F4BF-DEFA-8C82-E924E66CF321}"/>
              </a:ext>
            </a:extLst>
          </p:cNvPr>
          <p:cNvSpPr>
            <a:spLocks noGrp="1"/>
          </p:cNvSpPr>
          <p:nvPr>
            <p:ph type="body" sz="quarter" idx="12" hasCustomPrompt="1"/>
          </p:nvPr>
        </p:nvSpPr>
        <p:spPr>
          <a:xfrm>
            <a:off x="386305" y="2467715"/>
            <a:ext cx="4317775" cy="555793"/>
          </a:xfrm>
        </p:spPr>
        <p:txBody>
          <a:bodyPr wrap="square">
            <a:spAutoFit/>
          </a:bodyPr>
          <a:lstStyle>
            <a:lvl1pPr marL="0" indent="0">
              <a:lnSpc>
                <a:spcPct val="90000"/>
              </a:lnSpc>
              <a:spcBef>
                <a:spcPts val="0"/>
              </a:spcBef>
              <a:buNone/>
              <a:defRPr sz="2000" b="1">
                <a:solidFill>
                  <a:schemeClr val="bg1"/>
                </a:solidFill>
              </a:defRPr>
            </a:lvl1pPr>
          </a:lstStyle>
          <a:p>
            <a:pPr lvl="0"/>
            <a:r>
              <a:rPr lang="en-US" dirty="0"/>
              <a:t>Subhead culpa qui official arum </a:t>
            </a:r>
            <a:r>
              <a:rPr lang="en-US" dirty="0" err="1"/>
              <a:t>quidem</a:t>
            </a:r>
            <a:r>
              <a:rPr lang="en-US" dirty="0"/>
              <a:t> rerum facilis</a:t>
            </a:r>
          </a:p>
        </p:txBody>
      </p:sp>
      <p:sp>
        <p:nvSpPr>
          <p:cNvPr id="49" name="Text Placeholder 8">
            <a:extLst>
              <a:ext uri="{FF2B5EF4-FFF2-40B4-BE49-F238E27FC236}">
                <a16:creationId xmlns:a16="http://schemas.microsoft.com/office/drawing/2014/main" id="{A0F481E4-FC0E-C80A-C2EC-B76F27D262A7}"/>
              </a:ext>
            </a:extLst>
          </p:cNvPr>
          <p:cNvSpPr>
            <a:spLocks noGrp="1"/>
          </p:cNvSpPr>
          <p:nvPr>
            <p:ph type="body" sz="quarter" idx="14" hasCustomPrompt="1"/>
          </p:nvPr>
        </p:nvSpPr>
        <p:spPr>
          <a:xfrm>
            <a:off x="386305" y="3130525"/>
            <a:ext cx="4317775" cy="901850"/>
          </a:xfrm>
        </p:spPr>
        <p:txBody>
          <a:bodyPr wrap="square">
            <a:spAutoFit/>
          </a:bodyPr>
          <a:lstStyle>
            <a:lvl1pPr marL="0" indent="0">
              <a:buNone/>
              <a:defRPr sz="1800">
                <a:solidFill>
                  <a:schemeClr val="bg1"/>
                </a:solidFill>
              </a:defRPr>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a:t>
            </a:r>
          </a:p>
        </p:txBody>
      </p:sp>
      <p:sp>
        <p:nvSpPr>
          <p:cNvPr id="50" name="Text Placeholder 12">
            <a:extLst>
              <a:ext uri="{FF2B5EF4-FFF2-40B4-BE49-F238E27FC236}">
                <a16:creationId xmlns:a16="http://schemas.microsoft.com/office/drawing/2014/main" id="{F28319CA-55ED-F435-6422-E7CAE3A4E5C8}"/>
              </a:ext>
            </a:extLst>
          </p:cNvPr>
          <p:cNvSpPr>
            <a:spLocks noGrp="1"/>
          </p:cNvSpPr>
          <p:nvPr>
            <p:ph type="body" sz="quarter" idx="15"/>
          </p:nvPr>
        </p:nvSpPr>
        <p:spPr>
          <a:xfrm>
            <a:off x="386035" y="4155118"/>
            <a:ext cx="4317603" cy="1684948"/>
          </a:xfrm>
        </p:spPr>
        <p:txBody>
          <a:bodyPr wrap="square">
            <a:sp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2" name="Graphic 1">
            <a:extLst>
              <a:ext uri="{FF2B5EF4-FFF2-40B4-BE49-F238E27FC236}">
                <a16:creationId xmlns:a16="http://schemas.microsoft.com/office/drawing/2014/main" id="{E2FA6E33-C1DD-C1DE-7C6F-82957792F31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3" name="TextBox 2">
            <a:extLst>
              <a:ext uri="{FF2B5EF4-FFF2-40B4-BE49-F238E27FC236}">
                <a16:creationId xmlns:a16="http://schemas.microsoft.com/office/drawing/2014/main" id="{8D073452-E314-EB2D-1FC4-135DC2D7775F}"/>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4" name="TextBox 3">
            <a:extLst>
              <a:ext uri="{FF2B5EF4-FFF2-40B4-BE49-F238E27FC236}">
                <a16:creationId xmlns:a16="http://schemas.microsoft.com/office/drawing/2014/main" id="{A28DAA59-27D2-784E-D2A1-F51D07814DEC}"/>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76689219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Quote Purpl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bg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bg1"/>
                </a:solidFill>
              </a:defRPr>
            </a:lvl1pPr>
          </a:lstStyle>
          <a:p>
            <a:pPr lvl="0"/>
            <a:r>
              <a:rPr lang="en-US" dirty="0"/>
              <a:t>First &amp; Last Name</a:t>
            </a:r>
          </a:p>
        </p:txBody>
      </p:sp>
      <p:pic>
        <p:nvPicPr>
          <p:cNvPr id="5" name="Graphic 4">
            <a:extLst>
              <a:ext uri="{FF2B5EF4-FFF2-40B4-BE49-F238E27FC236}">
                <a16:creationId xmlns:a16="http://schemas.microsoft.com/office/drawing/2014/main" id="{11D55CDA-462C-A7FF-EE12-3FDD8DDBC2F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2" name="Text Placeholder 17">
            <a:extLst>
              <a:ext uri="{FF2B5EF4-FFF2-40B4-BE49-F238E27FC236}">
                <a16:creationId xmlns:a16="http://schemas.microsoft.com/office/drawing/2014/main" id="{D05DB1F1-ACC3-B191-E3E7-7348B83D3D7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bg1"/>
                </a:solidFill>
              </a:defRPr>
            </a:lvl1pPr>
          </a:lstStyle>
          <a:p>
            <a:pPr lvl="0"/>
            <a:r>
              <a:rPr lang="en-US" dirty="0"/>
              <a:t>Title and Company or Institution</a:t>
            </a:r>
          </a:p>
        </p:txBody>
      </p:sp>
      <p:pic>
        <p:nvPicPr>
          <p:cNvPr id="4" name="Graphic 3">
            <a:extLst>
              <a:ext uri="{FF2B5EF4-FFF2-40B4-BE49-F238E27FC236}">
                <a16:creationId xmlns:a16="http://schemas.microsoft.com/office/drawing/2014/main" id="{3F44E2C7-6484-3A24-48A0-1EC4CE2E334F}"/>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5618540" y="1374718"/>
            <a:ext cx="954921" cy="954921"/>
          </a:xfrm>
          <a:prstGeom prst="rect">
            <a:avLst/>
          </a:prstGeom>
        </p:spPr>
      </p:pic>
      <p:sp>
        <p:nvSpPr>
          <p:cNvPr id="8" name="TextBox 7">
            <a:extLst>
              <a:ext uri="{FF2B5EF4-FFF2-40B4-BE49-F238E27FC236}">
                <a16:creationId xmlns:a16="http://schemas.microsoft.com/office/drawing/2014/main" id="{56538370-0C99-95AF-B7F2-D3F6183791A0}"/>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92714073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Quote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8E4133EC-B264-3D5F-9CF5-94A59CFE1B1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 Placeholder 17">
            <a:extLst>
              <a:ext uri="{FF2B5EF4-FFF2-40B4-BE49-F238E27FC236}">
                <a16:creationId xmlns:a16="http://schemas.microsoft.com/office/drawing/2014/main" id="{97C25E61-6B43-DBD5-C2CE-87847F39AAE2}"/>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tx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4" name="Text Placeholder 17">
            <a:extLst>
              <a:ext uri="{FF2B5EF4-FFF2-40B4-BE49-F238E27FC236}">
                <a16:creationId xmlns:a16="http://schemas.microsoft.com/office/drawing/2014/main" id="{FCEE0479-D5F9-CE3F-36E7-238BA0F4577F}"/>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tx1"/>
                </a:solidFill>
              </a:defRPr>
            </a:lvl1pPr>
          </a:lstStyle>
          <a:p>
            <a:pPr lvl="0"/>
            <a:r>
              <a:rPr lang="en-US" dirty="0"/>
              <a:t>First &amp; Last Name</a:t>
            </a:r>
          </a:p>
        </p:txBody>
      </p:sp>
      <p:sp>
        <p:nvSpPr>
          <p:cNvPr id="8" name="Text Placeholder 17">
            <a:extLst>
              <a:ext uri="{FF2B5EF4-FFF2-40B4-BE49-F238E27FC236}">
                <a16:creationId xmlns:a16="http://schemas.microsoft.com/office/drawing/2014/main" id="{A76AF4FC-9A53-DBD9-C4E3-8F3D9D7DB7D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tx1"/>
                </a:solidFill>
              </a:defRPr>
            </a:lvl1pPr>
          </a:lstStyle>
          <a:p>
            <a:pPr lvl="0"/>
            <a:r>
              <a:rPr lang="en-US" dirty="0"/>
              <a:t>Title and Company or Institution</a:t>
            </a:r>
          </a:p>
        </p:txBody>
      </p:sp>
      <p:pic>
        <p:nvPicPr>
          <p:cNvPr id="11" name="Graphic 10">
            <a:extLst>
              <a:ext uri="{FF2B5EF4-FFF2-40B4-BE49-F238E27FC236}">
                <a16:creationId xmlns:a16="http://schemas.microsoft.com/office/drawing/2014/main" id="{FF551E89-4ED8-FCF0-7E9B-2446F24111FB}"/>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5618540" y="1374718"/>
            <a:ext cx="954921" cy="954921"/>
          </a:xfrm>
          <a:prstGeom prst="rect">
            <a:avLst/>
          </a:prstGeom>
        </p:spPr>
      </p:pic>
      <p:sp>
        <p:nvSpPr>
          <p:cNvPr id="6" name="TextBox 5">
            <a:extLst>
              <a:ext uri="{FF2B5EF4-FFF2-40B4-BE49-F238E27FC236}">
                <a16:creationId xmlns:a16="http://schemas.microsoft.com/office/drawing/2014/main" id="{759FA4B8-B22A-02CB-D4E5-CDAF1F338C84}"/>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53573318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Purple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p:nvSpPr>
        <p:spPr>
          <a:xfrm>
            <a:off x="0" y="2311400"/>
            <a:ext cx="12192000" cy="222250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p:nvSpPr>
        <p:spPr>
          <a:xfrm>
            <a:off x="0" y="4254500"/>
            <a:ext cx="12192000" cy="147319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p:nvSpPr>
        <p:spPr>
          <a:xfrm>
            <a:off x="0" y="5562599"/>
            <a:ext cx="12192000" cy="88157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DCC5AC45-371A-D1F2-3506-59FB4F407F5D}"/>
              </a:ext>
            </a:extLst>
          </p:cNvPr>
          <p:cNvSpPr/>
          <p:nvPr/>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solidFill>
                  <a:schemeClr val="bg1"/>
                </a:solidFill>
              </a:defRPr>
            </a:lvl1pPr>
          </a:lstStyle>
          <a:p>
            <a:pPr lvl="0"/>
            <a:r>
              <a:rPr lang="en-US" dirty="0"/>
              <a:t>Fourth level statement</a:t>
            </a:r>
          </a:p>
        </p:txBody>
      </p:sp>
      <p:pic>
        <p:nvPicPr>
          <p:cNvPr id="2" name="Graphic 1">
            <a:extLst>
              <a:ext uri="{FF2B5EF4-FFF2-40B4-BE49-F238E27FC236}">
                <a16:creationId xmlns:a16="http://schemas.microsoft.com/office/drawing/2014/main" id="{320A3CFF-FF3A-806C-4272-4BD562E4527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83CB4FD4-52E5-7743-832E-878711B6912D}"/>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6" name="TextBox 5">
            <a:extLst>
              <a:ext uri="{FF2B5EF4-FFF2-40B4-BE49-F238E27FC236}">
                <a16:creationId xmlns:a16="http://schemas.microsoft.com/office/drawing/2014/main" id="{8955BA75-BCED-43A8-374C-ED5B5EB749B9}"/>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9768061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Green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p:nvSpPr>
        <p:spPr>
          <a:xfrm>
            <a:off x="0" y="2311400"/>
            <a:ext cx="12192000" cy="2222500"/>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p:nvSpPr>
        <p:spPr>
          <a:xfrm>
            <a:off x="0" y="4254500"/>
            <a:ext cx="12192000" cy="1473199"/>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p:nvSpPr>
        <p:spPr>
          <a:xfrm>
            <a:off x="0" y="5562599"/>
            <a:ext cx="12192000" cy="88157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lvl1pPr>
          </a:lstStyle>
          <a:p>
            <a:pPr lvl="0"/>
            <a:r>
              <a:rPr lang="en-US" dirty="0"/>
              <a:t>Fourth level statement</a:t>
            </a:r>
          </a:p>
        </p:txBody>
      </p:sp>
      <p:sp>
        <p:nvSpPr>
          <p:cNvPr id="2" name="Rectangle 1">
            <a:extLst>
              <a:ext uri="{FF2B5EF4-FFF2-40B4-BE49-F238E27FC236}">
                <a16:creationId xmlns:a16="http://schemas.microsoft.com/office/drawing/2014/main" id="{ABC92165-EA63-BA70-B09C-3AE3A0E3B988}"/>
              </a:ext>
            </a:extLst>
          </p:cNvPr>
          <p:cNvSpPr/>
          <p:nvPr/>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B8487BB2-49A0-1AD0-6AEA-A6BA00965FB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6D645B4-C9BC-C447-40CC-BED53F5C40F2}"/>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4" name="TextBox 3">
            <a:extLst>
              <a:ext uri="{FF2B5EF4-FFF2-40B4-BE49-F238E27FC236}">
                <a16:creationId xmlns:a16="http://schemas.microsoft.com/office/drawing/2014/main" id="{06D9A09A-FC77-0C42-3399-4228AB66473E}"/>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03331665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035BE7A-2092-E334-9925-A2CD0ED61EC1}"/>
              </a:ext>
            </a:extLst>
          </p:cNvPr>
          <p:cNvSpPr txBox="1"/>
          <p:nvPr/>
        </p:nvSpPr>
        <p:spPr>
          <a:xfrm>
            <a:off x="836428" y="2435962"/>
            <a:ext cx="10441173" cy="1769715"/>
          </a:xfrm>
          <a:prstGeom prst="rect">
            <a:avLst/>
          </a:prstGeom>
          <a:noFill/>
        </p:spPr>
        <p:txBody>
          <a:bodyPr wrap="square" lIns="0" tIns="0" rIns="0" bIns="0" rtlCol="0">
            <a:spAutoFit/>
          </a:bodyPr>
          <a:lstStyle/>
          <a:p>
            <a:pPr algn="ctr"/>
            <a:r>
              <a:rPr lang="en-US" sz="11500" b="1" dirty="0">
                <a:solidFill>
                  <a:schemeClr val="bg1"/>
                </a:solidFill>
              </a:rPr>
              <a:t>Thank You</a:t>
            </a:r>
          </a:p>
        </p:txBody>
      </p:sp>
      <p:sp>
        <p:nvSpPr>
          <p:cNvPr id="9" name="Text Placeholder 17">
            <a:extLst>
              <a:ext uri="{FF2B5EF4-FFF2-40B4-BE49-F238E27FC236}">
                <a16:creationId xmlns:a16="http://schemas.microsoft.com/office/drawing/2014/main" id="{C141F636-6F6B-39E0-D74A-E2DC465DEF1A}"/>
              </a:ext>
            </a:extLst>
          </p:cNvPr>
          <p:cNvSpPr>
            <a:spLocks noGrp="1"/>
          </p:cNvSpPr>
          <p:nvPr>
            <p:ph type="body" sz="quarter" idx="11" hasCustomPrompt="1"/>
          </p:nvPr>
        </p:nvSpPr>
        <p:spPr>
          <a:xfrm>
            <a:off x="2556897" y="4302308"/>
            <a:ext cx="7078206" cy="389915"/>
          </a:xfrm>
        </p:spPr>
        <p:txBody>
          <a:bodyPr>
            <a:spAutoFit/>
          </a:bodyPr>
          <a:lstStyle>
            <a:lvl1pPr marL="0" indent="0" algn="ctr">
              <a:spcBef>
                <a:spcPts val="0"/>
              </a:spcBef>
              <a:buNone/>
              <a:defRPr sz="2400" b="1">
                <a:solidFill>
                  <a:schemeClr val="bg1"/>
                </a:solidFill>
              </a:defRPr>
            </a:lvl1pPr>
          </a:lstStyle>
          <a:p>
            <a:pPr lvl="0"/>
            <a:r>
              <a:rPr lang="en-US" dirty="0"/>
              <a:t>Presenter Name</a:t>
            </a:r>
          </a:p>
        </p:txBody>
      </p:sp>
      <p:sp>
        <p:nvSpPr>
          <p:cNvPr id="11" name="Text Placeholder 17">
            <a:extLst>
              <a:ext uri="{FF2B5EF4-FFF2-40B4-BE49-F238E27FC236}">
                <a16:creationId xmlns:a16="http://schemas.microsoft.com/office/drawing/2014/main" id="{15F716EA-D293-96D7-C5A7-61FE08272CBD}"/>
              </a:ext>
            </a:extLst>
          </p:cNvPr>
          <p:cNvSpPr>
            <a:spLocks noGrp="1"/>
          </p:cNvSpPr>
          <p:nvPr>
            <p:ph type="body" sz="quarter" idx="12" hasCustomPrompt="1"/>
          </p:nvPr>
        </p:nvSpPr>
        <p:spPr>
          <a:xfrm>
            <a:off x="2556897" y="4735941"/>
            <a:ext cx="7078206" cy="324961"/>
          </a:xfrm>
        </p:spPr>
        <p:txBody>
          <a:bodyPr>
            <a:spAutoFit/>
          </a:bodyPr>
          <a:lstStyle>
            <a:lvl1pPr marL="0" indent="0" algn="ctr">
              <a:spcBef>
                <a:spcPts val="0"/>
              </a:spcBef>
              <a:buNone/>
              <a:defRPr sz="2000" b="0">
                <a:solidFill>
                  <a:schemeClr val="bg1"/>
                </a:solidFill>
              </a:defRPr>
            </a:lvl1pPr>
          </a:lstStyle>
          <a:p>
            <a:pPr lvl="0"/>
            <a:r>
              <a:rPr lang="en-US" dirty="0" err="1"/>
              <a:t>PresenterEmail@Ellucian.com</a:t>
            </a:r>
            <a:endParaRPr lang="en-US" dirty="0"/>
          </a:p>
        </p:txBody>
      </p:sp>
      <p:pic>
        <p:nvPicPr>
          <p:cNvPr id="2" name="Graphic 1">
            <a:extLst>
              <a:ext uri="{FF2B5EF4-FFF2-40B4-BE49-F238E27FC236}">
                <a16:creationId xmlns:a16="http://schemas.microsoft.com/office/drawing/2014/main" id="{7C871F66-B895-DB0B-1D73-90E74A3951C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53435677-394B-4E5D-4CD3-2D77A2110358}"/>
              </a:ext>
            </a:extLst>
          </p:cNvPr>
          <p:cNvSpPr txBox="1"/>
          <p:nvPr/>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56094363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Questions">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5" name="TextBox 4">
            <a:extLst>
              <a:ext uri="{FF2B5EF4-FFF2-40B4-BE49-F238E27FC236}">
                <a16:creationId xmlns:a16="http://schemas.microsoft.com/office/drawing/2014/main" id="{58229B27-8CB8-A4DF-B214-C621F3644437}"/>
              </a:ext>
            </a:extLst>
          </p:cNvPr>
          <p:cNvSpPr txBox="1"/>
          <p:nvPr/>
        </p:nvSpPr>
        <p:spPr>
          <a:xfrm>
            <a:off x="836428" y="2544142"/>
            <a:ext cx="10441173" cy="1769715"/>
          </a:xfrm>
          <a:prstGeom prst="rect">
            <a:avLst/>
          </a:prstGeom>
          <a:noFill/>
        </p:spPr>
        <p:txBody>
          <a:bodyPr wrap="square" lIns="0" tIns="0" rIns="0" bIns="0" rtlCol="0">
            <a:spAutoFit/>
          </a:bodyPr>
          <a:lstStyle/>
          <a:p>
            <a:pPr algn="ctr"/>
            <a:r>
              <a:rPr lang="en-US" sz="11500" b="1" dirty="0">
                <a:solidFill>
                  <a:schemeClr val="accent1"/>
                </a:solidFill>
              </a:rPr>
              <a:t>Questions?</a:t>
            </a:r>
          </a:p>
        </p:txBody>
      </p:sp>
      <p:pic>
        <p:nvPicPr>
          <p:cNvPr id="2" name="Graphic 1">
            <a:extLst>
              <a:ext uri="{FF2B5EF4-FFF2-40B4-BE49-F238E27FC236}">
                <a16:creationId xmlns:a16="http://schemas.microsoft.com/office/drawing/2014/main" id="{C0225686-2493-61CB-BED8-8CD6B90C882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6" name="TextBox 5">
            <a:extLst>
              <a:ext uri="{FF2B5EF4-FFF2-40B4-BE49-F238E27FC236}">
                <a16:creationId xmlns:a16="http://schemas.microsoft.com/office/drawing/2014/main" id="{3757E6F9-39D1-A7B6-72FA-6CB25BEA039E}"/>
              </a:ext>
            </a:extLst>
          </p:cNvPr>
          <p:cNvSpPr txBox="1"/>
          <p:nvPr/>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13542478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B18488C-B055-D09C-D997-3A7FCA29454A}"/>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419"/>
          </a:p>
        </p:txBody>
      </p:sp>
      <p:sp>
        <p:nvSpPr>
          <p:cNvPr id="3" name="Subtítulo 2">
            <a:extLst>
              <a:ext uri="{FF2B5EF4-FFF2-40B4-BE49-F238E27FC236}">
                <a16:creationId xmlns:a16="http://schemas.microsoft.com/office/drawing/2014/main" id="{4F822AF2-2615-432F-038F-912A880B9AB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419"/>
          </a:p>
        </p:txBody>
      </p:sp>
      <p:sp>
        <p:nvSpPr>
          <p:cNvPr id="4" name="Marcador de fecha 3">
            <a:extLst>
              <a:ext uri="{FF2B5EF4-FFF2-40B4-BE49-F238E27FC236}">
                <a16:creationId xmlns:a16="http://schemas.microsoft.com/office/drawing/2014/main" id="{726FCCEB-ACCA-75CB-F0DF-3F3BC5FBE983}"/>
              </a:ext>
            </a:extLst>
          </p:cNvPr>
          <p:cNvSpPr>
            <a:spLocks noGrp="1"/>
          </p:cNvSpPr>
          <p:nvPr>
            <p:ph type="dt" sz="half" idx="10"/>
          </p:nvPr>
        </p:nvSpPr>
        <p:spPr/>
        <p:txBody>
          <a:bodyPr/>
          <a:lstStyle/>
          <a:p>
            <a:fld id="{C9BA6134-9B25-412B-8FBF-B14BEDBA912D}" type="datetimeFigureOut">
              <a:rPr lang="es-CL" smtClean="0"/>
              <a:t>15-06-2026</a:t>
            </a:fld>
            <a:endParaRPr lang="es-CL" dirty="0"/>
          </a:p>
        </p:txBody>
      </p:sp>
      <p:sp>
        <p:nvSpPr>
          <p:cNvPr id="5" name="Marcador de pie de página 4">
            <a:extLst>
              <a:ext uri="{FF2B5EF4-FFF2-40B4-BE49-F238E27FC236}">
                <a16:creationId xmlns:a16="http://schemas.microsoft.com/office/drawing/2014/main" id="{6B0BEB1F-BCFD-D511-2592-8A4609C73ADD}"/>
              </a:ext>
            </a:extLst>
          </p:cNvPr>
          <p:cNvSpPr>
            <a:spLocks noGrp="1"/>
          </p:cNvSpPr>
          <p:nvPr>
            <p:ph type="ftr" sz="quarter" idx="11"/>
          </p:nvPr>
        </p:nvSpPr>
        <p:spPr/>
        <p:txBody>
          <a:bodyPr/>
          <a:lstStyle/>
          <a:p>
            <a:endParaRPr lang="es-CL" dirty="0"/>
          </a:p>
        </p:txBody>
      </p:sp>
      <p:sp>
        <p:nvSpPr>
          <p:cNvPr id="6" name="Marcador de número de diapositiva 5">
            <a:extLst>
              <a:ext uri="{FF2B5EF4-FFF2-40B4-BE49-F238E27FC236}">
                <a16:creationId xmlns:a16="http://schemas.microsoft.com/office/drawing/2014/main" id="{F6FC865D-B77C-F26A-FE70-2498C9B6F62F}"/>
              </a:ext>
            </a:extLst>
          </p:cNvPr>
          <p:cNvSpPr>
            <a:spLocks noGrp="1"/>
          </p:cNvSpPr>
          <p:nvPr>
            <p:ph type="sldNum" sz="quarter" idx="12"/>
          </p:nvPr>
        </p:nvSpPr>
        <p:spPr/>
        <p:txBody>
          <a:bodyPr/>
          <a:lstStyle/>
          <a:p>
            <a:fld id="{BAD56BAB-9B7B-4C09-8A45-659D39241E09}" type="slidenum">
              <a:rPr lang="es-CL" smtClean="0"/>
              <a:t>‹Nº›</a:t>
            </a:fld>
            <a:endParaRPr lang="es-CL" dirty="0"/>
          </a:p>
        </p:txBody>
      </p:sp>
    </p:spTree>
    <p:extLst>
      <p:ext uri="{BB962C8B-B14F-4D97-AF65-F5344CB8AC3E}">
        <p14:creationId xmlns:p14="http://schemas.microsoft.com/office/powerpoint/2010/main" val="257566132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cSld name="Cover">
    <p:bg>
      <p:bgPr>
        <a:solidFill>
          <a:srgbClr val="33004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8D2615-324D-B5FF-2EBE-81DB544E729B}"/>
              </a:ext>
            </a:extLst>
          </p:cNvPr>
          <p:cNvSpPr>
            <a:spLocks noGrp="1"/>
          </p:cNvSpPr>
          <p:nvPr>
            <p:ph type="title"/>
          </p:nvPr>
        </p:nvSpPr>
        <p:spPr>
          <a:xfrm>
            <a:off x="609599" y="2285997"/>
            <a:ext cx="7317783" cy="1282485"/>
          </a:xfrm>
        </p:spPr>
        <p:txBody>
          <a:bodyPr lIns="0" anchor="b" anchorCtr="0">
            <a:noAutofit/>
          </a:bodyPr>
          <a:lstStyle>
            <a:lvl1pPr>
              <a:defRPr sz="3200" b="1">
                <a:solidFill>
                  <a:schemeClr val="bg1"/>
                </a:solidFill>
              </a:defRPr>
            </a:lvl1pPr>
          </a:lstStyle>
          <a:p>
            <a:r>
              <a:rPr lang="es-MX"/>
              <a:t>Haz clic para modificar el estilo de título del patrón</a:t>
            </a:r>
            <a:endParaRPr lang="en-US" dirty="0"/>
          </a:p>
        </p:txBody>
      </p:sp>
      <p:sp>
        <p:nvSpPr>
          <p:cNvPr id="6" name="Text Placeholder 5">
            <a:extLst>
              <a:ext uri="{FF2B5EF4-FFF2-40B4-BE49-F238E27FC236}">
                <a16:creationId xmlns:a16="http://schemas.microsoft.com/office/drawing/2014/main" id="{698C979F-7ABF-A5C6-5C58-6DD9C3DA76E9}"/>
              </a:ext>
            </a:extLst>
          </p:cNvPr>
          <p:cNvSpPr>
            <a:spLocks noGrp="1"/>
          </p:cNvSpPr>
          <p:nvPr>
            <p:ph type="body" sz="quarter" idx="18"/>
          </p:nvPr>
        </p:nvSpPr>
        <p:spPr>
          <a:xfrm>
            <a:off x="609599" y="3792020"/>
            <a:ext cx="7317783" cy="774441"/>
          </a:xfrm>
        </p:spPr>
        <p:txBody>
          <a:bodyPr lIns="0">
            <a:noAutofit/>
          </a:bodyPr>
          <a:lstStyle>
            <a:lvl1pPr marL="0" indent="0">
              <a:lnSpc>
                <a:spcPct val="100000"/>
              </a:lnSpc>
              <a:buClr>
                <a:schemeClr val="accent2"/>
              </a:buClr>
              <a:buFont typeface="Arial" panose="020B0604020202020204" pitchFamily="34" charset="0"/>
              <a:buNone/>
              <a:tabLst/>
              <a:defRPr sz="1800">
                <a:solidFill>
                  <a:schemeClr val="bg1"/>
                </a:solidFill>
              </a:defRPr>
            </a:lvl1pPr>
            <a:lvl2pPr marL="174625" indent="0">
              <a:lnSpc>
                <a:spcPct val="100000"/>
              </a:lnSpc>
              <a:buClr>
                <a:schemeClr val="accent2"/>
              </a:buClr>
              <a:buFont typeface="Arial" panose="020B0604020202020204" pitchFamily="34" charset="0"/>
              <a:buNone/>
              <a:tabLst/>
              <a:defRPr sz="1600">
                <a:solidFill>
                  <a:schemeClr val="bg1"/>
                </a:solidFill>
              </a:defRPr>
            </a:lvl2pPr>
            <a:lvl3pPr marL="342900" indent="0">
              <a:lnSpc>
                <a:spcPct val="100000"/>
              </a:lnSpc>
              <a:buClr>
                <a:schemeClr val="accent2"/>
              </a:buClr>
              <a:buFont typeface="Arial" panose="020B0604020202020204" pitchFamily="34" charset="0"/>
              <a:buNone/>
              <a:tabLst/>
              <a:defRPr sz="1400">
                <a:solidFill>
                  <a:schemeClr val="bg1"/>
                </a:solidFill>
              </a:defRPr>
            </a:lvl3pPr>
            <a:lvl4pPr marL="519112" indent="0">
              <a:lnSpc>
                <a:spcPct val="100000"/>
              </a:lnSpc>
              <a:buClr>
                <a:schemeClr val="accent2"/>
              </a:buClr>
              <a:buFont typeface="Arial" panose="020B0604020202020204" pitchFamily="34" charset="0"/>
              <a:buNone/>
              <a:tabLst/>
              <a:defRPr sz="1200">
                <a:solidFill>
                  <a:schemeClr val="bg1"/>
                </a:solidFill>
              </a:defRPr>
            </a:lvl4pPr>
            <a:lvl5pPr marL="685800" indent="0">
              <a:lnSpc>
                <a:spcPct val="100000"/>
              </a:lnSpc>
              <a:buClr>
                <a:schemeClr val="accent2"/>
              </a:buClr>
              <a:buFont typeface="Arial" panose="020B0604020202020204" pitchFamily="34" charset="0"/>
              <a:buNone/>
              <a:tabLst/>
              <a:defRPr sz="1200">
                <a:solidFill>
                  <a:schemeClr val="bg1"/>
                </a:solidFill>
              </a:defRPr>
            </a:lvl5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s-MX"/>
              <a:t>Haga clic para modificar los estilos de texto del patrón</a:t>
            </a:r>
          </a:p>
        </p:txBody>
      </p:sp>
      <p:sp>
        <p:nvSpPr>
          <p:cNvPr id="9" name="Text Placeholder 5">
            <a:extLst>
              <a:ext uri="{FF2B5EF4-FFF2-40B4-BE49-F238E27FC236}">
                <a16:creationId xmlns:a16="http://schemas.microsoft.com/office/drawing/2014/main" id="{7118141F-3632-B706-5864-39BC20F0FDE2}"/>
              </a:ext>
            </a:extLst>
          </p:cNvPr>
          <p:cNvSpPr>
            <a:spLocks noGrp="1"/>
          </p:cNvSpPr>
          <p:nvPr>
            <p:ph type="body" sz="quarter" idx="19" hasCustomPrompt="1"/>
          </p:nvPr>
        </p:nvSpPr>
        <p:spPr>
          <a:xfrm>
            <a:off x="609600" y="5186273"/>
            <a:ext cx="7092820" cy="1056694"/>
          </a:xfrm>
        </p:spPr>
        <p:txBody>
          <a:bodyPr lIns="0" anchor="b">
            <a:noAutofit/>
          </a:bodyPr>
          <a:lstStyle>
            <a:lvl1pPr marL="0" indent="0">
              <a:lnSpc>
                <a:spcPct val="100000"/>
              </a:lnSpc>
              <a:spcBef>
                <a:spcPts val="600"/>
              </a:spcBef>
              <a:buClr>
                <a:schemeClr val="accent2"/>
              </a:buClr>
              <a:buFont typeface="Arial" panose="020B0604020202020204" pitchFamily="34" charset="0"/>
              <a:buNone/>
              <a:tabLst/>
              <a:defRPr sz="1200">
                <a:solidFill>
                  <a:schemeClr val="bg1"/>
                </a:solidFill>
              </a:defRPr>
            </a:lvl1pPr>
            <a:lvl2pPr marL="174625" indent="0">
              <a:lnSpc>
                <a:spcPct val="100000"/>
              </a:lnSpc>
              <a:buClr>
                <a:schemeClr val="accent2"/>
              </a:buClr>
              <a:buFont typeface="Arial" panose="020B0604020202020204" pitchFamily="34" charset="0"/>
              <a:buNone/>
              <a:tabLst/>
              <a:defRPr sz="1600">
                <a:solidFill>
                  <a:schemeClr val="bg1"/>
                </a:solidFill>
              </a:defRPr>
            </a:lvl2pPr>
            <a:lvl3pPr marL="342900" indent="0">
              <a:lnSpc>
                <a:spcPct val="100000"/>
              </a:lnSpc>
              <a:buClr>
                <a:schemeClr val="accent2"/>
              </a:buClr>
              <a:buFont typeface="Arial" panose="020B0604020202020204" pitchFamily="34" charset="0"/>
              <a:buNone/>
              <a:tabLst/>
              <a:defRPr sz="1400">
                <a:solidFill>
                  <a:schemeClr val="bg1"/>
                </a:solidFill>
              </a:defRPr>
            </a:lvl3pPr>
            <a:lvl4pPr marL="519112" indent="0">
              <a:lnSpc>
                <a:spcPct val="100000"/>
              </a:lnSpc>
              <a:buClr>
                <a:schemeClr val="accent2"/>
              </a:buClr>
              <a:buFont typeface="Arial" panose="020B0604020202020204" pitchFamily="34" charset="0"/>
              <a:buNone/>
              <a:tabLst/>
              <a:defRPr sz="1200">
                <a:solidFill>
                  <a:schemeClr val="bg1"/>
                </a:solidFill>
              </a:defRPr>
            </a:lvl4pPr>
            <a:lvl5pPr marL="685800" indent="0">
              <a:lnSpc>
                <a:spcPct val="100000"/>
              </a:lnSpc>
              <a:buClr>
                <a:schemeClr val="accent2"/>
              </a:buClr>
              <a:buFont typeface="Arial" panose="020B0604020202020204" pitchFamily="34" charset="0"/>
              <a:buNone/>
              <a:tabLst/>
              <a:defRPr sz="1200">
                <a:solidFill>
                  <a:schemeClr val="bg1"/>
                </a:solidFill>
              </a:defRPr>
            </a:lvl5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n-US" dirty="0"/>
              <a:t>Name, Job Title</a:t>
            </a:r>
          </a:p>
          <a:p>
            <a:pPr marL="0" marR="0" lvl="0" indent="0" algn="l" defTabSz="914400" rtl="0" eaLnBrk="1" fontAlgn="auto" latinLnBrk="0" hangingPunct="1">
              <a:lnSpc>
                <a:spcPct val="100000"/>
              </a:lnSpc>
              <a:spcBef>
                <a:spcPts val="400"/>
              </a:spcBef>
              <a:spcAft>
                <a:spcPts val="0"/>
              </a:spcAft>
              <a:buClr>
                <a:schemeClr val="accent2"/>
              </a:buClr>
              <a:buSzTx/>
              <a:buFont typeface="Arial" panose="020B0604020202020204" pitchFamily="34" charset="0"/>
              <a:buNone/>
              <a:tabLst/>
              <a:defRPr/>
            </a:pPr>
            <a:r>
              <a:rPr lang="en-US" dirty="0"/>
              <a:t>Name, Job Title</a:t>
            </a:r>
          </a:p>
          <a:p>
            <a:pPr marL="0" marR="0" lvl="0" indent="0" algn="l" defTabSz="914400" rtl="0" eaLnBrk="1" fontAlgn="auto" latinLnBrk="0" hangingPunct="1">
              <a:lnSpc>
                <a:spcPct val="100000"/>
              </a:lnSpc>
              <a:spcBef>
                <a:spcPts val="400"/>
              </a:spcBef>
              <a:spcAft>
                <a:spcPts val="0"/>
              </a:spcAft>
              <a:buClr>
                <a:schemeClr val="accent2"/>
              </a:buClr>
              <a:buSzTx/>
              <a:buFont typeface="Arial" panose="020B0604020202020204" pitchFamily="34" charset="0"/>
              <a:buNone/>
              <a:tabLst/>
              <a:defRPr/>
            </a:pPr>
            <a:r>
              <a:rPr lang="en-US" dirty="0"/>
              <a:t>Name, Job Title</a:t>
            </a:r>
          </a:p>
        </p:txBody>
      </p:sp>
      <p:sp>
        <p:nvSpPr>
          <p:cNvPr id="12" name="Text Placeholder 11">
            <a:extLst>
              <a:ext uri="{FF2B5EF4-FFF2-40B4-BE49-F238E27FC236}">
                <a16:creationId xmlns:a16="http://schemas.microsoft.com/office/drawing/2014/main" id="{6176DD36-E885-ABAF-DBBD-C96AC12C7782}"/>
              </a:ext>
            </a:extLst>
          </p:cNvPr>
          <p:cNvSpPr>
            <a:spLocks noGrp="1"/>
          </p:cNvSpPr>
          <p:nvPr>
            <p:ph type="body" sz="quarter" idx="20" hasCustomPrompt="1"/>
          </p:nvPr>
        </p:nvSpPr>
        <p:spPr>
          <a:xfrm>
            <a:off x="9209088" y="5603032"/>
            <a:ext cx="2373312" cy="569168"/>
          </a:xfrm>
        </p:spPr>
        <p:txBody>
          <a:bodyPr rIns="0" bIns="0" anchor="b" anchorCtr="0">
            <a:noAutofit/>
          </a:bodyPr>
          <a:lstStyle>
            <a:lvl1pPr marL="0" indent="0" algn="r">
              <a:buNone/>
              <a:defRPr sz="1200">
                <a:solidFill>
                  <a:schemeClr val="bg1"/>
                </a:solidFill>
              </a:defRPr>
            </a:lvl1pPr>
            <a:lvl2pPr marL="457200" indent="0" algn="r">
              <a:buNone/>
              <a:defRPr sz="1600">
                <a:solidFill>
                  <a:schemeClr val="bg1"/>
                </a:solidFill>
              </a:defRPr>
            </a:lvl2pPr>
            <a:lvl3pPr marL="914400" indent="0" algn="r">
              <a:buNone/>
              <a:defRPr sz="1400">
                <a:solidFill>
                  <a:schemeClr val="bg1"/>
                </a:solidFill>
              </a:defRPr>
            </a:lvl3pPr>
            <a:lvl4pPr marL="1371600" indent="0" algn="r">
              <a:buNone/>
              <a:defRPr sz="1200">
                <a:solidFill>
                  <a:schemeClr val="bg1"/>
                </a:solidFill>
              </a:defRPr>
            </a:lvl4pPr>
            <a:lvl5pPr marL="1828800" indent="0" algn="r">
              <a:buNone/>
              <a:defRPr sz="1200">
                <a:solidFill>
                  <a:schemeClr val="bg1"/>
                </a:solidFill>
              </a:defRPr>
            </a:lvl5pPr>
          </a:lstStyle>
          <a:p>
            <a:pPr lvl="0"/>
            <a:r>
              <a:rPr lang="en-US" dirty="0"/>
              <a:t>Month XX, 20XX</a:t>
            </a:r>
          </a:p>
        </p:txBody>
      </p:sp>
    </p:spTree>
    <p:extLst>
      <p:ext uri="{BB962C8B-B14F-4D97-AF65-F5344CB8AC3E}">
        <p14:creationId xmlns:p14="http://schemas.microsoft.com/office/powerpoint/2010/main" val="4199571822"/>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Section Divider">
    <p:bg>
      <p:bgPr>
        <a:solidFill>
          <a:schemeClr val="accent1"/>
        </a:solidFill>
        <a:effectLst/>
      </p:bgPr>
    </p:bg>
    <p:spTree>
      <p:nvGrpSpPr>
        <p:cNvPr id="1" name=""/>
        <p:cNvGrpSpPr/>
        <p:nvPr/>
      </p:nvGrpSpPr>
      <p:grpSpPr>
        <a:xfrm>
          <a:off x="0" y="0"/>
          <a:ext cx="0" cy="0"/>
          <a:chOff x="0" y="0"/>
          <a:chExt cx="0" cy="0"/>
        </a:xfrm>
      </p:grpSpPr>
      <p:sp>
        <p:nvSpPr>
          <p:cNvPr id="2" name="Vertical Text Placeholder 2">
            <a:extLst>
              <a:ext uri="{FF2B5EF4-FFF2-40B4-BE49-F238E27FC236}">
                <a16:creationId xmlns:a16="http://schemas.microsoft.com/office/drawing/2014/main" id="{B4E21473-327B-3C3B-2526-FD5AB3A4428E}"/>
              </a:ext>
            </a:extLst>
          </p:cNvPr>
          <p:cNvSpPr>
            <a:spLocks noGrp="1"/>
          </p:cNvSpPr>
          <p:nvPr>
            <p:ph type="body" orient="vert" sz="quarter" idx="10" hasCustomPrompt="1"/>
          </p:nvPr>
        </p:nvSpPr>
        <p:spPr>
          <a:xfrm>
            <a:off x="0" y="685800"/>
            <a:ext cx="609600" cy="5486399"/>
          </a:xfrm>
        </p:spPr>
        <p:txBody>
          <a:bodyPr vert="vert270" anchor="ctr" anchorCtr="0">
            <a:noAutofit/>
          </a:bodyPr>
          <a:lstStyle>
            <a:lvl1pPr marL="0" indent="0" algn="ctr">
              <a:buNone/>
              <a:defRPr sz="1200" spc="300">
                <a:solidFill>
                  <a:schemeClr val="bg1"/>
                </a:solidFill>
              </a:defRPr>
            </a:lvl1pPr>
            <a:lvl2pPr marL="457200" indent="0" algn="ctr">
              <a:buNone/>
              <a:defRPr sz="1200" spc="300">
                <a:solidFill>
                  <a:schemeClr val="bg1"/>
                </a:solidFill>
              </a:defRPr>
            </a:lvl2pPr>
            <a:lvl3pPr marL="914400" indent="0" algn="ctr">
              <a:buNone/>
              <a:defRPr sz="1100" spc="300">
                <a:solidFill>
                  <a:schemeClr val="bg1"/>
                </a:solidFill>
              </a:defRPr>
            </a:lvl3pPr>
            <a:lvl4pPr marL="1371600" indent="0" algn="ctr">
              <a:buNone/>
              <a:defRPr sz="1050" spc="300">
                <a:solidFill>
                  <a:schemeClr val="bg1"/>
                </a:solidFill>
              </a:defRPr>
            </a:lvl4pPr>
            <a:lvl5pPr marL="1828800" indent="0" algn="ctr">
              <a:buNone/>
              <a:defRPr sz="1050" spc="300">
                <a:solidFill>
                  <a:schemeClr val="bg1"/>
                </a:solidFill>
              </a:defRPr>
            </a:lvl5pPr>
          </a:lstStyle>
          <a:p>
            <a:pPr lvl="0"/>
            <a:r>
              <a:rPr lang="en-US" dirty="0"/>
              <a:t>CLICK TO EDIT MASTER TEXT STYLES</a:t>
            </a:r>
          </a:p>
        </p:txBody>
      </p:sp>
      <p:sp>
        <p:nvSpPr>
          <p:cNvPr id="6" name="Title 1">
            <a:extLst>
              <a:ext uri="{FF2B5EF4-FFF2-40B4-BE49-F238E27FC236}">
                <a16:creationId xmlns:a16="http://schemas.microsoft.com/office/drawing/2014/main" id="{30773A33-C933-040C-38F4-7E444DEDA5A7}"/>
              </a:ext>
            </a:extLst>
          </p:cNvPr>
          <p:cNvSpPr>
            <a:spLocks noGrp="1"/>
          </p:cNvSpPr>
          <p:nvPr>
            <p:ph type="title" hasCustomPrompt="1"/>
          </p:nvPr>
        </p:nvSpPr>
        <p:spPr>
          <a:xfrm>
            <a:off x="1104900" y="1800808"/>
            <a:ext cx="7092820" cy="1628192"/>
          </a:xfrm>
        </p:spPr>
        <p:txBody>
          <a:bodyPr lIns="0" bIns="0" anchor="b" anchorCtr="0">
            <a:noAutofit/>
          </a:bodyPr>
          <a:lstStyle>
            <a:lvl1pPr>
              <a:defRPr sz="3200" b="1">
                <a:solidFill>
                  <a:schemeClr val="bg1"/>
                </a:solidFill>
              </a:defRPr>
            </a:lvl1pPr>
          </a:lstStyle>
          <a:p>
            <a:r>
              <a:rPr lang="en-US" dirty="0"/>
              <a:t>Section Title (Max Two Lines)</a:t>
            </a:r>
          </a:p>
        </p:txBody>
      </p:sp>
      <p:sp>
        <p:nvSpPr>
          <p:cNvPr id="7" name="Text Placeholder 5">
            <a:extLst>
              <a:ext uri="{FF2B5EF4-FFF2-40B4-BE49-F238E27FC236}">
                <a16:creationId xmlns:a16="http://schemas.microsoft.com/office/drawing/2014/main" id="{03C54B7B-813E-7B62-27B5-633489321878}"/>
              </a:ext>
            </a:extLst>
          </p:cNvPr>
          <p:cNvSpPr>
            <a:spLocks noGrp="1"/>
          </p:cNvSpPr>
          <p:nvPr>
            <p:ph type="body" sz="quarter" idx="18" hasCustomPrompt="1"/>
          </p:nvPr>
        </p:nvSpPr>
        <p:spPr>
          <a:xfrm>
            <a:off x="1104900" y="3652538"/>
            <a:ext cx="7092820" cy="774441"/>
          </a:xfrm>
        </p:spPr>
        <p:txBody>
          <a:bodyPr lIns="0" tIns="0">
            <a:noAutofit/>
          </a:bodyPr>
          <a:lstStyle>
            <a:lvl1pPr marL="0" indent="0">
              <a:lnSpc>
                <a:spcPct val="100000"/>
              </a:lnSpc>
              <a:buClr>
                <a:schemeClr val="accent2"/>
              </a:buClr>
              <a:buFont typeface="Arial" panose="020B0604020202020204" pitchFamily="34" charset="0"/>
              <a:buNone/>
              <a:tabLst/>
              <a:defRPr sz="1800">
                <a:solidFill>
                  <a:schemeClr val="bg1"/>
                </a:solidFill>
              </a:defRPr>
            </a:lvl1pPr>
            <a:lvl2pPr marL="174625" indent="0">
              <a:lnSpc>
                <a:spcPct val="100000"/>
              </a:lnSpc>
              <a:buClr>
                <a:schemeClr val="accent2"/>
              </a:buClr>
              <a:buFont typeface="Arial" panose="020B0604020202020204" pitchFamily="34" charset="0"/>
              <a:buNone/>
              <a:tabLst/>
              <a:defRPr sz="1600">
                <a:solidFill>
                  <a:schemeClr val="bg1"/>
                </a:solidFill>
              </a:defRPr>
            </a:lvl2pPr>
            <a:lvl3pPr marL="342900" indent="0">
              <a:lnSpc>
                <a:spcPct val="100000"/>
              </a:lnSpc>
              <a:buClr>
                <a:schemeClr val="accent2"/>
              </a:buClr>
              <a:buFont typeface="Arial" panose="020B0604020202020204" pitchFamily="34" charset="0"/>
              <a:buNone/>
              <a:tabLst/>
              <a:defRPr sz="1400">
                <a:solidFill>
                  <a:schemeClr val="bg1"/>
                </a:solidFill>
              </a:defRPr>
            </a:lvl3pPr>
            <a:lvl4pPr marL="519112" indent="0">
              <a:lnSpc>
                <a:spcPct val="100000"/>
              </a:lnSpc>
              <a:buClr>
                <a:schemeClr val="accent2"/>
              </a:buClr>
              <a:buFont typeface="Arial" panose="020B0604020202020204" pitchFamily="34" charset="0"/>
              <a:buNone/>
              <a:tabLst/>
              <a:defRPr sz="1200">
                <a:solidFill>
                  <a:schemeClr val="bg1"/>
                </a:solidFill>
              </a:defRPr>
            </a:lvl4pPr>
            <a:lvl5pPr marL="685800" indent="0">
              <a:lnSpc>
                <a:spcPct val="100000"/>
              </a:lnSpc>
              <a:buClr>
                <a:schemeClr val="accent2"/>
              </a:buClr>
              <a:buFont typeface="Arial" panose="020B0604020202020204" pitchFamily="34" charset="0"/>
              <a:buNone/>
              <a:tabLst/>
              <a:defRPr sz="1200">
                <a:solidFill>
                  <a:schemeClr val="bg1"/>
                </a:solidFill>
              </a:defRPr>
            </a:lvl5pPr>
          </a:lstStyle>
          <a:p>
            <a:r>
              <a:rPr lang="en-US" dirty="0"/>
              <a:t>Subhead (not required, max two lines)</a:t>
            </a:r>
          </a:p>
          <a:p>
            <a:pPr lvl="0"/>
            <a:endParaRPr lang="en-US" dirty="0"/>
          </a:p>
        </p:txBody>
      </p:sp>
      <p:sp>
        <p:nvSpPr>
          <p:cNvPr id="13" name="Slide Number Placeholder 5">
            <a:extLst>
              <a:ext uri="{FF2B5EF4-FFF2-40B4-BE49-F238E27FC236}">
                <a16:creationId xmlns:a16="http://schemas.microsoft.com/office/drawing/2014/main" id="{C9736184-ED63-6779-B7C5-534556DC2145}"/>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solidFill>
              </a:defRPr>
            </a:lvl1pPr>
          </a:lstStyle>
          <a:p>
            <a:fld id="{BAD56BAB-9B7B-4C09-8A45-659D39241E09}" type="slidenum">
              <a:rPr lang="es-CL" smtClean="0"/>
              <a:t>‹Nº›</a:t>
            </a:fld>
            <a:endParaRPr lang="es-CL" dirty="0"/>
          </a:p>
        </p:txBody>
      </p:sp>
    </p:spTree>
    <p:extLst>
      <p:ext uri="{BB962C8B-B14F-4D97-AF65-F5344CB8AC3E}">
        <p14:creationId xmlns:p14="http://schemas.microsoft.com/office/powerpoint/2010/main" val="1786875527"/>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1-Up ">
    <p:bg>
      <p:bgPr>
        <a:solidFill>
          <a:schemeClr val="bg1">
            <a:alpha val="20231"/>
          </a:schemeClr>
        </a:solidFill>
        <a:effectLst/>
      </p:bgPr>
    </p:bg>
    <p:spTree>
      <p:nvGrpSpPr>
        <p:cNvPr id="1" name=""/>
        <p:cNvGrpSpPr/>
        <p:nvPr/>
      </p:nvGrpSpPr>
      <p:grpSpPr>
        <a:xfrm>
          <a:off x="0" y="0"/>
          <a:ext cx="0" cy="0"/>
          <a:chOff x="0" y="0"/>
          <a:chExt cx="0" cy="0"/>
        </a:xfrm>
      </p:grpSpPr>
      <p:sp>
        <p:nvSpPr>
          <p:cNvPr id="3" name="Text Placeholder 5">
            <a:extLst>
              <a:ext uri="{FF2B5EF4-FFF2-40B4-BE49-F238E27FC236}">
                <a16:creationId xmlns:a16="http://schemas.microsoft.com/office/drawing/2014/main" id="{2D92EE01-92FE-27B7-8491-8AE3AAC0FEF1}"/>
              </a:ext>
            </a:extLst>
          </p:cNvPr>
          <p:cNvSpPr>
            <a:spLocks noGrp="1"/>
          </p:cNvSpPr>
          <p:nvPr>
            <p:ph type="body" sz="quarter" idx="18"/>
          </p:nvPr>
        </p:nvSpPr>
        <p:spPr>
          <a:xfrm>
            <a:off x="1104900" y="1905002"/>
            <a:ext cx="10477499" cy="4267198"/>
          </a:xfrm>
        </p:spPr>
        <p:txBody>
          <a:bodyPr>
            <a:noAutofit/>
          </a:bodyPr>
          <a:lstStyle>
            <a:lvl1pPr marL="174625" indent="-174625">
              <a:lnSpc>
                <a:spcPct val="100000"/>
              </a:lnSpc>
              <a:buClr>
                <a:schemeClr val="accent2"/>
              </a:buClr>
              <a:buFont typeface="Arial" panose="020B0604020202020204" pitchFamily="34" charset="0"/>
              <a:buChar char="•"/>
              <a:tabLst/>
              <a:defRPr sz="1600">
                <a:solidFill>
                  <a:schemeClr val="tx1"/>
                </a:solidFill>
              </a:defRPr>
            </a:lvl1pPr>
            <a:lvl2pPr marL="342900" indent="-168275">
              <a:lnSpc>
                <a:spcPct val="100000"/>
              </a:lnSpc>
              <a:buClr>
                <a:schemeClr val="accent2"/>
              </a:buClr>
              <a:buFont typeface="Arial" panose="020B0604020202020204" pitchFamily="34" charset="0"/>
              <a:buChar char="•"/>
              <a:tabLst/>
              <a:defRPr sz="1600">
                <a:solidFill>
                  <a:schemeClr val="tx1"/>
                </a:solidFill>
              </a:defRPr>
            </a:lvl2pPr>
            <a:lvl3pPr marL="519113" indent="-176213">
              <a:lnSpc>
                <a:spcPct val="100000"/>
              </a:lnSpc>
              <a:buClr>
                <a:schemeClr val="accent2"/>
              </a:buClr>
              <a:buFont typeface="Arial" panose="020B0604020202020204" pitchFamily="34" charset="0"/>
              <a:buChar char="•"/>
              <a:tabLst/>
              <a:defRPr sz="1600">
                <a:solidFill>
                  <a:schemeClr val="tx1"/>
                </a:solidFill>
              </a:defRPr>
            </a:lvl3pPr>
            <a:lvl4pPr marL="685800" indent="-166688">
              <a:lnSpc>
                <a:spcPct val="100000"/>
              </a:lnSpc>
              <a:buClr>
                <a:schemeClr val="accent2"/>
              </a:buClr>
              <a:buFont typeface="Arial" panose="020B0604020202020204" pitchFamily="34" charset="0"/>
              <a:buChar char="•"/>
              <a:tabLst/>
              <a:defRPr sz="1600">
                <a:solidFill>
                  <a:schemeClr val="tx1"/>
                </a:solidFill>
              </a:defRPr>
            </a:lvl4pPr>
            <a:lvl5pPr marL="862013" indent="-176213">
              <a:lnSpc>
                <a:spcPct val="100000"/>
              </a:lnSpc>
              <a:buClr>
                <a:schemeClr val="accent2"/>
              </a:buClr>
              <a:buFont typeface="Arial" panose="020B0604020202020204" pitchFamily="34" charset="0"/>
              <a:buChar char="•"/>
              <a:tabLst/>
              <a:defRPr sz="1600">
                <a:solidFill>
                  <a:schemeClr val="tx1"/>
                </a:solidFill>
              </a:defRPr>
            </a:lvl5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Vertical Text Placeholder 13">
            <a:extLst>
              <a:ext uri="{FF2B5EF4-FFF2-40B4-BE49-F238E27FC236}">
                <a16:creationId xmlns:a16="http://schemas.microsoft.com/office/drawing/2014/main" id="{E932BD03-3866-775C-FCE1-9468113E4954}"/>
              </a:ext>
            </a:extLst>
          </p:cNvPr>
          <p:cNvSpPr>
            <a:spLocks noGrp="1"/>
          </p:cNvSpPr>
          <p:nvPr>
            <p:ph type="body" orient="vert" sz="quarter" idx="17" hasCustomPrompt="1"/>
          </p:nvPr>
        </p:nvSpPr>
        <p:spPr>
          <a:xfrm rot="10800000">
            <a:off x="0" y="685800"/>
            <a:ext cx="609600" cy="5486399"/>
          </a:xfrm>
        </p:spPr>
        <p:txBody>
          <a:bodyPr vert="eaVert" anchor="ctr">
            <a:noAutofit/>
          </a:bodyPr>
          <a:lstStyle>
            <a:lvl1pPr marL="0" indent="0" algn="ctr">
              <a:buNone/>
              <a:defRPr sz="1200" spc="300">
                <a:solidFill>
                  <a:schemeClr val="bg1">
                    <a:lumMod val="50000"/>
                  </a:schemeClr>
                </a:solidFill>
              </a:defRPr>
            </a:lvl1pPr>
          </a:lstStyle>
          <a:p>
            <a:pPr lvl="0"/>
            <a:r>
              <a:rPr lang="en-US" dirty="0"/>
              <a:t>SECTION TITLE</a:t>
            </a:r>
          </a:p>
        </p:txBody>
      </p:sp>
      <p:sp>
        <p:nvSpPr>
          <p:cNvPr id="8" name="Slide Number Placeholder 5">
            <a:extLst>
              <a:ext uri="{FF2B5EF4-FFF2-40B4-BE49-F238E27FC236}">
                <a16:creationId xmlns:a16="http://schemas.microsoft.com/office/drawing/2014/main" id="{D3877212-0337-0A89-2140-1837D97F8061}"/>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lumMod val="65000"/>
                  </a:schemeClr>
                </a:solidFill>
              </a:defRPr>
            </a:lvl1pPr>
          </a:lstStyle>
          <a:p>
            <a:fld id="{BAD56BAB-9B7B-4C09-8A45-659D39241E09}" type="slidenum">
              <a:rPr lang="es-CL" smtClean="0"/>
              <a:t>‹Nº›</a:t>
            </a:fld>
            <a:endParaRPr lang="es-CL" dirty="0"/>
          </a:p>
        </p:txBody>
      </p:sp>
      <p:sp>
        <p:nvSpPr>
          <p:cNvPr id="9" name="Title 2">
            <a:extLst>
              <a:ext uri="{FF2B5EF4-FFF2-40B4-BE49-F238E27FC236}">
                <a16:creationId xmlns:a16="http://schemas.microsoft.com/office/drawing/2014/main" id="{50D7E829-0820-3DB9-FA55-7C961469D717}"/>
              </a:ext>
            </a:extLst>
          </p:cNvPr>
          <p:cNvSpPr>
            <a:spLocks noGrp="1"/>
          </p:cNvSpPr>
          <p:nvPr>
            <p:ph type="title"/>
          </p:nvPr>
        </p:nvSpPr>
        <p:spPr>
          <a:xfrm>
            <a:off x="1104900" y="685800"/>
            <a:ext cx="10477497" cy="898555"/>
          </a:xfrm>
        </p:spPr>
        <p:txBody>
          <a:bodyPr anchor="t" anchorCtr="0">
            <a:noAutofit/>
          </a:bodyPr>
          <a:lstStyle>
            <a:lvl1pPr>
              <a:defRPr sz="3200" b="1">
                <a:solidFill>
                  <a:schemeClr val="tx1"/>
                </a:solidFill>
              </a:defRPr>
            </a:lvl1pPr>
          </a:lstStyle>
          <a:p>
            <a:r>
              <a:rPr lang="es-MX"/>
              <a:t>Haz clic para modificar el estilo de título del patrón</a:t>
            </a:r>
            <a:endParaRPr lang="en-US" dirty="0"/>
          </a:p>
        </p:txBody>
      </p:sp>
    </p:spTree>
    <p:extLst>
      <p:ext uri="{BB962C8B-B14F-4D97-AF65-F5344CB8AC3E}">
        <p14:creationId xmlns:p14="http://schemas.microsoft.com/office/powerpoint/2010/main" val="1757677301"/>
      </p:ext>
    </p:extLst>
  </p:cSld>
  <p:clrMapOvr>
    <a:masterClrMapping/>
  </p:clrMapOvr>
  <p:extLst>
    <p:ext uri="{DCECCB84-F9BA-43D5-87BE-67443E8EF086}">
      <p15:sldGuideLst xmlns:p15="http://schemas.microsoft.com/office/powerpoint/2012/main"/>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cSld name="Sub-section Divider">
    <p:bg>
      <p:bgPr>
        <a:solidFill>
          <a:schemeClr val="tx1"/>
        </a:solidFill>
        <a:effectLst/>
      </p:bgPr>
    </p:bg>
    <p:spTree>
      <p:nvGrpSpPr>
        <p:cNvPr id="1" name=""/>
        <p:cNvGrpSpPr/>
        <p:nvPr/>
      </p:nvGrpSpPr>
      <p:grpSpPr>
        <a:xfrm>
          <a:off x="0" y="0"/>
          <a:ext cx="0" cy="0"/>
          <a:chOff x="0" y="0"/>
          <a:chExt cx="0" cy="0"/>
        </a:xfrm>
      </p:grpSpPr>
      <p:sp>
        <p:nvSpPr>
          <p:cNvPr id="2" name="Vertical Text Placeholder 2">
            <a:extLst>
              <a:ext uri="{FF2B5EF4-FFF2-40B4-BE49-F238E27FC236}">
                <a16:creationId xmlns:a16="http://schemas.microsoft.com/office/drawing/2014/main" id="{B4E21473-327B-3C3B-2526-FD5AB3A4428E}"/>
              </a:ext>
            </a:extLst>
          </p:cNvPr>
          <p:cNvSpPr>
            <a:spLocks noGrp="1"/>
          </p:cNvSpPr>
          <p:nvPr>
            <p:ph type="body" orient="vert" sz="quarter" idx="10" hasCustomPrompt="1"/>
          </p:nvPr>
        </p:nvSpPr>
        <p:spPr>
          <a:xfrm>
            <a:off x="0" y="685800"/>
            <a:ext cx="609600" cy="5486399"/>
          </a:xfrm>
        </p:spPr>
        <p:txBody>
          <a:bodyPr vert="vert270" anchor="ctr" anchorCtr="0">
            <a:noAutofit/>
          </a:bodyPr>
          <a:lstStyle>
            <a:lvl1pPr marL="0" indent="0" algn="ctr">
              <a:buNone/>
              <a:defRPr sz="1200" spc="300">
                <a:solidFill>
                  <a:schemeClr val="bg1"/>
                </a:solidFill>
              </a:defRPr>
            </a:lvl1pPr>
            <a:lvl2pPr marL="457200" indent="0" algn="ctr">
              <a:buNone/>
              <a:defRPr sz="1200" spc="300">
                <a:solidFill>
                  <a:schemeClr val="bg1"/>
                </a:solidFill>
              </a:defRPr>
            </a:lvl2pPr>
            <a:lvl3pPr marL="914400" indent="0" algn="ctr">
              <a:buNone/>
              <a:defRPr sz="1100" spc="300">
                <a:solidFill>
                  <a:schemeClr val="bg1"/>
                </a:solidFill>
              </a:defRPr>
            </a:lvl3pPr>
            <a:lvl4pPr marL="1371600" indent="0" algn="ctr">
              <a:buNone/>
              <a:defRPr sz="1050" spc="300">
                <a:solidFill>
                  <a:schemeClr val="bg1"/>
                </a:solidFill>
              </a:defRPr>
            </a:lvl4pPr>
            <a:lvl5pPr marL="1828800" indent="0" algn="ctr">
              <a:buNone/>
              <a:defRPr sz="1050" spc="300">
                <a:solidFill>
                  <a:schemeClr val="bg1"/>
                </a:solidFill>
              </a:defRPr>
            </a:lvl5pPr>
          </a:lstStyle>
          <a:p>
            <a:pPr lvl="0"/>
            <a:r>
              <a:rPr lang="en-US" dirty="0"/>
              <a:t>CLICK TO EDIT MASTER TEXT STYLES</a:t>
            </a:r>
          </a:p>
        </p:txBody>
      </p:sp>
      <p:sp>
        <p:nvSpPr>
          <p:cNvPr id="6" name="Title 1">
            <a:extLst>
              <a:ext uri="{FF2B5EF4-FFF2-40B4-BE49-F238E27FC236}">
                <a16:creationId xmlns:a16="http://schemas.microsoft.com/office/drawing/2014/main" id="{30773A33-C933-040C-38F4-7E444DEDA5A7}"/>
              </a:ext>
            </a:extLst>
          </p:cNvPr>
          <p:cNvSpPr>
            <a:spLocks noGrp="1"/>
          </p:cNvSpPr>
          <p:nvPr>
            <p:ph type="title" hasCustomPrompt="1"/>
          </p:nvPr>
        </p:nvSpPr>
        <p:spPr>
          <a:xfrm>
            <a:off x="1104900" y="1800808"/>
            <a:ext cx="7092820" cy="1628192"/>
          </a:xfrm>
        </p:spPr>
        <p:txBody>
          <a:bodyPr lIns="0" bIns="0" anchor="b" anchorCtr="0">
            <a:noAutofit/>
          </a:bodyPr>
          <a:lstStyle>
            <a:lvl1pPr>
              <a:defRPr sz="3200" b="1">
                <a:solidFill>
                  <a:schemeClr val="bg1"/>
                </a:solidFill>
              </a:defRPr>
            </a:lvl1pPr>
          </a:lstStyle>
          <a:p>
            <a:r>
              <a:rPr lang="en-US" dirty="0"/>
              <a:t>Sub-section Title (Max Two Lines)</a:t>
            </a:r>
          </a:p>
        </p:txBody>
      </p:sp>
      <p:sp>
        <p:nvSpPr>
          <p:cNvPr id="7" name="Text Placeholder 5">
            <a:extLst>
              <a:ext uri="{FF2B5EF4-FFF2-40B4-BE49-F238E27FC236}">
                <a16:creationId xmlns:a16="http://schemas.microsoft.com/office/drawing/2014/main" id="{03C54B7B-813E-7B62-27B5-633489321878}"/>
              </a:ext>
            </a:extLst>
          </p:cNvPr>
          <p:cNvSpPr>
            <a:spLocks noGrp="1"/>
          </p:cNvSpPr>
          <p:nvPr>
            <p:ph type="body" sz="quarter" idx="18" hasCustomPrompt="1"/>
          </p:nvPr>
        </p:nvSpPr>
        <p:spPr>
          <a:xfrm>
            <a:off x="1104900" y="3652538"/>
            <a:ext cx="7092820" cy="774441"/>
          </a:xfrm>
        </p:spPr>
        <p:txBody>
          <a:bodyPr lIns="0" tIns="0">
            <a:noAutofit/>
          </a:bodyPr>
          <a:lstStyle>
            <a:lvl1pPr marL="0" indent="0">
              <a:lnSpc>
                <a:spcPct val="100000"/>
              </a:lnSpc>
              <a:buClr>
                <a:schemeClr val="accent2"/>
              </a:buClr>
              <a:buFont typeface="Arial" panose="020B0604020202020204" pitchFamily="34" charset="0"/>
              <a:buNone/>
              <a:tabLst/>
              <a:defRPr sz="1800">
                <a:solidFill>
                  <a:schemeClr val="bg1"/>
                </a:solidFill>
              </a:defRPr>
            </a:lvl1pPr>
            <a:lvl2pPr marL="174625" indent="0">
              <a:lnSpc>
                <a:spcPct val="100000"/>
              </a:lnSpc>
              <a:buClr>
                <a:schemeClr val="accent2"/>
              </a:buClr>
              <a:buFont typeface="Arial" panose="020B0604020202020204" pitchFamily="34" charset="0"/>
              <a:buNone/>
              <a:tabLst/>
              <a:defRPr sz="1600">
                <a:solidFill>
                  <a:schemeClr val="bg1"/>
                </a:solidFill>
              </a:defRPr>
            </a:lvl2pPr>
            <a:lvl3pPr marL="342900" indent="0">
              <a:lnSpc>
                <a:spcPct val="100000"/>
              </a:lnSpc>
              <a:buClr>
                <a:schemeClr val="accent2"/>
              </a:buClr>
              <a:buFont typeface="Arial" panose="020B0604020202020204" pitchFamily="34" charset="0"/>
              <a:buNone/>
              <a:tabLst/>
              <a:defRPr sz="1400">
                <a:solidFill>
                  <a:schemeClr val="bg1"/>
                </a:solidFill>
              </a:defRPr>
            </a:lvl3pPr>
            <a:lvl4pPr marL="519112" indent="0">
              <a:lnSpc>
                <a:spcPct val="100000"/>
              </a:lnSpc>
              <a:buClr>
                <a:schemeClr val="accent2"/>
              </a:buClr>
              <a:buFont typeface="Arial" panose="020B0604020202020204" pitchFamily="34" charset="0"/>
              <a:buNone/>
              <a:tabLst/>
              <a:defRPr sz="1200">
                <a:solidFill>
                  <a:schemeClr val="bg1"/>
                </a:solidFill>
              </a:defRPr>
            </a:lvl4pPr>
            <a:lvl5pPr marL="685800" indent="0">
              <a:lnSpc>
                <a:spcPct val="100000"/>
              </a:lnSpc>
              <a:buClr>
                <a:schemeClr val="accent2"/>
              </a:buClr>
              <a:buFont typeface="Arial" panose="020B0604020202020204" pitchFamily="34" charset="0"/>
              <a:buNone/>
              <a:tabLst/>
              <a:defRPr sz="1200">
                <a:solidFill>
                  <a:schemeClr val="bg1"/>
                </a:solidFill>
              </a:defRPr>
            </a:lvl5pPr>
          </a:lstStyle>
          <a:p>
            <a:r>
              <a:rPr lang="en-US" dirty="0"/>
              <a:t>Sub-subhead (not required, max two lines)</a:t>
            </a:r>
          </a:p>
          <a:p>
            <a:pPr lvl="0"/>
            <a:endParaRPr lang="en-US" dirty="0"/>
          </a:p>
        </p:txBody>
      </p:sp>
      <p:sp>
        <p:nvSpPr>
          <p:cNvPr id="13" name="Slide Number Placeholder 5">
            <a:extLst>
              <a:ext uri="{FF2B5EF4-FFF2-40B4-BE49-F238E27FC236}">
                <a16:creationId xmlns:a16="http://schemas.microsoft.com/office/drawing/2014/main" id="{C9736184-ED63-6779-B7C5-534556DC2145}"/>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solidFill>
              </a:defRPr>
            </a:lvl1pPr>
          </a:lstStyle>
          <a:p>
            <a:fld id="{BAD56BAB-9B7B-4C09-8A45-659D39241E09}" type="slidenum">
              <a:rPr lang="es-CL" smtClean="0"/>
              <a:t>‹Nº›</a:t>
            </a:fld>
            <a:endParaRPr lang="es-CL" dirty="0"/>
          </a:p>
        </p:txBody>
      </p:sp>
    </p:spTree>
    <p:extLst>
      <p:ext uri="{BB962C8B-B14F-4D97-AF65-F5344CB8AC3E}">
        <p14:creationId xmlns:p14="http://schemas.microsoft.com/office/powerpoint/2010/main" val="3199903875"/>
      </p:ext>
    </p:extLst>
  </p:cSld>
  <p:clrMapOvr>
    <a:masterClrMapping/>
  </p:clrMapOvr>
  <p:extLst>
    <p:ext uri="{DCECCB84-F9BA-43D5-87BE-67443E8EF086}">
      <p15:sldGuideLst xmlns:p15="http://schemas.microsoft.com/office/powerpoint/2012/main"/>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cSld name="1_Thank You">
    <p:bg>
      <p:bgPr>
        <a:solidFill>
          <a:srgbClr val="330042"/>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7F03D972-8851-6EE3-D913-3D4C74067D97}"/>
              </a:ext>
            </a:extLst>
          </p:cNvPr>
          <p:cNvSpPr>
            <a:spLocks noGrp="1"/>
          </p:cNvSpPr>
          <p:nvPr>
            <p:ph type="title" hasCustomPrompt="1"/>
          </p:nvPr>
        </p:nvSpPr>
        <p:spPr>
          <a:xfrm>
            <a:off x="617363" y="2368123"/>
            <a:ext cx="7317783" cy="1060877"/>
          </a:xfrm>
        </p:spPr>
        <p:txBody>
          <a:bodyPr lIns="0" tIns="0" rIns="0" bIns="0" anchor="b" anchorCtr="0">
            <a:noAutofit/>
          </a:bodyPr>
          <a:lstStyle>
            <a:lvl1pPr algn="l">
              <a:defRPr sz="7200" b="1">
                <a:solidFill>
                  <a:schemeClr val="bg1"/>
                </a:solidFill>
              </a:defRPr>
            </a:lvl1pPr>
          </a:lstStyle>
          <a:p>
            <a:r>
              <a:rPr lang="en-US" dirty="0"/>
              <a:t>THANK YOU</a:t>
            </a:r>
          </a:p>
        </p:txBody>
      </p:sp>
      <p:sp>
        <p:nvSpPr>
          <p:cNvPr id="9" name="Text Placeholder 5">
            <a:extLst>
              <a:ext uri="{FF2B5EF4-FFF2-40B4-BE49-F238E27FC236}">
                <a16:creationId xmlns:a16="http://schemas.microsoft.com/office/drawing/2014/main" id="{20ADAADE-0CF2-DF2B-3082-1BEAE603B924}"/>
              </a:ext>
            </a:extLst>
          </p:cNvPr>
          <p:cNvSpPr>
            <a:spLocks noGrp="1"/>
          </p:cNvSpPr>
          <p:nvPr>
            <p:ph type="body" sz="quarter" idx="18" hasCustomPrompt="1"/>
          </p:nvPr>
        </p:nvSpPr>
        <p:spPr>
          <a:xfrm>
            <a:off x="1077143" y="3730027"/>
            <a:ext cx="6858001" cy="642631"/>
          </a:xfrm>
        </p:spPr>
        <p:txBody>
          <a:bodyPr lIns="0" tIns="0" rIns="0" bIns="0" anchor="ctr">
            <a:noAutofit/>
          </a:bodyPr>
          <a:lstStyle>
            <a:lvl1pPr marL="0" indent="0" algn="l">
              <a:lnSpc>
                <a:spcPct val="100000"/>
              </a:lnSpc>
              <a:buClr>
                <a:schemeClr val="accent2"/>
              </a:buClr>
              <a:buFont typeface="Arial" panose="020B0604020202020204" pitchFamily="34" charset="0"/>
              <a:buNone/>
              <a:tabLst/>
              <a:defRPr sz="1800">
                <a:solidFill>
                  <a:schemeClr val="bg1"/>
                </a:solidFill>
              </a:defRPr>
            </a:lvl1pPr>
            <a:lvl2pPr marL="174625" indent="0">
              <a:lnSpc>
                <a:spcPct val="100000"/>
              </a:lnSpc>
              <a:buClr>
                <a:schemeClr val="accent2"/>
              </a:buClr>
              <a:buFont typeface="Arial" panose="020B0604020202020204" pitchFamily="34" charset="0"/>
              <a:buNone/>
              <a:tabLst/>
              <a:defRPr sz="1600">
                <a:solidFill>
                  <a:schemeClr val="bg1"/>
                </a:solidFill>
              </a:defRPr>
            </a:lvl2pPr>
            <a:lvl3pPr marL="342900" indent="0">
              <a:lnSpc>
                <a:spcPct val="100000"/>
              </a:lnSpc>
              <a:buClr>
                <a:schemeClr val="accent2"/>
              </a:buClr>
              <a:buFont typeface="Arial" panose="020B0604020202020204" pitchFamily="34" charset="0"/>
              <a:buNone/>
              <a:tabLst/>
              <a:defRPr sz="1400">
                <a:solidFill>
                  <a:schemeClr val="bg1"/>
                </a:solidFill>
              </a:defRPr>
            </a:lvl3pPr>
            <a:lvl4pPr marL="519112" indent="0">
              <a:lnSpc>
                <a:spcPct val="100000"/>
              </a:lnSpc>
              <a:buClr>
                <a:schemeClr val="accent2"/>
              </a:buClr>
              <a:buFont typeface="Arial" panose="020B0604020202020204" pitchFamily="34" charset="0"/>
              <a:buNone/>
              <a:tabLst/>
              <a:defRPr sz="1200">
                <a:solidFill>
                  <a:schemeClr val="bg1"/>
                </a:solidFill>
              </a:defRPr>
            </a:lvl4pPr>
            <a:lvl5pPr marL="685800" indent="0">
              <a:lnSpc>
                <a:spcPct val="100000"/>
              </a:lnSpc>
              <a:buClr>
                <a:schemeClr val="accent2"/>
              </a:buClr>
              <a:buFont typeface="Arial" panose="020B0604020202020204" pitchFamily="34" charset="0"/>
              <a:buNone/>
              <a:tabLst/>
              <a:defRPr sz="1200">
                <a:solidFill>
                  <a:schemeClr val="bg1"/>
                </a:solidFill>
              </a:defRPr>
            </a:lvl5pPr>
          </a:lstStyle>
          <a:p>
            <a:r>
              <a:rPr lang="en-US" dirty="0"/>
              <a:t>Presenters Name </a:t>
            </a:r>
          </a:p>
          <a:p>
            <a:r>
              <a:rPr lang="en-US" dirty="0" err="1"/>
              <a:t>email@ellucian.com</a:t>
            </a:r>
            <a:endParaRPr lang="en-US" dirty="0"/>
          </a:p>
        </p:txBody>
      </p:sp>
    </p:spTree>
    <p:extLst>
      <p:ext uri="{BB962C8B-B14F-4D97-AF65-F5344CB8AC3E}">
        <p14:creationId xmlns:p14="http://schemas.microsoft.com/office/powerpoint/2010/main" val="3153966665"/>
      </p:ext>
    </p:extLst>
  </p:cSld>
  <p:clrMapOvr>
    <a:masterClrMapping/>
  </p:clrMapOvr>
  <p:extLst>
    <p:ext uri="{DCECCB84-F9BA-43D5-87BE-67443E8EF086}">
      <p15:sldGuideLst xmlns:p15="http://schemas.microsoft.com/office/powerpoint/2012/main"/>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En blanco">
    <p:spTree>
      <p:nvGrpSpPr>
        <p:cNvPr id="1" name=""/>
        <p:cNvGrpSpPr/>
        <p:nvPr/>
      </p:nvGrpSpPr>
      <p:grpSpPr>
        <a:xfrm>
          <a:off x="0" y="0"/>
          <a:ext cx="0" cy="0"/>
          <a:chOff x="0" y="0"/>
          <a:chExt cx="0" cy="0"/>
        </a:xfrm>
      </p:grpSpPr>
    </p:spTree>
    <p:extLst>
      <p:ext uri="{BB962C8B-B14F-4D97-AF65-F5344CB8AC3E}">
        <p14:creationId xmlns:p14="http://schemas.microsoft.com/office/powerpoint/2010/main" val="54699720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Blank Footer Black">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981C625F-C66F-1373-141C-E36C160D0D3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3" name="TextBox 2">
            <a:extLst>
              <a:ext uri="{FF2B5EF4-FFF2-40B4-BE49-F238E27FC236}">
                <a16:creationId xmlns:a16="http://schemas.microsoft.com/office/drawing/2014/main" id="{A8E6E8FD-F743-B760-4565-52A5B0B667B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4" name="TextBox 3">
            <a:extLst>
              <a:ext uri="{FF2B5EF4-FFF2-40B4-BE49-F238E27FC236}">
                <a16:creationId xmlns:a16="http://schemas.microsoft.com/office/drawing/2014/main" id="{8DF76087-D7C9-C1C3-5E17-263AB892AD6D}"/>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50269844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B Purple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p:nvSpPr>
        <p:spPr>
          <a:xfrm>
            <a:off x="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a:extLst>
              <a:ext uri="{FF2B5EF4-FFF2-40B4-BE49-F238E27FC236}">
                <a16:creationId xmlns:a16="http://schemas.microsoft.com/office/drawing/2014/main" id="{EE1FD067-74D8-0E64-F510-C09BEC15D05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10" name="TextBox 9">
            <a:extLst>
              <a:ext uri="{FF2B5EF4-FFF2-40B4-BE49-F238E27FC236}">
                <a16:creationId xmlns:a16="http://schemas.microsoft.com/office/drawing/2014/main" id="{116E64D5-8E4A-3059-BC15-EB884BE08EC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Box 1">
            <a:extLst>
              <a:ext uri="{FF2B5EF4-FFF2-40B4-BE49-F238E27FC236}">
                <a16:creationId xmlns:a16="http://schemas.microsoft.com/office/drawing/2014/main" id="{0DFD1F0B-69D7-F3A9-055F-2A986648AD27}"/>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34907185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B Purple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p:nvSpPr>
        <p:spPr>
          <a:xfrm>
            <a:off x="609600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6DB79317-11D6-0AF3-4B54-BDA534C904B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C7209B0-4D3E-B28A-692D-AB3B431BDB0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2" name="TextBox 1">
            <a:extLst>
              <a:ext uri="{FF2B5EF4-FFF2-40B4-BE49-F238E27FC236}">
                <a16:creationId xmlns:a16="http://schemas.microsoft.com/office/drawing/2014/main" id="{65158A56-C172-10B2-D489-16D7DACEC5FE}"/>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79922957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B Gray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p:nvSpPr>
        <p:spPr>
          <a:xfrm>
            <a:off x="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raphic 1">
            <a:extLst>
              <a:ext uri="{FF2B5EF4-FFF2-40B4-BE49-F238E27FC236}">
                <a16:creationId xmlns:a16="http://schemas.microsoft.com/office/drawing/2014/main" id="{0ABA3577-65BA-7CC4-5395-E38F2A7AC77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E135DE03-26E8-0184-A39C-5A462BDC2DCF}"/>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5" name="TextBox 4">
            <a:extLst>
              <a:ext uri="{FF2B5EF4-FFF2-40B4-BE49-F238E27FC236}">
                <a16:creationId xmlns:a16="http://schemas.microsoft.com/office/drawing/2014/main" id="{19F91899-8397-C452-E914-5DA32F2E64BE}"/>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84354771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B Gray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p:nvSpPr>
        <p:spPr>
          <a:xfrm>
            <a:off x="609600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695EB3C-8530-E0C8-4217-5508CF63DB5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59450D81-7260-A5B0-C045-065E98F3D872}"/>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Box 1">
            <a:extLst>
              <a:ext uri="{FF2B5EF4-FFF2-40B4-BE49-F238E27FC236}">
                <a16:creationId xmlns:a16="http://schemas.microsoft.com/office/drawing/2014/main" id="{C8E4D3A3-6199-EF4C-2D38-F8DA60A48FEE}"/>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63859663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B Green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p:nvSpPr>
        <p:spPr>
          <a:xfrm>
            <a:off x="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raphic 1">
            <a:extLst>
              <a:ext uri="{FF2B5EF4-FFF2-40B4-BE49-F238E27FC236}">
                <a16:creationId xmlns:a16="http://schemas.microsoft.com/office/drawing/2014/main" id="{40CB40AC-8E27-B4CE-FE98-617281F6189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08A44510-D9B6-3D27-0025-27FFAAD9F8AE}"/>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6" name="TextBox 5">
            <a:extLst>
              <a:ext uri="{FF2B5EF4-FFF2-40B4-BE49-F238E27FC236}">
                <a16:creationId xmlns:a16="http://schemas.microsoft.com/office/drawing/2014/main" id="{B9DBE2C0-3213-6D2D-4479-AD9B8089A641}"/>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94911552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B Green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p:nvSpPr>
        <p:spPr>
          <a:xfrm>
            <a:off x="609600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61839101-BBAA-D670-10CD-40BF5E0392E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CCF7E87-236E-67B1-F9B1-5ACC27A1C0BF}"/>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Box 1">
            <a:extLst>
              <a:ext uri="{FF2B5EF4-FFF2-40B4-BE49-F238E27FC236}">
                <a16:creationId xmlns:a16="http://schemas.microsoft.com/office/drawing/2014/main" id="{8B6E2BFF-AA3C-F635-EDE7-1D4D95732292}"/>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93149307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B Purple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788CB9F-7B69-6D25-41A0-F5D4BFE324C9}"/>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2E0AAAEA-1F16-516A-417D-DC9DF964E80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66FD55EF-B73C-D814-E528-7EF5EBB86F1C}"/>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4" name="TextBox 3">
            <a:extLst>
              <a:ext uri="{FF2B5EF4-FFF2-40B4-BE49-F238E27FC236}">
                <a16:creationId xmlns:a16="http://schemas.microsoft.com/office/drawing/2014/main" id="{4077C5A4-055F-072E-16C5-84527D1FFDB1}"/>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39491620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B Purple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8A5C8E9-F647-20C1-E64B-5FADBF7E8499}"/>
              </a:ext>
            </a:extLst>
          </p:cNvPr>
          <p:cNvSpPr/>
          <p:nvPr/>
        </p:nvSpPr>
        <p:spPr>
          <a:xfrm>
            <a:off x="8128016"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C66E5DE2-889D-3DE4-3572-3DCEEA210F8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7C932288-F84C-D66E-3E63-ED023CEAD97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3" name="TextBox 2">
            <a:extLst>
              <a:ext uri="{FF2B5EF4-FFF2-40B4-BE49-F238E27FC236}">
                <a16:creationId xmlns:a16="http://schemas.microsoft.com/office/drawing/2014/main" id="{12AA4C6E-89CC-BA61-A575-3A36232457CA}"/>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28497255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B Gray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B3401B5-FB7E-EDEB-5D87-90FA593EF7F8}"/>
              </a:ext>
            </a:extLst>
          </p:cNvPr>
          <p:cNvSpPr/>
          <p:nvPr/>
        </p:nvSpPr>
        <p:spPr>
          <a:xfrm>
            <a:off x="0"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9D04E6AC-3638-47BF-6BFD-E68AF8093AD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AC033454-6E80-8B9B-BBCB-6434F5D21BAD}"/>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6" name="TextBox 5">
            <a:extLst>
              <a:ext uri="{FF2B5EF4-FFF2-40B4-BE49-F238E27FC236}">
                <a16:creationId xmlns:a16="http://schemas.microsoft.com/office/drawing/2014/main" id="{6F42D7DB-F5BA-604F-2A99-DBAB5A8DE7ED}"/>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12812508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B Gray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p:nvSpPr>
        <p:spPr>
          <a:xfrm>
            <a:off x="8128016"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145C3B88-0182-B843-BB3B-F145067D5C9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CC84ADAE-B350-C159-D672-6F29FE4CC4FD}"/>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3" name="TextBox 2">
            <a:extLst>
              <a:ext uri="{FF2B5EF4-FFF2-40B4-BE49-F238E27FC236}">
                <a16:creationId xmlns:a16="http://schemas.microsoft.com/office/drawing/2014/main" id="{83FB9DF3-A55E-DBF2-C049-8624E2CA3238}"/>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66883946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B Green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B3401B5-FB7E-EDEB-5D87-90FA593EF7F8}"/>
              </a:ext>
            </a:extLst>
          </p:cNvPr>
          <p:cNvSpPr/>
          <p:nvPr/>
        </p:nvSpPr>
        <p:spPr>
          <a:xfrm>
            <a:off x="0"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3668F462-6E9A-C654-C321-DFBF69C7A66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2F75F911-FCDF-6D37-1A4E-6CFB26AAEB35}"/>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6" name="TextBox 5">
            <a:extLst>
              <a:ext uri="{FF2B5EF4-FFF2-40B4-BE49-F238E27FC236}">
                <a16:creationId xmlns:a16="http://schemas.microsoft.com/office/drawing/2014/main" id="{6F4A93C5-2125-4620-62DB-C8E3A6CA982A}"/>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48603491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B Green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p:nvSpPr>
        <p:spPr>
          <a:xfrm>
            <a:off x="8128016"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CE396D46-CDE6-66B6-0A7B-6DEC14B972B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6462404-BF65-8481-4332-5DF7AD5ED1C9}"/>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3" name="TextBox 2">
            <a:extLst>
              <a:ext uri="{FF2B5EF4-FFF2-40B4-BE49-F238E27FC236}">
                <a16:creationId xmlns:a16="http://schemas.microsoft.com/office/drawing/2014/main" id="{CC6232A2-9E4F-3C88-D771-7120FAD75090}"/>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1241177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Blank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3" name="TextBox 2">
            <a:extLst>
              <a:ext uri="{FF2B5EF4-FFF2-40B4-BE49-F238E27FC236}">
                <a16:creationId xmlns:a16="http://schemas.microsoft.com/office/drawing/2014/main" id="{221DA2E6-F483-60DE-DF61-B60C10DBDE89}"/>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27223766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Blank Dark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3" name="TextBox 2">
            <a:extLst>
              <a:ext uri="{FF2B5EF4-FFF2-40B4-BE49-F238E27FC236}">
                <a16:creationId xmlns:a16="http://schemas.microsoft.com/office/drawing/2014/main" id="{A593DCF4-AC60-B9D8-A985-C1CFC1A5AD75}"/>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10463859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Blank Dark Green">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p:nvSpPr>
        <p:spPr>
          <a:xfrm>
            <a:off x="0" y="0"/>
            <a:ext cx="12192000" cy="6858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3" name="TextBox 2">
            <a:extLst>
              <a:ext uri="{FF2B5EF4-FFF2-40B4-BE49-F238E27FC236}">
                <a16:creationId xmlns:a16="http://schemas.microsoft.com/office/drawing/2014/main" id="{EFFC058F-486D-43DF-4B5C-09387CA4F8E1}"/>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968177001"/>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Blank Warm Gray">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9FF5FB22-C2EA-99F6-EF38-AD4BBB0C345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603AEA50-DA2C-915C-545F-713FCDF35A3F}"/>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3" name="TextBox 2">
            <a:extLst>
              <a:ext uri="{FF2B5EF4-FFF2-40B4-BE49-F238E27FC236}">
                <a16:creationId xmlns:a16="http://schemas.microsoft.com/office/drawing/2014/main" id="{9D0EA6DE-76EE-C5B8-0477-8D50A19F0758}"/>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607584927"/>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Blank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856801905"/>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pic>
        <p:nvPicPr>
          <p:cNvPr id="2" name="Graphic 1">
            <a:extLst>
              <a:ext uri="{FF2B5EF4-FFF2-40B4-BE49-F238E27FC236}">
                <a16:creationId xmlns:a16="http://schemas.microsoft.com/office/drawing/2014/main" id="{5A8556FD-943F-2CA8-3B15-1C7401E71D1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5" name="TextBox 4">
            <a:extLst>
              <a:ext uri="{FF2B5EF4-FFF2-40B4-BE49-F238E27FC236}">
                <a16:creationId xmlns:a16="http://schemas.microsoft.com/office/drawing/2014/main" id="{C6B12A91-8583-2E4C-B1C8-7E1F64EF24C9}"/>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3359175550"/>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Purple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bg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2" name="TextBox 1">
            <a:extLst>
              <a:ext uri="{FF2B5EF4-FFF2-40B4-BE49-F238E27FC236}">
                <a16:creationId xmlns:a16="http://schemas.microsoft.com/office/drawing/2014/main" id="{8F1688B8-4AFA-00EF-A18F-CE0BE044452E}"/>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1287995547"/>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Green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tx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tx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 name="TextBox 3">
            <a:extLst>
              <a:ext uri="{FF2B5EF4-FFF2-40B4-BE49-F238E27FC236}">
                <a16:creationId xmlns:a16="http://schemas.microsoft.com/office/drawing/2014/main" id="{D2E118B2-5580-3101-C2BB-4FB39252D744}"/>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3244445253"/>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Dark 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0A86818C-B6FC-21B3-0821-EE3D8DAE5AE3}"/>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2BC038CA-3E14-5783-3761-76D8A4C63EC0}"/>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0" name="Graphic 9">
            <a:extLst>
              <a:ext uri="{FF2B5EF4-FFF2-40B4-BE49-F238E27FC236}">
                <a16:creationId xmlns:a16="http://schemas.microsoft.com/office/drawing/2014/main" id="{A9D3FE11-F167-1622-761B-F4BFADB0B0E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EBAA974E-55D6-2A02-03A4-AAB7F36BF1B1}"/>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69C30255-143C-EB1C-95B6-9319F7AB9F7D}"/>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sp>
        <p:nvSpPr>
          <p:cNvPr id="7" name="TextBox 6">
            <a:extLst>
              <a:ext uri="{FF2B5EF4-FFF2-40B4-BE49-F238E27FC236}">
                <a16:creationId xmlns:a16="http://schemas.microsoft.com/office/drawing/2014/main" id="{67E32664-E882-9D71-52FE-71612364F8CE}"/>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2067083340"/>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Warm Gray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A2941D41-B5B7-CCE1-1B2C-89AAD5DACBE0}"/>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tx1"/>
                </a:solidFill>
              </a:defRPr>
            </a:lvl1pPr>
          </a:lstStyle>
          <a:p>
            <a:pPr lvl="0"/>
            <a:r>
              <a:rPr lang="en-US" dirty="0"/>
              <a:t>Headline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6600B585-62A4-8333-3077-9DD14A781807}"/>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1" name="Graphic 10">
            <a:extLst>
              <a:ext uri="{FF2B5EF4-FFF2-40B4-BE49-F238E27FC236}">
                <a16:creationId xmlns:a16="http://schemas.microsoft.com/office/drawing/2014/main" id="{21C3DEEA-3CCE-EBD2-6CE3-835C44C810E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74440542-6D19-B6BD-7831-2A113C1E6A79}"/>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30B08173-A7BE-6F86-6CDE-43EC9BEEB3CB}"/>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8" name="TextBox 7">
            <a:extLst>
              <a:ext uri="{FF2B5EF4-FFF2-40B4-BE49-F238E27FC236}">
                <a16:creationId xmlns:a16="http://schemas.microsoft.com/office/drawing/2014/main" id="{AC9D9DE1-FE9F-14AE-4A3F-F4173038006F}"/>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2077844470"/>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C2C Cov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7">
            <a:extLst>
              <a:ext uri="{FF2B5EF4-FFF2-40B4-BE49-F238E27FC236}">
                <a16:creationId xmlns:a16="http://schemas.microsoft.com/office/drawing/2014/main" id="{52C18FF9-32C7-751D-36F8-EF5124DF2BE2}"/>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23" name="Text Placeholder 17">
            <a:extLst>
              <a:ext uri="{FF2B5EF4-FFF2-40B4-BE49-F238E27FC236}">
                <a16:creationId xmlns:a16="http://schemas.microsoft.com/office/drawing/2014/main" id="{D8DE661F-53B2-6E8E-9238-FE6484215B1A}"/>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26" name="Graphic 25">
            <a:extLst>
              <a:ext uri="{FF2B5EF4-FFF2-40B4-BE49-F238E27FC236}">
                <a16:creationId xmlns:a16="http://schemas.microsoft.com/office/drawing/2014/main" id="{2590016B-4462-F023-25AF-B00C9285325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7C710057-3FB3-19E3-5D75-F018F116AE47}"/>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6" name="Text Placeholder 17">
            <a:extLst>
              <a:ext uri="{FF2B5EF4-FFF2-40B4-BE49-F238E27FC236}">
                <a16:creationId xmlns:a16="http://schemas.microsoft.com/office/drawing/2014/main" id="{C41EE674-4BC9-86D6-67E5-FF509240DDED}"/>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AE8FAC4F-619C-5E6B-F2B0-D001F5A51111}"/>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3168491463"/>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C2C Cover Image">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FBB43B24-12DD-1DD6-963C-7ADA857CCDC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A39E11EF-D17E-E6F4-B66D-C68ABBCCF813}"/>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64D279B7-3D21-DC76-5BCE-6A2D109B8EDB}"/>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3" name="Picture Placeholder 12">
            <a:extLst>
              <a:ext uri="{FF2B5EF4-FFF2-40B4-BE49-F238E27FC236}">
                <a16:creationId xmlns:a16="http://schemas.microsoft.com/office/drawing/2014/main" id="{04B738B6-E606-753D-F43C-ADBDF91B7E2D}"/>
              </a:ext>
            </a:extLst>
          </p:cNvPr>
          <p:cNvSpPr>
            <a:spLocks noGrp="1"/>
          </p:cNvSpPr>
          <p:nvPr>
            <p:ph type="pic" sz="quarter" idx="16" hasCustomPrompt="1"/>
          </p:nvPr>
        </p:nvSpPr>
        <p:spPr>
          <a:xfrm>
            <a:off x="6689725" y="355598"/>
            <a:ext cx="5502275" cy="6146801"/>
          </a:xfrm>
          <a:custGeom>
            <a:avLst/>
            <a:gdLst>
              <a:gd name="connsiteX0" fmla="*/ 0 w 5502275"/>
              <a:gd name="connsiteY0" fmla="*/ 0 h 6135556"/>
              <a:gd name="connsiteX1" fmla="*/ 5502275 w 5502275"/>
              <a:gd name="connsiteY1" fmla="*/ 0 h 6135556"/>
              <a:gd name="connsiteX2" fmla="*/ 5502275 w 5502275"/>
              <a:gd name="connsiteY2" fmla="*/ 218283 h 6135556"/>
              <a:gd name="connsiteX3" fmla="*/ 5502275 w 5502275"/>
              <a:gd name="connsiteY3" fmla="*/ 1268413 h 6135556"/>
              <a:gd name="connsiteX4" fmla="*/ 5502275 w 5502275"/>
              <a:gd name="connsiteY4" fmla="*/ 1731805 h 6135556"/>
              <a:gd name="connsiteX5" fmla="*/ 2676409 w 5502275"/>
              <a:gd name="connsiteY5" fmla="*/ 1731805 h 6135556"/>
              <a:gd name="connsiteX6" fmla="*/ 2676409 w 5502275"/>
              <a:gd name="connsiteY6" fmla="*/ 2311877 h 6135556"/>
              <a:gd name="connsiteX7" fmla="*/ 4972425 w 5502275"/>
              <a:gd name="connsiteY7" fmla="*/ 2311877 h 6135556"/>
              <a:gd name="connsiteX8" fmla="*/ 4972425 w 5502275"/>
              <a:gd name="connsiteY8" fmla="*/ 3825399 h 6135556"/>
              <a:gd name="connsiteX9" fmla="*/ 2676409 w 5502275"/>
              <a:gd name="connsiteY9" fmla="*/ 3825399 h 6135556"/>
              <a:gd name="connsiteX10" fmla="*/ 2676409 w 5502275"/>
              <a:gd name="connsiteY10" fmla="*/ 4414997 h 6135556"/>
              <a:gd name="connsiteX11" fmla="*/ 5502275 w 5502275"/>
              <a:gd name="connsiteY11" fmla="*/ 4414997 h 6135556"/>
              <a:gd name="connsiteX12" fmla="*/ 5502275 w 5502275"/>
              <a:gd name="connsiteY12" fmla="*/ 4867143 h 6135556"/>
              <a:gd name="connsiteX13" fmla="*/ 5502275 w 5502275"/>
              <a:gd name="connsiteY13" fmla="*/ 5928519 h 6135556"/>
              <a:gd name="connsiteX14" fmla="*/ 5502275 w 5502275"/>
              <a:gd name="connsiteY14" fmla="*/ 6135556 h 6135556"/>
              <a:gd name="connsiteX15" fmla="*/ 0 w 5502275"/>
              <a:gd name="connsiteY15" fmla="*/ 6135556 h 6135556"/>
              <a:gd name="connsiteX16" fmla="*/ 0 w 5502275"/>
              <a:gd name="connsiteY16" fmla="*/ 4867143 h 6135556"/>
              <a:gd name="connsiteX17" fmla="*/ 501 w 5502275"/>
              <a:gd name="connsiteY17" fmla="*/ 4867143 h 6135556"/>
              <a:gd name="connsiteX18" fmla="*/ 501 w 5502275"/>
              <a:gd name="connsiteY18" fmla="*/ 1268413 h 6135556"/>
              <a:gd name="connsiteX19" fmla="*/ 0 w 5502275"/>
              <a:gd name="connsiteY19" fmla="*/ 1268413 h 6135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502275" h="6135556">
                <a:moveTo>
                  <a:pt x="0" y="0"/>
                </a:moveTo>
                <a:lnTo>
                  <a:pt x="5502275" y="0"/>
                </a:lnTo>
                <a:lnTo>
                  <a:pt x="5502275" y="218283"/>
                </a:lnTo>
                <a:lnTo>
                  <a:pt x="5502275" y="1268413"/>
                </a:lnTo>
                <a:lnTo>
                  <a:pt x="5502275" y="1731805"/>
                </a:lnTo>
                <a:lnTo>
                  <a:pt x="2676409" y="1731805"/>
                </a:lnTo>
                <a:lnTo>
                  <a:pt x="2676409" y="2311877"/>
                </a:lnTo>
                <a:lnTo>
                  <a:pt x="4972425" y="2311877"/>
                </a:lnTo>
                <a:lnTo>
                  <a:pt x="4972425" y="3825399"/>
                </a:lnTo>
                <a:lnTo>
                  <a:pt x="2676409" y="3825399"/>
                </a:lnTo>
                <a:lnTo>
                  <a:pt x="2676409" y="4414997"/>
                </a:lnTo>
                <a:lnTo>
                  <a:pt x="5502275" y="4414997"/>
                </a:lnTo>
                <a:lnTo>
                  <a:pt x="5502275" y="4867143"/>
                </a:lnTo>
                <a:lnTo>
                  <a:pt x="5502275" y="5928519"/>
                </a:lnTo>
                <a:lnTo>
                  <a:pt x="5502275" y="6135556"/>
                </a:lnTo>
                <a:lnTo>
                  <a:pt x="0" y="6135556"/>
                </a:lnTo>
                <a:lnTo>
                  <a:pt x="0" y="4867143"/>
                </a:lnTo>
                <a:lnTo>
                  <a:pt x="501" y="4867143"/>
                </a:lnTo>
                <a:lnTo>
                  <a:pt x="501" y="1268413"/>
                </a:lnTo>
                <a:lnTo>
                  <a:pt x="0" y="1268413"/>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10" name="Text Placeholder 17">
            <a:extLst>
              <a:ext uri="{FF2B5EF4-FFF2-40B4-BE49-F238E27FC236}">
                <a16:creationId xmlns:a16="http://schemas.microsoft.com/office/drawing/2014/main" id="{1E88AEE2-3A55-B667-5D40-BB6299F48205}"/>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11" name="Text Placeholder 17">
            <a:extLst>
              <a:ext uri="{FF2B5EF4-FFF2-40B4-BE49-F238E27FC236}">
                <a16:creationId xmlns:a16="http://schemas.microsoft.com/office/drawing/2014/main" id="{D376FEF2-D482-FF48-0E21-E85BCDCAE008}"/>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E35B847D-2BA6-4533-FDD7-9CCF9A96A36C}"/>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3705205992"/>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Blank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60658159"/>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Headline">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5" y="361822"/>
            <a:ext cx="11122188"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Tree>
    <p:extLst>
      <p:ext uri="{BB962C8B-B14F-4D97-AF65-F5344CB8AC3E}">
        <p14:creationId xmlns:p14="http://schemas.microsoft.com/office/powerpoint/2010/main" val="581440933"/>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Headline-Copy">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5" y="361822"/>
            <a:ext cx="11122188"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6" name="Text Placeholder 5">
            <a:extLst>
              <a:ext uri="{FF2B5EF4-FFF2-40B4-BE49-F238E27FC236}">
                <a16:creationId xmlns:a16="http://schemas.microsoft.com/office/drawing/2014/main" id="{9D09DD77-3C7C-EEB6-765D-0ED3FE5F28B3}"/>
              </a:ext>
            </a:extLst>
          </p:cNvPr>
          <p:cNvSpPr>
            <a:spLocks noGrp="1"/>
          </p:cNvSpPr>
          <p:nvPr>
            <p:ph type="body" sz="quarter" idx="11"/>
          </p:nvPr>
        </p:nvSpPr>
        <p:spPr>
          <a:xfrm>
            <a:off x="522287" y="1056958"/>
            <a:ext cx="11122188" cy="5100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91374780"/>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Content-01">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8599914" cy="278794"/>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229208"/>
            <a:ext cx="8599914" cy="597151"/>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012872"/>
            <a:ext cx="8599572" cy="989438"/>
          </a:xfrm>
        </p:spPr>
        <p:txBody>
          <a:bodyPr wrap="square">
            <a:spAutoFit/>
          </a:body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048834419"/>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Content-02">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529440"/>
            <a:ext cx="4757015" cy="989438"/>
          </a:xfrm>
        </p:spPr>
        <p:txBody>
          <a:bodyPr wrap="square">
            <a:spAutoFit/>
          </a:bodyPr>
          <a:lstStyle/>
          <a:p>
            <a:pPr lvl="0"/>
            <a:r>
              <a:rPr lang="en-US"/>
              <a:t>Click to edit Master text styles</a:t>
            </a:r>
          </a:p>
          <a:p>
            <a:pPr lvl="1"/>
            <a:r>
              <a:rPr lang="en-US"/>
              <a:t>Second level</a:t>
            </a:r>
          </a:p>
          <a:p>
            <a:pPr lvl="2"/>
            <a:r>
              <a:rPr lang="en-US"/>
              <a:t>Third level</a:t>
            </a:r>
          </a:p>
        </p:txBody>
      </p:sp>
      <p:sp>
        <p:nvSpPr>
          <p:cNvPr id="4" name="Text Placeholder 17">
            <a:extLst>
              <a:ext uri="{FF2B5EF4-FFF2-40B4-BE49-F238E27FC236}">
                <a16:creationId xmlns:a16="http://schemas.microsoft.com/office/drawing/2014/main" id="{D20FA87A-09E8-BDB2-1C69-54F54B22BE31}"/>
              </a:ext>
            </a:extLst>
          </p:cNvPr>
          <p:cNvSpPr>
            <a:spLocks noGrp="1"/>
          </p:cNvSpPr>
          <p:nvPr>
            <p:ph type="body" sz="quarter" idx="15" hasCustomPrompt="1"/>
          </p:nvPr>
        </p:nvSpPr>
        <p:spPr>
          <a:xfrm>
            <a:off x="630383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6" name="Text Placeholder 8">
            <a:extLst>
              <a:ext uri="{FF2B5EF4-FFF2-40B4-BE49-F238E27FC236}">
                <a16:creationId xmlns:a16="http://schemas.microsoft.com/office/drawing/2014/main" id="{349B6786-5FA4-2087-2C3C-22F8A8E171CC}"/>
              </a:ext>
            </a:extLst>
          </p:cNvPr>
          <p:cNvSpPr>
            <a:spLocks noGrp="1"/>
          </p:cNvSpPr>
          <p:nvPr>
            <p:ph type="body" sz="quarter" idx="16" hasCustomPrompt="1"/>
          </p:nvPr>
        </p:nvSpPr>
        <p:spPr>
          <a:xfrm>
            <a:off x="630383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7" name="Text Placeholder 12">
            <a:extLst>
              <a:ext uri="{FF2B5EF4-FFF2-40B4-BE49-F238E27FC236}">
                <a16:creationId xmlns:a16="http://schemas.microsoft.com/office/drawing/2014/main" id="{86BD890A-D326-FD3F-EDA2-9599F756B623}"/>
              </a:ext>
            </a:extLst>
          </p:cNvPr>
          <p:cNvSpPr>
            <a:spLocks noGrp="1"/>
          </p:cNvSpPr>
          <p:nvPr>
            <p:ph type="body" sz="quarter" idx="17"/>
          </p:nvPr>
        </p:nvSpPr>
        <p:spPr>
          <a:xfrm>
            <a:off x="6303555" y="3529440"/>
            <a:ext cx="4757015" cy="989438"/>
          </a:xfrm>
        </p:spPr>
        <p:txBody>
          <a:bodyPr wrap="square">
            <a:spAutoFit/>
          </a:body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416322212"/>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Content-03">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3216914" cy="989438"/>
          </a:xfrm>
        </p:spPr>
        <p:txBody>
          <a:bodyPr wrap="square">
            <a:spAutoFit/>
          </a:bodyPr>
          <a:lstStyle/>
          <a:p>
            <a:pPr lvl="0"/>
            <a:r>
              <a:rPr lang="en-US"/>
              <a:t>Click to edit Master text styles</a:t>
            </a:r>
          </a:p>
          <a:p>
            <a:pPr lvl="1"/>
            <a:r>
              <a:rPr lang="en-US"/>
              <a:t>Second level</a:t>
            </a:r>
          </a:p>
          <a:p>
            <a:pPr lvl="2"/>
            <a:r>
              <a:rPr lang="en-US"/>
              <a:t>Third level</a:t>
            </a:r>
          </a:p>
        </p:txBody>
      </p:sp>
      <p:sp>
        <p:nvSpPr>
          <p:cNvPr id="16" name="Text Placeholder 17">
            <a:extLst>
              <a:ext uri="{FF2B5EF4-FFF2-40B4-BE49-F238E27FC236}">
                <a16:creationId xmlns:a16="http://schemas.microsoft.com/office/drawing/2014/main" id="{5A431E8C-C0AC-DBC9-2391-1C619D591E69}"/>
              </a:ext>
            </a:extLst>
          </p:cNvPr>
          <p:cNvSpPr>
            <a:spLocks noGrp="1"/>
          </p:cNvSpPr>
          <p:nvPr>
            <p:ph type="body" sz="quarter" idx="15" hasCustomPrompt="1"/>
          </p:nvPr>
        </p:nvSpPr>
        <p:spPr>
          <a:xfrm>
            <a:off x="439375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7" name="Text Placeholder 8">
            <a:extLst>
              <a:ext uri="{FF2B5EF4-FFF2-40B4-BE49-F238E27FC236}">
                <a16:creationId xmlns:a16="http://schemas.microsoft.com/office/drawing/2014/main" id="{7C89246B-18AE-5DA8-795F-679BD7C0617D}"/>
              </a:ext>
            </a:extLst>
          </p:cNvPr>
          <p:cNvSpPr>
            <a:spLocks noGrp="1"/>
          </p:cNvSpPr>
          <p:nvPr>
            <p:ph type="body" sz="quarter" idx="16" hasCustomPrompt="1"/>
          </p:nvPr>
        </p:nvSpPr>
        <p:spPr>
          <a:xfrm>
            <a:off x="439375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8" name="Text Placeholder 12">
            <a:extLst>
              <a:ext uri="{FF2B5EF4-FFF2-40B4-BE49-F238E27FC236}">
                <a16:creationId xmlns:a16="http://schemas.microsoft.com/office/drawing/2014/main" id="{4F617632-1F8F-2092-32FC-7367A36B4B50}"/>
              </a:ext>
            </a:extLst>
          </p:cNvPr>
          <p:cNvSpPr>
            <a:spLocks noGrp="1"/>
          </p:cNvSpPr>
          <p:nvPr>
            <p:ph type="body" sz="quarter" idx="17"/>
          </p:nvPr>
        </p:nvSpPr>
        <p:spPr>
          <a:xfrm>
            <a:off x="4393475" y="3740277"/>
            <a:ext cx="3216914" cy="989438"/>
          </a:xfrm>
        </p:spPr>
        <p:txBody>
          <a:bodyPr wrap="square">
            <a:spAutoFit/>
          </a:bodyPr>
          <a:lstStyle/>
          <a:p>
            <a:pPr lvl="0"/>
            <a:r>
              <a:rPr lang="en-US"/>
              <a:t>Click to edit Master text styles</a:t>
            </a:r>
          </a:p>
          <a:p>
            <a:pPr lvl="1"/>
            <a:r>
              <a:rPr lang="en-US"/>
              <a:t>Second level</a:t>
            </a:r>
          </a:p>
          <a:p>
            <a:pPr lvl="2"/>
            <a:r>
              <a:rPr lang="en-US"/>
              <a:t>Third level</a:t>
            </a:r>
          </a:p>
        </p:txBody>
      </p:sp>
      <p:sp>
        <p:nvSpPr>
          <p:cNvPr id="19" name="Text Placeholder 17">
            <a:extLst>
              <a:ext uri="{FF2B5EF4-FFF2-40B4-BE49-F238E27FC236}">
                <a16:creationId xmlns:a16="http://schemas.microsoft.com/office/drawing/2014/main" id="{03C76AD3-B446-33B3-D6A6-D34A7B1A9CA9}"/>
              </a:ext>
            </a:extLst>
          </p:cNvPr>
          <p:cNvSpPr>
            <a:spLocks noGrp="1"/>
          </p:cNvSpPr>
          <p:nvPr>
            <p:ph type="body" sz="quarter" idx="18" hasCustomPrompt="1"/>
          </p:nvPr>
        </p:nvSpPr>
        <p:spPr>
          <a:xfrm>
            <a:off x="826471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20" name="Text Placeholder 8">
            <a:extLst>
              <a:ext uri="{FF2B5EF4-FFF2-40B4-BE49-F238E27FC236}">
                <a16:creationId xmlns:a16="http://schemas.microsoft.com/office/drawing/2014/main" id="{EA4DB68B-5ABD-7BD4-0D0C-E218D955694D}"/>
              </a:ext>
            </a:extLst>
          </p:cNvPr>
          <p:cNvSpPr>
            <a:spLocks noGrp="1"/>
          </p:cNvSpPr>
          <p:nvPr>
            <p:ph type="body" sz="quarter" idx="19" hasCustomPrompt="1"/>
          </p:nvPr>
        </p:nvSpPr>
        <p:spPr>
          <a:xfrm>
            <a:off x="826471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21" name="Text Placeholder 12">
            <a:extLst>
              <a:ext uri="{FF2B5EF4-FFF2-40B4-BE49-F238E27FC236}">
                <a16:creationId xmlns:a16="http://schemas.microsoft.com/office/drawing/2014/main" id="{9E284295-AA76-A820-A4B4-F649763A5346}"/>
              </a:ext>
            </a:extLst>
          </p:cNvPr>
          <p:cNvSpPr>
            <a:spLocks noGrp="1"/>
          </p:cNvSpPr>
          <p:nvPr>
            <p:ph type="body" sz="quarter" idx="20"/>
          </p:nvPr>
        </p:nvSpPr>
        <p:spPr>
          <a:xfrm>
            <a:off x="8264435" y="3740277"/>
            <a:ext cx="3216914" cy="989438"/>
          </a:xfrm>
        </p:spPr>
        <p:txBody>
          <a:bodyPr wrap="square">
            <a:spAutoFit/>
          </a:body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55941709"/>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Content-04">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86"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86"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2478986" cy="1294137"/>
          </a:xfrm>
        </p:spPr>
        <p:txBody>
          <a:bodyPr wrap="square">
            <a:spAutoFit/>
          </a:bodyPr>
          <a:lstStyle/>
          <a:p>
            <a:pPr lvl="0"/>
            <a:r>
              <a:rPr lang="en-US"/>
              <a:t>Click to edit Master text styles</a:t>
            </a:r>
          </a:p>
          <a:p>
            <a:pPr lvl="1"/>
            <a:r>
              <a:rPr lang="en-US"/>
              <a:t>Second level</a:t>
            </a:r>
          </a:p>
          <a:p>
            <a:pPr lvl="2"/>
            <a:r>
              <a:rPr lang="en-US"/>
              <a:t>Third level</a:t>
            </a:r>
          </a:p>
        </p:txBody>
      </p:sp>
      <p:sp>
        <p:nvSpPr>
          <p:cNvPr id="4" name="Text Placeholder 17">
            <a:extLst>
              <a:ext uri="{FF2B5EF4-FFF2-40B4-BE49-F238E27FC236}">
                <a16:creationId xmlns:a16="http://schemas.microsoft.com/office/drawing/2014/main" id="{A7841F65-A264-9942-011F-C0257234F038}"/>
              </a:ext>
            </a:extLst>
          </p:cNvPr>
          <p:cNvSpPr>
            <a:spLocks noGrp="1"/>
          </p:cNvSpPr>
          <p:nvPr>
            <p:ph type="body" sz="quarter" idx="15" hasCustomPrompt="1"/>
          </p:nvPr>
        </p:nvSpPr>
        <p:spPr>
          <a:xfrm>
            <a:off x="3370044"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6" name="Text Placeholder 8">
            <a:extLst>
              <a:ext uri="{FF2B5EF4-FFF2-40B4-BE49-F238E27FC236}">
                <a16:creationId xmlns:a16="http://schemas.microsoft.com/office/drawing/2014/main" id="{C15516F4-558F-C634-22F7-1F2C190C2A1A}"/>
              </a:ext>
            </a:extLst>
          </p:cNvPr>
          <p:cNvSpPr>
            <a:spLocks noGrp="1"/>
          </p:cNvSpPr>
          <p:nvPr>
            <p:ph type="body" sz="quarter" idx="16" hasCustomPrompt="1"/>
          </p:nvPr>
        </p:nvSpPr>
        <p:spPr>
          <a:xfrm>
            <a:off x="3370044"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7" name="Text Placeholder 12">
            <a:extLst>
              <a:ext uri="{FF2B5EF4-FFF2-40B4-BE49-F238E27FC236}">
                <a16:creationId xmlns:a16="http://schemas.microsoft.com/office/drawing/2014/main" id="{D46D04B0-DA90-F948-8623-D10B3ED438A3}"/>
              </a:ext>
            </a:extLst>
          </p:cNvPr>
          <p:cNvSpPr>
            <a:spLocks noGrp="1"/>
          </p:cNvSpPr>
          <p:nvPr>
            <p:ph type="body" sz="quarter" idx="17"/>
          </p:nvPr>
        </p:nvSpPr>
        <p:spPr>
          <a:xfrm>
            <a:off x="3369773" y="3740277"/>
            <a:ext cx="2478986" cy="1294137"/>
          </a:xfrm>
        </p:spPr>
        <p:txBody>
          <a:bodyPr wrap="square">
            <a:spAutoFit/>
          </a:bodyPr>
          <a:lstStyle/>
          <a:p>
            <a:pPr lvl="0"/>
            <a:r>
              <a:rPr lang="en-US"/>
              <a:t>Click to edit Master text styles</a:t>
            </a:r>
          </a:p>
          <a:p>
            <a:pPr lvl="1"/>
            <a:r>
              <a:rPr lang="en-US"/>
              <a:t>Second level</a:t>
            </a:r>
          </a:p>
          <a:p>
            <a:pPr lvl="2"/>
            <a:r>
              <a:rPr lang="en-US"/>
              <a:t>Third level</a:t>
            </a:r>
          </a:p>
        </p:txBody>
      </p:sp>
      <p:sp>
        <p:nvSpPr>
          <p:cNvPr id="8" name="Text Placeholder 17">
            <a:extLst>
              <a:ext uri="{FF2B5EF4-FFF2-40B4-BE49-F238E27FC236}">
                <a16:creationId xmlns:a16="http://schemas.microsoft.com/office/drawing/2014/main" id="{C45E5508-18D4-B8A0-9554-18C8CC7BA633}"/>
              </a:ext>
            </a:extLst>
          </p:cNvPr>
          <p:cNvSpPr>
            <a:spLocks noGrp="1"/>
          </p:cNvSpPr>
          <p:nvPr>
            <p:ph type="body" sz="quarter" idx="18" hasCustomPrompt="1"/>
          </p:nvPr>
        </p:nvSpPr>
        <p:spPr>
          <a:xfrm>
            <a:off x="6217771"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0" name="Text Placeholder 8">
            <a:extLst>
              <a:ext uri="{FF2B5EF4-FFF2-40B4-BE49-F238E27FC236}">
                <a16:creationId xmlns:a16="http://schemas.microsoft.com/office/drawing/2014/main" id="{9B9FC0B2-A2E1-EE23-DD92-95D99FB7FCBC}"/>
              </a:ext>
            </a:extLst>
          </p:cNvPr>
          <p:cNvSpPr>
            <a:spLocks noGrp="1"/>
          </p:cNvSpPr>
          <p:nvPr>
            <p:ph type="body" sz="quarter" idx="19" hasCustomPrompt="1"/>
          </p:nvPr>
        </p:nvSpPr>
        <p:spPr>
          <a:xfrm>
            <a:off x="6217771"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1" name="Text Placeholder 12">
            <a:extLst>
              <a:ext uri="{FF2B5EF4-FFF2-40B4-BE49-F238E27FC236}">
                <a16:creationId xmlns:a16="http://schemas.microsoft.com/office/drawing/2014/main" id="{9AD3BD22-757B-EEDC-2BED-851D01FAD009}"/>
              </a:ext>
            </a:extLst>
          </p:cNvPr>
          <p:cNvSpPr>
            <a:spLocks noGrp="1"/>
          </p:cNvSpPr>
          <p:nvPr>
            <p:ph type="body" sz="quarter" idx="20"/>
          </p:nvPr>
        </p:nvSpPr>
        <p:spPr>
          <a:xfrm>
            <a:off x="6217500" y="3740277"/>
            <a:ext cx="2478986" cy="1294137"/>
          </a:xfrm>
        </p:spPr>
        <p:txBody>
          <a:bodyPr wrap="square">
            <a:spAutoFit/>
          </a:bodyPr>
          <a:lstStyle/>
          <a:p>
            <a:pPr lvl="0"/>
            <a:r>
              <a:rPr lang="en-US"/>
              <a:t>Click to edit Master text styles</a:t>
            </a:r>
          </a:p>
          <a:p>
            <a:pPr lvl="1"/>
            <a:r>
              <a:rPr lang="en-US"/>
              <a:t>Second level</a:t>
            </a:r>
          </a:p>
          <a:p>
            <a:pPr lvl="2"/>
            <a:r>
              <a:rPr lang="en-US"/>
              <a:t>Third level</a:t>
            </a:r>
          </a:p>
        </p:txBody>
      </p:sp>
      <p:sp>
        <p:nvSpPr>
          <p:cNvPr id="12" name="Text Placeholder 17">
            <a:extLst>
              <a:ext uri="{FF2B5EF4-FFF2-40B4-BE49-F238E27FC236}">
                <a16:creationId xmlns:a16="http://schemas.microsoft.com/office/drawing/2014/main" id="{5E75D8B7-36BA-C036-3008-ED7181EA29CE}"/>
              </a:ext>
            </a:extLst>
          </p:cNvPr>
          <p:cNvSpPr>
            <a:spLocks noGrp="1"/>
          </p:cNvSpPr>
          <p:nvPr>
            <p:ph type="body" sz="quarter" idx="21" hasCustomPrompt="1"/>
          </p:nvPr>
        </p:nvSpPr>
        <p:spPr>
          <a:xfrm>
            <a:off x="9065399"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4" name="Text Placeholder 8">
            <a:extLst>
              <a:ext uri="{FF2B5EF4-FFF2-40B4-BE49-F238E27FC236}">
                <a16:creationId xmlns:a16="http://schemas.microsoft.com/office/drawing/2014/main" id="{BD2C72CE-2AC1-03E8-EC6E-6628A5C8EE8B}"/>
              </a:ext>
            </a:extLst>
          </p:cNvPr>
          <p:cNvSpPr>
            <a:spLocks noGrp="1"/>
          </p:cNvSpPr>
          <p:nvPr>
            <p:ph type="body" sz="quarter" idx="22" hasCustomPrompt="1"/>
          </p:nvPr>
        </p:nvSpPr>
        <p:spPr>
          <a:xfrm>
            <a:off x="9065399"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5" name="Text Placeholder 12">
            <a:extLst>
              <a:ext uri="{FF2B5EF4-FFF2-40B4-BE49-F238E27FC236}">
                <a16:creationId xmlns:a16="http://schemas.microsoft.com/office/drawing/2014/main" id="{C86AC0A8-2096-FDDC-FEAB-27E8D3456BF7}"/>
              </a:ext>
            </a:extLst>
          </p:cNvPr>
          <p:cNvSpPr>
            <a:spLocks noGrp="1"/>
          </p:cNvSpPr>
          <p:nvPr>
            <p:ph type="body" sz="quarter" idx="23"/>
          </p:nvPr>
        </p:nvSpPr>
        <p:spPr>
          <a:xfrm>
            <a:off x="9065128" y="3740277"/>
            <a:ext cx="2478986" cy="1294137"/>
          </a:xfrm>
        </p:spPr>
        <p:txBody>
          <a:bodyPr wrap="square">
            <a:spAutoFit/>
          </a:body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045132800"/>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1CE7E595-5C3F-0BAF-330D-65E2AD801F66}"/>
              </a:ext>
            </a:extLst>
          </p:cNvPr>
          <p:cNvSpPr>
            <a:spLocks noGrp="1"/>
          </p:cNvSpPr>
          <p:nvPr>
            <p:ph type="body" sz="quarter" idx="18" hasCustomPrompt="1"/>
          </p:nvPr>
        </p:nvSpPr>
        <p:spPr>
          <a:xfrm>
            <a:off x="4571323" y="1133918"/>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9" name="Text Placeholder 7">
            <a:extLst>
              <a:ext uri="{FF2B5EF4-FFF2-40B4-BE49-F238E27FC236}">
                <a16:creationId xmlns:a16="http://schemas.microsoft.com/office/drawing/2014/main" id="{00B49552-BA81-9DEE-DBCE-F9356D66374D}"/>
              </a:ext>
            </a:extLst>
          </p:cNvPr>
          <p:cNvSpPr>
            <a:spLocks noGrp="1"/>
          </p:cNvSpPr>
          <p:nvPr>
            <p:ph type="body" sz="quarter" idx="19" hasCustomPrompt="1"/>
          </p:nvPr>
        </p:nvSpPr>
        <p:spPr>
          <a:xfrm>
            <a:off x="4571323" y="1793136"/>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0" name="Text Placeholder 7">
            <a:extLst>
              <a:ext uri="{FF2B5EF4-FFF2-40B4-BE49-F238E27FC236}">
                <a16:creationId xmlns:a16="http://schemas.microsoft.com/office/drawing/2014/main" id="{03CD231C-30AC-3339-A90C-FF099FDCE126}"/>
              </a:ext>
            </a:extLst>
          </p:cNvPr>
          <p:cNvSpPr>
            <a:spLocks noGrp="1"/>
          </p:cNvSpPr>
          <p:nvPr>
            <p:ph type="body" sz="quarter" idx="20" hasCustomPrompt="1"/>
          </p:nvPr>
        </p:nvSpPr>
        <p:spPr>
          <a:xfrm>
            <a:off x="4571323" y="2452355"/>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1" name="Text Placeholder 7">
            <a:extLst>
              <a:ext uri="{FF2B5EF4-FFF2-40B4-BE49-F238E27FC236}">
                <a16:creationId xmlns:a16="http://schemas.microsoft.com/office/drawing/2014/main" id="{8982B152-EDC0-3186-CD84-DAB96BF42494}"/>
              </a:ext>
            </a:extLst>
          </p:cNvPr>
          <p:cNvSpPr>
            <a:spLocks noGrp="1"/>
          </p:cNvSpPr>
          <p:nvPr>
            <p:ph type="body" sz="quarter" idx="21" hasCustomPrompt="1"/>
          </p:nvPr>
        </p:nvSpPr>
        <p:spPr>
          <a:xfrm>
            <a:off x="4571323" y="3111573"/>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8" name="Text Placeholder 7">
            <a:extLst>
              <a:ext uri="{FF2B5EF4-FFF2-40B4-BE49-F238E27FC236}">
                <a16:creationId xmlns:a16="http://schemas.microsoft.com/office/drawing/2014/main" id="{356610AF-C4CC-A0BF-AEC5-6E3BDD36D990}"/>
              </a:ext>
            </a:extLst>
          </p:cNvPr>
          <p:cNvSpPr>
            <a:spLocks noGrp="1"/>
          </p:cNvSpPr>
          <p:nvPr>
            <p:ph type="body" sz="quarter" idx="22" hasCustomPrompt="1"/>
          </p:nvPr>
        </p:nvSpPr>
        <p:spPr>
          <a:xfrm>
            <a:off x="4571323" y="3770791"/>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9" name="Text Placeholder 7">
            <a:extLst>
              <a:ext uri="{FF2B5EF4-FFF2-40B4-BE49-F238E27FC236}">
                <a16:creationId xmlns:a16="http://schemas.microsoft.com/office/drawing/2014/main" id="{71249665-4BF1-BC80-9E3E-27C6AC131E05}"/>
              </a:ext>
            </a:extLst>
          </p:cNvPr>
          <p:cNvSpPr>
            <a:spLocks noGrp="1"/>
          </p:cNvSpPr>
          <p:nvPr>
            <p:ph type="body" sz="quarter" idx="23" hasCustomPrompt="1"/>
          </p:nvPr>
        </p:nvSpPr>
        <p:spPr>
          <a:xfrm>
            <a:off x="4571323" y="4430010"/>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20" name="Text Placeholder 7">
            <a:extLst>
              <a:ext uri="{FF2B5EF4-FFF2-40B4-BE49-F238E27FC236}">
                <a16:creationId xmlns:a16="http://schemas.microsoft.com/office/drawing/2014/main" id="{5AF120EB-8D6E-49DB-0DA5-20F61C819518}"/>
              </a:ext>
            </a:extLst>
          </p:cNvPr>
          <p:cNvSpPr>
            <a:spLocks noGrp="1"/>
          </p:cNvSpPr>
          <p:nvPr>
            <p:ph type="body" sz="quarter" idx="24" hasCustomPrompt="1"/>
          </p:nvPr>
        </p:nvSpPr>
        <p:spPr>
          <a:xfrm>
            <a:off x="4571323" y="5089229"/>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pic>
        <p:nvPicPr>
          <p:cNvPr id="21" name="Graphic 20">
            <a:extLst>
              <a:ext uri="{FF2B5EF4-FFF2-40B4-BE49-F238E27FC236}">
                <a16:creationId xmlns:a16="http://schemas.microsoft.com/office/drawing/2014/main" id="{B6EDFCBE-296B-864F-13E7-245D40ED0C39}"/>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647542" y="1793136"/>
            <a:ext cx="789191" cy="789191"/>
          </a:xfrm>
          <a:prstGeom prst="rect">
            <a:avLst/>
          </a:prstGeom>
        </p:spPr>
      </p:pic>
      <p:pic>
        <p:nvPicPr>
          <p:cNvPr id="22" name="Graphic 21">
            <a:extLst>
              <a:ext uri="{FF2B5EF4-FFF2-40B4-BE49-F238E27FC236}">
                <a16:creationId xmlns:a16="http://schemas.microsoft.com/office/drawing/2014/main" id="{D5A0CFA2-F296-A8B7-CB70-C9D00D9E3C9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5" name="Text Placeholder 17">
            <a:extLst>
              <a:ext uri="{FF2B5EF4-FFF2-40B4-BE49-F238E27FC236}">
                <a16:creationId xmlns:a16="http://schemas.microsoft.com/office/drawing/2014/main" id="{7CD097DB-9618-CDB1-1F1F-B033BC4801EA}"/>
              </a:ext>
            </a:extLst>
          </p:cNvPr>
          <p:cNvSpPr>
            <a:spLocks noGrp="1"/>
          </p:cNvSpPr>
          <p:nvPr>
            <p:ph type="body" sz="quarter" idx="10" hasCustomPrompt="1"/>
          </p:nvPr>
        </p:nvSpPr>
        <p:spPr>
          <a:xfrm>
            <a:off x="352660" y="2735750"/>
            <a:ext cx="3358665" cy="944810"/>
          </a:xfrm>
        </p:spPr>
        <p:txBody>
          <a:bodyPr wrap="square">
            <a:spAutoFit/>
          </a:bodyPr>
          <a:lstStyle>
            <a:lvl1pPr marL="0" indent="0" algn="ctr">
              <a:lnSpc>
                <a:spcPct val="90000"/>
              </a:lnSpc>
              <a:spcBef>
                <a:spcPts val="0"/>
              </a:spcBef>
              <a:buNone/>
              <a:defRPr sz="3400" b="1">
                <a:solidFill>
                  <a:schemeClr val="bg1"/>
                </a:solidFill>
              </a:defRPr>
            </a:lvl1pPr>
          </a:lstStyle>
          <a:p>
            <a:pPr lvl="0"/>
            <a:r>
              <a:rPr lang="en-US" dirty="0"/>
              <a:t>Agenda or Table of Contents</a:t>
            </a:r>
          </a:p>
        </p:txBody>
      </p:sp>
    </p:spTree>
    <p:extLst>
      <p:ext uri="{BB962C8B-B14F-4D97-AF65-F5344CB8AC3E}">
        <p14:creationId xmlns:p14="http://schemas.microsoft.com/office/powerpoint/2010/main" val="1716587294"/>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Breaker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11D55CDA-462C-A7FF-EE12-3FDD8DDBC2F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10" name="TextBox 9">
            <a:extLst>
              <a:ext uri="{FF2B5EF4-FFF2-40B4-BE49-F238E27FC236}">
                <a16:creationId xmlns:a16="http://schemas.microsoft.com/office/drawing/2014/main" id="{490D0730-EC65-31BF-A4FA-992A99E0E4CF}"/>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698381746"/>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Breaker Dark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BE3200C5-B5A9-AC44-9200-784DFC63364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A2BD6F6F-F10E-C53F-032B-188519D8D1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2" name="TextBox 1">
            <a:extLst>
              <a:ext uri="{FF2B5EF4-FFF2-40B4-BE49-F238E27FC236}">
                <a16:creationId xmlns:a16="http://schemas.microsoft.com/office/drawing/2014/main" id="{8460C111-1CB1-186F-BF66-55001B5779EA}"/>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528274384"/>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Breaker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tx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8E4133EC-B264-3D5F-9CF5-94A59CFE1B1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Box 1">
            <a:extLst>
              <a:ext uri="{FF2B5EF4-FFF2-40B4-BE49-F238E27FC236}">
                <a16:creationId xmlns:a16="http://schemas.microsoft.com/office/drawing/2014/main" id="{642BD9AE-C83A-9EF9-F573-61A0E81EA594}"/>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918314221"/>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PUR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563089" y="3740277"/>
            <a:ext cx="5232717" cy="1684948"/>
          </a:xfrm>
        </p:spPr>
        <p:txBody>
          <a:bodyPr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Graphic 1">
            <a:extLst>
              <a:ext uri="{FF2B5EF4-FFF2-40B4-BE49-F238E27FC236}">
                <a16:creationId xmlns:a16="http://schemas.microsoft.com/office/drawing/2014/main" id="{017A8F2F-9330-25BE-0D2E-902E66CDE27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5984782"/>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Gray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p:nvSpPr>
        <p:spPr>
          <a:xfrm>
            <a:off x="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2" name="Graphic 11">
            <a:extLst>
              <a:ext uri="{FF2B5EF4-FFF2-40B4-BE49-F238E27FC236}">
                <a16:creationId xmlns:a16="http://schemas.microsoft.com/office/drawing/2014/main" id="{989C4F93-BF72-9EDD-88A7-D0623456593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3635230709"/>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Green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p:nvSpPr>
        <p:spPr>
          <a:xfrm>
            <a:off x="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2" name="Graphic 11">
            <a:extLst>
              <a:ext uri="{FF2B5EF4-FFF2-40B4-BE49-F238E27FC236}">
                <a16:creationId xmlns:a16="http://schemas.microsoft.com/office/drawing/2014/main" id="{AB1728AA-35B4-4BD9-8922-5A10B50EFB7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3090929814"/>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PUR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Graphic 1">
            <a:extLst>
              <a:ext uri="{FF2B5EF4-FFF2-40B4-BE49-F238E27FC236}">
                <a16:creationId xmlns:a16="http://schemas.microsoft.com/office/drawing/2014/main" id="{01D50BC8-C95D-425B-652A-2D581ADCD81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1177549717"/>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Gray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9" name="Graphic 8">
            <a:extLst>
              <a:ext uri="{FF2B5EF4-FFF2-40B4-BE49-F238E27FC236}">
                <a16:creationId xmlns:a16="http://schemas.microsoft.com/office/drawing/2014/main" id="{E5FB72CE-435D-5F45-16B1-4A77B79AF3C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2116388958"/>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Green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9" name="Graphic 8">
            <a:extLst>
              <a:ext uri="{FF2B5EF4-FFF2-40B4-BE49-F238E27FC236}">
                <a16:creationId xmlns:a16="http://schemas.microsoft.com/office/drawing/2014/main" id="{65A4C054-B1C8-E492-ADA1-D665C51553F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3789433688"/>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Image-Right">
    <p:spTree>
      <p:nvGrpSpPr>
        <p:cNvPr id="1" name=""/>
        <p:cNvGrpSpPr/>
        <p:nvPr/>
      </p:nvGrpSpPr>
      <p:grpSpPr>
        <a:xfrm>
          <a:off x="0" y="0"/>
          <a:ext cx="0" cy="0"/>
          <a:chOff x="0" y="0"/>
          <a:chExt cx="0" cy="0"/>
        </a:xfrm>
      </p:grpSpPr>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38630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38630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386035" y="4139291"/>
            <a:ext cx="5008456" cy="1684948"/>
          </a:xfrm>
        </p:spPr>
        <p:txBody>
          <a:bodyPr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6096000" y="0"/>
            <a:ext cx="6096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1141149675"/>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Image-Lef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6096000" cy="6858000"/>
          </a:xfrm>
        </p:spPr>
        <p:txBody>
          <a:bodyPr anchor="ctr" anchorCtr="0">
            <a:noAutofit/>
          </a:bodyPr>
          <a:lstStyle>
            <a:lvl1pPr marL="0" indent="0" algn="ctr">
              <a:buNone/>
              <a:defRPr/>
            </a:lvl1pPr>
          </a:lstStyle>
          <a:p>
            <a:r>
              <a:rPr lang="en-US" dirty="0"/>
              <a:t>[Click to insert image]</a:t>
            </a:r>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666491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66518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66518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664915" y="4139291"/>
            <a:ext cx="5008456" cy="1684948"/>
          </a:xfrm>
        </p:spPr>
        <p:txBody>
          <a:bodyPr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307631407"/>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p:cSld name="Full Page Imag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12192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4168904027"/>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p:cSld name="EFrame Image Purple">
    <p:spTree>
      <p:nvGrpSpPr>
        <p:cNvPr id="1" name=""/>
        <p:cNvGrpSpPr/>
        <p:nvPr/>
      </p:nvGrpSpPr>
      <p:grpSpPr>
        <a:xfrm>
          <a:off x="0" y="0"/>
          <a:ext cx="0" cy="0"/>
          <a:chOff x="0" y="0"/>
          <a:chExt cx="0" cy="0"/>
        </a:xfrm>
      </p:grpSpPr>
      <p:sp>
        <p:nvSpPr>
          <p:cNvPr id="51" name="Rectangle 50">
            <a:extLst>
              <a:ext uri="{FF2B5EF4-FFF2-40B4-BE49-F238E27FC236}">
                <a16:creationId xmlns:a16="http://schemas.microsoft.com/office/drawing/2014/main" id="{5AACD76F-5A98-DE42-2012-2E4698A70B32}"/>
              </a:ext>
            </a:extLst>
          </p:cNvPr>
          <p:cNvSpPr/>
          <p:nvPr/>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Picture Placeholder 43">
            <a:extLst>
              <a:ext uri="{FF2B5EF4-FFF2-40B4-BE49-F238E27FC236}">
                <a16:creationId xmlns:a16="http://schemas.microsoft.com/office/drawing/2014/main" id="{C5980322-EF45-73EA-F45B-05C3C55E7CE2}"/>
              </a:ext>
            </a:extLst>
          </p:cNvPr>
          <p:cNvSpPr>
            <a:spLocks noGrp="1"/>
          </p:cNvSpPr>
          <p:nvPr>
            <p:ph type="pic" sz="quarter" idx="13" hasCustomPrompt="1"/>
          </p:nvPr>
        </p:nvSpPr>
        <p:spPr>
          <a:xfrm>
            <a:off x="5337810" y="573881"/>
            <a:ext cx="6854190" cy="5710237"/>
          </a:xfrm>
          <a:custGeom>
            <a:avLst/>
            <a:gdLst>
              <a:gd name="connsiteX0" fmla="*/ 0 w 6854190"/>
              <a:gd name="connsiteY0" fmla="*/ 0 h 5710237"/>
              <a:gd name="connsiteX1" fmla="*/ 3816350 w 6854190"/>
              <a:gd name="connsiteY1" fmla="*/ 0 h 5710237"/>
              <a:gd name="connsiteX2" fmla="*/ 3816350 w 6854190"/>
              <a:gd name="connsiteY2" fmla="*/ 1 h 5710237"/>
              <a:gd name="connsiteX3" fmla="*/ 6854190 w 6854190"/>
              <a:gd name="connsiteY3" fmla="*/ 1 h 5710237"/>
              <a:gd name="connsiteX4" fmla="*/ 6854190 w 6854190"/>
              <a:gd name="connsiteY4" fmla="*/ 1513523 h 5710237"/>
              <a:gd name="connsiteX5" fmla="*/ 3816350 w 6854190"/>
              <a:gd name="connsiteY5" fmla="*/ 1513523 h 5710237"/>
              <a:gd name="connsiteX6" fmla="*/ 3816350 w 6854190"/>
              <a:gd name="connsiteY6" fmla="*/ 2093595 h 5710237"/>
              <a:gd name="connsiteX7" fmla="*/ 6284595 w 6854190"/>
              <a:gd name="connsiteY7" fmla="*/ 2093595 h 5710237"/>
              <a:gd name="connsiteX8" fmla="*/ 6284595 w 6854190"/>
              <a:gd name="connsiteY8" fmla="*/ 3607117 h 5710237"/>
              <a:gd name="connsiteX9" fmla="*/ 3816350 w 6854190"/>
              <a:gd name="connsiteY9" fmla="*/ 3607117 h 5710237"/>
              <a:gd name="connsiteX10" fmla="*/ 3816350 w 6854190"/>
              <a:gd name="connsiteY10" fmla="*/ 4196715 h 5710237"/>
              <a:gd name="connsiteX11" fmla="*/ 6854190 w 6854190"/>
              <a:gd name="connsiteY11" fmla="*/ 4196715 h 5710237"/>
              <a:gd name="connsiteX12" fmla="*/ 6854190 w 6854190"/>
              <a:gd name="connsiteY12" fmla="*/ 5710237 h 5710237"/>
              <a:gd name="connsiteX13" fmla="*/ 3816350 w 6854190"/>
              <a:gd name="connsiteY13" fmla="*/ 5710237 h 5710237"/>
              <a:gd name="connsiteX14" fmla="*/ 3037840 w 6854190"/>
              <a:gd name="connsiteY14" fmla="*/ 5710237 h 5710237"/>
              <a:gd name="connsiteX15" fmla="*/ 0 w 6854190"/>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854190" h="5710237">
                <a:moveTo>
                  <a:pt x="0" y="0"/>
                </a:moveTo>
                <a:lnTo>
                  <a:pt x="3816350" y="0"/>
                </a:lnTo>
                <a:lnTo>
                  <a:pt x="3816350" y="1"/>
                </a:lnTo>
                <a:lnTo>
                  <a:pt x="6854190" y="1"/>
                </a:lnTo>
                <a:lnTo>
                  <a:pt x="6854190" y="1513523"/>
                </a:lnTo>
                <a:lnTo>
                  <a:pt x="3816350" y="1513523"/>
                </a:lnTo>
                <a:lnTo>
                  <a:pt x="3816350" y="2093595"/>
                </a:lnTo>
                <a:lnTo>
                  <a:pt x="6284595" y="2093595"/>
                </a:lnTo>
                <a:lnTo>
                  <a:pt x="6284595" y="3607117"/>
                </a:lnTo>
                <a:lnTo>
                  <a:pt x="3816350" y="3607117"/>
                </a:lnTo>
                <a:lnTo>
                  <a:pt x="3816350" y="4196715"/>
                </a:lnTo>
                <a:lnTo>
                  <a:pt x="6854190" y="4196715"/>
                </a:lnTo>
                <a:lnTo>
                  <a:pt x="6854190" y="5710237"/>
                </a:lnTo>
                <a:lnTo>
                  <a:pt x="3816350" y="5710237"/>
                </a:lnTo>
                <a:lnTo>
                  <a:pt x="3037840"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7" name="Text Placeholder 17">
            <a:extLst>
              <a:ext uri="{FF2B5EF4-FFF2-40B4-BE49-F238E27FC236}">
                <a16:creationId xmlns:a16="http://schemas.microsoft.com/office/drawing/2014/main" id="{72A36242-E96D-BCC5-8B9A-F727F91C17DD}"/>
              </a:ext>
            </a:extLst>
          </p:cNvPr>
          <p:cNvSpPr>
            <a:spLocks noGrp="1"/>
          </p:cNvSpPr>
          <p:nvPr>
            <p:ph type="body" sz="quarter" idx="10" hasCustomPrompt="1"/>
          </p:nvPr>
        </p:nvSpPr>
        <p:spPr>
          <a:xfrm>
            <a:off x="386035" y="1112251"/>
            <a:ext cx="4317994" cy="944810"/>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endParaRPr lang="en-US" dirty="0"/>
          </a:p>
        </p:txBody>
      </p:sp>
      <p:sp>
        <p:nvSpPr>
          <p:cNvPr id="48" name="Text Placeholder 17">
            <a:extLst>
              <a:ext uri="{FF2B5EF4-FFF2-40B4-BE49-F238E27FC236}">
                <a16:creationId xmlns:a16="http://schemas.microsoft.com/office/drawing/2014/main" id="{E033C30C-F4BF-DEFA-8C82-E924E66CF321}"/>
              </a:ext>
            </a:extLst>
          </p:cNvPr>
          <p:cNvSpPr>
            <a:spLocks noGrp="1"/>
          </p:cNvSpPr>
          <p:nvPr>
            <p:ph type="body" sz="quarter" idx="12" hasCustomPrompt="1"/>
          </p:nvPr>
        </p:nvSpPr>
        <p:spPr>
          <a:xfrm>
            <a:off x="386305" y="2467715"/>
            <a:ext cx="4317775" cy="555793"/>
          </a:xfrm>
        </p:spPr>
        <p:txBody>
          <a:bodyPr wrap="square">
            <a:spAutoFit/>
          </a:bodyPr>
          <a:lstStyle>
            <a:lvl1pPr marL="0" indent="0">
              <a:lnSpc>
                <a:spcPct val="90000"/>
              </a:lnSpc>
              <a:spcBef>
                <a:spcPts val="0"/>
              </a:spcBef>
              <a:buNone/>
              <a:defRPr sz="2000" b="1">
                <a:solidFill>
                  <a:schemeClr val="bg1"/>
                </a:solidFill>
              </a:defRPr>
            </a:lvl1pPr>
          </a:lstStyle>
          <a:p>
            <a:pPr lvl="0"/>
            <a:r>
              <a:rPr lang="en-US" dirty="0"/>
              <a:t>Subhead culpa qui official arum </a:t>
            </a:r>
            <a:r>
              <a:rPr lang="en-US" dirty="0" err="1"/>
              <a:t>quidem</a:t>
            </a:r>
            <a:r>
              <a:rPr lang="en-US" dirty="0"/>
              <a:t> rerum facilis</a:t>
            </a:r>
          </a:p>
        </p:txBody>
      </p:sp>
      <p:sp>
        <p:nvSpPr>
          <p:cNvPr id="49" name="Text Placeholder 8">
            <a:extLst>
              <a:ext uri="{FF2B5EF4-FFF2-40B4-BE49-F238E27FC236}">
                <a16:creationId xmlns:a16="http://schemas.microsoft.com/office/drawing/2014/main" id="{A0F481E4-FC0E-C80A-C2EC-B76F27D262A7}"/>
              </a:ext>
            </a:extLst>
          </p:cNvPr>
          <p:cNvSpPr>
            <a:spLocks noGrp="1"/>
          </p:cNvSpPr>
          <p:nvPr>
            <p:ph type="body" sz="quarter" idx="14" hasCustomPrompt="1"/>
          </p:nvPr>
        </p:nvSpPr>
        <p:spPr>
          <a:xfrm>
            <a:off x="386305" y="3130525"/>
            <a:ext cx="4317775" cy="901850"/>
          </a:xfrm>
        </p:spPr>
        <p:txBody>
          <a:bodyPr wrap="square">
            <a:spAutoFit/>
          </a:bodyPr>
          <a:lstStyle>
            <a:lvl1pPr marL="0" indent="0">
              <a:buNone/>
              <a:defRPr sz="1800">
                <a:solidFill>
                  <a:schemeClr val="bg1"/>
                </a:solidFill>
              </a:defRPr>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a:t>
            </a:r>
          </a:p>
        </p:txBody>
      </p:sp>
      <p:sp>
        <p:nvSpPr>
          <p:cNvPr id="50" name="Text Placeholder 12">
            <a:extLst>
              <a:ext uri="{FF2B5EF4-FFF2-40B4-BE49-F238E27FC236}">
                <a16:creationId xmlns:a16="http://schemas.microsoft.com/office/drawing/2014/main" id="{F28319CA-55ED-F435-6422-E7CAE3A4E5C8}"/>
              </a:ext>
            </a:extLst>
          </p:cNvPr>
          <p:cNvSpPr>
            <a:spLocks noGrp="1"/>
          </p:cNvSpPr>
          <p:nvPr>
            <p:ph type="body" sz="quarter" idx="15"/>
          </p:nvPr>
        </p:nvSpPr>
        <p:spPr>
          <a:xfrm>
            <a:off x="386035" y="4155118"/>
            <a:ext cx="4317603" cy="1684948"/>
          </a:xfrm>
        </p:spPr>
        <p:txBody>
          <a:bodyPr wrap="square">
            <a:sp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Graphic 1">
            <a:extLst>
              <a:ext uri="{FF2B5EF4-FFF2-40B4-BE49-F238E27FC236}">
                <a16:creationId xmlns:a16="http://schemas.microsoft.com/office/drawing/2014/main" id="{E2FA6E33-C1DD-C1DE-7C6F-82957792F31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3" name="TextBox 2">
            <a:extLst>
              <a:ext uri="{FF2B5EF4-FFF2-40B4-BE49-F238E27FC236}">
                <a16:creationId xmlns:a16="http://schemas.microsoft.com/office/drawing/2014/main" id="{8D073452-E314-EB2D-1FC4-135DC2D7775F}"/>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4" name="TextBox 3">
            <a:extLst>
              <a:ext uri="{FF2B5EF4-FFF2-40B4-BE49-F238E27FC236}">
                <a16:creationId xmlns:a16="http://schemas.microsoft.com/office/drawing/2014/main" id="{A28DAA59-27D2-784E-D2A1-F51D07814DEC}"/>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3645145693"/>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p:cSld name="Quote Purpl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bg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bg1"/>
                </a:solidFill>
              </a:defRPr>
            </a:lvl1pPr>
          </a:lstStyle>
          <a:p>
            <a:pPr lvl="0"/>
            <a:r>
              <a:rPr lang="en-US" dirty="0"/>
              <a:t>First &amp; Last Name</a:t>
            </a:r>
          </a:p>
        </p:txBody>
      </p:sp>
      <p:pic>
        <p:nvPicPr>
          <p:cNvPr id="5" name="Graphic 4">
            <a:extLst>
              <a:ext uri="{FF2B5EF4-FFF2-40B4-BE49-F238E27FC236}">
                <a16:creationId xmlns:a16="http://schemas.microsoft.com/office/drawing/2014/main" id="{11D55CDA-462C-A7FF-EE12-3FDD8DDBC2F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2" name="Text Placeholder 17">
            <a:extLst>
              <a:ext uri="{FF2B5EF4-FFF2-40B4-BE49-F238E27FC236}">
                <a16:creationId xmlns:a16="http://schemas.microsoft.com/office/drawing/2014/main" id="{D05DB1F1-ACC3-B191-E3E7-7348B83D3D7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bg1"/>
                </a:solidFill>
              </a:defRPr>
            </a:lvl1pPr>
          </a:lstStyle>
          <a:p>
            <a:pPr lvl="0"/>
            <a:r>
              <a:rPr lang="en-US" dirty="0"/>
              <a:t>Title and Company or Institution</a:t>
            </a:r>
          </a:p>
        </p:txBody>
      </p:sp>
      <p:pic>
        <p:nvPicPr>
          <p:cNvPr id="4" name="Graphic 3">
            <a:extLst>
              <a:ext uri="{FF2B5EF4-FFF2-40B4-BE49-F238E27FC236}">
                <a16:creationId xmlns:a16="http://schemas.microsoft.com/office/drawing/2014/main" id="{3F44E2C7-6484-3A24-48A0-1EC4CE2E334F}"/>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5618540" y="1374718"/>
            <a:ext cx="954921" cy="954921"/>
          </a:xfrm>
          <a:prstGeom prst="rect">
            <a:avLst/>
          </a:prstGeom>
        </p:spPr>
      </p:pic>
      <p:sp>
        <p:nvSpPr>
          <p:cNvPr id="8" name="TextBox 7">
            <a:extLst>
              <a:ext uri="{FF2B5EF4-FFF2-40B4-BE49-F238E27FC236}">
                <a16:creationId xmlns:a16="http://schemas.microsoft.com/office/drawing/2014/main" id="{56538370-0C99-95AF-B7F2-D3F6183791A0}"/>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3551757463"/>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Quote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8E4133EC-B264-3D5F-9CF5-94A59CFE1B1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 Placeholder 17">
            <a:extLst>
              <a:ext uri="{FF2B5EF4-FFF2-40B4-BE49-F238E27FC236}">
                <a16:creationId xmlns:a16="http://schemas.microsoft.com/office/drawing/2014/main" id="{97C25E61-6B43-DBD5-C2CE-87847F39AAE2}"/>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tx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4" name="Text Placeholder 17">
            <a:extLst>
              <a:ext uri="{FF2B5EF4-FFF2-40B4-BE49-F238E27FC236}">
                <a16:creationId xmlns:a16="http://schemas.microsoft.com/office/drawing/2014/main" id="{FCEE0479-D5F9-CE3F-36E7-238BA0F4577F}"/>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tx1"/>
                </a:solidFill>
              </a:defRPr>
            </a:lvl1pPr>
          </a:lstStyle>
          <a:p>
            <a:pPr lvl="0"/>
            <a:r>
              <a:rPr lang="en-US" dirty="0"/>
              <a:t>First &amp; Last Name</a:t>
            </a:r>
          </a:p>
        </p:txBody>
      </p:sp>
      <p:sp>
        <p:nvSpPr>
          <p:cNvPr id="8" name="Text Placeholder 17">
            <a:extLst>
              <a:ext uri="{FF2B5EF4-FFF2-40B4-BE49-F238E27FC236}">
                <a16:creationId xmlns:a16="http://schemas.microsoft.com/office/drawing/2014/main" id="{A76AF4FC-9A53-DBD9-C4E3-8F3D9D7DB7D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tx1"/>
                </a:solidFill>
              </a:defRPr>
            </a:lvl1pPr>
          </a:lstStyle>
          <a:p>
            <a:pPr lvl="0"/>
            <a:r>
              <a:rPr lang="en-US" dirty="0"/>
              <a:t>Title and Company or Institution</a:t>
            </a:r>
          </a:p>
        </p:txBody>
      </p:sp>
      <p:pic>
        <p:nvPicPr>
          <p:cNvPr id="11" name="Graphic 10">
            <a:extLst>
              <a:ext uri="{FF2B5EF4-FFF2-40B4-BE49-F238E27FC236}">
                <a16:creationId xmlns:a16="http://schemas.microsoft.com/office/drawing/2014/main" id="{FF551E89-4ED8-FCF0-7E9B-2446F24111FB}"/>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5618540" y="1374718"/>
            <a:ext cx="954921" cy="954921"/>
          </a:xfrm>
          <a:prstGeom prst="rect">
            <a:avLst/>
          </a:prstGeom>
        </p:spPr>
      </p:pic>
      <p:sp>
        <p:nvSpPr>
          <p:cNvPr id="6" name="TextBox 5">
            <a:extLst>
              <a:ext uri="{FF2B5EF4-FFF2-40B4-BE49-F238E27FC236}">
                <a16:creationId xmlns:a16="http://schemas.microsoft.com/office/drawing/2014/main" id="{759FA4B8-B22A-02CB-D4E5-CDAF1F338C84}"/>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1546962107"/>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p:cSld name="Purple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p:nvSpPr>
        <p:spPr>
          <a:xfrm>
            <a:off x="0" y="2311400"/>
            <a:ext cx="12192000" cy="222250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p:nvSpPr>
        <p:spPr>
          <a:xfrm>
            <a:off x="0" y="4254500"/>
            <a:ext cx="12192000" cy="147319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p:nvSpPr>
        <p:spPr>
          <a:xfrm>
            <a:off x="0" y="5573109"/>
            <a:ext cx="12192000" cy="88157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DCC5AC45-371A-D1F2-3506-59FB4F407F5D}"/>
              </a:ext>
            </a:extLst>
          </p:cNvPr>
          <p:cNvSpPr/>
          <p:nvPr/>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solidFill>
                  <a:schemeClr val="bg1"/>
                </a:solidFill>
              </a:defRPr>
            </a:lvl1pPr>
          </a:lstStyle>
          <a:p>
            <a:pPr lvl="0"/>
            <a:r>
              <a:rPr lang="en-US" dirty="0"/>
              <a:t>Fourth level statement</a:t>
            </a:r>
          </a:p>
        </p:txBody>
      </p:sp>
      <p:pic>
        <p:nvPicPr>
          <p:cNvPr id="2" name="Graphic 1">
            <a:extLst>
              <a:ext uri="{FF2B5EF4-FFF2-40B4-BE49-F238E27FC236}">
                <a16:creationId xmlns:a16="http://schemas.microsoft.com/office/drawing/2014/main" id="{320A3CFF-FF3A-806C-4272-4BD562E4527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83CB4FD4-52E5-7743-832E-878711B6912D}"/>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6" name="TextBox 5">
            <a:extLst>
              <a:ext uri="{FF2B5EF4-FFF2-40B4-BE49-F238E27FC236}">
                <a16:creationId xmlns:a16="http://schemas.microsoft.com/office/drawing/2014/main" id="{8955BA75-BCED-43A8-374C-ED5B5EB749B9}"/>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1279914566"/>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p:cSld name="Green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p:nvSpPr>
        <p:spPr>
          <a:xfrm>
            <a:off x="0" y="2311400"/>
            <a:ext cx="12192000" cy="2222500"/>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p:nvSpPr>
        <p:spPr>
          <a:xfrm>
            <a:off x="0" y="4254500"/>
            <a:ext cx="12192000" cy="1473199"/>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p:nvSpPr>
        <p:spPr>
          <a:xfrm>
            <a:off x="0" y="5562599"/>
            <a:ext cx="12192000" cy="88157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lvl1pPr>
          </a:lstStyle>
          <a:p>
            <a:pPr lvl="0"/>
            <a:r>
              <a:rPr lang="en-US" dirty="0"/>
              <a:t>Fourth level statement</a:t>
            </a:r>
          </a:p>
        </p:txBody>
      </p:sp>
      <p:sp>
        <p:nvSpPr>
          <p:cNvPr id="2" name="Rectangle 1">
            <a:extLst>
              <a:ext uri="{FF2B5EF4-FFF2-40B4-BE49-F238E27FC236}">
                <a16:creationId xmlns:a16="http://schemas.microsoft.com/office/drawing/2014/main" id="{ABC92165-EA63-BA70-B09C-3AE3A0E3B988}"/>
              </a:ext>
            </a:extLst>
          </p:cNvPr>
          <p:cNvSpPr/>
          <p:nvPr/>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B8487BB2-49A0-1AD0-6AEA-A6BA00965FB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6D645B4-C9BC-C447-40CC-BED53F5C40F2}"/>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4" name="TextBox 3">
            <a:extLst>
              <a:ext uri="{FF2B5EF4-FFF2-40B4-BE49-F238E27FC236}">
                <a16:creationId xmlns:a16="http://schemas.microsoft.com/office/drawing/2014/main" id="{06D9A09A-FC77-0C42-3399-4228AB66473E}"/>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3499171975"/>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035BE7A-2092-E334-9925-A2CD0ED61EC1}"/>
              </a:ext>
            </a:extLst>
          </p:cNvPr>
          <p:cNvSpPr txBox="1"/>
          <p:nvPr/>
        </p:nvSpPr>
        <p:spPr>
          <a:xfrm>
            <a:off x="836428" y="2435962"/>
            <a:ext cx="10441173" cy="1769715"/>
          </a:xfrm>
          <a:prstGeom prst="rect">
            <a:avLst/>
          </a:prstGeom>
          <a:noFill/>
        </p:spPr>
        <p:txBody>
          <a:bodyPr wrap="square" lIns="0" tIns="0" rIns="0" bIns="0" rtlCol="0">
            <a:spAutoFit/>
          </a:bodyPr>
          <a:lstStyle/>
          <a:p>
            <a:pPr algn="ctr"/>
            <a:r>
              <a:rPr lang="en-US" sz="11500" b="1" dirty="0">
                <a:solidFill>
                  <a:schemeClr val="bg1"/>
                </a:solidFill>
              </a:rPr>
              <a:t>Thank You</a:t>
            </a:r>
          </a:p>
        </p:txBody>
      </p:sp>
      <p:sp>
        <p:nvSpPr>
          <p:cNvPr id="9" name="Text Placeholder 17">
            <a:extLst>
              <a:ext uri="{FF2B5EF4-FFF2-40B4-BE49-F238E27FC236}">
                <a16:creationId xmlns:a16="http://schemas.microsoft.com/office/drawing/2014/main" id="{C141F636-6F6B-39E0-D74A-E2DC465DEF1A}"/>
              </a:ext>
            </a:extLst>
          </p:cNvPr>
          <p:cNvSpPr>
            <a:spLocks noGrp="1"/>
          </p:cNvSpPr>
          <p:nvPr>
            <p:ph type="body" sz="quarter" idx="11" hasCustomPrompt="1"/>
          </p:nvPr>
        </p:nvSpPr>
        <p:spPr>
          <a:xfrm>
            <a:off x="2556897" y="4302308"/>
            <a:ext cx="7078206" cy="389915"/>
          </a:xfrm>
        </p:spPr>
        <p:txBody>
          <a:bodyPr>
            <a:spAutoFit/>
          </a:bodyPr>
          <a:lstStyle>
            <a:lvl1pPr marL="0" indent="0" algn="ctr">
              <a:spcBef>
                <a:spcPts val="0"/>
              </a:spcBef>
              <a:buNone/>
              <a:defRPr sz="2400" b="1">
                <a:solidFill>
                  <a:schemeClr val="bg1"/>
                </a:solidFill>
              </a:defRPr>
            </a:lvl1pPr>
          </a:lstStyle>
          <a:p>
            <a:pPr lvl="0"/>
            <a:r>
              <a:rPr lang="en-US" dirty="0"/>
              <a:t>Presenter Name</a:t>
            </a:r>
          </a:p>
        </p:txBody>
      </p:sp>
      <p:sp>
        <p:nvSpPr>
          <p:cNvPr id="11" name="Text Placeholder 17">
            <a:extLst>
              <a:ext uri="{FF2B5EF4-FFF2-40B4-BE49-F238E27FC236}">
                <a16:creationId xmlns:a16="http://schemas.microsoft.com/office/drawing/2014/main" id="{15F716EA-D293-96D7-C5A7-61FE08272CBD}"/>
              </a:ext>
            </a:extLst>
          </p:cNvPr>
          <p:cNvSpPr>
            <a:spLocks noGrp="1"/>
          </p:cNvSpPr>
          <p:nvPr>
            <p:ph type="body" sz="quarter" idx="12" hasCustomPrompt="1"/>
          </p:nvPr>
        </p:nvSpPr>
        <p:spPr>
          <a:xfrm>
            <a:off x="2556897" y="4735941"/>
            <a:ext cx="7078206" cy="324961"/>
          </a:xfrm>
        </p:spPr>
        <p:txBody>
          <a:bodyPr>
            <a:spAutoFit/>
          </a:bodyPr>
          <a:lstStyle>
            <a:lvl1pPr marL="0" indent="0" algn="ctr">
              <a:spcBef>
                <a:spcPts val="0"/>
              </a:spcBef>
              <a:buNone/>
              <a:defRPr sz="2000" b="0">
                <a:solidFill>
                  <a:schemeClr val="bg1"/>
                </a:solidFill>
              </a:defRPr>
            </a:lvl1pPr>
          </a:lstStyle>
          <a:p>
            <a:pPr lvl="0"/>
            <a:r>
              <a:rPr lang="en-US" dirty="0" err="1"/>
              <a:t>PresenterEmail@Ellucian.com</a:t>
            </a:r>
            <a:endParaRPr lang="en-US" dirty="0"/>
          </a:p>
        </p:txBody>
      </p:sp>
      <p:pic>
        <p:nvPicPr>
          <p:cNvPr id="2" name="Graphic 1">
            <a:extLst>
              <a:ext uri="{FF2B5EF4-FFF2-40B4-BE49-F238E27FC236}">
                <a16:creationId xmlns:a16="http://schemas.microsoft.com/office/drawing/2014/main" id="{7C871F66-B895-DB0B-1D73-90E74A3951C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53435677-394B-4E5D-4CD3-2D77A2110358}"/>
              </a:ext>
            </a:extLst>
          </p:cNvPr>
          <p:cNvSpPr txBox="1"/>
          <p:nvPr/>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3595876976"/>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p:cSld name="Questions">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5" name="TextBox 4">
            <a:extLst>
              <a:ext uri="{FF2B5EF4-FFF2-40B4-BE49-F238E27FC236}">
                <a16:creationId xmlns:a16="http://schemas.microsoft.com/office/drawing/2014/main" id="{58229B27-8CB8-A4DF-B214-C621F3644437}"/>
              </a:ext>
            </a:extLst>
          </p:cNvPr>
          <p:cNvSpPr txBox="1"/>
          <p:nvPr/>
        </p:nvSpPr>
        <p:spPr>
          <a:xfrm>
            <a:off x="836428" y="2544142"/>
            <a:ext cx="10441173" cy="1769715"/>
          </a:xfrm>
          <a:prstGeom prst="rect">
            <a:avLst/>
          </a:prstGeom>
          <a:noFill/>
        </p:spPr>
        <p:txBody>
          <a:bodyPr wrap="square" lIns="0" tIns="0" rIns="0" bIns="0" rtlCol="0">
            <a:spAutoFit/>
          </a:bodyPr>
          <a:lstStyle/>
          <a:p>
            <a:pPr algn="ctr"/>
            <a:r>
              <a:rPr lang="en-US" sz="11500" b="1" dirty="0">
                <a:solidFill>
                  <a:schemeClr val="accent1"/>
                </a:solidFill>
              </a:rPr>
              <a:t>Questions?</a:t>
            </a:r>
          </a:p>
        </p:txBody>
      </p:sp>
      <p:pic>
        <p:nvPicPr>
          <p:cNvPr id="2" name="Graphic 1">
            <a:extLst>
              <a:ext uri="{FF2B5EF4-FFF2-40B4-BE49-F238E27FC236}">
                <a16:creationId xmlns:a16="http://schemas.microsoft.com/office/drawing/2014/main" id="{C0225686-2493-61CB-BED8-8CD6B90C882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6" name="TextBox 5">
            <a:extLst>
              <a:ext uri="{FF2B5EF4-FFF2-40B4-BE49-F238E27FC236}">
                <a16:creationId xmlns:a16="http://schemas.microsoft.com/office/drawing/2014/main" id="{3757E6F9-39D1-A7B6-72FA-6CB25BEA039E}"/>
              </a:ext>
            </a:extLst>
          </p:cNvPr>
          <p:cNvSpPr txBox="1"/>
          <p:nvPr/>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4000386960"/>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cSld name="Section Divider">
    <p:bg>
      <p:bgPr>
        <a:solidFill>
          <a:schemeClr val="accent1"/>
        </a:solidFill>
        <a:effectLst/>
      </p:bgPr>
    </p:bg>
    <p:spTree>
      <p:nvGrpSpPr>
        <p:cNvPr id="1" name=""/>
        <p:cNvGrpSpPr/>
        <p:nvPr/>
      </p:nvGrpSpPr>
      <p:grpSpPr>
        <a:xfrm>
          <a:off x="0" y="0"/>
          <a:ext cx="0" cy="0"/>
          <a:chOff x="0" y="0"/>
          <a:chExt cx="0" cy="0"/>
        </a:xfrm>
      </p:grpSpPr>
      <p:sp>
        <p:nvSpPr>
          <p:cNvPr id="2" name="Vertical Text Placeholder 2">
            <a:extLst>
              <a:ext uri="{FF2B5EF4-FFF2-40B4-BE49-F238E27FC236}">
                <a16:creationId xmlns:a16="http://schemas.microsoft.com/office/drawing/2014/main" id="{B4E21473-327B-3C3B-2526-FD5AB3A4428E}"/>
              </a:ext>
            </a:extLst>
          </p:cNvPr>
          <p:cNvSpPr>
            <a:spLocks noGrp="1"/>
          </p:cNvSpPr>
          <p:nvPr>
            <p:ph type="body" orient="vert" sz="quarter" idx="10" hasCustomPrompt="1"/>
          </p:nvPr>
        </p:nvSpPr>
        <p:spPr>
          <a:xfrm>
            <a:off x="0" y="685800"/>
            <a:ext cx="609600" cy="5486399"/>
          </a:xfrm>
        </p:spPr>
        <p:txBody>
          <a:bodyPr vert="vert270" anchor="ctr" anchorCtr="0">
            <a:noAutofit/>
          </a:bodyPr>
          <a:lstStyle>
            <a:lvl1pPr marL="0" indent="0" algn="ctr">
              <a:buNone/>
              <a:defRPr sz="1200" spc="300">
                <a:solidFill>
                  <a:schemeClr val="bg1"/>
                </a:solidFill>
              </a:defRPr>
            </a:lvl1pPr>
            <a:lvl2pPr marL="457200" indent="0" algn="ctr">
              <a:buNone/>
              <a:defRPr sz="1200" spc="300">
                <a:solidFill>
                  <a:schemeClr val="bg1"/>
                </a:solidFill>
              </a:defRPr>
            </a:lvl2pPr>
            <a:lvl3pPr marL="914400" indent="0" algn="ctr">
              <a:buNone/>
              <a:defRPr sz="1100" spc="300">
                <a:solidFill>
                  <a:schemeClr val="bg1"/>
                </a:solidFill>
              </a:defRPr>
            </a:lvl3pPr>
            <a:lvl4pPr marL="1371600" indent="0" algn="ctr">
              <a:buNone/>
              <a:defRPr sz="1050" spc="300">
                <a:solidFill>
                  <a:schemeClr val="bg1"/>
                </a:solidFill>
              </a:defRPr>
            </a:lvl4pPr>
            <a:lvl5pPr marL="1828800" indent="0" algn="ctr">
              <a:buNone/>
              <a:defRPr sz="1050" spc="300">
                <a:solidFill>
                  <a:schemeClr val="bg1"/>
                </a:solidFill>
              </a:defRPr>
            </a:lvl5pPr>
          </a:lstStyle>
          <a:p>
            <a:pPr lvl="0"/>
            <a:r>
              <a:rPr lang="en-US" dirty="0"/>
              <a:t>CLICK TO EDIT MASTER TEXT STYLES</a:t>
            </a:r>
          </a:p>
        </p:txBody>
      </p:sp>
      <p:sp>
        <p:nvSpPr>
          <p:cNvPr id="6" name="Title 1">
            <a:extLst>
              <a:ext uri="{FF2B5EF4-FFF2-40B4-BE49-F238E27FC236}">
                <a16:creationId xmlns:a16="http://schemas.microsoft.com/office/drawing/2014/main" id="{30773A33-C933-040C-38F4-7E444DEDA5A7}"/>
              </a:ext>
            </a:extLst>
          </p:cNvPr>
          <p:cNvSpPr>
            <a:spLocks noGrp="1"/>
          </p:cNvSpPr>
          <p:nvPr>
            <p:ph type="title" hasCustomPrompt="1"/>
          </p:nvPr>
        </p:nvSpPr>
        <p:spPr>
          <a:xfrm>
            <a:off x="1104900" y="1800808"/>
            <a:ext cx="7092820" cy="1628192"/>
          </a:xfrm>
        </p:spPr>
        <p:txBody>
          <a:bodyPr lIns="0" bIns="0" anchor="b" anchorCtr="0">
            <a:noAutofit/>
          </a:bodyPr>
          <a:lstStyle>
            <a:lvl1pPr>
              <a:defRPr sz="3200" b="1">
                <a:solidFill>
                  <a:schemeClr val="bg1"/>
                </a:solidFill>
              </a:defRPr>
            </a:lvl1pPr>
          </a:lstStyle>
          <a:p>
            <a:r>
              <a:rPr lang="en-US" dirty="0"/>
              <a:t>Section Title (Max Two Lines)</a:t>
            </a:r>
          </a:p>
        </p:txBody>
      </p:sp>
      <p:sp>
        <p:nvSpPr>
          <p:cNvPr id="7" name="Text Placeholder 5">
            <a:extLst>
              <a:ext uri="{FF2B5EF4-FFF2-40B4-BE49-F238E27FC236}">
                <a16:creationId xmlns:a16="http://schemas.microsoft.com/office/drawing/2014/main" id="{03C54B7B-813E-7B62-27B5-633489321878}"/>
              </a:ext>
            </a:extLst>
          </p:cNvPr>
          <p:cNvSpPr>
            <a:spLocks noGrp="1"/>
          </p:cNvSpPr>
          <p:nvPr>
            <p:ph type="body" sz="quarter" idx="18" hasCustomPrompt="1"/>
          </p:nvPr>
        </p:nvSpPr>
        <p:spPr>
          <a:xfrm>
            <a:off x="1104900" y="3652538"/>
            <a:ext cx="7092820" cy="774441"/>
          </a:xfrm>
        </p:spPr>
        <p:txBody>
          <a:bodyPr lIns="0" tIns="0">
            <a:noAutofit/>
          </a:bodyPr>
          <a:lstStyle>
            <a:lvl1pPr marL="0" indent="0">
              <a:lnSpc>
                <a:spcPct val="100000"/>
              </a:lnSpc>
              <a:buClr>
                <a:schemeClr val="accent2"/>
              </a:buClr>
              <a:buFont typeface="Arial" panose="020B0604020202020204" pitchFamily="34" charset="0"/>
              <a:buNone/>
              <a:tabLst/>
              <a:defRPr sz="1800">
                <a:solidFill>
                  <a:schemeClr val="bg1"/>
                </a:solidFill>
              </a:defRPr>
            </a:lvl1pPr>
            <a:lvl2pPr marL="174625" indent="0">
              <a:lnSpc>
                <a:spcPct val="100000"/>
              </a:lnSpc>
              <a:buClr>
                <a:schemeClr val="accent2"/>
              </a:buClr>
              <a:buFont typeface="Arial" panose="020B0604020202020204" pitchFamily="34" charset="0"/>
              <a:buNone/>
              <a:tabLst/>
              <a:defRPr sz="1600">
                <a:solidFill>
                  <a:schemeClr val="bg1"/>
                </a:solidFill>
              </a:defRPr>
            </a:lvl2pPr>
            <a:lvl3pPr marL="342900" indent="0">
              <a:lnSpc>
                <a:spcPct val="100000"/>
              </a:lnSpc>
              <a:buClr>
                <a:schemeClr val="accent2"/>
              </a:buClr>
              <a:buFont typeface="Arial" panose="020B0604020202020204" pitchFamily="34" charset="0"/>
              <a:buNone/>
              <a:tabLst/>
              <a:defRPr sz="1400">
                <a:solidFill>
                  <a:schemeClr val="bg1"/>
                </a:solidFill>
              </a:defRPr>
            </a:lvl3pPr>
            <a:lvl4pPr marL="519112" indent="0">
              <a:lnSpc>
                <a:spcPct val="100000"/>
              </a:lnSpc>
              <a:buClr>
                <a:schemeClr val="accent2"/>
              </a:buClr>
              <a:buFont typeface="Arial" panose="020B0604020202020204" pitchFamily="34" charset="0"/>
              <a:buNone/>
              <a:tabLst/>
              <a:defRPr sz="1200">
                <a:solidFill>
                  <a:schemeClr val="bg1"/>
                </a:solidFill>
              </a:defRPr>
            </a:lvl4pPr>
            <a:lvl5pPr marL="685800" indent="0">
              <a:lnSpc>
                <a:spcPct val="100000"/>
              </a:lnSpc>
              <a:buClr>
                <a:schemeClr val="accent2"/>
              </a:buClr>
              <a:buFont typeface="Arial" panose="020B0604020202020204" pitchFamily="34" charset="0"/>
              <a:buNone/>
              <a:tabLst/>
              <a:defRPr sz="1200">
                <a:solidFill>
                  <a:schemeClr val="bg1"/>
                </a:solidFill>
              </a:defRPr>
            </a:lvl5pPr>
          </a:lstStyle>
          <a:p>
            <a:r>
              <a:rPr lang="en-US" dirty="0"/>
              <a:t>Subhead (not required, max two lines)</a:t>
            </a:r>
          </a:p>
          <a:p>
            <a:pPr lvl="0"/>
            <a:endParaRPr lang="en-US" dirty="0"/>
          </a:p>
        </p:txBody>
      </p:sp>
      <p:sp>
        <p:nvSpPr>
          <p:cNvPr id="13" name="Slide Number Placeholder 5">
            <a:extLst>
              <a:ext uri="{FF2B5EF4-FFF2-40B4-BE49-F238E27FC236}">
                <a16:creationId xmlns:a16="http://schemas.microsoft.com/office/drawing/2014/main" id="{C9736184-ED63-6779-B7C5-534556DC2145}"/>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solidFill>
              </a:defRPr>
            </a:lvl1pPr>
          </a:lstStyle>
          <a:p>
            <a:fld id="{BAD56BAB-9B7B-4C09-8A45-659D39241E09}" type="slidenum">
              <a:rPr lang="es-CL" smtClean="0"/>
              <a:t>‹Nº›</a:t>
            </a:fld>
            <a:endParaRPr lang="es-CL" dirty="0"/>
          </a:p>
        </p:txBody>
      </p:sp>
    </p:spTree>
    <p:extLst>
      <p:ext uri="{BB962C8B-B14F-4D97-AF65-F5344CB8AC3E}">
        <p14:creationId xmlns:p14="http://schemas.microsoft.com/office/powerpoint/2010/main" val="3297061126"/>
      </p:ext>
    </p:extLst>
  </p:cSld>
  <p:clrMapOvr>
    <a:masterClrMapping/>
  </p:clrMapOvr>
  <p:extLst>
    <p:ext uri="{DCECCB84-F9BA-43D5-87BE-67443E8EF086}">
      <p15:sldGuideLst xmlns:p15="http://schemas.microsoft.com/office/powerpoint/2012/main"/>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cSld name="1-Up ">
    <p:bg>
      <p:bgPr>
        <a:solidFill>
          <a:schemeClr val="bg1">
            <a:alpha val="20231"/>
          </a:schemeClr>
        </a:solidFill>
        <a:effectLst/>
      </p:bgPr>
    </p:bg>
    <p:spTree>
      <p:nvGrpSpPr>
        <p:cNvPr id="1" name=""/>
        <p:cNvGrpSpPr/>
        <p:nvPr/>
      </p:nvGrpSpPr>
      <p:grpSpPr>
        <a:xfrm>
          <a:off x="0" y="0"/>
          <a:ext cx="0" cy="0"/>
          <a:chOff x="0" y="0"/>
          <a:chExt cx="0" cy="0"/>
        </a:xfrm>
      </p:grpSpPr>
      <p:sp>
        <p:nvSpPr>
          <p:cNvPr id="3" name="Text Placeholder 5">
            <a:extLst>
              <a:ext uri="{FF2B5EF4-FFF2-40B4-BE49-F238E27FC236}">
                <a16:creationId xmlns:a16="http://schemas.microsoft.com/office/drawing/2014/main" id="{2D92EE01-92FE-27B7-8491-8AE3AAC0FEF1}"/>
              </a:ext>
            </a:extLst>
          </p:cNvPr>
          <p:cNvSpPr>
            <a:spLocks noGrp="1"/>
          </p:cNvSpPr>
          <p:nvPr>
            <p:ph type="body" sz="quarter" idx="18"/>
          </p:nvPr>
        </p:nvSpPr>
        <p:spPr>
          <a:xfrm>
            <a:off x="1104900" y="1905002"/>
            <a:ext cx="10477499" cy="4267198"/>
          </a:xfrm>
        </p:spPr>
        <p:txBody>
          <a:bodyPr>
            <a:noAutofit/>
          </a:bodyPr>
          <a:lstStyle>
            <a:lvl1pPr marL="174625" indent="-174625">
              <a:lnSpc>
                <a:spcPct val="100000"/>
              </a:lnSpc>
              <a:buClr>
                <a:schemeClr val="accent2"/>
              </a:buClr>
              <a:buFont typeface="Arial" panose="020B0604020202020204" pitchFamily="34" charset="0"/>
              <a:buChar char="•"/>
              <a:tabLst/>
              <a:defRPr sz="1600">
                <a:solidFill>
                  <a:schemeClr val="tx1"/>
                </a:solidFill>
              </a:defRPr>
            </a:lvl1pPr>
            <a:lvl2pPr marL="342900" indent="-168275">
              <a:lnSpc>
                <a:spcPct val="100000"/>
              </a:lnSpc>
              <a:buClr>
                <a:schemeClr val="accent2"/>
              </a:buClr>
              <a:buFont typeface="Arial" panose="020B0604020202020204" pitchFamily="34" charset="0"/>
              <a:buChar char="•"/>
              <a:tabLst/>
              <a:defRPr sz="1600">
                <a:solidFill>
                  <a:schemeClr val="tx1"/>
                </a:solidFill>
              </a:defRPr>
            </a:lvl2pPr>
            <a:lvl3pPr marL="519113" indent="-176213">
              <a:lnSpc>
                <a:spcPct val="100000"/>
              </a:lnSpc>
              <a:buClr>
                <a:schemeClr val="accent2"/>
              </a:buClr>
              <a:buFont typeface="Arial" panose="020B0604020202020204" pitchFamily="34" charset="0"/>
              <a:buChar char="•"/>
              <a:tabLst/>
              <a:defRPr sz="1600">
                <a:solidFill>
                  <a:schemeClr val="tx1"/>
                </a:solidFill>
              </a:defRPr>
            </a:lvl3pPr>
            <a:lvl4pPr marL="685800" indent="-166688">
              <a:lnSpc>
                <a:spcPct val="100000"/>
              </a:lnSpc>
              <a:buClr>
                <a:schemeClr val="accent2"/>
              </a:buClr>
              <a:buFont typeface="Arial" panose="020B0604020202020204" pitchFamily="34" charset="0"/>
              <a:buChar char="•"/>
              <a:tabLst/>
              <a:defRPr sz="1600">
                <a:solidFill>
                  <a:schemeClr val="tx1"/>
                </a:solidFill>
              </a:defRPr>
            </a:lvl4pPr>
            <a:lvl5pPr marL="862013" indent="-176213">
              <a:lnSpc>
                <a:spcPct val="100000"/>
              </a:lnSpc>
              <a:buClr>
                <a:schemeClr val="accent2"/>
              </a:buClr>
              <a:buFont typeface="Arial" panose="020B0604020202020204" pitchFamily="34" charset="0"/>
              <a:buChar char="•"/>
              <a:tabLst/>
              <a:defRPr sz="1600">
                <a:solidFill>
                  <a:schemeClr val="tx1"/>
                </a:solidFill>
              </a:defRPr>
            </a:lvl5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Vertical Text Placeholder 13">
            <a:extLst>
              <a:ext uri="{FF2B5EF4-FFF2-40B4-BE49-F238E27FC236}">
                <a16:creationId xmlns:a16="http://schemas.microsoft.com/office/drawing/2014/main" id="{E932BD03-3866-775C-FCE1-9468113E4954}"/>
              </a:ext>
            </a:extLst>
          </p:cNvPr>
          <p:cNvSpPr>
            <a:spLocks noGrp="1"/>
          </p:cNvSpPr>
          <p:nvPr>
            <p:ph type="body" orient="vert" sz="quarter" idx="17" hasCustomPrompt="1"/>
          </p:nvPr>
        </p:nvSpPr>
        <p:spPr>
          <a:xfrm rot="10800000">
            <a:off x="0" y="685800"/>
            <a:ext cx="609600" cy="5486399"/>
          </a:xfrm>
        </p:spPr>
        <p:txBody>
          <a:bodyPr vert="eaVert" anchor="ctr">
            <a:noAutofit/>
          </a:bodyPr>
          <a:lstStyle>
            <a:lvl1pPr marL="0" indent="0" algn="ctr">
              <a:buNone/>
              <a:defRPr sz="1200" spc="300">
                <a:solidFill>
                  <a:schemeClr val="bg1">
                    <a:lumMod val="50000"/>
                  </a:schemeClr>
                </a:solidFill>
              </a:defRPr>
            </a:lvl1pPr>
          </a:lstStyle>
          <a:p>
            <a:pPr lvl="0"/>
            <a:r>
              <a:rPr lang="en-US" dirty="0"/>
              <a:t>SECTION TITLE</a:t>
            </a:r>
          </a:p>
        </p:txBody>
      </p:sp>
      <p:sp>
        <p:nvSpPr>
          <p:cNvPr id="8" name="Slide Number Placeholder 5">
            <a:extLst>
              <a:ext uri="{FF2B5EF4-FFF2-40B4-BE49-F238E27FC236}">
                <a16:creationId xmlns:a16="http://schemas.microsoft.com/office/drawing/2014/main" id="{D3877212-0337-0A89-2140-1837D97F8061}"/>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lumMod val="65000"/>
                  </a:schemeClr>
                </a:solidFill>
              </a:defRPr>
            </a:lvl1pPr>
          </a:lstStyle>
          <a:p>
            <a:fld id="{BAD56BAB-9B7B-4C09-8A45-659D39241E09}" type="slidenum">
              <a:rPr lang="es-CL" smtClean="0"/>
              <a:t>‹Nº›</a:t>
            </a:fld>
            <a:endParaRPr lang="es-CL" dirty="0"/>
          </a:p>
        </p:txBody>
      </p:sp>
      <p:sp>
        <p:nvSpPr>
          <p:cNvPr id="9" name="Title 2">
            <a:extLst>
              <a:ext uri="{FF2B5EF4-FFF2-40B4-BE49-F238E27FC236}">
                <a16:creationId xmlns:a16="http://schemas.microsoft.com/office/drawing/2014/main" id="{50D7E829-0820-3DB9-FA55-7C961469D717}"/>
              </a:ext>
            </a:extLst>
          </p:cNvPr>
          <p:cNvSpPr>
            <a:spLocks noGrp="1"/>
          </p:cNvSpPr>
          <p:nvPr>
            <p:ph type="title"/>
          </p:nvPr>
        </p:nvSpPr>
        <p:spPr>
          <a:xfrm>
            <a:off x="1104900" y="685800"/>
            <a:ext cx="10477497" cy="898555"/>
          </a:xfrm>
        </p:spPr>
        <p:txBody>
          <a:bodyPr anchor="t" anchorCtr="0">
            <a:noAutofit/>
          </a:bodyPr>
          <a:lstStyle>
            <a:lvl1pPr>
              <a:defRPr sz="3200" b="1">
                <a:solidFill>
                  <a:schemeClr val="tx1"/>
                </a:solidFill>
              </a:defRPr>
            </a:lvl1pPr>
          </a:lstStyle>
          <a:p>
            <a:r>
              <a:rPr lang="es-MX"/>
              <a:t>Haz clic para modificar el estilo de título del patrón</a:t>
            </a:r>
            <a:endParaRPr lang="en-US" dirty="0"/>
          </a:p>
        </p:txBody>
      </p:sp>
    </p:spTree>
    <p:extLst>
      <p:ext uri="{BB962C8B-B14F-4D97-AF65-F5344CB8AC3E}">
        <p14:creationId xmlns:p14="http://schemas.microsoft.com/office/powerpoint/2010/main" val="4212679864"/>
      </p:ext>
    </p:extLst>
  </p:cSld>
  <p:clrMapOvr>
    <a:masterClrMapping/>
  </p:clrMapOvr>
  <p:extLst>
    <p:ext uri="{DCECCB84-F9BA-43D5-87BE-67443E8EF086}">
      <p15:sldGuideLst xmlns:p15="http://schemas.microsoft.com/office/powerpoint/2012/main"/>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94795287"/>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Blank Footer Black">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981C625F-C66F-1373-141C-E36C160D0D3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3" name="TextBox 2">
            <a:extLst>
              <a:ext uri="{FF2B5EF4-FFF2-40B4-BE49-F238E27FC236}">
                <a16:creationId xmlns:a16="http://schemas.microsoft.com/office/drawing/2014/main" id="{A8E6E8FD-F743-B760-4565-52A5B0B667B8}"/>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4" name="TextBox 3">
            <a:extLst>
              <a:ext uri="{FF2B5EF4-FFF2-40B4-BE49-F238E27FC236}">
                <a16:creationId xmlns:a16="http://schemas.microsoft.com/office/drawing/2014/main" id="{8DF76087-D7C9-C1C3-5E17-263AB892AD6D}"/>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2356268000"/>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B Purple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a:extLst>
              <a:ext uri="{FF2B5EF4-FFF2-40B4-BE49-F238E27FC236}">
                <a16:creationId xmlns:a16="http://schemas.microsoft.com/office/drawing/2014/main" id="{EE1FD067-74D8-0E64-F510-C09BEC15D05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10" name="TextBox 9">
            <a:extLst>
              <a:ext uri="{FF2B5EF4-FFF2-40B4-BE49-F238E27FC236}">
                <a16:creationId xmlns:a16="http://schemas.microsoft.com/office/drawing/2014/main" id="{116E64D5-8E4A-3059-BC15-EB884BE08EC3}"/>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Box 1">
            <a:extLst>
              <a:ext uri="{FF2B5EF4-FFF2-40B4-BE49-F238E27FC236}">
                <a16:creationId xmlns:a16="http://schemas.microsoft.com/office/drawing/2014/main" id="{0DFD1F0B-69D7-F3A9-055F-2A986648AD27}"/>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2747135959"/>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B Purple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609600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6DB79317-11D6-0AF3-4B54-BDA534C904B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C7209B0-4D3E-B28A-692D-AB3B431BDB03}"/>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2" name="TextBox 1">
            <a:extLst>
              <a:ext uri="{FF2B5EF4-FFF2-40B4-BE49-F238E27FC236}">
                <a16:creationId xmlns:a16="http://schemas.microsoft.com/office/drawing/2014/main" id="{65158A56-C172-10B2-D489-16D7DACEC5FE}"/>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3665398700"/>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B Gray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raphic 1">
            <a:extLst>
              <a:ext uri="{FF2B5EF4-FFF2-40B4-BE49-F238E27FC236}">
                <a16:creationId xmlns:a16="http://schemas.microsoft.com/office/drawing/2014/main" id="{0ABA3577-65BA-7CC4-5395-E38F2A7AC77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E135DE03-26E8-0184-A39C-5A462BDC2DCF}"/>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5" name="TextBox 4">
            <a:extLst>
              <a:ext uri="{FF2B5EF4-FFF2-40B4-BE49-F238E27FC236}">
                <a16:creationId xmlns:a16="http://schemas.microsoft.com/office/drawing/2014/main" id="{19F91899-8397-C452-E914-5DA32F2E64BE}"/>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3249230975"/>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B Gray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609600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695EB3C-8530-E0C8-4217-5508CF63DB5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59450D81-7260-A5B0-C045-065E98F3D872}"/>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Box 1">
            <a:extLst>
              <a:ext uri="{FF2B5EF4-FFF2-40B4-BE49-F238E27FC236}">
                <a16:creationId xmlns:a16="http://schemas.microsoft.com/office/drawing/2014/main" id="{C8E4D3A3-6199-EF4C-2D38-F8DA60A48FEE}"/>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320589380"/>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B Green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raphic 1">
            <a:extLst>
              <a:ext uri="{FF2B5EF4-FFF2-40B4-BE49-F238E27FC236}">
                <a16:creationId xmlns:a16="http://schemas.microsoft.com/office/drawing/2014/main" id="{40CB40AC-8E27-B4CE-FE98-617281F6189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08A44510-D9B6-3D27-0025-27FFAAD9F8AE}"/>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6" name="TextBox 5">
            <a:extLst>
              <a:ext uri="{FF2B5EF4-FFF2-40B4-BE49-F238E27FC236}">
                <a16:creationId xmlns:a16="http://schemas.microsoft.com/office/drawing/2014/main" id="{B9DBE2C0-3213-6D2D-4479-AD9B8089A641}"/>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3973435789"/>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B Green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609600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61839101-BBAA-D670-10CD-40BF5E0392E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CCF7E87-236E-67B1-F9B1-5ACC27A1C0BF}"/>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Box 1">
            <a:extLst>
              <a:ext uri="{FF2B5EF4-FFF2-40B4-BE49-F238E27FC236}">
                <a16:creationId xmlns:a16="http://schemas.microsoft.com/office/drawing/2014/main" id="{8B6E2BFF-AA3C-F635-EDE7-1D4D95732292}"/>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2247176300"/>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B Purple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788CB9F-7B69-6D25-41A0-F5D4BFE324C9}"/>
              </a:ext>
            </a:extLst>
          </p:cNvPr>
          <p:cNvSpPr/>
          <p:nvPr userDrawn="1"/>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2E0AAAEA-1F16-516A-417D-DC9DF964E80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66FD55EF-B73C-D814-E528-7EF5EBB86F1C}"/>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4" name="TextBox 3">
            <a:extLst>
              <a:ext uri="{FF2B5EF4-FFF2-40B4-BE49-F238E27FC236}">
                <a16:creationId xmlns:a16="http://schemas.microsoft.com/office/drawing/2014/main" id="{4077C5A4-055F-072E-16C5-84527D1FFDB1}"/>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2518640322"/>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B Purple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8A5C8E9-F647-20C1-E64B-5FADBF7E8499}"/>
              </a:ext>
            </a:extLst>
          </p:cNvPr>
          <p:cNvSpPr/>
          <p:nvPr userDrawn="1"/>
        </p:nvSpPr>
        <p:spPr>
          <a:xfrm>
            <a:off x="8128016"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C66E5DE2-889D-3DE4-3572-3DCEEA210F8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7C932288-F84C-D66E-3E63-ED023CEAD978}"/>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3" name="TextBox 2">
            <a:extLst>
              <a:ext uri="{FF2B5EF4-FFF2-40B4-BE49-F238E27FC236}">
                <a16:creationId xmlns:a16="http://schemas.microsoft.com/office/drawing/2014/main" id="{12AA4C6E-89CC-BA61-A575-3A36232457CA}"/>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2863560749"/>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B Gray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B3401B5-FB7E-EDEB-5D87-90FA593EF7F8}"/>
              </a:ext>
            </a:extLst>
          </p:cNvPr>
          <p:cNvSpPr/>
          <p:nvPr userDrawn="1"/>
        </p:nvSpPr>
        <p:spPr>
          <a:xfrm>
            <a:off x="0"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9D04E6AC-3638-47BF-6BFD-E68AF8093AD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AC033454-6E80-8B9B-BBCB-6434F5D21BAD}"/>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6" name="TextBox 5">
            <a:extLst>
              <a:ext uri="{FF2B5EF4-FFF2-40B4-BE49-F238E27FC236}">
                <a16:creationId xmlns:a16="http://schemas.microsoft.com/office/drawing/2014/main" id="{6F42D7DB-F5BA-604F-2A99-DBAB5A8DE7ED}"/>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3627780022"/>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B Gray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8128016"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145C3B88-0182-B843-BB3B-F145067D5C9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CC84ADAE-B350-C159-D672-6F29FE4CC4FD}"/>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3" name="TextBox 2">
            <a:extLst>
              <a:ext uri="{FF2B5EF4-FFF2-40B4-BE49-F238E27FC236}">
                <a16:creationId xmlns:a16="http://schemas.microsoft.com/office/drawing/2014/main" id="{83FB9DF3-A55E-DBF2-C049-8624E2CA3238}"/>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3829727430"/>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B Green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B3401B5-FB7E-EDEB-5D87-90FA593EF7F8}"/>
              </a:ext>
            </a:extLst>
          </p:cNvPr>
          <p:cNvSpPr/>
          <p:nvPr userDrawn="1"/>
        </p:nvSpPr>
        <p:spPr>
          <a:xfrm>
            <a:off x="0"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3668F462-6E9A-C654-C321-DFBF69C7A66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2F75F911-FCDF-6D37-1A4E-6CFB26AAEB35}"/>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6" name="TextBox 5">
            <a:extLst>
              <a:ext uri="{FF2B5EF4-FFF2-40B4-BE49-F238E27FC236}">
                <a16:creationId xmlns:a16="http://schemas.microsoft.com/office/drawing/2014/main" id="{6F4A93C5-2125-4620-62DB-C8E3A6CA982A}"/>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2946245221"/>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B Green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8128016"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CE396D46-CDE6-66B6-0A7B-6DEC14B972B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6462404-BF65-8481-4332-5DF7AD5ED1C9}"/>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3" name="TextBox 2">
            <a:extLst>
              <a:ext uri="{FF2B5EF4-FFF2-40B4-BE49-F238E27FC236}">
                <a16:creationId xmlns:a16="http://schemas.microsoft.com/office/drawing/2014/main" id="{CC6232A2-9E4F-3C88-D771-7120FAD75090}"/>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414845602"/>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Blank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3" name="TextBox 2">
            <a:extLst>
              <a:ext uri="{FF2B5EF4-FFF2-40B4-BE49-F238E27FC236}">
                <a16:creationId xmlns:a16="http://schemas.microsoft.com/office/drawing/2014/main" id="{221DA2E6-F483-60DE-DF61-B60C10DBDE89}"/>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3171415023"/>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Blank Dark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3" name="TextBox 2">
            <a:extLst>
              <a:ext uri="{FF2B5EF4-FFF2-40B4-BE49-F238E27FC236}">
                <a16:creationId xmlns:a16="http://schemas.microsoft.com/office/drawing/2014/main" id="{A593DCF4-AC60-B9D8-A985-C1CFC1A5AD75}"/>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1958612515"/>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Blank Dark Green">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3" name="TextBox 2">
            <a:extLst>
              <a:ext uri="{FF2B5EF4-FFF2-40B4-BE49-F238E27FC236}">
                <a16:creationId xmlns:a16="http://schemas.microsoft.com/office/drawing/2014/main" id="{EFFC058F-486D-43DF-4B5C-09387CA4F8E1}"/>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725080358"/>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Blank Warm Gray">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9FF5FB22-C2EA-99F6-EF38-AD4BBB0C345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603AEA50-DA2C-915C-545F-713FCDF35A3F}"/>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3" name="TextBox 2">
            <a:extLst>
              <a:ext uri="{FF2B5EF4-FFF2-40B4-BE49-F238E27FC236}">
                <a16:creationId xmlns:a16="http://schemas.microsoft.com/office/drawing/2014/main" id="{9D0EA6DE-76EE-C5B8-0477-8D50A19F0758}"/>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736688458"/>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Blank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993698485"/>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image" Target="../media/image1.sv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47.xml"/><Relationship Id="rId13" Type="http://schemas.openxmlformats.org/officeDocument/2006/relationships/slideLayout" Target="../slideLayouts/slideLayout52.xml"/><Relationship Id="rId18" Type="http://schemas.openxmlformats.org/officeDocument/2006/relationships/slideLayout" Target="../slideLayouts/slideLayout57.xml"/><Relationship Id="rId3" Type="http://schemas.openxmlformats.org/officeDocument/2006/relationships/slideLayout" Target="../slideLayouts/slideLayout42.xml"/><Relationship Id="rId7" Type="http://schemas.openxmlformats.org/officeDocument/2006/relationships/slideLayout" Target="../slideLayouts/slideLayout46.xml"/><Relationship Id="rId12" Type="http://schemas.openxmlformats.org/officeDocument/2006/relationships/slideLayout" Target="../slideLayouts/slideLayout51.xml"/><Relationship Id="rId17" Type="http://schemas.openxmlformats.org/officeDocument/2006/relationships/slideLayout" Target="../slideLayouts/slideLayout56.xml"/><Relationship Id="rId2" Type="http://schemas.openxmlformats.org/officeDocument/2006/relationships/slideLayout" Target="../slideLayouts/slideLayout41.xml"/><Relationship Id="rId16" Type="http://schemas.openxmlformats.org/officeDocument/2006/relationships/slideLayout" Target="../slideLayouts/slideLayout55.xml"/><Relationship Id="rId20" Type="http://schemas.openxmlformats.org/officeDocument/2006/relationships/theme" Target="../theme/theme2.xml"/><Relationship Id="rId1" Type="http://schemas.openxmlformats.org/officeDocument/2006/relationships/slideLayout" Target="../slideLayouts/slideLayout40.xml"/><Relationship Id="rId6" Type="http://schemas.openxmlformats.org/officeDocument/2006/relationships/slideLayout" Target="../slideLayouts/slideLayout45.xml"/><Relationship Id="rId11" Type="http://schemas.openxmlformats.org/officeDocument/2006/relationships/slideLayout" Target="../slideLayouts/slideLayout50.xml"/><Relationship Id="rId5" Type="http://schemas.openxmlformats.org/officeDocument/2006/relationships/slideLayout" Target="../slideLayouts/slideLayout44.xml"/><Relationship Id="rId15" Type="http://schemas.openxmlformats.org/officeDocument/2006/relationships/slideLayout" Target="../slideLayouts/slideLayout54.xml"/><Relationship Id="rId10" Type="http://schemas.openxmlformats.org/officeDocument/2006/relationships/slideLayout" Target="../slideLayouts/slideLayout49.xml"/><Relationship Id="rId19" Type="http://schemas.openxmlformats.org/officeDocument/2006/relationships/slideLayout" Target="../slideLayouts/slideLayout58.xml"/><Relationship Id="rId4" Type="http://schemas.openxmlformats.org/officeDocument/2006/relationships/slideLayout" Target="../slideLayouts/slideLayout43.xml"/><Relationship Id="rId9" Type="http://schemas.openxmlformats.org/officeDocument/2006/relationships/slideLayout" Target="../slideLayouts/slideLayout48.xml"/><Relationship Id="rId14" Type="http://schemas.openxmlformats.org/officeDocument/2006/relationships/slideLayout" Target="../slideLayouts/slideLayout53.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71.xml"/><Relationship Id="rId18" Type="http://schemas.openxmlformats.org/officeDocument/2006/relationships/slideLayout" Target="../slideLayouts/slideLayout76.xml"/><Relationship Id="rId26" Type="http://schemas.openxmlformats.org/officeDocument/2006/relationships/slideLayout" Target="../slideLayouts/slideLayout84.xml"/><Relationship Id="rId21" Type="http://schemas.openxmlformats.org/officeDocument/2006/relationships/slideLayout" Target="../slideLayouts/slideLayout79.xml"/><Relationship Id="rId34" Type="http://schemas.openxmlformats.org/officeDocument/2006/relationships/slideLayout" Target="../slideLayouts/slideLayout92.xml"/><Relationship Id="rId7" Type="http://schemas.openxmlformats.org/officeDocument/2006/relationships/slideLayout" Target="../slideLayouts/slideLayout65.xml"/><Relationship Id="rId12" Type="http://schemas.openxmlformats.org/officeDocument/2006/relationships/slideLayout" Target="../slideLayouts/slideLayout70.xml"/><Relationship Id="rId17" Type="http://schemas.openxmlformats.org/officeDocument/2006/relationships/slideLayout" Target="../slideLayouts/slideLayout75.xml"/><Relationship Id="rId25" Type="http://schemas.openxmlformats.org/officeDocument/2006/relationships/slideLayout" Target="../slideLayouts/slideLayout83.xml"/><Relationship Id="rId33" Type="http://schemas.openxmlformats.org/officeDocument/2006/relationships/slideLayout" Target="../slideLayouts/slideLayout91.xml"/><Relationship Id="rId38" Type="http://schemas.openxmlformats.org/officeDocument/2006/relationships/image" Target="../media/image1.svg"/><Relationship Id="rId2" Type="http://schemas.openxmlformats.org/officeDocument/2006/relationships/slideLayout" Target="../slideLayouts/slideLayout60.xml"/><Relationship Id="rId16" Type="http://schemas.openxmlformats.org/officeDocument/2006/relationships/slideLayout" Target="../slideLayouts/slideLayout74.xml"/><Relationship Id="rId20" Type="http://schemas.openxmlformats.org/officeDocument/2006/relationships/slideLayout" Target="../slideLayouts/slideLayout78.xml"/><Relationship Id="rId29" Type="http://schemas.openxmlformats.org/officeDocument/2006/relationships/slideLayout" Target="../slideLayouts/slideLayout87.xml"/><Relationship Id="rId1" Type="http://schemas.openxmlformats.org/officeDocument/2006/relationships/slideLayout" Target="../slideLayouts/slideLayout59.xml"/><Relationship Id="rId6" Type="http://schemas.openxmlformats.org/officeDocument/2006/relationships/slideLayout" Target="../slideLayouts/slideLayout64.xml"/><Relationship Id="rId11" Type="http://schemas.openxmlformats.org/officeDocument/2006/relationships/slideLayout" Target="../slideLayouts/slideLayout69.xml"/><Relationship Id="rId24" Type="http://schemas.openxmlformats.org/officeDocument/2006/relationships/slideLayout" Target="../slideLayouts/slideLayout82.xml"/><Relationship Id="rId32" Type="http://schemas.openxmlformats.org/officeDocument/2006/relationships/slideLayout" Target="../slideLayouts/slideLayout90.xml"/><Relationship Id="rId37" Type="http://schemas.openxmlformats.org/officeDocument/2006/relationships/theme" Target="../theme/theme3.xml"/><Relationship Id="rId5" Type="http://schemas.openxmlformats.org/officeDocument/2006/relationships/slideLayout" Target="../slideLayouts/slideLayout63.xml"/><Relationship Id="rId15" Type="http://schemas.openxmlformats.org/officeDocument/2006/relationships/slideLayout" Target="../slideLayouts/slideLayout73.xml"/><Relationship Id="rId23" Type="http://schemas.openxmlformats.org/officeDocument/2006/relationships/slideLayout" Target="../slideLayouts/slideLayout81.xml"/><Relationship Id="rId28" Type="http://schemas.openxmlformats.org/officeDocument/2006/relationships/slideLayout" Target="../slideLayouts/slideLayout86.xml"/><Relationship Id="rId36" Type="http://schemas.openxmlformats.org/officeDocument/2006/relationships/slideLayout" Target="../slideLayouts/slideLayout94.xml"/><Relationship Id="rId10" Type="http://schemas.openxmlformats.org/officeDocument/2006/relationships/slideLayout" Target="../slideLayouts/slideLayout68.xml"/><Relationship Id="rId19" Type="http://schemas.openxmlformats.org/officeDocument/2006/relationships/slideLayout" Target="../slideLayouts/slideLayout77.xml"/><Relationship Id="rId31" Type="http://schemas.openxmlformats.org/officeDocument/2006/relationships/slideLayout" Target="../slideLayouts/slideLayout89.xml"/><Relationship Id="rId4" Type="http://schemas.openxmlformats.org/officeDocument/2006/relationships/slideLayout" Target="../slideLayouts/slideLayout62.xml"/><Relationship Id="rId9" Type="http://schemas.openxmlformats.org/officeDocument/2006/relationships/slideLayout" Target="../slideLayouts/slideLayout67.xml"/><Relationship Id="rId14" Type="http://schemas.openxmlformats.org/officeDocument/2006/relationships/slideLayout" Target="../slideLayouts/slideLayout72.xml"/><Relationship Id="rId22" Type="http://schemas.openxmlformats.org/officeDocument/2006/relationships/slideLayout" Target="../slideLayouts/slideLayout80.xml"/><Relationship Id="rId27" Type="http://schemas.openxmlformats.org/officeDocument/2006/relationships/slideLayout" Target="../slideLayouts/slideLayout85.xml"/><Relationship Id="rId30" Type="http://schemas.openxmlformats.org/officeDocument/2006/relationships/slideLayout" Target="../slideLayouts/slideLayout88.xml"/><Relationship Id="rId35" Type="http://schemas.openxmlformats.org/officeDocument/2006/relationships/slideLayout" Target="../slideLayouts/slideLayout93.xml"/><Relationship Id="rId8" Type="http://schemas.openxmlformats.org/officeDocument/2006/relationships/slideLayout" Target="../slideLayouts/slideLayout66.xml"/><Relationship Id="rId3" Type="http://schemas.openxmlformats.org/officeDocument/2006/relationships/slideLayout" Target="../slideLayouts/slideLayout6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102.xml"/><Relationship Id="rId13" Type="http://schemas.openxmlformats.org/officeDocument/2006/relationships/slideLayout" Target="../slideLayouts/slideLayout107.xml"/><Relationship Id="rId18" Type="http://schemas.openxmlformats.org/officeDocument/2006/relationships/slideLayout" Target="../slideLayouts/slideLayout112.xml"/><Relationship Id="rId3" Type="http://schemas.openxmlformats.org/officeDocument/2006/relationships/slideLayout" Target="../slideLayouts/slideLayout97.xml"/><Relationship Id="rId7" Type="http://schemas.openxmlformats.org/officeDocument/2006/relationships/slideLayout" Target="../slideLayouts/slideLayout101.xml"/><Relationship Id="rId12" Type="http://schemas.openxmlformats.org/officeDocument/2006/relationships/slideLayout" Target="../slideLayouts/slideLayout106.xml"/><Relationship Id="rId17" Type="http://schemas.openxmlformats.org/officeDocument/2006/relationships/slideLayout" Target="../slideLayouts/slideLayout111.xml"/><Relationship Id="rId2" Type="http://schemas.openxmlformats.org/officeDocument/2006/relationships/slideLayout" Target="../slideLayouts/slideLayout96.xml"/><Relationship Id="rId16" Type="http://schemas.openxmlformats.org/officeDocument/2006/relationships/slideLayout" Target="../slideLayouts/slideLayout110.xml"/><Relationship Id="rId20" Type="http://schemas.openxmlformats.org/officeDocument/2006/relationships/theme" Target="../theme/theme4.xml"/><Relationship Id="rId1" Type="http://schemas.openxmlformats.org/officeDocument/2006/relationships/slideLayout" Target="../slideLayouts/slideLayout95.xml"/><Relationship Id="rId6" Type="http://schemas.openxmlformats.org/officeDocument/2006/relationships/slideLayout" Target="../slideLayouts/slideLayout100.xml"/><Relationship Id="rId11" Type="http://schemas.openxmlformats.org/officeDocument/2006/relationships/slideLayout" Target="../slideLayouts/slideLayout105.xml"/><Relationship Id="rId5" Type="http://schemas.openxmlformats.org/officeDocument/2006/relationships/slideLayout" Target="../slideLayouts/slideLayout99.xml"/><Relationship Id="rId15" Type="http://schemas.openxmlformats.org/officeDocument/2006/relationships/slideLayout" Target="../slideLayouts/slideLayout109.xml"/><Relationship Id="rId10" Type="http://schemas.openxmlformats.org/officeDocument/2006/relationships/slideLayout" Target="../slideLayouts/slideLayout104.xml"/><Relationship Id="rId19" Type="http://schemas.openxmlformats.org/officeDocument/2006/relationships/slideLayout" Target="../slideLayouts/slideLayout113.xml"/><Relationship Id="rId4" Type="http://schemas.openxmlformats.org/officeDocument/2006/relationships/slideLayout" Target="../slideLayouts/slideLayout98.xml"/><Relationship Id="rId9" Type="http://schemas.openxmlformats.org/officeDocument/2006/relationships/slideLayout" Target="../slideLayouts/slideLayout103.xml"/><Relationship Id="rId14" Type="http://schemas.openxmlformats.org/officeDocument/2006/relationships/slideLayout" Target="../slideLayouts/slideLayout10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7AE723A-1CD3-C976-D546-D7B1E1A72778}"/>
              </a:ext>
            </a:extLst>
          </p:cNvPr>
          <p:cNvSpPr>
            <a:spLocks noGrp="1"/>
          </p:cNvSpPr>
          <p:nvPr>
            <p:ph type="title"/>
          </p:nvPr>
        </p:nvSpPr>
        <p:spPr>
          <a:xfrm>
            <a:off x="838200" y="365125"/>
            <a:ext cx="10515600" cy="613309"/>
          </a:xfrm>
          <a:prstGeom prst="rect">
            <a:avLst/>
          </a:prstGeom>
        </p:spPr>
        <p:txBody>
          <a:bodyPr vert="horz" lIns="0" tIns="0" rIns="0" bIns="0" rtlCol="0" anchor="t" anchorCtr="0">
            <a:spAutoFit/>
          </a:bodyPr>
          <a:lstStyle/>
          <a:p>
            <a:r>
              <a:rPr lang="es-ES"/>
              <a:t>Haga clic para modificar el estilo de título del patrón</a:t>
            </a:r>
            <a:endParaRPr lang="en-US" dirty="0"/>
          </a:p>
        </p:txBody>
      </p:sp>
      <p:sp>
        <p:nvSpPr>
          <p:cNvPr id="3" name="Text Placeholder 2">
            <a:extLst>
              <a:ext uri="{FF2B5EF4-FFF2-40B4-BE49-F238E27FC236}">
                <a16:creationId xmlns:a16="http://schemas.microsoft.com/office/drawing/2014/main" id="{CF5A2E2D-CDA6-D65D-5A28-67459EB16D90}"/>
              </a:ext>
            </a:extLst>
          </p:cNvPr>
          <p:cNvSpPr>
            <a:spLocks noGrp="1"/>
          </p:cNvSpPr>
          <p:nvPr>
            <p:ph type="body" idx="1"/>
          </p:nvPr>
        </p:nvSpPr>
        <p:spPr>
          <a:xfrm>
            <a:off x="838200" y="1825625"/>
            <a:ext cx="10515600" cy="1684948"/>
          </a:xfrm>
          <a:prstGeom prst="rect">
            <a:avLst/>
          </a:prstGeom>
        </p:spPr>
        <p:txBody>
          <a:bodyPr vert="horz" lIns="0" tIns="0" rIns="0" bIns="0" rtlCol="0">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6" name="Graphic 5">
            <a:extLst>
              <a:ext uri="{FF2B5EF4-FFF2-40B4-BE49-F238E27FC236}">
                <a16:creationId xmlns:a16="http://schemas.microsoft.com/office/drawing/2014/main" id="{98C54377-C373-3751-A275-A17B11FE1BB6}"/>
              </a:ext>
            </a:extLst>
          </p:cNvPr>
          <p:cNvPicPr>
            <a:picLocks noChangeAspect="1"/>
          </p:cNvPicPr>
          <p:nvPr/>
        </p:nvPicPr>
        <p:blipFill>
          <a:blip>
            <a:extLst>
              <a:ext uri="{96DAC541-7B7A-43D3-8B79-37D633B846F1}">
                <asvg:svgBlip xmlns:asvg="http://schemas.microsoft.com/office/drawing/2016/SVG/main" r:embed="rId41"/>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E00D8F4A-848B-F513-FE1A-5A86C8B8CF84}"/>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4" name="TextBox 3">
            <a:extLst>
              <a:ext uri="{FF2B5EF4-FFF2-40B4-BE49-F238E27FC236}">
                <a16:creationId xmlns:a16="http://schemas.microsoft.com/office/drawing/2014/main" id="{EDA225B6-A2B9-C109-E112-6ACDED1B4458}"/>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925147164"/>
      </p:ext>
    </p:extLst>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 id="2147483723" r:id="rId12"/>
    <p:sldLayoutId id="2147483724" r:id="rId13"/>
    <p:sldLayoutId id="2147483725" r:id="rId14"/>
    <p:sldLayoutId id="2147483726" r:id="rId15"/>
    <p:sldLayoutId id="2147483727" r:id="rId16"/>
    <p:sldLayoutId id="2147483728" r:id="rId17"/>
    <p:sldLayoutId id="2147483729" r:id="rId18"/>
    <p:sldLayoutId id="2147483730" r:id="rId19"/>
    <p:sldLayoutId id="2147483731" r:id="rId20"/>
    <p:sldLayoutId id="2147483732" r:id="rId21"/>
    <p:sldLayoutId id="2147483733" r:id="rId22"/>
    <p:sldLayoutId id="2147483734" r:id="rId23"/>
    <p:sldLayoutId id="2147483735" r:id="rId24"/>
    <p:sldLayoutId id="2147483736" r:id="rId25"/>
    <p:sldLayoutId id="2147483737" r:id="rId26"/>
    <p:sldLayoutId id="2147483738" r:id="rId27"/>
    <p:sldLayoutId id="2147483739" r:id="rId28"/>
    <p:sldLayoutId id="2147483740" r:id="rId29"/>
    <p:sldLayoutId id="2147483741" r:id="rId30"/>
    <p:sldLayoutId id="2147483742" r:id="rId31"/>
    <p:sldLayoutId id="2147483743" r:id="rId32"/>
    <p:sldLayoutId id="2147483744" r:id="rId33"/>
    <p:sldLayoutId id="2147483745" r:id="rId34"/>
    <p:sldLayoutId id="2147483746" r:id="rId35"/>
    <p:sldLayoutId id="2147483747" r:id="rId36"/>
    <p:sldLayoutId id="2147483748" r:id="rId37"/>
    <p:sldLayoutId id="2147483749" r:id="rId38"/>
    <p:sldLayoutId id="2147483750" r:id="rId39"/>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26682719"/>
      </p:ext>
    </p:extLst>
  </p:cSld>
  <p:clrMap bg1="lt1" tx1="dk1" bg2="lt2" tx2="dk2" accent1="accent1" accent2="accent2" accent3="accent3" accent4="accent4" accent5="accent5" accent6="accent6" hlink="hlink" folHlink="folHlink"/>
  <p:sldLayoutIdLst>
    <p:sldLayoutId id="2147483752" r:id="rId1"/>
    <p:sldLayoutId id="2147483753" r:id="rId2"/>
    <p:sldLayoutId id="2147483754" r:id="rId3"/>
    <p:sldLayoutId id="2147483755" r:id="rId4"/>
    <p:sldLayoutId id="2147483756" r:id="rId5"/>
    <p:sldLayoutId id="2147483757" r:id="rId6"/>
    <p:sldLayoutId id="2147483758" r:id="rId7"/>
    <p:sldLayoutId id="2147483759" r:id="rId8"/>
    <p:sldLayoutId id="2147483760" r:id="rId9"/>
    <p:sldLayoutId id="2147483761" r:id="rId10"/>
    <p:sldLayoutId id="2147483762" r:id="rId11"/>
    <p:sldLayoutId id="2147483763" r:id="rId12"/>
    <p:sldLayoutId id="2147483764" r:id="rId13"/>
    <p:sldLayoutId id="2147483765" r:id="rId14"/>
    <p:sldLayoutId id="2147483766" r:id="rId15"/>
    <p:sldLayoutId id="2147483767" r:id="rId16"/>
    <p:sldLayoutId id="2147483768" r:id="rId17"/>
    <p:sldLayoutId id="2147483769" r:id="rId18"/>
    <p:sldLayoutId id="2147483770" r:id="rId19"/>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7AE723A-1CD3-C976-D546-D7B1E1A72778}"/>
              </a:ext>
            </a:extLst>
          </p:cNvPr>
          <p:cNvSpPr>
            <a:spLocks noGrp="1"/>
          </p:cNvSpPr>
          <p:nvPr>
            <p:ph type="title"/>
          </p:nvPr>
        </p:nvSpPr>
        <p:spPr>
          <a:xfrm>
            <a:off x="838200" y="365125"/>
            <a:ext cx="10515600" cy="613309"/>
          </a:xfrm>
          <a:prstGeom prst="rect">
            <a:avLst/>
          </a:prstGeom>
        </p:spPr>
        <p:txBody>
          <a:bodyPr vert="horz" lIns="0" tIns="0" rIns="0" bIns="0" rtlCol="0" anchor="t" anchorCtr="0">
            <a:sp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F5A2E2D-CDA6-D65D-5A28-67459EB16D90}"/>
              </a:ext>
            </a:extLst>
          </p:cNvPr>
          <p:cNvSpPr>
            <a:spLocks noGrp="1"/>
          </p:cNvSpPr>
          <p:nvPr>
            <p:ph type="body" idx="1"/>
          </p:nvPr>
        </p:nvSpPr>
        <p:spPr>
          <a:xfrm>
            <a:off x="838200" y="1825625"/>
            <a:ext cx="10515600" cy="1684948"/>
          </a:xfrm>
          <a:prstGeom prst="rect">
            <a:avLst/>
          </a:prstGeom>
        </p:spPr>
        <p:txBody>
          <a:bodyPr vert="horz"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6" name="Graphic 5">
            <a:extLst>
              <a:ext uri="{FF2B5EF4-FFF2-40B4-BE49-F238E27FC236}">
                <a16:creationId xmlns:a16="http://schemas.microsoft.com/office/drawing/2014/main" id="{98C54377-C373-3751-A275-A17B11FE1BB6}"/>
              </a:ext>
            </a:extLst>
          </p:cNvPr>
          <p:cNvPicPr>
            <a:picLocks noChangeAspect="1"/>
          </p:cNvPicPr>
          <p:nvPr/>
        </p:nvPicPr>
        <p:blipFill>
          <a:blip>
            <a:extLst>
              <a:ext uri="{96DAC541-7B7A-43D3-8B79-37D633B846F1}">
                <asvg:svgBlip xmlns:asvg="http://schemas.microsoft.com/office/drawing/2016/SVG/main" r:embed="rId38"/>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E00D8F4A-848B-F513-FE1A-5A86C8B8CF84}"/>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4" name="TextBox 3">
            <a:extLst>
              <a:ext uri="{FF2B5EF4-FFF2-40B4-BE49-F238E27FC236}">
                <a16:creationId xmlns:a16="http://schemas.microsoft.com/office/drawing/2014/main" id="{EDA225B6-A2B9-C109-E112-6ACDED1B4458}"/>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1819371929"/>
      </p:ext>
    </p:extLst>
  </p:cSld>
  <p:clrMap bg1="lt1" tx1="dk1" bg2="lt2" tx2="dk2" accent1="accent1" accent2="accent2" accent3="accent3" accent4="accent4" accent5="accent5" accent6="accent6" hlink="hlink" folHlink="folHlink"/>
  <p:sldLayoutIdLst>
    <p:sldLayoutId id="2147483772" r:id="rId1"/>
    <p:sldLayoutId id="2147483773" r:id="rId2"/>
    <p:sldLayoutId id="2147483774" r:id="rId3"/>
    <p:sldLayoutId id="2147483775" r:id="rId4"/>
    <p:sldLayoutId id="2147483776" r:id="rId5"/>
    <p:sldLayoutId id="2147483777" r:id="rId6"/>
    <p:sldLayoutId id="2147483778" r:id="rId7"/>
    <p:sldLayoutId id="2147483779" r:id="rId8"/>
    <p:sldLayoutId id="2147483780" r:id="rId9"/>
    <p:sldLayoutId id="2147483781" r:id="rId10"/>
    <p:sldLayoutId id="2147483782" r:id="rId11"/>
    <p:sldLayoutId id="2147483783" r:id="rId12"/>
    <p:sldLayoutId id="2147483784" r:id="rId13"/>
    <p:sldLayoutId id="2147483785" r:id="rId14"/>
    <p:sldLayoutId id="2147483786" r:id="rId15"/>
    <p:sldLayoutId id="2147483787" r:id="rId16"/>
    <p:sldLayoutId id="2147483788" r:id="rId17"/>
    <p:sldLayoutId id="2147483789" r:id="rId18"/>
    <p:sldLayoutId id="2147483790" r:id="rId19"/>
    <p:sldLayoutId id="2147483791" r:id="rId20"/>
    <p:sldLayoutId id="2147483792" r:id="rId21"/>
    <p:sldLayoutId id="2147483793" r:id="rId22"/>
    <p:sldLayoutId id="2147483794" r:id="rId23"/>
    <p:sldLayoutId id="2147483795" r:id="rId24"/>
    <p:sldLayoutId id="2147483796" r:id="rId25"/>
    <p:sldLayoutId id="2147483797" r:id="rId26"/>
    <p:sldLayoutId id="2147483798" r:id="rId27"/>
    <p:sldLayoutId id="2147483799" r:id="rId28"/>
    <p:sldLayoutId id="2147483800" r:id="rId29"/>
    <p:sldLayoutId id="2147483801" r:id="rId30"/>
    <p:sldLayoutId id="2147483802" r:id="rId31"/>
    <p:sldLayoutId id="2147483803" r:id="rId32"/>
    <p:sldLayoutId id="2147483804" r:id="rId33"/>
    <p:sldLayoutId id="2147483805" r:id="rId34"/>
    <p:sldLayoutId id="2147483806" r:id="rId35"/>
    <p:sldLayoutId id="2147483807" r:id="rId36"/>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56421741"/>
      </p:ext>
    </p:extLst>
  </p:cSld>
  <p:clrMap bg1="lt1" tx1="dk1" bg2="lt2" tx2="dk2" accent1="accent1" accent2="accent2" accent3="accent3" accent4="accent4" accent5="accent5" accent6="accent6" hlink="hlink" folHlink="folHlink"/>
  <p:sldLayoutIdLst>
    <p:sldLayoutId id="2147483809" r:id="rId1"/>
    <p:sldLayoutId id="2147483810" r:id="rId2"/>
    <p:sldLayoutId id="2147483811" r:id="rId3"/>
    <p:sldLayoutId id="2147483812" r:id="rId4"/>
    <p:sldLayoutId id="2147483813" r:id="rId5"/>
    <p:sldLayoutId id="2147483814" r:id="rId6"/>
    <p:sldLayoutId id="2147483815" r:id="rId7"/>
    <p:sldLayoutId id="2147483816" r:id="rId8"/>
    <p:sldLayoutId id="2147483817" r:id="rId9"/>
    <p:sldLayoutId id="2147483818" r:id="rId10"/>
    <p:sldLayoutId id="2147483819" r:id="rId11"/>
    <p:sldLayoutId id="2147483820" r:id="rId12"/>
    <p:sldLayoutId id="2147483821" r:id="rId13"/>
    <p:sldLayoutId id="2147483822" r:id="rId14"/>
    <p:sldLayoutId id="2147483823" r:id="rId15"/>
    <p:sldLayoutId id="2147483824" r:id="rId16"/>
    <p:sldLayoutId id="2147483825" r:id="rId17"/>
    <p:sldLayoutId id="2147483826" r:id="rId18"/>
    <p:sldLayoutId id="2147483827" r:id="rId19"/>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60.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9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4.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94.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9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94.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94.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94.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94.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94.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94.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94.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94.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9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94.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94.xml"/></Relationships>
</file>

<file path=ppt/slides/_rels/slide2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94.xml"/></Relationships>
</file>

<file path=ppt/slides/_rels/slide2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94.xml"/></Relationships>
</file>

<file path=ppt/slides/_rels/slide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xml"/><Relationship Id="rId1" Type="http://schemas.openxmlformats.org/officeDocument/2006/relationships/slideLayout" Target="../slideLayouts/slideLayout9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_rels/slide2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94.xml"/></Relationships>
</file>

<file path=ppt/slides/_rels/slide2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94.xml"/></Relationships>
</file>

<file path=ppt/slides/_rels/slide2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94.xml"/></Relationships>
</file>

<file path=ppt/slides/_rels/slide3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94.xml"/></Relationships>
</file>

<file path=ppt/slides/_rels/slide3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94.xml"/></Relationships>
</file>

<file path=ppt/slides/_rels/slide3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9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_rels/slide3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94.xml"/></Relationships>
</file>

<file path=ppt/slides/_rels/slide3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94.xml"/></Relationships>
</file>

<file path=ppt/slides/_rels/slide3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94.xml"/></Relationships>
</file>

<file path=ppt/slides/_rels/slide3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94.xml"/></Relationships>
</file>

<file path=ppt/slides/_rels/slide3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94.xml"/></Relationships>
</file>

<file path=ppt/slides/_rels/slide4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94.xml"/></Relationships>
</file>

<file path=ppt/slides/_rels/slide4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94.xml"/></Relationships>
</file>

<file path=ppt/slides/_rels/slide4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94.xml"/></Relationships>
</file>

<file path=ppt/slides/_rels/slide4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94.xml"/></Relationships>
</file>

<file path=ppt/slides/_rels/slide4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9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_rels/slide4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9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_rels/slide4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94.xml"/></Relationships>
</file>

<file path=ppt/slides/_rels/slide4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xml"/><Relationship Id="rId1" Type="http://schemas.openxmlformats.org/officeDocument/2006/relationships/slideLayout" Target="../slideLayouts/slideLayout94.xml"/></Relationships>
</file>

<file path=ppt/slides/_rels/slide5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xml"/><Relationship Id="rId1" Type="http://schemas.openxmlformats.org/officeDocument/2006/relationships/slideLayout" Target="../slideLayouts/slideLayout94.xml"/></Relationships>
</file>

<file path=ppt/slides/_rels/slide5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xml"/><Relationship Id="rId1" Type="http://schemas.openxmlformats.org/officeDocument/2006/relationships/slideLayout" Target="../slideLayouts/slideLayout94.xml"/></Relationships>
</file>

<file path=ppt/slides/_rels/slide5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5.xml"/><Relationship Id="rId1" Type="http://schemas.openxmlformats.org/officeDocument/2006/relationships/slideLayout" Target="../slideLayouts/slideLayout9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_rels/slide5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6.xml"/><Relationship Id="rId1" Type="http://schemas.openxmlformats.org/officeDocument/2006/relationships/slideLayout" Target="../slideLayouts/slideLayout94.xml"/></Relationships>
</file>

<file path=ppt/slides/_rels/slide5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7.xml"/><Relationship Id="rId1" Type="http://schemas.openxmlformats.org/officeDocument/2006/relationships/slideLayout" Target="../slideLayouts/slideLayout94.xml"/></Relationships>
</file>

<file path=ppt/slides/_rels/slide5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8.xml"/><Relationship Id="rId1" Type="http://schemas.openxmlformats.org/officeDocument/2006/relationships/slideLayout" Target="../slideLayouts/slideLayout94.xml"/></Relationships>
</file>

<file path=ppt/slides/_rels/slide5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9.xml"/><Relationship Id="rId1" Type="http://schemas.openxmlformats.org/officeDocument/2006/relationships/slideLayout" Target="../slideLayouts/slideLayout9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_rels/slide59.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94.xml"/></Relationships>
</file>

<file path=ppt/slides/_rels/slide60.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94.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_rels/slide62.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94.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3.xml"/></Relationships>
</file>

<file path=ppt/slides/_rels/slide64.xml.rels><?xml version="1.0" encoding="UTF-8" standalone="yes"?>
<Relationships xmlns="http://schemas.openxmlformats.org/package/2006/relationships"><Relationship Id="rId3" Type="http://schemas.openxmlformats.org/officeDocument/2006/relationships/image" Target="../media/image46.svg"/><Relationship Id="rId2" Type="http://schemas.openxmlformats.org/officeDocument/2006/relationships/image" Target="../media/image45.svg"/><Relationship Id="rId1" Type="http://schemas.openxmlformats.org/officeDocument/2006/relationships/slideLayout" Target="../slideLayouts/slideLayout7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DD381F98-39A1-4ACC-B642-A72023AF9BC1}"/>
              </a:ext>
            </a:extLst>
          </p:cNvPr>
          <p:cNvSpPr>
            <a:spLocks noGrp="1"/>
          </p:cNvSpPr>
          <p:nvPr>
            <p:ph type="body" sz="quarter" idx="10"/>
          </p:nvPr>
        </p:nvSpPr>
        <p:spPr>
          <a:xfrm>
            <a:off x="556902" y="2249757"/>
            <a:ext cx="5427132" cy="1167179"/>
          </a:xfrm>
        </p:spPr>
        <p:txBody>
          <a:bodyPr/>
          <a:lstStyle/>
          <a:p>
            <a:r>
              <a:rPr lang="es-CL" dirty="0">
                <a:latin typeface="+mj-lt"/>
              </a:rPr>
              <a:t>Gestionar Persona Natural</a:t>
            </a:r>
          </a:p>
        </p:txBody>
      </p:sp>
      <p:sp>
        <p:nvSpPr>
          <p:cNvPr id="4" name="Marcador de texto 3">
            <a:extLst>
              <a:ext uri="{FF2B5EF4-FFF2-40B4-BE49-F238E27FC236}">
                <a16:creationId xmlns:a16="http://schemas.microsoft.com/office/drawing/2014/main" id="{A1EF17AF-28D3-D529-32AF-17D3B44889E9}"/>
              </a:ext>
            </a:extLst>
          </p:cNvPr>
          <p:cNvSpPr>
            <a:spLocks noGrp="1"/>
          </p:cNvSpPr>
          <p:nvPr>
            <p:ph type="body" sz="quarter" idx="11"/>
          </p:nvPr>
        </p:nvSpPr>
        <p:spPr>
          <a:xfrm>
            <a:off x="556902" y="4116116"/>
            <a:ext cx="5427132" cy="292452"/>
          </a:xfrm>
        </p:spPr>
        <p:txBody>
          <a:bodyPr/>
          <a:lstStyle/>
          <a:p>
            <a:r>
              <a:rPr lang="es-ES" sz="1800" dirty="0"/>
              <a:t>Instructivo</a:t>
            </a:r>
          </a:p>
        </p:txBody>
      </p:sp>
      <p:pic>
        <p:nvPicPr>
          <p:cNvPr id="9" name="Marcador de posición de imagen 8" descr="Un par de personas sentadas en una mesa&#10;&#10;El contenido generado por IA puede ser incorrecto.">
            <a:extLst>
              <a:ext uri="{FF2B5EF4-FFF2-40B4-BE49-F238E27FC236}">
                <a16:creationId xmlns:a16="http://schemas.microsoft.com/office/drawing/2014/main" id="{AF1DC92B-2585-E7B6-19BC-3139FA2C70EB}"/>
              </a:ext>
            </a:extLst>
          </p:cNvPr>
          <p:cNvPicPr>
            <a:picLocks noGrp="1" noChangeAspect="1"/>
          </p:cNvPicPr>
          <p:nvPr>
            <p:ph type="pic" sz="quarter" idx="14"/>
          </p:nvPr>
        </p:nvPicPr>
        <p:blipFill>
          <a:blip r:embed="rId2">
            <a:extLst>
              <a:ext uri="{28A0092B-C50C-407E-A947-70E740481C1C}">
                <a14:useLocalDpi xmlns:a14="http://schemas.microsoft.com/office/drawing/2010/main" val="0"/>
              </a:ext>
            </a:extLst>
          </a:blip>
          <a:srcRect l="17869" r="17869"/>
          <a:stretch>
            <a:fillRect/>
          </a:stretch>
        </p:blipFill>
        <p:spPr/>
      </p:pic>
      <p:sp>
        <p:nvSpPr>
          <p:cNvPr id="7" name="Text Placeholder 6">
            <a:extLst>
              <a:ext uri="{FF2B5EF4-FFF2-40B4-BE49-F238E27FC236}">
                <a16:creationId xmlns:a16="http://schemas.microsoft.com/office/drawing/2014/main" id="{9F4F8B2E-53B0-980D-D582-B3346DAA3BE8}"/>
              </a:ext>
            </a:extLst>
          </p:cNvPr>
          <p:cNvSpPr>
            <a:spLocks noGrp="1"/>
          </p:cNvSpPr>
          <p:nvPr>
            <p:ph type="body" sz="quarter" idx="12"/>
          </p:nvPr>
        </p:nvSpPr>
        <p:spPr>
          <a:xfrm>
            <a:off x="657385" y="5398769"/>
            <a:ext cx="3032274" cy="194925"/>
          </a:xfrm>
        </p:spPr>
        <p:txBody>
          <a:bodyPr/>
          <a:lstStyle/>
          <a:p>
            <a:r>
              <a:rPr lang="es-CO" dirty="0"/>
              <a:t>Universidad Señor de SIPAN</a:t>
            </a:r>
          </a:p>
        </p:txBody>
      </p:sp>
      <p:sp>
        <p:nvSpPr>
          <p:cNvPr id="10" name="Text Placeholder 9">
            <a:extLst>
              <a:ext uri="{FF2B5EF4-FFF2-40B4-BE49-F238E27FC236}">
                <a16:creationId xmlns:a16="http://schemas.microsoft.com/office/drawing/2014/main" id="{802A9BCF-2144-2F43-8E4E-363B1798E936}"/>
              </a:ext>
            </a:extLst>
          </p:cNvPr>
          <p:cNvSpPr>
            <a:spLocks noGrp="1"/>
          </p:cNvSpPr>
          <p:nvPr>
            <p:ph type="body" sz="quarter" idx="13"/>
          </p:nvPr>
        </p:nvSpPr>
        <p:spPr/>
        <p:txBody>
          <a:bodyPr/>
          <a:lstStyle/>
          <a:p>
            <a:r>
              <a:rPr lang="es-CO" dirty="0"/>
              <a:t>Mayo, 2026</a:t>
            </a:r>
          </a:p>
        </p:txBody>
      </p:sp>
    </p:spTree>
    <p:extLst>
      <p:ext uri="{BB962C8B-B14F-4D97-AF65-F5344CB8AC3E}">
        <p14:creationId xmlns:p14="http://schemas.microsoft.com/office/powerpoint/2010/main" val="33531149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61C17162-17F1-530F-F6BC-4203C78DA55D}"/>
              </a:ext>
            </a:extLst>
          </p:cNvPr>
          <p:cNvSpPr>
            <a:spLocks noGrp="1"/>
          </p:cNvSpPr>
          <p:nvPr>
            <p:ph type="body" orient="vert" sz="quarter" idx="10"/>
          </p:nvPr>
        </p:nvSpPr>
        <p:spPr/>
        <p:txBody>
          <a:bodyPr/>
          <a:lstStyle/>
          <a:p>
            <a:r>
              <a:rPr lang="es-419" sz="1200" dirty="0"/>
              <a:t>Gestionar persona natural</a:t>
            </a:r>
            <a:endParaRPr lang="en-US" dirty="0"/>
          </a:p>
        </p:txBody>
      </p:sp>
      <p:graphicFrame>
        <p:nvGraphicFramePr>
          <p:cNvPr id="4" name="Table 2">
            <a:extLst>
              <a:ext uri="{FF2B5EF4-FFF2-40B4-BE49-F238E27FC236}">
                <a16:creationId xmlns:a16="http://schemas.microsoft.com/office/drawing/2014/main" id="{86028BF8-A141-2E97-2FAA-0A37BCE60D2D}"/>
              </a:ext>
            </a:extLst>
          </p:cNvPr>
          <p:cNvGraphicFramePr>
            <a:graphicFrameLocks noGrp="1"/>
          </p:cNvGraphicFramePr>
          <p:nvPr>
            <p:extLst>
              <p:ext uri="{D42A27DB-BD31-4B8C-83A1-F6EECF244321}">
                <p14:modId xmlns:p14="http://schemas.microsoft.com/office/powerpoint/2010/main" val="3447739526"/>
              </p:ext>
            </p:extLst>
          </p:nvPr>
        </p:nvGraphicFramePr>
        <p:xfrm>
          <a:off x="786088" y="1651015"/>
          <a:ext cx="9058128" cy="3256796"/>
        </p:xfrm>
        <a:graphic>
          <a:graphicData uri="http://schemas.openxmlformats.org/drawingml/2006/table">
            <a:tbl>
              <a:tblPr>
                <a:tableStyleId>{5C22544A-7EE6-4342-B048-85BDC9FD1C3A}</a:tableStyleId>
              </a:tblPr>
              <a:tblGrid>
                <a:gridCol w="930128">
                  <a:extLst>
                    <a:ext uri="{9D8B030D-6E8A-4147-A177-3AD203B41FA5}">
                      <a16:colId xmlns:a16="http://schemas.microsoft.com/office/drawing/2014/main" val="1835725686"/>
                    </a:ext>
                  </a:extLst>
                </a:gridCol>
                <a:gridCol w="8128000">
                  <a:extLst>
                    <a:ext uri="{9D8B030D-6E8A-4147-A177-3AD203B41FA5}">
                      <a16:colId xmlns:a16="http://schemas.microsoft.com/office/drawing/2014/main" val="52046442"/>
                    </a:ext>
                  </a:extLst>
                </a:gridCol>
              </a:tblGrid>
              <a:tr h="814199">
                <a:tc>
                  <a:txBody>
                    <a:bodyPr/>
                    <a:lstStyle/>
                    <a:p>
                      <a:r>
                        <a:rPr lang="en-US" sz="2800" b="1" dirty="0">
                          <a:solidFill>
                            <a:schemeClr val="bg1"/>
                          </a:solidFill>
                        </a:rPr>
                        <a:t>01</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800" b="1" dirty="0">
                          <a:solidFill>
                            <a:schemeClr val="bg1"/>
                          </a:solidFill>
                        </a:rPr>
                        <a:t>Overview</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41948859"/>
                  </a:ext>
                </a:extLst>
              </a:tr>
              <a:tr h="814199">
                <a:tc>
                  <a:txBody>
                    <a:bodyPr/>
                    <a:lstStyle/>
                    <a:p>
                      <a:r>
                        <a:rPr lang="en-US" sz="2800" b="1" dirty="0">
                          <a:solidFill>
                            <a:schemeClr val="bg1"/>
                          </a:solidFill>
                        </a:rPr>
                        <a:t>02</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800" b="1" dirty="0">
                          <a:solidFill>
                            <a:schemeClr val="bg1"/>
                          </a:solidFill>
                        </a:rPr>
                        <a:t>Configuraciones</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24980871"/>
                  </a:ext>
                </a:extLst>
              </a:tr>
              <a:tr h="814199">
                <a:tc>
                  <a:txBody>
                    <a:bodyPr/>
                    <a:lstStyle/>
                    <a:p>
                      <a:r>
                        <a:rPr lang="es-419" sz="2800" b="1" noProof="0" dirty="0">
                          <a:solidFill>
                            <a:schemeClr val="bg1"/>
                          </a:solidFill>
                        </a:rPr>
                        <a:t>03</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s-419" sz="2800" b="1" noProof="0" dirty="0">
                          <a:solidFill>
                            <a:schemeClr val="bg1"/>
                          </a:solidFill>
                        </a:rPr>
                        <a:t>Gestionar persona natural</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19936347"/>
                  </a:ext>
                </a:extLst>
              </a:tr>
              <a:tr h="814199">
                <a:tc>
                  <a:txBody>
                    <a:bodyPr/>
                    <a:lstStyle/>
                    <a:p>
                      <a:r>
                        <a:rPr lang="en-US" sz="2800" b="1" dirty="0">
                          <a:solidFill>
                            <a:schemeClr val="bg1"/>
                          </a:solidFill>
                        </a:rPr>
                        <a:t>04</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800" b="1" dirty="0">
                          <a:solidFill>
                            <a:schemeClr val="bg1"/>
                          </a:solidFill>
                        </a:rPr>
                        <a:t>Resumen</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33436290"/>
                  </a:ext>
                </a:extLst>
              </a:tr>
            </a:tbl>
          </a:graphicData>
        </a:graphic>
      </p:graphicFrame>
    </p:spTree>
    <p:extLst>
      <p:ext uri="{BB962C8B-B14F-4D97-AF65-F5344CB8AC3E}">
        <p14:creationId xmlns:p14="http://schemas.microsoft.com/office/powerpoint/2010/main" val="42515711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61C17162-17F1-530F-F6BC-4203C78DA55D}"/>
              </a:ext>
            </a:extLst>
          </p:cNvPr>
          <p:cNvSpPr>
            <a:spLocks noGrp="1"/>
          </p:cNvSpPr>
          <p:nvPr>
            <p:ph type="body" orient="vert" sz="quarter" idx="10"/>
          </p:nvPr>
        </p:nvSpPr>
        <p:spPr/>
        <p:txBody>
          <a:bodyPr/>
          <a:lstStyle/>
          <a:p>
            <a:r>
              <a:rPr lang="es-419" sz="1200" dirty="0"/>
              <a:t>Gestionar persona natural</a:t>
            </a:r>
            <a:endParaRPr lang="en-US" dirty="0"/>
          </a:p>
        </p:txBody>
      </p:sp>
      <p:sp>
        <p:nvSpPr>
          <p:cNvPr id="16" name="Title 15">
            <a:extLst>
              <a:ext uri="{FF2B5EF4-FFF2-40B4-BE49-F238E27FC236}">
                <a16:creationId xmlns:a16="http://schemas.microsoft.com/office/drawing/2014/main" id="{E36F486A-1A18-4A72-1755-E54B412B189B}"/>
              </a:ext>
            </a:extLst>
          </p:cNvPr>
          <p:cNvSpPr>
            <a:spLocks noGrp="1"/>
          </p:cNvSpPr>
          <p:nvPr>
            <p:ph type="title"/>
          </p:nvPr>
        </p:nvSpPr>
        <p:spPr/>
        <p:txBody>
          <a:bodyPr/>
          <a:lstStyle/>
          <a:p>
            <a:r>
              <a:rPr lang="en-US" sz="3200" b="1" dirty="0">
                <a:solidFill>
                  <a:schemeClr val="bg1"/>
                </a:solidFill>
              </a:rPr>
              <a:t>Overview</a:t>
            </a:r>
          </a:p>
        </p:txBody>
      </p:sp>
    </p:spTree>
    <p:extLst>
      <p:ext uri="{BB962C8B-B14F-4D97-AF65-F5344CB8AC3E}">
        <p14:creationId xmlns:p14="http://schemas.microsoft.com/office/powerpoint/2010/main" val="26505762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Vertical Text Placeholder 3">
            <a:extLst>
              <a:ext uri="{FF2B5EF4-FFF2-40B4-BE49-F238E27FC236}">
                <a16:creationId xmlns:a16="http://schemas.microsoft.com/office/drawing/2014/main" id="{E84A95C1-A1C4-874B-A0F8-44AB6CD99FF1}"/>
              </a:ext>
            </a:extLst>
          </p:cNvPr>
          <p:cNvSpPr>
            <a:spLocks noGrp="1"/>
          </p:cNvSpPr>
          <p:nvPr>
            <p:ph type="body" orient="vert" sz="quarter" idx="17"/>
          </p:nvPr>
        </p:nvSpPr>
        <p:spPr/>
        <p:txBody>
          <a:bodyPr/>
          <a:lstStyle/>
          <a:p>
            <a:r>
              <a:rPr lang="es-419" sz="1200" dirty="0"/>
              <a:t>Gestionar persona natural</a:t>
            </a:r>
            <a:endParaRPr lang="en-US" dirty="0"/>
          </a:p>
        </p:txBody>
      </p:sp>
      <p:sp>
        <p:nvSpPr>
          <p:cNvPr id="3" name="Title 2">
            <a:extLst>
              <a:ext uri="{FF2B5EF4-FFF2-40B4-BE49-F238E27FC236}">
                <a16:creationId xmlns:a16="http://schemas.microsoft.com/office/drawing/2014/main" id="{CE1505E3-5A51-3A2E-57EA-74DF6A59B9BE}"/>
              </a:ext>
            </a:extLst>
          </p:cNvPr>
          <p:cNvSpPr>
            <a:spLocks noGrp="1"/>
          </p:cNvSpPr>
          <p:nvPr>
            <p:ph type="title"/>
          </p:nvPr>
        </p:nvSpPr>
        <p:spPr>
          <a:xfrm>
            <a:off x="1463337" y="508268"/>
            <a:ext cx="9418021" cy="898555"/>
          </a:xfrm>
        </p:spPr>
        <p:txBody>
          <a:bodyPr vert="horz" lIns="0" tIns="0" rIns="0" bIns="0" rtlCol="0" anchor="t" anchorCtr="0">
            <a:noAutofit/>
          </a:bodyPr>
          <a:lstStyle/>
          <a:p>
            <a:r>
              <a:rPr lang="es-ES_tradnl" dirty="0"/>
              <a:t>Overview: Mapa de capacidades</a:t>
            </a:r>
            <a:endParaRPr lang="en-US" dirty="0"/>
          </a:p>
        </p:txBody>
      </p:sp>
      <p:pic>
        <p:nvPicPr>
          <p:cNvPr id="5" name="Picture 2">
            <a:extLst>
              <a:ext uri="{FF2B5EF4-FFF2-40B4-BE49-F238E27FC236}">
                <a16:creationId xmlns:a16="http://schemas.microsoft.com/office/drawing/2014/main" id="{1CD86584-3813-004E-3696-5BB232753EB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950" t="3607" r="2974"/>
          <a:stretch>
            <a:fillRect/>
          </a:stretch>
        </p:blipFill>
        <p:spPr bwMode="auto">
          <a:xfrm>
            <a:off x="609601" y="1289303"/>
            <a:ext cx="11225781" cy="4578507"/>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2E791E00-6A81-316C-AA90-C0CA3861559B}"/>
              </a:ext>
            </a:extLst>
          </p:cNvPr>
          <p:cNvSpPr/>
          <p:nvPr/>
        </p:nvSpPr>
        <p:spPr>
          <a:xfrm>
            <a:off x="932068" y="4162565"/>
            <a:ext cx="4102156" cy="621792"/>
          </a:xfrm>
          <a:prstGeom prst="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Tree>
    <p:extLst>
      <p:ext uri="{BB962C8B-B14F-4D97-AF65-F5344CB8AC3E}">
        <p14:creationId xmlns:p14="http://schemas.microsoft.com/office/powerpoint/2010/main" val="7331284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9D552BA8-E40D-BE5E-B33E-255C974B1B45}"/>
              </a:ext>
            </a:extLst>
          </p:cNvPr>
          <p:cNvSpPr>
            <a:spLocks noGrp="1"/>
          </p:cNvSpPr>
          <p:nvPr>
            <p:ph type="body" sz="quarter" idx="18"/>
          </p:nvPr>
        </p:nvSpPr>
        <p:spPr>
          <a:xfrm>
            <a:off x="1104900" y="2622620"/>
            <a:ext cx="9698935" cy="1215850"/>
          </a:xfrm>
        </p:spPr>
        <p:txBody>
          <a:bodyPr anchor="ctr"/>
          <a:lstStyle/>
          <a:p>
            <a:pPr marL="285750" lvl="0" indent="-285750">
              <a:buClr>
                <a:srgbClr val="0CB4B4"/>
              </a:buClr>
              <a:buFont typeface="Wingdings" panose="05000000000000000000" pitchFamily="2" charset="2"/>
              <a:buChar char="q"/>
            </a:pPr>
            <a:r>
              <a:rPr lang="es-CO" sz="2400" b="1" dirty="0">
                <a:solidFill>
                  <a:srgbClr val="7030A0"/>
                </a:solidFill>
              </a:rPr>
              <a:t> </a:t>
            </a:r>
            <a:r>
              <a:rPr lang="es-419" sz="2400" b="1" dirty="0">
                <a:solidFill>
                  <a:srgbClr val="7030A0"/>
                </a:solidFill>
              </a:rPr>
              <a:t>Gestionar persona natural</a:t>
            </a:r>
          </a:p>
          <a:p>
            <a:pPr marL="0" lvl="0" indent="0">
              <a:buClr>
                <a:srgbClr val="0CB4B4"/>
              </a:buClr>
              <a:buNone/>
            </a:pPr>
            <a:endParaRPr lang="es-CO" sz="2400" dirty="0"/>
          </a:p>
        </p:txBody>
      </p:sp>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Gestionar persona natural</a:t>
            </a:r>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p:txBody>
          <a:bodyPr/>
          <a:lstStyle/>
          <a:p>
            <a:r>
              <a:rPr lang="es-ES_tradnl" sz="3200" dirty="0">
                <a:solidFill>
                  <a:schemeClr val="tx2"/>
                </a:solidFill>
              </a:rPr>
              <a:t>Overview: </a:t>
            </a:r>
            <a:r>
              <a:rPr lang="es-ES_tradnl" dirty="0"/>
              <a:t>Macroproceso </a:t>
            </a:r>
            <a:r>
              <a:rPr lang="es-419" dirty="0"/>
              <a:t>Gestión de la Información del Estudiante</a:t>
            </a:r>
            <a:endParaRPr lang="es-CL" dirty="0"/>
          </a:p>
        </p:txBody>
      </p:sp>
    </p:spTree>
    <p:extLst>
      <p:ext uri="{BB962C8B-B14F-4D97-AF65-F5344CB8AC3E}">
        <p14:creationId xmlns:p14="http://schemas.microsoft.com/office/powerpoint/2010/main" val="15048787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21D2E5BD-8D92-BBEB-6DE7-7F46E2C205E5}"/>
              </a:ext>
            </a:extLst>
          </p:cNvPr>
          <p:cNvSpPr>
            <a:spLocks noGrp="1"/>
          </p:cNvSpPr>
          <p:nvPr>
            <p:ph type="body" sz="quarter" idx="18"/>
          </p:nvPr>
        </p:nvSpPr>
        <p:spPr>
          <a:xfrm>
            <a:off x="1027871" y="1789044"/>
            <a:ext cx="10136257" cy="3014068"/>
          </a:xfrm>
        </p:spPr>
        <p:txBody>
          <a:bodyPr anchor="ctr"/>
          <a:lstStyle/>
          <a:p>
            <a:pPr algn="just">
              <a:lnSpc>
                <a:spcPct val="90000"/>
              </a:lnSpc>
              <a:spcBef>
                <a:spcPts val="1000"/>
              </a:spcBef>
              <a:buClr>
                <a:srgbClr val="009999"/>
              </a:buClr>
              <a:buFont typeface="Wingdings" panose="05000000000000000000" pitchFamily="2" charset="2"/>
              <a:buChar char="v"/>
            </a:pPr>
            <a:r>
              <a:rPr lang="es-ES_tradnl" sz="2400" dirty="0"/>
              <a:t>  Permite crear personas naturales, teniendo como información obligatoria los nombres y apellidos, o los datos que la institución determine, usando coincidencia común.</a:t>
            </a:r>
          </a:p>
          <a:p>
            <a:pPr algn="just">
              <a:lnSpc>
                <a:spcPct val="90000"/>
              </a:lnSpc>
              <a:spcBef>
                <a:spcPts val="1000"/>
              </a:spcBef>
              <a:buClr>
                <a:srgbClr val="009999"/>
              </a:buClr>
              <a:buFont typeface="Wingdings" panose="05000000000000000000" pitchFamily="2" charset="2"/>
              <a:buChar char="v"/>
            </a:pPr>
            <a:r>
              <a:rPr lang="es-419" sz="2400" dirty="0"/>
              <a:t>  La persona natural puede tener información adicional como: información biográfica, información médica, entre otras.</a:t>
            </a:r>
          </a:p>
          <a:p>
            <a:pPr algn="just">
              <a:lnSpc>
                <a:spcPct val="90000"/>
              </a:lnSpc>
              <a:spcBef>
                <a:spcPts val="1000"/>
              </a:spcBef>
              <a:buClr>
                <a:srgbClr val="009999"/>
              </a:buClr>
              <a:buFont typeface="Wingdings" panose="05000000000000000000" pitchFamily="2" charset="2"/>
              <a:buChar char="v"/>
            </a:pPr>
            <a:r>
              <a:rPr lang="es-419" sz="2400" dirty="0"/>
              <a:t>  La información de la persona natural puede ser modificada o actualizada en cualquier momento.</a:t>
            </a:r>
          </a:p>
        </p:txBody>
      </p:sp>
      <p:sp>
        <p:nvSpPr>
          <p:cNvPr id="3" name="Marcador de texto vertical 2">
            <a:extLst>
              <a:ext uri="{FF2B5EF4-FFF2-40B4-BE49-F238E27FC236}">
                <a16:creationId xmlns:a16="http://schemas.microsoft.com/office/drawing/2014/main" id="{22BE24A3-7467-74A8-A973-F32D51EBA4D3}"/>
              </a:ext>
            </a:extLst>
          </p:cNvPr>
          <p:cNvSpPr>
            <a:spLocks noGrp="1"/>
          </p:cNvSpPr>
          <p:nvPr>
            <p:ph type="body" orient="vert" sz="quarter" idx="17"/>
          </p:nvPr>
        </p:nvSpPr>
        <p:spPr/>
        <p:txBody>
          <a:bodyPr/>
          <a:lstStyle/>
          <a:p>
            <a:r>
              <a:rPr lang="es-419" sz="1200" dirty="0"/>
              <a:t>Gestionar persona natural</a:t>
            </a:r>
          </a:p>
        </p:txBody>
      </p:sp>
      <p:sp>
        <p:nvSpPr>
          <p:cNvPr id="4" name="Título 3">
            <a:extLst>
              <a:ext uri="{FF2B5EF4-FFF2-40B4-BE49-F238E27FC236}">
                <a16:creationId xmlns:a16="http://schemas.microsoft.com/office/drawing/2014/main" id="{296A5721-C06B-CE2D-66A9-59404F187719}"/>
              </a:ext>
            </a:extLst>
          </p:cNvPr>
          <p:cNvSpPr>
            <a:spLocks noGrp="1"/>
          </p:cNvSpPr>
          <p:nvPr>
            <p:ph type="title"/>
          </p:nvPr>
        </p:nvSpPr>
        <p:spPr/>
        <p:txBody>
          <a:bodyPr/>
          <a:lstStyle/>
          <a:p>
            <a:r>
              <a:rPr lang="es-ES_tradnl" sz="3200" dirty="0">
                <a:solidFill>
                  <a:schemeClr val="tx2"/>
                </a:solidFill>
              </a:rPr>
              <a:t>Overview: </a:t>
            </a:r>
            <a:r>
              <a:rPr lang="es-ES_tradnl" dirty="0"/>
              <a:t>Proceso </a:t>
            </a:r>
            <a:r>
              <a:rPr lang="es-419" dirty="0"/>
              <a:t>gestionar persona natural</a:t>
            </a:r>
            <a:endParaRPr lang="es-CL" dirty="0"/>
          </a:p>
        </p:txBody>
      </p:sp>
    </p:spTree>
    <p:extLst>
      <p:ext uri="{BB962C8B-B14F-4D97-AF65-F5344CB8AC3E}">
        <p14:creationId xmlns:p14="http://schemas.microsoft.com/office/powerpoint/2010/main" val="1678756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vertical 2">
            <a:extLst>
              <a:ext uri="{FF2B5EF4-FFF2-40B4-BE49-F238E27FC236}">
                <a16:creationId xmlns:a16="http://schemas.microsoft.com/office/drawing/2014/main" id="{22BE24A3-7467-74A8-A973-F32D51EBA4D3}"/>
              </a:ext>
            </a:extLst>
          </p:cNvPr>
          <p:cNvSpPr>
            <a:spLocks noGrp="1"/>
          </p:cNvSpPr>
          <p:nvPr>
            <p:ph type="body" orient="vert" sz="quarter" idx="17"/>
          </p:nvPr>
        </p:nvSpPr>
        <p:spPr/>
        <p:txBody>
          <a:bodyPr/>
          <a:lstStyle/>
          <a:p>
            <a:r>
              <a:rPr lang="es-419" sz="1200" dirty="0"/>
              <a:t>Gestionar persona natural</a:t>
            </a:r>
          </a:p>
        </p:txBody>
      </p:sp>
      <p:sp>
        <p:nvSpPr>
          <p:cNvPr id="6" name="Título 3">
            <a:extLst>
              <a:ext uri="{FF2B5EF4-FFF2-40B4-BE49-F238E27FC236}">
                <a16:creationId xmlns:a16="http://schemas.microsoft.com/office/drawing/2014/main" id="{CCA54959-6279-D1AE-349E-8840E0B3CBEC}"/>
              </a:ext>
            </a:extLst>
          </p:cNvPr>
          <p:cNvSpPr txBox="1">
            <a:spLocks/>
          </p:cNvSpPr>
          <p:nvPr/>
        </p:nvSpPr>
        <p:spPr>
          <a:xfrm>
            <a:off x="1108859" y="663039"/>
            <a:ext cx="10477497" cy="898555"/>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r>
              <a:rPr lang="es-ES_tradnl" dirty="0">
                <a:solidFill>
                  <a:schemeClr val="tx2"/>
                </a:solidFill>
              </a:rPr>
              <a:t>Overview: </a:t>
            </a:r>
            <a:r>
              <a:rPr lang="es-ES_tradnl" dirty="0"/>
              <a:t>Proceso </a:t>
            </a:r>
            <a:r>
              <a:rPr lang="es-419" dirty="0"/>
              <a:t>gestionar persona natural</a:t>
            </a:r>
            <a:endParaRPr lang="es-CL" dirty="0"/>
          </a:p>
        </p:txBody>
      </p:sp>
      <p:pic>
        <p:nvPicPr>
          <p:cNvPr id="4" name="Imagen 3">
            <a:extLst>
              <a:ext uri="{FF2B5EF4-FFF2-40B4-BE49-F238E27FC236}">
                <a16:creationId xmlns:a16="http://schemas.microsoft.com/office/drawing/2014/main" id="{D2A84C0C-EC31-C151-9A01-97DA70F65880}"/>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90148" y="1561594"/>
            <a:ext cx="10196208" cy="3774558"/>
          </a:xfrm>
          <a:prstGeom prst="rect">
            <a:avLst/>
          </a:prstGeom>
          <a:noFill/>
          <a:ln>
            <a:noFill/>
          </a:ln>
        </p:spPr>
      </p:pic>
    </p:spTree>
    <p:extLst>
      <p:ext uri="{BB962C8B-B14F-4D97-AF65-F5344CB8AC3E}">
        <p14:creationId xmlns:p14="http://schemas.microsoft.com/office/powerpoint/2010/main" val="6755469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Gestiona persona natural</a:t>
            </a:r>
          </a:p>
        </p:txBody>
      </p:sp>
      <p:sp>
        <p:nvSpPr>
          <p:cNvPr id="9" name="CuadroTexto 8">
            <a:extLst>
              <a:ext uri="{FF2B5EF4-FFF2-40B4-BE49-F238E27FC236}">
                <a16:creationId xmlns:a16="http://schemas.microsoft.com/office/drawing/2014/main" id="{CDA0D89D-33DC-4151-D805-A43C6E21B822}"/>
              </a:ext>
            </a:extLst>
          </p:cNvPr>
          <p:cNvSpPr txBox="1"/>
          <p:nvPr/>
        </p:nvSpPr>
        <p:spPr>
          <a:xfrm>
            <a:off x="6939975" y="2743200"/>
            <a:ext cx="2111475" cy="584775"/>
          </a:xfrm>
          <a:prstGeom prst="rect">
            <a:avLst/>
          </a:prstGeom>
          <a:noFill/>
        </p:spPr>
        <p:txBody>
          <a:bodyPr wrap="none" rtlCol="0">
            <a:spAutoFit/>
          </a:bodyPr>
          <a:lstStyle/>
          <a:p>
            <a:r>
              <a:rPr lang="es-ES_tradnl" sz="3200" b="1" dirty="0"/>
              <a:t>Todo LAC</a:t>
            </a:r>
          </a:p>
        </p:txBody>
      </p:sp>
      <p:sp>
        <p:nvSpPr>
          <p:cNvPr id="7" name="Título 3">
            <a:extLst>
              <a:ext uri="{FF2B5EF4-FFF2-40B4-BE49-F238E27FC236}">
                <a16:creationId xmlns:a16="http://schemas.microsoft.com/office/drawing/2014/main" id="{41A78240-C607-71D5-FFEE-AC493BD21BE1}"/>
              </a:ext>
            </a:extLst>
          </p:cNvPr>
          <p:cNvSpPr txBox="1">
            <a:spLocks/>
          </p:cNvSpPr>
          <p:nvPr/>
        </p:nvSpPr>
        <p:spPr>
          <a:xfrm>
            <a:off x="1104900" y="276729"/>
            <a:ext cx="10477497" cy="898555"/>
          </a:xfrm>
          <a:prstGeom prst="rect">
            <a:avLst/>
          </a:prstGeom>
        </p:spPr>
        <p:txBody>
          <a:bodyPr vert="horz" lIns="0" tIns="0" rIns="0" bIns="0" rtlCol="0" anchor="t" anchorCtr="0">
            <a:noAutofit/>
          </a:bodyPr>
          <a:lstStyle>
            <a:lvl1pPr>
              <a:lnSpc>
                <a:spcPct val="90000"/>
              </a:lnSpc>
              <a:spcBef>
                <a:spcPct val="0"/>
              </a:spcBef>
              <a:buNone/>
              <a:defRPr sz="3200" b="1">
                <a:latin typeface="+mj-lt"/>
                <a:ea typeface="+mj-ea"/>
                <a:cs typeface="+mj-cs"/>
              </a:defRPr>
            </a:lvl1pPr>
          </a:lstStyle>
          <a:p>
            <a:r>
              <a:rPr lang="es-ES_tradnl" dirty="0"/>
              <a:t>Overview: Proceso </a:t>
            </a:r>
            <a:r>
              <a:rPr lang="es-419" dirty="0"/>
              <a:t>gestionar persona natural</a:t>
            </a:r>
            <a:endParaRPr lang="es-CL" dirty="0"/>
          </a:p>
        </p:txBody>
      </p:sp>
      <p:pic>
        <p:nvPicPr>
          <p:cNvPr id="2" name="Picture 1">
            <a:extLst>
              <a:ext uri="{FF2B5EF4-FFF2-40B4-BE49-F238E27FC236}">
                <a16:creationId xmlns:a16="http://schemas.microsoft.com/office/drawing/2014/main" id="{65CC31F3-27E2-57DE-525A-B969AFFE9B4A}"/>
              </a:ext>
            </a:extLst>
          </p:cNvPr>
          <p:cNvPicPr>
            <a:picLocks noChangeAspect="1"/>
          </p:cNvPicPr>
          <p:nvPr/>
        </p:nvPicPr>
        <p:blipFill>
          <a:blip r:embed="rId2"/>
          <a:stretch>
            <a:fillRect/>
          </a:stretch>
        </p:blipFill>
        <p:spPr>
          <a:xfrm>
            <a:off x="1219040" y="1175284"/>
            <a:ext cx="5111496" cy="5111496"/>
          </a:xfrm>
          <a:prstGeom prst="rect">
            <a:avLst/>
          </a:prstGeom>
        </p:spPr>
      </p:pic>
    </p:spTree>
    <p:extLst>
      <p:ext uri="{BB962C8B-B14F-4D97-AF65-F5344CB8AC3E}">
        <p14:creationId xmlns:p14="http://schemas.microsoft.com/office/powerpoint/2010/main" val="14480981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61C17162-17F1-530F-F6BC-4203C78DA55D}"/>
              </a:ext>
            </a:extLst>
          </p:cNvPr>
          <p:cNvSpPr>
            <a:spLocks noGrp="1"/>
          </p:cNvSpPr>
          <p:nvPr>
            <p:ph type="body" orient="vert" sz="quarter" idx="10"/>
          </p:nvPr>
        </p:nvSpPr>
        <p:spPr/>
        <p:txBody>
          <a:bodyPr/>
          <a:lstStyle/>
          <a:p>
            <a:r>
              <a:rPr lang="es-419" sz="1200" dirty="0"/>
              <a:t>Gestionar persona natural</a:t>
            </a:r>
          </a:p>
        </p:txBody>
      </p:sp>
      <p:sp>
        <p:nvSpPr>
          <p:cNvPr id="16" name="Title 15">
            <a:extLst>
              <a:ext uri="{FF2B5EF4-FFF2-40B4-BE49-F238E27FC236}">
                <a16:creationId xmlns:a16="http://schemas.microsoft.com/office/drawing/2014/main" id="{E36F486A-1A18-4A72-1755-E54B412B189B}"/>
              </a:ext>
            </a:extLst>
          </p:cNvPr>
          <p:cNvSpPr>
            <a:spLocks noGrp="1"/>
          </p:cNvSpPr>
          <p:nvPr>
            <p:ph type="title"/>
          </p:nvPr>
        </p:nvSpPr>
        <p:spPr/>
        <p:txBody>
          <a:bodyPr/>
          <a:lstStyle/>
          <a:p>
            <a:r>
              <a:rPr lang="en-US" dirty="0"/>
              <a:t>CONFIGURACIONES</a:t>
            </a:r>
          </a:p>
        </p:txBody>
      </p:sp>
    </p:spTree>
    <p:extLst>
      <p:ext uri="{BB962C8B-B14F-4D97-AF65-F5344CB8AC3E}">
        <p14:creationId xmlns:p14="http://schemas.microsoft.com/office/powerpoint/2010/main" val="6906360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n 8">
            <a:extLst>
              <a:ext uri="{FF2B5EF4-FFF2-40B4-BE49-F238E27FC236}">
                <a16:creationId xmlns:a16="http://schemas.microsoft.com/office/drawing/2014/main" id="{8C929C8F-F2DA-C35E-A648-B2BE2E456400}"/>
              </a:ext>
            </a:extLst>
          </p:cNvPr>
          <p:cNvPicPr>
            <a:picLocks noChangeAspect="1"/>
          </p:cNvPicPr>
          <p:nvPr/>
        </p:nvPicPr>
        <p:blipFill>
          <a:blip r:embed="rId2"/>
          <a:stretch>
            <a:fillRect/>
          </a:stretch>
        </p:blipFill>
        <p:spPr>
          <a:xfrm>
            <a:off x="421340" y="1300679"/>
            <a:ext cx="10875721" cy="4970720"/>
          </a:xfrm>
          <a:prstGeom prst="rect">
            <a:avLst/>
          </a:prstGeom>
        </p:spPr>
      </p:pic>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ES_tradnl" sz="3200" b="0" dirty="0"/>
              <a:t>Configuraciones: </a:t>
            </a:r>
            <a:r>
              <a:rPr lang="es-419" sz="3000" dirty="0"/>
              <a:t>GTVCMSC</a:t>
            </a:r>
            <a:r>
              <a:rPr lang="es-419" sz="3000" b="1" dirty="0"/>
              <a:t> Validación </a:t>
            </a:r>
            <a:r>
              <a:rPr lang="es-419" sz="3000" dirty="0"/>
              <a:t>de código de origen de coincidencia común</a:t>
            </a:r>
            <a:endParaRPr lang="es-CL" dirty="0"/>
          </a:p>
        </p:txBody>
      </p:sp>
      <p:sp>
        <p:nvSpPr>
          <p:cNvPr id="10" name="Rectángulo redondeado 5">
            <a:extLst>
              <a:ext uri="{FF2B5EF4-FFF2-40B4-BE49-F238E27FC236}">
                <a16:creationId xmlns:a16="http://schemas.microsoft.com/office/drawing/2014/main" id="{ACFB6BBF-F51C-3E17-0616-B3528CD6154A}"/>
              </a:ext>
            </a:extLst>
          </p:cNvPr>
          <p:cNvSpPr/>
          <p:nvPr/>
        </p:nvSpPr>
        <p:spPr>
          <a:xfrm>
            <a:off x="810247" y="4408955"/>
            <a:ext cx="10960413" cy="1462927"/>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419" sz="1400" dirty="0"/>
              <a:t>Se debe definir un código y una descripción que identifique la coincidencia común para la creación de personas. </a:t>
            </a:r>
          </a:p>
          <a:p>
            <a:pPr marL="342900" indent="-342900">
              <a:buFont typeface="+mj-lt"/>
              <a:buAutoNum type="arabicPeriod"/>
            </a:pPr>
            <a:r>
              <a:rPr lang="es-419" sz="1400" dirty="0"/>
              <a:t>Presione la opción Insertar (+)</a:t>
            </a:r>
          </a:p>
          <a:p>
            <a:pPr marL="342900" indent="-342900">
              <a:buFont typeface="+mj-lt"/>
              <a:buAutoNum type="arabicPeriod"/>
            </a:pPr>
            <a:r>
              <a:rPr lang="es-419" sz="1400" dirty="0"/>
              <a:t>Incorpore en el campo Origen de Coincidencia el código correspondiente</a:t>
            </a:r>
          </a:p>
          <a:p>
            <a:pPr marL="342900" indent="-342900">
              <a:buFont typeface="+mj-lt"/>
              <a:buAutoNum type="arabicPeriod"/>
            </a:pPr>
            <a:r>
              <a:rPr lang="es-419" sz="1400" dirty="0"/>
              <a:t>Incorpore en el campo Descripción un nombre completo para el código.</a:t>
            </a:r>
          </a:p>
          <a:p>
            <a:pPr marL="342900" indent="-342900">
              <a:buFont typeface="+mj-lt"/>
              <a:buAutoNum type="arabicPeriod"/>
            </a:pPr>
            <a:r>
              <a:rPr lang="es-419" sz="1400" dirty="0"/>
              <a:t>Guarde los datos.</a:t>
            </a:r>
          </a:p>
          <a:p>
            <a:r>
              <a:rPr lang="es-419" sz="1100" dirty="0"/>
              <a:t>Nota: los códigos de coincidencia común estás ya creados  con el cargue de los LD, esta es una guía en caso de que se requiera un nuevo código/regla de coincidencia común.</a:t>
            </a:r>
          </a:p>
        </p:txBody>
      </p:sp>
      <p:sp>
        <p:nvSpPr>
          <p:cNvPr id="2" name="Rectángulo redondeado 15">
            <a:extLst>
              <a:ext uri="{FF2B5EF4-FFF2-40B4-BE49-F238E27FC236}">
                <a16:creationId xmlns:a16="http://schemas.microsoft.com/office/drawing/2014/main" id="{AFE591FC-1F56-6926-8C59-8E12749581A4}"/>
              </a:ext>
            </a:extLst>
          </p:cNvPr>
          <p:cNvSpPr/>
          <p:nvPr/>
        </p:nvSpPr>
        <p:spPr>
          <a:xfrm>
            <a:off x="10557708" y="1748260"/>
            <a:ext cx="267056" cy="15101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1</a:t>
            </a:r>
          </a:p>
        </p:txBody>
      </p:sp>
      <p:sp>
        <p:nvSpPr>
          <p:cNvPr id="6" name="Rectángulo redondeado 15">
            <a:extLst>
              <a:ext uri="{FF2B5EF4-FFF2-40B4-BE49-F238E27FC236}">
                <a16:creationId xmlns:a16="http://schemas.microsoft.com/office/drawing/2014/main" id="{EF30D8D0-BF3C-1B08-03B7-F688E5167AC9}"/>
              </a:ext>
            </a:extLst>
          </p:cNvPr>
          <p:cNvSpPr/>
          <p:nvPr/>
        </p:nvSpPr>
        <p:spPr>
          <a:xfrm>
            <a:off x="2072850" y="2927597"/>
            <a:ext cx="267056" cy="15101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2</a:t>
            </a:r>
          </a:p>
        </p:txBody>
      </p:sp>
      <p:sp>
        <p:nvSpPr>
          <p:cNvPr id="7" name="Rectángulo redondeado 15">
            <a:extLst>
              <a:ext uri="{FF2B5EF4-FFF2-40B4-BE49-F238E27FC236}">
                <a16:creationId xmlns:a16="http://schemas.microsoft.com/office/drawing/2014/main" id="{3F203362-AD1C-991F-A8D4-224B8453F416}"/>
              </a:ext>
            </a:extLst>
          </p:cNvPr>
          <p:cNvSpPr/>
          <p:nvPr/>
        </p:nvSpPr>
        <p:spPr>
          <a:xfrm>
            <a:off x="4669140" y="2810997"/>
            <a:ext cx="267056" cy="15101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3</a:t>
            </a:r>
          </a:p>
        </p:txBody>
      </p:sp>
      <p:sp>
        <p:nvSpPr>
          <p:cNvPr id="12" name="Rectángulo redondeado 15">
            <a:extLst>
              <a:ext uri="{FF2B5EF4-FFF2-40B4-BE49-F238E27FC236}">
                <a16:creationId xmlns:a16="http://schemas.microsoft.com/office/drawing/2014/main" id="{03BE4630-188A-920B-C1D0-99811120F5DA}"/>
              </a:ext>
            </a:extLst>
          </p:cNvPr>
          <p:cNvSpPr/>
          <p:nvPr/>
        </p:nvSpPr>
        <p:spPr>
          <a:xfrm>
            <a:off x="10557708" y="5963146"/>
            <a:ext cx="267056" cy="15101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4</a:t>
            </a:r>
          </a:p>
        </p:txBody>
      </p:sp>
      <p:sp>
        <p:nvSpPr>
          <p:cNvPr id="13" name="Rectángulo 12">
            <a:extLst>
              <a:ext uri="{FF2B5EF4-FFF2-40B4-BE49-F238E27FC236}">
                <a16:creationId xmlns:a16="http://schemas.microsoft.com/office/drawing/2014/main" id="{5B6F0294-BF44-2872-2F8E-91A0637DC841}"/>
              </a:ext>
            </a:extLst>
          </p:cNvPr>
          <p:cNvSpPr/>
          <p:nvPr/>
        </p:nvSpPr>
        <p:spPr>
          <a:xfrm>
            <a:off x="10557708" y="1548503"/>
            <a:ext cx="234824" cy="151010"/>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4" name="Rectángulo 13">
            <a:extLst>
              <a:ext uri="{FF2B5EF4-FFF2-40B4-BE49-F238E27FC236}">
                <a16:creationId xmlns:a16="http://schemas.microsoft.com/office/drawing/2014/main" id="{DB784445-5479-D6FB-447D-00BB7E8685FD}"/>
              </a:ext>
            </a:extLst>
          </p:cNvPr>
          <p:cNvSpPr/>
          <p:nvPr/>
        </p:nvSpPr>
        <p:spPr>
          <a:xfrm>
            <a:off x="2750574" y="2721426"/>
            <a:ext cx="1922544" cy="151011"/>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5" name="Rectángulo 14">
            <a:extLst>
              <a:ext uri="{FF2B5EF4-FFF2-40B4-BE49-F238E27FC236}">
                <a16:creationId xmlns:a16="http://schemas.microsoft.com/office/drawing/2014/main" id="{44E97223-3755-C2DD-B506-C71AE6EA1D7C}"/>
              </a:ext>
            </a:extLst>
          </p:cNvPr>
          <p:cNvSpPr/>
          <p:nvPr/>
        </p:nvSpPr>
        <p:spPr>
          <a:xfrm>
            <a:off x="473122" y="2729704"/>
            <a:ext cx="1922544" cy="151011"/>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3" name="Rectángulo 2">
            <a:extLst>
              <a:ext uri="{FF2B5EF4-FFF2-40B4-BE49-F238E27FC236}">
                <a16:creationId xmlns:a16="http://schemas.microsoft.com/office/drawing/2014/main" id="{017C8012-E03F-1C20-4087-D16076DE11EC}"/>
              </a:ext>
            </a:extLst>
          </p:cNvPr>
          <p:cNvSpPr/>
          <p:nvPr/>
        </p:nvSpPr>
        <p:spPr>
          <a:xfrm>
            <a:off x="10824765" y="6056116"/>
            <a:ext cx="439863" cy="211944"/>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28229843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9FD1E3FF-6731-A6FC-8D3B-50CC07B3D225}"/>
              </a:ext>
            </a:extLst>
          </p:cNvPr>
          <p:cNvPicPr>
            <a:picLocks noChangeAspect="1"/>
          </p:cNvPicPr>
          <p:nvPr/>
        </p:nvPicPr>
        <p:blipFill>
          <a:blip r:embed="rId2"/>
          <a:stretch>
            <a:fillRect/>
          </a:stretch>
        </p:blipFill>
        <p:spPr>
          <a:xfrm>
            <a:off x="609601" y="2694131"/>
            <a:ext cx="11271407" cy="1075200"/>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Gestionar persona natural</a:t>
            </a:r>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ES_tradnl" sz="3200" b="0" dirty="0"/>
              <a:t>Configuraciones: </a:t>
            </a:r>
            <a:r>
              <a:rPr lang="es-419" sz="3000" dirty="0"/>
              <a:t>GORCMSC</a:t>
            </a:r>
            <a:r>
              <a:rPr lang="es-419" sz="3000" b="1" dirty="0"/>
              <a:t> </a:t>
            </a:r>
            <a:r>
              <a:rPr lang="es-419" sz="3000" dirty="0"/>
              <a:t>Reglas de origen de coincidencia común</a:t>
            </a:r>
            <a:endParaRPr lang="es-CL" dirty="0"/>
          </a:p>
        </p:txBody>
      </p:sp>
      <p:sp>
        <p:nvSpPr>
          <p:cNvPr id="10" name="Rectángulo redondeado 5">
            <a:extLst>
              <a:ext uri="{FF2B5EF4-FFF2-40B4-BE49-F238E27FC236}">
                <a16:creationId xmlns:a16="http://schemas.microsoft.com/office/drawing/2014/main" id="{ACFB6BBF-F51C-3E17-0616-B3528CD6154A}"/>
              </a:ext>
            </a:extLst>
          </p:cNvPr>
          <p:cNvSpPr/>
          <p:nvPr/>
        </p:nvSpPr>
        <p:spPr>
          <a:xfrm>
            <a:off x="917822" y="5046756"/>
            <a:ext cx="10960413" cy="689026"/>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419" sz="1400" dirty="0"/>
              <a:t>Ingrese a la página GORCMSC:</a:t>
            </a:r>
          </a:p>
          <a:p>
            <a:pPr marL="342900" indent="-342900">
              <a:buFont typeface="+mj-lt"/>
              <a:buAutoNum type="arabicPeriod"/>
            </a:pPr>
            <a:r>
              <a:rPr lang="es-419" sz="1400" dirty="0"/>
              <a:t>En el campo Origen de coincidencia se debe ingresar o seleccionar el código creado para la regla. </a:t>
            </a:r>
          </a:p>
          <a:p>
            <a:pPr marL="342900" indent="-342900">
              <a:buFont typeface="+mj-lt"/>
              <a:buAutoNum type="arabicPeriod"/>
            </a:pPr>
            <a:r>
              <a:rPr lang="es-419" sz="1400" dirty="0"/>
              <a:t>Luego se presionar el botón Ir.</a:t>
            </a:r>
          </a:p>
        </p:txBody>
      </p:sp>
      <p:sp>
        <p:nvSpPr>
          <p:cNvPr id="2" name="Rectángulo redondeado 15">
            <a:extLst>
              <a:ext uri="{FF2B5EF4-FFF2-40B4-BE49-F238E27FC236}">
                <a16:creationId xmlns:a16="http://schemas.microsoft.com/office/drawing/2014/main" id="{305D7B28-7C5B-23E6-5152-A0054A06E63C}"/>
              </a:ext>
            </a:extLst>
          </p:cNvPr>
          <p:cNvSpPr/>
          <p:nvPr/>
        </p:nvSpPr>
        <p:spPr>
          <a:xfrm>
            <a:off x="3787280" y="3256148"/>
            <a:ext cx="267056" cy="15101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1</a:t>
            </a:r>
          </a:p>
        </p:txBody>
      </p:sp>
      <p:sp>
        <p:nvSpPr>
          <p:cNvPr id="7" name="Rectángulo redondeado 15">
            <a:extLst>
              <a:ext uri="{FF2B5EF4-FFF2-40B4-BE49-F238E27FC236}">
                <a16:creationId xmlns:a16="http://schemas.microsoft.com/office/drawing/2014/main" id="{A3046B4A-43F0-49E7-2063-A4F93635F95A}"/>
              </a:ext>
            </a:extLst>
          </p:cNvPr>
          <p:cNvSpPr/>
          <p:nvPr/>
        </p:nvSpPr>
        <p:spPr>
          <a:xfrm>
            <a:off x="10948602" y="3231731"/>
            <a:ext cx="267056" cy="15101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2</a:t>
            </a:r>
          </a:p>
        </p:txBody>
      </p:sp>
      <p:sp>
        <p:nvSpPr>
          <p:cNvPr id="9" name="Rectángulo 8">
            <a:extLst>
              <a:ext uri="{FF2B5EF4-FFF2-40B4-BE49-F238E27FC236}">
                <a16:creationId xmlns:a16="http://schemas.microsoft.com/office/drawing/2014/main" id="{E61D9FC2-55CF-392E-C269-73A445A49665}"/>
              </a:ext>
            </a:extLst>
          </p:cNvPr>
          <p:cNvSpPr/>
          <p:nvPr/>
        </p:nvSpPr>
        <p:spPr>
          <a:xfrm>
            <a:off x="11417335" y="3104155"/>
            <a:ext cx="407925" cy="227498"/>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1" name="Rectángulo 10">
            <a:extLst>
              <a:ext uri="{FF2B5EF4-FFF2-40B4-BE49-F238E27FC236}">
                <a16:creationId xmlns:a16="http://schemas.microsoft.com/office/drawing/2014/main" id="{3A95EF4E-7DCD-E29C-B787-89569BCA3FAB}"/>
              </a:ext>
            </a:extLst>
          </p:cNvPr>
          <p:cNvSpPr/>
          <p:nvPr/>
        </p:nvSpPr>
        <p:spPr>
          <a:xfrm>
            <a:off x="859217" y="3069705"/>
            <a:ext cx="2851451" cy="449671"/>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39419652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C4C79AB4-58E4-E595-5D5C-D067A52EA4C4}"/>
              </a:ext>
            </a:extLst>
          </p:cNvPr>
          <p:cNvPicPr>
            <a:picLocks noChangeAspect="1"/>
          </p:cNvPicPr>
          <p:nvPr/>
        </p:nvPicPr>
        <p:blipFill>
          <a:blip r:embed="rId2"/>
          <a:stretch>
            <a:fillRect/>
          </a:stretch>
        </p:blipFill>
        <p:spPr>
          <a:xfrm>
            <a:off x="808039" y="1280937"/>
            <a:ext cx="10274091" cy="5075412"/>
          </a:xfrm>
          <a:prstGeom prst="rect">
            <a:avLst/>
          </a:prstGeom>
        </p:spPr>
      </p:pic>
      <p:sp>
        <p:nvSpPr>
          <p:cNvPr id="6" name="Rectángulo 5">
            <a:extLst>
              <a:ext uri="{FF2B5EF4-FFF2-40B4-BE49-F238E27FC236}">
                <a16:creationId xmlns:a16="http://schemas.microsoft.com/office/drawing/2014/main" id="{AC665BCB-5DB4-E3CB-6A01-4BA6E95CE2DB}"/>
              </a:ext>
            </a:extLst>
          </p:cNvPr>
          <p:cNvSpPr/>
          <p:nvPr/>
        </p:nvSpPr>
        <p:spPr>
          <a:xfrm>
            <a:off x="808039" y="2006679"/>
            <a:ext cx="10274091" cy="889282"/>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Gestionar persona natural</a:t>
            </a:r>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ES_tradnl" sz="3200" b="0" dirty="0"/>
              <a:t>Configuraciones: </a:t>
            </a:r>
            <a:r>
              <a:rPr lang="es-419" sz="3000" dirty="0"/>
              <a:t>GORCMSC</a:t>
            </a:r>
            <a:r>
              <a:rPr lang="es-419" sz="3000" b="1" dirty="0"/>
              <a:t> </a:t>
            </a:r>
            <a:r>
              <a:rPr lang="es-419" sz="3000" dirty="0"/>
              <a:t>Reglas de origen de coincidencia común</a:t>
            </a:r>
            <a:endParaRPr lang="es-CL" dirty="0"/>
          </a:p>
        </p:txBody>
      </p:sp>
      <p:sp>
        <p:nvSpPr>
          <p:cNvPr id="10" name="Rectángulo redondeado 5">
            <a:extLst>
              <a:ext uri="{FF2B5EF4-FFF2-40B4-BE49-F238E27FC236}">
                <a16:creationId xmlns:a16="http://schemas.microsoft.com/office/drawing/2014/main" id="{ACFB6BBF-F51C-3E17-0616-B3528CD6154A}"/>
              </a:ext>
            </a:extLst>
          </p:cNvPr>
          <p:cNvSpPr/>
          <p:nvPr/>
        </p:nvSpPr>
        <p:spPr>
          <a:xfrm>
            <a:off x="726418" y="4320988"/>
            <a:ext cx="11148482" cy="1851211"/>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s-ES_tradnl" sz="1200" dirty="0"/>
          </a:p>
          <a:p>
            <a:pPr marL="228600" indent="-228600">
              <a:buFont typeface="+mj-lt"/>
              <a:buAutoNum type="arabicPeriod" startAt="3"/>
            </a:pPr>
            <a:r>
              <a:rPr lang="es-419" sz="1200" dirty="0"/>
              <a:t>En el bloque  “OPCIONES Y CAPTURA DE DATOS/ACTUALIZAR – Opciones”</a:t>
            </a:r>
          </a:p>
          <a:p>
            <a:r>
              <a:rPr lang="es-419" sz="1200" dirty="0"/>
              <a:t>Se deben definir los datos de los siguientes campos para configurar la regla:</a:t>
            </a:r>
          </a:p>
          <a:p>
            <a:pPr marL="171450" indent="-171450">
              <a:buFont typeface="Arial" panose="020B0604020202020204" pitchFamily="34" charset="0"/>
              <a:buChar char="•"/>
            </a:pPr>
            <a:r>
              <a:rPr lang="es-419" sz="1200" dirty="0"/>
              <a:t>Tipo de coincidencia: Se selecciona para quien aplica la regla que se está creando, en ese caso: Persona.</a:t>
            </a:r>
          </a:p>
          <a:p>
            <a:pPr marL="171450" indent="-171450">
              <a:buFont typeface="Arial" panose="020B0604020202020204" pitchFamily="34" charset="0"/>
              <a:buChar char="•"/>
            </a:pPr>
            <a:r>
              <a:rPr lang="es-419" sz="1200" dirty="0"/>
              <a:t>Usar para coincidencia común en-línea: Se marca utilizar la coincidencia cuando se crean las personas desde los formularios nativos de BANNER.</a:t>
            </a:r>
          </a:p>
          <a:p>
            <a:pPr marL="171450" indent="-171450">
              <a:buFont typeface="Arial" panose="020B0604020202020204" pitchFamily="34" charset="0"/>
              <a:buChar char="•"/>
            </a:pPr>
            <a:r>
              <a:rPr lang="es-419" sz="1200" dirty="0"/>
              <a:t>Transponer mes/día de la fecha:  Al estar marcado permite mostrar coincidencias, por ejemplo, solo el mes o solo el día de la fecha de nacimiento.</a:t>
            </a:r>
          </a:p>
          <a:p>
            <a:pPr marL="171450" indent="-171450">
              <a:buFont typeface="Arial" panose="020B0604020202020204" pitchFamily="34" charset="0"/>
              <a:buChar char="•"/>
            </a:pPr>
            <a:r>
              <a:rPr lang="es-419" sz="1200" dirty="0"/>
              <a:t>Transponer nombre/apellido: Al estar marcado permite buscar cuando los nombre y apellidos estén en ubicaciones diferentes.</a:t>
            </a:r>
          </a:p>
          <a:p>
            <a:pPr marL="171450" indent="-171450">
              <a:buFont typeface="Arial" panose="020B0604020202020204" pitchFamily="34" charset="0"/>
              <a:buChar char="•"/>
            </a:pPr>
            <a:r>
              <a:rPr lang="es-419" sz="1200" dirty="0"/>
              <a:t>Prevenir creación de ID en fallo de API:  Al estar marcado esta opción cuando se cree el Id siempre va a pedir la dirección, correo y teléfono para crear el id.</a:t>
            </a:r>
            <a:br>
              <a:rPr lang="es-ES_tradnl" sz="1400" dirty="0"/>
            </a:br>
            <a:endParaRPr lang="es-ES_tradnl" sz="1400" dirty="0"/>
          </a:p>
        </p:txBody>
      </p:sp>
      <p:sp>
        <p:nvSpPr>
          <p:cNvPr id="9" name="Rectángulo redondeado 15">
            <a:extLst>
              <a:ext uri="{FF2B5EF4-FFF2-40B4-BE49-F238E27FC236}">
                <a16:creationId xmlns:a16="http://schemas.microsoft.com/office/drawing/2014/main" id="{2B94263C-668B-3824-8D25-D8815A088BBC}"/>
              </a:ext>
            </a:extLst>
          </p:cNvPr>
          <p:cNvSpPr/>
          <p:nvPr/>
        </p:nvSpPr>
        <p:spPr>
          <a:xfrm>
            <a:off x="1381546" y="2023119"/>
            <a:ext cx="268541" cy="184358"/>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3</a:t>
            </a:r>
          </a:p>
        </p:txBody>
      </p:sp>
    </p:spTree>
    <p:extLst>
      <p:ext uri="{BB962C8B-B14F-4D97-AF65-F5344CB8AC3E}">
        <p14:creationId xmlns:p14="http://schemas.microsoft.com/office/powerpoint/2010/main" val="9291442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Imagen 10">
            <a:extLst>
              <a:ext uri="{FF2B5EF4-FFF2-40B4-BE49-F238E27FC236}">
                <a16:creationId xmlns:a16="http://schemas.microsoft.com/office/drawing/2014/main" id="{F28AE23C-488C-735B-3C5E-1CCE16F8F5F1}"/>
              </a:ext>
            </a:extLst>
          </p:cNvPr>
          <p:cNvPicPr>
            <a:picLocks noChangeAspect="1"/>
          </p:cNvPicPr>
          <p:nvPr/>
        </p:nvPicPr>
        <p:blipFill>
          <a:blip r:embed="rId2"/>
          <a:stretch>
            <a:fillRect/>
          </a:stretch>
        </p:blipFill>
        <p:spPr>
          <a:xfrm>
            <a:off x="877814" y="1310966"/>
            <a:ext cx="10881485" cy="4653788"/>
          </a:xfrm>
          <a:prstGeom prst="rect">
            <a:avLst/>
          </a:prstGeom>
        </p:spPr>
      </p:pic>
      <p:sp>
        <p:nvSpPr>
          <p:cNvPr id="9" name="Rectángulo 8">
            <a:extLst>
              <a:ext uri="{FF2B5EF4-FFF2-40B4-BE49-F238E27FC236}">
                <a16:creationId xmlns:a16="http://schemas.microsoft.com/office/drawing/2014/main" id="{BE754562-0190-05A9-C813-D6A0A3F5B70D}"/>
              </a:ext>
            </a:extLst>
          </p:cNvPr>
          <p:cNvSpPr/>
          <p:nvPr/>
        </p:nvSpPr>
        <p:spPr>
          <a:xfrm>
            <a:off x="958954" y="2794611"/>
            <a:ext cx="10274091" cy="634389"/>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Gestionar persona natural</a:t>
            </a:r>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ES_tradnl" sz="3200" b="0" dirty="0"/>
              <a:t>Configuraciones: </a:t>
            </a:r>
            <a:r>
              <a:rPr lang="es-419" sz="3000" dirty="0"/>
              <a:t>GORCMSC</a:t>
            </a:r>
            <a:r>
              <a:rPr lang="es-419" sz="3000" b="1" dirty="0"/>
              <a:t> </a:t>
            </a:r>
            <a:r>
              <a:rPr lang="es-419" sz="3000" dirty="0"/>
              <a:t>Reglas de origen de coincidencia común</a:t>
            </a:r>
            <a:endParaRPr lang="es-CL" dirty="0"/>
          </a:p>
        </p:txBody>
      </p:sp>
      <p:sp>
        <p:nvSpPr>
          <p:cNvPr id="8" name="Rectángulo redondeado 5">
            <a:extLst>
              <a:ext uri="{FF2B5EF4-FFF2-40B4-BE49-F238E27FC236}">
                <a16:creationId xmlns:a16="http://schemas.microsoft.com/office/drawing/2014/main" id="{EA89CA3C-E3F0-6359-C176-85ED7C28F29D}"/>
              </a:ext>
            </a:extLst>
          </p:cNvPr>
          <p:cNvSpPr/>
          <p:nvPr/>
        </p:nvSpPr>
        <p:spPr>
          <a:xfrm>
            <a:off x="810247" y="4875865"/>
            <a:ext cx="10748406" cy="891183"/>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s-ES_tradnl" sz="1200" dirty="0"/>
          </a:p>
          <a:p>
            <a:endParaRPr lang="es-ES_tradnl" sz="1200" dirty="0"/>
          </a:p>
          <a:p>
            <a:pPr marL="228600" indent="-228600">
              <a:buFont typeface="+mj-lt"/>
              <a:buAutoNum type="arabicPeriod" startAt="4"/>
            </a:pPr>
            <a:r>
              <a:rPr lang="es-419" sz="1200" dirty="0"/>
              <a:t>En el bloque  “OPCIONES Y CAPTURA DE DATOS/ACTUALIZAR – Captura de datos actualizar predefinido”, se definen los valores predefinidos de códigos de dirección, teléfono y correo electrónico que van a estar predeterminados al momento de creación de los datos. </a:t>
            </a:r>
          </a:p>
          <a:p>
            <a:pPr marL="228600" indent="-228600">
              <a:buFont typeface="+mj-lt"/>
              <a:buAutoNum type="arabicPeriod" startAt="4"/>
            </a:pPr>
            <a:r>
              <a:rPr lang="es-419" sz="1200" dirty="0"/>
              <a:t>Guarde la información.</a:t>
            </a:r>
            <a:br>
              <a:rPr lang="es-ES_tradnl" sz="1400" dirty="0"/>
            </a:br>
            <a:br>
              <a:rPr lang="es-ES_tradnl" sz="1400" dirty="0"/>
            </a:br>
            <a:endParaRPr lang="es-ES_tradnl" sz="1400" dirty="0"/>
          </a:p>
        </p:txBody>
      </p:sp>
      <p:sp>
        <p:nvSpPr>
          <p:cNvPr id="2" name="Rectángulo redondeado 15">
            <a:extLst>
              <a:ext uri="{FF2B5EF4-FFF2-40B4-BE49-F238E27FC236}">
                <a16:creationId xmlns:a16="http://schemas.microsoft.com/office/drawing/2014/main" id="{7469FD88-AA48-EB00-2DFD-DD3F9626B30E}"/>
              </a:ext>
            </a:extLst>
          </p:cNvPr>
          <p:cNvSpPr/>
          <p:nvPr/>
        </p:nvSpPr>
        <p:spPr>
          <a:xfrm>
            <a:off x="958954" y="2656054"/>
            <a:ext cx="351561" cy="149422"/>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4</a:t>
            </a:r>
          </a:p>
        </p:txBody>
      </p:sp>
      <p:sp>
        <p:nvSpPr>
          <p:cNvPr id="6" name="Rectángulo 5">
            <a:extLst>
              <a:ext uri="{FF2B5EF4-FFF2-40B4-BE49-F238E27FC236}">
                <a16:creationId xmlns:a16="http://schemas.microsoft.com/office/drawing/2014/main" id="{862F9F75-B247-6564-45D2-F5E5868CB8DE}"/>
              </a:ext>
            </a:extLst>
          </p:cNvPr>
          <p:cNvSpPr/>
          <p:nvPr/>
        </p:nvSpPr>
        <p:spPr>
          <a:xfrm>
            <a:off x="11218295" y="5752152"/>
            <a:ext cx="541004" cy="212602"/>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0" name="Rectángulo redondeado 15">
            <a:extLst>
              <a:ext uri="{FF2B5EF4-FFF2-40B4-BE49-F238E27FC236}">
                <a16:creationId xmlns:a16="http://schemas.microsoft.com/office/drawing/2014/main" id="{4FBE98CC-BBD2-8228-8396-B99BA1D74CA4}"/>
              </a:ext>
            </a:extLst>
          </p:cNvPr>
          <p:cNvSpPr/>
          <p:nvPr/>
        </p:nvSpPr>
        <p:spPr>
          <a:xfrm>
            <a:off x="10866734" y="5781013"/>
            <a:ext cx="351561" cy="149422"/>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5</a:t>
            </a:r>
          </a:p>
        </p:txBody>
      </p:sp>
    </p:spTree>
    <p:extLst>
      <p:ext uri="{BB962C8B-B14F-4D97-AF65-F5344CB8AC3E}">
        <p14:creationId xmlns:p14="http://schemas.microsoft.com/office/powerpoint/2010/main" val="15953821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DB44151D-2BFF-E606-12AB-75A522A7A29F}"/>
              </a:ext>
            </a:extLst>
          </p:cNvPr>
          <p:cNvPicPr>
            <a:picLocks noChangeAspect="1"/>
          </p:cNvPicPr>
          <p:nvPr/>
        </p:nvPicPr>
        <p:blipFill>
          <a:blip r:embed="rId2"/>
          <a:stretch>
            <a:fillRect/>
          </a:stretch>
        </p:blipFill>
        <p:spPr>
          <a:xfrm>
            <a:off x="810247" y="1295766"/>
            <a:ext cx="10881485" cy="4653788"/>
          </a:xfrm>
          <a:prstGeom prst="rect">
            <a:avLst/>
          </a:prstGeom>
        </p:spPr>
      </p:pic>
      <p:sp>
        <p:nvSpPr>
          <p:cNvPr id="8" name="Rectángulo 7">
            <a:extLst>
              <a:ext uri="{FF2B5EF4-FFF2-40B4-BE49-F238E27FC236}">
                <a16:creationId xmlns:a16="http://schemas.microsoft.com/office/drawing/2014/main" id="{8CC81671-11D1-69AC-4D32-E87B46266B26}"/>
              </a:ext>
            </a:extLst>
          </p:cNvPr>
          <p:cNvSpPr/>
          <p:nvPr/>
        </p:nvSpPr>
        <p:spPr>
          <a:xfrm>
            <a:off x="810247" y="3291705"/>
            <a:ext cx="10274091" cy="2657849"/>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Gestionar persona natural</a:t>
            </a:r>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ES_tradnl" sz="3200" b="0" dirty="0"/>
              <a:t>Configuraciones: </a:t>
            </a:r>
            <a:r>
              <a:rPr lang="es-419" sz="3000" dirty="0"/>
              <a:t>GORCMSC</a:t>
            </a:r>
            <a:r>
              <a:rPr lang="es-419" sz="3000" b="1" dirty="0"/>
              <a:t> </a:t>
            </a:r>
            <a:r>
              <a:rPr lang="es-419" sz="3000" dirty="0"/>
              <a:t>Reglas de origen de coincidencia común</a:t>
            </a:r>
            <a:endParaRPr lang="es-CL" dirty="0"/>
          </a:p>
        </p:txBody>
      </p:sp>
      <p:sp>
        <p:nvSpPr>
          <p:cNvPr id="9" name="Rectángulo redondeado 5">
            <a:extLst>
              <a:ext uri="{FF2B5EF4-FFF2-40B4-BE49-F238E27FC236}">
                <a16:creationId xmlns:a16="http://schemas.microsoft.com/office/drawing/2014/main" id="{1A0BA2E9-DF16-7782-9A49-0D280E09AD05}"/>
              </a:ext>
            </a:extLst>
          </p:cNvPr>
          <p:cNvSpPr/>
          <p:nvPr/>
        </p:nvSpPr>
        <p:spPr>
          <a:xfrm>
            <a:off x="3831353" y="2493925"/>
            <a:ext cx="7049083" cy="626165"/>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s-ES_tradnl" sz="1200" dirty="0"/>
          </a:p>
          <a:p>
            <a:pPr marL="342900" indent="-342900">
              <a:buFont typeface="+mj-lt"/>
              <a:buAutoNum type="arabicPeriod" startAt="6"/>
            </a:pPr>
            <a:r>
              <a:rPr lang="es-ES_tradnl" sz="1200" dirty="0">
                <a:solidFill>
                  <a:schemeClr val="bg1"/>
                </a:solidFill>
              </a:rPr>
              <a:t>Opcionalmente, </a:t>
            </a:r>
            <a:r>
              <a:rPr lang="es-419" sz="1200" dirty="0">
                <a:solidFill>
                  <a:schemeClr val="bg1"/>
                </a:solidFill>
              </a:rPr>
              <a:t>se pueden definir los códigos de dirección, teléfono, y correo electrónico que coincidan en la búsqueda. Si introduce datos en este apartado guarde la información.</a:t>
            </a:r>
            <a:br>
              <a:rPr lang="es-ES_tradnl" sz="1400" dirty="0"/>
            </a:br>
            <a:endParaRPr lang="es-ES_tradnl" sz="1400" dirty="0"/>
          </a:p>
        </p:txBody>
      </p:sp>
      <p:sp>
        <p:nvSpPr>
          <p:cNvPr id="2" name="Rectángulo redondeado 15">
            <a:extLst>
              <a:ext uri="{FF2B5EF4-FFF2-40B4-BE49-F238E27FC236}">
                <a16:creationId xmlns:a16="http://schemas.microsoft.com/office/drawing/2014/main" id="{D9A17B4B-D427-C8FE-F788-EDC8A69EAAEF}"/>
              </a:ext>
            </a:extLst>
          </p:cNvPr>
          <p:cNvSpPr/>
          <p:nvPr/>
        </p:nvSpPr>
        <p:spPr>
          <a:xfrm>
            <a:off x="584461" y="3279576"/>
            <a:ext cx="225786" cy="149423"/>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6</a:t>
            </a:r>
          </a:p>
        </p:txBody>
      </p:sp>
    </p:spTree>
    <p:extLst>
      <p:ext uri="{BB962C8B-B14F-4D97-AF65-F5344CB8AC3E}">
        <p14:creationId xmlns:p14="http://schemas.microsoft.com/office/powerpoint/2010/main" val="16156040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E589B7EF-B6ED-3C30-BEE3-0E8FE7A76C09}"/>
              </a:ext>
            </a:extLst>
          </p:cNvPr>
          <p:cNvPicPr>
            <a:picLocks noChangeAspect="1"/>
          </p:cNvPicPr>
          <p:nvPr/>
        </p:nvPicPr>
        <p:blipFill>
          <a:blip r:embed="rId2"/>
          <a:stretch>
            <a:fillRect/>
          </a:stretch>
        </p:blipFill>
        <p:spPr>
          <a:xfrm>
            <a:off x="372140" y="2082524"/>
            <a:ext cx="11660371" cy="1447160"/>
          </a:xfrm>
          <a:prstGeom prst="rect">
            <a:avLst/>
          </a:prstGeom>
        </p:spPr>
      </p:pic>
      <p:sp>
        <p:nvSpPr>
          <p:cNvPr id="9" name="Rectángulo 8">
            <a:extLst>
              <a:ext uri="{FF2B5EF4-FFF2-40B4-BE49-F238E27FC236}">
                <a16:creationId xmlns:a16="http://schemas.microsoft.com/office/drawing/2014/main" id="{DC311EB2-C290-6D45-D44B-28926E8AD741}"/>
              </a:ext>
            </a:extLst>
          </p:cNvPr>
          <p:cNvSpPr/>
          <p:nvPr/>
        </p:nvSpPr>
        <p:spPr>
          <a:xfrm>
            <a:off x="11624586" y="2470976"/>
            <a:ext cx="407925" cy="227498"/>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1" name="Rectángulo 10">
            <a:extLst>
              <a:ext uri="{FF2B5EF4-FFF2-40B4-BE49-F238E27FC236}">
                <a16:creationId xmlns:a16="http://schemas.microsoft.com/office/drawing/2014/main" id="{6BC6DD53-4F86-7752-C821-D2D4CFFAC0A7}"/>
              </a:ext>
            </a:extLst>
          </p:cNvPr>
          <p:cNvSpPr/>
          <p:nvPr/>
        </p:nvSpPr>
        <p:spPr>
          <a:xfrm>
            <a:off x="796913" y="2406193"/>
            <a:ext cx="2998910" cy="327078"/>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Gestionar persona natural</a:t>
            </a:r>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ES_tradnl" sz="3200" b="0" dirty="0"/>
              <a:t>Configuraciones: </a:t>
            </a:r>
            <a:r>
              <a:rPr lang="es-419" sz="3000" dirty="0"/>
              <a:t>GORCMRL</a:t>
            </a:r>
            <a:r>
              <a:rPr lang="es-419" sz="3000" b="1" dirty="0"/>
              <a:t> </a:t>
            </a:r>
            <a:r>
              <a:rPr lang="es-419" sz="3000" dirty="0"/>
              <a:t>Reglas de coincidencia común</a:t>
            </a:r>
            <a:endParaRPr lang="es-CL" dirty="0"/>
          </a:p>
        </p:txBody>
      </p:sp>
      <p:sp>
        <p:nvSpPr>
          <p:cNvPr id="10" name="Rectángulo redondeado 5">
            <a:extLst>
              <a:ext uri="{FF2B5EF4-FFF2-40B4-BE49-F238E27FC236}">
                <a16:creationId xmlns:a16="http://schemas.microsoft.com/office/drawing/2014/main" id="{ACFB6BBF-F51C-3E17-0616-B3528CD6154A}"/>
              </a:ext>
            </a:extLst>
          </p:cNvPr>
          <p:cNvSpPr/>
          <p:nvPr/>
        </p:nvSpPr>
        <p:spPr>
          <a:xfrm>
            <a:off x="784411" y="4547313"/>
            <a:ext cx="10623177" cy="772832"/>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419" sz="1400" dirty="0"/>
              <a:t>Ingrese a la página GORCMRL:</a:t>
            </a:r>
          </a:p>
          <a:p>
            <a:pPr marL="342900" indent="-342900">
              <a:buFont typeface="+mj-lt"/>
              <a:buAutoNum type="arabicPeriod"/>
            </a:pPr>
            <a:r>
              <a:rPr lang="es-419" sz="1400" dirty="0"/>
              <a:t>En el campo Origen de coincidencia se debe ingresar o seleccionar el código creado para la regla. </a:t>
            </a:r>
          </a:p>
          <a:p>
            <a:pPr marL="342900" indent="-342900">
              <a:buFont typeface="+mj-lt"/>
              <a:buAutoNum type="arabicPeriod"/>
            </a:pPr>
            <a:r>
              <a:rPr lang="es-419" sz="1400" dirty="0"/>
              <a:t>Luego se presionar el botón Ir.</a:t>
            </a:r>
          </a:p>
        </p:txBody>
      </p:sp>
      <p:sp>
        <p:nvSpPr>
          <p:cNvPr id="2" name="Rectángulo redondeado 15">
            <a:extLst>
              <a:ext uri="{FF2B5EF4-FFF2-40B4-BE49-F238E27FC236}">
                <a16:creationId xmlns:a16="http://schemas.microsoft.com/office/drawing/2014/main" id="{706A6273-7F81-0031-E357-22BF973CF468}"/>
              </a:ext>
            </a:extLst>
          </p:cNvPr>
          <p:cNvSpPr/>
          <p:nvPr/>
        </p:nvSpPr>
        <p:spPr>
          <a:xfrm>
            <a:off x="3795823" y="2773185"/>
            <a:ext cx="351561" cy="149422"/>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1</a:t>
            </a:r>
          </a:p>
        </p:txBody>
      </p:sp>
      <p:sp>
        <p:nvSpPr>
          <p:cNvPr id="6" name="Rectángulo redondeado 15">
            <a:extLst>
              <a:ext uri="{FF2B5EF4-FFF2-40B4-BE49-F238E27FC236}">
                <a16:creationId xmlns:a16="http://schemas.microsoft.com/office/drawing/2014/main" id="{54CB091E-AC09-4952-53FC-26EB5969E9C7}"/>
              </a:ext>
            </a:extLst>
          </p:cNvPr>
          <p:cNvSpPr/>
          <p:nvPr/>
        </p:nvSpPr>
        <p:spPr>
          <a:xfrm>
            <a:off x="11219306" y="2510014"/>
            <a:ext cx="351561" cy="149422"/>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2</a:t>
            </a:r>
          </a:p>
        </p:txBody>
      </p:sp>
    </p:spTree>
    <p:extLst>
      <p:ext uri="{BB962C8B-B14F-4D97-AF65-F5344CB8AC3E}">
        <p14:creationId xmlns:p14="http://schemas.microsoft.com/office/powerpoint/2010/main" val="22695271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46B6DAED-E06A-A6EF-EAFC-D964D53BF332}"/>
              </a:ext>
            </a:extLst>
          </p:cNvPr>
          <p:cNvPicPr>
            <a:picLocks noChangeAspect="1"/>
          </p:cNvPicPr>
          <p:nvPr/>
        </p:nvPicPr>
        <p:blipFill>
          <a:blip r:embed="rId2"/>
          <a:stretch>
            <a:fillRect/>
          </a:stretch>
        </p:blipFill>
        <p:spPr>
          <a:xfrm>
            <a:off x="544094" y="908045"/>
            <a:ext cx="11428166" cy="5137783"/>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Gestionar persona natural</a:t>
            </a:r>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ES_tradnl" sz="3200" b="0" dirty="0"/>
              <a:t>Configuraciones: </a:t>
            </a:r>
            <a:r>
              <a:rPr lang="es-419" sz="3000" dirty="0"/>
              <a:t>GORCMRL</a:t>
            </a:r>
            <a:r>
              <a:rPr lang="es-419" sz="3000" b="1" dirty="0"/>
              <a:t> </a:t>
            </a:r>
            <a:r>
              <a:rPr lang="es-419" sz="3000" dirty="0"/>
              <a:t>Reglas de coincidencia común</a:t>
            </a:r>
            <a:endParaRPr lang="es-CL" dirty="0"/>
          </a:p>
        </p:txBody>
      </p:sp>
      <p:sp>
        <p:nvSpPr>
          <p:cNvPr id="8" name="Rectángulo redondeado 5">
            <a:extLst>
              <a:ext uri="{FF2B5EF4-FFF2-40B4-BE49-F238E27FC236}">
                <a16:creationId xmlns:a16="http://schemas.microsoft.com/office/drawing/2014/main" id="{42545E8F-8B9E-DAE5-B7B5-79037B3CBB60}"/>
              </a:ext>
            </a:extLst>
          </p:cNvPr>
          <p:cNvSpPr/>
          <p:nvPr/>
        </p:nvSpPr>
        <p:spPr>
          <a:xfrm>
            <a:off x="706302" y="4720129"/>
            <a:ext cx="10757093" cy="1183714"/>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228600" indent="-228600">
              <a:buAutoNum type="arabicPeriod"/>
            </a:pPr>
            <a:r>
              <a:rPr lang="es-419" sz="1200" dirty="0"/>
              <a:t>En el bloque</a:t>
            </a:r>
            <a:r>
              <a:rPr lang="es-ES_tradnl" sz="1200" dirty="0"/>
              <a:t> “CONJUNTO DE REGLA”, se debe ingresar: </a:t>
            </a:r>
          </a:p>
          <a:p>
            <a:pPr marL="171450" indent="-171450">
              <a:buFont typeface="Arial" panose="020B0604020202020204" pitchFamily="34" charset="0"/>
              <a:buChar char="•"/>
            </a:pPr>
            <a:r>
              <a:rPr lang="es-ES_tradnl" sz="1200" b="1" i="1" u="sng" dirty="0"/>
              <a:t>Prioridad</a:t>
            </a:r>
            <a:r>
              <a:rPr lang="es-ES_tradnl" sz="1200" dirty="0"/>
              <a:t>: Se ingresa la prioridad con la cual debe ser aplicada la regla.  Se puede registrar más de una prioridad</a:t>
            </a:r>
          </a:p>
          <a:p>
            <a:pPr marL="171450" indent="-171450">
              <a:buFont typeface="Arial" panose="020B0604020202020204" pitchFamily="34" charset="0"/>
              <a:buChar char="•"/>
            </a:pPr>
            <a:r>
              <a:rPr lang="es-ES_tradnl" sz="1200" b="1" i="1" u="sng" dirty="0"/>
              <a:t>Descripción:</a:t>
            </a:r>
            <a:r>
              <a:rPr lang="es-ES_tradnl" sz="1200" dirty="0"/>
              <a:t> Se ingresa la descripción que idéntica la regla</a:t>
            </a:r>
          </a:p>
          <a:p>
            <a:pPr marL="171450" indent="-171450">
              <a:buFont typeface="Arial" panose="020B0604020202020204" pitchFamily="34" charset="0"/>
              <a:buChar char="•"/>
            </a:pPr>
            <a:r>
              <a:rPr lang="es-ES_tradnl" sz="1200" b="1" i="1" u="sng" dirty="0"/>
              <a:t>Comentario de conjunto de regla: </a:t>
            </a:r>
            <a:r>
              <a:rPr lang="es-ES_tradnl" sz="1200" dirty="0"/>
              <a:t>Se puede ingresar adicional un comentario en caso de requerir para identificar o tener presente alguna condición.</a:t>
            </a:r>
          </a:p>
          <a:p>
            <a:pPr marL="228600" indent="-228600">
              <a:buFont typeface="+mj-lt"/>
              <a:buAutoNum type="arabicPeriod" startAt="2"/>
            </a:pPr>
            <a:r>
              <a:rPr lang="es-ES_tradnl" sz="1200" dirty="0"/>
              <a:t>Guarde la información</a:t>
            </a:r>
            <a:endParaRPr lang="es-ES_tradnl" sz="1400" dirty="0"/>
          </a:p>
        </p:txBody>
      </p:sp>
      <p:sp>
        <p:nvSpPr>
          <p:cNvPr id="7" name="Rectángulo redondeado 15">
            <a:extLst>
              <a:ext uri="{FF2B5EF4-FFF2-40B4-BE49-F238E27FC236}">
                <a16:creationId xmlns:a16="http://schemas.microsoft.com/office/drawing/2014/main" id="{E68284C0-C9C1-F2D5-EF0D-E3686D6779FE}"/>
              </a:ext>
            </a:extLst>
          </p:cNvPr>
          <p:cNvSpPr/>
          <p:nvPr/>
        </p:nvSpPr>
        <p:spPr>
          <a:xfrm>
            <a:off x="368314" y="1554176"/>
            <a:ext cx="351561" cy="149422"/>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1</a:t>
            </a:r>
          </a:p>
        </p:txBody>
      </p:sp>
      <p:sp>
        <p:nvSpPr>
          <p:cNvPr id="12" name="Rectángulo 11">
            <a:extLst>
              <a:ext uri="{FF2B5EF4-FFF2-40B4-BE49-F238E27FC236}">
                <a16:creationId xmlns:a16="http://schemas.microsoft.com/office/drawing/2014/main" id="{5A8D8AAE-5C65-0C9A-8996-8653FB3E99B5}"/>
              </a:ext>
            </a:extLst>
          </p:cNvPr>
          <p:cNvSpPr/>
          <p:nvPr/>
        </p:nvSpPr>
        <p:spPr>
          <a:xfrm>
            <a:off x="706301" y="1703598"/>
            <a:ext cx="10768245" cy="1433007"/>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3" name="Rectángulo 12">
            <a:extLst>
              <a:ext uri="{FF2B5EF4-FFF2-40B4-BE49-F238E27FC236}">
                <a16:creationId xmlns:a16="http://schemas.microsoft.com/office/drawing/2014/main" id="{105B47EF-0543-AF42-5F64-E6DDEBF8C4E3}"/>
              </a:ext>
            </a:extLst>
          </p:cNvPr>
          <p:cNvSpPr/>
          <p:nvPr/>
        </p:nvSpPr>
        <p:spPr>
          <a:xfrm>
            <a:off x="11435212" y="5762846"/>
            <a:ext cx="537048" cy="211989"/>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4" name="Rectángulo redondeado 15">
            <a:extLst>
              <a:ext uri="{FF2B5EF4-FFF2-40B4-BE49-F238E27FC236}">
                <a16:creationId xmlns:a16="http://schemas.microsoft.com/office/drawing/2014/main" id="{8B09410F-1D50-8F57-D47F-4D8C36F47D9D}"/>
              </a:ext>
            </a:extLst>
          </p:cNvPr>
          <p:cNvSpPr/>
          <p:nvPr/>
        </p:nvSpPr>
        <p:spPr>
          <a:xfrm>
            <a:off x="11259431" y="6045828"/>
            <a:ext cx="351561" cy="149422"/>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2</a:t>
            </a:r>
          </a:p>
        </p:txBody>
      </p:sp>
    </p:spTree>
    <p:extLst>
      <p:ext uri="{BB962C8B-B14F-4D97-AF65-F5344CB8AC3E}">
        <p14:creationId xmlns:p14="http://schemas.microsoft.com/office/powerpoint/2010/main" val="29008381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5D496FE9-B7A5-3751-F938-E5D063B6DD6C}"/>
              </a:ext>
            </a:extLst>
          </p:cNvPr>
          <p:cNvPicPr>
            <a:picLocks noChangeAspect="1"/>
          </p:cNvPicPr>
          <p:nvPr/>
        </p:nvPicPr>
        <p:blipFill>
          <a:blip r:embed="rId2"/>
          <a:stretch>
            <a:fillRect/>
          </a:stretch>
        </p:blipFill>
        <p:spPr>
          <a:xfrm>
            <a:off x="728605" y="935451"/>
            <a:ext cx="11147962" cy="5137783"/>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Gestionar persona natural</a:t>
            </a:r>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ES_tradnl" sz="3200" b="0" dirty="0"/>
              <a:t>Configuraciones: </a:t>
            </a:r>
            <a:r>
              <a:rPr lang="es-419" sz="3000" dirty="0"/>
              <a:t>GORCMRL</a:t>
            </a:r>
            <a:r>
              <a:rPr lang="es-419" sz="3000" b="1" dirty="0"/>
              <a:t> </a:t>
            </a:r>
            <a:r>
              <a:rPr lang="es-419" sz="3000" dirty="0"/>
              <a:t>Reglas de coincidencia común</a:t>
            </a:r>
            <a:endParaRPr lang="es-CL" dirty="0"/>
          </a:p>
        </p:txBody>
      </p:sp>
      <p:sp>
        <p:nvSpPr>
          <p:cNvPr id="9" name="Rectángulo redondeado 5">
            <a:extLst>
              <a:ext uri="{FF2B5EF4-FFF2-40B4-BE49-F238E27FC236}">
                <a16:creationId xmlns:a16="http://schemas.microsoft.com/office/drawing/2014/main" id="{AB537286-86CF-B38A-DAC3-B1B16E6559EF}"/>
              </a:ext>
            </a:extLst>
          </p:cNvPr>
          <p:cNvSpPr/>
          <p:nvPr/>
        </p:nvSpPr>
        <p:spPr>
          <a:xfrm>
            <a:off x="729876" y="4537557"/>
            <a:ext cx="10829088" cy="1384992"/>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228600" indent="-228600">
              <a:buFont typeface="+mj-lt"/>
              <a:buAutoNum type="arabicPeriod" startAt="3"/>
            </a:pPr>
            <a:r>
              <a:rPr lang="es-419" sz="1200" dirty="0"/>
              <a:t>En el bloque</a:t>
            </a:r>
            <a:r>
              <a:rPr lang="es-ES_tradnl" sz="1200" dirty="0"/>
              <a:t> “REGLAS” se ingresan los elementos que forman la regla:</a:t>
            </a:r>
          </a:p>
          <a:p>
            <a:pPr marL="171450" indent="-171450">
              <a:buFont typeface="Arial" panose="020B0604020202020204" pitchFamily="34" charset="0"/>
              <a:buChar char="•"/>
            </a:pPr>
            <a:r>
              <a:rPr lang="es-ES_tradnl" sz="1200" b="1" i="1" u="sng" dirty="0"/>
              <a:t>Columna</a:t>
            </a:r>
            <a:r>
              <a:rPr lang="es-ES_tradnl" sz="1200" dirty="0"/>
              <a:t>:  Se ingresan los datos que se van a usar en la comparación. Viene de tabla GORCMDD, se despliegan los datos. </a:t>
            </a:r>
          </a:p>
          <a:p>
            <a:pPr marL="171450" indent="-171450">
              <a:buFont typeface="Arial" panose="020B0604020202020204" pitchFamily="34" charset="0"/>
              <a:buChar char="•"/>
            </a:pPr>
            <a:r>
              <a:rPr lang="es-ES_tradnl" sz="1200" b="1" i="1" u="sng" dirty="0"/>
              <a:t>Elemento</a:t>
            </a:r>
            <a:r>
              <a:rPr lang="es-ES_tradnl" sz="1200" dirty="0"/>
              <a:t>. Trae por defecto la descripción del campo columna</a:t>
            </a:r>
          </a:p>
          <a:p>
            <a:pPr marL="171450" indent="-171450">
              <a:buFont typeface="Arial" panose="020B0604020202020204" pitchFamily="34" charset="0"/>
              <a:buChar char="•"/>
            </a:pPr>
            <a:r>
              <a:rPr lang="es-ES_tradnl" sz="1200" b="1" i="1" u="sng" dirty="0"/>
              <a:t>Longitud:  </a:t>
            </a:r>
            <a:r>
              <a:rPr lang="es-ES_tradnl" sz="1200" dirty="0"/>
              <a:t>Número de caracteres q usar en la comparación, se ingresa el número de acuerdo con la longitud.</a:t>
            </a:r>
          </a:p>
          <a:p>
            <a:pPr marL="171450" indent="-171450">
              <a:buFont typeface="Arial" panose="020B0604020202020204" pitchFamily="34" charset="0"/>
              <a:buChar char="•"/>
            </a:pPr>
            <a:r>
              <a:rPr lang="es-ES_tradnl" sz="1200" b="1" i="1" u="sng" dirty="0"/>
              <a:t>Coincidencia en datos nulos:</a:t>
            </a:r>
            <a:r>
              <a:rPr lang="es-ES_tradnl" sz="1200" b="1" dirty="0"/>
              <a:t> </a:t>
            </a:r>
            <a:r>
              <a:rPr lang="es-ES_tradnl" sz="1200" dirty="0"/>
              <a:t>Indica si este dato es requerido para la coincidencia común. Se debe ingresar si o no</a:t>
            </a:r>
          </a:p>
          <a:p>
            <a:pPr marL="228600" indent="-228600">
              <a:buFont typeface="+mj-lt"/>
              <a:buAutoNum type="arabicPeriod" startAt="4"/>
            </a:pPr>
            <a:r>
              <a:rPr lang="es-ES_tradnl" sz="1200" dirty="0"/>
              <a:t>Guarde la información</a:t>
            </a:r>
          </a:p>
        </p:txBody>
      </p:sp>
      <p:sp>
        <p:nvSpPr>
          <p:cNvPr id="2" name="Rectángulo redondeado 15">
            <a:extLst>
              <a:ext uri="{FF2B5EF4-FFF2-40B4-BE49-F238E27FC236}">
                <a16:creationId xmlns:a16="http://schemas.microsoft.com/office/drawing/2014/main" id="{AF7F2CA3-5DCC-493D-5FDE-088420BCB9FB}"/>
              </a:ext>
            </a:extLst>
          </p:cNvPr>
          <p:cNvSpPr/>
          <p:nvPr/>
        </p:nvSpPr>
        <p:spPr>
          <a:xfrm>
            <a:off x="681456" y="2865352"/>
            <a:ext cx="351561" cy="149422"/>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3</a:t>
            </a:r>
          </a:p>
        </p:txBody>
      </p:sp>
      <p:sp>
        <p:nvSpPr>
          <p:cNvPr id="12" name="Rectángulo 11">
            <a:extLst>
              <a:ext uri="{FF2B5EF4-FFF2-40B4-BE49-F238E27FC236}">
                <a16:creationId xmlns:a16="http://schemas.microsoft.com/office/drawing/2014/main" id="{A6B46389-23EC-246E-722B-5117F2BF5870}"/>
              </a:ext>
            </a:extLst>
          </p:cNvPr>
          <p:cNvSpPr/>
          <p:nvPr/>
        </p:nvSpPr>
        <p:spPr>
          <a:xfrm>
            <a:off x="729876" y="3014774"/>
            <a:ext cx="10768245" cy="1478816"/>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3" name="Rectángulo 12">
            <a:extLst>
              <a:ext uri="{FF2B5EF4-FFF2-40B4-BE49-F238E27FC236}">
                <a16:creationId xmlns:a16="http://schemas.microsoft.com/office/drawing/2014/main" id="{35DC799C-5386-F997-ECDC-65CB58651161}"/>
              </a:ext>
            </a:extLst>
          </p:cNvPr>
          <p:cNvSpPr/>
          <p:nvPr/>
        </p:nvSpPr>
        <p:spPr>
          <a:xfrm>
            <a:off x="11355001" y="5805377"/>
            <a:ext cx="521566" cy="192515"/>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4" name="Rectángulo redondeado 15">
            <a:extLst>
              <a:ext uri="{FF2B5EF4-FFF2-40B4-BE49-F238E27FC236}">
                <a16:creationId xmlns:a16="http://schemas.microsoft.com/office/drawing/2014/main" id="{5F5A4372-38BD-E0A8-DD75-C9B9E9F0A02D}"/>
              </a:ext>
            </a:extLst>
          </p:cNvPr>
          <p:cNvSpPr/>
          <p:nvPr/>
        </p:nvSpPr>
        <p:spPr>
          <a:xfrm>
            <a:off x="11558964" y="6003614"/>
            <a:ext cx="351561" cy="149422"/>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4</a:t>
            </a:r>
          </a:p>
        </p:txBody>
      </p:sp>
    </p:spTree>
    <p:extLst>
      <p:ext uri="{BB962C8B-B14F-4D97-AF65-F5344CB8AC3E}">
        <p14:creationId xmlns:p14="http://schemas.microsoft.com/office/powerpoint/2010/main" val="15837371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n 8">
            <a:extLst>
              <a:ext uri="{FF2B5EF4-FFF2-40B4-BE49-F238E27FC236}">
                <a16:creationId xmlns:a16="http://schemas.microsoft.com/office/drawing/2014/main" id="{F5129273-629E-3042-8891-013A12688F63}"/>
              </a:ext>
            </a:extLst>
          </p:cNvPr>
          <p:cNvPicPr>
            <a:picLocks noChangeAspect="1"/>
          </p:cNvPicPr>
          <p:nvPr/>
        </p:nvPicPr>
        <p:blipFill>
          <a:blip r:embed="rId2"/>
          <a:stretch>
            <a:fillRect/>
          </a:stretch>
        </p:blipFill>
        <p:spPr>
          <a:xfrm>
            <a:off x="784411" y="954157"/>
            <a:ext cx="10411936" cy="4879916"/>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Gestionar persona natural</a:t>
            </a:r>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ES_tradnl" sz="3200" b="0" dirty="0"/>
              <a:t>Configuraciones: </a:t>
            </a:r>
            <a:r>
              <a:rPr lang="es-419" sz="3000" dirty="0"/>
              <a:t>GUAINST</a:t>
            </a:r>
            <a:r>
              <a:rPr lang="es-419" sz="3000" b="1" dirty="0"/>
              <a:t> </a:t>
            </a:r>
            <a:r>
              <a:rPr lang="es-419" sz="3000" dirty="0"/>
              <a:t>Controles de instalación</a:t>
            </a:r>
            <a:endParaRPr lang="es-CL" dirty="0"/>
          </a:p>
        </p:txBody>
      </p:sp>
      <p:sp>
        <p:nvSpPr>
          <p:cNvPr id="8" name="Rectángulo redondeado 5">
            <a:extLst>
              <a:ext uri="{FF2B5EF4-FFF2-40B4-BE49-F238E27FC236}">
                <a16:creationId xmlns:a16="http://schemas.microsoft.com/office/drawing/2014/main" id="{14FA69BD-E222-E7A5-D716-76588F92A394}"/>
              </a:ext>
            </a:extLst>
          </p:cNvPr>
          <p:cNvSpPr/>
          <p:nvPr/>
        </p:nvSpPr>
        <p:spPr>
          <a:xfrm>
            <a:off x="855946" y="4940683"/>
            <a:ext cx="10180484" cy="448608"/>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200" dirty="0"/>
              <a:t>Para que la coincidencia común está habilitada se debe marchar el </a:t>
            </a:r>
            <a:r>
              <a:rPr lang="es-ES_tradnl" sz="1200" dirty="0" err="1"/>
              <a:t>check</a:t>
            </a:r>
            <a:r>
              <a:rPr lang="es-ES_tradnl" sz="1200" dirty="0"/>
              <a:t> que se indica en la imagen. </a:t>
            </a:r>
          </a:p>
        </p:txBody>
      </p:sp>
      <p:sp>
        <p:nvSpPr>
          <p:cNvPr id="10" name="Rectángulo 9">
            <a:extLst>
              <a:ext uri="{FF2B5EF4-FFF2-40B4-BE49-F238E27FC236}">
                <a16:creationId xmlns:a16="http://schemas.microsoft.com/office/drawing/2014/main" id="{EB20D535-6457-3783-E57C-973C492F031C}"/>
              </a:ext>
            </a:extLst>
          </p:cNvPr>
          <p:cNvSpPr/>
          <p:nvPr/>
        </p:nvSpPr>
        <p:spPr>
          <a:xfrm>
            <a:off x="1495834" y="4473260"/>
            <a:ext cx="1524457" cy="181867"/>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26058601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61C17162-17F1-530F-F6BC-4203C78DA55D}"/>
              </a:ext>
            </a:extLst>
          </p:cNvPr>
          <p:cNvSpPr>
            <a:spLocks noGrp="1"/>
          </p:cNvSpPr>
          <p:nvPr>
            <p:ph type="body" orient="vert" sz="quarter" idx="10"/>
          </p:nvPr>
        </p:nvSpPr>
        <p:spPr/>
        <p:txBody>
          <a:bodyPr/>
          <a:lstStyle/>
          <a:p>
            <a:r>
              <a:rPr lang="es-419" dirty="0"/>
              <a:t>Gestionar persona natural</a:t>
            </a:r>
            <a:endParaRPr lang="es-419" sz="1200" dirty="0"/>
          </a:p>
        </p:txBody>
      </p:sp>
      <p:sp>
        <p:nvSpPr>
          <p:cNvPr id="16" name="Title 15">
            <a:extLst>
              <a:ext uri="{FF2B5EF4-FFF2-40B4-BE49-F238E27FC236}">
                <a16:creationId xmlns:a16="http://schemas.microsoft.com/office/drawing/2014/main" id="{E36F486A-1A18-4A72-1755-E54B412B189B}"/>
              </a:ext>
            </a:extLst>
          </p:cNvPr>
          <p:cNvSpPr>
            <a:spLocks noGrp="1"/>
          </p:cNvSpPr>
          <p:nvPr>
            <p:ph type="title"/>
          </p:nvPr>
        </p:nvSpPr>
        <p:spPr/>
        <p:txBody>
          <a:bodyPr/>
          <a:lstStyle/>
          <a:p>
            <a:r>
              <a:rPr lang="es-419" dirty="0"/>
              <a:t>C</a:t>
            </a:r>
            <a:r>
              <a:rPr lang="en-US" dirty="0"/>
              <a:t>REAR PERSONA</a:t>
            </a:r>
            <a:endParaRPr lang="en-US" sz="3200" b="1" dirty="0">
              <a:solidFill>
                <a:schemeClr val="bg1"/>
              </a:solidFill>
            </a:endParaRPr>
          </a:p>
        </p:txBody>
      </p:sp>
    </p:spTree>
    <p:extLst>
      <p:ext uri="{BB962C8B-B14F-4D97-AF65-F5344CB8AC3E}">
        <p14:creationId xmlns:p14="http://schemas.microsoft.com/office/powerpoint/2010/main" val="18524003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vertical 1">
            <a:extLst>
              <a:ext uri="{FF2B5EF4-FFF2-40B4-BE49-F238E27FC236}">
                <a16:creationId xmlns:a16="http://schemas.microsoft.com/office/drawing/2014/main" id="{29B5397C-3EB9-9F23-774B-45E8DCDC8B60}"/>
              </a:ext>
            </a:extLst>
          </p:cNvPr>
          <p:cNvSpPr>
            <a:spLocks noGrp="1"/>
          </p:cNvSpPr>
          <p:nvPr>
            <p:ph type="body" sz="quarter" idx="10"/>
          </p:nvPr>
        </p:nvSpPr>
        <p:spPr>
          <a:xfrm>
            <a:off x="914399" y="2238843"/>
            <a:ext cx="10363202" cy="446084"/>
          </a:xfrm>
        </p:spPr>
        <p:txBody>
          <a:bodyPr/>
          <a:lstStyle/>
          <a:p>
            <a:r>
              <a:rPr lang="es-419" sz="3200" dirty="0">
                <a:latin typeface="+mj-lt"/>
              </a:rPr>
              <a:t>Crear persona – Sin coincidencia común</a:t>
            </a:r>
          </a:p>
        </p:txBody>
      </p:sp>
      <p:sp>
        <p:nvSpPr>
          <p:cNvPr id="4" name="Marcador de texto 3">
            <a:extLst>
              <a:ext uri="{FF2B5EF4-FFF2-40B4-BE49-F238E27FC236}">
                <a16:creationId xmlns:a16="http://schemas.microsoft.com/office/drawing/2014/main" id="{D8ED2CDC-A4F8-769D-3762-1F08CBDF8998}"/>
              </a:ext>
            </a:extLst>
          </p:cNvPr>
          <p:cNvSpPr>
            <a:spLocks noGrp="1"/>
          </p:cNvSpPr>
          <p:nvPr>
            <p:ph type="body" sz="quarter" idx="11"/>
          </p:nvPr>
        </p:nvSpPr>
        <p:spPr/>
        <p:txBody>
          <a:bodyPr/>
          <a:lstStyle/>
          <a:p>
            <a:r>
              <a:rPr lang="es-419" sz="2400" dirty="0"/>
              <a:t>Gestionar persona natural</a:t>
            </a:r>
          </a:p>
        </p:txBody>
      </p:sp>
    </p:spTree>
    <p:extLst>
      <p:ext uri="{BB962C8B-B14F-4D97-AF65-F5344CB8AC3E}">
        <p14:creationId xmlns:p14="http://schemas.microsoft.com/office/powerpoint/2010/main" val="16772343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FA3D37F-E42A-097F-40B0-E629841142F5}"/>
              </a:ext>
            </a:extLst>
          </p:cNvPr>
          <p:cNvPicPr>
            <a:picLocks noChangeAspect="1"/>
          </p:cNvPicPr>
          <p:nvPr/>
        </p:nvPicPr>
        <p:blipFill>
          <a:blip r:embed="rId2"/>
          <a:stretch>
            <a:fillRect/>
          </a:stretch>
        </p:blipFill>
        <p:spPr>
          <a:xfrm>
            <a:off x="954594" y="954157"/>
            <a:ext cx="10696166" cy="5097130"/>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Gestionar persona natural</a:t>
            </a:r>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ES_tradnl" sz="3200" b="0" dirty="0"/>
              <a:t>Configuraciones: </a:t>
            </a:r>
            <a:r>
              <a:rPr lang="es-419" sz="3000" dirty="0"/>
              <a:t>GUAINST</a:t>
            </a:r>
            <a:r>
              <a:rPr lang="es-419" sz="3000" b="1" dirty="0"/>
              <a:t> </a:t>
            </a:r>
            <a:r>
              <a:rPr lang="es-419" sz="3000" dirty="0"/>
              <a:t>Controles de instalación</a:t>
            </a:r>
            <a:endParaRPr lang="es-CL" dirty="0"/>
          </a:p>
        </p:txBody>
      </p:sp>
      <p:sp>
        <p:nvSpPr>
          <p:cNvPr id="8" name="Rectángulo redondeado 5">
            <a:extLst>
              <a:ext uri="{FF2B5EF4-FFF2-40B4-BE49-F238E27FC236}">
                <a16:creationId xmlns:a16="http://schemas.microsoft.com/office/drawing/2014/main" id="{14FA69BD-E222-E7A5-D716-76588F92A394}"/>
              </a:ext>
            </a:extLst>
          </p:cNvPr>
          <p:cNvSpPr/>
          <p:nvPr/>
        </p:nvSpPr>
        <p:spPr>
          <a:xfrm>
            <a:off x="1505364" y="4662435"/>
            <a:ext cx="4797313" cy="287261"/>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200" dirty="0"/>
              <a:t>Premisa: La coincidencia común debe estar deshabilitada</a:t>
            </a:r>
          </a:p>
        </p:txBody>
      </p:sp>
    </p:spTree>
    <p:extLst>
      <p:ext uri="{BB962C8B-B14F-4D97-AF65-F5344CB8AC3E}">
        <p14:creationId xmlns:p14="http://schemas.microsoft.com/office/powerpoint/2010/main" val="4517569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n 7">
            <a:extLst>
              <a:ext uri="{FF2B5EF4-FFF2-40B4-BE49-F238E27FC236}">
                <a16:creationId xmlns:a16="http://schemas.microsoft.com/office/drawing/2014/main" id="{60967B08-8DB1-A569-8B47-0D204E3B3C1B}"/>
              </a:ext>
            </a:extLst>
          </p:cNvPr>
          <p:cNvPicPr>
            <a:picLocks noChangeAspect="1"/>
          </p:cNvPicPr>
          <p:nvPr/>
        </p:nvPicPr>
        <p:blipFill>
          <a:blip r:embed="rId2"/>
          <a:stretch>
            <a:fillRect/>
          </a:stretch>
        </p:blipFill>
        <p:spPr>
          <a:xfrm>
            <a:off x="709923" y="1054540"/>
            <a:ext cx="10772154" cy="5046111"/>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Gestionar persona natural</a:t>
            </a:r>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419" sz="3000" dirty="0"/>
              <a:t>SPAIDEN</a:t>
            </a:r>
            <a:r>
              <a:rPr lang="es-419" sz="3000" b="1" dirty="0"/>
              <a:t> Identificación de persona general</a:t>
            </a:r>
            <a:endParaRPr lang="es-CL" dirty="0"/>
          </a:p>
        </p:txBody>
      </p:sp>
      <p:sp>
        <p:nvSpPr>
          <p:cNvPr id="9" name="Rectángulo redondeado 5">
            <a:extLst>
              <a:ext uri="{FF2B5EF4-FFF2-40B4-BE49-F238E27FC236}">
                <a16:creationId xmlns:a16="http://schemas.microsoft.com/office/drawing/2014/main" id="{CDF69DE1-240F-785A-BA71-698CD190D6B8}"/>
              </a:ext>
            </a:extLst>
          </p:cNvPr>
          <p:cNvSpPr/>
          <p:nvPr/>
        </p:nvSpPr>
        <p:spPr>
          <a:xfrm>
            <a:off x="1009364" y="2823585"/>
            <a:ext cx="10173271" cy="1210827"/>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400" dirty="0"/>
              <a:t>Para crear la persona se debe ingresar en la página SPAIDEN y: </a:t>
            </a:r>
          </a:p>
          <a:p>
            <a:pPr marL="342900" indent="-342900">
              <a:buFont typeface="+mj-lt"/>
              <a:buAutoNum type="arabicPeriod"/>
            </a:pPr>
            <a:r>
              <a:rPr lang="es-ES_tradnl" sz="1400" dirty="0"/>
              <a:t>Seleccione el botón “</a:t>
            </a:r>
            <a:r>
              <a:rPr lang="es-ES_tradnl" sz="1600" b="1" dirty="0"/>
              <a:t>+</a:t>
            </a:r>
            <a:r>
              <a:rPr lang="es-ES_tradnl" sz="1400" dirty="0"/>
              <a:t>” y automáticamente se va a mostrar en el campo de ID la palabra GENERATED</a:t>
            </a:r>
          </a:p>
          <a:p>
            <a:pPr marL="342900" indent="-342900">
              <a:buFont typeface="+mj-lt"/>
              <a:buAutoNum type="arabicPeriod"/>
            </a:pPr>
            <a:r>
              <a:rPr lang="es-ES_tradnl" sz="1400" dirty="0"/>
              <a:t>Luego se debe presionar el botón Ir.</a:t>
            </a:r>
          </a:p>
        </p:txBody>
      </p:sp>
      <p:sp>
        <p:nvSpPr>
          <p:cNvPr id="2" name="Rectángulo redondeado 15">
            <a:extLst>
              <a:ext uri="{FF2B5EF4-FFF2-40B4-BE49-F238E27FC236}">
                <a16:creationId xmlns:a16="http://schemas.microsoft.com/office/drawing/2014/main" id="{28438F7A-DB03-D882-7022-58D2730D192D}"/>
              </a:ext>
            </a:extLst>
          </p:cNvPr>
          <p:cNvSpPr/>
          <p:nvPr/>
        </p:nvSpPr>
        <p:spPr>
          <a:xfrm>
            <a:off x="2834285" y="1464892"/>
            <a:ext cx="248779" cy="159220"/>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1</a:t>
            </a:r>
          </a:p>
        </p:txBody>
      </p:sp>
      <p:sp>
        <p:nvSpPr>
          <p:cNvPr id="6" name="Rectángulo redondeado 15">
            <a:extLst>
              <a:ext uri="{FF2B5EF4-FFF2-40B4-BE49-F238E27FC236}">
                <a16:creationId xmlns:a16="http://schemas.microsoft.com/office/drawing/2014/main" id="{8875E227-6137-7A98-AAC2-BAF918B73407}"/>
              </a:ext>
            </a:extLst>
          </p:cNvPr>
          <p:cNvSpPr/>
          <p:nvPr/>
        </p:nvSpPr>
        <p:spPr>
          <a:xfrm>
            <a:off x="10783189" y="1340875"/>
            <a:ext cx="248779" cy="159220"/>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2</a:t>
            </a:r>
          </a:p>
        </p:txBody>
      </p:sp>
      <p:sp>
        <p:nvSpPr>
          <p:cNvPr id="11" name="Rectángulo 10">
            <a:extLst>
              <a:ext uri="{FF2B5EF4-FFF2-40B4-BE49-F238E27FC236}">
                <a16:creationId xmlns:a16="http://schemas.microsoft.com/office/drawing/2014/main" id="{6137A519-FC51-4CEE-6EC2-6AF6C59DC427}"/>
              </a:ext>
            </a:extLst>
          </p:cNvPr>
          <p:cNvSpPr/>
          <p:nvPr/>
        </p:nvSpPr>
        <p:spPr>
          <a:xfrm>
            <a:off x="1295400" y="1340875"/>
            <a:ext cx="1438563" cy="192090"/>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2" name="Rectángulo 11">
            <a:extLst>
              <a:ext uri="{FF2B5EF4-FFF2-40B4-BE49-F238E27FC236}">
                <a16:creationId xmlns:a16="http://schemas.microsoft.com/office/drawing/2014/main" id="{D081A3CA-A0B9-221D-093B-8FBA5343BA0E}"/>
              </a:ext>
            </a:extLst>
          </p:cNvPr>
          <p:cNvSpPr/>
          <p:nvPr/>
        </p:nvSpPr>
        <p:spPr>
          <a:xfrm>
            <a:off x="11082129" y="1350111"/>
            <a:ext cx="399947" cy="182854"/>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32942436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FEF76FF8-8C50-B89A-0F40-E09199EB987D}"/>
              </a:ext>
            </a:extLst>
          </p:cNvPr>
          <p:cNvPicPr>
            <a:picLocks noChangeAspect="1"/>
          </p:cNvPicPr>
          <p:nvPr/>
        </p:nvPicPr>
        <p:blipFill>
          <a:blip r:embed="rId2"/>
          <a:stretch>
            <a:fillRect/>
          </a:stretch>
        </p:blipFill>
        <p:spPr>
          <a:xfrm>
            <a:off x="723370" y="954157"/>
            <a:ext cx="10880436" cy="5122210"/>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Gestionar persona natural</a:t>
            </a:r>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419" sz="3000" dirty="0"/>
              <a:t>SPAIDEN</a:t>
            </a:r>
            <a:r>
              <a:rPr lang="es-419" sz="3000" b="1" dirty="0"/>
              <a:t> Identificación de persona general</a:t>
            </a:r>
            <a:endParaRPr lang="es-CL" dirty="0"/>
          </a:p>
        </p:txBody>
      </p:sp>
      <p:sp>
        <p:nvSpPr>
          <p:cNvPr id="9" name="Rectángulo redondeado 5">
            <a:extLst>
              <a:ext uri="{FF2B5EF4-FFF2-40B4-BE49-F238E27FC236}">
                <a16:creationId xmlns:a16="http://schemas.microsoft.com/office/drawing/2014/main" id="{CDF69DE1-240F-785A-BA71-698CD190D6B8}"/>
              </a:ext>
            </a:extLst>
          </p:cNvPr>
          <p:cNvSpPr/>
          <p:nvPr/>
        </p:nvSpPr>
        <p:spPr>
          <a:xfrm>
            <a:off x="723370" y="4792444"/>
            <a:ext cx="10745260" cy="1221205"/>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400" dirty="0"/>
              <a:t>Se despliega la pestaña para el ingreso de identificación actual. En el campo ID, se mantiene la palabra GENERATED (hasta que se guarden los datos básicos de la persona).</a:t>
            </a:r>
          </a:p>
          <a:p>
            <a:pPr marL="342900" indent="-342900">
              <a:buFont typeface="+mj-lt"/>
              <a:buAutoNum type="arabicPeriod" startAt="3"/>
            </a:pPr>
            <a:r>
              <a:rPr lang="es-ES_tradnl" sz="1400" dirty="0"/>
              <a:t>Seleccione el Tipo de nombre en el campo correspondiente (depende de tabla de validación GTVNTYP e identifica el tipo de persona que se está creando).</a:t>
            </a:r>
          </a:p>
        </p:txBody>
      </p:sp>
      <p:sp>
        <p:nvSpPr>
          <p:cNvPr id="8" name="Rectángulo redondeado 15">
            <a:extLst>
              <a:ext uri="{FF2B5EF4-FFF2-40B4-BE49-F238E27FC236}">
                <a16:creationId xmlns:a16="http://schemas.microsoft.com/office/drawing/2014/main" id="{0A417B5F-8242-26AB-EF8A-2B3AE4DF2665}"/>
              </a:ext>
            </a:extLst>
          </p:cNvPr>
          <p:cNvSpPr/>
          <p:nvPr/>
        </p:nvSpPr>
        <p:spPr>
          <a:xfrm>
            <a:off x="6050628" y="1853811"/>
            <a:ext cx="186799" cy="1531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3</a:t>
            </a:r>
          </a:p>
        </p:txBody>
      </p:sp>
      <p:sp>
        <p:nvSpPr>
          <p:cNvPr id="11" name="Rectángulo 10">
            <a:extLst>
              <a:ext uri="{FF2B5EF4-FFF2-40B4-BE49-F238E27FC236}">
                <a16:creationId xmlns:a16="http://schemas.microsoft.com/office/drawing/2014/main" id="{5DFAF997-4CB8-DC21-45D2-26B9817B0144}"/>
              </a:ext>
            </a:extLst>
          </p:cNvPr>
          <p:cNvSpPr/>
          <p:nvPr/>
        </p:nvSpPr>
        <p:spPr>
          <a:xfrm>
            <a:off x="6257797" y="1704658"/>
            <a:ext cx="1731658" cy="225741"/>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40409762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n 8">
            <a:extLst>
              <a:ext uri="{FF2B5EF4-FFF2-40B4-BE49-F238E27FC236}">
                <a16:creationId xmlns:a16="http://schemas.microsoft.com/office/drawing/2014/main" id="{3C35F4C9-CDB1-300B-9B4D-A6DA9235E226}"/>
              </a:ext>
            </a:extLst>
          </p:cNvPr>
          <p:cNvPicPr>
            <a:picLocks noChangeAspect="1"/>
          </p:cNvPicPr>
          <p:nvPr/>
        </p:nvPicPr>
        <p:blipFill>
          <a:blip r:embed="rId2"/>
          <a:stretch>
            <a:fillRect/>
          </a:stretch>
        </p:blipFill>
        <p:spPr>
          <a:xfrm>
            <a:off x="543937" y="1033239"/>
            <a:ext cx="11344140" cy="5323110"/>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Gestionar persona natural</a:t>
            </a:r>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419" sz="3000" dirty="0"/>
              <a:t>SPAIDEN</a:t>
            </a:r>
            <a:r>
              <a:rPr lang="es-419" sz="3000" b="1" dirty="0"/>
              <a:t> Identificación de persona general</a:t>
            </a:r>
            <a:endParaRPr lang="es-CL" dirty="0"/>
          </a:p>
        </p:txBody>
      </p:sp>
      <p:sp>
        <p:nvSpPr>
          <p:cNvPr id="7" name="Rectángulo redondeado 5">
            <a:extLst>
              <a:ext uri="{FF2B5EF4-FFF2-40B4-BE49-F238E27FC236}">
                <a16:creationId xmlns:a16="http://schemas.microsoft.com/office/drawing/2014/main" id="{CFB68681-0A5C-E55D-3C37-E7F730406786}"/>
              </a:ext>
            </a:extLst>
          </p:cNvPr>
          <p:cNvSpPr/>
          <p:nvPr/>
        </p:nvSpPr>
        <p:spPr>
          <a:xfrm>
            <a:off x="847860" y="4294909"/>
            <a:ext cx="10736294" cy="1877290"/>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400" dirty="0"/>
              <a:t>En el bloque de </a:t>
            </a:r>
            <a:r>
              <a:rPr lang="es-ES_tradnl" sz="1400" b="1" dirty="0"/>
              <a:t>PERSONA</a:t>
            </a:r>
            <a:r>
              <a:rPr lang="es-ES_tradnl" sz="1400" dirty="0"/>
              <a:t> se ingresan los datos de apellidos, nombre, segundo nombre, prefijo, sufijo, nombre preferido y nombre legal completo según definiciones de la universidad.  </a:t>
            </a:r>
          </a:p>
          <a:p>
            <a:r>
              <a:rPr lang="es-ES_tradnl" sz="1400" dirty="0"/>
              <a:t>Los campos obligatorios son: </a:t>
            </a:r>
          </a:p>
          <a:p>
            <a:pPr marL="342900" indent="-342900">
              <a:buFont typeface="+mj-lt"/>
              <a:buAutoNum type="arabicPeriod" startAt="4"/>
            </a:pPr>
            <a:r>
              <a:rPr lang="es-ES_tradnl" sz="1400" dirty="0"/>
              <a:t>Apellido: Se ingresa, la primera con mayúsculas y con tilde (si aplica), los apellidos de la persona, separados por(/)</a:t>
            </a:r>
          </a:p>
          <a:p>
            <a:pPr marL="342900" indent="-342900">
              <a:buFont typeface="+mj-lt"/>
              <a:buAutoNum type="arabicPeriod" startAt="4"/>
            </a:pPr>
            <a:r>
              <a:rPr lang="es-ES_tradnl" sz="1400" dirty="0"/>
              <a:t>Nombre: Se ingresa,  la primera con mayúsculas y con tilde (si aplica), el primer nombre de la persona</a:t>
            </a:r>
          </a:p>
          <a:p>
            <a:pPr marL="342900" indent="-342900">
              <a:buFont typeface="+mj-lt"/>
              <a:buAutoNum type="arabicPeriod" startAt="4"/>
            </a:pPr>
            <a:r>
              <a:rPr lang="es-ES_tradnl" sz="1400" dirty="0"/>
              <a:t>Segundo nombre: Se ingresa la primera con mayúsculas y con tilde (si aplica), el segundo nombre de la persona, si lo tiene.</a:t>
            </a:r>
          </a:p>
          <a:p>
            <a:pPr marL="342900" indent="-342900">
              <a:buFont typeface="+mj-lt"/>
              <a:buAutoNum type="arabicPeriod" startAt="4"/>
            </a:pPr>
            <a:r>
              <a:rPr lang="es-ES_tradnl" sz="1400" dirty="0"/>
              <a:t>Nombre legal completo: Se ingresa, las primeras letras en mayúsculas y con tilde (si aplica),  el nombre completo de la persona (nombres y apellidos).</a:t>
            </a:r>
          </a:p>
        </p:txBody>
      </p:sp>
      <p:sp>
        <p:nvSpPr>
          <p:cNvPr id="2" name="Rectángulo redondeado 15">
            <a:extLst>
              <a:ext uri="{FF2B5EF4-FFF2-40B4-BE49-F238E27FC236}">
                <a16:creationId xmlns:a16="http://schemas.microsoft.com/office/drawing/2014/main" id="{E5E8B9C1-0966-68A4-C159-0F919AB898B4}"/>
              </a:ext>
            </a:extLst>
          </p:cNvPr>
          <p:cNvSpPr/>
          <p:nvPr/>
        </p:nvSpPr>
        <p:spPr>
          <a:xfrm>
            <a:off x="3918004" y="2334009"/>
            <a:ext cx="351561" cy="149422"/>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4</a:t>
            </a:r>
          </a:p>
        </p:txBody>
      </p:sp>
      <p:sp>
        <p:nvSpPr>
          <p:cNvPr id="6" name="Rectángulo redondeado 15">
            <a:extLst>
              <a:ext uri="{FF2B5EF4-FFF2-40B4-BE49-F238E27FC236}">
                <a16:creationId xmlns:a16="http://schemas.microsoft.com/office/drawing/2014/main" id="{761446A9-BAE5-23F7-E3DC-D256E9EF8F0A}"/>
              </a:ext>
            </a:extLst>
          </p:cNvPr>
          <p:cNvSpPr/>
          <p:nvPr/>
        </p:nvSpPr>
        <p:spPr>
          <a:xfrm>
            <a:off x="3918004" y="2526147"/>
            <a:ext cx="351561" cy="149422"/>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5</a:t>
            </a:r>
          </a:p>
        </p:txBody>
      </p:sp>
      <p:sp>
        <p:nvSpPr>
          <p:cNvPr id="10" name="Rectángulo redondeado 15">
            <a:extLst>
              <a:ext uri="{FF2B5EF4-FFF2-40B4-BE49-F238E27FC236}">
                <a16:creationId xmlns:a16="http://schemas.microsoft.com/office/drawing/2014/main" id="{6408C3D1-0F8F-9159-C8CA-2C2D89397C87}"/>
              </a:ext>
            </a:extLst>
          </p:cNvPr>
          <p:cNvSpPr/>
          <p:nvPr/>
        </p:nvSpPr>
        <p:spPr>
          <a:xfrm>
            <a:off x="3918003" y="2717707"/>
            <a:ext cx="351561" cy="149422"/>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6</a:t>
            </a:r>
          </a:p>
        </p:txBody>
      </p:sp>
      <p:sp>
        <p:nvSpPr>
          <p:cNvPr id="12" name="Rectángulo redondeado 15">
            <a:extLst>
              <a:ext uri="{FF2B5EF4-FFF2-40B4-BE49-F238E27FC236}">
                <a16:creationId xmlns:a16="http://schemas.microsoft.com/office/drawing/2014/main" id="{5EA60EF6-2182-40D7-0188-A2888B6B37D5}"/>
              </a:ext>
            </a:extLst>
          </p:cNvPr>
          <p:cNvSpPr/>
          <p:nvPr/>
        </p:nvSpPr>
        <p:spPr>
          <a:xfrm>
            <a:off x="9501382" y="2681688"/>
            <a:ext cx="351561" cy="149422"/>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7</a:t>
            </a:r>
          </a:p>
        </p:txBody>
      </p:sp>
      <p:sp>
        <p:nvSpPr>
          <p:cNvPr id="13" name="Rectángulo 12">
            <a:extLst>
              <a:ext uri="{FF2B5EF4-FFF2-40B4-BE49-F238E27FC236}">
                <a16:creationId xmlns:a16="http://schemas.microsoft.com/office/drawing/2014/main" id="{673BFA17-889C-5628-6DC6-F1C188814F9D}"/>
              </a:ext>
            </a:extLst>
          </p:cNvPr>
          <p:cNvSpPr/>
          <p:nvPr/>
        </p:nvSpPr>
        <p:spPr>
          <a:xfrm>
            <a:off x="532143" y="2018694"/>
            <a:ext cx="11355933" cy="992361"/>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34855830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9B1934-2346-72BD-070B-161149610CA2}"/>
            </a:ext>
          </a:extLst>
        </p:cNvPr>
        <p:cNvGrpSpPr/>
        <p:nvPr/>
      </p:nvGrpSpPr>
      <p:grpSpPr>
        <a:xfrm>
          <a:off x="0" y="0"/>
          <a:ext cx="0" cy="0"/>
          <a:chOff x="0" y="0"/>
          <a:chExt cx="0" cy="0"/>
        </a:xfrm>
      </p:grpSpPr>
      <p:pic>
        <p:nvPicPr>
          <p:cNvPr id="9" name="Imagen 8">
            <a:extLst>
              <a:ext uri="{FF2B5EF4-FFF2-40B4-BE49-F238E27FC236}">
                <a16:creationId xmlns:a16="http://schemas.microsoft.com/office/drawing/2014/main" id="{30BC2B9E-898D-F636-450E-2EA0FC0118AB}"/>
              </a:ext>
            </a:extLst>
          </p:cNvPr>
          <p:cNvPicPr>
            <a:picLocks noChangeAspect="1"/>
          </p:cNvPicPr>
          <p:nvPr/>
        </p:nvPicPr>
        <p:blipFill>
          <a:blip r:embed="rId3"/>
          <a:stretch>
            <a:fillRect/>
          </a:stretch>
        </p:blipFill>
        <p:spPr>
          <a:xfrm>
            <a:off x="543937" y="1047415"/>
            <a:ext cx="11344140" cy="5323110"/>
          </a:xfrm>
          <a:prstGeom prst="rect">
            <a:avLst/>
          </a:prstGeom>
        </p:spPr>
      </p:pic>
      <p:sp>
        <p:nvSpPr>
          <p:cNvPr id="3" name="Marcador de texto vertical 2">
            <a:extLst>
              <a:ext uri="{FF2B5EF4-FFF2-40B4-BE49-F238E27FC236}">
                <a16:creationId xmlns:a16="http://schemas.microsoft.com/office/drawing/2014/main" id="{591E96C5-11EA-8633-0C99-74FBC917F7D0}"/>
              </a:ext>
            </a:extLst>
          </p:cNvPr>
          <p:cNvSpPr>
            <a:spLocks noGrp="1"/>
          </p:cNvSpPr>
          <p:nvPr>
            <p:ph type="body" orient="vert" sz="quarter" idx="17"/>
          </p:nvPr>
        </p:nvSpPr>
        <p:spPr/>
        <p:txBody>
          <a:bodyPr/>
          <a:lstStyle/>
          <a:p>
            <a:r>
              <a:rPr lang="es-419" sz="1200" dirty="0"/>
              <a:t>Gestionar persona natural</a:t>
            </a:r>
          </a:p>
        </p:txBody>
      </p:sp>
      <p:sp>
        <p:nvSpPr>
          <p:cNvPr id="4" name="Título 3">
            <a:extLst>
              <a:ext uri="{FF2B5EF4-FFF2-40B4-BE49-F238E27FC236}">
                <a16:creationId xmlns:a16="http://schemas.microsoft.com/office/drawing/2014/main" id="{3363B8DD-2D65-BCCC-249D-158A7D0ADEB8}"/>
              </a:ext>
            </a:extLst>
          </p:cNvPr>
          <p:cNvSpPr>
            <a:spLocks noGrp="1"/>
          </p:cNvSpPr>
          <p:nvPr>
            <p:ph type="title"/>
          </p:nvPr>
        </p:nvSpPr>
        <p:spPr>
          <a:xfrm>
            <a:off x="810247" y="327992"/>
            <a:ext cx="10271883" cy="626165"/>
          </a:xfrm>
        </p:spPr>
        <p:txBody>
          <a:bodyPr/>
          <a:lstStyle/>
          <a:p>
            <a:r>
              <a:rPr lang="es-419" sz="3000" dirty="0"/>
              <a:t>SPAIDEN</a:t>
            </a:r>
            <a:r>
              <a:rPr lang="es-419" sz="3000" b="1" dirty="0"/>
              <a:t> Identificación de persona general</a:t>
            </a:r>
            <a:endParaRPr lang="es-CL" dirty="0"/>
          </a:p>
        </p:txBody>
      </p:sp>
      <p:sp>
        <p:nvSpPr>
          <p:cNvPr id="7" name="Rectángulo redondeado 5">
            <a:extLst>
              <a:ext uri="{FF2B5EF4-FFF2-40B4-BE49-F238E27FC236}">
                <a16:creationId xmlns:a16="http://schemas.microsoft.com/office/drawing/2014/main" id="{287213AB-FAE2-47FA-3EA4-0EE121EC341E}"/>
              </a:ext>
            </a:extLst>
          </p:cNvPr>
          <p:cNvSpPr/>
          <p:nvPr/>
        </p:nvSpPr>
        <p:spPr>
          <a:xfrm>
            <a:off x="810247" y="4505168"/>
            <a:ext cx="10640000" cy="1059199"/>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342900" indent="-342900">
              <a:buFont typeface="+mj-lt"/>
              <a:buAutoNum type="arabicPeriod" startAt="8"/>
            </a:pPr>
            <a:r>
              <a:rPr lang="es-ES_tradnl" sz="1400" dirty="0"/>
              <a:t>Guarde la información presionando el botón correspondiente</a:t>
            </a:r>
          </a:p>
          <a:p>
            <a:pPr marL="342900" indent="-342900">
              <a:buFont typeface="+mj-lt"/>
              <a:buAutoNum type="arabicPeriod" startAt="8"/>
            </a:pPr>
            <a:r>
              <a:rPr lang="es-ES_tradnl" sz="1400" dirty="0"/>
              <a:t>Automáticamente se asignará el ID generado para la persona (en caso del extranjero sin RUT).</a:t>
            </a:r>
          </a:p>
          <a:p>
            <a:pPr marL="342900" indent="-342900">
              <a:buFont typeface="+mj-lt"/>
              <a:buAutoNum type="arabicPeriod" startAt="8"/>
            </a:pPr>
            <a:r>
              <a:rPr lang="es-ES_tradnl" sz="1400" dirty="0"/>
              <a:t>Se actualizan los campos del bloque  “ORIGEN DE ID Y NOMBRE”.</a:t>
            </a:r>
          </a:p>
        </p:txBody>
      </p:sp>
      <p:sp>
        <p:nvSpPr>
          <p:cNvPr id="2" name="Rectángulo redondeado 15">
            <a:extLst>
              <a:ext uri="{FF2B5EF4-FFF2-40B4-BE49-F238E27FC236}">
                <a16:creationId xmlns:a16="http://schemas.microsoft.com/office/drawing/2014/main" id="{CFCA9E7E-FC96-E6FE-F490-6F7BF92ADE33}"/>
              </a:ext>
            </a:extLst>
          </p:cNvPr>
          <p:cNvSpPr/>
          <p:nvPr/>
        </p:nvSpPr>
        <p:spPr>
          <a:xfrm>
            <a:off x="2163095" y="1848525"/>
            <a:ext cx="351561" cy="149422"/>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9</a:t>
            </a:r>
          </a:p>
        </p:txBody>
      </p:sp>
      <p:sp>
        <p:nvSpPr>
          <p:cNvPr id="6" name="Rectángulo redondeado 15">
            <a:extLst>
              <a:ext uri="{FF2B5EF4-FFF2-40B4-BE49-F238E27FC236}">
                <a16:creationId xmlns:a16="http://schemas.microsoft.com/office/drawing/2014/main" id="{D96DA2E0-B077-C31A-417B-DDE805EBAA8F}"/>
              </a:ext>
            </a:extLst>
          </p:cNvPr>
          <p:cNvSpPr/>
          <p:nvPr/>
        </p:nvSpPr>
        <p:spPr>
          <a:xfrm>
            <a:off x="609601" y="3230461"/>
            <a:ext cx="351561" cy="149422"/>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10</a:t>
            </a:r>
          </a:p>
        </p:txBody>
      </p:sp>
      <p:sp>
        <p:nvSpPr>
          <p:cNvPr id="12" name="Rectángulo redondeado 15">
            <a:extLst>
              <a:ext uri="{FF2B5EF4-FFF2-40B4-BE49-F238E27FC236}">
                <a16:creationId xmlns:a16="http://schemas.microsoft.com/office/drawing/2014/main" id="{6BAFD3AB-3147-C60D-C7A4-DE895A36AFDE}"/>
              </a:ext>
            </a:extLst>
          </p:cNvPr>
          <p:cNvSpPr/>
          <p:nvPr/>
        </p:nvSpPr>
        <p:spPr>
          <a:xfrm>
            <a:off x="11584154" y="5799085"/>
            <a:ext cx="351561" cy="149422"/>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8</a:t>
            </a:r>
          </a:p>
        </p:txBody>
      </p:sp>
      <p:sp>
        <p:nvSpPr>
          <p:cNvPr id="8" name="Rectángulo 7">
            <a:extLst>
              <a:ext uri="{FF2B5EF4-FFF2-40B4-BE49-F238E27FC236}">
                <a16:creationId xmlns:a16="http://schemas.microsoft.com/office/drawing/2014/main" id="{6CB4E05A-6B8A-BB20-D21B-7C498FFB32C1}"/>
              </a:ext>
            </a:extLst>
          </p:cNvPr>
          <p:cNvSpPr/>
          <p:nvPr/>
        </p:nvSpPr>
        <p:spPr>
          <a:xfrm>
            <a:off x="1153539" y="1810327"/>
            <a:ext cx="933880" cy="258619"/>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1" name="Rectángulo 10">
            <a:extLst>
              <a:ext uri="{FF2B5EF4-FFF2-40B4-BE49-F238E27FC236}">
                <a16:creationId xmlns:a16="http://schemas.microsoft.com/office/drawing/2014/main" id="{0E626B8F-CDB9-2EAF-49EA-09CBE37F367D}"/>
              </a:ext>
            </a:extLst>
          </p:cNvPr>
          <p:cNvSpPr/>
          <p:nvPr/>
        </p:nvSpPr>
        <p:spPr>
          <a:xfrm>
            <a:off x="11425381" y="6040582"/>
            <a:ext cx="462695" cy="223692"/>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3" name="Rectángulo 12">
            <a:extLst>
              <a:ext uri="{FF2B5EF4-FFF2-40B4-BE49-F238E27FC236}">
                <a16:creationId xmlns:a16="http://schemas.microsoft.com/office/drawing/2014/main" id="{B689B14F-4CB0-D9CC-2049-597543426F8D}"/>
              </a:ext>
            </a:extLst>
          </p:cNvPr>
          <p:cNvSpPr/>
          <p:nvPr/>
        </p:nvSpPr>
        <p:spPr>
          <a:xfrm>
            <a:off x="543937" y="3379883"/>
            <a:ext cx="11269372" cy="802548"/>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1815026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exto vertical 1">
            <a:extLst>
              <a:ext uri="{FF2B5EF4-FFF2-40B4-BE49-F238E27FC236}">
                <a16:creationId xmlns:a16="http://schemas.microsoft.com/office/drawing/2014/main" id="{29B5397C-3EB9-9F23-774B-45E8DCDC8B60}"/>
              </a:ext>
            </a:extLst>
          </p:cNvPr>
          <p:cNvSpPr>
            <a:spLocks noGrp="1"/>
          </p:cNvSpPr>
          <p:nvPr>
            <p:ph type="body" sz="quarter" idx="10"/>
          </p:nvPr>
        </p:nvSpPr>
        <p:spPr>
          <a:xfrm>
            <a:off x="914399" y="2238843"/>
            <a:ext cx="10363202" cy="153312"/>
          </a:xfrm>
        </p:spPr>
        <p:txBody>
          <a:bodyPr vert="horz" lIns="0" tIns="0" rIns="0" bIns="0" rtlCol="0">
            <a:spAutoFit/>
          </a:bodyPr>
          <a:lstStyle/>
          <a:p>
            <a:r>
              <a:rPr lang="es-CL" sz="3200" dirty="0">
                <a:latin typeface="+mj-lt"/>
              </a:rPr>
              <a:t>Crear persona – Con coincidencia común</a:t>
            </a:r>
            <a:endParaRPr lang="es-419" sz="3200" dirty="0">
              <a:latin typeface="+mj-lt"/>
            </a:endParaRPr>
          </a:p>
        </p:txBody>
      </p:sp>
      <p:sp>
        <p:nvSpPr>
          <p:cNvPr id="4" name="Marcador de texto 3">
            <a:extLst>
              <a:ext uri="{FF2B5EF4-FFF2-40B4-BE49-F238E27FC236}">
                <a16:creationId xmlns:a16="http://schemas.microsoft.com/office/drawing/2014/main" id="{8638E1BA-E4E2-A4FF-352D-1411AAAA7550}"/>
              </a:ext>
            </a:extLst>
          </p:cNvPr>
          <p:cNvSpPr>
            <a:spLocks noGrp="1"/>
          </p:cNvSpPr>
          <p:nvPr>
            <p:ph type="body" sz="quarter" idx="11"/>
          </p:nvPr>
        </p:nvSpPr>
        <p:spPr>
          <a:xfrm>
            <a:off x="914399" y="3750468"/>
            <a:ext cx="10363202" cy="1685654"/>
          </a:xfrm>
        </p:spPr>
        <p:txBody>
          <a:bodyPr/>
          <a:lstStyle/>
          <a:p>
            <a:r>
              <a:rPr lang="es-419" sz="2400" dirty="0"/>
              <a:t>Gestionar persona natural</a:t>
            </a:r>
          </a:p>
          <a:p>
            <a:r>
              <a:rPr lang="es-419" dirty="0"/>
              <a:t>La coincidencia común solamente estará activada si no se tiene la localización RUT (Región Chile), en caso contrario, dicha localización ya tiene validaciones incorporadas.</a:t>
            </a:r>
            <a:endParaRPr lang="es-419" sz="2400" dirty="0"/>
          </a:p>
        </p:txBody>
      </p:sp>
    </p:spTree>
    <p:extLst>
      <p:ext uri="{BB962C8B-B14F-4D97-AF65-F5344CB8AC3E}">
        <p14:creationId xmlns:p14="http://schemas.microsoft.com/office/powerpoint/2010/main" val="2780770947"/>
      </p:ext>
    </p:extLst>
  </p:cSld>
  <p:clrMapOvr>
    <a:overrideClrMapping bg1="lt1" tx1="dk1" bg2="lt2" tx2="dk2" accent1="accent1" accent2="accent2" accent3="accent3" accent4="accent4" accent5="accent5" accent6="accent6" hlink="hlink" folHlink="folHlink"/>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n 7">
            <a:extLst>
              <a:ext uri="{FF2B5EF4-FFF2-40B4-BE49-F238E27FC236}">
                <a16:creationId xmlns:a16="http://schemas.microsoft.com/office/drawing/2014/main" id="{A3CFF7B4-30B6-104A-B297-8CFD79C89000}"/>
              </a:ext>
            </a:extLst>
          </p:cNvPr>
          <p:cNvPicPr>
            <a:picLocks noChangeAspect="1"/>
          </p:cNvPicPr>
          <p:nvPr/>
        </p:nvPicPr>
        <p:blipFill>
          <a:blip r:embed="rId2"/>
          <a:stretch>
            <a:fillRect/>
          </a:stretch>
        </p:blipFill>
        <p:spPr>
          <a:xfrm>
            <a:off x="702489" y="925100"/>
            <a:ext cx="11175565" cy="5247099"/>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Gestionar persona natural</a:t>
            </a:r>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ES_tradnl" sz="3200" b="0" dirty="0"/>
              <a:t>Configuraciones: </a:t>
            </a:r>
            <a:r>
              <a:rPr lang="es-419" sz="3000" dirty="0"/>
              <a:t>GUAINST</a:t>
            </a:r>
            <a:r>
              <a:rPr lang="es-419" sz="3000" b="1" dirty="0"/>
              <a:t> </a:t>
            </a:r>
            <a:r>
              <a:rPr lang="es-419" sz="3000" dirty="0"/>
              <a:t>Controles de instalación</a:t>
            </a:r>
            <a:endParaRPr lang="es-CL" dirty="0"/>
          </a:p>
        </p:txBody>
      </p:sp>
      <p:sp>
        <p:nvSpPr>
          <p:cNvPr id="10" name="Rectángulo 9">
            <a:extLst>
              <a:ext uri="{FF2B5EF4-FFF2-40B4-BE49-F238E27FC236}">
                <a16:creationId xmlns:a16="http://schemas.microsoft.com/office/drawing/2014/main" id="{13977243-F198-813B-F459-18D4F1A047B9}"/>
              </a:ext>
            </a:extLst>
          </p:cNvPr>
          <p:cNvSpPr/>
          <p:nvPr/>
        </p:nvSpPr>
        <p:spPr>
          <a:xfrm>
            <a:off x="1514307" y="4704170"/>
            <a:ext cx="1524457" cy="181867"/>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1" name="Rectángulo redondeado 5">
            <a:extLst>
              <a:ext uri="{FF2B5EF4-FFF2-40B4-BE49-F238E27FC236}">
                <a16:creationId xmlns:a16="http://schemas.microsoft.com/office/drawing/2014/main" id="{C9FD0BD7-0C09-7745-2787-45077D94554C}"/>
              </a:ext>
            </a:extLst>
          </p:cNvPr>
          <p:cNvSpPr/>
          <p:nvPr/>
        </p:nvSpPr>
        <p:spPr>
          <a:xfrm>
            <a:off x="2000651" y="5063594"/>
            <a:ext cx="4797313" cy="448608"/>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400" dirty="0"/>
              <a:t>Premisa: La coincidencia común debe estar habilitada</a:t>
            </a:r>
          </a:p>
        </p:txBody>
      </p:sp>
    </p:spTree>
    <p:extLst>
      <p:ext uri="{BB962C8B-B14F-4D97-AF65-F5344CB8AC3E}">
        <p14:creationId xmlns:p14="http://schemas.microsoft.com/office/powerpoint/2010/main" val="150321981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E36E03-A39E-114B-2701-B47D508224B8}"/>
            </a:ext>
          </a:extLst>
        </p:cNvPr>
        <p:cNvGrpSpPr/>
        <p:nvPr/>
      </p:nvGrpSpPr>
      <p:grpSpPr>
        <a:xfrm>
          <a:off x="0" y="0"/>
          <a:ext cx="0" cy="0"/>
          <a:chOff x="0" y="0"/>
          <a:chExt cx="0" cy="0"/>
        </a:xfrm>
      </p:grpSpPr>
      <p:pic>
        <p:nvPicPr>
          <p:cNvPr id="8" name="Imagen 7">
            <a:extLst>
              <a:ext uri="{FF2B5EF4-FFF2-40B4-BE49-F238E27FC236}">
                <a16:creationId xmlns:a16="http://schemas.microsoft.com/office/drawing/2014/main" id="{CCD5005E-5CE7-959A-98E9-7FD117700412}"/>
              </a:ext>
            </a:extLst>
          </p:cNvPr>
          <p:cNvPicPr>
            <a:picLocks noChangeAspect="1"/>
          </p:cNvPicPr>
          <p:nvPr/>
        </p:nvPicPr>
        <p:blipFill>
          <a:blip r:embed="rId2"/>
          <a:stretch>
            <a:fillRect/>
          </a:stretch>
        </p:blipFill>
        <p:spPr>
          <a:xfrm>
            <a:off x="709923" y="1054540"/>
            <a:ext cx="10772154" cy="5046111"/>
          </a:xfrm>
          <a:prstGeom prst="rect">
            <a:avLst/>
          </a:prstGeom>
        </p:spPr>
      </p:pic>
      <p:sp>
        <p:nvSpPr>
          <p:cNvPr id="3" name="Marcador de texto vertical 2">
            <a:extLst>
              <a:ext uri="{FF2B5EF4-FFF2-40B4-BE49-F238E27FC236}">
                <a16:creationId xmlns:a16="http://schemas.microsoft.com/office/drawing/2014/main" id="{AC9D1863-19EE-205A-B17B-E9D15F349669}"/>
              </a:ext>
            </a:extLst>
          </p:cNvPr>
          <p:cNvSpPr>
            <a:spLocks noGrp="1"/>
          </p:cNvSpPr>
          <p:nvPr>
            <p:ph type="body" orient="vert" sz="quarter" idx="17"/>
          </p:nvPr>
        </p:nvSpPr>
        <p:spPr/>
        <p:txBody>
          <a:bodyPr/>
          <a:lstStyle/>
          <a:p>
            <a:r>
              <a:rPr lang="es-419" sz="1200" dirty="0"/>
              <a:t>Gestionar persona natural</a:t>
            </a:r>
          </a:p>
        </p:txBody>
      </p:sp>
      <p:sp>
        <p:nvSpPr>
          <p:cNvPr id="4" name="Título 3">
            <a:extLst>
              <a:ext uri="{FF2B5EF4-FFF2-40B4-BE49-F238E27FC236}">
                <a16:creationId xmlns:a16="http://schemas.microsoft.com/office/drawing/2014/main" id="{7DD4F05E-2464-25B0-0222-3CF83A95B5E4}"/>
              </a:ext>
            </a:extLst>
          </p:cNvPr>
          <p:cNvSpPr>
            <a:spLocks noGrp="1"/>
          </p:cNvSpPr>
          <p:nvPr>
            <p:ph type="title"/>
          </p:nvPr>
        </p:nvSpPr>
        <p:spPr>
          <a:xfrm>
            <a:off x="810247" y="327992"/>
            <a:ext cx="10271883" cy="626165"/>
          </a:xfrm>
        </p:spPr>
        <p:txBody>
          <a:bodyPr/>
          <a:lstStyle/>
          <a:p>
            <a:r>
              <a:rPr lang="es-419" sz="3000" dirty="0"/>
              <a:t>SPAIDEN</a:t>
            </a:r>
            <a:r>
              <a:rPr lang="es-419" sz="3000" b="1" dirty="0"/>
              <a:t> Identificación de persona general</a:t>
            </a:r>
            <a:endParaRPr lang="es-CL" dirty="0"/>
          </a:p>
        </p:txBody>
      </p:sp>
      <p:sp>
        <p:nvSpPr>
          <p:cNvPr id="9" name="Rectángulo redondeado 5">
            <a:extLst>
              <a:ext uri="{FF2B5EF4-FFF2-40B4-BE49-F238E27FC236}">
                <a16:creationId xmlns:a16="http://schemas.microsoft.com/office/drawing/2014/main" id="{9E56AF23-8D05-5506-F031-A300B23A0CE1}"/>
              </a:ext>
            </a:extLst>
          </p:cNvPr>
          <p:cNvSpPr/>
          <p:nvPr/>
        </p:nvSpPr>
        <p:spPr>
          <a:xfrm>
            <a:off x="908859" y="3195783"/>
            <a:ext cx="10173271" cy="763623"/>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400" dirty="0"/>
              <a:t>Para crear la persona se debe ingresar en la página SPAIDEN: </a:t>
            </a:r>
          </a:p>
          <a:p>
            <a:pPr marL="342900" indent="-342900">
              <a:buFont typeface="+mj-lt"/>
              <a:buAutoNum type="arabicPeriod"/>
            </a:pPr>
            <a:r>
              <a:rPr lang="es-ES_tradnl" sz="1400" dirty="0"/>
              <a:t>Presionar el botón “</a:t>
            </a:r>
            <a:r>
              <a:rPr lang="es-ES_tradnl" sz="1600" b="1" dirty="0"/>
              <a:t>+</a:t>
            </a:r>
            <a:r>
              <a:rPr lang="es-ES_tradnl" sz="1400" dirty="0"/>
              <a:t>”. Automáticamente será redirigido a la página de </a:t>
            </a:r>
            <a:r>
              <a:rPr lang="es-419" sz="1400" b="1" dirty="0"/>
              <a:t>Captura de coincidencia común GOAMTCH</a:t>
            </a:r>
            <a:r>
              <a:rPr lang="es-ES_tradnl" sz="1400" b="1" dirty="0"/>
              <a:t>.</a:t>
            </a:r>
            <a:endParaRPr lang="es-419" sz="1400" b="1" dirty="0"/>
          </a:p>
        </p:txBody>
      </p:sp>
      <p:sp>
        <p:nvSpPr>
          <p:cNvPr id="2" name="Rectángulo redondeado 15">
            <a:extLst>
              <a:ext uri="{FF2B5EF4-FFF2-40B4-BE49-F238E27FC236}">
                <a16:creationId xmlns:a16="http://schemas.microsoft.com/office/drawing/2014/main" id="{4613B113-F1AD-1D27-F7D0-8F4B10AF4464}"/>
              </a:ext>
            </a:extLst>
          </p:cNvPr>
          <p:cNvSpPr/>
          <p:nvPr/>
        </p:nvSpPr>
        <p:spPr>
          <a:xfrm>
            <a:off x="2834285" y="1464892"/>
            <a:ext cx="248779" cy="159220"/>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1</a:t>
            </a:r>
          </a:p>
        </p:txBody>
      </p:sp>
      <p:sp>
        <p:nvSpPr>
          <p:cNvPr id="11" name="Rectángulo 10">
            <a:extLst>
              <a:ext uri="{FF2B5EF4-FFF2-40B4-BE49-F238E27FC236}">
                <a16:creationId xmlns:a16="http://schemas.microsoft.com/office/drawing/2014/main" id="{2607A0C3-C587-9409-0AE1-7FACC0D4692D}"/>
              </a:ext>
            </a:extLst>
          </p:cNvPr>
          <p:cNvSpPr/>
          <p:nvPr/>
        </p:nvSpPr>
        <p:spPr>
          <a:xfrm>
            <a:off x="2563251" y="1340875"/>
            <a:ext cx="170712" cy="182854"/>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11286073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n 8">
            <a:extLst>
              <a:ext uri="{FF2B5EF4-FFF2-40B4-BE49-F238E27FC236}">
                <a16:creationId xmlns:a16="http://schemas.microsoft.com/office/drawing/2014/main" id="{F8FAF9FC-5D2B-CC1B-BE1F-E614DECCCCCC}"/>
              </a:ext>
            </a:extLst>
          </p:cNvPr>
          <p:cNvPicPr>
            <a:picLocks noChangeAspect="1"/>
          </p:cNvPicPr>
          <p:nvPr/>
        </p:nvPicPr>
        <p:blipFill>
          <a:blip r:embed="rId2"/>
          <a:stretch>
            <a:fillRect/>
          </a:stretch>
        </p:blipFill>
        <p:spPr>
          <a:xfrm>
            <a:off x="935008" y="998882"/>
            <a:ext cx="10321984" cy="4835573"/>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Gestionar persona natural</a:t>
            </a:r>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6" y="372717"/>
            <a:ext cx="10271883" cy="626165"/>
          </a:xfrm>
        </p:spPr>
        <p:txBody>
          <a:bodyPr/>
          <a:lstStyle/>
          <a:p>
            <a:r>
              <a:rPr lang="es-419" sz="3000" b="1" dirty="0"/>
              <a:t>GOAMTCH </a:t>
            </a:r>
            <a:r>
              <a:rPr lang="es-419" sz="3000" dirty="0"/>
              <a:t>Captura de coincidencia común</a:t>
            </a:r>
            <a:endParaRPr lang="es-CL" dirty="0"/>
          </a:p>
        </p:txBody>
      </p:sp>
      <p:sp>
        <p:nvSpPr>
          <p:cNvPr id="10" name="Rectángulo redondeado 5">
            <a:extLst>
              <a:ext uri="{FF2B5EF4-FFF2-40B4-BE49-F238E27FC236}">
                <a16:creationId xmlns:a16="http://schemas.microsoft.com/office/drawing/2014/main" id="{E17DAA82-4377-E7FC-E434-35A67522D17E}"/>
              </a:ext>
            </a:extLst>
          </p:cNvPr>
          <p:cNvSpPr/>
          <p:nvPr/>
        </p:nvSpPr>
        <p:spPr>
          <a:xfrm>
            <a:off x="1208483" y="3713019"/>
            <a:ext cx="10173271" cy="1188464"/>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400" dirty="0"/>
              <a:t>En la página GOAMATCH: </a:t>
            </a:r>
          </a:p>
          <a:p>
            <a:pPr marL="342900" indent="-342900">
              <a:buFont typeface="+mj-lt"/>
              <a:buAutoNum type="arabicPeriod" startAt="2"/>
            </a:pPr>
            <a:r>
              <a:rPr lang="es-ES_tradnl" sz="1400" dirty="0"/>
              <a:t>Se muestra en el campo de ID la palabra GENERATED. </a:t>
            </a:r>
          </a:p>
          <a:p>
            <a:pPr marL="342900" indent="-342900">
              <a:buFont typeface="+mj-lt"/>
              <a:buAutoNum type="arabicPeriod" startAt="2"/>
            </a:pPr>
            <a:r>
              <a:rPr lang="es-ES_tradnl" sz="1400" dirty="0"/>
              <a:t>En el campo Origen de coincidencia común, seleccione el código de reglas de coincidencia que la institución ha definido para personas naturales (PNATURAL)</a:t>
            </a:r>
          </a:p>
          <a:p>
            <a:pPr marL="342900" indent="-342900">
              <a:buFont typeface="+mj-lt"/>
              <a:buAutoNum type="arabicPeriod" startAt="2"/>
            </a:pPr>
            <a:r>
              <a:rPr lang="es-ES_tradnl" sz="1400" dirty="0"/>
              <a:t>Luego se debe presionar el botón de ir.</a:t>
            </a:r>
          </a:p>
        </p:txBody>
      </p:sp>
      <p:sp>
        <p:nvSpPr>
          <p:cNvPr id="11" name="Rectángulo redondeado 15">
            <a:extLst>
              <a:ext uri="{FF2B5EF4-FFF2-40B4-BE49-F238E27FC236}">
                <a16:creationId xmlns:a16="http://schemas.microsoft.com/office/drawing/2014/main" id="{78C019F6-7DD1-9E20-A5A7-B9CA5C3D6035}"/>
              </a:ext>
            </a:extLst>
          </p:cNvPr>
          <p:cNvSpPr/>
          <p:nvPr/>
        </p:nvSpPr>
        <p:spPr>
          <a:xfrm>
            <a:off x="2834285" y="1464892"/>
            <a:ext cx="248779" cy="159220"/>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2</a:t>
            </a:r>
          </a:p>
        </p:txBody>
      </p:sp>
      <p:sp>
        <p:nvSpPr>
          <p:cNvPr id="14" name="Rectángulo redondeado 15">
            <a:extLst>
              <a:ext uri="{FF2B5EF4-FFF2-40B4-BE49-F238E27FC236}">
                <a16:creationId xmlns:a16="http://schemas.microsoft.com/office/drawing/2014/main" id="{FA7FB249-7099-F421-CBE9-B557C2F78302}"/>
              </a:ext>
            </a:extLst>
          </p:cNvPr>
          <p:cNvSpPr/>
          <p:nvPr/>
        </p:nvSpPr>
        <p:spPr>
          <a:xfrm>
            <a:off x="5472280" y="1249168"/>
            <a:ext cx="248779" cy="159220"/>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3</a:t>
            </a:r>
          </a:p>
        </p:txBody>
      </p:sp>
      <p:sp>
        <p:nvSpPr>
          <p:cNvPr id="15" name="Rectángulo 14">
            <a:extLst>
              <a:ext uri="{FF2B5EF4-FFF2-40B4-BE49-F238E27FC236}">
                <a16:creationId xmlns:a16="http://schemas.microsoft.com/office/drawing/2014/main" id="{0EE2C15A-8446-FA67-A440-88F4EC9B59E1}"/>
              </a:ext>
            </a:extLst>
          </p:cNvPr>
          <p:cNvSpPr/>
          <p:nvPr/>
        </p:nvSpPr>
        <p:spPr>
          <a:xfrm>
            <a:off x="1628578" y="1282038"/>
            <a:ext cx="1373239" cy="159220"/>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6" name="Rectángulo 15">
            <a:extLst>
              <a:ext uri="{FF2B5EF4-FFF2-40B4-BE49-F238E27FC236}">
                <a16:creationId xmlns:a16="http://schemas.microsoft.com/office/drawing/2014/main" id="{199B5FD6-2E4A-5457-5B41-9E6019F59FF4}"/>
              </a:ext>
            </a:extLst>
          </p:cNvPr>
          <p:cNvSpPr/>
          <p:nvPr/>
        </p:nvSpPr>
        <p:spPr>
          <a:xfrm>
            <a:off x="5771220" y="1258404"/>
            <a:ext cx="3337718" cy="274832"/>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7" name="Rectángulo redondeado 15">
            <a:extLst>
              <a:ext uri="{FF2B5EF4-FFF2-40B4-BE49-F238E27FC236}">
                <a16:creationId xmlns:a16="http://schemas.microsoft.com/office/drawing/2014/main" id="{D750BA59-44E2-4D2C-C4C0-E8FA2E951968}"/>
              </a:ext>
            </a:extLst>
          </p:cNvPr>
          <p:cNvSpPr/>
          <p:nvPr/>
        </p:nvSpPr>
        <p:spPr>
          <a:xfrm>
            <a:off x="10557271" y="1272802"/>
            <a:ext cx="248779" cy="159220"/>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4</a:t>
            </a:r>
          </a:p>
        </p:txBody>
      </p:sp>
      <p:sp>
        <p:nvSpPr>
          <p:cNvPr id="18" name="Rectángulo 17">
            <a:extLst>
              <a:ext uri="{FF2B5EF4-FFF2-40B4-BE49-F238E27FC236}">
                <a16:creationId xmlns:a16="http://schemas.microsoft.com/office/drawing/2014/main" id="{1EAE58D9-2D84-83BF-6414-6E85CD0808ED}"/>
              </a:ext>
            </a:extLst>
          </p:cNvPr>
          <p:cNvSpPr/>
          <p:nvPr/>
        </p:nvSpPr>
        <p:spPr>
          <a:xfrm>
            <a:off x="10865447" y="1282038"/>
            <a:ext cx="399947" cy="182854"/>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91413166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C6E3E3-AB68-4EBA-858E-1B37D19B4FD9}"/>
            </a:ext>
          </a:extLst>
        </p:cNvPr>
        <p:cNvGrpSpPr/>
        <p:nvPr/>
      </p:nvGrpSpPr>
      <p:grpSpPr>
        <a:xfrm>
          <a:off x="0" y="0"/>
          <a:ext cx="0" cy="0"/>
          <a:chOff x="0" y="0"/>
          <a:chExt cx="0" cy="0"/>
        </a:xfrm>
      </p:grpSpPr>
      <p:pic>
        <p:nvPicPr>
          <p:cNvPr id="6" name="Imagen 5">
            <a:extLst>
              <a:ext uri="{FF2B5EF4-FFF2-40B4-BE49-F238E27FC236}">
                <a16:creationId xmlns:a16="http://schemas.microsoft.com/office/drawing/2014/main" id="{3FA59FE7-F776-7051-3A07-84035B09C3BE}"/>
              </a:ext>
            </a:extLst>
          </p:cNvPr>
          <p:cNvPicPr>
            <a:picLocks noChangeAspect="1"/>
          </p:cNvPicPr>
          <p:nvPr/>
        </p:nvPicPr>
        <p:blipFill>
          <a:blip r:embed="rId2"/>
          <a:stretch>
            <a:fillRect/>
          </a:stretch>
        </p:blipFill>
        <p:spPr>
          <a:xfrm>
            <a:off x="935008" y="894494"/>
            <a:ext cx="10469443" cy="4939961"/>
          </a:xfrm>
          <a:prstGeom prst="rect">
            <a:avLst/>
          </a:prstGeom>
        </p:spPr>
      </p:pic>
      <p:sp>
        <p:nvSpPr>
          <p:cNvPr id="3" name="Marcador de texto vertical 2">
            <a:extLst>
              <a:ext uri="{FF2B5EF4-FFF2-40B4-BE49-F238E27FC236}">
                <a16:creationId xmlns:a16="http://schemas.microsoft.com/office/drawing/2014/main" id="{DE7FC203-02A1-2616-F512-4AC7F6D11CB3}"/>
              </a:ext>
            </a:extLst>
          </p:cNvPr>
          <p:cNvSpPr>
            <a:spLocks noGrp="1"/>
          </p:cNvSpPr>
          <p:nvPr>
            <p:ph type="body" orient="vert" sz="quarter" idx="17"/>
          </p:nvPr>
        </p:nvSpPr>
        <p:spPr/>
        <p:txBody>
          <a:bodyPr/>
          <a:lstStyle/>
          <a:p>
            <a:r>
              <a:rPr lang="es-419" sz="1200" dirty="0"/>
              <a:t>Gestionar persona natural</a:t>
            </a:r>
          </a:p>
        </p:txBody>
      </p:sp>
      <p:sp>
        <p:nvSpPr>
          <p:cNvPr id="4" name="Título 3">
            <a:extLst>
              <a:ext uri="{FF2B5EF4-FFF2-40B4-BE49-F238E27FC236}">
                <a16:creationId xmlns:a16="http://schemas.microsoft.com/office/drawing/2014/main" id="{8223805E-85B1-5FC8-321E-07974FEC4249}"/>
              </a:ext>
            </a:extLst>
          </p:cNvPr>
          <p:cNvSpPr>
            <a:spLocks noGrp="1"/>
          </p:cNvSpPr>
          <p:nvPr>
            <p:ph type="title"/>
          </p:nvPr>
        </p:nvSpPr>
        <p:spPr>
          <a:xfrm>
            <a:off x="810246" y="372717"/>
            <a:ext cx="10271883" cy="626165"/>
          </a:xfrm>
        </p:spPr>
        <p:txBody>
          <a:bodyPr/>
          <a:lstStyle/>
          <a:p>
            <a:r>
              <a:rPr lang="es-419" sz="3000" b="1" dirty="0"/>
              <a:t>GOAMTCH </a:t>
            </a:r>
            <a:r>
              <a:rPr lang="es-419" sz="3000" dirty="0"/>
              <a:t>Captura de coincidencia común</a:t>
            </a:r>
            <a:endParaRPr lang="es-CL" dirty="0"/>
          </a:p>
        </p:txBody>
      </p:sp>
      <p:sp>
        <p:nvSpPr>
          <p:cNvPr id="10" name="Rectángulo redondeado 5">
            <a:extLst>
              <a:ext uri="{FF2B5EF4-FFF2-40B4-BE49-F238E27FC236}">
                <a16:creationId xmlns:a16="http://schemas.microsoft.com/office/drawing/2014/main" id="{E7F1EA44-0885-D2E2-CB40-601C22C7E37A}"/>
              </a:ext>
            </a:extLst>
          </p:cNvPr>
          <p:cNvSpPr/>
          <p:nvPr/>
        </p:nvSpPr>
        <p:spPr>
          <a:xfrm>
            <a:off x="935008" y="3713019"/>
            <a:ext cx="10173271" cy="2121436"/>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342900" indent="-342900">
              <a:buFont typeface="+mj-lt"/>
              <a:buAutoNum type="arabicPeriod" startAt="5"/>
            </a:pPr>
            <a:r>
              <a:rPr lang="es-ES_tradnl" sz="1400" dirty="0"/>
              <a:t>Ingrese los siguientes datos como criterios de búsqueda para coincidencia:</a:t>
            </a:r>
          </a:p>
          <a:p>
            <a:pPr marL="342900" indent="-342900">
              <a:buFont typeface="Arial" panose="020B0604020202020204" pitchFamily="34" charset="0"/>
              <a:buChar char="•"/>
            </a:pPr>
            <a:r>
              <a:rPr lang="es-ES_tradnl" sz="1400" dirty="0"/>
              <a:t>Apellidos (Separados por ‘/’) y nombre (obligatorio)</a:t>
            </a:r>
          </a:p>
          <a:p>
            <a:pPr marL="342900" indent="-342900">
              <a:buFont typeface="Arial" panose="020B0604020202020204" pitchFamily="34" charset="0"/>
              <a:buChar char="•"/>
            </a:pPr>
            <a:r>
              <a:rPr lang="es-ES_tradnl" sz="1400" dirty="0"/>
              <a:t>Segundo nombre (opcional) </a:t>
            </a:r>
          </a:p>
          <a:p>
            <a:pPr marL="342900" indent="-342900">
              <a:buFont typeface="Arial" panose="020B0604020202020204" pitchFamily="34" charset="0"/>
              <a:buChar char="•"/>
            </a:pPr>
            <a:r>
              <a:rPr lang="es-ES_tradnl" sz="1400" dirty="0"/>
              <a:t>Ingrese el número de documento de identidad en el campo SNN/NIT* (requerido si no se ingresa ID adicional)</a:t>
            </a:r>
          </a:p>
          <a:p>
            <a:pPr marL="342900" indent="-342900">
              <a:buFont typeface="Arial" panose="020B0604020202020204" pitchFamily="34" charset="0"/>
              <a:buChar char="•"/>
            </a:pPr>
            <a:r>
              <a:rPr lang="es-ES_tradnl" sz="1400" dirty="0"/>
              <a:t>Los campos fecha de nacimiento, género (sexo legal), número de teléfono y correo electrónico son opcionales.</a:t>
            </a:r>
          </a:p>
          <a:p>
            <a:pPr marL="342900" indent="-342900">
              <a:buFont typeface="Arial" panose="020B0604020202020204" pitchFamily="34" charset="0"/>
              <a:buChar char="•"/>
            </a:pPr>
            <a:r>
              <a:rPr lang="es-ES_tradnl" sz="1400" dirty="0"/>
              <a:t>Ingrese el número de documento de identidad o el número de pasaporte en el campo ID adicional (requerido si no se ingresa SSN)</a:t>
            </a:r>
          </a:p>
          <a:p>
            <a:pPr marL="342900" indent="-342900">
              <a:buFont typeface="+mj-lt"/>
              <a:buAutoNum type="arabicPeriod" startAt="6"/>
            </a:pPr>
            <a:r>
              <a:rPr lang="es-ES_tradnl" sz="1400" dirty="0"/>
              <a:t>Presionar el botón “Marcar-Duplicar” para que el sistema valide si existe al menos una persona con los datos ingresados.</a:t>
            </a:r>
          </a:p>
          <a:p>
            <a:r>
              <a:rPr lang="es-ES_tradnl" sz="1100" b="1" dirty="0"/>
              <a:t>* Si el número de documento de identificación que se ingrese en el SSN ya está asociado a otra persona, el sistema va a mostrar un mensaje indicando: “*ALERTA* SNN/NIT asignado a otro registro”.</a:t>
            </a:r>
            <a:endParaRPr lang="es-ES_tradnl" sz="1400" b="1" dirty="0"/>
          </a:p>
        </p:txBody>
      </p:sp>
      <p:sp>
        <p:nvSpPr>
          <p:cNvPr id="11" name="Rectángulo redondeado 15">
            <a:extLst>
              <a:ext uri="{FF2B5EF4-FFF2-40B4-BE49-F238E27FC236}">
                <a16:creationId xmlns:a16="http://schemas.microsoft.com/office/drawing/2014/main" id="{C210DF64-C8B5-3548-F35B-A27A8CD6683C}"/>
              </a:ext>
            </a:extLst>
          </p:cNvPr>
          <p:cNvSpPr/>
          <p:nvPr/>
        </p:nvSpPr>
        <p:spPr>
          <a:xfrm>
            <a:off x="686229" y="1635582"/>
            <a:ext cx="248779" cy="159220"/>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5</a:t>
            </a:r>
          </a:p>
        </p:txBody>
      </p:sp>
      <p:sp>
        <p:nvSpPr>
          <p:cNvPr id="14" name="Rectángulo redondeado 15">
            <a:extLst>
              <a:ext uri="{FF2B5EF4-FFF2-40B4-BE49-F238E27FC236}">
                <a16:creationId xmlns:a16="http://schemas.microsoft.com/office/drawing/2014/main" id="{F41CCB32-2027-0E53-1AB9-E5D70AD1BBE3}"/>
              </a:ext>
            </a:extLst>
          </p:cNvPr>
          <p:cNvSpPr/>
          <p:nvPr/>
        </p:nvSpPr>
        <p:spPr>
          <a:xfrm>
            <a:off x="1229039" y="3173976"/>
            <a:ext cx="248779" cy="159220"/>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6</a:t>
            </a:r>
          </a:p>
        </p:txBody>
      </p:sp>
      <p:sp>
        <p:nvSpPr>
          <p:cNvPr id="15" name="Rectángulo 14">
            <a:extLst>
              <a:ext uri="{FF2B5EF4-FFF2-40B4-BE49-F238E27FC236}">
                <a16:creationId xmlns:a16="http://schemas.microsoft.com/office/drawing/2014/main" id="{7A485D23-CC5B-23A3-9F77-57A770DF1033}"/>
              </a:ext>
            </a:extLst>
          </p:cNvPr>
          <p:cNvSpPr/>
          <p:nvPr/>
        </p:nvSpPr>
        <p:spPr>
          <a:xfrm>
            <a:off x="935008" y="1397178"/>
            <a:ext cx="10407613" cy="1775510"/>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6" name="Rectángulo 15">
            <a:extLst>
              <a:ext uri="{FF2B5EF4-FFF2-40B4-BE49-F238E27FC236}">
                <a16:creationId xmlns:a16="http://schemas.microsoft.com/office/drawing/2014/main" id="{B9516A28-D78D-3FBB-C276-CBC5DCC5B0E7}"/>
              </a:ext>
            </a:extLst>
          </p:cNvPr>
          <p:cNvSpPr/>
          <p:nvPr/>
        </p:nvSpPr>
        <p:spPr>
          <a:xfrm>
            <a:off x="1625597" y="3175488"/>
            <a:ext cx="1265385" cy="166944"/>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236958038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Imagen 10">
            <a:extLst>
              <a:ext uri="{FF2B5EF4-FFF2-40B4-BE49-F238E27FC236}">
                <a16:creationId xmlns:a16="http://schemas.microsoft.com/office/drawing/2014/main" id="{D0C5A30D-9D73-59F0-5244-C91454D95274}"/>
              </a:ext>
            </a:extLst>
          </p:cNvPr>
          <p:cNvPicPr>
            <a:picLocks noChangeAspect="1"/>
          </p:cNvPicPr>
          <p:nvPr/>
        </p:nvPicPr>
        <p:blipFill>
          <a:blip r:embed="rId2"/>
          <a:stretch>
            <a:fillRect/>
          </a:stretch>
        </p:blipFill>
        <p:spPr>
          <a:xfrm>
            <a:off x="810246" y="1073274"/>
            <a:ext cx="10725972" cy="5033042"/>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Gestionar persona natural</a:t>
            </a:r>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6" y="372717"/>
            <a:ext cx="10271883" cy="626165"/>
          </a:xfrm>
        </p:spPr>
        <p:txBody>
          <a:bodyPr/>
          <a:lstStyle/>
          <a:p>
            <a:r>
              <a:rPr lang="es-419" sz="3000" b="1" dirty="0"/>
              <a:t>GOAMTCH </a:t>
            </a:r>
            <a:r>
              <a:rPr lang="es-419" sz="3000" dirty="0"/>
              <a:t>Captura de coincidencia común</a:t>
            </a:r>
            <a:endParaRPr lang="es-CL" dirty="0"/>
          </a:p>
        </p:txBody>
      </p:sp>
      <p:sp>
        <p:nvSpPr>
          <p:cNvPr id="10" name="Rectángulo redondeado 5">
            <a:extLst>
              <a:ext uri="{FF2B5EF4-FFF2-40B4-BE49-F238E27FC236}">
                <a16:creationId xmlns:a16="http://schemas.microsoft.com/office/drawing/2014/main" id="{889A898B-658F-3387-FF63-385F666BA9C4}"/>
              </a:ext>
            </a:extLst>
          </p:cNvPr>
          <p:cNvSpPr/>
          <p:nvPr/>
        </p:nvSpPr>
        <p:spPr>
          <a:xfrm>
            <a:off x="980817" y="1487471"/>
            <a:ext cx="9457765" cy="1648106"/>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s-ES_tradnl" sz="1200" dirty="0"/>
          </a:p>
          <a:p>
            <a:endParaRPr lang="es-ES_tradnl" sz="1200" dirty="0"/>
          </a:p>
          <a:p>
            <a:pPr marL="228600" indent="-228600">
              <a:buFont typeface="+mj-lt"/>
              <a:buAutoNum type="arabicPeriod" startAt="7"/>
            </a:pPr>
            <a:r>
              <a:rPr lang="es-ES_tradnl" sz="1200" dirty="0"/>
              <a:t>Se muestra en el bloque Coincidencia, el o los estudiantes que coinciden con los valores ingresados. </a:t>
            </a:r>
          </a:p>
          <a:p>
            <a:pPr marL="228600" indent="-228600">
              <a:buFont typeface="+mj-lt"/>
              <a:buAutoNum type="arabicPeriod" startAt="7"/>
            </a:pPr>
            <a:r>
              <a:rPr lang="es-ES_tradnl" sz="1200" dirty="0"/>
              <a:t>Con los resultados de la validación, se podrán realizar tres acciones:</a:t>
            </a:r>
          </a:p>
          <a:p>
            <a:pPr marL="171450" indent="-171450">
              <a:buFont typeface="Arial" panose="020B0604020202020204" pitchFamily="34" charset="0"/>
              <a:buChar char="•"/>
            </a:pPr>
            <a:r>
              <a:rPr lang="es-ES_tradnl" sz="1200" b="1" dirty="0"/>
              <a:t>Seleccionar ID</a:t>
            </a:r>
            <a:r>
              <a:rPr lang="es-ES_tradnl" sz="1200" dirty="0"/>
              <a:t>: Lo utilizamos cuando existe coincidencia de más de un registro y vamos a seleccionar un ID para actualizar los datos.</a:t>
            </a:r>
          </a:p>
          <a:p>
            <a:pPr marL="171450" indent="-171450">
              <a:buFont typeface="Arial" panose="020B0604020202020204" pitchFamily="34" charset="0"/>
              <a:buChar char="•"/>
            </a:pPr>
            <a:r>
              <a:rPr lang="es-ES_tradnl" sz="1200" b="1" dirty="0">
                <a:effectLst>
                  <a:outerShdw blurRad="38100" dist="38100" dir="2700000" algn="tl">
                    <a:srgbClr val="000000">
                      <a:alpha val="43137"/>
                    </a:srgbClr>
                  </a:outerShdw>
                </a:effectLst>
              </a:rPr>
              <a:t>Actualizar ID:</a:t>
            </a:r>
            <a:r>
              <a:rPr lang="es-ES_tradnl" sz="1200" b="1" dirty="0"/>
              <a:t> </a:t>
            </a:r>
            <a:r>
              <a:rPr lang="es-ES_tradnl" sz="1200" dirty="0"/>
              <a:t>utiliza el ID que ya está creado y automáticamente actualiza los datos que se ingresaron cuando se creó el ID.</a:t>
            </a:r>
          </a:p>
          <a:p>
            <a:pPr marL="171450" indent="-171450">
              <a:buFont typeface="Arial" panose="020B0604020202020204" pitchFamily="34" charset="0"/>
              <a:buChar char="•"/>
            </a:pPr>
            <a:r>
              <a:rPr lang="es-ES_tradnl" sz="1200" b="1" dirty="0">
                <a:effectLst>
                  <a:outerShdw blurRad="38100" dist="38100" dir="2700000" algn="tl">
                    <a:srgbClr val="000000">
                      <a:alpha val="43137"/>
                    </a:srgbClr>
                  </a:outerShdw>
                </a:effectLst>
              </a:rPr>
              <a:t>Crear nuevo:</a:t>
            </a:r>
            <a:r>
              <a:rPr lang="es-ES_tradnl" sz="1200" b="1" dirty="0"/>
              <a:t> </a:t>
            </a:r>
            <a:r>
              <a:rPr lang="es-ES_tradnl" sz="1200" dirty="0"/>
              <a:t>crea un nuevo consecutivo de Id (este se utiliza cuando se confirma que no es la misma persona y se debe generar un nuevo registro que se muestra de inmediato en la página SPAIDEN).</a:t>
            </a:r>
            <a:br>
              <a:rPr lang="es-ES_tradnl" sz="1400" dirty="0"/>
            </a:br>
            <a:endParaRPr lang="es-ES_tradnl" sz="1400" dirty="0"/>
          </a:p>
        </p:txBody>
      </p:sp>
      <p:sp>
        <p:nvSpPr>
          <p:cNvPr id="12" name="Rectángulo redondeado 15">
            <a:extLst>
              <a:ext uri="{FF2B5EF4-FFF2-40B4-BE49-F238E27FC236}">
                <a16:creationId xmlns:a16="http://schemas.microsoft.com/office/drawing/2014/main" id="{D4A364A2-A704-EDEE-24E1-EBC61A554B20}"/>
              </a:ext>
            </a:extLst>
          </p:cNvPr>
          <p:cNvSpPr/>
          <p:nvPr/>
        </p:nvSpPr>
        <p:spPr>
          <a:xfrm>
            <a:off x="810246" y="3708994"/>
            <a:ext cx="248779" cy="159220"/>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7</a:t>
            </a:r>
          </a:p>
        </p:txBody>
      </p:sp>
      <p:sp>
        <p:nvSpPr>
          <p:cNvPr id="13" name="Rectángulo 12">
            <a:extLst>
              <a:ext uri="{FF2B5EF4-FFF2-40B4-BE49-F238E27FC236}">
                <a16:creationId xmlns:a16="http://schemas.microsoft.com/office/drawing/2014/main" id="{74F92A91-69BD-D01F-71C7-16D8936F3B81}"/>
              </a:ext>
            </a:extLst>
          </p:cNvPr>
          <p:cNvSpPr/>
          <p:nvPr/>
        </p:nvSpPr>
        <p:spPr>
          <a:xfrm>
            <a:off x="810246" y="3868214"/>
            <a:ext cx="10790627" cy="1916511"/>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4" name="Rectángulo redondeado 15">
            <a:extLst>
              <a:ext uri="{FF2B5EF4-FFF2-40B4-BE49-F238E27FC236}">
                <a16:creationId xmlns:a16="http://schemas.microsoft.com/office/drawing/2014/main" id="{84050A0D-26E9-407F-AF8D-F6D201DD0B17}"/>
              </a:ext>
            </a:extLst>
          </p:cNvPr>
          <p:cNvSpPr/>
          <p:nvPr/>
        </p:nvSpPr>
        <p:spPr>
          <a:xfrm>
            <a:off x="8128000" y="3400039"/>
            <a:ext cx="248779" cy="159220"/>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8</a:t>
            </a:r>
          </a:p>
        </p:txBody>
      </p:sp>
      <p:sp>
        <p:nvSpPr>
          <p:cNvPr id="15" name="Rectángulo 14">
            <a:extLst>
              <a:ext uri="{FF2B5EF4-FFF2-40B4-BE49-F238E27FC236}">
                <a16:creationId xmlns:a16="http://schemas.microsoft.com/office/drawing/2014/main" id="{9E026F11-63A2-6093-83A0-E10D73464CA5}"/>
              </a:ext>
            </a:extLst>
          </p:cNvPr>
          <p:cNvSpPr/>
          <p:nvPr/>
        </p:nvSpPr>
        <p:spPr>
          <a:xfrm>
            <a:off x="1533235" y="3369189"/>
            <a:ext cx="6594765" cy="499025"/>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401146480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73672E-34A4-0DC5-E85E-9DC6F8EFBEC6}"/>
            </a:ext>
          </a:extLst>
        </p:cNvPr>
        <p:cNvGrpSpPr/>
        <p:nvPr/>
      </p:nvGrpSpPr>
      <p:grpSpPr>
        <a:xfrm>
          <a:off x="0" y="0"/>
          <a:ext cx="0" cy="0"/>
          <a:chOff x="0" y="0"/>
          <a:chExt cx="0" cy="0"/>
        </a:xfrm>
      </p:grpSpPr>
      <p:pic>
        <p:nvPicPr>
          <p:cNvPr id="11" name="Imagen 10">
            <a:extLst>
              <a:ext uri="{FF2B5EF4-FFF2-40B4-BE49-F238E27FC236}">
                <a16:creationId xmlns:a16="http://schemas.microsoft.com/office/drawing/2014/main" id="{DBBF4364-C88E-6A2A-D0D8-610E5D209239}"/>
              </a:ext>
            </a:extLst>
          </p:cNvPr>
          <p:cNvPicPr>
            <a:picLocks noChangeAspect="1"/>
          </p:cNvPicPr>
          <p:nvPr/>
        </p:nvPicPr>
        <p:blipFill>
          <a:blip r:embed="rId2"/>
          <a:stretch>
            <a:fillRect/>
          </a:stretch>
        </p:blipFill>
        <p:spPr>
          <a:xfrm>
            <a:off x="810246" y="1073274"/>
            <a:ext cx="10725972" cy="5033042"/>
          </a:xfrm>
          <a:prstGeom prst="rect">
            <a:avLst/>
          </a:prstGeom>
        </p:spPr>
      </p:pic>
      <p:sp>
        <p:nvSpPr>
          <p:cNvPr id="3" name="Marcador de texto vertical 2">
            <a:extLst>
              <a:ext uri="{FF2B5EF4-FFF2-40B4-BE49-F238E27FC236}">
                <a16:creationId xmlns:a16="http://schemas.microsoft.com/office/drawing/2014/main" id="{78B27B07-C1FF-C4DD-4928-F35B33EFFFD1}"/>
              </a:ext>
            </a:extLst>
          </p:cNvPr>
          <p:cNvSpPr>
            <a:spLocks noGrp="1"/>
          </p:cNvSpPr>
          <p:nvPr>
            <p:ph type="body" orient="vert" sz="quarter" idx="17"/>
          </p:nvPr>
        </p:nvSpPr>
        <p:spPr/>
        <p:txBody>
          <a:bodyPr/>
          <a:lstStyle/>
          <a:p>
            <a:r>
              <a:rPr lang="es-419" sz="1200" dirty="0"/>
              <a:t>Gestionar persona natural</a:t>
            </a:r>
          </a:p>
        </p:txBody>
      </p:sp>
      <p:sp>
        <p:nvSpPr>
          <p:cNvPr id="4" name="Título 3">
            <a:extLst>
              <a:ext uri="{FF2B5EF4-FFF2-40B4-BE49-F238E27FC236}">
                <a16:creationId xmlns:a16="http://schemas.microsoft.com/office/drawing/2014/main" id="{28F021F9-BF93-83B3-F347-793A3CB8547E}"/>
              </a:ext>
            </a:extLst>
          </p:cNvPr>
          <p:cNvSpPr>
            <a:spLocks noGrp="1"/>
          </p:cNvSpPr>
          <p:nvPr>
            <p:ph type="title"/>
          </p:nvPr>
        </p:nvSpPr>
        <p:spPr>
          <a:xfrm>
            <a:off x="810246" y="372717"/>
            <a:ext cx="10271883" cy="626165"/>
          </a:xfrm>
        </p:spPr>
        <p:txBody>
          <a:bodyPr/>
          <a:lstStyle/>
          <a:p>
            <a:r>
              <a:rPr lang="es-419" sz="3000" b="1" dirty="0"/>
              <a:t>GOAMTCH </a:t>
            </a:r>
            <a:r>
              <a:rPr lang="es-419" sz="3000" dirty="0"/>
              <a:t>Captura de coincidencia común</a:t>
            </a:r>
            <a:endParaRPr lang="es-CL" dirty="0"/>
          </a:p>
        </p:txBody>
      </p:sp>
      <p:sp>
        <p:nvSpPr>
          <p:cNvPr id="10" name="Rectángulo redondeado 5">
            <a:extLst>
              <a:ext uri="{FF2B5EF4-FFF2-40B4-BE49-F238E27FC236}">
                <a16:creationId xmlns:a16="http://schemas.microsoft.com/office/drawing/2014/main" id="{87E062F8-0381-F1D6-4E2F-48B8547B6273}"/>
              </a:ext>
            </a:extLst>
          </p:cNvPr>
          <p:cNvSpPr/>
          <p:nvPr/>
        </p:nvSpPr>
        <p:spPr>
          <a:xfrm>
            <a:off x="980817" y="1487471"/>
            <a:ext cx="9457765" cy="1648106"/>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s-ES_tradnl" sz="1200" dirty="0"/>
          </a:p>
          <a:p>
            <a:endParaRPr lang="es-ES_tradnl" sz="1200" dirty="0"/>
          </a:p>
          <a:p>
            <a:pPr marL="228600" indent="-228600">
              <a:buFont typeface="+mj-lt"/>
              <a:buAutoNum type="arabicPeriod" startAt="7"/>
            </a:pPr>
            <a:r>
              <a:rPr lang="es-ES_tradnl" sz="1200" dirty="0"/>
              <a:t>Se muestra en el bloque Coincidencia, el o los estudiantes que coinciden con los valores ingresados. </a:t>
            </a:r>
          </a:p>
          <a:p>
            <a:pPr marL="228600" indent="-228600">
              <a:buFont typeface="+mj-lt"/>
              <a:buAutoNum type="arabicPeriod" startAt="7"/>
            </a:pPr>
            <a:r>
              <a:rPr lang="es-ES_tradnl" sz="1200" dirty="0"/>
              <a:t>Con los resultados de la validación, se podrán realizar tres acciones:</a:t>
            </a:r>
          </a:p>
          <a:p>
            <a:pPr marL="171450" indent="-171450">
              <a:buFont typeface="Arial" panose="020B0604020202020204" pitchFamily="34" charset="0"/>
              <a:buChar char="•"/>
            </a:pPr>
            <a:r>
              <a:rPr lang="es-ES_tradnl" sz="1200" b="1" dirty="0"/>
              <a:t>Seleccionar ID</a:t>
            </a:r>
            <a:r>
              <a:rPr lang="es-ES_tradnl" sz="1200" dirty="0"/>
              <a:t>: Lo utilizamos cuando existe coincidencia de más de un registro y vamos a seleccionar un ID para actualizar los datos.</a:t>
            </a:r>
          </a:p>
          <a:p>
            <a:pPr marL="171450" indent="-171450">
              <a:buFont typeface="Arial" panose="020B0604020202020204" pitchFamily="34" charset="0"/>
              <a:buChar char="•"/>
            </a:pPr>
            <a:r>
              <a:rPr lang="es-ES_tradnl" sz="1200" b="1" dirty="0">
                <a:effectLst>
                  <a:outerShdw blurRad="38100" dist="38100" dir="2700000" algn="tl">
                    <a:srgbClr val="000000">
                      <a:alpha val="43137"/>
                    </a:srgbClr>
                  </a:outerShdw>
                </a:effectLst>
              </a:rPr>
              <a:t>Actualizar ID:</a:t>
            </a:r>
            <a:r>
              <a:rPr lang="es-ES_tradnl" sz="1200" b="1" dirty="0"/>
              <a:t> </a:t>
            </a:r>
            <a:r>
              <a:rPr lang="es-ES_tradnl" sz="1200" dirty="0"/>
              <a:t>utiliza el ID que ya está creado y automáticamente actualiza los datos que se ingresaron cuando se creó el ID.</a:t>
            </a:r>
          </a:p>
          <a:p>
            <a:pPr marL="171450" indent="-171450">
              <a:buFont typeface="Arial" panose="020B0604020202020204" pitchFamily="34" charset="0"/>
              <a:buChar char="•"/>
            </a:pPr>
            <a:r>
              <a:rPr lang="es-ES_tradnl" sz="1200" b="1" dirty="0">
                <a:effectLst>
                  <a:outerShdw blurRad="38100" dist="38100" dir="2700000" algn="tl">
                    <a:srgbClr val="000000">
                      <a:alpha val="43137"/>
                    </a:srgbClr>
                  </a:outerShdw>
                </a:effectLst>
              </a:rPr>
              <a:t>Crear nuevo:</a:t>
            </a:r>
            <a:r>
              <a:rPr lang="es-ES_tradnl" sz="1200" b="1" dirty="0"/>
              <a:t> </a:t>
            </a:r>
            <a:r>
              <a:rPr lang="es-ES_tradnl" sz="1200" dirty="0"/>
              <a:t>crea un nuevo consecutivo de Id (este se utiliza cuando se confirma que no es la misma persona y se debe generar un nuevo registro que se muestra de inmediato en la página SPAIDEN).</a:t>
            </a:r>
            <a:br>
              <a:rPr lang="es-ES_tradnl" sz="1400" dirty="0"/>
            </a:br>
            <a:endParaRPr lang="es-ES_tradnl" sz="1400" dirty="0"/>
          </a:p>
        </p:txBody>
      </p:sp>
      <p:sp>
        <p:nvSpPr>
          <p:cNvPr id="12" name="Rectángulo redondeado 15">
            <a:extLst>
              <a:ext uri="{FF2B5EF4-FFF2-40B4-BE49-F238E27FC236}">
                <a16:creationId xmlns:a16="http://schemas.microsoft.com/office/drawing/2014/main" id="{EBFE0B1C-AF73-DB29-C00B-1B48990CEDC8}"/>
              </a:ext>
            </a:extLst>
          </p:cNvPr>
          <p:cNvSpPr/>
          <p:nvPr/>
        </p:nvSpPr>
        <p:spPr>
          <a:xfrm>
            <a:off x="810246" y="3708994"/>
            <a:ext cx="248779" cy="159220"/>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7</a:t>
            </a:r>
          </a:p>
        </p:txBody>
      </p:sp>
      <p:sp>
        <p:nvSpPr>
          <p:cNvPr id="13" name="Rectángulo 12">
            <a:extLst>
              <a:ext uri="{FF2B5EF4-FFF2-40B4-BE49-F238E27FC236}">
                <a16:creationId xmlns:a16="http://schemas.microsoft.com/office/drawing/2014/main" id="{C3D846B0-05BE-80BE-423D-7461186705B7}"/>
              </a:ext>
            </a:extLst>
          </p:cNvPr>
          <p:cNvSpPr/>
          <p:nvPr/>
        </p:nvSpPr>
        <p:spPr>
          <a:xfrm>
            <a:off x="810246" y="3868214"/>
            <a:ext cx="10790627" cy="1916511"/>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4" name="Rectángulo redondeado 15">
            <a:extLst>
              <a:ext uri="{FF2B5EF4-FFF2-40B4-BE49-F238E27FC236}">
                <a16:creationId xmlns:a16="http://schemas.microsoft.com/office/drawing/2014/main" id="{3F430224-D428-6309-4D97-42A011A320E1}"/>
              </a:ext>
            </a:extLst>
          </p:cNvPr>
          <p:cNvSpPr/>
          <p:nvPr/>
        </p:nvSpPr>
        <p:spPr>
          <a:xfrm>
            <a:off x="8128000" y="3400039"/>
            <a:ext cx="248779" cy="159220"/>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8</a:t>
            </a:r>
          </a:p>
        </p:txBody>
      </p:sp>
      <p:sp>
        <p:nvSpPr>
          <p:cNvPr id="15" name="Rectángulo 14">
            <a:extLst>
              <a:ext uri="{FF2B5EF4-FFF2-40B4-BE49-F238E27FC236}">
                <a16:creationId xmlns:a16="http://schemas.microsoft.com/office/drawing/2014/main" id="{B73B8271-0E79-7970-D6C2-416A281EE310}"/>
              </a:ext>
            </a:extLst>
          </p:cNvPr>
          <p:cNvSpPr/>
          <p:nvPr/>
        </p:nvSpPr>
        <p:spPr>
          <a:xfrm>
            <a:off x="1533235" y="3369189"/>
            <a:ext cx="6594765" cy="499025"/>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335710262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61C17162-17F1-530F-F6BC-4203C78DA55D}"/>
              </a:ext>
            </a:extLst>
          </p:cNvPr>
          <p:cNvSpPr>
            <a:spLocks noGrp="1"/>
          </p:cNvSpPr>
          <p:nvPr>
            <p:ph type="body" orient="vert" sz="quarter" idx="10"/>
          </p:nvPr>
        </p:nvSpPr>
        <p:spPr/>
        <p:txBody>
          <a:bodyPr/>
          <a:lstStyle/>
          <a:p>
            <a:r>
              <a:rPr lang="es-419" dirty="0"/>
              <a:t>Gestionar persona natural</a:t>
            </a:r>
            <a:endParaRPr lang="es-419" sz="1200" dirty="0"/>
          </a:p>
        </p:txBody>
      </p:sp>
      <p:sp>
        <p:nvSpPr>
          <p:cNvPr id="16" name="Title 15">
            <a:extLst>
              <a:ext uri="{FF2B5EF4-FFF2-40B4-BE49-F238E27FC236}">
                <a16:creationId xmlns:a16="http://schemas.microsoft.com/office/drawing/2014/main" id="{E36F486A-1A18-4A72-1755-E54B412B189B}"/>
              </a:ext>
            </a:extLst>
          </p:cNvPr>
          <p:cNvSpPr>
            <a:spLocks noGrp="1"/>
          </p:cNvSpPr>
          <p:nvPr>
            <p:ph type="title"/>
          </p:nvPr>
        </p:nvSpPr>
        <p:spPr/>
        <p:txBody>
          <a:bodyPr/>
          <a:lstStyle/>
          <a:p>
            <a:r>
              <a:rPr lang="es-419" sz="3200" b="1" dirty="0">
                <a:solidFill>
                  <a:schemeClr val="bg1"/>
                </a:solidFill>
              </a:rPr>
              <a:t>INFORMACIÓN DE PERSON</a:t>
            </a:r>
            <a:r>
              <a:rPr lang="es-419" dirty="0"/>
              <a:t>A</a:t>
            </a:r>
            <a:endParaRPr lang="en-US" sz="3200" b="1" dirty="0">
              <a:solidFill>
                <a:schemeClr val="bg1"/>
              </a:solidFill>
            </a:endParaRPr>
          </a:p>
        </p:txBody>
      </p:sp>
    </p:spTree>
    <p:extLst>
      <p:ext uri="{BB962C8B-B14F-4D97-AF65-F5344CB8AC3E}">
        <p14:creationId xmlns:p14="http://schemas.microsoft.com/office/powerpoint/2010/main" val="301892157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vertical 1">
            <a:extLst>
              <a:ext uri="{FF2B5EF4-FFF2-40B4-BE49-F238E27FC236}">
                <a16:creationId xmlns:a16="http://schemas.microsoft.com/office/drawing/2014/main" id="{29B5397C-3EB9-9F23-774B-45E8DCDC8B60}"/>
              </a:ext>
            </a:extLst>
          </p:cNvPr>
          <p:cNvSpPr>
            <a:spLocks noGrp="1"/>
          </p:cNvSpPr>
          <p:nvPr>
            <p:ph type="body" sz="quarter" idx="10"/>
          </p:nvPr>
        </p:nvSpPr>
        <p:spPr>
          <a:xfrm>
            <a:off x="914399" y="2238843"/>
            <a:ext cx="10363202" cy="153312"/>
          </a:xfrm>
        </p:spPr>
        <p:txBody>
          <a:bodyPr vert="horz" lIns="0" tIns="0" rIns="0" bIns="0" rtlCol="0">
            <a:spAutoFit/>
          </a:bodyPr>
          <a:lstStyle/>
          <a:p>
            <a:r>
              <a:rPr lang="es-CL" sz="3200" dirty="0">
                <a:latin typeface="+mj-lt"/>
              </a:rPr>
              <a:t>Información general de las personas naturales</a:t>
            </a:r>
            <a:endParaRPr lang="es-419" sz="3200" dirty="0">
              <a:latin typeface="+mj-lt"/>
            </a:endParaRPr>
          </a:p>
        </p:txBody>
      </p:sp>
      <p:sp>
        <p:nvSpPr>
          <p:cNvPr id="4" name="Marcador de texto 3">
            <a:extLst>
              <a:ext uri="{FF2B5EF4-FFF2-40B4-BE49-F238E27FC236}">
                <a16:creationId xmlns:a16="http://schemas.microsoft.com/office/drawing/2014/main" id="{FB88F4E5-AAD1-C637-98DC-82197560BDE5}"/>
              </a:ext>
            </a:extLst>
          </p:cNvPr>
          <p:cNvSpPr>
            <a:spLocks noGrp="1"/>
          </p:cNvSpPr>
          <p:nvPr>
            <p:ph type="body" sz="quarter" idx="11"/>
          </p:nvPr>
        </p:nvSpPr>
        <p:spPr/>
        <p:txBody>
          <a:bodyPr/>
          <a:lstStyle/>
          <a:p>
            <a:r>
              <a:rPr lang="es-419" sz="2400" dirty="0"/>
              <a:t>Gestionar persona natural</a:t>
            </a:r>
          </a:p>
        </p:txBody>
      </p:sp>
    </p:spTree>
    <p:extLst>
      <p:ext uri="{BB962C8B-B14F-4D97-AF65-F5344CB8AC3E}">
        <p14:creationId xmlns:p14="http://schemas.microsoft.com/office/powerpoint/2010/main" val="349147984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25860D-E1BB-1DCB-7C2A-88AA7F2B2127}"/>
            </a:ext>
          </a:extLst>
        </p:cNvPr>
        <p:cNvGrpSpPr/>
        <p:nvPr/>
      </p:nvGrpSpPr>
      <p:grpSpPr>
        <a:xfrm>
          <a:off x="0" y="0"/>
          <a:ext cx="0" cy="0"/>
          <a:chOff x="0" y="0"/>
          <a:chExt cx="0" cy="0"/>
        </a:xfrm>
      </p:grpSpPr>
      <p:sp>
        <p:nvSpPr>
          <p:cNvPr id="3" name="Marcador de texto vertical 2">
            <a:extLst>
              <a:ext uri="{FF2B5EF4-FFF2-40B4-BE49-F238E27FC236}">
                <a16:creationId xmlns:a16="http://schemas.microsoft.com/office/drawing/2014/main" id="{EF311183-C0D4-8703-2F70-2B27491D2C92}"/>
              </a:ext>
            </a:extLst>
          </p:cNvPr>
          <p:cNvSpPr>
            <a:spLocks noGrp="1"/>
          </p:cNvSpPr>
          <p:nvPr>
            <p:ph type="body" orient="vert" sz="quarter" idx="17"/>
          </p:nvPr>
        </p:nvSpPr>
        <p:spPr/>
        <p:txBody>
          <a:bodyPr/>
          <a:lstStyle/>
          <a:p>
            <a:r>
              <a:rPr lang="es-419" sz="1200" dirty="0"/>
              <a:t>Gestionar persona natural</a:t>
            </a:r>
          </a:p>
        </p:txBody>
      </p:sp>
      <p:sp>
        <p:nvSpPr>
          <p:cNvPr id="4" name="Título 3">
            <a:extLst>
              <a:ext uri="{FF2B5EF4-FFF2-40B4-BE49-F238E27FC236}">
                <a16:creationId xmlns:a16="http://schemas.microsoft.com/office/drawing/2014/main" id="{80B3AB08-0171-ECFF-7391-C85A6BADAC36}"/>
              </a:ext>
            </a:extLst>
          </p:cNvPr>
          <p:cNvSpPr>
            <a:spLocks noGrp="1"/>
          </p:cNvSpPr>
          <p:nvPr>
            <p:ph type="title"/>
          </p:nvPr>
        </p:nvSpPr>
        <p:spPr>
          <a:xfrm>
            <a:off x="810247" y="327992"/>
            <a:ext cx="10271883" cy="626165"/>
          </a:xfrm>
        </p:spPr>
        <p:txBody>
          <a:bodyPr/>
          <a:lstStyle/>
          <a:p>
            <a:r>
              <a:rPr lang="es-419" sz="3000" b="1" dirty="0"/>
              <a:t>Identificación de persona general: </a:t>
            </a:r>
            <a:r>
              <a:rPr lang="es-419" sz="3000" dirty="0"/>
              <a:t>Nombre preferido</a:t>
            </a:r>
            <a:endParaRPr lang="es-CL" sz="2000" dirty="0"/>
          </a:p>
        </p:txBody>
      </p:sp>
      <p:pic>
        <p:nvPicPr>
          <p:cNvPr id="7" name="Imagen 6">
            <a:extLst>
              <a:ext uri="{FF2B5EF4-FFF2-40B4-BE49-F238E27FC236}">
                <a16:creationId xmlns:a16="http://schemas.microsoft.com/office/drawing/2014/main" id="{E4C7CFD3-5F8B-0DD6-BD9C-DAC09DACBF02}"/>
              </a:ext>
            </a:extLst>
          </p:cNvPr>
          <p:cNvPicPr>
            <a:picLocks noChangeAspect="1"/>
          </p:cNvPicPr>
          <p:nvPr/>
        </p:nvPicPr>
        <p:blipFill>
          <a:blip r:embed="rId2"/>
          <a:stretch>
            <a:fillRect/>
          </a:stretch>
        </p:blipFill>
        <p:spPr>
          <a:xfrm>
            <a:off x="543937" y="1033239"/>
            <a:ext cx="11344140" cy="5323110"/>
          </a:xfrm>
          <a:prstGeom prst="rect">
            <a:avLst/>
          </a:prstGeom>
        </p:spPr>
      </p:pic>
      <p:sp>
        <p:nvSpPr>
          <p:cNvPr id="15" name="Rectángulo redondeado 5">
            <a:extLst>
              <a:ext uri="{FF2B5EF4-FFF2-40B4-BE49-F238E27FC236}">
                <a16:creationId xmlns:a16="http://schemas.microsoft.com/office/drawing/2014/main" id="{DCFEEE85-2848-9F86-2A40-27283602C1CF}"/>
              </a:ext>
            </a:extLst>
          </p:cNvPr>
          <p:cNvSpPr/>
          <p:nvPr/>
        </p:nvSpPr>
        <p:spPr>
          <a:xfrm>
            <a:off x="810247" y="4505168"/>
            <a:ext cx="10640000" cy="1059199"/>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342900" indent="-342900">
              <a:buFont typeface="+mj-lt"/>
              <a:buAutoNum type="arabicPeriod"/>
            </a:pPr>
            <a:r>
              <a:rPr lang="es-ES_tradnl" sz="1400" dirty="0"/>
              <a:t>En el campo Nombre preferido, indique el nombre social que el estudiante indique para que sea utilizado cuando se refieran a este. </a:t>
            </a:r>
          </a:p>
          <a:p>
            <a:pPr marL="342900" indent="-342900">
              <a:buFont typeface="+mj-lt"/>
              <a:buAutoNum type="arabicPeriod"/>
            </a:pPr>
            <a:r>
              <a:rPr lang="es-ES_tradnl" sz="1400" dirty="0"/>
              <a:t>Guarde la información presionando el botón correspondiente.</a:t>
            </a:r>
          </a:p>
        </p:txBody>
      </p:sp>
      <p:sp>
        <p:nvSpPr>
          <p:cNvPr id="17" name="Rectángulo redondeado 15">
            <a:extLst>
              <a:ext uri="{FF2B5EF4-FFF2-40B4-BE49-F238E27FC236}">
                <a16:creationId xmlns:a16="http://schemas.microsoft.com/office/drawing/2014/main" id="{853D6225-BA9E-22A3-2ECF-1644CA0201EF}"/>
              </a:ext>
            </a:extLst>
          </p:cNvPr>
          <p:cNvSpPr/>
          <p:nvPr/>
        </p:nvSpPr>
        <p:spPr>
          <a:xfrm>
            <a:off x="9576267" y="2313342"/>
            <a:ext cx="351561" cy="149422"/>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1</a:t>
            </a:r>
          </a:p>
        </p:txBody>
      </p:sp>
      <p:sp>
        <p:nvSpPr>
          <p:cNvPr id="20" name="Rectángulo redondeado 15">
            <a:extLst>
              <a:ext uri="{FF2B5EF4-FFF2-40B4-BE49-F238E27FC236}">
                <a16:creationId xmlns:a16="http://schemas.microsoft.com/office/drawing/2014/main" id="{C03C47C6-8EDC-E4D0-7A08-2BA44AC1F943}"/>
              </a:ext>
            </a:extLst>
          </p:cNvPr>
          <p:cNvSpPr/>
          <p:nvPr/>
        </p:nvSpPr>
        <p:spPr>
          <a:xfrm>
            <a:off x="11584154" y="5799085"/>
            <a:ext cx="351561" cy="149422"/>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2</a:t>
            </a:r>
          </a:p>
        </p:txBody>
      </p:sp>
      <p:sp>
        <p:nvSpPr>
          <p:cNvPr id="24" name="Rectángulo 23">
            <a:extLst>
              <a:ext uri="{FF2B5EF4-FFF2-40B4-BE49-F238E27FC236}">
                <a16:creationId xmlns:a16="http://schemas.microsoft.com/office/drawing/2014/main" id="{181555A2-A447-96FC-880A-FCBB1F5CEE72}"/>
              </a:ext>
            </a:extLst>
          </p:cNvPr>
          <p:cNvSpPr/>
          <p:nvPr/>
        </p:nvSpPr>
        <p:spPr>
          <a:xfrm>
            <a:off x="6281322" y="2502305"/>
            <a:ext cx="3294945" cy="230010"/>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25" name="Rectángulo 24">
            <a:extLst>
              <a:ext uri="{FF2B5EF4-FFF2-40B4-BE49-F238E27FC236}">
                <a16:creationId xmlns:a16="http://schemas.microsoft.com/office/drawing/2014/main" id="{9B7847C4-777D-567D-A515-49A96350A0D8}"/>
              </a:ext>
            </a:extLst>
          </p:cNvPr>
          <p:cNvSpPr/>
          <p:nvPr/>
        </p:nvSpPr>
        <p:spPr>
          <a:xfrm>
            <a:off x="11425381" y="6040582"/>
            <a:ext cx="462695" cy="223692"/>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296894551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70796C-5D55-4D15-10B9-BABEB77C3CA5}"/>
            </a:ext>
          </a:extLst>
        </p:cNvPr>
        <p:cNvGrpSpPr/>
        <p:nvPr/>
      </p:nvGrpSpPr>
      <p:grpSpPr>
        <a:xfrm>
          <a:off x="0" y="0"/>
          <a:ext cx="0" cy="0"/>
          <a:chOff x="0" y="0"/>
          <a:chExt cx="0" cy="0"/>
        </a:xfrm>
      </p:grpSpPr>
      <p:pic>
        <p:nvPicPr>
          <p:cNvPr id="6" name="Imagen 5">
            <a:extLst>
              <a:ext uri="{FF2B5EF4-FFF2-40B4-BE49-F238E27FC236}">
                <a16:creationId xmlns:a16="http://schemas.microsoft.com/office/drawing/2014/main" id="{C479567A-E759-A234-C37C-1807893CD95F}"/>
              </a:ext>
            </a:extLst>
          </p:cNvPr>
          <p:cNvPicPr>
            <a:picLocks noChangeAspect="1"/>
          </p:cNvPicPr>
          <p:nvPr/>
        </p:nvPicPr>
        <p:blipFill>
          <a:blip r:embed="rId2"/>
          <a:stretch>
            <a:fillRect/>
          </a:stretch>
        </p:blipFill>
        <p:spPr>
          <a:xfrm>
            <a:off x="770632" y="1093363"/>
            <a:ext cx="11019717" cy="5179669"/>
          </a:xfrm>
          <a:prstGeom prst="rect">
            <a:avLst/>
          </a:prstGeom>
        </p:spPr>
      </p:pic>
      <p:sp>
        <p:nvSpPr>
          <p:cNvPr id="3" name="Marcador de texto vertical 2">
            <a:extLst>
              <a:ext uri="{FF2B5EF4-FFF2-40B4-BE49-F238E27FC236}">
                <a16:creationId xmlns:a16="http://schemas.microsoft.com/office/drawing/2014/main" id="{9B1D104E-AE22-B173-9CBF-20A8EF23E826}"/>
              </a:ext>
            </a:extLst>
          </p:cNvPr>
          <p:cNvSpPr>
            <a:spLocks noGrp="1"/>
          </p:cNvSpPr>
          <p:nvPr>
            <p:ph type="body" orient="vert" sz="quarter" idx="17"/>
          </p:nvPr>
        </p:nvSpPr>
        <p:spPr/>
        <p:txBody>
          <a:bodyPr/>
          <a:lstStyle/>
          <a:p>
            <a:r>
              <a:rPr lang="es-419" sz="1200" dirty="0"/>
              <a:t>Gestionar persona natural</a:t>
            </a:r>
          </a:p>
        </p:txBody>
      </p:sp>
      <p:sp>
        <p:nvSpPr>
          <p:cNvPr id="4" name="Título 3">
            <a:extLst>
              <a:ext uri="{FF2B5EF4-FFF2-40B4-BE49-F238E27FC236}">
                <a16:creationId xmlns:a16="http://schemas.microsoft.com/office/drawing/2014/main" id="{75DAAFC3-53B5-40D1-2A8D-A561D50FB989}"/>
              </a:ext>
            </a:extLst>
          </p:cNvPr>
          <p:cNvSpPr>
            <a:spLocks noGrp="1"/>
          </p:cNvSpPr>
          <p:nvPr>
            <p:ph type="title"/>
          </p:nvPr>
        </p:nvSpPr>
        <p:spPr>
          <a:xfrm>
            <a:off x="810247" y="327992"/>
            <a:ext cx="10271883" cy="626165"/>
          </a:xfrm>
        </p:spPr>
        <p:txBody>
          <a:bodyPr/>
          <a:lstStyle/>
          <a:p>
            <a:r>
              <a:rPr lang="es-419" sz="3000" b="1" dirty="0"/>
              <a:t>Identificación de persona general: </a:t>
            </a:r>
            <a:r>
              <a:rPr lang="es-419" sz="3000" dirty="0"/>
              <a:t>Pestaña Dirección</a:t>
            </a:r>
            <a:endParaRPr lang="es-CL" sz="2000" dirty="0"/>
          </a:p>
        </p:txBody>
      </p:sp>
      <p:sp>
        <p:nvSpPr>
          <p:cNvPr id="9" name="Rectángulo redondeado 5">
            <a:extLst>
              <a:ext uri="{FF2B5EF4-FFF2-40B4-BE49-F238E27FC236}">
                <a16:creationId xmlns:a16="http://schemas.microsoft.com/office/drawing/2014/main" id="{3610B096-E51D-D7C0-9906-6FCC98CFC0C1}"/>
              </a:ext>
            </a:extLst>
          </p:cNvPr>
          <p:cNvSpPr/>
          <p:nvPr/>
        </p:nvSpPr>
        <p:spPr>
          <a:xfrm>
            <a:off x="813350" y="3966989"/>
            <a:ext cx="10608018" cy="2245689"/>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300" dirty="0"/>
              <a:t>En la pestaña correspondiente a “Dirección”, se ingresa la información sobre las diferentes direcciones de la persona:</a:t>
            </a:r>
          </a:p>
          <a:p>
            <a:pPr marL="342900" indent="-342900">
              <a:buFont typeface="+mj-lt"/>
              <a:buAutoNum type="arabicPeriod"/>
            </a:pPr>
            <a:r>
              <a:rPr lang="es-ES_tradnl" sz="1300" dirty="0"/>
              <a:t>Tipo de dirección: Ingrese o seleccione el tipo de dirección que está incorporando para la persona (permanente, Dirección laboral, etc.)</a:t>
            </a:r>
          </a:p>
          <a:p>
            <a:pPr marL="342900" indent="-342900">
              <a:buFont typeface="+mj-lt"/>
              <a:buAutoNum type="arabicPeriod"/>
            </a:pPr>
            <a:r>
              <a:rPr lang="es-ES_tradnl" sz="1300" dirty="0"/>
              <a:t>Calle línea 1: ingrese la dirección de la persona, según corresponda al tipo de dirección.</a:t>
            </a:r>
          </a:p>
          <a:p>
            <a:pPr marL="342900" indent="-342900">
              <a:buFont typeface="+mj-lt"/>
              <a:buAutoNum type="arabicPeriod"/>
            </a:pPr>
            <a:r>
              <a:rPr lang="es-ES_tradnl" sz="1300" dirty="0"/>
              <a:t>Código postal: seleccione el código postal que corresponde a la dirección ingresada. Al seleccionar el código postal, los campos de Ciudad,  Estado o Departamento, municipio (Provincia) y país se llenan automáticamente (según estén asociados en la tabla GTVZIPC).</a:t>
            </a:r>
          </a:p>
          <a:p>
            <a:pPr marL="342900" indent="-342900">
              <a:buFont typeface="+mj-lt"/>
              <a:buAutoNum type="arabicPeriod"/>
            </a:pPr>
            <a:r>
              <a:rPr lang="es-ES_tradnl" sz="1300" dirty="0"/>
              <a:t>Guarde la información ingresada.</a:t>
            </a:r>
          </a:p>
          <a:p>
            <a:pPr marL="342900" indent="-342900">
              <a:buFont typeface="+mj-lt"/>
              <a:buAutoNum type="arabicPeriod"/>
            </a:pPr>
            <a:r>
              <a:rPr lang="es-ES_tradnl" sz="1300" dirty="0"/>
              <a:t>El sistema automáticamente asigna fechas de vigencia a las direcciones incorporadas. Se puede finalizar la vigencia de una dirección ingresando en el campo “A fecha” aquella en que ya no está vigente la dirección, de manera de conservar la bitácora.</a:t>
            </a:r>
          </a:p>
          <a:p>
            <a:pPr marL="342900" indent="-342900">
              <a:buFont typeface="+mj-lt"/>
              <a:buAutoNum type="arabicPeriod"/>
            </a:pPr>
            <a:r>
              <a:rPr lang="es-ES_tradnl" sz="1300" dirty="0"/>
              <a:t>El número de secuencia se asigna automáticamente, incrementando correlativamente por tipo de dirección.</a:t>
            </a:r>
          </a:p>
          <a:p>
            <a:r>
              <a:rPr lang="es-ES_tradnl" sz="1100" b="1" dirty="0"/>
              <a:t>Nota</a:t>
            </a:r>
            <a:r>
              <a:rPr lang="es-ES_tradnl" sz="1100" dirty="0"/>
              <a:t>: Si no se tiene el código postal, por ejemplo si se tratase de una dirección en el exterior, se deben ingresar, al menos, los datos correspondientes a la Ciudad y País que corresponden a la dirección.</a:t>
            </a:r>
          </a:p>
        </p:txBody>
      </p:sp>
      <p:sp>
        <p:nvSpPr>
          <p:cNvPr id="8" name="Rectángulo redondeado 15">
            <a:extLst>
              <a:ext uri="{FF2B5EF4-FFF2-40B4-BE49-F238E27FC236}">
                <a16:creationId xmlns:a16="http://schemas.microsoft.com/office/drawing/2014/main" id="{BA32B686-C5CB-883C-B0A3-16ECAC66DCF5}"/>
              </a:ext>
            </a:extLst>
          </p:cNvPr>
          <p:cNvSpPr/>
          <p:nvPr/>
        </p:nvSpPr>
        <p:spPr>
          <a:xfrm>
            <a:off x="2973676" y="2201136"/>
            <a:ext cx="198744" cy="1508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1</a:t>
            </a:r>
          </a:p>
        </p:txBody>
      </p:sp>
      <p:sp>
        <p:nvSpPr>
          <p:cNvPr id="10" name="Rectángulo redondeado 15">
            <a:extLst>
              <a:ext uri="{FF2B5EF4-FFF2-40B4-BE49-F238E27FC236}">
                <a16:creationId xmlns:a16="http://schemas.microsoft.com/office/drawing/2014/main" id="{9E0E7795-B52E-2FDD-6591-27D8D4B0AED7}"/>
              </a:ext>
            </a:extLst>
          </p:cNvPr>
          <p:cNvSpPr/>
          <p:nvPr/>
        </p:nvSpPr>
        <p:spPr>
          <a:xfrm>
            <a:off x="3735976" y="2820475"/>
            <a:ext cx="198744" cy="1508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2</a:t>
            </a:r>
          </a:p>
        </p:txBody>
      </p:sp>
      <p:sp>
        <p:nvSpPr>
          <p:cNvPr id="12" name="Rectángulo redondeado 15">
            <a:extLst>
              <a:ext uri="{FF2B5EF4-FFF2-40B4-BE49-F238E27FC236}">
                <a16:creationId xmlns:a16="http://schemas.microsoft.com/office/drawing/2014/main" id="{DE42E062-E40C-C0CD-E325-4588DB7EB484}"/>
              </a:ext>
            </a:extLst>
          </p:cNvPr>
          <p:cNvSpPr/>
          <p:nvPr/>
        </p:nvSpPr>
        <p:spPr>
          <a:xfrm>
            <a:off x="3200941" y="3752345"/>
            <a:ext cx="198744" cy="1508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3</a:t>
            </a:r>
          </a:p>
        </p:txBody>
      </p:sp>
      <p:cxnSp>
        <p:nvCxnSpPr>
          <p:cNvPr id="14" name="Conector recto de flecha 13">
            <a:extLst>
              <a:ext uri="{FF2B5EF4-FFF2-40B4-BE49-F238E27FC236}">
                <a16:creationId xmlns:a16="http://schemas.microsoft.com/office/drawing/2014/main" id="{DF39BB63-219E-A129-BF5A-A3B3537BBAD7}"/>
              </a:ext>
            </a:extLst>
          </p:cNvPr>
          <p:cNvCxnSpPr>
            <a:cxnSpLocks/>
            <a:stCxn id="12" idx="3"/>
          </p:cNvCxnSpPr>
          <p:nvPr/>
        </p:nvCxnSpPr>
        <p:spPr>
          <a:xfrm flipV="1">
            <a:off x="3399685" y="1995055"/>
            <a:ext cx="3241260" cy="18327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Conector recto de flecha 15">
            <a:extLst>
              <a:ext uri="{FF2B5EF4-FFF2-40B4-BE49-F238E27FC236}">
                <a16:creationId xmlns:a16="http://schemas.microsoft.com/office/drawing/2014/main" id="{7D2FC37A-99CE-BA5A-CDC9-A288C77CCBBA}"/>
              </a:ext>
            </a:extLst>
          </p:cNvPr>
          <p:cNvCxnSpPr>
            <a:cxnSpLocks/>
            <a:stCxn id="12" idx="3"/>
          </p:cNvCxnSpPr>
          <p:nvPr/>
        </p:nvCxnSpPr>
        <p:spPr>
          <a:xfrm flipV="1">
            <a:off x="3399685" y="2168774"/>
            <a:ext cx="3241260" cy="16590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Conector recto de flecha 17">
            <a:extLst>
              <a:ext uri="{FF2B5EF4-FFF2-40B4-BE49-F238E27FC236}">
                <a16:creationId xmlns:a16="http://schemas.microsoft.com/office/drawing/2014/main" id="{323D0D2C-575A-F7C7-032A-2B5B32AC82BE}"/>
              </a:ext>
            </a:extLst>
          </p:cNvPr>
          <p:cNvCxnSpPr>
            <a:cxnSpLocks/>
            <a:stCxn id="12" idx="3"/>
          </p:cNvCxnSpPr>
          <p:nvPr/>
        </p:nvCxnSpPr>
        <p:spPr>
          <a:xfrm flipH="1" flipV="1">
            <a:off x="2973676" y="3524427"/>
            <a:ext cx="426009" cy="3033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Rectángulo 20">
            <a:extLst>
              <a:ext uri="{FF2B5EF4-FFF2-40B4-BE49-F238E27FC236}">
                <a16:creationId xmlns:a16="http://schemas.microsoft.com/office/drawing/2014/main" id="{08647BCB-35B9-DE43-3B6E-C40875D63A64}"/>
              </a:ext>
            </a:extLst>
          </p:cNvPr>
          <p:cNvSpPr/>
          <p:nvPr/>
        </p:nvSpPr>
        <p:spPr>
          <a:xfrm>
            <a:off x="942109" y="2212611"/>
            <a:ext cx="1937679" cy="150876"/>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22" name="Rectángulo 21">
            <a:extLst>
              <a:ext uri="{FF2B5EF4-FFF2-40B4-BE49-F238E27FC236}">
                <a16:creationId xmlns:a16="http://schemas.microsoft.com/office/drawing/2014/main" id="{AE090BC1-EBB5-1972-694A-ED1D5C271C08}"/>
              </a:ext>
            </a:extLst>
          </p:cNvPr>
          <p:cNvSpPr/>
          <p:nvPr/>
        </p:nvSpPr>
        <p:spPr>
          <a:xfrm>
            <a:off x="1089376" y="2803301"/>
            <a:ext cx="2568224" cy="158813"/>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23" name="Rectángulo 22">
            <a:extLst>
              <a:ext uri="{FF2B5EF4-FFF2-40B4-BE49-F238E27FC236}">
                <a16:creationId xmlns:a16="http://schemas.microsoft.com/office/drawing/2014/main" id="{43DCDB32-8863-3EB4-F503-B441ED09637B}"/>
              </a:ext>
            </a:extLst>
          </p:cNvPr>
          <p:cNvSpPr/>
          <p:nvPr/>
        </p:nvSpPr>
        <p:spPr>
          <a:xfrm>
            <a:off x="1080221" y="3744408"/>
            <a:ext cx="2092199" cy="158813"/>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cxnSp>
        <p:nvCxnSpPr>
          <p:cNvPr id="29" name="Conector recto de flecha 28">
            <a:extLst>
              <a:ext uri="{FF2B5EF4-FFF2-40B4-BE49-F238E27FC236}">
                <a16:creationId xmlns:a16="http://schemas.microsoft.com/office/drawing/2014/main" id="{89BE005E-67AD-94D7-B09B-5B389600D49C}"/>
              </a:ext>
            </a:extLst>
          </p:cNvPr>
          <p:cNvCxnSpPr>
            <a:cxnSpLocks/>
            <a:stCxn id="12" idx="3"/>
          </p:cNvCxnSpPr>
          <p:nvPr/>
        </p:nvCxnSpPr>
        <p:spPr>
          <a:xfrm flipH="1" flipV="1">
            <a:off x="2126320" y="3676105"/>
            <a:ext cx="1273365" cy="1516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4" name="Rectángulo redondeado 15">
            <a:extLst>
              <a:ext uri="{FF2B5EF4-FFF2-40B4-BE49-F238E27FC236}">
                <a16:creationId xmlns:a16="http://schemas.microsoft.com/office/drawing/2014/main" id="{71FD9A08-442F-1253-8668-2864D0FACBAA}"/>
              </a:ext>
            </a:extLst>
          </p:cNvPr>
          <p:cNvSpPr/>
          <p:nvPr/>
        </p:nvSpPr>
        <p:spPr>
          <a:xfrm>
            <a:off x="11123104" y="6111384"/>
            <a:ext cx="198744" cy="1508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4</a:t>
            </a:r>
          </a:p>
        </p:txBody>
      </p:sp>
      <p:sp>
        <p:nvSpPr>
          <p:cNvPr id="35" name="Rectángulo 34">
            <a:extLst>
              <a:ext uri="{FF2B5EF4-FFF2-40B4-BE49-F238E27FC236}">
                <a16:creationId xmlns:a16="http://schemas.microsoft.com/office/drawing/2014/main" id="{B7C517F8-E97F-2FBB-F18C-44ABD9F76F12}"/>
              </a:ext>
            </a:extLst>
          </p:cNvPr>
          <p:cNvSpPr/>
          <p:nvPr/>
        </p:nvSpPr>
        <p:spPr>
          <a:xfrm>
            <a:off x="11344809" y="5981332"/>
            <a:ext cx="445540" cy="190867"/>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1" name="Rectángulo redondeado 15">
            <a:extLst>
              <a:ext uri="{FF2B5EF4-FFF2-40B4-BE49-F238E27FC236}">
                <a16:creationId xmlns:a16="http://schemas.microsoft.com/office/drawing/2014/main" id="{14DD5B64-3085-93F8-4429-133E4E6C836D}"/>
              </a:ext>
            </a:extLst>
          </p:cNvPr>
          <p:cNvSpPr/>
          <p:nvPr/>
        </p:nvSpPr>
        <p:spPr>
          <a:xfrm>
            <a:off x="2503866" y="1872894"/>
            <a:ext cx="198744" cy="1508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5</a:t>
            </a:r>
          </a:p>
        </p:txBody>
      </p:sp>
      <p:sp>
        <p:nvSpPr>
          <p:cNvPr id="13" name="Rectángulo 12">
            <a:extLst>
              <a:ext uri="{FF2B5EF4-FFF2-40B4-BE49-F238E27FC236}">
                <a16:creationId xmlns:a16="http://schemas.microsoft.com/office/drawing/2014/main" id="{B6DBC946-E36C-52AC-D6E2-13298D1C10F4}"/>
              </a:ext>
            </a:extLst>
          </p:cNvPr>
          <p:cNvSpPr/>
          <p:nvPr/>
        </p:nvSpPr>
        <p:spPr>
          <a:xfrm>
            <a:off x="1070598" y="1894414"/>
            <a:ext cx="1404747" cy="306722"/>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2" name="Rectángulo redondeado 15">
            <a:extLst>
              <a:ext uri="{FF2B5EF4-FFF2-40B4-BE49-F238E27FC236}">
                <a16:creationId xmlns:a16="http://schemas.microsoft.com/office/drawing/2014/main" id="{61E339E8-2810-F408-5CCA-75D3D5C48011}"/>
              </a:ext>
            </a:extLst>
          </p:cNvPr>
          <p:cNvSpPr/>
          <p:nvPr/>
        </p:nvSpPr>
        <p:spPr>
          <a:xfrm>
            <a:off x="2435784" y="2352012"/>
            <a:ext cx="198744" cy="1508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6</a:t>
            </a:r>
          </a:p>
        </p:txBody>
      </p:sp>
      <p:sp>
        <p:nvSpPr>
          <p:cNvPr id="5" name="Rectángulo 4">
            <a:extLst>
              <a:ext uri="{FF2B5EF4-FFF2-40B4-BE49-F238E27FC236}">
                <a16:creationId xmlns:a16="http://schemas.microsoft.com/office/drawing/2014/main" id="{12885195-9618-7908-FDC9-FBAE1C7996FC}"/>
              </a:ext>
            </a:extLst>
          </p:cNvPr>
          <p:cNvSpPr/>
          <p:nvPr/>
        </p:nvSpPr>
        <p:spPr>
          <a:xfrm>
            <a:off x="1002516" y="2373532"/>
            <a:ext cx="1404747" cy="259093"/>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Tree>
    <p:extLst>
      <p:ext uri="{BB962C8B-B14F-4D97-AF65-F5344CB8AC3E}">
        <p14:creationId xmlns:p14="http://schemas.microsoft.com/office/powerpoint/2010/main" val="304232966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Imagen 36">
            <a:extLst>
              <a:ext uri="{FF2B5EF4-FFF2-40B4-BE49-F238E27FC236}">
                <a16:creationId xmlns:a16="http://schemas.microsoft.com/office/drawing/2014/main" id="{397258D3-B097-8A6F-1295-793BDF8B5A83}"/>
              </a:ext>
            </a:extLst>
          </p:cNvPr>
          <p:cNvPicPr>
            <a:picLocks noChangeAspect="1"/>
          </p:cNvPicPr>
          <p:nvPr/>
        </p:nvPicPr>
        <p:blipFill>
          <a:blip r:embed="rId2"/>
          <a:stretch>
            <a:fillRect/>
          </a:stretch>
        </p:blipFill>
        <p:spPr>
          <a:xfrm>
            <a:off x="810247" y="1102600"/>
            <a:ext cx="10980102" cy="5163398"/>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Gestionar persona natural</a:t>
            </a:r>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419" sz="3000" b="1" dirty="0"/>
              <a:t>Identificación de persona general: </a:t>
            </a:r>
            <a:r>
              <a:rPr lang="es-419" sz="3000" dirty="0"/>
              <a:t>Pestaña Dirección</a:t>
            </a:r>
            <a:endParaRPr lang="es-CL" sz="3000" dirty="0"/>
          </a:p>
        </p:txBody>
      </p:sp>
      <p:sp>
        <p:nvSpPr>
          <p:cNvPr id="9" name="Rectángulo redondeado 5">
            <a:extLst>
              <a:ext uri="{FF2B5EF4-FFF2-40B4-BE49-F238E27FC236}">
                <a16:creationId xmlns:a16="http://schemas.microsoft.com/office/drawing/2014/main" id="{CDF69DE1-240F-785A-BA71-698CD190D6B8}"/>
              </a:ext>
            </a:extLst>
          </p:cNvPr>
          <p:cNvSpPr/>
          <p:nvPr/>
        </p:nvSpPr>
        <p:spPr>
          <a:xfrm>
            <a:off x="1707450" y="4220846"/>
            <a:ext cx="8777100" cy="1293263"/>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285750" indent="-285750">
              <a:buFont typeface="Arial" panose="020B0604020202020204" pitchFamily="34" charset="0"/>
              <a:buChar char="•"/>
            </a:pPr>
            <a:r>
              <a:rPr lang="es-ES_tradnl" sz="1400" dirty="0"/>
              <a:t>Para ingresar una segunda dirección de la persona, haga clic sobre el símbolo “</a:t>
            </a:r>
            <a:r>
              <a:rPr lang="es-ES_tradnl" sz="1600" b="1" dirty="0"/>
              <a:t>+</a:t>
            </a:r>
            <a:r>
              <a:rPr lang="es-ES_tradnl" sz="1400" dirty="0"/>
              <a:t>” ubicado en la parte superior de la página, esto insertará un nuevo registro para que ingrese la dirección según las instrucciones ya dadas. </a:t>
            </a:r>
          </a:p>
          <a:p>
            <a:pPr marL="285750" indent="-285750">
              <a:buFont typeface="Arial" panose="020B0604020202020204" pitchFamily="34" charset="0"/>
              <a:buChar char="•"/>
            </a:pPr>
            <a:r>
              <a:rPr lang="es-ES_tradnl" sz="1400" dirty="0"/>
              <a:t>Igualmente si se desea eliminar el registro de una dirección, haga clic sobre el símbolo “</a:t>
            </a:r>
            <a:r>
              <a:rPr lang="es-ES_tradnl" sz="1600" b="1" dirty="0"/>
              <a:t>-</a:t>
            </a:r>
            <a:r>
              <a:rPr lang="es-ES_tradnl" sz="1400" dirty="0"/>
              <a:t>”.</a:t>
            </a:r>
          </a:p>
          <a:p>
            <a:pPr marL="285750" indent="-285750">
              <a:buFont typeface="Arial" panose="020B0604020202020204" pitchFamily="34" charset="0"/>
              <a:buChar char="•"/>
            </a:pPr>
            <a:r>
              <a:rPr lang="es-ES_tradnl" sz="1400" dirty="0"/>
              <a:t>Finalmente no olvide guardar los cambios.</a:t>
            </a:r>
          </a:p>
        </p:txBody>
      </p:sp>
      <p:sp>
        <p:nvSpPr>
          <p:cNvPr id="38" name="Rectángulo 37">
            <a:extLst>
              <a:ext uri="{FF2B5EF4-FFF2-40B4-BE49-F238E27FC236}">
                <a16:creationId xmlns:a16="http://schemas.microsoft.com/office/drawing/2014/main" id="{ED2903E0-D8BC-9C6F-AD58-FCDCD8290D23}"/>
              </a:ext>
            </a:extLst>
          </p:cNvPr>
          <p:cNvSpPr/>
          <p:nvPr/>
        </p:nvSpPr>
        <p:spPr>
          <a:xfrm>
            <a:off x="10982035" y="1691214"/>
            <a:ext cx="408953" cy="229950"/>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237304575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Imagen 14">
            <a:extLst>
              <a:ext uri="{FF2B5EF4-FFF2-40B4-BE49-F238E27FC236}">
                <a16:creationId xmlns:a16="http://schemas.microsoft.com/office/drawing/2014/main" id="{0A364396-0386-4539-4346-2427E3E2DC86}"/>
              </a:ext>
            </a:extLst>
          </p:cNvPr>
          <p:cNvPicPr>
            <a:picLocks noChangeAspect="1"/>
          </p:cNvPicPr>
          <p:nvPr/>
        </p:nvPicPr>
        <p:blipFill>
          <a:blip r:embed="rId2"/>
          <a:stretch>
            <a:fillRect/>
          </a:stretch>
        </p:blipFill>
        <p:spPr>
          <a:xfrm>
            <a:off x="810247" y="1300363"/>
            <a:ext cx="10691471" cy="5036201"/>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Gestionar persona natural</a:t>
            </a:r>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419" sz="3000" b="1" dirty="0"/>
              <a:t>Identificación de persona general: </a:t>
            </a:r>
            <a:r>
              <a:rPr lang="es-419" sz="3000" dirty="0"/>
              <a:t>Pestaña Teléfono</a:t>
            </a:r>
            <a:endParaRPr lang="es-CL" sz="2000" dirty="0"/>
          </a:p>
        </p:txBody>
      </p:sp>
      <p:sp>
        <p:nvSpPr>
          <p:cNvPr id="9" name="Rectángulo redondeado 5">
            <a:extLst>
              <a:ext uri="{FF2B5EF4-FFF2-40B4-BE49-F238E27FC236}">
                <a16:creationId xmlns:a16="http://schemas.microsoft.com/office/drawing/2014/main" id="{CDF69DE1-240F-785A-BA71-698CD190D6B8}"/>
              </a:ext>
            </a:extLst>
          </p:cNvPr>
          <p:cNvSpPr/>
          <p:nvPr/>
        </p:nvSpPr>
        <p:spPr>
          <a:xfrm>
            <a:off x="1431665" y="4013202"/>
            <a:ext cx="9595006" cy="1920241"/>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400" dirty="0"/>
              <a:t>En la pestaña “Teléfono” se ingresa el detalle de la información que a continuación se indica: </a:t>
            </a:r>
          </a:p>
          <a:p>
            <a:pPr marL="342900" indent="-342900">
              <a:buFont typeface="+mj-lt"/>
              <a:buAutoNum type="arabicPeriod"/>
            </a:pPr>
            <a:r>
              <a:rPr lang="es-ES_tradnl" sz="1400" dirty="0"/>
              <a:t>Tipo de teléfono: seleccione o ingrese el tipo de teléfono que se está incorporando para la persona</a:t>
            </a:r>
          </a:p>
          <a:p>
            <a:pPr marL="342900" indent="-342900">
              <a:buFont typeface="+mj-lt"/>
              <a:buAutoNum type="arabicPeriod"/>
            </a:pPr>
            <a:r>
              <a:rPr lang="es-ES_tradnl" sz="1400" dirty="0"/>
              <a:t>Número de teléfono: ingrese el número de teléfono. Adicionalmente puede ingresar en el campo extensión, la extensión del teléfono, si aplica.</a:t>
            </a:r>
          </a:p>
          <a:p>
            <a:pPr marL="342900" indent="-342900">
              <a:buFont typeface="+mj-lt"/>
              <a:buAutoNum type="arabicPeriod"/>
            </a:pPr>
            <a:r>
              <a:rPr lang="es-ES_tradnl" sz="1400" dirty="0"/>
              <a:t>Se puede indicar si el teléfono es principal o si se está desactivado.</a:t>
            </a:r>
            <a:br>
              <a:rPr lang="es-ES_tradnl" sz="1400" dirty="0"/>
            </a:br>
            <a:endParaRPr lang="es-ES_tradnl" sz="1400" dirty="0"/>
          </a:p>
          <a:p>
            <a:r>
              <a:rPr lang="es-ES_tradnl" sz="1200" dirty="0"/>
              <a:t>Se puede tener varios registros de teléfono (incluso del mismo tipo), insertando nuevos registros por medio del símbolo “</a:t>
            </a:r>
            <a:r>
              <a:rPr lang="es-ES_tradnl" sz="1400" b="1" dirty="0"/>
              <a:t>+</a:t>
            </a:r>
            <a:r>
              <a:rPr lang="es-ES_tradnl" sz="1200" dirty="0"/>
              <a:t>” ubicado en la parte superior de la página. Igualmente se pueden eliminar registros de teléfono haciendo clic sobre el símbolo “</a:t>
            </a:r>
            <a:r>
              <a:rPr lang="es-ES_tradnl" sz="1400" b="1" dirty="0"/>
              <a:t>-</a:t>
            </a:r>
            <a:r>
              <a:rPr lang="es-ES_tradnl" sz="1200" dirty="0"/>
              <a:t>”.</a:t>
            </a:r>
          </a:p>
        </p:txBody>
      </p:sp>
      <p:sp>
        <p:nvSpPr>
          <p:cNvPr id="8" name="Rectángulo redondeado 15">
            <a:extLst>
              <a:ext uri="{FF2B5EF4-FFF2-40B4-BE49-F238E27FC236}">
                <a16:creationId xmlns:a16="http://schemas.microsoft.com/office/drawing/2014/main" id="{D857BCBE-617E-E376-7A46-183874A4D96C}"/>
              </a:ext>
            </a:extLst>
          </p:cNvPr>
          <p:cNvSpPr/>
          <p:nvPr/>
        </p:nvSpPr>
        <p:spPr>
          <a:xfrm>
            <a:off x="2503443" y="2547411"/>
            <a:ext cx="186799" cy="1531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2</a:t>
            </a:r>
          </a:p>
        </p:txBody>
      </p:sp>
      <p:sp>
        <p:nvSpPr>
          <p:cNvPr id="11" name="Rectángulo redondeado 15">
            <a:extLst>
              <a:ext uri="{FF2B5EF4-FFF2-40B4-BE49-F238E27FC236}">
                <a16:creationId xmlns:a16="http://schemas.microsoft.com/office/drawing/2014/main" id="{F526F2AE-4EDC-5320-0BE5-98B160008049}"/>
              </a:ext>
            </a:extLst>
          </p:cNvPr>
          <p:cNvSpPr/>
          <p:nvPr/>
        </p:nvSpPr>
        <p:spPr>
          <a:xfrm>
            <a:off x="6634280" y="2214699"/>
            <a:ext cx="186799" cy="1531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3</a:t>
            </a:r>
          </a:p>
        </p:txBody>
      </p:sp>
      <p:sp>
        <p:nvSpPr>
          <p:cNvPr id="16" name="Rectángulo redondeado 15">
            <a:extLst>
              <a:ext uri="{FF2B5EF4-FFF2-40B4-BE49-F238E27FC236}">
                <a16:creationId xmlns:a16="http://schemas.microsoft.com/office/drawing/2014/main" id="{948B11A5-CA5E-AFD0-3EDD-964F11D1FA18}"/>
              </a:ext>
            </a:extLst>
          </p:cNvPr>
          <p:cNvSpPr/>
          <p:nvPr/>
        </p:nvSpPr>
        <p:spPr>
          <a:xfrm>
            <a:off x="2609437" y="2103182"/>
            <a:ext cx="198744" cy="1508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1</a:t>
            </a:r>
          </a:p>
        </p:txBody>
      </p:sp>
      <p:sp>
        <p:nvSpPr>
          <p:cNvPr id="17" name="Rectángulo 16">
            <a:extLst>
              <a:ext uri="{FF2B5EF4-FFF2-40B4-BE49-F238E27FC236}">
                <a16:creationId xmlns:a16="http://schemas.microsoft.com/office/drawing/2014/main" id="{09D7BD19-E986-7EDB-423F-2CFFFCAA7B7B}"/>
              </a:ext>
            </a:extLst>
          </p:cNvPr>
          <p:cNvSpPr/>
          <p:nvPr/>
        </p:nvSpPr>
        <p:spPr>
          <a:xfrm>
            <a:off x="951346" y="2103182"/>
            <a:ext cx="1616364" cy="150876"/>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8" name="Rectángulo 17">
            <a:extLst>
              <a:ext uri="{FF2B5EF4-FFF2-40B4-BE49-F238E27FC236}">
                <a16:creationId xmlns:a16="http://schemas.microsoft.com/office/drawing/2014/main" id="{9AA47B8C-E65D-E783-B15A-1211F97A27FB}"/>
              </a:ext>
            </a:extLst>
          </p:cNvPr>
          <p:cNvSpPr/>
          <p:nvPr/>
        </p:nvSpPr>
        <p:spPr>
          <a:xfrm>
            <a:off x="875770" y="2556376"/>
            <a:ext cx="1570645" cy="288423"/>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9" name="Rectángulo 18">
            <a:extLst>
              <a:ext uri="{FF2B5EF4-FFF2-40B4-BE49-F238E27FC236}">
                <a16:creationId xmlns:a16="http://schemas.microsoft.com/office/drawing/2014/main" id="{C051489E-E3ED-8B07-B89F-0B88C0583343}"/>
              </a:ext>
            </a:extLst>
          </p:cNvPr>
          <p:cNvSpPr/>
          <p:nvPr/>
        </p:nvSpPr>
        <p:spPr>
          <a:xfrm>
            <a:off x="6874751" y="2070487"/>
            <a:ext cx="551285" cy="485889"/>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296013819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Imagen 11">
            <a:extLst>
              <a:ext uri="{FF2B5EF4-FFF2-40B4-BE49-F238E27FC236}">
                <a16:creationId xmlns:a16="http://schemas.microsoft.com/office/drawing/2014/main" id="{B8B197FA-002A-CC0C-9625-4E726A812B1C}"/>
              </a:ext>
            </a:extLst>
          </p:cNvPr>
          <p:cNvPicPr>
            <a:picLocks noChangeAspect="1"/>
          </p:cNvPicPr>
          <p:nvPr/>
        </p:nvPicPr>
        <p:blipFill>
          <a:blip r:embed="rId2"/>
          <a:stretch>
            <a:fillRect/>
          </a:stretch>
        </p:blipFill>
        <p:spPr>
          <a:xfrm>
            <a:off x="810247" y="954231"/>
            <a:ext cx="10744444" cy="5030506"/>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Gestionar persona natural</a:t>
            </a:r>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419" sz="3000" b="1" dirty="0"/>
              <a:t>Identificación de persona general: </a:t>
            </a:r>
            <a:r>
              <a:rPr lang="es-419" sz="3000" dirty="0"/>
              <a:t>Pestaña Biográfica</a:t>
            </a:r>
            <a:endParaRPr lang="es-CL" sz="3000" dirty="0"/>
          </a:p>
        </p:txBody>
      </p:sp>
      <p:sp>
        <p:nvSpPr>
          <p:cNvPr id="9" name="Rectángulo redondeado 5">
            <a:extLst>
              <a:ext uri="{FF2B5EF4-FFF2-40B4-BE49-F238E27FC236}">
                <a16:creationId xmlns:a16="http://schemas.microsoft.com/office/drawing/2014/main" id="{CDF69DE1-240F-785A-BA71-698CD190D6B8}"/>
              </a:ext>
            </a:extLst>
          </p:cNvPr>
          <p:cNvSpPr/>
          <p:nvPr/>
        </p:nvSpPr>
        <p:spPr>
          <a:xfrm>
            <a:off x="1170262" y="4544509"/>
            <a:ext cx="9911868" cy="1522391"/>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300" dirty="0"/>
              <a:t>En la pestaña “Biográfica”, se ingresa la información biográfica de la persona:</a:t>
            </a:r>
          </a:p>
          <a:p>
            <a:r>
              <a:rPr lang="es-ES_tradnl" sz="1300" dirty="0"/>
              <a:t>Datos obligatorios: </a:t>
            </a:r>
          </a:p>
          <a:p>
            <a:pPr marL="342900" indent="-342900">
              <a:buFont typeface="+mj-lt"/>
              <a:buAutoNum type="arabicPeriod"/>
            </a:pPr>
            <a:r>
              <a:rPr lang="es-ES_tradnl" sz="1300" dirty="0"/>
              <a:t>Sexo legal</a:t>
            </a:r>
          </a:p>
          <a:p>
            <a:pPr marL="342900" indent="-342900">
              <a:buFont typeface="+mj-lt"/>
              <a:buAutoNum type="arabicPeriod"/>
            </a:pPr>
            <a:r>
              <a:rPr lang="es-ES_tradnl" sz="1300" dirty="0"/>
              <a:t>Fecha de nacimiento</a:t>
            </a:r>
          </a:p>
          <a:p>
            <a:pPr marL="342900" indent="-342900">
              <a:buFont typeface="+mj-lt"/>
              <a:buAutoNum type="arabicPeriod"/>
            </a:pPr>
            <a:r>
              <a:rPr lang="es-ES_tradnl" sz="1300" dirty="0"/>
              <a:t>NSS/NIT (en donde se ingresará el número de documento de la persona nuevamente)</a:t>
            </a:r>
          </a:p>
          <a:p>
            <a:pPr marL="342900" indent="-342900">
              <a:buFont typeface="+mj-lt"/>
              <a:buAutoNum type="arabicPeriod"/>
            </a:pPr>
            <a:r>
              <a:rPr lang="es-ES_tradnl" sz="1300" dirty="0"/>
              <a:t>Ciudadanía (chileno/extranjero)</a:t>
            </a:r>
          </a:p>
          <a:p>
            <a:pPr marL="342900" indent="-342900">
              <a:buFont typeface="+mj-lt"/>
              <a:buAutoNum type="arabicPeriod"/>
            </a:pPr>
            <a:r>
              <a:rPr lang="es-ES_tradnl" sz="1300" dirty="0"/>
              <a:t>Etnia</a:t>
            </a:r>
          </a:p>
        </p:txBody>
      </p:sp>
      <p:sp>
        <p:nvSpPr>
          <p:cNvPr id="7" name="Rectángulo redondeado 15">
            <a:extLst>
              <a:ext uri="{FF2B5EF4-FFF2-40B4-BE49-F238E27FC236}">
                <a16:creationId xmlns:a16="http://schemas.microsoft.com/office/drawing/2014/main" id="{8155D32B-30C4-CF25-673A-21DA0B85A09D}"/>
              </a:ext>
            </a:extLst>
          </p:cNvPr>
          <p:cNvSpPr/>
          <p:nvPr/>
        </p:nvSpPr>
        <p:spPr>
          <a:xfrm>
            <a:off x="2431248" y="1704654"/>
            <a:ext cx="186799" cy="1531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1</a:t>
            </a:r>
          </a:p>
        </p:txBody>
      </p:sp>
      <p:sp>
        <p:nvSpPr>
          <p:cNvPr id="8" name="Rectángulo redondeado 15">
            <a:extLst>
              <a:ext uri="{FF2B5EF4-FFF2-40B4-BE49-F238E27FC236}">
                <a16:creationId xmlns:a16="http://schemas.microsoft.com/office/drawing/2014/main" id="{2D36FACD-ED6D-E924-D6A7-A428177DC9CF}"/>
              </a:ext>
            </a:extLst>
          </p:cNvPr>
          <p:cNvSpPr/>
          <p:nvPr/>
        </p:nvSpPr>
        <p:spPr>
          <a:xfrm>
            <a:off x="2618047" y="2278059"/>
            <a:ext cx="186799" cy="1531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2</a:t>
            </a:r>
          </a:p>
        </p:txBody>
      </p:sp>
      <p:sp>
        <p:nvSpPr>
          <p:cNvPr id="10" name="Rectángulo 9">
            <a:extLst>
              <a:ext uri="{FF2B5EF4-FFF2-40B4-BE49-F238E27FC236}">
                <a16:creationId xmlns:a16="http://schemas.microsoft.com/office/drawing/2014/main" id="{02D9DBE5-93D9-EE2B-7BB1-80C395E72D74}"/>
              </a:ext>
            </a:extLst>
          </p:cNvPr>
          <p:cNvSpPr/>
          <p:nvPr/>
        </p:nvSpPr>
        <p:spPr>
          <a:xfrm>
            <a:off x="738909" y="1527636"/>
            <a:ext cx="10815782" cy="2934710"/>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3" name="Rectángulo redondeado 15">
            <a:extLst>
              <a:ext uri="{FF2B5EF4-FFF2-40B4-BE49-F238E27FC236}">
                <a16:creationId xmlns:a16="http://schemas.microsoft.com/office/drawing/2014/main" id="{A0FF5B4D-53F4-1DF0-AE53-5FEC98D41FFC}"/>
              </a:ext>
            </a:extLst>
          </p:cNvPr>
          <p:cNvSpPr/>
          <p:nvPr/>
        </p:nvSpPr>
        <p:spPr>
          <a:xfrm>
            <a:off x="2524647" y="2608253"/>
            <a:ext cx="186799" cy="1531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3</a:t>
            </a:r>
          </a:p>
        </p:txBody>
      </p:sp>
      <p:sp>
        <p:nvSpPr>
          <p:cNvPr id="14" name="Rectángulo redondeado 15">
            <a:extLst>
              <a:ext uri="{FF2B5EF4-FFF2-40B4-BE49-F238E27FC236}">
                <a16:creationId xmlns:a16="http://schemas.microsoft.com/office/drawing/2014/main" id="{2542BCB0-9EBE-CDD7-E48D-EFC6035ED198}"/>
              </a:ext>
            </a:extLst>
          </p:cNvPr>
          <p:cNvSpPr/>
          <p:nvPr/>
        </p:nvSpPr>
        <p:spPr>
          <a:xfrm>
            <a:off x="2521639" y="3971104"/>
            <a:ext cx="186799" cy="1531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4</a:t>
            </a:r>
          </a:p>
        </p:txBody>
      </p:sp>
      <p:sp>
        <p:nvSpPr>
          <p:cNvPr id="15" name="Rectángulo redondeado 15">
            <a:extLst>
              <a:ext uri="{FF2B5EF4-FFF2-40B4-BE49-F238E27FC236}">
                <a16:creationId xmlns:a16="http://schemas.microsoft.com/office/drawing/2014/main" id="{C43AEE2F-ECAA-68AA-2655-8ABC3C32A67B}"/>
              </a:ext>
            </a:extLst>
          </p:cNvPr>
          <p:cNvSpPr/>
          <p:nvPr/>
        </p:nvSpPr>
        <p:spPr>
          <a:xfrm>
            <a:off x="8144974" y="2124883"/>
            <a:ext cx="186799" cy="1531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4</a:t>
            </a:r>
          </a:p>
        </p:txBody>
      </p:sp>
    </p:spTree>
    <p:extLst>
      <p:ext uri="{BB962C8B-B14F-4D97-AF65-F5344CB8AC3E}">
        <p14:creationId xmlns:p14="http://schemas.microsoft.com/office/powerpoint/2010/main" val="313140023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482242-7371-659C-E312-981427F81FC0}"/>
            </a:ext>
          </a:extLst>
        </p:cNvPr>
        <p:cNvGrpSpPr/>
        <p:nvPr/>
      </p:nvGrpSpPr>
      <p:grpSpPr>
        <a:xfrm>
          <a:off x="0" y="0"/>
          <a:ext cx="0" cy="0"/>
          <a:chOff x="0" y="0"/>
          <a:chExt cx="0" cy="0"/>
        </a:xfrm>
      </p:grpSpPr>
      <p:pic>
        <p:nvPicPr>
          <p:cNvPr id="12" name="Imagen 11">
            <a:extLst>
              <a:ext uri="{FF2B5EF4-FFF2-40B4-BE49-F238E27FC236}">
                <a16:creationId xmlns:a16="http://schemas.microsoft.com/office/drawing/2014/main" id="{3F17CBAB-AE3F-827C-719E-3F53CF7D8C18}"/>
              </a:ext>
            </a:extLst>
          </p:cNvPr>
          <p:cNvPicPr>
            <a:picLocks noChangeAspect="1"/>
          </p:cNvPicPr>
          <p:nvPr/>
        </p:nvPicPr>
        <p:blipFill>
          <a:blip r:embed="rId2"/>
          <a:stretch>
            <a:fillRect/>
          </a:stretch>
        </p:blipFill>
        <p:spPr>
          <a:xfrm>
            <a:off x="810247" y="954231"/>
            <a:ext cx="10744444" cy="5030506"/>
          </a:xfrm>
          <a:prstGeom prst="rect">
            <a:avLst/>
          </a:prstGeom>
        </p:spPr>
      </p:pic>
      <p:sp>
        <p:nvSpPr>
          <p:cNvPr id="3" name="Marcador de texto vertical 2">
            <a:extLst>
              <a:ext uri="{FF2B5EF4-FFF2-40B4-BE49-F238E27FC236}">
                <a16:creationId xmlns:a16="http://schemas.microsoft.com/office/drawing/2014/main" id="{BFC1BD22-0AEB-B966-DE9E-B9133B816798}"/>
              </a:ext>
            </a:extLst>
          </p:cNvPr>
          <p:cNvSpPr>
            <a:spLocks noGrp="1"/>
          </p:cNvSpPr>
          <p:nvPr>
            <p:ph type="body" orient="vert" sz="quarter" idx="17"/>
          </p:nvPr>
        </p:nvSpPr>
        <p:spPr/>
        <p:txBody>
          <a:bodyPr/>
          <a:lstStyle/>
          <a:p>
            <a:r>
              <a:rPr lang="es-419" sz="1200" dirty="0"/>
              <a:t>Gestionar persona natural</a:t>
            </a:r>
          </a:p>
        </p:txBody>
      </p:sp>
      <p:sp>
        <p:nvSpPr>
          <p:cNvPr id="4" name="Título 3">
            <a:extLst>
              <a:ext uri="{FF2B5EF4-FFF2-40B4-BE49-F238E27FC236}">
                <a16:creationId xmlns:a16="http://schemas.microsoft.com/office/drawing/2014/main" id="{2255256B-53CD-707D-9575-C04E3D85A51B}"/>
              </a:ext>
            </a:extLst>
          </p:cNvPr>
          <p:cNvSpPr>
            <a:spLocks noGrp="1"/>
          </p:cNvSpPr>
          <p:nvPr>
            <p:ph type="title"/>
          </p:nvPr>
        </p:nvSpPr>
        <p:spPr>
          <a:xfrm>
            <a:off x="810247" y="327992"/>
            <a:ext cx="10271883" cy="626165"/>
          </a:xfrm>
        </p:spPr>
        <p:txBody>
          <a:bodyPr/>
          <a:lstStyle/>
          <a:p>
            <a:r>
              <a:rPr lang="es-419" sz="3000" b="1" dirty="0"/>
              <a:t>Identificación de persona general: </a:t>
            </a:r>
            <a:r>
              <a:rPr lang="es-419" sz="3000" dirty="0"/>
              <a:t>Pestaña Biográfica</a:t>
            </a:r>
            <a:endParaRPr lang="es-CL" sz="3000" dirty="0"/>
          </a:p>
        </p:txBody>
      </p:sp>
      <p:sp>
        <p:nvSpPr>
          <p:cNvPr id="9" name="Rectángulo redondeado 5">
            <a:extLst>
              <a:ext uri="{FF2B5EF4-FFF2-40B4-BE49-F238E27FC236}">
                <a16:creationId xmlns:a16="http://schemas.microsoft.com/office/drawing/2014/main" id="{544A45CA-F7EE-7DF7-4C12-7B4385046C24}"/>
              </a:ext>
            </a:extLst>
          </p:cNvPr>
          <p:cNvSpPr/>
          <p:nvPr/>
        </p:nvSpPr>
        <p:spPr>
          <a:xfrm>
            <a:off x="1140066" y="4487858"/>
            <a:ext cx="9911868" cy="1095786"/>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300" dirty="0"/>
              <a:t>Adicionalmente, si aplica, se pueden cargar opcionalmente los siguientes datos:</a:t>
            </a:r>
          </a:p>
          <a:p>
            <a:pPr marL="342900" indent="-342900">
              <a:buFont typeface="+mj-lt"/>
              <a:buAutoNum type="arabicPeriod" startAt="6"/>
            </a:pPr>
            <a:r>
              <a:rPr lang="es-ES_tradnl" sz="1300" dirty="0"/>
              <a:t>Designación de género</a:t>
            </a:r>
          </a:p>
          <a:p>
            <a:pPr marL="342900" indent="-342900">
              <a:buFont typeface="+mj-lt"/>
              <a:buAutoNum type="arabicPeriod" startAt="6"/>
            </a:pPr>
            <a:r>
              <a:rPr lang="es-ES_tradnl" sz="1300" dirty="0"/>
              <a:t>Fecha de  fallecimiento (si se ingresa, se debe activar el campo Fallecido)</a:t>
            </a:r>
          </a:p>
          <a:p>
            <a:pPr marL="342900" indent="-342900">
              <a:buFont typeface="+mj-lt"/>
              <a:buAutoNum type="arabicPeriod" startAt="6"/>
            </a:pPr>
            <a:r>
              <a:rPr lang="es-ES_tradnl" sz="1300" dirty="0"/>
              <a:t>Guarde la información ingresada.</a:t>
            </a:r>
          </a:p>
        </p:txBody>
      </p:sp>
      <p:sp>
        <p:nvSpPr>
          <p:cNvPr id="7" name="Rectángulo redondeado 15">
            <a:extLst>
              <a:ext uri="{FF2B5EF4-FFF2-40B4-BE49-F238E27FC236}">
                <a16:creationId xmlns:a16="http://schemas.microsoft.com/office/drawing/2014/main" id="{E9FE97F8-8AD2-0CB7-6CC2-2E87E481E0BD}"/>
              </a:ext>
            </a:extLst>
          </p:cNvPr>
          <p:cNvSpPr/>
          <p:nvPr/>
        </p:nvSpPr>
        <p:spPr>
          <a:xfrm>
            <a:off x="2043321" y="1861672"/>
            <a:ext cx="186799" cy="1531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6</a:t>
            </a:r>
          </a:p>
        </p:txBody>
      </p:sp>
      <p:sp>
        <p:nvSpPr>
          <p:cNvPr id="8" name="Rectángulo redondeado 15">
            <a:extLst>
              <a:ext uri="{FF2B5EF4-FFF2-40B4-BE49-F238E27FC236}">
                <a16:creationId xmlns:a16="http://schemas.microsoft.com/office/drawing/2014/main" id="{BFC70536-3E84-FE6B-8C56-710DC3B05DF8}"/>
              </a:ext>
            </a:extLst>
          </p:cNvPr>
          <p:cNvSpPr/>
          <p:nvPr/>
        </p:nvSpPr>
        <p:spPr>
          <a:xfrm>
            <a:off x="2496113" y="3688870"/>
            <a:ext cx="186799" cy="1531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7</a:t>
            </a:r>
          </a:p>
        </p:txBody>
      </p:sp>
      <p:sp>
        <p:nvSpPr>
          <p:cNvPr id="10" name="Rectángulo 9">
            <a:extLst>
              <a:ext uri="{FF2B5EF4-FFF2-40B4-BE49-F238E27FC236}">
                <a16:creationId xmlns:a16="http://schemas.microsoft.com/office/drawing/2014/main" id="{5F9F19A2-0466-F5CB-884D-130988304678}"/>
              </a:ext>
            </a:extLst>
          </p:cNvPr>
          <p:cNvSpPr/>
          <p:nvPr/>
        </p:nvSpPr>
        <p:spPr>
          <a:xfrm>
            <a:off x="810247" y="1527636"/>
            <a:ext cx="10744444" cy="2934710"/>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4" name="Rectángulo redondeado 15">
            <a:extLst>
              <a:ext uri="{FF2B5EF4-FFF2-40B4-BE49-F238E27FC236}">
                <a16:creationId xmlns:a16="http://schemas.microsoft.com/office/drawing/2014/main" id="{27FED15E-7A40-3CEA-B594-6C28AEB65D14}"/>
              </a:ext>
            </a:extLst>
          </p:cNvPr>
          <p:cNvSpPr/>
          <p:nvPr/>
        </p:nvSpPr>
        <p:spPr>
          <a:xfrm>
            <a:off x="10865135" y="5583755"/>
            <a:ext cx="186799" cy="1531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8</a:t>
            </a:r>
          </a:p>
        </p:txBody>
      </p:sp>
      <p:sp>
        <p:nvSpPr>
          <p:cNvPr id="2" name="Rectángulo 1">
            <a:extLst>
              <a:ext uri="{FF2B5EF4-FFF2-40B4-BE49-F238E27FC236}">
                <a16:creationId xmlns:a16="http://schemas.microsoft.com/office/drawing/2014/main" id="{5EE993E6-6A57-F15D-BBBC-00064A888DAD}"/>
              </a:ext>
            </a:extLst>
          </p:cNvPr>
          <p:cNvSpPr/>
          <p:nvPr/>
        </p:nvSpPr>
        <p:spPr>
          <a:xfrm>
            <a:off x="11070406" y="5714583"/>
            <a:ext cx="499167" cy="164871"/>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cxnSp>
        <p:nvCxnSpPr>
          <p:cNvPr id="6" name="Conector recto de flecha 5">
            <a:extLst>
              <a:ext uri="{FF2B5EF4-FFF2-40B4-BE49-F238E27FC236}">
                <a16:creationId xmlns:a16="http://schemas.microsoft.com/office/drawing/2014/main" id="{AC32FE7B-67EF-3F98-55D5-FE60C20160FF}"/>
              </a:ext>
            </a:extLst>
          </p:cNvPr>
          <p:cNvCxnSpPr>
            <a:cxnSpLocks/>
            <a:stCxn id="8" idx="1"/>
          </p:cNvCxnSpPr>
          <p:nvPr/>
        </p:nvCxnSpPr>
        <p:spPr>
          <a:xfrm flipH="1" flipV="1">
            <a:off x="2043321" y="3509818"/>
            <a:ext cx="452792" cy="2556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0878668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Imagen 10">
            <a:extLst>
              <a:ext uri="{FF2B5EF4-FFF2-40B4-BE49-F238E27FC236}">
                <a16:creationId xmlns:a16="http://schemas.microsoft.com/office/drawing/2014/main" id="{B9DB768C-9A5A-55CF-748A-88F9C5B752C0}"/>
              </a:ext>
            </a:extLst>
          </p:cNvPr>
          <p:cNvPicPr>
            <a:picLocks noChangeAspect="1"/>
          </p:cNvPicPr>
          <p:nvPr/>
        </p:nvPicPr>
        <p:blipFill>
          <a:blip r:embed="rId2"/>
          <a:stretch>
            <a:fillRect/>
          </a:stretch>
        </p:blipFill>
        <p:spPr>
          <a:xfrm>
            <a:off x="830975" y="1294196"/>
            <a:ext cx="10530049" cy="4952088"/>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Gestionar persona natural</a:t>
            </a:r>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419" sz="3000" b="1" dirty="0"/>
              <a:t>Identificación de persona general: </a:t>
            </a:r>
            <a:r>
              <a:rPr lang="es-419" sz="3000" dirty="0"/>
              <a:t>Pestaña Correo electrónico</a:t>
            </a:r>
            <a:endParaRPr lang="es-CL" sz="3000" dirty="0"/>
          </a:p>
        </p:txBody>
      </p:sp>
      <p:sp>
        <p:nvSpPr>
          <p:cNvPr id="9" name="Rectángulo redondeado 5">
            <a:extLst>
              <a:ext uri="{FF2B5EF4-FFF2-40B4-BE49-F238E27FC236}">
                <a16:creationId xmlns:a16="http://schemas.microsoft.com/office/drawing/2014/main" id="{CDF69DE1-240F-785A-BA71-698CD190D6B8}"/>
              </a:ext>
            </a:extLst>
          </p:cNvPr>
          <p:cNvSpPr/>
          <p:nvPr/>
        </p:nvSpPr>
        <p:spPr>
          <a:xfrm>
            <a:off x="1029554" y="3268080"/>
            <a:ext cx="10132890" cy="2523119"/>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400" dirty="0"/>
              <a:t>En la pestaña “Correo electrónico”, ingrese la siguiente información:</a:t>
            </a:r>
          </a:p>
          <a:p>
            <a:pPr marL="342900" indent="-342900">
              <a:buFont typeface="+mj-lt"/>
              <a:buAutoNum type="arabicPeriod"/>
            </a:pPr>
            <a:r>
              <a:rPr lang="es-ES_tradnl" sz="1400" dirty="0"/>
              <a:t>Seleccione el Tipo de correo que va a ingresar a la persona (Personal/institucional)</a:t>
            </a:r>
          </a:p>
          <a:p>
            <a:pPr marL="342900" indent="-342900">
              <a:buFont typeface="+mj-lt"/>
              <a:buAutoNum type="arabicPeriod"/>
            </a:pPr>
            <a:r>
              <a:rPr lang="es-ES_tradnl" sz="1400" dirty="0"/>
              <a:t>Dirección de correo</a:t>
            </a:r>
          </a:p>
          <a:p>
            <a:pPr marL="342900" indent="-342900">
              <a:buFont typeface="+mj-lt"/>
              <a:buAutoNum type="arabicPeriod"/>
            </a:pPr>
            <a:r>
              <a:rPr lang="es-ES_tradnl" sz="1400" dirty="0"/>
              <a:t>Las opciones presentadas son las siguientes:</a:t>
            </a:r>
          </a:p>
          <a:p>
            <a:pPr marL="800100" lvl="1" indent="-342900">
              <a:buFont typeface="Arial" panose="020B0604020202020204" pitchFamily="34" charset="0"/>
              <a:buChar char="•"/>
            </a:pPr>
            <a:r>
              <a:rPr lang="es-ES_tradnl" sz="1400" dirty="0"/>
              <a:t>Debe activar un correo como “Preferido”  (si es estudiante, empleado o docente, el correo preferido debe ser el Institucional)</a:t>
            </a:r>
          </a:p>
          <a:p>
            <a:pPr marL="800100" lvl="1" indent="-342900">
              <a:buFont typeface="Arial" panose="020B0604020202020204" pitchFamily="34" charset="0"/>
              <a:buChar char="•"/>
            </a:pPr>
            <a:r>
              <a:rPr lang="es-ES_tradnl" sz="1400" dirty="0"/>
              <a:t>Indique si el correo lo podrá ver la persona desde Autoservicios activando el campo Desplegar en web</a:t>
            </a:r>
          </a:p>
          <a:p>
            <a:pPr marL="800100" lvl="1" indent="-342900">
              <a:buFont typeface="Arial" panose="020B0604020202020204" pitchFamily="34" charset="0"/>
              <a:buChar char="•"/>
            </a:pPr>
            <a:r>
              <a:rPr lang="es-ES_tradnl" sz="1400" dirty="0"/>
              <a:t>Puede indicarse si un correo electrónico está inactivo mediante la opción Desactivar, si se desea mantener la bitácora.</a:t>
            </a:r>
          </a:p>
          <a:p>
            <a:r>
              <a:rPr lang="es-ES_tradnl" sz="1200" dirty="0"/>
              <a:t>Se pueden ingresar varios correos electrónicos, insertando más registros por medio del símbolo “</a:t>
            </a:r>
            <a:r>
              <a:rPr lang="es-ES_tradnl" sz="1400" b="1" dirty="0"/>
              <a:t>+</a:t>
            </a:r>
            <a:r>
              <a:rPr lang="es-ES_tradnl" sz="1200" dirty="0"/>
              <a:t>” ubicado en la parte superior de la página. Igualmente se pueden eliminar registros haciendo clic sobre el símbolo “</a:t>
            </a:r>
            <a:r>
              <a:rPr lang="es-ES_tradnl" sz="1400" b="1" dirty="0"/>
              <a:t>-</a:t>
            </a:r>
            <a:r>
              <a:rPr lang="es-ES_tradnl" sz="1200" dirty="0"/>
              <a:t>”.</a:t>
            </a:r>
          </a:p>
        </p:txBody>
      </p:sp>
      <p:sp>
        <p:nvSpPr>
          <p:cNvPr id="2" name="Rectángulo redondeado 15">
            <a:extLst>
              <a:ext uri="{FF2B5EF4-FFF2-40B4-BE49-F238E27FC236}">
                <a16:creationId xmlns:a16="http://schemas.microsoft.com/office/drawing/2014/main" id="{F06B7C56-FC7E-08D0-E274-773175019B64}"/>
              </a:ext>
            </a:extLst>
          </p:cNvPr>
          <p:cNvSpPr/>
          <p:nvPr/>
        </p:nvSpPr>
        <p:spPr>
          <a:xfrm>
            <a:off x="791992" y="1950161"/>
            <a:ext cx="186799" cy="1531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1</a:t>
            </a:r>
          </a:p>
        </p:txBody>
      </p:sp>
      <p:sp>
        <p:nvSpPr>
          <p:cNvPr id="7" name="Rectángulo redondeado 15">
            <a:extLst>
              <a:ext uri="{FF2B5EF4-FFF2-40B4-BE49-F238E27FC236}">
                <a16:creationId xmlns:a16="http://schemas.microsoft.com/office/drawing/2014/main" id="{70BAB27D-CF2E-21C4-4CB5-503A16EF56E6}"/>
              </a:ext>
            </a:extLst>
          </p:cNvPr>
          <p:cNvSpPr/>
          <p:nvPr/>
        </p:nvSpPr>
        <p:spPr>
          <a:xfrm>
            <a:off x="3452030" y="2204550"/>
            <a:ext cx="186799" cy="1531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2</a:t>
            </a:r>
          </a:p>
        </p:txBody>
      </p:sp>
      <p:sp>
        <p:nvSpPr>
          <p:cNvPr id="8" name="Rectángulo redondeado 15">
            <a:extLst>
              <a:ext uri="{FF2B5EF4-FFF2-40B4-BE49-F238E27FC236}">
                <a16:creationId xmlns:a16="http://schemas.microsoft.com/office/drawing/2014/main" id="{24834448-6BFB-63FD-F0AB-9009C59E1977}"/>
              </a:ext>
            </a:extLst>
          </p:cNvPr>
          <p:cNvSpPr/>
          <p:nvPr/>
        </p:nvSpPr>
        <p:spPr>
          <a:xfrm>
            <a:off x="4095443" y="2476617"/>
            <a:ext cx="186799" cy="1531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3</a:t>
            </a:r>
          </a:p>
        </p:txBody>
      </p:sp>
      <p:sp>
        <p:nvSpPr>
          <p:cNvPr id="12" name="Rectángulo 11">
            <a:extLst>
              <a:ext uri="{FF2B5EF4-FFF2-40B4-BE49-F238E27FC236}">
                <a16:creationId xmlns:a16="http://schemas.microsoft.com/office/drawing/2014/main" id="{FAD5AFCC-FA3F-4B0D-BB75-ECA89189D7C1}"/>
              </a:ext>
            </a:extLst>
          </p:cNvPr>
          <p:cNvSpPr/>
          <p:nvPr/>
        </p:nvSpPr>
        <p:spPr>
          <a:xfrm>
            <a:off x="985414" y="2052150"/>
            <a:ext cx="1905567" cy="153176"/>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3" name="Rectángulo 12">
            <a:extLst>
              <a:ext uri="{FF2B5EF4-FFF2-40B4-BE49-F238E27FC236}">
                <a16:creationId xmlns:a16="http://schemas.microsoft.com/office/drawing/2014/main" id="{CC5D7C0E-0AE0-A7A5-2C96-5F179386DC8F}"/>
              </a:ext>
            </a:extLst>
          </p:cNvPr>
          <p:cNvSpPr/>
          <p:nvPr/>
        </p:nvSpPr>
        <p:spPr>
          <a:xfrm>
            <a:off x="962330" y="2204550"/>
            <a:ext cx="2455125" cy="153176"/>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4" name="Rectángulo 13">
            <a:extLst>
              <a:ext uri="{FF2B5EF4-FFF2-40B4-BE49-F238E27FC236}">
                <a16:creationId xmlns:a16="http://schemas.microsoft.com/office/drawing/2014/main" id="{2F1F7A8A-9F0C-1E30-4A74-FD46FCDD8500}"/>
              </a:ext>
            </a:extLst>
          </p:cNvPr>
          <p:cNvSpPr/>
          <p:nvPr/>
        </p:nvSpPr>
        <p:spPr>
          <a:xfrm>
            <a:off x="1560615" y="2476617"/>
            <a:ext cx="2455125" cy="153176"/>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202138022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CC546F-FECF-F72D-76C7-2B16D90E5F71}"/>
            </a:ext>
          </a:extLst>
        </p:cNvPr>
        <p:cNvGrpSpPr/>
        <p:nvPr/>
      </p:nvGrpSpPr>
      <p:grpSpPr>
        <a:xfrm>
          <a:off x="0" y="0"/>
          <a:ext cx="0" cy="0"/>
          <a:chOff x="0" y="0"/>
          <a:chExt cx="0" cy="0"/>
        </a:xfrm>
      </p:grpSpPr>
      <p:pic>
        <p:nvPicPr>
          <p:cNvPr id="12" name="Imagen 11">
            <a:extLst>
              <a:ext uri="{FF2B5EF4-FFF2-40B4-BE49-F238E27FC236}">
                <a16:creationId xmlns:a16="http://schemas.microsoft.com/office/drawing/2014/main" id="{AC22A3E8-F010-D04F-0491-B7F7E31D73FD}"/>
              </a:ext>
            </a:extLst>
          </p:cNvPr>
          <p:cNvPicPr>
            <a:picLocks noChangeAspect="1"/>
          </p:cNvPicPr>
          <p:nvPr/>
        </p:nvPicPr>
        <p:blipFill>
          <a:blip r:embed="rId2"/>
          <a:stretch>
            <a:fillRect/>
          </a:stretch>
        </p:blipFill>
        <p:spPr>
          <a:xfrm>
            <a:off x="810247" y="1117971"/>
            <a:ext cx="10861800" cy="5113767"/>
          </a:xfrm>
          <a:prstGeom prst="rect">
            <a:avLst/>
          </a:prstGeom>
        </p:spPr>
      </p:pic>
      <p:sp>
        <p:nvSpPr>
          <p:cNvPr id="3" name="Marcador de texto vertical 2">
            <a:extLst>
              <a:ext uri="{FF2B5EF4-FFF2-40B4-BE49-F238E27FC236}">
                <a16:creationId xmlns:a16="http://schemas.microsoft.com/office/drawing/2014/main" id="{04527A92-6037-C2F5-630B-61DF64240EFA}"/>
              </a:ext>
            </a:extLst>
          </p:cNvPr>
          <p:cNvSpPr>
            <a:spLocks noGrp="1"/>
          </p:cNvSpPr>
          <p:nvPr>
            <p:ph type="body" orient="vert" sz="quarter" idx="17"/>
          </p:nvPr>
        </p:nvSpPr>
        <p:spPr/>
        <p:txBody>
          <a:bodyPr/>
          <a:lstStyle/>
          <a:p>
            <a:r>
              <a:rPr lang="es-419" sz="1200" dirty="0"/>
              <a:t>Gestionar persona natural</a:t>
            </a:r>
          </a:p>
        </p:txBody>
      </p:sp>
      <p:sp>
        <p:nvSpPr>
          <p:cNvPr id="4" name="Título 3">
            <a:extLst>
              <a:ext uri="{FF2B5EF4-FFF2-40B4-BE49-F238E27FC236}">
                <a16:creationId xmlns:a16="http://schemas.microsoft.com/office/drawing/2014/main" id="{39FB58D3-A269-C7A0-F1C0-83E3D549143C}"/>
              </a:ext>
            </a:extLst>
          </p:cNvPr>
          <p:cNvSpPr>
            <a:spLocks noGrp="1"/>
          </p:cNvSpPr>
          <p:nvPr>
            <p:ph type="title"/>
          </p:nvPr>
        </p:nvSpPr>
        <p:spPr>
          <a:xfrm>
            <a:off x="810247" y="327992"/>
            <a:ext cx="10271883" cy="626165"/>
          </a:xfrm>
        </p:spPr>
        <p:txBody>
          <a:bodyPr/>
          <a:lstStyle/>
          <a:p>
            <a:r>
              <a:rPr lang="es-419" sz="3000" b="1" dirty="0"/>
              <a:t>Identificación de persona general: </a:t>
            </a:r>
            <a:r>
              <a:rPr lang="es-419" sz="3000" dirty="0"/>
              <a:t>Pestaña Contacto de emergencia</a:t>
            </a:r>
            <a:endParaRPr lang="es-CL" sz="3000" dirty="0"/>
          </a:p>
        </p:txBody>
      </p:sp>
      <p:sp>
        <p:nvSpPr>
          <p:cNvPr id="9" name="Rectángulo redondeado 5">
            <a:extLst>
              <a:ext uri="{FF2B5EF4-FFF2-40B4-BE49-F238E27FC236}">
                <a16:creationId xmlns:a16="http://schemas.microsoft.com/office/drawing/2014/main" id="{C941028A-6C7D-C153-75B8-38D0740159DD}"/>
              </a:ext>
            </a:extLst>
          </p:cNvPr>
          <p:cNvSpPr/>
          <p:nvPr/>
        </p:nvSpPr>
        <p:spPr>
          <a:xfrm>
            <a:off x="755805" y="3886512"/>
            <a:ext cx="10625948" cy="2233272"/>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400" dirty="0"/>
              <a:t>Se crea e ingresa la información a los contactos de emergencia, con los siguientes datos:</a:t>
            </a:r>
          </a:p>
          <a:p>
            <a:pPr marL="342900" indent="-342900">
              <a:buFont typeface="+mj-lt"/>
              <a:buAutoNum type="arabicPeriod"/>
            </a:pPr>
            <a:r>
              <a:rPr lang="es-ES_tradnl" sz="1400" dirty="0"/>
              <a:t>Prioridad: es un campo numérico y obligatorio. Si la persona tiene más de un contacto de emergencia, iniciando con 1, se enumera el orden de prioridad de los contactos.</a:t>
            </a:r>
          </a:p>
          <a:p>
            <a:pPr marL="342900" indent="-342900">
              <a:buFont typeface="+mj-lt"/>
              <a:buAutoNum type="arabicPeriod"/>
            </a:pPr>
            <a:r>
              <a:rPr lang="es-ES_tradnl" sz="1400" dirty="0"/>
              <a:t>Apellido: la primera con mayúsculas y con tilde (si aplica), los apellidos de la persona, separados por punto y coma (</a:t>
            </a:r>
            <a:r>
              <a:rPr lang="es-ES_tradnl" sz="1600" b="1" dirty="0"/>
              <a:t>/</a:t>
            </a:r>
            <a:r>
              <a:rPr lang="es-ES_tradnl" sz="1400" dirty="0"/>
              <a:t>)</a:t>
            </a:r>
          </a:p>
          <a:p>
            <a:pPr marL="342900" indent="-342900">
              <a:buFont typeface="+mj-lt"/>
              <a:buAutoNum type="arabicPeriod"/>
            </a:pPr>
            <a:r>
              <a:rPr lang="es-ES_tradnl" sz="1400" dirty="0"/>
              <a:t>Nombre: Se ingresa, la primera con mayúsculas y con tilde (si aplica), el primer nombre de la persona</a:t>
            </a:r>
          </a:p>
          <a:p>
            <a:pPr marL="342900" indent="-342900">
              <a:buFont typeface="+mj-lt"/>
              <a:buAutoNum type="arabicPeriod"/>
            </a:pPr>
            <a:r>
              <a:rPr lang="es-ES_tradnl" sz="1400" dirty="0"/>
              <a:t>Segundo nombre: Se ingresa, la primera con mayúscula y con tilde (si aplica), el segundo nombre de la persona, si lo tiene.</a:t>
            </a:r>
          </a:p>
          <a:p>
            <a:pPr marL="342900" indent="-342900">
              <a:buFont typeface="+mj-lt"/>
              <a:buAutoNum type="arabicPeriod"/>
            </a:pPr>
            <a:r>
              <a:rPr lang="es-ES_tradnl" sz="1400" dirty="0"/>
              <a:t>Relación: indique el parentesco o relación de la persona con el contacto de emergencia.</a:t>
            </a:r>
          </a:p>
          <a:p>
            <a:endParaRPr lang="es-ES_tradnl" sz="1200" b="1" dirty="0"/>
          </a:p>
          <a:p>
            <a:r>
              <a:rPr lang="es-ES_tradnl" sz="1200" b="1" dirty="0"/>
              <a:t>Nota</a:t>
            </a:r>
            <a:r>
              <a:rPr lang="es-ES_tradnl" sz="1200" dirty="0"/>
              <a:t>: Se deben incluir entre los contactos de emergencia el Representante Legal y el Sostenedor para efectos de los estudiantes y el contrato de la matrícula. Igualmente, el contacto de emergencia que firma en el contrato, debe ser incluido en la página SOAFOLK que se explica más adelante.</a:t>
            </a:r>
          </a:p>
        </p:txBody>
      </p:sp>
      <p:sp>
        <p:nvSpPr>
          <p:cNvPr id="2" name="Rectángulo redondeado 15">
            <a:extLst>
              <a:ext uri="{FF2B5EF4-FFF2-40B4-BE49-F238E27FC236}">
                <a16:creationId xmlns:a16="http://schemas.microsoft.com/office/drawing/2014/main" id="{E8CB9035-8DF7-8FC0-AAC6-91309BAA0500}"/>
              </a:ext>
            </a:extLst>
          </p:cNvPr>
          <p:cNvSpPr/>
          <p:nvPr/>
        </p:nvSpPr>
        <p:spPr>
          <a:xfrm>
            <a:off x="2114151" y="1869613"/>
            <a:ext cx="186799" cy="1531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1</a:t>
            </a:r>
          </a:p>
        </p:txBody>
      </p:sp>
      <p:sp>
        <p:nvSpPr>
          <p:cNvPr id="6" name="Rectángulo redondeado 15">
            <a:extLst>
              <a:ext uri="{FF2B5EF4-FFF2-40B4-BE49-F238E27FC236}">
                <a16:creationId xmlns:a16="http://schemas.microsoft.com/office/drawing/2014/main" id="{145775CB-1500-EF78-F72C-5528FC803849}"/>
              </a:ext>
            </a:extLst>
          </p:cNvPr>
          <p:cNvSpPr/>
          <p:nvPr/>
        </p:nvSpPr>
        <p:spPr>
          <a:xfrm>
            <a:off x="3790968" y="2368884"/>
            <a:ext cx="186799" cy="1531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2</a:t>
            </a:r>
          </a:p>
        </p:txBody>
      </p:sp>
      <p:sp>
        <p:nvSpPr>
          <p:cNvPr id="10" name="Rectángulo redondeado 15">
            <a:extLst>
              <a:ext uri="{FF2B5EF4-FFF2-40B4-BE49-F238E27FC236}">
                <a16:creationId xmlns:a16="http://schemas.microsoft.com/office/drawing/2014/main" id="{932B9217-6530-F28F-2D34-3A1183931DA3}"/>
              </a:ext>
            </a:extLst>
          </p:cNvPr>
          <p:cNvSpPr/>
          <p:nvPr/>
        </p:nvSpPr>
        <p:spPr>
          <a:xfrm>
            <a:off x="3795588" y="2530520"/>
            <a:ext cx="186799" cy="1531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3</a:t>
            </a:r>
          </a:p>
        </p:txBody>
      </p:sp>
      <p:sp>
        <p:nvSpPr>
          <p:cNvPr id="7" name="Rectángulo 6">
            <a:extLst>
              <a:ext uri="{FF2B5EF4-FFF2-40B4-BE49-F238E27FC236}">
                <a16:creationId xmlns:a16="http://schemas.microsoft.com/office/drawing/2014/main" id="{DCD8EC5E-D363-0F64-4C0D-97134DC29984}"/>
              </a:ext>
            </a:extLst>
          </p:cNvPr>
          <p:cNvSpPr/>
          <p:nvPr/>
        </p:nvSpPr>
        <p:spPr>
          <a:xfrm>
            <a:off x="1249066" y="1911689"/>
            <a:ext cx="810643" cy="153176"/>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1" name="Rectángulo 10">
            <a:extLst>
              <a:ext uri="{FF2B5EF4-FFF2-40B4-BE49-F238E27FC236}">
                <a16:creationId xmlns:a16="http://schemas.microsoft.com/office/drawing/2014/main" id="{B0589C9F-06CB-7CA9-DBA2-16674F971988}"/>
              </a:ext>
            </a:extLst>
          </p:cNvPr>
          <p:cNvSpPr/>
          <p:nvPr/>
        </p:nvSpPr>
        <p:spPr>
          <a:xfrm>
            <a:off x="1244453" y="2073325"/>
            <a:ext cx="2455125" cy="153176"/>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3" name="Rectángulo 12">
            <a:extLst>
              <a:ext uri="{FF2B5EF4-FFF2-40B4-BE49-F238E27FC236}">
                <a16:creationId xmlns:a16="http://schemas.microsoft.com/office/drawing/2014/main" id="{900A254F-3286-A558-7D84-4F1FDEEB3686}"/>
              </a:ext>
            </a:extLst>
          </p:cNvPr>
          <p:cNvSpPr/>
          <p:nvPr/>
        </p:nvSpPr>
        <p:spPr>
          <a:xfrm>
            <a:off x="1290634" y="2368884"/>
            <a:ext cx="2450512" cy="153176"/>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4" name="Rectángulo 13">
            <a:extLst>
              <a:ext uri="{FF2B5EF4-FFF2-40B4-BE49-F238E27FC236}">
                <a16:creationId xmlns:a16="http://schemas.microsoft.com/office/drawing/2014/main" id="{D4458D99-D091-555B-BAF6-AADDA9D8D2CB}"/>
              </a:ext>
            </a:extLst>
          </p:cNvPr>
          <p:cNvSpPr/>
          <p:nvPr/>
        </p:nvSpPr>
        <p:spPr>
          <a:xfrm>
            <a:off x="1286021" y="2530520"/>
            <a:ext cx="2455125" cy="153176"/>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5" name="Rectángulo redondeado 15">
            <a:extLst>
              <a:ext uri="{FF2B5EF4-FFF2-40B4-BE49-F238E27FC236}">
                <a16:creationId xmlns:a16="http://schemas.microsoft.com/office/drawing/2014/main" id="{A6F3AE10-15FC-0239-955D-43160879AE6E}"/>
              </a:ext>
            </a:extLst>
          </p:cNvPr>
          <p:cNvSpPr/>
          <p:nvPr/>
        </p:nvSpPr>
        <p:spPr>
          <a:xfrm>
            <a:off x="3790969" y="2701392"/>
            <a:ext cx="186799" cy="1531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4</a:t>
            </a:r>
          </a:p>
        </p:txBody>
      </p:sp>
      <p:sp>
        <p:nvSpPr>
          <p:cNvPr id="16" name="Rectángulo 15">
            <a:extLst>
              <a:ext uri="{FF2B5EF4-FFF2-40B4-BE49-F238E27FC236}">
                <a16:creationId xmlns:a16="http://schemas.microsoft.com/office/drawing/2014/main" id="{4547402D-F665-0C24-65D6-4DA7AF288613}"/>
              </a:ext>
            </a:extLst>
          </p:cNvPr>
          <p:cNvSpPr/>
          <p:nvPr/>
        </p:nvSpPr>
        <p:spPr>
          <a:xfrm>
            <a:off x="1006764" y="2692156"/>
            <a:ext cx="2729767" cy="153176"/>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7" name="Rectángulo redondeado 15">
            <a:extLst>
              <a:ext uri="{FF2B5EF4-FFF2-40B4-BE49-F238E27FC236}">
                <a16:creationId xmlns:a16="http://schemas.microsoft.com/office/drawing/2014/main" id="{F64B8AB5-C7C2-8EC4-5607-5682B868F896}"/>
              </a:ext>
            </a:extLst>
          </p:cNvPr>
          <p:cNvSpPr/>
          <p:nvPr/>
        </p:nvSpPr>
        <p:spPr>
          <a:xfrm>
            <a:off x="3754020" y="2078498"/>
            <a:ext cx="186799" cy="1531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5</a:t>
            </a:r>
          </a:p>
        </p:txBody>
      </p:sp>
    </p:spTree>
    <p:extLst>
      <p:ext uri="{BB962C8B-B14F-4D97-AF65-F5344CB8AC3E}">
        <p14:creationId xmlns:p14="http://schemas.microsoft.com/office/powerpoint/2010/main" val="72171750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8AF814-5D1A-4315-24E8-D0438430FF1D}"/>
            </a:ext>
          </a:extLst>
        </p:cNvPr>
        <p:cNvGrpSpPr/>
        <p:nvPr/>
      </p:nvGrpSpPr>
      <p:grpSpPr>
        <a:xfrm>
          <a:off x="0" y="0"/>
          <a:ext cx="0" cy="0"/>
          <a:chOff x="0" y="0"/>
          <a:chExt cx="0" cy="0"/>
        </a:xfrm>
      </p:grpSpPr>
      <p:pic>
        <p:nvPicPr>
          <p:cNvPr id="12" name="Imagen 11">
            <a:extLst>
              <a:ext uri="{FF2B5EF4-FFF2-40B4-BE49-F238E27FC236}">
                <a16:creationId xmlns:a16="http://schemas.microsoft.com/office/drawing/2014/main" id="{84473D5A-96F8-8465-B0A2-C4F963B470B9}"/>
              </a:ext>
            </a:extLst>
          </p:cNvPr>
          <p:cNvPicPr>
            <a:picLocks noChangeAspect="1"/>
          </p:cNvPicPr>
          <p:nvPr/>
        </p:nvPicPr>
        <p:blipFill>
          <a:blip r:embed="rId2"/>
          <a:stretch>
            <a:fillRect/>
          </a:stretch>
        </p:blipFill>
        <p:spPr>
          <a:xfrm>
            <a:off x="810247" y="1117971"/>
            <a:ext cx="10861800" cy="5113767"/>
          </a:xfrm>
          <a:prstGeom prst="rect">
            <a:avLst/>
          </a:prstGeom>
        </p:spPr>
      </p:pic>
      <p:sp>
        <p:nvSpPr>
          <p:cNvPr id="3" name="Marcador de texto vertical 2">
            <a:extLst>
              <a:ext uri="{FF2B5EF4-FFF2-40B4-BE49-F238E27FC236}">
                <a16:creationId xmlns:a16="http://schemas.microsoft.com/office/drawing/2014/main" id="{C6F96589-73F2-8357-3C86-A587A6B65370}"/>
              </a:ext>
            </a:extLst>
          </p:cNvPr>
          <p:cNvSpPr>
            <a:spLocks noGrp="1"/>
          </p:cNvSpPr>
          <p:nvPr>
            <p:ph type="body" orient="vert" sz="quarter" idx="17"/>
          </p:nvPr>
        </p:nvSpPr>
        <p:spPr/>
        <p:txBody>
          <a:bodyPr/>
          <a:lstStyle/>
          <a:p>
            <a:r>
              <a:rPr lang="es-419" sz="1200" dirty="0"/>
              <a:t>Gestionar persona natural</a:t>
            </a:r>
          </a:p>
        </p:txBody>
      </p:sp>
      <p:sp>
        <p:nvSpPr>
          <p:cNvPr id="4" name="Título 3">
            <a:extLst>
              <a:ext uri="{FF2B5EF4-FFF2-40B4-BE49-F238E27FC236}">
                <a16:creationId xmlns:a16="http://schemas.microsoft.com/office/drawing/2014/main" id="{AA7A8D84-6532-FCEC-C1DC-C0D6C6F63BD3}"/>
              </a:ext>
            </a:extLst>
          </p:cNvPr>
          <p:cNvSpPr>
            <a:spLocks noGrp="1"/>
          </p:cNvSpPr>
          <p:nvPr>
            <p:ph type="title"/>
          </p:nvPr>
        </p:nvSpPr>
        <p:spPr>
          <a:xfrm>
            <a:off x="810247" y="327992"/>
            <a:ext cx="10271883" cy="626165"/>
          </a:xfrm>
        </p:spPr>
        <p:txBody>
          <a:bodyPr/>
          <a:lstStyle/>
          <a:p>
            <a:r>
              <a:rPr lang="es-419" sz="3000" b="1" dirty="0"/>
              <a:t>Identificación de persona general: </a:t>
            </a:r>
            <a:r>
              <a:rPr lang="es-419" sz="3000" dirty="0"/>
              <a:t>Pestaña Contacto de emergencia</a:t>
            </a:r>
            <a:endParaRPr lang="es-CL" sz="2000" dirty="0"/>
          </a:p>
        </p:txBody>
      </p:sp>
      <p:sp>
        <p:nvSpPr>
          <p:cNvPr id="9" name="Rectángulo redondeado 5">
            <a:extLst>
              <a:ext uri="{FF2B5EF4-FFF2-40B4-BE49-F238E27FC236}">
                <a16:creationId xmlns:a16="http://schemas.microsoft.com/office/drawing/2014/main" id="{E62CBB3D-1C45-BF40-CFEB-0F40913571F5}"/>
              </a:ext>
            </a:extLst>
          </p:cNvPr>
          <p:cNvSpPr/>
          <p:nvPr/>
        </p:nvSpPr>
        <p:spPr>
          <a:xfrm>
            <a:off x="519953" y="4183541"/>
            <a:ext cx="10625948" cy="2024825"/>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342900" indent="-342900">
              <a:buFont typeface="+mj-lt"/>
              <a:buAutoNum type="arabicPeriod" startAt="6"/>
            </a:pPr>
            <a:r>
              <a:rPr lang="es-ES_tradnl" sz="1400" dirty="0"/>
              <a:t>Opcionalmente, puede ingresar un tipo de dirección para el contacto de emergencia de la persona, indicando el tipo de dirección, calle línea 1, Ciudad y País como datos mínimos.</a:t>
            </a:r>
          </a:p>
          <a:p>
            <a:pPr marL="360363"/>
            <a:r>
              <a:rPr lang="es-ES_tradnl" sz="1200" b="1" dirty="0"/>
              <a:t>Nota1</a:t>
            </a:r>
            <a:r>
              <a:rPr lang="es-ES_tradnl" sz="1200" dirty="0"/>
              <a:t>: Si el tipo de dirección seleccionado para la persona de contacto existe para la persona, el sistema toma la misma dirección, que puede ser modificada sin afectar la de la persona principal.</a:t>
            </a:r>
          </a:p>
          <a:p>
            <a:pPr marL="360363"/>
            <a:r>
              <a:rPr lang="es-ES_tradnl" sz="1200" dirty="0"/>
              <a:t>Nota 2: El tipo de dirección del sostenedor económico, para efectos del contrato de matrícula, debe ser ingresado con el código SO; y la del Representante legado con el código RL.</a:t>
            </a:r>
          </a:p>
          <a:p>
            <a:pPr marL="342900" indent="-342900">
              <a:buFont typeface="+mj-lt"/>
              <a:buAutoNum type="arabicPeriod" startAt="7"/>
            </a:pPr>
            <a:r>
              <a:rPr lang="es-ES_tradnl" sz="1400" dirty="0"/>
              <a:t>Igualmente, puede ingresar el Número de teléfono y el corro electrónico del contacto de emergencia.</a:t>
            </a:r>
          </a:p>
          <a:p>
            <a:r>
              <a:rPr lang="es-ES_tradnl" sz="1200" dirty="0"/>
              <a:t>Se pueden ingresar varios contactos de emergencia para una persona, insertando más registros por medio del símbolo “</a:t>
            </a:r>
            <a:r>
              <a:rPr lang="es-ES_tradnl" sz="1200" b="1" dirty="0"/>
              <a:t>+</a:t>
            </a:r>
            <a:r>
              <a:rPr lang="es-ES_tradnl" sz="1200" dirty="0"/>
              <a:t>” ubicado en la parte superior de la página. Igualmente se pueden eliminar registros haciendo clic sobre el símbolo “</a:t>
            </a:r>
            <a:r>
              <a:rPr lang="es-ES_tradnl" sz="1200" b="1" dirty="0"/>
              <a:t>-</a:t>
            </a:r>
            <a:r>
              <a:rPr lang="es-ES_tradnl" sz="1200" dirty="0"/>
              <a:t>”.</a:t>
            </a:r>
          </a:p>
          <a:p>
            <a:endParaRPr lang="es-ES_tradnl" sz="1400" dirty="0"/>
          </a:p>
        </p:txBody>
      </p:sp>
      <p:sp>
        <p:nvSpPr>
          <p:cNvPr id="16" name="Rectángulo 15">
            <a:extLst>
              <a:ext uri="{FF2B5EF4-FFF2-40B4-BE49-F238E27FC236}">
                <a16:creationId xmlns:a16="http://schemas.microsoft.com/office/drawing/2014/main" id="{C26B9830-268D-EEF6-158E-32C976858706}"/>
              </a:ext>
            </a:extLst>
          </p:cNvPr>
          <p:cNvSpPr/>
          <p:nvPr/>
        </p:nvSpPr>
        <p:spPr>
          <a:xfrm>
            <a:off x="1006765" y="2816507"/>
            <a:ext cx="2692814" cy="956465"/>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7" name="Rectángulo redondeado 15">
            <a:extLst>
              <a:ext uri="{FF2B5EF4-FFF2-40B4-BE49-F238E27FC236}">
                <a16:creationId xmlns:a16="http://schemas.microsoft.com/office/drawing/2014/main" id="{8F27C171-091C-B740-E0EC-6A9AA0ED11ED}"/>
              </a:ext>
            </a:extLst>
          </p:cNvPr>
          <p:cNvSpPr/>
          <p:nvPr/>
        </p:nvSpPr>
        <p:spPr>
          <a:xfrm>
            <a:off x="3747274" y="3224966"/>
            <a:ext cx="186799" cy="1531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6</a:t>
            </a:r>
          </a:p>
        </p:txBody>
      </p:sp>
      <p:cxnSp>
        <p:nvCxnSpPr>
          <p:cNvPr id="8" name="Conector recto de flecha 7">
            <a:extLst>
              <a:ext uri="{FF2B5EF4-FFF2-40B4-BE49-F238E27FC236}">
                <a16:creationId xmlns:a16="http://schemas.microsoft.com/office/drawing/2014/main" id="{0160195B-D348-2D09-AC2D-462C48B7F1AD}"/>
              </a:ext>
            </a:extLst>
          </p:cNvPr>
          <p:cNvCxnSpPr>
            <a:cxnSpLocks/>
            <a:stCxn id="17" idx="3"/>
          </p:cNvCxnSpPr>
          <p:nvPr/>
        </p:nvCxnSpPr>
        <p:spPr>
          <a:xfrm flipV="1">
            <a:off x="3934073" y="2226501"/>
            <a:ext cx="2300472" cy="10750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Rectángulo 19">
            <a:extLst>
              <a:ext uri="{FF2B5EF4-FFF2-40B4-BE49-F238E27FC236}">
                <a16:creationId xmlns:a16="http://schemas.microsoft.com/office/drawing/2014/main" id="{479BB303-F302-AAF1-B11F-07A941B8F13E}"/>
              </a:ext>
            </a:extLst>
          </p:cNvPr>
          <p:cNvSpPr/>
          <p:nvPr/>
        </p:nvSpPr>
        <p:spPr>
          <a:xfrm>
            <a:off x="6260481" y="2073325"/>
            <a:ext cx="2754209" cy="601135"/>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21" name="Rectángulo 20">
            <a:extLst>
              <a:ext uri="{FF2B5EF4-FFF2-40B4-BE49-F238E27FC236}">
                <a16:creationId xmlns:a16="http://schemas.microsoft.com/office/drawing/2014/main" id="{154F347A-C2EE-4C4B-29D5-EF98D0722AA3}"/>
              </a:ext>
            </a:extLst>
          </p:cNvPr>
          <p:cNvSpPr/>
          <p:nvPr/>
        </p:nvSpPr>
        <p:spPr>
          <a:xfrm>
            <a:off x="6260481" y="2823321"/>
            <a:ext cx="2692814" cy="806493"/>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22" name="Rectángulo redondeado 15">
            <a:extLst>
              <a:ext uri="{FF2B5EF4-FFF2-40B4-BE49-F238E27FC236}">
                <a16:creationId xmlns:a16="http://schemas.microsoft.com/office/drawing/2014/main" id="{D832587B-90BC-360D-4718-D66CC9E931B2}"/>
              </a:ext>
            </a:extLst>
          </p:cNvPr>
          <p:cNvSpPr/>
          <p:nvPr/>
        </p:nvSpPr>
        <p:spPr>
          <a:xfrm>
            <a:off x="6047746" y="2927008"/>
            <a:ext cx="186799" cy="1531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7</a:t>
            </a:r>
          </a:p>
        </p:txBody>
      </p:sp>
    </p:spTree>
    <p:extLst>
      <p:ext uri="{BB962C8B-B14F-4D97-AF65-F5344CB8AC3E}">
        <p14:creationId xmlns:p14="http://schemas.microsoft.com/office/powerpoint/2010/main" val="340817477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ACA71F52-2344-10C1-B1DE-B6FACEA1B30C}"/>
              </a:ext>
            </a:extLst>
          </p:cNvPr>
          <p:cNvPicPr>
            <a:picLocks noChangeAspect="1"/>
          </p:cNvPicPr>
          <p:nvPr/>
        </p:nvPicPr>
        <p:blipFill>
          <a:blip r:embed="rId2"/>
          <a:stretch>
            <a:fillRect/>
          </a:stretch>
        </p:blipFill>
        <p:spPr>
          <a:xfrm>
            <a:off x="879722" y="1189807"/>
            <a:ext cx="10671301" cy="5015901"/>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Gestionar persona natural</a:t>
            </a:r>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419" sz="3000" b="1" dirty="0"/>
              <a:t>Identificación de persona general: </a:t>
            </a:r>
            <a:r>
              <a:rPr lang="es-419" sz="3000" dirty="0"/>
              <a:t>Pestaña identificación adicional</a:t>
            </a:r>
            <a:endParaRPr lang="es-CL" sz="3000" dirty="0"/>
          </a:p>
        </p:txBody>
      </p:sp>
      <p:sp>
        <p:nvSpPr>
          <p:cNvPr id="9" name="Rectángulo redondeado 5">
            <a:extLst>
              <a:ext uri="{FF2B5EF4-FFF2-40B4-BE49-F238E27FC236}">
                <a16:creationId xmlns:a16="http://schemas.microsoft.com/office/drawing/2014/main" id="{CDF69DE1-240F-785A-BA71-698CD190D6B8}"/>
              </a:ext>
            </a:extLst>
          </p:cNvPr>
          <p:cNvSpPr/>
          <p:nvPr/>
        </p:nvSpPr>
        <p:spPr>
          <a:xfrm>
            <a:off x="1039966" y="3428999"/>
            <a:ext cx="10350812" cy="1666874"/>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400" dirty="0"/>
              <a:t>En esta pestaña se cargan los siguientes datos:</a:t>
            </a:r>
          </a:p>
          <a:p>
            <a:pPr marL="342900" indent="-342900">
              <a:buFont typeface="+mj-lt"/>
              <a:buAutoNum type="arabicPeriod"/>
            </a:pPr>
            <a:r>
              <a:rPr lang="es-ES_tradnl" sz="1400" dirty="0"/>
              <a:t>Tipo de ID:  Se selecciona el tipo de documento que tiene la persona:</a:t>
            </a:r>
          </a:p>
          <a:p>
            <a:pPr marL="800100" lvl="1" indent="-342900">
              <a:buFont typeface="Arial" panose="020B0604020202020204" pitchFamily="34" charset="0"/>
              <a:buChar char="•"/>
            </a:pPr>
            <a:r>
              <a:rPr lang="es-ES_tradnl" sz="1400" dirty="0"/>
              <a:t>PAS: Pasaporte</a:t>
            </a:r>
          </a:p>
          <a:p>
            <a:pPr marL="800100" lvl="1" indent="-342900">
              <a:buFont typeface="Arial" panose="020B0604020202020204" pitchFamily="34" charset="0"/>
              <a:buChar char="•"/>
            </a:pPr>
            <a:r>
              <a:rPr lang="es-ES_tradnl" sz="1400" dirty="0"/>
              <a:t>IDL: ID Legado (solo para uso de migración)</a:t>
            </a:r>
          </a:p>
          <a:p>
            <a:pPr marL="342900" indent="-342900">
              <a:buFont typeface="+mj-lt"/>
              <a:buAutoNum type="arabicPeriod"/>
            </a:pPr>
            <a:r>
              <a:rPr lang="es-ES_tradnl" sz="1400" dirty="0"/>
              <a:t>Identificación adicional: se ingresa el número de documento o pasaporte de la persona, según corresponda.</a:t>
            </a:r>
          </a:p>
        </p:txBody>
      </p:sp>
      <p:sp>
        <p:nvSpPr>
          <p:cNvPr id="8" name="Rectángulo redondeado 15">
            <a:extLst>
              <a:ext uri="{FF2B5EF4-FFF2-40B4-BE49-F238E27FC236}">
                <a16:creationId xmlns:a16="http://schemas.microsoft.com/office/drawing/2014/main" id="{7E07BF31-93D9-64E1-82EB-BE9F6B1EDE0D}"/>
              </a:ext>
            </a:extLst>
          </p:cNvPr>
          <p:cNvSpPr/>
          <p:nvPr/>
        </p:nvSpPr>
        <p:spPr>
          <a:xfrm>
            <a:off x="1969797" y="1812075"/>
            <a:ext cx="186799" cy="1531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1</a:t>
            </a:r>
          </a:p>
        </p:txBody>
      </p:sp>
      <p:sp>
        <p:nvSpPr>
          <p:cNvPr id="10" name="Rectángulo 9">
            <a:extLst>
              <a:ext uri="{FF2B5EF4-FFF2-40B4-BE49-F238E27FC236}">
                <a16:creationId xmlns:a16="http://schemas.microsoft.com/office/drawing/2014/main" id="{EECD8E5E-FF2C-0814-4C31-B1D9E04CB8C8}"/>
              </a:ext>
            </a:extLst>
          </p:cNvPr>
          <p:cNvSpPr/>
          <p:nvPr/>
        </p:nvSpPr>
        <p:spPr>
          <a:xfrm>
            <a:off x="893443" y="1943364"/>
            <a:ext cx="1040132" cy="288309"/>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1" name="Rectángulo 10">
            <a:extLst>
              <a:ext uri="{FF2B5EF4-FFF2-40B4-BE49-F238E27FC236}">
                <a16:creationId xmlns:a16="http://schemas.microsoft.com/office/drawing/2014/main" id="{65E0BD49-1B77-E937-4FB6-97D37F6909E2}"/>
              </a:ext>
            </a:extLst>
          </p:cNvPr>
          <p:cNvSpPr/>
          <p:nvPr/>
        </p:nvSpPr>
        <p:spPr>
          <a:xfrm>
            <a:off x="5378303" y="1925322"/>
            <a:ext cx="2872880" cy="306352"/>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2" name="Rectángulo redondeado 15">
            <a:extLst>
              <a:ext uri="{FF2B5EF4-FFF2-40B4-BE49-F238E27FC236}">
                <a16:creationId xmlns:a16="http://schemas.microsoft.com/office/drawing/2014/main" id="{61F6C9E1-B03E-3E1B-FC81-DD2D67CE6ED2}"/>
              </a:ext>
            </a:extLst>
          </p:cNvPr>
          <p:cNvSpPr/>
          <p:nvPr/>
        </p:nvSpPr>
        <p:spPr>
          <a:xfrm>
            <a:off x="5149843" y="1869613"/>
            <a:ext cx="186799" cy="1531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2</a:t>
            </a:r>
          </a:p>
        </p:txBody>
      </p:sp>
    </p:spTree>
    <p:extLst>
      <p:ext uri="{BB962C8B-B14F-4D97-AF65-F5344CB8AC3E}">
        <p14:creationId xmlns:p14="http://schemas.microsoft.com/office/powerpoint/2010/main" val="215993085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vertical 1">
            <a:extLst>
              <a:ext uri="{FF2B5EF4-FFF2-40B4-BE49-F238E27FC236}">
                <a16:creationId xmlns:a16="http://schemas.microsoft.com/office/drawing/2014/main" id="{29B5397C-3EB9-9F23-774B-45E8DCDC8B60}"/>
              </a:ext>
            </a:extLst>
          </p:cNvPr>
          <p:cNvSpPr>
            <a:spLocks noGrp="1"/>
          </p:cNvSpPr>
          <p:nvPr>
            <p:ph type="body" sz="quarter" idx="10"/>
          </p:nvPr>
        </p:nvSpPr>
        <p:spPr>
          <a:xfrm>
            <a:off x="914399" y="2238843"/>
            <a:ext cx="10363202" cy="153312"/>
          </a:xfrm>
        </p:spPr>
        <p:txBody>
          <a:bodyPr vert="horz" lIns="0" tIns="0" rIns="0" bIns="0" rtlCol="0">
            <a:spAutoFit/>
          </a:bodyPr>
          <a:lstStyle/>
          <a:p>
            <a:r>
              <a:rPr lang="es-CL" dirty="0"/>
              <a:t>Comentarios de personas</a:t>
            </a:r>
            <a:endParaRPr lang="es-419" dirty="0"/>
          </a:p>
        </p:txBody>
      </p:sp>
      <p:sp>
        <p:nvSpPr>
          <p:cNvPr id="4" name="Marcador de texto 3">
            <a:extLst>
              <a:ext uri="{FF2B5EF4-FFF2-40B4-BE49-F238E27FC236}">
                <a16:creationId xmlns:a16="http://schemas.microsoft.com/office/drawing/2014/main" id="{4D503E1F-2AE8-1E5E-02D2-3B13D0AC13DC}"/>
              </a:ext>
            </a:extLst>
          </p:cNvPr>
          <p:cNvSpPr>
            <a:spLocks noGrp="1"/>
          </p:cNvSpPr>
          <p:nvPr>
            <p:ph type="body" sz="quarter" idx="11"/>
          </p:nvPr>
        </p:nvSpPr>
        <p:spPr/>
        <p:txBody>
          <a:bodyPr/>
          <a:lstStyle/>
          <a:p>
            <a:r>
              <a:rPr lang="es-419" dirty="0"/>
              <a:t>Gestionar persona natural</a:t>
            </a:r>
          </a:p>
        </p:txBody>
      </p:sp>
    </p:spTree>
    <p:extLst>
      <p:ext uri="{BB962C8B-B14F-4D97-AF65-F5344CB8AC3E}">
        <p14:creationId xmlns:p14="http://schemas.microsoft.com/office/powerpoint/2010/main" val="150240778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607AFEF2-0196-015B-C6D9-FBBC008BDE98}"/>
              </a:ext>
            </a:extLst>
          </p:cNvPr>
          <p:cNvPicPr>
            <a:picLocks noChangeAspect="1"/>
          </p:cNvPicPr>
          <p:nvPr/>
        </p:nvPicPr>
        <p:blipFill>
          <a:blip r:embed="rId2"/>
          <a:stretch>
            <a:fillRect/>
          </a:stretch>
        </p:blipFill>
        <p:spPr>
          <a:xfrm>
            <a:off x="811475" y="1068024"/>
            <a:ext cx="11090641" cy="5192594"/>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Gestionar persona natural</a:t>
            </a:r>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419" sz="3000" b="1" dirty="0"/>
              <a:t>Comentario de personas</a:t>
            </a:r>
            <a:br>
              <a:rPr lang="es-419" sz="3000" b="1" dirty="0"/>
            </a:br>
            <a:endParaRPr lang="es-CL" sz="2000" dirty="0"/>
          </a:p>
        </p:txBody>
      </p:sp>
      <p:sp>
        <p:nvSpPr>
          <p:cNvPr id="9" name="Rectángulo redondeado 5">
            <a:extLst>
              <a:ext uri="{FF2B5EF4-FFF2-40B4-BE49-F238E27FC236}">
                <a16:creationId xmlns:a16="http://schemas.microsoft.com/office/drawing/2014/main" id="{CDF69DE1-240F-785A-BA71-698CD190D6B8}"/>
              </a:ext>
            </a:extLst>
          </p:cNvPr>
          <p:cNvSpPr/>
          <p:nvPr/>
        </p:nvSpPr>
        <p:spPr>
          <a:xfrm>
            <a:off x="633214" y="4367131"/>
            <a:ext cx="10625948" cy="1673674"/>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400" dirty="0"/>
              <a:t>La página de comentarios de persona (</a:t>
            </a:r>
            <a:r>
              <a:rPr lang="es-419" sz="1400" dirty="0"/>
              <a:t>SPACMNT) </a:t>
            </a:r>
            <a:r>
              <a:rPr lang="es-ES_tradnl" sz="1400" dirty="0"/>
              <a:t> permite a la institución registrar comentarios, por tipos fechas. Esto permite registrar información, hacer seguimientos.</a:t>
            </a:r>
          </a:p>
          <a:p>
            <a:pPr marL="342900" indent="-342900">
              <a:buFont typeface="+mj-lt"/>
              <a:buAutoNum type="arabicPeriod"/>
            </a:pPr>
            <a:r>
              <a:rPr lang="es-ES_tradnl" sz="1400" dirty="0"/>
              <a:t>Tipo de comentario.</a:t>
            </a:r>
          </a:p>
          <a:p>
            <a:pPr marL="342900" indent="-342900">
              <a:buFont typeface="+mj-lt"/>
              <a:buAutoNum type="arabicPeriod"/>
            </a:pPr>
            <a:r>
              <a:rPr lang="es-ES_tradnl" sz="1400" dirty="0"/>
              <a:t>Comentarios.</a:t>
            </a:r>
          </a:p>
          <a:p>
            <a:r>
              <a:rPr lang="es-ES_tradnl" sz="1400" dirty="0"/>
              <a:t>Actualmente la Universidad no tiene definidos tipos de comentarios a incorporar, sin embargo se incluye en este instructivo el procedimiento en caso de que a futuro se implemente el uso de esta página</a:t>
            </a:r>
          </a:p>
        </p:txBody>
      </p:sp>
      <p:sp>
        <p:nvSpPr>
          <p:cNvPr id="2" name="Rectángulo redondeado 15">
            <a:extLst>
              <a:ext uri="{FF2B5EF4-FFF2-40B4-BE49-F238E27FC236}">
                <a16:creationId xmlns:a16="http://schemas.microsoft.com/office/drawing/2014/main" id="{1ED15E50-891E-F0E8-6157-974003FA0345}"/>
              </a:ext>
            </a:extLst>
          </p:cNvPr>
          <p:cNvSpPr/>
          <p:nvPr/>
        </p:nvSpPr>
        <p:spPr>
          <a:xfrm>
            <a:off x="3780127" y="1519468"/>
            <a:ext cx="192831" cy="15297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1</a:t>
            </a:r>
          </a:p>
        </p:txBody>
      </p:sp>
      <p:sp>
        <p:nvSpPr>
          <p:cNvPr id="7" name="Rectángulo redondeado 15">
            <a:extLst>
              <a:ext uri="{FF2B5EF4-FFF2-40B4-BE49-F238E27FC236}">
                <a16:creationId xmlns:a16="http://schemas.microsoft.com/office/drawing/2014/main" id="{37073E58-9921-6A07-5EF0-F10A691297D3}"/>
              </a:ext>
            </a:extLst>
          </p:cNvPr>
          <p:cNvSpPr/>
          <p:nvPr/>
        </p:nvSpPr>
        <p:spPr>
          <a:xfrm>
            <a:off x="869937" y="2830000"/>
            <a:ext cx="192831" cy="15297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2</a:t>
            </a:r>
          </a:p>
        </p:txBody>
      </p:sp>
      <p:sp>
        <p:nvSpPr>
          <p:cNvPr id="11" name="Rectángulo 10">
            <a:extLst>
              <a:ext uri="{FF2B5EF4-FFF2-40B4-BE49-F238E27FC236}">
                <a16:creationId xmlns:a16="http://schemas.microsoft.com/office/drawing/2014/main" id="{C23EDFAA-2ACC-46C1-BD31-330B330BF24A}"/>
              </a:ext>
            </a:extLst>
          </p:cNvPr>
          <p:cNvSpPr/>
          <p:nvPr/>
        </p:nvSpPr>
        <p:spPr>
          <a:xfrm>
            <a:off x="1121229" y="2906486"/>
            <a:ext cx="6041572" cy="914400"/>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2" name="Rectángulo 11">
            <a:extLst>
              <a:ext uri="{FF2B5EF4-FFF2-40B4-BE49-F238E27FC236}">
                <a16:creationId xmlns:a16="http://schemas.microsoft.com/office/drawing/2014/main" id="{C08D2F73-E801-6B50-81D8-C109F18067AC}"/>
              </a:ext>
            </a:extLst>
          </p:cNvPr>
          <p:cNvSpPr/>
          <p:nvPr/>
        </p:nvSpPr>
        <p:spPr>
          <a:xfrm>
            <a:off x="891473" y="1704936"/>
            <a:ext cx="2809342" cy="243614"/>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404553782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vertical 1">
            <a:extLst>
              <a:ext uri="{FF2B5EF4-FFF2-40B4-BE49-F238E27FC236}">
                <a16:creationId xmlns:a16="http://schemas.microsoft.com/office/drawing/2014/main" id="{29B5397C-3EB9-9F23-774B-45E8DCDC8B60}"/>
              </a:ext>
            </a:extLst>
          </p:cNvPr>
          <p:cNvSpPr>
            <a:spLocks noGrp="1"/>
          </p:cNvSpPr>
          <p:nvPr>
            <p:ph type="body" sz="quarter" idx="10"/>
          </p:nvPr>
        </p:nvSpPr>
        <p:spPr>
          <a:xfrm>
            <a:off x="914399" y="2238843"/>
            <a:ext cx="10363202" cy="669094"/>
          </a:xfrm>
        </p:spPr>
        <p:txBody>
          <a:bodyPr/>
          <a:lstStyle/>
          <a:p>
            <a:r>
              <a:rPr lang="es-419" dirty="0"/>
              <a:t>Información Internacional</a:t>
            </a:r>
            <a:endParaRPr lang="es-419" sz="1200" dirty="0"/>
          </a:p>
        </p:txBody>
      </p:sp>
      <p:sp>
        <p:nvSpPr>
          <p:cNvPr id="4" name="Marcador de texto 3">
            <a:extLst>
              <a:ext uri="{FF2B5EF4-FFF2-40B4-BE49-F238E27FC236}">
                <a16:creationId xmlns:a16="http://schemas.microsoft.com/office/drawing/2014/main" id="{B43FCB77-AE94-F393-B753-53B2E4E68DAF}"/>
              </a:ext>
            </a:extLst>
          </p:cNvPr>
          <p:cNvSpPr>
            <a:spLocks noGrp="1"/>
          </p:cNvSpPr>
          <p:nvPr>
            <p:ph type="body" sz="quarter" idx="11"/>
          </p:nvPr>
        </p:nvSpPr>
        <p:spPr/>
        <p:txBody>
          <a:bodyPr/>
          <a:lstStyle/>
          <a:p>
            <a:r>
              <a:rPr lang="es-419" dirty="0"/>
              <a:t>Gestionar persona natural </a:t>
            </a:r>
          </a:p>
        </p:txBody>
      </p:sp>
    </p:spTree>
    <p:extLst>
      <p:ext uri="{BB962C8B-B14F-4D97-AF65-F5344CB8AC3E}">
        <p14:creationId xmlns:p14="http://schemas.microsoft.com/office/powerpoint/2010/main" val="37497965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Imagen 14">
            <a:extLst>
              <a:ext uri="{FF2B5EF4-FFF2-40B4-BE49-F238E27FC236}">
                <a16:creationId xmlns:a16="http://schemas.microsoft.com/office/drawing/2014/main" id="{13A09C09-D4B1-E4EA-2DC6-965AE422570B}"/>
              </a:ext>
            </a:extLst>
          </p:cNvPr>
          <p:cNvPicPr>
            <a:picLocks noChangeAspect="1"/>
          </p:cNvPicPr>
          <p:nvPr/>
        </p:nvPicPr>
        <p:blipFill>
          <a:blip r:embed="rId2"/>
          <a:stretch>
            <a:fillRect/>
          </a:stretch>
        </p:blipFill>
        <p:spPr>
          <a:xfrm>
            <a:off x="941442" y="1720466"/>
            <a:ext cx="10894827" cy="1958400"/>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Gestionar persona natural</a:t>
            </a:r>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419" sz="3000" b="1" dirty="0"/>
              <a:t>GOAINTL </a:t>
            </a:r>
            <a:r>
              <a:rPr lang="es-419" sz="3000" dirty="0"/>
              <a:t> Información Internacional</a:t>
            </a:r>
            <a:br>
              <a:rPr lang="es-419" sz="3000" b="1" dirty="0"/>
            </a:br>
            <a:endParaRPr lang="es-CL" sz="2000" dirty="0"/>
          </a:p>
        </p:txBody>
      </p:sp>
      <p:sp>
        <p:nvSpPr>
          <p:cNvPr id="9" name="Rectángulo redondeado 5">
            <a:extLst>
              <a:ext uri="{FF2B5EF4-FFF2-40B4-BE49-F238E27FC236}">
                <a16:creationId xmlns:a16="http://schemas.microsoft.com/office/drawing/2014/main" id="{CDF69DE1-240F-785A-BA71-698CD190D6B8}"/>
              </a:ext>
            </a:extLst>
          </p:cNvPr>
          <p:cNvSpPr/>
          <p:nvPr/>
        </p:nvSpPr>
        <p:spPr>
          <a:xfrm>
            <a:off x="1159765" y="3759657"/>
            <a:ext cx="10458179" cy="1371036"/>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400" dirty="0"/>
              <a:t>La página de Información Internacional permite registrar la visa, pasaporte, confirmación de elegibilidad y Nacionalidad: </a:t>
            </a:r>
          </a:p>
          <a:p>
            <a:endParaRPr lang="es-ES_tradnl" sz="1400" dirty="0"/>
          </a:p>
          <a:p>
            <a:r>
              <a:rPr lang="es-ES_tradnl" sz="1400" dirty="0"/>
              <a:t>Ingrese:</a:t>
            </a:r>
          </a:p>
          <a:p>
            <a:pPr lvl="1"/>
            <a:r>
              <a:rPr lang="es-ES_tradnl" sz="1400" dirty="0"/>
              <a:t>ID: Del alumno. Campo obligatorio y seleccione IR</a:t>
            </a:r>
          </a:p>
        </p:txBody>
      </p:sp>
      <p:sp>
        <p:nvSpPr>
          <p:cNvPr id="2" name="Rectángulo redondeado 15">
            <a:extLst>
              <a:ext uri="{FF2B5EF4-FFF2-40B4-BE49-F238E27FC236}">
                <a16:creationId xmlns:a16="http://schemas.microsoft.com/office/drawing/2014/main" id="{5A5BF54E-F501-1A00-DD9E-7D3C8E883895}"/>
              </a:ext>
            </a:extLst>
          </p:cNvPr>
          <p:cNvSpPr/>
          <p:nvPr/>
        </p:nvSpPr>
        <p:spPr>
          <a:xfrm>
            <a:off x="4104167" y="2231251"/>
            <a:ext cx="275509" cy="1531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1</a:t>
            </a:r>
          </a:p>
        </p:txBody>
      </p:sp>
      <p:sp>
        <p:nvSpPr>
          <p:cNvPr id="11" name="Rectángulo 10">
            <a:extLst>
              <a:ext uri="{FF2B5EF4-FFF2-40B4-BE49-F238E27FC236}">
                <a16:creationId xmlns:a16="http://schemas.microsoft.com/office/drawing/2014/main" id="{0279059E-6AE3-502B-212D-B8C0DEB95023}"/>
              </a:ext>
            </a:extLst>
          </p:cNvPr>
          <p:cNvSpPr/>
          <p:nvPr/>
        </p:nvSpPr>
        <p:spPr>
          <a:xfrm>
            <a:off x="2181847" y="2231251"/>
            <a:ext cx="1922320" cy="267400"/>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84132814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AEF6B1-5662-6B7A-1D8A-13458090F272}"/>
            </a:ext>
          </a:extLst>
        </p:cNvPr>
        <p:cNvGrpSpPr/>
        <p:nvPr/>
      </p:nvGrpSpPr>
      <p:grpSpPr>
        <a:xfrm>
          <a:off x="0" y="0"/>
          <a:ext cx="0" cy="0"/>
          <a:chOff x="0" y="0"/>
          <a:chExt cx="0" cy="0"/>
        </a:xfrm>
      </p:grpSpPr>
      <p:pic>
        <p:nvPicPr>
          <p:cNvPr id="15" name="Imagen 14">
            <a:extLst>
              <a:ext uri="{FF2B5EF4-FFF2-40B4-BE49-F238E27FC236}">
                <a16:creationId xmlns:a16="http://schemas.microsoft.com/office/drawing/2014/main" id="{5A25A4E0-A951-EE2F-B8F6-EB1788847247}"/>
              </a:ext>
            </a:extLst>
          </p:cNvPr>
          <p:cNvPicPr>
            <a:picLocks noChangeAspect="1"/>
          </p:cNvPicPr>
          <p:nvPr/>
        </p:nvPicPr>
        <p:blipFill>
          <a:blip r:embed="rId3"/>
          <a:stretch>
            <a:fillRect/>
          </a:stretch>
        </p:blipFill>
        <p:spPr>
          <a:xfrm>
            <a:off x="405124" y="803902"/>
            <a:ext cx="11436194" cy="5250193"/>
          </a:xfrm>
          <a:prstGeom prst="rect">
            <a:avLst/>
          </a:prstGeom>
        </p:spPr>
      </p:pic>
      <p:sp>
        <p:nvSpPr>
          <p:cNvPr id="3" name="Marcador de texto vertical 2">
            <a:extLst>
              <a:ext uri="{FF2B5EF4-FFF2-40B4-BE49-F238E27FC236}">
                <a16:creationId xmlns:a16="http://schemas.microsoft.com/office/drawing/2014/main" id="{1BDE8A33-8DD6-EC0A-6E03-F39544A33C2A}"/>
              </a:ext>
            </a:extLst>
          </p:cNvPr>
          <p:cNvSpPr>
            <a:spLocks noGrp="1"/>
          </p:cNvSpPr>
          <p:nvPr>
            <p:ph type="body" orient="vert" sz="quarter" idx="17"/>
          </p:nvPr>
        </p:nvSpPr>
        <p:spPr/>
        <p:txBody>
          <a:bodyPr/>
          <a:lstStyle/>
          <a:p>
            <a:r>
              <a:rPr lang="es-419" sz="1200" dirty="0"/>
              <a:t>Gestionar persona natural</a:t>
            </a:r>
          </a:p>
        </p:txBody>
      </p:sp>
      <p:sp>
        <p:nvSpPr>
          <p:cNvPr id="4" name="Título 3">
            <a:extLst>
              <a:ext uri="{FF2B5EF4-FFF2-40B4-BE49-F238E27FC236}">
                <a16:creationId xmlns:a16="http://schemas.microsoft.com/office/drawing/2014/main" id="{83CA141A-3D9C-0C0C-633B-B4F07155AAEE}"/>
              </a:ext>
            </a:extLst>
          </p:cNvPr>
          <p:cNvSpPr>
            <a:spLocks noGrp="1"/>
          </p:cNvSpPr>
          <p:nvPr>
            <p:ph type="title"/>
          </p:nvPr>
        </p:nvSpPr>
        <p:spPr>
          <a:xfrm>
            <a:off x="810247" y="327992"/>
            <a:ext cx="10271883" cy="626165"/>
          </a:xfrm>
        </p:spPr>
        <p:txBody>
          <a:bodyPr/>
          <a:lstStyle/>
          <a:p>
            <a:r>
              <a:rPr lang="es-419" sz="3000" dirty="0"/>
              <a:t>GOAINTL  Información Internacional</a:t>
            </a:r>
            <a:br>
              <a:rPr lang="es-419" sz="3000" b="1" dirty="0"/>
            </a:br>
            <a:endParaRPr lang="es-CL" sz="2000" dirty="0"/>
          </a:p>
        </p:txBody>
      </p:sp>
      <p:sp>
        <p:nvSpPr>
          <p:cNvPr id="2" name="Rectángulo redondeado 15">
            <a:extLst>
              <a:ext uri="{FF2B5EF4-FFF2-40B4-BE49-F238E27FC236}">
                <a16:creationId xmlns:a16="http://schemas.microsoft.com/office/drawing/2014/main" id="{F2353188-78FA-A912-C5AC-C130F706FA02}"/>
              </a:ext>
            </a:extLst>
          </p:cNvPr>
          <p:cNvSpPr/>
          <p:nvPr/>
        </p:nvSpPr>
        <p:spPr>
          <a:xfrm>
            <a:off x="2579914" y="1749327"/>
            <a:ext cx="275509" cy="1531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1</a:t>
            </a:r>
          </a:p>
        </p:txBody>
      </p:sp>
      <p:sp>
        <p:nvSpPr>
          <p:cNvPr id="5" name="Rectángulo redondeado 15">
            <a:extLst>
              <a:ext uri="{FF2B5EF4-FFF2-40B4-BE49-F238E27FC236}">
                <a16:creationId xmlns:a16="http://schemas.microsoft.com/office/drawing/2014/main" id="{D49BF6FE-C3FA-7617-366C-814C81C2A645}"/>
              </a:ext>
            </a:extLst>
          </p:cNvPr>
          <p:cNvSpPr/>
          <p:nvPr/>
        </p:nvSpPr>
        <p:spPr>
          <a:xfrm>
            <a:off x="4690982" y="2153301"/>
            <a:ext cx="275509" cy="1531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2</a:t>
            </a:r>
          </a:p>
        </p:txBody>
      </p:sp>
      <p:sp>
        <p:nvSpPr>
          <p:cNvPr id="6" name="Rectángulo 5">
            <a:extLst>
              <a:ext uri="{FF2B5EF4-FFF2-40B4-BE49-F238E27FC236}">
                <a16:creationId xmlns:a16="http://schemas.microsoft.com/office/drawing/2014/main" id="{142F66B5-560F-2E5B-A204-EFADAEF1A09C}"/>
              </a:ext>
            </a:extLst>
          </p:cNvPr>
          <p:cNvSpPr/>
          <p:nvPr/>
        </p:nvSpPr>
        <p:spPr>
          <a:xfrm flipV="1">
            <a:off x="1261876" y="1749327"/>
            <a:ext cx="609602" cy="153176"/>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3" name="Rectángulo redondeado 5">
            <a:extLst>
              <a:ext uri="{FF2B5EF4-FFF2-40B4-BE49-F238E27FC236}">
                <a16:creationId xmlns:a16="http://schemas.microsoft.com/office/drawing/2014/main" id="{A0E5E005-0358-4149-3207-B76BEDE8D7C1}"/>
              </a:ext>
            </a:extLst>
          </p:cNvPr>
          <p:cNvSpPr/>
          <p:nvPr/>
        </p:nvSpPr>
        <p:spPr>
          <a:xfrm>
            <a:off x="810247" y="4016256"/>
            <a:ext cx="10625948" cy="1673674"/>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342900" indent="-342900">
              <a:buFont typeface="+mj-lt"/>
              <a:buAutoNum type="arabicPeriod"/>
            </a:pPr>
            <a:r>
              <a:rPr lang="es-ES_tradnl" sz="1400" dirty="0"/>
              <a:t>Para insertar un registro, ingrese el tipo de visa</a:t>
            </a:r>
          </a:p>
          <a:p>
            <a:pPr marL="342900" indent="-342900">
              <a:buFont typeface="+mj-lt"/>
              <a:buAutoNum type="arabicPeriod"/>
            </a:pPr>
            <a:r>
              <a:rPr lang="es-ES_tradnl" sz="1400" dirty="0"/>
              <a:t>Ingrese el número de visa y guarde la información</a:t>
            </a:r>
          </a:p>
          <a:p>
            <a:pPr marL="342900" indent="-342900">
              <a:buFont typeface="+mj-lt"/>
              <a:buAutoNum type="arabicPeriod"/>
            </a:pPr>
            <a:r>
              <a:rPr lang="es-ES_tradnl" sz="1400" dirty="0"/>
              <a:t>Está pestaña se puede dejar sin información. </a:t>
            </a:r>
          </a:p>
        </p:txBody>
      </p:sp>
      <p:sp>
        <p:nvSpPr>
          <p:cNvPr id="16" name="Rectángulo 15">
            <a:extLst>
              <a:ext uri="{FF2B5EF4-FFF2-40B4-BE49-F238E27FC236}">
                <a16:creationId xmlns:a16="http://schemas.microsoft.com/office/drawing/2014/main" id="{065D39B0-E87A-2538-D52A-64992AA12145}"/>
              </a:ext>
            </a:extLst>
          </p:cNvPr>
          <p:cNvSpPr/>
          <p:nvPr/>
        </p:nvSpPr>
        <p:spPr>
          <a:xfrm flipV="1">
            <a:off x="1382377" y="2020604"/>
            <a:ext cx="3178989" cy="265395"/>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7" name="Rectángulo 16">
            <a:extLst>
              <a:ext uri="{FF2B5EF4-FFF2-40B4-BE49-F238E27FC236}">
                <a16:creationId xmlns:a16="http://schemas.microsoft.com/office/drawing/2014/main" id="{CE146517-B50B-DDA2-1C92-297ED4A19A28}"/>
              </a:ext>
            </a:extLst>
          </p:cNvPr>
          <p:cNvSpPr/>
          <p:nvPr/>
        </p:nvSpPr>
        <p:spPr>
          <a:xfrm flipV="1">
            <a:off x="11246040" y="5731443"/>
            <a:ext cx="609602" cy="322651"/>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201941596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7B6F04-1310-97FC-3859-394A3705741A}"/>
            </a:ext>
          </a:extLst>
        </p:cNvPr>
        <p:cNvGrpSpPr/>
        <p:nvPr/>
      </p:nvGrpSpPr>
      <p:grpSpPr>
        <a:xfrm>
          <a:off x="0" y="0"/>
          <a:ext cx="0" cy="0"/>
          <a:chOff x="0" y="0"/>
          <a:chExt cx="0" cy="0"/>
        </a:xfrm>
      </p:grpSpPr>
      <p:pic>
        <p:nvPicPr>
          <p:cNvPr id="8" name="Imagen 7">
            <a:extLst>
              <a:ext uri="{FF2B5EF4-FFF2-40B4-BE49-F238E27FC236}">
                <a16:creationId xmlns:a16="http://schemas.microsoft.com/office/drawing/2014/main" id="{C2FBBFC8-BF39-2503-6F3D-2257A58EEBEE}"/>
              </a:ext>
            </a:extLst>
          </p:cNvPr>
          <p:cNvPicPr>
            <a:picLocks noChangeAspect="1"/>
          </p:cNvPicPr>
          <p:nvPr/>
        </p:nvPicPr>
        <p:blipFill>
          <a:blip r:embed="rId3"/>
          <a:stretch>
            <a:fillRect/>
          </a:stretch>
        </p:blipFill>
        <p:spPr>
          <a:xfrm>
            <a:off x="439479" y="932502"/>
            <a:ext cx="11582399" cy="5121592"/>
          </a:xfrm>
          <a:prstGeom prst="rect">
            <a:avLst/>
          </a:prstGeom>
        </p:spPr>
      </p:pic>
      <p:sp>
        <p:nvSpPr>
          <p:cNvPr id="3" name="Marcador de texto vertical 2">
            <a:extLst>
              <a:ext uri="{FF2B5EF4-FFF2-40B4-BE49-F238E27FC236}">
                <a16:creationId xmlns:a16="http://schemas.microsoft.com/office/drawing/2014/main" id="{A7F24516-5178-2524-1C21-CA67BFBE86BC}"/>
              </a:ext>
            </a:extLst>
          </p:cNvPr>
          <p:cNvSpPr>
            <a:spLocks noGrp="1"/>
          </p:cNvSpPr>
          <p:nvPr>
            <p:ph type="body" orient="vert" sz="quarter" idx="17"/>
          </p:nvPr>
        </p:nvSpPr>
        <p:spPr/>
        <p:txBody>
          <a:bodyPr/>
          <a:lstStyle/>
          <a:p>
            <a:r>
              <a:rPr lang="es-419" sz="1200" dirty="0"/>
              <a:t>Gestionar persona natural</a:t>
            </a:r>
          </a:p>
        </p:txBody>
      </p:sp>
      <p:sp>
        <p:nvSpPr>
          <p:cNvPr id="4" name="Título 3">
            <a:extLst>
              <a:ext uri="{FF2B5EF4-FFF2-40B4-BE49-F238E27FC236}">
                <a16:creationId xmlns:a16="http://schemas.microsoft.com/office/drawing/2014/main" id="{BA4461DC-AB4C-7875-E3A7-AAF2E3B71B2D}"/>
              </a:ext>
            </a:extLst>
          </p:cNvPr>
          <p:cNvSpPr>
            <a:spLocks noGrp="1"/>
          </p:cNvSpPr>
          <p:nvPr>
            <p:ph type="title"/>
          </p:nvPr>
        </p:nvSpPr>
        <p:spPr>
          <a:xfrm>
            <a:off x="810247" y="327992"/>
            <a:ext cx="10271883" cy="626165"/>
          </a:xfrm>
        </p:spPr>
        <p:txBody>
          <a:bodyPr/>
          <a:lstStyle/>
          <a:p>
            <a:r>
              <a:rPr lang="es-419" sz="3000" dirty="0"/>
              <a:t>GOAINTL  Información Internacional</a:t>
            </a:r>
            <a:br>
              <a:rPr lang="es-419" sz="3000" b="1" dirty="0"/>
            </a:br>
            <a:endParaRPr lang="es-CL" sz="2000" dirty="0"/>
          </a:p>
        </p:txBody>
      </p:sp>
      <p:sp>
        <p:nvSpPr>
          <p:cNvPr id="2" name="Rectángulo redondeado 15">
            <a:extLst>
              <a:ext uri="{FF2B5EF4-FFF2-40B4-BE49-F238E27FC236}">
                <a16:creationId xmlns:a16="http://schemas.microsoft.com/office/drawing/2014/main" id="{B87FF07E-0351-811E-C45C-63D49803C9AA}"/>
              </a:ext>
            </a:extLst>
          </p:cNvPr>
          <p:cNvSpPr/>
          <p:nvPr/>
        </p:nvSpPr>
        <p:spPr>
          <a:xfrm>
            <a:off x="2896540" y="1948601"/>
            <a:ext cx="275509" cy="1531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1</a:t>
            </a:r>
          </a:p>
        </p:txBody>
      </p:sp>
      <p:sp>
        <p:nvSpPr>
          <p:cNvPr id="5" name="Rectángulo redondeado 15">
            <a:extLst>
              <a:ext uri="{FF2B5EF4-FFF2-40B4-BE49-F238E27FC236}">
                <a16:creationId xmlns:a16="http://schemas.microsoft.com/office/drawing/2014/main" id="{35AEAB4A-B27E-E4ED-78CE-B0EEE293AFF8}"/>
              </a:ext>
            </a:extLst>
          </p:cNvPr>
          <p:cNvSpPr/>
          <p:nvPr/>
        </p:nvSpPr>
        <p:spPr>
          <a:xfrm>
            <a:off x="2896540" y="2146037"/>
            <a:ext cx="275509" cy="1531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2</a:t>
            </a:r>
          </a:p>
        </p:txBody>
      </p:sp>
      <p:sp>
        <p:nvSpPr>
          <p:cNvPr id="6" name="Rectángulo 5">
            <a:extLst>
              <a:ext uri="{FF2B5EF4-FFF2-40B4-BE49-F238E27FC236}">
                <a16:creationId xmlns:a16="http://schemas.microsoft.com/office/drawing/2014/main" id="{C1B24660-3E66-6B35-BD34-DF9577EADA24}"/>
              </a:ext>
            </a:extLst>
          </p:cNvPr>
          <p:cNvSpPr/>
          <p:nvPr/>
        </p:nvSpPr>
        <p:spPr>
          <a:xfrm flipV="1">
            <a:off x="1352836" y="1983384"/>
            <a:ext cx="1379733" cy="153176"/>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3" name="Rectángulo redondeado 5">
            <a:extLst>
              <a:ext uri="{FF2B5EF4-FFF2-40B4-BE49-F238E27FC236}">
                <a16:creationId xmlns:a16="http://schemas.microsoft.com/office/drawing/2014/main" id="{26CF9A46-97AA-36D3-42AB-5D5CA5D0D108}"/>
              </a:ext>
            </a:extLst>
          </p:cNvPr>
          <p:cNvSpPr/>
          <p:nvPr/>
        </p:nvSpPr>
        <p:spPr>
          <a:xfrm>
            <a:off x="810247" y="4016256"/>
            <a:ext cx="10625948" cy="1673674"/>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342900" indent="-342900">
              <a:buFont typeface="+mj-lt"/>
              <a:buAutoNum type="arabicPeriod"/>
            </a:pPr>
            <a:r>
              <a:rPr lang="es-ES_tradnl" sz="1400" dirty="0"/>
              <a:t>Para insertar un registro, ingrese el número de pasaporte – Campo obligatorio</a:t>
            </a:r>
          </a:p>
          <a:p>
            <a:pPr marL="342900" indent="-342900">
              <a:buFont typeface="+mj-lt"/>
              <a:buAutoNum type="arabicPeriod"/>
            </a:pPr>
            <a:r>
              <a:rPr lang="es-ES_tradnl" sz="1400" dirty="0"/>
              <a:t>Ingrese el país de expedición – Campo obligatorio y GUARDE la información</a:t>
            </a:r>
          </a:p>
          <a:p>
            <a:pPr marL="342900" indent="-342900">
              <a:buFont typeface="+mj-lt"/>
              <a:buAutoNum type="arabicPeriod"/>
            </a:pPr>
            <a:r>
              <a:rPr lang="es-ES_tradnl" sz="1400" dirty="0"/>
              <a:t>Está pestaña se puede dejar sin información. </a:t>
            </a:r>
          </a:p>
        </p:txBody>
      </p:sp>
      <p:sp>
        <p:nvSpPr>
          <p:cNvPr id="16" name="Rectángulo 15">
            <a:extLst>
              <a:ext uri="{FF2B5EF4-FFF2-40B4-BE49-F238E27FC236}">
                <a16:creationId xmlns:a16="http://schemas.microsoft.com/office/drawing/2014/main" id="{85E285CD-23CD-594F-2098-BEDE39986F1C}"/>
              </a:ext>
            </a:extLst>
          </p:cNvPr>
          <p:cNvSpPr/>
          <p:nvPr/>
        </p:nvSpPr>
        <p:spPr>
          <a:xfrm flipV="1">
            <a:off x="1352837" y="2197624"/>
            <a:ext cx="1379734" cy="153177"/>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7" name="Rectángulo 16">
            <a:extLst>
              <a:ext uri="{FF2B5EF4-FFF2-40B4-BE49-F238E27FC236}">
                <a16:creationId xmlns:a16="http://schemas.microsoft.com/office/drawing/2014/main" id="{08A96A82-DAFB-62AE-8439-E94E69418B17}"/>
              </a:ext>
            </a:extLst>
          </p:cNvPr>
          <p:cNvSpPr/>
          <p:nvPr/>
        </p:nvSpPr>
        <p:spPr>
          <a:xfrm flipV="1">
            <a:off x="11447720" y="5715364"/>
            <a:ext cx="609602" cy="322651"/>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393317809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5F3188-B3C7-14BE-A4EC-3217F19C1528}"/>
            </a:ext>
          </a:extLst>
        </p:cNvPr>
        <p:cNvGrpSpPr/>
        <p:nvPr/>
      </p:nvGrpSpPr>
      <p:grpSpPr>
        <a:xfrm>
          <a:off x="0" y="0"/>
          <a:ext cx="0" cy="0"/>
          <a:chOff x="0" y="0"/>
          <a:chExt cx="0" cy="0"/>
        </a:xfrm>
      </p:grpSpPr>
      <p:pic>
        <p:nvPicPr>
          <p:cNvPr id="9" name="Imagen 8">
            <a:extLst>
              <a:ext uri="{FF2B5EF4-FFF2-40B4-BE49-F238E27FC236}">
                <a16:creationId xmlns:a16="http://schemas.microsoft.com/office/drawing/2014/main" id="{B3B52D54-28FC-BE85-4A0F-92D1F1F73743}"/>
              </a:ext>
            </a:extLst>
          </p:cNvPr>
          <p:cNvPicPr>
            <a:picLocks noChangeAspect="1"/>
          </p:cNvPicPr>
          <p:nvPr/>
        </p:nvPicPr>
        <p:blipFill>
          <a:blip r:embed="rId3"/>
          <a:stretch>
            <a:fillRect/>
          </a:stretch>
        </p:blipFill>
        <p:spPr>
          <a:xfrm>
            <a:off x="755805" y="1052987"/>
            <a:ext cx="11275099" cy="4985028"/>
          </a:xfrm>
          <a:prstGeom prst="rect">
            <a:avLst/>
          </a:prstGeom>
        </p:spPr>
      </p:pic>
      <p:sp>
        <p:nvSpPr>
          <p:cNvPr id="3" name="Marcador de texto vertical 2">
            <a:extLst>
              <a:ext uri="{FF2B5EF4-FFF2-40B4-BE49-F238E27FC236}">
                <a16:creationId xmlns:a16="http://schemas.microsoft.com/office/drawing/2014/main" id="{1DEC3BD9-E1F6-92A5-9CB3-236A00ECD359}"/>
              </a:ext>
            </a:extLst>
          </p:cNvPr>
          <p:cNvSpPr>
            <a:spLocks noGrp="1"/>
          </p:cNvSpPr>
          <p:nvPr>
            <p:ph type="body" orient="vert" sz="quarter" idx="17"/>
          </p:nvPr>
        </p:nvSpPr>
        <p:spPr/>
        <p:txBody>
          <a:bodyPr/>
          <a:lstStyle/>
          <a:p>
            <a:r>
              <a:rPr lang="es-419" sz="1200" dirty="0"/>
              <a:t>Gestionar persona natural</a:t>
            </a:r>
          </a:p>
        </p:txBody>
      </p:sp>
      <p:sp>
        <p:nvSpPr>
          <p:cNvPr id="4" name="Título 3">
            <a:extLst>
              <a:ext uri="{FF2B5EF4-FFF2-40B4-BE49-F238E27FC236}">
                <a16:creationId xmlns:a16="http://schemas.microsoft.com/office/drawing/2014/main" id="{9858B3CC-9BB3-1E4C-0952-400635F8F128}"/>
              </a:ext>
            </a:extLst>
          </p:cNvPr>
          <p:cNvSpPr>
            <a:spLocks noGrp="1"/>
          </p:cNvSpPr>
          <p:nvPr>
            <p:ph type="title"/>
          </p:nvPr>
        </p:nvSpPr>
        <p:spPr>
          <a:xfrm>
            <a:off x="810247" y="327992"/>
            <a:ext cx="10271883" cy="626165"/>
          </a:xfrm>
        </p:spPr>
        <p:txBody>
          <a:bodyPr/>
          <a:lstStyle/>
          <a:p>
            <a:r>
              <a:rPr lang="es-419" sz="3000" dirty="0"/>
              <a:t>GOAINTL  Información Internacional</a:t>
            </a:r>
            <a:br>
              <a:rPr lang="es-419" sz="3000" b="1" dirty="0"/>
            </a:br>
            <a:endParaRPr lang="es-CL" sz="2000" dirty="0"/>
          </a:p>
        </p:txBody>
      </p:sp>
      <p:sp>
        <p:nvSpPr>
          <p:cNvPr id="2" name="Rectángulo redondeado 15">
            <a:extLst>
              <a:ext uri="{FF2B5EF4-FFF2-40B4-BE49-F238E27FC236}">
                <a16:creationId xmlns:a16="http://schemas.microsoft.com/office/drawing/2014/main" id="{63974E9D-EEC3-2DEC-58FE-92D3B7CC13B6}"/>
              </a:ext>
            </a:extLst>
          </p:cNvPr>
          <p:cNvSpPr/>
          <p:nvPr/>
        </p:nvSpPr>
        <p:spPr>
          <a:xfrm>
            <a:off x="3577024" y="1991272"/>
            <a:ext cx="275509" cy="1531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1</a:t>
            </a:r>
          </a:p>
        </p:txBody>
      </p:sp>
      <p:sp>
        <p:nvSpPr>
          <p:cNvPr id="6" name="Rectángulo 5">
            <a:extLst>
              <a:ext uri="{FF2B5EF4-FFF2-40B4-BE49-F238E27FC236}">
                <a16:creationId xmlns:a16="http://schemas.microsoft.com/office/drawing/2014/main" id="{C648D6AC-4CA4-9F1A-7906-1B172A8C7B28}"/>
              </a:ext>
            </a:extLst>
          </p:cNvPr>
          <p:cNvSpPr/>
          <p:nvPr/>
        </p:nvSpPr>
        <p:spPr>
          <a:xfrm flipV="1">
            <a:off x="1703710" y="1991272"/>
            <a:ext cx="1727110" cy="153176"/>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3" name="Rectángulo redondeado 5">
            <a:extLst>
              <a:ext uri="{FF2B5EF4-FFF2-40B4-BE49-F238E27FC236}">
                <a16:creationId xmlns:a16="http://schemas.microsoft.com/office/drawing/2014/main" id="{B2F47AF5-1FC9-8946-20F7-72BD289C6728}"/>
              </a:ext>
            </a:extLst>
          </p:cNvPr>
          <p:cNvSpPr/>
          <p:nvPr/>
        </p:nvSpPr>
        <p:spPr>
          <a:xfrm>
            <a:off x="810247" y="4016256"/>
            <a:ext cx="10625948" cy="1673674"/>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342900" indent="-342900">
              <a:buFont typeface="+mj-lt"/>
              <a:buAutoNum type="arabicPeriod"/>
            </a:pPr>
            <a:r>
              <a:rPr lang="es-ES_tradnl" sz="1400" dirty="0"/>
              <a:t>Para insertar un registro, ingrese  tipo de certificación y GUARDE  la información</a:t>
            </a:r>
          </a:p>
          <a:p>
            <a:pPr marL="342900" indent="-342900">
              <a:buFont typeface="+mj-lt"/>
              <a:buAutoNum type="arabicPeriod"/>
            </a:pPr>
            <a:r>
              <a:rPr lang="es-ES_tradnl" sz="1400" dirty="0"/>
              <a:t>No se identificó su usabilidad, pero la Universidad puede configurarla si lo requiere</a:t>
            </a:r>
          </a:p>
          <a:p>
            <a:pPr marL="342900" indent="-342900">
              <a:buFont typeface="+mj-lt"/>
              <a:buAutoNum type="arabicPeriod"/>
            </a:pPr>
            <a:r>
              <a:rPr lang="es-ES_tradnl" sz="1400" dirty="0"/>
              <a:t>Está pestaña se puede dejar sin información. </a:t>
            </a:r>
          </a:p>
        </p:txBody>
      </p:sp>
      <p:sp>
        <p:nvSpPr>
          <p:cNvPr id="17" name="Rectángulo 16">
            <a:extLst>
              <a:ext uri="{FF2B5EF4-FFF2-40B4-BE49-F238E27FC236}">
                <a16:creationId xmlns:a16="http://schemas.microsoft.com/office/drawing/2014/main" id="{37B370D7-BE51-48DB-1194-B1024A42F45E}"/>
              </a:ext>
            </a:extLst>
          </p:cNvPr>
          <p:cNvSpPr/>
          <p:nvPr/>
        </p:nvSpPr>
        <p:spPr>
          <a:xfrm flipV="1">
            <a:off x="11447720" y="5715364"/>
            <a:ext cx="609602" cy="322651"/>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45576021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869F1A-E3AB-59C2-5893-DC6A26B494BF}"/>
            </a:ext>
          </a:extLst>
        </p:cNvPr>
        <p:cNvGrpSpPr/>
        <p:nvPr/>
      </p:nvGrpSpPr>
      <p:grpSpPr>
        <a:xfrm>
          <a:off x="0" y="0"/>
          <a:ext cx="0" cy="0"/>
          <a:chOff x="0" y="0"/>
          <a:chExt cx="0" cy="0"/>
        </a:xfrm>
      </p:grpSpPr>
      <p:pic>
        <p:nvPicPr>
          <p:cNvPr id="9" name="Imagen 8">
            <a:extLst>
              <a:ext uri="{FF2B5EF4-FFF2-40B4-BE49-F238E27FC236}">
                <a16:creationId xmlns:a16="http://schemas.microsoft.com/office/drawing/2014/main" id="{70D50BEB-C74E-B0BF-77CF-E1FD151585B4}"/>
              </a:ext>
            </a:extLst>
          </p:cNvPr>
          <p:cNvPicPr>
            <a:picLocks noChangeAspect="1"/>
          </p:cNvPicPr>
          <p:nvPr/>
        </p:nvPicPr>
        <p:blipFill>
          <a:blip r:embed="rId3"/>
          <a:stretch>
            <a:fillRect/>
          </a:stretch>
        </p:blipFill>
        <p:spPr>
          <a:xfrm>
            <a:off x="504081" y="961049"/>
            <a:ext cx="11248440" cy="4935900"/>
          </a:xfrm>
          <a:prstGeom prst="rect">
            <a:avLst/>
          </a:prstGeom>
        </p:spPr>
      </p:pic>
      <p:sp>
        <p:nvSpPr>
          <p:cNvPr id="3" name="Marcador de texto vertical 2">
            <a:extLst>
              <a:ext uri="{FF2B5EF4-FFF2-40B4-BE49-F238E27FC236}">
                <a16:creationId xmlns:a16="http://schemas.microsoft.com/office/drawing/2014/main" id="{E96C5C34-BC42-7343-0121-5812B0B3DB1C}"/>
              </a:ext>
            </a:extLst>
          </p:cNvPr>
          <p:cNvSpPr>
            <a:spLocks noGrp="1"/>
          </p:cNvSpPr>
          <p:nvPr>
            <p:ph type="body" orient="vert" sz="quarter" idx="17"/>
          </p:nvPr>
        </p:nvSpPr>
        <p:spPr/>
        <p:txBody>
          <a:bodyPr/>
          <a:lstStyle/>
          <a:p>
            <a:r>
              <a:rPr lang="es-419" sz="1200" dirty="0"/>
              <a:t>Gestionar persona natural</a:t>
            </a:r>
          </a:p>
        </p:txBody>
      </p:sp>
      <p:sp>
        <p:nvSpPr>
          <p:cNvPr id="4" name="Título 3">
            <a:extLst>
              <a:ext uri="{FF2B5EF4-FFF2-40B4-BE49-F238E27FC236}">
                <a16:creationId xmlns:a16="http://schemas.microsoft.com/office/drawing/2014/main" id="{F3FF7720-28C9-1910-1B03-6ED710D9A6C0}"/>
              </a:ext>
            </a:extLst>
          </p:cNvPr>
          <p:cNvSpPr>
            <a:spLocks noGrp="1"/>
          </p:cNvSpPr>
          <p:nvPr>
            <p:ph type="title"/>
          </p:nvPr>
        </p:nvSpPr>
        <p:spPr>
          <a:xfrm>
            <a:off x="810247" y="327992"/>
            <a:ext cx="10271883" cy="626165"/>
          </a:xfrm>
        </p:spPr>
        <p:txBody>
          <a:bodyPr/>
          <a:lstStyle/>
          <a:p>
            <a:r>
              <a:rPr lang="es-419" sz="3000" dirty="0"/>
              <a:t>GOAINTL  Información Internacional</a:t>
            </a:r>
            <a:br>
              <a:rPr lang="es-419" sz="3000" b="1" dirty="0"/>
            </a:br>
            <a:endParaRPr lang="es-CL" sz="2000" dirty="0"/>
          </a:p>
        </p:txBody>
      </p:sp>
      <p:sp>
        <p:nvSpPr>
          <p:cNvPr id="2" name="Rectángulo redondeado 15">
            <a:extLst>
              <a:ext uri="{FF2B5EF4-FFF2-40B4-BE49-F238E27FC236}">
                <a16:creationId xmlns:a16="http://schemas.microsoft.com/office/drawing/2014/main" id="{B0FA05DE-3AA6-8704-0D78-600F100C4378}"/>
              </a:ext>
            </a:extLst>
          </p:cNvPr>
          <p:cNvSpPr/>
          <p:nvPr/>
        </p:nvSpPr>
        <p:spPr>
          <a:xfrm>
            <a:off x="2896540" y="1948601"/>
            <a:ext cx="275509" cy="1531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1</a:t>
            </a:r>
          </a:p>
        </p:txBody>
      </p:sp>
      <p:sp>
        <p:nvSpPr>
          <p:cNvPr id="5" name="Rectángulo redondeado 15">
            <a:extLst>
              <a:ext uri="{FF2B5EF4-FFF2-40B4-BE49-F238E27FC236}">
                <a16:creationId xmlns:a16="http://schemas.microsoft.com/office/drawing/2014/main" id="{0099FDC3-983A-1642-F209-E8DFDF9626A2}"/>
              </a:ext>
            </a:extLst>
          </p:cNvPr>
          <p:cNvSpPr/>
          <p:nvPr/>
        </p:nvSpPr>
        <p:spPr>
          <a:xfrm>
            <a:off x="2896540" y="2146037"/>
            <a:ext cx="275509" cy="1531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2</a:t>
            </a:r>
          </a:p>
        </p:txBody>
      </p:sp>
      <p:sp>
        <p:nvSpPr>
          <p:cNvPr id="6" name="Rectángulo 5">
            <a:extLst>
              <a:ext uri="{FF2B5EF4-FFF2-40B4-BE49-F238E27FC236}">
                <a16:creationId xmlns:a16="http://schemas.microsoft.com/office/drawing/2014/main" id="{0F4A0F76-35FA-5562-57EC-A76D63A1F47C}"/>
              </a:ext>
            </a:extLst>
          </p:cNvPr>
          <p:cNvSpPr/>
          <p:nvPr/>
        </p:nvSpPr>
        <p:spPr>
          <a:xfrm flipV="1">
            <a:off x="1352836" y="1962118"/>
            <a:ext cx="1379733" cy="153176"/>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3" name="Rectángulo redondeado 5">
            <a:extLst>
              <a:ext uri="{FF2B5EF4-FFF2-40B4-BE49-F238E27FC236}">
                <a16:creationId xmlns:a16="http://schemas.microsoft.com/office/drawing/2014/main" id="{03A914D7-B630-CDD9-DB29-B16666A4DE72}"/>
              </a:ext>
            </a:extLst>
          </p:cNvPr>
          <p:cNvSpPr/>
          <p:nvPr/>
        </p:nvSpPr>
        <p:spPr>
          <a:xfrm>
            <a:off x="810247" y="4016256"/>
            <a:ext cx="10625948" cy="1673674"/>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342900" indent="-342900">
              <a:buFont typeface="+mj-lt"/>
              <a:buAutoNum type="arabicPeriod"/>
            </a:pPr>
            <a:r>
              <a:rPr lang="es-ES_tradnl" sz="1400" dirty="0"/>
              <a:t>Para insertar un registro, ingrese el país de nacimiento. Nacionalidad principal</a:t>
            </a:r>
          </a:p>
          <a:p>
            <a:pPr marL="342900" indent="-342900">
              <a:buFont typeface="+mj-lt"/>
              <a:buAutoNum type="arabicPeriod"/>
            </a:pPr>
            <a:r>
              <a:rPr lang="es-ES_tradnl" sz="1400" dirty="0"/>
              <a:t>Ingrese el país de ciudadanía : segunda nacionalidad</a:t>
            </a:r>
          </a:p>
          <a:p>
            <a:pPr marL="342900" indent="-342900">
              <a:buFont typeface="+mj-lt"/>
              <a:buAutoNum type="arabicPeriod"/>
            </a:pPr>
            <a:r>
              <a:rPr lang="es-ES_tradnl" sz="1400" dirty="0"/>
              <a:t>Ingrese el Idioma de nacimiento en el campo Idioma materno.</a:t>
            </a:r>
          </a:p>
          <a:p>
            <a:pPr marL="342900" indent="-342900">
              <a:buFont typeface="+mj-lt"/>
              <a:buAutoNum type="arabicPeriod"/>
            </a:pPr>
            <a:r>
              <a:rPr lang="es-ES_tradnl" sz="1400" dirty="0"/>
              <a:t>GUARDE la información</a:t>
            </a:r>
          </a:p>
          <a:p>
            <a:pPr marL="342900" indent="-342900">
              <a:buFont typeface="+mj-lt"/>
              <a:buAutoNum type="arabicPeriod"/>
            </a:pPr>
            <a:r>
              <a:rPr lang="es-ES_tradnl" sz="1400" dirty="0"/>
              <a:t>Está pestaña se puede dejar sin información. </a:t>
            </a:r>
          </a:p>
        </p:txBody>
      </p:sp>
      <p:sp>
        <p:nvSpPr>
          <p:cNvPr id="16" name="Rectángulo 15">
            <a:extLst>
              <a:ext uri="{FF2B5EF4-FFF2-40B4-BE49-F238E27FC236}">
                <a16:creationId xmlns:a16="http://schemas.microsoft.com/office/drawing/2014/main" id="{B6EB6666-36B3-FF71-9B4A-E9EC9DCB06FD}"/>
              </a:ext>
            </a:extLst>
          </p:cNvPr>
          <p:cNvSpPr/>
          <p:nvPr/>
        </p:nvSpPr>
        <p:spPr>
          <a:xfrm flipV="1">
            <a:off x="1352837" y="2133826"/>
            <a:ext cx="1379734" cy="153177"/>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7" name="Rectángulo 16">
            <a:extLst>
              <a:ext uri="{FF2B5EF4-FFF2-40B4-BE49-F238E27FC236}">
                <a16:creationId xmlns:a16="http://schemas.microsoft.com/office/drawing/2014/main" id="{E99B123D-1AF4-24E9-CB0E-5784F0590587}"/>
              </a:ext>
            </a:extLst>
          </p:cNvPr>
          <p:cNvSpPr/>
          <p:nvPr/>
        </p:nvSpPr>
        <p:spPr>
          <a:xfrm flipV="1">
            <a:off x="11447720" y="5715364"/>
            <a:ext cx="609602" cy="322651"/>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307124329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vertical 1">
            <a:extLst>
              <a:ext uri="{FF2B5EF4-FFF2-40B4-BE49-F238E27FC236}">
                <a16:creationId xmlns:a16="http://schemas.microsoft.com/office/drawing/2014/main" id="{29B5397C-3EB9-9F23-774B-45E8DCDC8B60}"/>
              </a:ext>
            </a:extLst>
          </p:cNvPr>
          <p:cNvSpPr>
            <a:spLocks noGrp="1"/>
          </p:cNvSpPr>
          <p:nvPr>
            <p:ph type="body" sz="quarter" idx="10"/>
          </p:nvPr>
        </p:nvSpPr>
        <p:spPr>
          <a:xfrm>
            <a:off x="914399" y="2238843"/>
            <a:ext cx="10363202" cy="669094"/>
          </a:xfrm>
        </p:spPr>
        <p:txBody>
          <a:bodyPr vert="horz" lIns="0" tIns="0" rIns="0" bIns="0" rtlCol="0">
            <a:spAutoFit/>
          </a:bodyPr>
          <a:lstStyle/>
          <a:p>
            <a:r>
              <a:rPr lang="es-CL" dirty="0"/>
              <a:t>Documento de identidad </a:t>
            </a:r>
            <a:endParaRPr lang="es-419" dirty="0"/>
          </a:p>
        </p:txBody>
      </p:sp>
      <p:sp>
        <p:nvSpPr>
          <p:cNvPr id="4" name="Marcador de texto 3">
            <a:extLst>
              <a:ext uri="{FF2B5EF4-FFF2-40B4-BE49-F238E27FC236}">
                <a16:creationId xmlns:a16="http://schemas.microsoft.com/office/drawing/2014/main" id="{43194B36-3258-82C4-11E3-F079228EC4BA}"/>
              </a:ext>
            </a:extLst>
          </p:cNvPr>
          <p:cNvSpPr>
            <a:spLocks noGrp="1"/>
          </p:cNvSpPr>
          <p:nvPr>
            <p:ph type="body" sz="quarter" idx="11"/>
          </p:nvPr>
        </p:nvSpPr>
        <p:spPr/>
        <p:txBody>
          <a:bodyPr/>
          <a:lstStyle/>
          <a:p>
            <a:r>
              <a:rPr lang="es-419" dirty="0"/>
              <a:t>Gestionar persona natural</a:t>
            </a:r>
          </a:p>
        </p:txBody>
      </p:sp>
    </p:spTree>
    <p:extLst>
      <p:ext uri="{BB962C8B-B14F-4D97-AF65-F5344CB8AC3E}">
        <p14:creationId xmlns:p14="http://schemas.microsoft.com/office/powerpoint/2010/main" val="194945764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7D2902-7C40-48AE-2D5B-4EA3078A7472}"/>
            </a:ext>
          </a:extLst>
        </p:cNvPr>
        <p:cNvGrpSpPr/>
        <p:nvPr/>
      </p:nvGrpSpPr>
      <p:grpSpPr>
        <a:xfrm>
          <a:off x="0" y="0"/>
          <a:ext cx="0" cy="0"/>
          <a:chOff x="0" y="0"/>
          <a:chExt cx="0" cy="0"/>
        </a:xfrm>
      </p:grpSpPr>
      <p:pic>
        <p:nvPicPr>
          <p:cNvPr id="8" name="Imagen 7">
            <a:extLst>
              <a:ext uri="{FF2B5EF4-FFF2-40B4-BE49-F238E27FC236}">
                <a16:creationId xmlns:a16="http://schemas.microsoft.com/office/drawing/2014/main" id="{D9B22CD5-8CB5-C78E-9ED0-963097A540B6}"/>
              </a:ext>
            </a:extLst>
          </p:cNvPr>
          <p:cNvPicPr>
            <a:picLocks noChangeAspect="1"/>
          </p:cNvPicPr>
          <p:nvPr/>
        </p:nvPicPr>
        <p:blipFill>
          <a:blip r:embed="rId3"/>
          <a:stretch>
            <a:fillRect/>
          </a:stretch>
        </p:blipFill>
        <p:spPr>
          <a:xfrm>
            <a:off x="531627" y="1029462"/>
            <a:ext cx="11380381" cy="5008553"/>
          </a:xfrm>
          <a:prstGeom prst="rect">
            <a:avLst/>
          </a:prstGeom>
        </p:spPr>
      </p:pic>
      <p:sp>
        <p:nvSpPr>
          <p:cNvPr id="3" name="Marcador de texto vertical 2">
            <a:extLst>
              <a:ext uri="{FF2B5EF4-FFF2-40B4-BE49-F238E27FC236}">
                <a16:creationId xmlns:a16="http://schemas.microsoft.com/office/drawing/2014/main" id="{1545943E-3D4B-A204-5918-BE4C2EDBDED8}"/>
              </a:ext>
            </a:extLst>
          </p:cNvPr>
          <p:cNvSpPr>
            <a:spLocks noGrp="1"/>
          </p:cNvSpPr>
          <p:nvPr>
            <p:ph type="body" orient="vert" sz="quarter" idx="17"/>
          </p:nvPr>
        </p:nvSpPr>
        <p:spPr/>
        <p:txBody>
          <a:bodyPr/>
          <a:lstStyle/>
          <a:p>
            <a:r>
              <a:rPr lang="es-419" sz="1200" dirty="0"/>
              <a:t>Gestionar persona natural</a:t>
            </a:r>
          </a:p>
        </p:txBody>
      </p:sp>
      <p:sp>
        <p:nvSpPr>
          <p:cNvPr id="4" name="Título 3">
            <a:extLst>
              <a:ext uri="{FF2B5EF4-FFF2-40B4-BE49-F238E27FC236}">
                <a16:creationId xmlns:a16="http://schemas.microsoft.com/office/drawing/2014/main" id="{F3A9D574-E362-DD44-C5BA-811F4869C7D7}"/>
              </a:ext>
            </a:extLst>
          </p:cNvPr>
          <p:cNvSpPr>
            <a:spLocks noGrp="1"/>
          </p:cNvSpPr>
          <p:nvPr>
            <p:ph type="title"/>
          </p:nvPr>
        </p:nvSpPr>
        <p:spPr>
          <a:xfrm>
            <a:off x="448740" y="231558"/>
            <a:ext cx="10271883" cy="626165"/>
          </a:xfrm>
        </p:spPr>
        <p:txBody>
          <a:bodyPr/>
          <a:lstStyle/>
          <a:p>
            <a:r>
              <a:rPr lang="es-CO" dirty="0"/>
              <a:t>Validación de tipo de identificación adicional GTVADID</a:t>
            </a:r>
            <a:br>
              <a:rPr lang="es-CO" dirty="0"/>
            </a:br>
            <a:br>
              <a:rPr lang="es-419" sz="3000" b="1" dirty="0"/>
            </a:br>
            <a:endParaRPr lang="es-CL" sz="2000" dirty="0"/>
          </a:p>
        </p:txBody>
      </p:sp>
      <p:sp>
        <p:nvSpPr>
          <p:cNvPr id="2" name="Rectángulo redondeado 15">
            <a:extLst>
              <a:ext uri="{FF2B5EF4-FFF2-40B4-BE49-F238E27FC236}">
                <a16:creationId xmlns:a16="http://schemas.microsoft.com/office/drawing/2014/main" id="{A0AD6915-AD1D-CD1F-9251-4FDB1A76A04B}"/>
              </a:ext>
            </a:extLst>
          </p:cNvPr>
          <p:cNvSpPr/>
          <p:nvPr/>
        </p:nvSpPr>
        <p:spPr>
          <a:xfrm>
            <a:off x="10582868" y="1597726"/>
            <a:ext cx="275509" cy="1531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1</a:t>
            </a:r>
          </a:p>
        </p:txBody>
      </p:sp>
      <p:sp>
        <p:nvSpPr>
          <p:cNvPr id="5" name="Rectángulo redondeado 15">
            <a:extLst>
              <a:ext uri="{FF2B5EF4-FFF2-40B4-BE49-F238E27FC236}">
                <a16:creationId xmlns:a16="http://schemas.microsoft.com/office/drawing/2014/main" id="{19DB33D0-47B3-68E4-EB54-17F54EC34974}"/>
              </a:ext>
            </a:extLst>
          </p:cNvPr>
          <p:cNvSpPr/>
          <p:nvPr/>
        </p:nvSpPr>
        <p:spPr>
          <a:xfrm>
            <a:off x="2006950" y="1847168"/>
            <a:ext cx="275509" cy="1531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2</a:t>
            </a:r>
          </a:p>
        </p:txBody>
      </p:sp>
      <p:sp>
        <p:nvSpPr>
          <p:cNvPr id="6" name="Rectángulo 5">
            <a:extLst>
              <a:ext uri="{FF2B5EF4-FFF2-40B4-BE49-F238E27FC236}">
                <a16:creationId xmlns:a16="http://schemas.microsoft.com/office/drawing/2014/main" id="{8C91F7C7-642B-1102-83BD-681DF84A90C1}"/>
              </a:ext>
            </a:extLst>
          </p:cNvPr>
          <p:cNvSpPr/>
          <p:nvPr/>
        </p:nvSpPr>
        <p:spPr>
          <a:xfrm flipV="1">
            <a:off x="10858377" y="1349399"/>
            <a:ext cx="242016" cy="153176"/>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3" name="Rectángulo redondeado 5">
            <a:extLst>
              <a:ext uri="{FF2B5EF4-FFF2-40B4-BE49-F238E27FC236}">
                <a16:creationId xmlns:a16="http://schemas.microsoft.com/office/drawing/2014/main" id="{081F8504-5DE3-AE44-5110-ADA7EED74481}"/>
              </a:ext>
            </a:extLst>
          </p:cNvPr>
          <p:cNvSpPr/>
          <p:nvPr/>
        </p:nvSpPr>
        <p:spPr>
          <a:xfrm>
            <a:off x="810247" y="4016256"/>
            <a:ext cx="10625948" cy="1673674"/>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342900" indent="-342900">
              <a:buFont typeface="+mj-lt"/>
              <a:buAutoNum type="arabicPeriod"/>
            </a:pPr>
            <a:r>
              <a:rPr lang="es-ES_tradnl" sz="1400" dirty="0"/>
              <a:t>Para insertar un registro, seleccione (+)</a:t>
            </a:r>
          </a:p>
          <a:p>
            <a:pPr marL="342900" indent="-342900">
              <a:buFont typeface="+mj-lt"/>
              <a:buAutoNum type="arabicPeriod"/>
            </a:pPr>
            <a:r>
              <a:rPr lang="es-ES_tradnl" sz="1400" dirty="0"/>
              <a:t>Ingrese el código del tipo de identificación. Máximo 4 caracteres. Campo obligatorio.</a:t>
            </a:r>
          </a:p>
          <a:p>
            <a:pPr marL="342900" indent="-342900">
              <a:buFont typeface="+mj-lt"/>
              <a:buAutoNum type="arabicPeriod"/>
            </a:pPr>
            <a:r>
              <a:rPr lang="es-ES_tradnl" sz="1400" dirty="0"/>
              <a:t>Ingrese la descripción del tipo de identificación. Máximo 30 caracteres. Campo obligatorio.</a:t>
            </a:r>
          </a:p>
          <a:p>
            <a:pPr marL="342900" indent="-342900">
              <a:buFont typeface="+mj-lt"/>
              <a:buAutoNum type="arabicPeriod"/>
            </a:pPr>
            <a:r>
              <a:rPr lang="es-ES_tradnl" sz="1400" dirty="0"/>
              <a:t>GUARDE la información.</a:t>
            </a:r>
          </a:p>
        </p:txBody>
      </p:sp>
      <p:sp>
        <p:nvSpPr>
          <p:cNvPr id="16" name="Rectángulo 15">
            <a:extLst>
              <a:ext uri="{FF2B5EF4-FFF2-40B4-BE49-F238E27FC236}">
                <a16:creationId xmlns:a16="http://schemas.microsoft.com/office/drawing/2014/main" id="{BCD968A4-CB12-5F84-EA01-6AEA22457C94}"/>
              </a:ext>
            </a:extLst>
          </p:cNvPr>
          <p:cNvSpPr/>
          <p:nvPr/>
        </p:nvSpPr>
        <p:spPr>
          <a:xfrm flipV="1">
            <a:off x="451362" y="1878644"/>
            <a:ext cx="1379734" cy="153177"/>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7" name="Rectángulo 16">
            <a:extLst>
              <a:ext uri="{FF2B5EF4-FFF2-40B4-BE49-F238E27FC236}">
                <a16:creationId xmlns:a16="http://schemas.microsoft.com/office/drawing/2014/main" id="{BE3E4E4E-DF41-0892-B766-9452DCE4D07F}"/>
              </a:ext>
            </a:extLst>
          </p:cNvPr>
          <p:cNvSpPr/>
          <p:nvPr/>
        </p:nvSpPr>
        <p:spPr>
          <a:xfrm flipV="1">
            <a:off x="11355572" y="5715364"/>
            <a:ext cx="609602" cy="322651"/>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0" name="Rectángulo 9">
            <a:extLst>
              <a:ext uri="{FF2B5EF4-FFF2-40B4-BE49-F238E27FC236}">
                <a16:creationId xmlns:a16="http://schemas.microsoft.com/office/drawing/2014/main" id="{43085212-6AA1-2BAB-AA8A-143B49300977}"/>
              </a:ext>
            </a:extLst>
          </p:cNvPr>
          <p:cNvSpPr/>
          <p:nvPr/>
        </p:nvSpPr>
        <p:spPr>
          <a:xfrm flipV="1">
            <a:off x="3526633" y="1878644"/>
            <a:ext cx="1379734" cy="153177"/>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1" name="Rectángulo redondeado 15">
            <a:extLst>
              <a:ext uri="{FF2B5EF4-FFF2-40B4-BE49-F238E27FC236}">
                <a16:creationId xmlns:a16="http://schemas.microsoft.com/office/drawing/2014/main" id="{EAD70ED8-B358-B045-9D9A-57E19A121696}"/>
              </a:ext>
            </a:extLst>
          </p:cNvPr>
          <p:cNvSpPr/>
          <p:nvPr/>
        </p:nvSpPr>
        <p:spPr>
          <a:xfrm>
            <a:off x="5196162" y="1923756"/>
            <a:ext cx="275509" cy="1531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3</a:t>
            </a:r>
          </a:p>
        </p:txBody>
      </p:sp>
      <p:sp>
        <p:nvSpPr>
          <p:cNvPr id="12" name="Rectángulo redondeado 15">
            <a:extLst>
              <a:ext uri="{FF2B5EF4-FFF2-40B4-BE49-F238E27FC236}">
                <a16:creationId xmlns:a16="http://schemas.microsoft.com/office/drawing/2014/main" id="{8744F164-B1CB-8C76-B78E-D76B825C6603}"/>
              </a:ext>
            </a:extLst>
          </p:cNvPr>
          <p:cNvSpPr/>
          <p:nvPr/>
        </p:nvSpPr>
        <p:spPr>
          <a:xfrm>
            <a:off x="10858377" y="5800101"/>
            <a:ext cx="275509" cy="1531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4</a:t>
            </a:r>
          </a:p>
        </p:txBody>
      </p:sp>
    </p:spTree>
    <p:extLst>
      <p:ext uri="{BB962C8B-B14F-4D97-AF65-F5344CB8AC3E}">
        <p14:creationId xmlns:p14="http://schemas.microsoft.com/office/powerpoint/2010/main" val="301658082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D0F16E-3955-E908-C526-AFF6B9A64ADC}"/>
            </a:ext>
          </a:extLst>
        </p:cNvPr>
        <p:cNvGrpSpPr/>
        <p:nvPr/>
      </p:nvGrpSpPr>
      <p:grpSpPr>
        <a:xfrm>
          <a:off x="0" y="0"/>
          <a:ext cx="0" cy="0"/>
          <a:chOff x="0" y="0"/>
          <a:chExt cx="0" cy="0"/>
        </a:xfrm>
      </p:grpSpPr>
      <p:pic>
        <p:nvPicPr>
          <p:cNvPr id="9" name="Imagen 8">
            <a:extLst>
              <a:ext uri="{FF2B5EF4-FFF2-40B4-BE49-F238E27FC236}">
                <a16:creationId xmlns:a16="http://schemas.microsoft.com/office/drawing/2014/main" id="{FBFC1DBD-C4AE-4B43-386B-68736EE53077}"/>
              </a:ext>
            </a:extLst>
          </p:cNvPr>
          <p:cNvPicPr>
            <a:picLocks noChangeAspect="1"/>
          </p:cNvPicPr>
          <p:nvPr/>
        </p:nvPicPr>
        <p:blipFill>
          <a:blip r:embed="rId3"/>
          <a:stretch>
            <a:fillRect/>
          </a:stretch>
        </p:blipFill>
        <p:spPr>
          <a:xfrm>
            <a:off x="665978" y="1092170"/>
            <a:ext cx="11229356" cy="4945845"/>
          </a:xfrm>
          <a:prstGeom prst="rect">
            <a:avLst/>
          </a:prstGeom>
        </p:spPr>
      </p:pic>
      <p:sp>
        <p:nvSpPr>
          <p:cNvPr id="3" name="Marcador de texto vertical 2">
            <a:extLst>
              <a:ext uri="{FF2B5EF4-FFF2-40B4-BE49-F238E27FC236}">
                <a16:creationId xmlns:a16="http://schemas.microsoft.com/office/drawing/2014/main" id="{26D61166-52DA-9DA7-3150-F48F2C4AEEEA}"/>
              </a:ext>
            </a:extLst>
          </p:cNvPr>
          <p:cNvSpPr>
            <a:spLocks noGrp="1"/>
          </p:cNvSpPr>
          <p:nvPr>
            <p:ph type="body" orient="vert" sz="quarter" idx="17"/>
          </p:nvPr>
        </p:nvSpPr>
        <p:spPr/>
        <p:txBody>
          <a:bodyPr/>
          <a:lstStyle/>
          <a:p>
            <a:r>
              <a:rPr lang="es-419" sz="1200" dirty="0"/>
              <a:t>Gestionar persona natural</a:t>
            </a:r>
          </a:p>
        </p:txBody>
      </p:sp>
      <p:sp>
        <p:nvSpPr>
          <p:cNvPr id="4" name="Título 3">
            <a:extLst>
              <a:ext uri="{FF2B5EF4-FFF2-40B4-BE49-F238E27FC236}">
                <a16:creationId xmlns:a16="http://schemas.microsoft.com/office/drawing/2014/main" id="{ED40AB3E-2C5C-2873-3B61-14DB6EAB2E1A}"/>
              </a:ext>
            </a:extLst>
          </p:cNvPr>
          <p:cNvSpPr>
            <a:spLocks noGrp="1"/>
          </p:cNvSpPr>
          <p:nvPr>
            <p:ph type="title"/>
          </p:nvPr>
        </p:nvSpPr>
        <p:spPr>
          <a:xfrm>
            <a:off x="448740" y="231558"/>
            <a:ext cx="10271883" cy="626165"/>
          </a:xfrm>
        </p:spPr>
        <p:txBody>
          <a:bodyPr/>
          <a:lstStyle/>
          <a:p>
            <a:r>
              <a:rPr lang="es-CO" dirty="0"/>
              <a:t>Tipos de documento de identidad GVVADID</a:t>
            </a:r>
            <a:br>
              <a:rPr lang="es-CO" dirty="0"/>
            </a:br>
            <a:br>
              <a:rPr lang="es-CO" dirty="0"/>
            </a:br>
            <a:br>
              <a:rPr lang="es-419" sz="3000" b="1" dirty="0"/>
            </a:br>
            <a:endParaRPr lang="es-CL" sz="2000" dirty="0"/>
          </a:p>
        </p:txBody>
      </p:sp>
      <p:sp>
        <p:nvSpPr>
          <p:cNvPr id="2" name="Rectángulo redondeado 15">
            <a:extLst>
              <a:ext uri="{FF2B5EF4-FFF2-40B4-BE49-F238E27FC236}">
                <a16:creationId xmlns:a16="http://schemas.microsoft.com/office/drawing/2014/main" id="{005902AF-CE1B-AB74-1299-8CEB7E996492}"/>
              </a:ext>
            </a:extLst>
          </p:cNvPr>
          <p:cNvSpPr/>
          <p:nvPr/>
        </p:nvSpPr>
        <p:spPr>
          <a:xfrm>
            <a:off x="10712882" y="1389142"/>
            <a:ext cx="275509" cy="1531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1</a:t>
            </a:r>
          </a:p>
        </p:txBody>
      </p:sp>
      <p:sp>
        <p:nvSpPr>
          <p:cNvPr id="5" name="Rectángulo redondeado 15">
            <a:extLst>
              <a:ext uri="{FF2B5EF4-FFF2-40B4-BE49-F238E27FC236}">
                <a16:creationId xmlns:a16="http://schemas.microsoft.com/office/drawing/2014/main" id="{E4A17145-4A80-0FFE-A6A5-2F8144424AD6}"/>
              </a:ext>
            </a:extLst>
          </p:cNvPr>
          <p:cNvSpPr/>
          <p:nvPr/>
        </p:nvSpPr>
        <p:spPr>
          <a:xfrm>
            <a:off x="94888" y="1932808"/>
            <a:ext cx="275509" cy="1531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2</a:t>
            </a:r>
          </a:p>
        </p:txBody>
      </p:sp>
      <p:sp>
        <p:nvSpPr>
          <p:cNvPr id="6" name="Rectángulo 5">
            <a:extLst>
              <a:ext uri="{FF2B5EF4-FFF2-40B4-BE49-F238E27FC236}">
                <a16:creationId xmlns:a16="http://schemas.microsoft.com/office/drawing/2014/main" id="{0C0C8B99-C0DC-58DB-4E84-6A2786A8480C}"/>
              </a:ext>
            </a:extLst>
          </p:cNvPr>
          <p:cNvSpPr/>
          <p:nvPr/>
        </p:nvSpPr>
        <p:spPr>
          <a:xfrm flipV="1">
            <a:off x="11012878" y="1437302"/>
            <a:ext cx="242016" cy="153176"/>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3" name="Rectángulo redondeado 5">
            <a:extLst>
              <a:ext uri="{FF2B5EF4-FFF2-40B4-BE49-F238E27FC236}">
                <a16:creationId xmlns:a16="http://schemas.microsoft.com/office/drawing/2014/main" id="{12D9156A-A00D-2E1A-D78B-48D43CA249C9}"/>
              </a:ext>
            </a:extLst>
          </p:cNvPr>
          <p:cNvSpPr/>
          <p:nvPr/>
        </p:nvSpPr>
        <p:spPr>
          <a:xfrm>
            <a:off x="799614" y="2917566"/>
            <a:ext cx="10625948" cy="2772364"/>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400" dirty="0"/>
              <a:t>Se configuran las reglas de los tipos de documento:</a:t>
            </a:r>
          </a:p>
          <a:p>
            <a:pPr marL="342900" indent="-342900">
              <a:buFont typeface="+mj-lt"/>
              <a:buAutoNum type="arabicPeriod"/>
            </a:pPr>
            <a:r>
              <a:rPr lang="es-ES_tradnl" sz="1400" dirty="0"/>
              <a:t>Para insertar un registro, seleccione (+)</a:t>
            </a:r>
          </a:p>
          <a:p>
            <a:pPr marL="342900" indent="-342900">
              <a:buFont typeface="+mj-lt"/>
              <a:buAutoNum type="arabicPeriod"/>
            </a:pPr>
            <a:r>
              <a:rPr lang="es-ES_tradnl" sz="1400" dirty="0"/>
              <a:t>Ingrese el código del tipo de identificación. Máximo 4 caracteres. Campo obligatorio. Debe existir en GTVADID</a:t>
            </a:r>
          </a:p>
          <a:p>
            <a:pPr marL="342900" indent="-342900">
              <a:buFont typeface="+mj-lt"/>
              <a:buAutoNum type="arabicPeriod"/>
            </a:pPr>
            <a:r>
              <a:rPr lang="es-ES_tradnl" sz="1400" dirty="0"/>
              <a:t>Ingrese la descripción del tipo de identificación. Máximo 30 caracteres. Campo obligatorio.</a:t>
            </a:r>
          </a:p>
          <a:p>
            <a:pPr marL="342900" indent="-342900">
              <a:buFont typeface="+mj-lt"/>
              <a:buAutoNum type="arabicPeriod"/>
            </a:pPr>
            <a:r>
              <a:rPr lang="es-ES_tradnl" sz="1400" dirty="0"/>
              <a:t>Ingrese la longitud mínima y máxima que puede tener el documento.</a:t>
            </a:r>
          </a:p>
          <a:p>
            <a:pPr marL="342900" indent="-342900">
              <a:buFont typeface="+mj-lt"/>
              <a:buAutoNum type="arabicPeriod"/>
            </a:pPr>
            <a:r>
              <a:rPr lang="es-ES_tradnl" sz="1400" dirty="0"/>
              <a:t>Indique si el documento es un documento extranjero</a:t>
            </a:r>
          </a:p>
          <a:p>
            <a:pPr marL="342900" indent="-342900">
              <a:buFont typeface="+mj-lt"/>
              <a:buAutoNum type="arabicPeriod"/>
            </a:pPr>
            <a:r>
              <a:rPr lang="es-ES_tradnl" sz="1400" dirty="0"/>
              <a:t>En el campo </a:t>
            </a:r>
            <a:r>
              <a:rPr lang="es-ES_tradnl" sz="1400" dirty="0" err="1"/>
              <a:t>Ind</a:t>
            </a:r>
            <a:r>
              <a:rPr lang="es-ES_tradnl" sz="1400" dirty="0"/>
              <a:t>. De web selecciones:</a:t>
            </a:r>
          </a:p>
          <a:p>
            <a:pPr marL="800100" lvl="1" indent="-342900">
              <a:buFont typeface="+mj-lt"/>
              <a:buAutoNum type="arabicPeriod"/>
            </a:pPr>
            <a:r>
              <a:rPr lang="es-ES_tradnl" sz="1400" dirty="0"/>
              <a:t>No mostrar el documento</a:t>
            </a:r>
          </a:p>
          <a:p>
            <a:pPr marL="800100" lvl="1" indent="-342900">
              <a:buFont typeface="+mj-lt"/>
              <a:buAutoNum type="arabicPeriod"/>
            </a:pPr>
            <a:r>
              <a:rPr lang="es-ES_tradnl" sz="1400" dirty="0"/>
              <a:t>Sólo ver e documento</a:t>
            </a:r>
          </a:p>
          <a:p>
            <a:pPr marL="800100" lvl="1" indent="-342900">
              <a:buFont typeface="+mj-lt"/>
              <a:buAutoNum type="arabicPeriod"/>
            </a:pPr>
            <a:r>
              <a:rPr lang="es-ES_tradnl" sz="1400" dirty="0"/>
              <a:t>Ver y actualizar el documento</a:t>
            </a:r>
          </a:p>
          <a:p>
            <a:pPr marL="800100" lvl="1" indent="-342900">
              <a:buFont typeface="+mj-lt"/>
              <a:buAutoNum type="arabicPeriod"/>
            </a:pPr>
            <a:r>
              <a:rPr lang="es-ES_tradnl" sz="1400" dirty="0"/>
              <a:t>Ver y actualizar el documento actual </a:t>
            </a:r>
          </a:p>
          <a:p>
            <a:pPr marL="342900" indent="-342900">
              <a:buFont typeface="+mj-lt"/>
              <a:buAutoNum type="arabicPeriod"/>
            </a:pPr>
            <a:r>
              <a:rPr lang="es-ES_tradnl" sz="1400" dirty="0"/>
              <a:t>Indique si el documento puede ser un documento actual. La persona solo puede tener un documento como actual</a:t>
            </a:r>
          </a:p>
          <a:p>
            <a:pPr marL="342900" indent="-342900">
              <a:buFont typeface="+mj-lt"/>
              <a:buAutoNum type="arabicPeriod"/>
            </a:pPr>
            <a:r>
              <a:rPr lang="es-ES_tradnl" sz="1400" dirty="0"/>
              <a:t>GUARDE la información.</a:t>
            </a:r>
          </a:p>
        </p:txBody>
      </p:sp>
      <p:sp>
        <p:nvSpPr>
          <p:cNvPr id="16" name="Rectángulo 15">
            <a:extLst>
              <a:ext uri="{FF2B5EF4-FFF2-40B4-BE49-F238E27FC236}">
                <a16:creationId xmlns:a16="http://schemas.microsoft.com/office/drawing/2014/main" id="{BF9F6BC5-A907-55A5-4E94-5BDBB60A3AC8}"/>
              </a:ext>
            </a:extLst>
          </p:cNvPr>
          <p:cNvSpPr/>
          <p:nvPr/>
        </p:nvSpPr>
        <p:spPr>
          <a:xfrm flipV="1">
            <a:off x="406701" y="1923752"/>
            <a:ext cx="985390" cy="153178"/>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7" name="Rectángulo 16">
            <a:extLst>
              <a:ext uri="{FF2B5EF4-FFF2-40B4-BE49-F238E27FC236}">
                <a16:creationId xmlns:a16="http://schemas.microsoft.com/office/drawing/2014/main" id="{4C60965B-8106-B561-4DC9-A92099A08FDD}"/>
              </a:ext>
            </a:extLst>
          </p:cNvPr>
          <p:cNvSpPr/>
          <p:nvPr/>
        </p:nvSpPr>
        <p:spPr>
          <a:xfrm flipV="1">
            <a:off x="11355572" y="5715364"/>
            <a:ext cx="609602" cy="322651"/>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0" name="Rectángulo 9">
            <a:extLst>
              <a:ext uri="{FF2B5EF4-FFF2-40B4-BE49-F238E27FC236}">
                <a16:creationId xmlns:a16="http://schemas.microsoft.com/office/drawing/2014/main" id="{13393A4B-36DF-6984-8EF0-77C7D649E60A}"/>
              </a:ext>
            </a:extLst>
          </p:cNvPr>
          <p:cNvSpPr/>
          <p:nvPr/>
        </p:nvSpPr>
        <p:spPr>
          <a:xfrm flipV="1">
            <a:off x="1311826" y="1923752"/>
            <a:ext cx="1379734" cy="153177"/>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1" name="Rectángulo redondeado 15">
            <a:extLst>
              <a:ext uri="{FF2B5EF4-FFF2-40B4-BE49-F238E27FC236}">
                <a16:creationId xmlns:a16="http://schemas.microsoft.com/office/drawing/2014/main" id="{7D511DCF-AB57-4AF2-28A0-CEAD2788095F}"/>
              </a:ext>
            </a:extLst>
          </p:cNvPr>
          <p:cNvSpPr/>
          <p:nvPr/>
        </p:nvSpPr>
        <p:spPr>
          <a:xfrm>
            <a:off x="2715422" y="1914257"/>
            <a:ext cx="275509" cy="1531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3</a:t>
            </a:r>
          </a:p>
        </p:txBody>
      </p:sp>
      <p:sp>
        <p:nvSpPr>
          <p:cNvPr id="12" name="Rectángulo redondeado 15">
            <a:extLst>
              <a:ext uri="{FF2B5EF4-FFF2-40B4-BE49-F238E27FC236}">
                <a16:creationId xmlns:a16="http://schemas.microsoft.com/office/drawing/2014/main" id="{A473A8FB-85DC-6377-F60C-1CB1B0FD29FF}"/>
              </a:ext>
            </a:extLst>
          </p:cNvPr>
          <p:cNvSpPr/>
          <p:nvPr/>
        </p:nvSpPr>
        <p:spPr>
          <a:xfrm>
            <a:off x="10858377" y="5800101"/>
            <a:ext cx="275509" cy="1531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4</a:t>
            </a:r>
          </a:p>
        </p:txBody>
      </p:sp>
      <p:sp>
        <p:nvSpPr>
          <p:cNvPr id="14" name="Rectángulo 13">
            <a:extLst>
              <a:ext uri="{FF2B5EF4-FFF2-40B4-BE49-F238E27FC236}">
                <a16:creationId xmlns:a16="http://schemas.microsoft.com/office/drawing/2014/main" id="{6DC91BA8-8987-FF20-232D-CF4DF3E4CA02}"/>
              </a:ext>
            </a:extLst>
          </p:cNvPr>
          <p:cNvSpPr/>
          <p:nvPr/>
        </p:nvSpPr>
        <p:spPr>
          <a:xfrm flipV="1">
            <a:off x="3803565" y="1914256"/>
            <a:ext cx="1735998" cy="162672"/>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5" name="Rectángulo redondeado 15">
            <a:extLst>
              <a:ext uri="{FF2B5EF4-FFF2-40B4-BE49-F238E27FC236}">
                <a16:creationId xmlns:a16="http://schemas.microsoft.com/office/drawing/2014/main" id="{B3FBFD0C-DF25-24E3-8DCD-DB25C0B72B50}"/>
              </a:ext>
            </a:extLst>
          </p:cNvPr>
          <p:cNvSpPr/>
          <p:nvPr/>
        </p:nvSpPr>
        <p:spPr>
          <a:xfrm>
            <a:off x="3539593" y="1932808"/>
            <a:ext cx="275509" cy="1531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4</a:t>
            </a:r>
          </a:p>
        </p:txBody>
      </p:sp>
      <p:sp>
        <p:nvSpPr>
          <p:cNvPr id="18" name="Rectángulo redondeado 15">
            <a:extLst>
              <a:ext uri="{FF2B5EF4-FFF2-40B4-BE49-F238E27FC236}">
                <a16:creationId xmlns:a16="http://schemas.microsoft.com/office/drawing/2014/main" id="{2918179A-7DC1-B735-B01F-F17A54F7D95F}"/>
              </a:ext>
            </a:extLst>
          </p:cNvPr>
          <p:cNvSpPr/>
          <p:nvPr/>
        </p:nvSpPr>
        <p:spPr>
          <a:xfrm>
            <a:off x="5857347" y="1923752"/>
            <a:ext cx="275509" cy="1531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5</a:t>
            </a:r>
          </a:p>
        </p:txBody>
      </p:sp>
      <p:sp>
        <p:nvSpPr>
          <p:cNvPr id="19" name="Rectángulo 18">
            <a:extLst>
              <a:ext uri="{FF2B5EF4-FFF2-40B4-BE49-F238E27FC236}">
                <a16:creationId xmlns:a16="http://schemas.microsoft.com/office/drawing/2014/main" id="{317DA36B-6CD6-8B3D-256B-4B7D39E672E2}"/>
              </a:ext>
            </a:extLst>
          </p:cNvPr>
          <p:cNvSpPr/>
          <p:nvPr/>
        </p:nvSpPr>
        <p:spPr>
          <a:xfrm flipV="1">
            <a:off x="5615331" y="1939218"/>
            <a:ext cx="242016" cy="153176"/>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20" name="Rectángulo 19">
            <a:extLst>
              <a:ext uri="{FF2B5EF4-FFF2-40B4-BE49-F238E27FC236}">
                <a16:creationId xmlns:a16="http://schemas.microsoft.com/office/drawing/2014/main" id="{87D738E8-1166-1785-60BE-815E2BC12C9B}"/>
              </a:ext>
            </a:extLst>
          </p:cNvPr>
          <p:cNvSpPr/>
          <p:nvPr/>
        </p:nvSpPr>
        <p:spPr>
          <a:xfrm flipV="1">
            <a:off x="6253863" y="1940542"/>
            <a:ext cx="434853" cy="136386"/>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21" name="Rectángulo 20">
            <a:extLst>
              <a:ext uri="{FF2B5EF4-FFF2-40B4-BE49-F238E27FC236}">
                <a16:creationId xmlns:a16="http://schemas.microsoft.com/office/drawing/2014/main" id="{DD8FF8DC-F6FC-4DD7-6280-471704668B9F}"/>
              </a:ext>
            </a:extLst>
          </p:cNvPr>
          <p:cNvSpPr/>
          <p:nvPr/>
        </p:nvSpPr>
        <p:spPr>
          <a:xfrm flipV="1">
            <a:off x="7415560" y="1939218"/>
            <a:ext cx="242016" cy="153176"/>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226799539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835EF8-457D-F02B-C603-821ACD7BDFD1}"/>
            </a:ext>
          </a:extLst>
        </p:cNvPr>
        <p:cNvGrpSpPr/>
        <p:nvPr/>
      </p:nvGrpSpPr>
      <p:grpSpPr>
        <a:xfrm>
          <a:off x="0" y="0"/>
          <a:ext cx="0" cy="0"/>
          <a:chOff x="0" y="0"/>
          <a:chExt cx="0" cy="0"/>
        </a:xfrm>
      </p:grpSpPr>
      <p:pic>
        <p:nvPicPr>
          <p:cNvPr id="8" name="Imagen 7">
            <a:extLst>
              <a:ext uri="{FF2B5EF4-FFF2-40B4-BE49-F238E27FC236}">
                <a16:creationId xmlns:a16="http://schemas.microsoft.com/office/drawing/2014/main" id="{72006618-15F6-C5F1-8326-9538F80CFB8A}"/>
              </a:ext>
            </a:extLst>
          </p:cNvPr>
          <p:cNvPicPr>
            <a:picLocks noChangeAspect="1"/>
          </p:cNvPicPr>
          <p:nvPr/>
        </p:nvPicPr>
        <p:blipFill>
          <a:blip r:embed="rId3"/>
          <a:stretch>
            <a:fillRect/>
          </a:stretch>
        </p:blipFill>
        <p:spPr>
          <a:xfrm>
            <a:off x="483778" y="1341239"/>
            <a:ext cx="11221831" cy="1536028"/>
          </a:xfrm>
          <a:prstGeom prst="rect">
            <a:avLst/>
          </a:prstGeom>
        </p:spPr>
      </p:pic>
      <p:sp>
        <p:nvSpPr>
          <p:cNvPr id="3" name="Marcador de texto vertical 2">
            <a:extLst>
              <a:ext uri="{FF2B5EF4-FFF2-40B4-BE49-F238E27FC236}">
                <a16:creationId xmlns:a16="http://schemas.microsoft.com/office/drawing/2014/main" id="{BFA2F114-4429-320E-FAFE-A3B82689CA5E}"/>
              </a:ext>
            </a:extLst>
          </p:cNvPr>
          <p:cNvSpPr>
            <a:spLocks noGrp="1"/>
          </p:cNvSpPr>
          <p:nvPr>
            <p:ph type="body" orient="vert" sz="quarter" idx="17"/>
          </p:nvPr>
        </p:nvSpPr>
        <p:spPr/>
        <p:txBody>
          <a:bodyPr/>
          <a:lstStyle/>
          <a:p>
            <a:r>
              <a:rPr lang="es-419" sz="1200" dirty="0"/>
              <a:t>Gestionar persona natural</a:t>
            </a:r>
          </a:p>
        </p:txBody>
      </p:sp>
      <p:sp>
        <p:nvSpPr>
          <p:cNvPr id="4" name="Título 3">
            <a:extLst>
              <a:ext uri="{FF2B5EF4-FFF2-40B4-BE49-F238E27FC236}">
                <a16:creationId xmlns:a16="http://schemas.microsoft.com/office/drawing/2014/main" id="{BFDCB38D-8EC0-6C47-7C1D-A6C1BBACCA67}"/>
              </a:ext>
            </a:extLst>
          </p:cNvPr>
          <p:cNvSpPr>
            <a:spLocks noGrp="1"/>
          </p:cNvSpPr>
          <p:nvPr>
            <p:ph type="title"/>
          </p:nvPr>
        </p:nvSpPr>
        <p:spPr>
          <a:xfrm>
            <a:off x="448740" y="231558"/>
            <a:ext cx="10271883" cy="626165"/>
          </a:xfrm>
        </p:spPr>
        <p:txBody>
          <a:bodyPr/>
          <a:lstStyle/>
          <a:p>
            <a:r>
              <a:rPr lang="es-CO" dirty="0"/>
              <a:t>Documentos de identidad de una persona GVAADID</a:t>
            </a:r>
            <a:br>
              <a:rPr lang="es-CO" dirty="0"/>
            </a:br>
            <a:br>
              <a:rPr lang="es-CO" dirty="0"/>
            </a:br>
            <a:br>
              <a:rPr lang="es-CO" dirty="0"/>
            </a:br>
            <a:br>
              <a:rPr lang="es-419" sz="3000" b="1" dirty="0"/>
            </a:br>
            <a:endParaRPr lang="es-CL" sz="2000" dirty="0"/>
          </a:p>
        </p:txBody>
      </p:sp>
      <p:sp>
        <p:nvSpPr>
          <p:cNvPr id="2" name="Rectángulo redondeado 15">
            <a:extLst>
              <a:ext uri="{FF2B5EF4-FFF2-40B4-BE49-F238E27FC236}">
                <a16:creationId xmlns:a16="http://schemas.microsoft.com/office/drawing/2014/main" id="{F033FD5E-B7FF-253A-A082-DE93AD69F170}"/>
              </a:ext>
            </a:extLst>
          </p:cNvPr>
          <p:cNvSpPr/>
          <p:nvPr/>
        </p:nvSpPr>
        <p:spPr>
          <a:xfrm>
            <a:off x="905700" y="2047007"/>
            <a:ext cx="275509" cy="1531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1</a:t>
            </a:r>
          </a:p>
        </p:txBody>
      </p:sp>
      <p:sp>
        <p:nvSpPr>
          <p:cNvPr id="5" name="Rectángulo redondeado 15">
            <a:extLst>
              <a:ext uri="{FF2B5EF4-FFF2-40B4-BE49-F238E27FC236}">
                <a16:creationId xmlns:a16="http://schemas.microsoft.com/office/drawing/2014/main" id="{407993F7-7605-3D11-087D-7D3A56F8B47B}"/>
              </a:ext>
            </a:extLst>
          </p:cNvPr>
          <p:cNvSpPr/>
          <p:nvPr/>
        </p:nvSpPr>
        <p:spPr>
          <a:xfrm>
            <a:off x="10970372" y="2113970"/>
            <a:ext cx="275509" cy="1531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2</a:t>
            </a:r>
          </a:p>
        </p:txBody>
      </p:sp>
      <p:sp>
        <p:nvSpPr>
          <p:cNvPr id="6" name="Rectángulo 5">
            <a:extLst>
              <a:ext uri="{FF2B5EF4-FFF2-40B4-BE49-F238E27FC236}">
                <a16:creationId xmlns:a16="http://schemas.microsoft.com/office/drawing/2014/main" id="{B563A101-E396-D9D8-229B-73237CA3C169}"/>
              </a:ext>
            </a:extLst>
          </p:cNvPr>
          <p:cNvSpPr/>
          <p:nvPr/>
        </p:nvSpPr>
        <p:spPr>
          <a:xfrm flipV="1">
            <a:off x="11362107" y="2032665"/>
            <a:ext cx="368670" cy="153176"/>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3" name="Rectángulo redondeado 5">
            <a:extLst>
              <a:ext uri="{FF2B5EF4-FFF2-40B4-BE49-F238E27FC236}">
                <a16:creationId xmlns:a16="http://schemas.microsoft.com/office/drawing/2014/main" id="{6F42AD6B-4D74-C9D0-8156-1E34F462A130}"/>
              </a:ext>
            </a:extLst>
          </p:cNvPr>
          <p:cNvSpPr/>
          <p:nvPr/>
        </p:nvSpPr>
        <p:spPr>
          <a:xfrm>
            <a:off x="781719" y="3194888"/>
            <a:ext cx="10625948" cy="1192358"/>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s-ES_tradnl" sz="1400" dirty="0"/>
          </a:p>
          <a:p>
            <a:r>
              <a:rPr lang="es-ES_tradnl" sz="1400" dirty="0"/>
              <a:t>Se puede ingresar más de un documento a una persona.</a:t>
            </a:r>
          </a:p>
          <a:p>
            <a:endParaRPr lang="es-ES_tradnl" sz="1400" dirty="0"/>
          </a:p>
          <a:p>
            <a:pPr marL="342900" indent="-342900">
              <a:buFont typeface="+mj-lt"/>
              <a:buAutoNum type="arabicPeriod"/>
            </a:pPr>
            <a:r>
              <a:rPr lang="es-ES_tradnl" sz="1400" dirty="0"/>
              <a:t>Ingrese o seleccione el ID de la persona</a:t>
            </a:r>
          </a:p>
          <a:p>
            <a:pPr marL="342900" indent="-342900">
              <a:buFont typeface="+mj-lt"/>
              <a:buAutoNum type="arabicPeriod"/>
            </a:pPr>
            <a:r>
              <a:rPr lang="es-ES_tradnl" sz="1400" dirty="0"/>
              <a:t>Seleccione IR</a:t>
            </a:r>
          </a:p>
        </p:txBody>
      </p:sp>
      <p:sp>
        <p:nvSpPr>
          <p:cNvPr id="10" name="Rectángulo 9">
            <a:extLst>
              <a:ext uri="{FF2B5EF4-FFF2-40B4-BE49-F238E27FC236}">
                <a16:creationId xmlns:a16="http://schemas.microsoft.com/office/drawing/2014/main" id="{824880A5-0011-D8F3-0914-4E196F65799F}"/>
              </a:ext>
            </a:extLst>
          </p:cNvPr>
          <p:cNvSpPr/>
          <p:nvPr/>
        </p:nvSpPr>
        <p:spPr>
          <a:xfrm flipV="1">
            <a:off x="1392091" y="2032663"/>
            <a:ext cx="1379734" cy="273571"/>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324085617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B3F1DD-3EF3-6F63-B8A0-ED20F4147AAC}"/>
            </a:ext>
          </a:extLst>
        </p:cNvPr>
        <p:cNvGrpSpPr/>
        <p:nvPr/>
      </p:nvGrpSpPr>
      <p:grpSpPr>
        <a:xfrm>
          <a:off x="0" y="0"/>
          <a:ext cx="0" cy="0"/>
          <a:chOff x="0" y="0"/>
          <a:chExt cx="0" cy="0"/>
        </a:xfrm>
      </p:grpSpPr>
      <p:pic>
        <p:nvPicPr>
          <p:cNvPr id="23" name="Imagen 22">
            <a:extLst>
              <a:ext uri="{FF2B5EF4-FFF2-40B4-BE49-F238E27FC236}">
                <a16:creationId xmlns:a16="http://schemas.microsoft.com/office/drawing/2014/main" id="{40EF9B5B-7C74-4F8B-6081-8A5213529A8F}"/>
              </a:ext>
            </a:extLst>
          </p:cNvPr>
          <p:cNvPicPr>
            <a:picLocks noChangeAspect="1"/>
          </p:cNvPicPr>
          <p:nvPr/>
        </p:nvPicPr>
        <p:blipFill>
          <a:blip r:embed="rId3"/>
          <a:stretch>
            <a:fillRect/>
          </a:stretch>
        </p:blipFill>
        <p:spPr>
          <a:xfrm>
            <a:off x="523133" y="917096"/>
            <a:ext cx="11442041" cy="4839030"/>
          </a:xfrm>
          <a:prstGeom prst="rect">
            <a:avLst/>
          </a:prstGeom>
        </p:spPr>
      </p:pic>
      <p:sp>
        <p:nvSpPr>
          <p:cNvPr id="3" name="Marcador de texto vertical 2">
            <a:extLst>
              <a:ext uri="{FF2B5EF4-FFF2-40B4-BE49-F238E27FC236}">
                <a16:creationId xmlns:a16="http://schemas.microsoft.com/office/drawing/2014/main" id="{30690A49-4AF2-3344-B3FF-035065A67AEC}"/>
              </a:ext>
            </a:extLst>
          </p:cNvPr>
          <p:cNvSpPr>
            <a:spLocks noGrp="1"/>
          </p:cNvSpPr>
          <p:nvPr>
            <p:ph type="body" orient="vert" sz="quarter" idx="17"/>
          </p:nvPr>
        </p:nvSpPr>
        <p:spPr/>
        <p:txBody>
          <a:bodyPr/>
          <a:lstStyle/>
          <a:p>
            <a:r>
              <a:rPr lang="es-419" sz="1200" dirty="0"/>
              <a:t>Gestionar persona natural</a:t>
            </a:r>
          </a:p>
        </p:txBody>
      </p:sp>
      <p:sp>
        <p:nvSpPr>
          <p:cNvPr id="4" name="Título 3">
            <a:extLst>
              <a:ext uri="{FF2B5EF4-FFF2-40B4-BE49-F238E27FC236}">
                <a16:creationId xmlns:a16="http://schemas.microsoft.com/office/drawing/2014/main" id="{E936F954-45B2-98A6-5606-D14658DEB629}"/>
              </a:ext>
            </a:extLst>
          </p:cNvPr>
          <p:cNvSpPr>
            <a:spLocks noGrp="1"/>
          </p:cNvSpPr>
          <p:nvPr>
            <p:ph type="title"/>
          </p:nvPr>
        </p:nvSpPr>
        <p:spPr>
          <a:xfrm>
            <a:off x="94888" y="190912"/>
            <a:ext cx="10271883" cy="626165"/>
          </a:xfrm>
        </p:spPr>
        <p:txBody>
          <a:bodyPr/>
          <a:lstStyle/>
          <a:p>
            <a:r>
              <a:rPr lang="es-CO" dirty="0"/>
              <a:t>Documentos de identidad de una persona GVAADID</a:t>
            </a:r>
            <a:br>
              <a:rPr lang="es-CO" dirty="0"/>
            </a:br>
            <a:br>
              <a:rPr lang="es-CO" dirty="0"/>
            </a:br>
            <a:br>
              <a:rPr lang="es-CO" dirty="0"/>
            </a:br>
            <a:br>
              <a:rPr lang="es-419" sz="3000" b="1" dirty="0"/>
            </a:br>
            <a:endParaRPr lang="es-CL" sz="2000" dirty="0"/>
          </a:p>
        </p:txBody>
      </p:sp>
      <p:sp>
        <p:nvSpPr>
          <p:cNvPr id="2" name="Rectángulo redondeado 15">
            <a:extLst>
              <a:ext uri="{FF2B5EF4-FFF2-40B4-BE49-F238E27FC236}">
                <a16:creationId xmlns:a16="http://schemas.microsoft.com/office/drawing/2014/main" id="{8B29F3EB-F0A9-AD10-F88A-D4EB774A8E6D}"/>
              </a:ext>
            </a:extLst>
          </p:cNvPr>
          <p:cNvSpPr/>
          <p:nvPr/>
        </p:nvSpPr>
        <p:spPr>
          <a:xfrm>
            <a:off x="10582868" y="1731216"/>
            <a:ext cx="275509" cy="1531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1</a:t>
            </a:r>
          </a:p>
        </p:txBody>
      </p:sp>
      <p:sp>
        <p:nvSpPr>
          <p:cNvPr id="5" name="Rectángulo redondeado 15">
            <a:extLst>
              <a:ext uri="{FF2B5EF4-FFF2-40B4-BE49-F238E27FC236}">
                <a16:creationId xmlns:a16="http://schemas.microsoft.com/office/drawing/2014/main" id="{314520CE-EEE3-A448-0E60-E6F5B62F1DAF}"/>
              </a:ext>
            </a:extLst>
          </p:cNvPr>
          <p:cNvSpPr/>
          <p:nvPr/>
        </p:nvSpPr>
        <p:spPr>
          <a:xfrm>
            <a:off x="640592" y="2490799"/>
            <a:ext cx="275509" cy="1531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2</a:t>
            </a:r>
          </a:p>
        </p:txBody>
      </p:sp>
      <p:sp>
        <p:nvSpPr>
          <p:cNvPr id="6" name="Rectángulo 5">
            <a:extLst>
              <a:ext uri="{FF2B5EF4-FFF2-40B4-BE49-F238E27FC236}">
                <a16:creationId xmlns:a16="http://schemas.microsoft.com/office/drawing/2014/main" id="{F8BF32E3-C599-19D2-2CB9-98B19DEB2037}"/>
              </a:ext>
            </a:extLst>
          </p:cNvPr>
          <p:cNvSpPr/>
          <p:nvPr/>
        </p:nvSpPr>
        <p:spPr>
          <a:xfrm flipV="1">
            <a:off x="10891870" y="1703196"/>
            <a:ext cx="242016" cy="153176"/>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3" name="Rectángulo redondeado 5">
            <a:extLst>
              <a:ext uri="{FF2B5EF4-FFF2-40B4-BE49-F238E27FC236}">
                <a16:creationId xmlns:a16="http://schemas.microsoft.com/office/drawing/2014/main" id="{D0806E10-A9D7-7291-D134-04C18B6AE706}"/>
              </a:ext>
            </a:extLst>
          </p:cNvPr>
          <p:cNvSpPr/>
          <p:nvPr/>
        </p:nvSpPr>
        <p:spPr>
          <a:xfrm>
            <a:off x="799614" y="2917565"/>
            <a:ext cx="10625948" cy="3091651"/>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400" dirty="0"/>
              <a:t>Se configuran las reglas de los tipos de documento:</a:t>
            </a:r>
          </a:p>
          <a:p>
            <a:pPr marL="342900" indent="-342900">
              <a:buFont typeface="+mj-lt"/>
              <a:buAutoNum type="arabicPeriod"/>
            </a:pPr>
            <a:r>
              <a:rPr lang="es-ES_tradnl" sz="1400" dirty="0"/>
              <a:t>Para insertar un registro, seleccione (+), si existe un registro. De lo contrario continue con el paso 2.</a:t>
            </a:r>
          </a:p>
          <a:p>
            <a:pPr marL="342900" indent="-342900">
              <a:buFont typeface="+mj-lt"/>
              <a:buAutoNum type="arabicPeriod"/>
            </a:pPr>
            <a:r>
              <a:rPr lang="es-ES_tradnl" sz="1400" dirty="0"/>
              <a:t>Ingrese el código del tipo de identificación. Máximo 4 caracteres. Campo obligatorio. Debe existir en </a:t>
            </a:r>
            <a:r>
              <a:rPr lang="es-CO" sz="1400" dirty="0"/>
              <a:t>GVVADID</a:t>
            </a:r>
            <a:endParaRPr lang="es-ES_tradnl" sz="1400" dirty="0"/>
          </a:p>
          <a:p>
            <a:pPr marL="342900" indent="-342900">
              <a:buFont typeface="+mj-lt"/>
              <a:buAutoNum type="arabicPeriod"/>
            </a:pPr>
            <a:r>
              <a:rPr lang="es-ES_tradnl" sz="1400" dirty="0"/>
              <a:t>Ingrese el número del documento. El valor máximo depende de la configuración realizada en GVVADID. </a:t>
            </a:r>
          </a:p>
          <a:p>
            <a:pPr marL="342900" indent="-342900">
              <a:buFont typeface="+mj-lt"/>
              <a:buAutoNum type="arabicPeriod"/>
            </a:pPr>
            <a:r>
              <a:rPr lang="es-ES_tradnl" sz="1400" dirty="0"/>
              <a:t>Ingrese la fecha de expedición del documento. Campo opcional</a:t>
            </a:r>
          </a:p>
          <a:p>
            <a:pPr marL="342900" indent="-342900">
              <a:buFont typeface="+mj-lt"/>
              <a:buAutoNum type="arabicPeriod"/>
            </a:pPr>
            <a:r>
              <a:rPr lang="es-ES_tradnl" sz="1400" dirty="0"/>
              <a:t>Ingrese la fecha de vencimiento del documento. Campo opcional</a:t>
            </a:r>
          </a:p>
          <a:p>
            <a:pPr marL="342900" indent="-342900">
              <a:buFont typeface="+mj-lt"/>
              <a:buAutoNum type="arabicPeriod"/>
            </a:pPr>
            <a:r>
              <a:rPr lang="es-ES_tradnl" sz="1400" dirty="0"/>
              <a:t>Ingrese el código del país. Depende de STVNATN. Campo opcional.</a:t>
            </a:r>
          </a:p>
          <a:p>
            <a:pPr marL="342900" indent="-342900">
              <a:buFont typeface="+mj-lt"/>
              <a:buAutoNum type="arabicPeriod"/>
            </a:pPr>
            <a:r>
              <a:rPr lang="es-ES_tradnl" sz="1400" dirty="0"/>
              <a:t>Ingrese el código de la provincia. Depende de STVSTAT. Campo opcional</a:t>
            </a:r>
          </a:p>
          <a:p>
            <a:pPr marL="342900" indent="-342900">
              <a:buFont typeface="+mj-lt"/>
              <a:buAutoNum type="arabicPeriod"/>
            </a:pPr>
            <a:r>
              <a:rPr lang="es-ES_tradnl" sz="1400" dirty="0"/>
              <a:t>Ingrese la ciudad. Campo tipo texto. Campo opcional.</a:t>
            </a:r>
          </a:p>
          <a:p>
            <a:pPr marL="342900" indent="-342900">
              <a:buFont typeface="+mj-lt"/>
              <a:buAutoNum type="arabicPeriod"/>
            </a:pPr>
            <a:r>
              <a:rPr lang="es-CO" sz="1400" dirty="0"/>
              <a:t>Si se selecciona como actual, al grabar el registro se actualizará en SPAIDEN, tanto en la pestaña </a:t>
            </a:r>
            <a:r>
              <a:rPr lang="es-CO" sz="1400" b="1" dirty="0"/>
              <a:t>Bibliográfica</a:t>
            </a:r>
            <a:r>
              <a:rPr lang="es-CO" sz="1400" dirty="0"/>
              <a:t> (campo </a:t>
            </a:r>
            <a:r>
              <a:rPr lang="es-CO" sz="1400" b="1" dirty="0"/>
              <a:t>SNN</a:t>
            </a:r>
            <a:r>
              <a:rPr lang="es-CO" sz="1400" dirty="0"/>
              <a:t>) como en la pestaña </a:t>
            </a:r>
            <a:r>
              <a:rPr lang="es-CO" sz="1400" b="1" dirty="0"/>
              <a:t>Información adicional</a:t>
            </a:r>
            <a:r>
              <a:rPr lang="es-CO" sz="1400" dirty="0"/>
              <a:t>. Solo puede existir </a:t>
            </a:r>
            <a:r>
              <a:rPr lang="es-CO" sz="1400" b="1" dirty="0"/>
              <a:t>un</a:t>
            </a:r>
            <a:r>
              <a:rPr lang="es-CO" sz="1400" dirty="0"/>
              <a:t> documento marcado como actual</a:t>
            </a:r>
          </a:p>
          <a:p>
            <a:pPr marL="342900" indent="-342900">
              <a:buFont typeface="+mj-lt"/>
              <a:buAutoNum type="arabicPeriod"/>
            </a:pPr>
            <a:r>
              <a:rPr lang="es-ES_tradnl" sz="1400" dirty="0"/>
              <a:t>GUARDE la información.</a:t>
            </a:r>
          </a:p>
        </p:txBody>
      </p:sp>
      <p:sp>
        <p:nvSpPr>
          <p:cNvPr id="16" name="Rectángulo 15">
            <a:extLst>
              <a:ext uri="{FF2B5EF4-FFF2-40B4-BE49-F238E27FC236}">
                <a16:creationId xmlns:a16="http://schemas.microsoft.com/office/drawing/2014/main" id="{F4399679-331F-8986-7592-F55519644A45}"/>
              </a:ext>
            </a:extLst>
          </p:cNvPr>
          <p:cNvSpPr/>
          <p:nvPr/>
        </p:nvSpPr>
        <p:spPr>
          <a:xfrm flipV="1">
            <a:off x="512721" y="2327969"/>
            <a:ext cx="985390" cy="153178"/>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7" name="Rectángulo 16">
            <a:extLst>
              <a:ext uri="{FF2B5EF4-FFF2-40B4-BE49-F238E27FC236}">
                <a16:creationId xmlns:a16="http://schemas.microsoft.com/office/drawing/2014/main" id="{F1D2D2B0-1FE9-E0A5-7FB2-C12EA1E7F9B0}"/>
              </a:ext>
            </a:extLst>
          </p:cNvPr>
          <p:cNvSpPr/>
          <p:nvPr/>
        </p:nvSpPr>
        <p:spPr>
          <a:xfrm flipV="1">
            <a:off x="11263822" y="5398405"/>
            <a:ext cx="609602" cy="322651"/>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0" name="Rectángulo 9">
            <a:extLst>
              <a:ext uri="{FF2B5EF4-FFF2-40B4-BE49-F238E27FC236}">
                <a16:creationId xmlns:a16="http://schemas.microsoft.com/office/drawing/2014/main" id="{A81CC68C-FF19-FF89-33AD-87A964F36550}"/>
              </a:ext>
            </a:extLst>
          </p:cNvPr>
          <p:cNvSpPr/>
          <p:nvPr/>
        </p:nvSpPr>
        <p:spPr>
          <a:xfrm flipV="1">
            <a:off x="1534721" y="2293913"/>
            <a:ext cx="1379734" cy="153177"/>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1" name="Rectángulo redondeado 15">
            <a:extLst>
              <a:ext uri="{FF2B5EF4-FFF2-40B4-BE49-F238E27FC236}">
                <a16:creationId xmlns:a16="http://schemas.microsoft.com/office/drawing/2014/main" id="{EC9BA3E4-914C-6783-F04D-49B292EF276D}"/>
              </a:ext>
            </a:extLst>
          </p:cNvPr>
          <p:cNvSpPr/>
          <p:nvPr/>
        </p:nvSpPr>
        <p:spPr>
          <a:xfrm>
            <a:off x="1733174" y="2489197"/>
            <a:ext cx="275509" cy="1531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3</a:t>
            </a:r>
          </a:p>
        </p:txBody>
      </p:sp>
      <p:sp>
        <p:nvSpPr>
          <p:cNvPr id="12" name="Rectángulo redondeado 15">
            <a:extLst>
              <a:ext uri="{FF2B5EF4-FFF2-40B4-BE49-F238E27FC236}">
                <a16:creationId xmlns:a16="http://schemas.microsoft.com/office/drawing/2014/main" id="{21E04938-7886-90F4-DB0F-3A4B5292260F}"/>
              </a:ext>
            </a:extLst>
          </p:cNvPr>
          <p:cNvSpPr/>
          <p:nvPr/>
        </p:nvSpPr>
        <p:spPr>
          <a:xfrm>
            <a:off x="11369947" y="5747346"/>
            <a:ext cx="474185" cy="23558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10</a:t>
            </a:r>
          </a:p>
        </p:txBody>
      </p:sp>
      <p:sp>
        <p:nvSpPr>
          <p:cNvPr id="14" name="Rectángulo 13">
            <a:extLst>
              <a:ext uri="{FF2B5EF4-FFF2-40B4-BE49-F238E27FC236}">
                <a16:creationId xmlns:a16="http://schemas.microsoft.com/office/drawing/2014/main" id="{B9558826-0AF3-6ABE-E410-A26A512C44AF}"/>
              </a:ext>
            </a:extLst>
          </p:cNvPr>
          <p:cNvSpPr/>
          <p:nvPr/>
        </p:nvSpPr>
        <p:spPr>
          <a:xfrm flipV="1">
            <a:off x="2914455" y="2306629"/>
            <a:ext cx="1264140" cy="153178"/>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5" name="Rectángulo redondeado 15">
            <a:extLst>
              <a:ext uri="{FF2B5EF4-FFF2-40B4-BE49-F238E27FC236}">
                <a16:creationId xmlns:a16="http://schemas.microsoft.com/office/drawing/2014/main" id="{60706339-C6AB-452C-EC34-503D80A8653F}"/>
              </a:ext>
            </a:extLst>
          </p:cNvPr>
          <p:cNvSpPr/>
          <p:nvPr/>
        </p:nvSpPr>
        <p:spPr>
          <a:xfrm>
            <a:off x="3599317" y="2516624"/>
            <a:ext cx="275509" cy="1531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4</a:t>
            </a:r>
          </a:p>
        </p:txBody>
      </p:sp>
      <p:sp>
        <p:nvSpPr>
          <p:cNvPr id="18" name="Rectángulo redondeado 15">
            <a:extLst>
              <a:ext uri="{FF2B5EF4-FFF2-40B4-BE49-F238E27FC236}">
                <a16:creationId xmlns:a16="http://schemas.microsoft.com/office/drawing/2014/main" id="{C9D7F34B-CA80-8218-3384-475B20B1C95C}"/>
              </a:ext>
            </a:extLst>
          </p:cNvPr>
          <p:cNvSpPr/>
          <p:nvPr/>
        </p:nvSpPr>
        <p:spPr>
          <a:xfrm>
            <a:off x="4703369" y="2537588"/>
            <a:ext cx="275509" cy="1531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5</a:t>
            </a:r>
          </a:p>
        </p:txBody>
      </p:sp>
      <p:sp>
        <p:nvSpPr>
          <p:cNvPr id="19" name="Rectángulo 18">
            <a:extLst>
              <a:ext uri="{FF2B5EF4-FFF2-40B4-BE49-F238E27FC236}">
                <a16:creationId xmlns:a16="http://schemas.microsoft.com/office/drawing/2014/main" id="{45328A49-6796-DE27-A01D-2C26E7B08AC9}"/>
              </a:ext>
            </a:extLst>
          </p:cNvPr>
          <p:cNvSpPr/>
          <p:nvPr/>
        </p:nvSpPr>
        <p:spPr>
          <a:xfrm flipV="1">
            <a:off x="5722124" y="2268163"/>
            <a:ext cx="838364" cy="212984"/>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20" name="Rectángulo 19">
            <a:extLst>
              <a:ext uri="{FF2B5EF4-FFF2-40B4-BE49-F238E27FC236}">
                <a16:creationId xmlns:a16="http://schemas.microsoft.com/office/drawing/2014/main" id="{C4F521F2-BD57-6604-6F5F-5BC4DD3FE33E}"/>
              </a:ext>
            </a:extLst>
          </p:cNvPr>
          <p:cNvSpPr/>
          <p:nvPr/>
        </p:nvSpPr>
        <p:spPr>
          <a:xfrm flipV="1">
            <a:off x="8413020" y="2259775"/>
            <a:ext cx="1124385" cy="200031"/>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21" name="Rectángulo 20">
            <a:extLst>
              <a:ext uri="{FF2B5EF4-FFF2-40B4-BE49-F238E27FC236}">
                <a16:creationId xmlns:a16="http://schemas.microsoft.com/office/drawing/2014/main" id="{5605D043-6866-2DE7-305E-1A16D18F957C}"/>
              </a:ext>
            </a:extLst>
          </p:cNvPr>
          <p:cNvSpPr/>
          <p:nvPr/>
        </p:nvSpPr>
        <p:spPr>
          <a:xfrm flipV="1">
            <a:off x="7063303" y="2284232"/>
            <a:ext cx="1339305" cy="175575"/>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24" name="Rectángulo 23">
            <a:extLst>
              <a:ext uri="{FF2B5EF4-FFF2-40B4-BE49-F238E27FC236}">
                <a16:creationId xmlns:a16="http://schemas.microsoft.com/office/drawing/2014/main" id="{D0F55D20-853F-3245-006C-7161F7934F10}"/>
              </a:ext>
            </a:extLst>
          </p:cNvPr>
          <p:cNvSpPr/>
          <p:nvPr/>
        </p:nvSpPr>
        <p:spPr>
          <a:xfrm flipV="1">
            <a:off x="4255634" y="2284232"/>
            <a:ext cx="1264140" cy="153178"/>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25" name="Rectángulo redondeado 15">
            <a:extLst>
              <a:ext uri="{FF2B5EF4-FFF2-40B4-BE49-F238E27FC236}">
                <a16:creationId xmlns:a16="http://schemas.microsoft.com/office/drawing/2014/main" id="{5E1D7F50-28D4-E994-E46B-7B6E72FA895E}"/>
              </a:ext>
            </a:extLst>
          </p:cNvPr>
          <p:cNvSpPr/>
          <p:nvPr/>
        </p:nvSpPr>
        <p:spPr>
          <a:xfrm>
            <a:off x="5933338" y="2558491"/>
            <a:ext cx="275509" cy="1531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6</a:t>
            </a:r>
          </a:p>
        </p:txBody>
      </p:sp>
      <p:sp>
        <p:nvSpPr>
          <p:cNvPr id="26" name="Rectángulo 25">
            <a:extLst>
              <a:ext uri="{FF2B5EF4-FFF2-40B4-BE49-F238E27FC236}">
                <a16:creationId xmlns:a16="http://schemas.microsoft.com/office/drawing/2014/main" id="{539542BD-A664-FEDA-107B-DE3346D8D5DD}"/>
              </a:ext>
            </a:extLst>
          </p:cNvPr>
          <p:cNvSpPr/>
          <p:nvPr/>
        </p:nvSpPr>
        <p:spPr>
          <a:xfrm flipV="1">
            <a:off x="11437263" y="2327969"/>
            <a:ext cx="242016" cy="153176"/>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27" name="Rectángulo redondeado 15">
            <a:extLst>
              <a:ext uri="{FF2B5EF4-FFF2-40B4-BE49-F238E27FC236}">
                <a16:creationId xmlns:a16="http://schemas.microsoft.com/office/drawing/2014/main" id="{C342A4CE-9566-166A-C336-C8111CF38FEC}"/>
              </a:ext>
            </a:extLst>
          </p:cNvPr>
          <p:cNvSpPr/>
          <p:nvPr/>
        </p:nvSpPr>
        <p:spPr>
          <a:xfrm>
            <a:off x="7433007" y="2515279"/>
            <a:ext cx="275509" cy="1531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7</a:t>
            </a:r>
          </a:p>
        </p:txBody>
      </p:sp>
      <p:sp>
        <p:nvSpPr>
          <p:cNvPr id="28" name="Rectángulo redondeado 15">
            <a:extLst>
              <a:ext uri="{FF2B5EF4-FFF2-40B4-BE49-F238E27FC236}">
                <a16:creationId xmlns:a16="http://schemas.microsoft.com/office/drawing/2014/main" id="{33A89D72-6D6E-FA63-3FC3-B6FEDEE3B7A7}"/>
              </a:ext>
            </a:extLst>
          </p:cNvPr>
          <p:cNvSpPr/>
          <p:nvPr/>
        </p:nvSpPr>
        <p:spPr>
          <a:xfrm>
            <a:off x="8736183" y="2512529"/>
            <a:ext cx="275509" cy="1531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8</a:t>
            </a:r>
          </a:p>
        </p:txBody>
      </p:sp>
      <p:sp>
        <p:nvSpPr>
          <p:cNvPr id="29" name="Rectángulo redondeado 15">
            <a:extLst>
              <a:ext uri="{FF2B5EF4-FFF2-40B4-BE49-F238E27FC236}">
                <a16:creationId xmlns:a16="http://schemas.microsoft.com/office/drawing/2014/main" id="{A391ECC5-951B-A3DE-0126-750D74EB0CF6}"/>
              </a:ext>
            </a:extLst>
          </p:cNvPr>
          <p:cNvSpPr/>
          <p:nvPr/>
        </p:nvSpPr>
        <p:spPr>
          <a:xfrm>
            <a:off x="11568623" y="2545501"/>
            <a:ext cx="275509" cy="1531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9</a:t>
            </a:r>
          </a:p>
        </p:txBody>
      </p:sp>
    </p:spTree>
    <p:extLst>
      <p:ext uri="{BB962C8B-B14F-4D97-AF65-F5344CB8AC3E}">
        <p14:creationId xmlns:p14="http://schemas.microsoft.com/office/powerpoint/2010/main" val="222988926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B1DAD2-8866-A6AD-41F0-F268E25FD365}"/>
            </a:ext>
          </a:extLst>
        </p:cNvPr>
        <p:cNvGrpSpPr/>
        <p:nvPr/>
      </p:nvGrpSpPr>
      <p:grpSpPr>
        <a:xfrm>
          <a:off x="0" y="0"/>
          <a:ext cx="0" cy="0"/>
          <a:chOff x="0" y="0"/>
          <a:chExt cx="0" cy="0"/>
        </a:xfrm>
      </p:grpSpPr>
      <p:sp>
        <p:nvSpPr>
          <p:cNvPr id="2" name="Marcador de texto vertical 1">
            <a:extLst>
              <a:ext uri="{FF2B5EF4-FFF2-40B4-BE49-F238E27FC236}">
                <a16:creationId xmlns:a16="http://schemas.microsoft.com/office/drawing/2014/main" id="{EF7B8EBB-1D1D-BD96-9F5B-EC013D861D18}"/>
              </a:ext>
            </a:extLst>
          </p:cNvPr>
          <p:cNvSpPr>
            <a:spLocks noGrp="1"/>
          </p:cNvSpPr>
          <p:nvPr>
            <p:ph type="body" sz="quarter" idx="10"/>
          </p:nvPr>
        </p:nvSpPr>
        <p:spPr>
          <a:xfrm>
            <a:off x="914399" y="2238843"/>
            <a:ext cx="10363202" cy="669094"/>
          </a:xfrm>
        </p:spPr>
        <p:txBody>
          <a:bodyPr vert="horz" lIns="0" tIns="0" rIns="0" bIns="0" rtlCol="0">
            <a:spAutoFit/>
          </a:bodyPr>
          <a:lstStyle/>
          <a:p>
            <a:r>
              <a:rPr lang="es-CL" dirty="0"/>
              <a:t>Otros datos</a:t>
            </a:r>
            <a:endParaRPr lang="es-419" dirty="0"/>
          </a:p>
        </p:txBody>
      </p:sp>
      <p:sp>
        <p:nvSpPr>
          <p:cNvPr id="4" name="Marcador de texto 3">
            <a:extLst>
              <a:ext uri="{FF2B5EF4-FFF2-40B4-BE49-F238E27FC236}">
                <a16:creationId xmlns:a16="http://schemas.microsoft.com/office/drawing/2014/main" id="{0422382D-6697-9C95-D1A9-374957EAAEF8}"/>
              </a:ext>
            </a:extLst>
          </p:cNvPr>
          <p:cNvSpPr>
            <a:spLocks noGrp="1"/>
          </p:cNvSpPr>
          <p:nvPr>
            <p:ph type="body" sz="quarter" idx="11"/>
          </p:nvPr>
        </p:nvSpPr>
        <p:spPr/>
        <p:txBody>
          <a:bodyPr/>
          <a:lstStyle/>
          <a:p>
            <a:r>
              <a:rPr lang="es-419" dirty="0"/>
              <a:t>Gestionar persona natural</a:t>
            </a:r>
          </a:p>
        </p:txBody>
      </p:sp>
    </p:spTree>
    <p:extLst>
      <p:ext uri="{BB962C8B-B14F-4D97-AF65-F5344CB8AC3E}">
        <p14:creationId xmlns:p14="http://schemas.microsoft.com/office/powerpoint/2010/main" val="122343961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50012334-3C14-E03C-F357-59354FFF175C}"/>
              </a:ext>
            </a:extLst>
          </p:cNvPr>
          <p:cNvPicPr>
            <a:picLocks noChangeAspect="1"/>
          </p:cNvPicPr>
          <p:nvPr/>
        </p:nvPicPr>
        <p:blipFill>
          <a:blip r:embed="rId2"/>
          <a:stretch>
            <a:fillRect/>
          </a:stretch>
        </p:blipFill>
        <p:spPr>
          <a:xfrm>
            <a:off x="689647" y="1039049"/>
            <a:ext cx="10812705" cy="5082028"/>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Gestionar persona natural</a:t>
            </a:r>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419" sz="3000" b="1" dirty="0"/>
              <a:t>Datos de tutor (representante legal / sostenedor)</a:t>
            </a:r>
            <a:br>
              <a:rPr lang="es-419" sz="3000" b="1" dirty="0"/>
            </a:br>
            <a:br>
              <a:rPr lang="es-419" sz="3000" b="1" dirty="0"/>
            </a:br>
            <a:endParaRPr lang="es-CL" sz="2000" dirty="0"/>
          </a:p>
        </p:txBody>
      </p:sp>
      <p:sp>
        <p:nvSpPr>
          <p:cNvPr id="12" name="Rectángulo redondeado 5">
            <a:extLst>
              <a:ext uri="{FF2B5EF4-FFF2-40B4-BE49-F238E27FC236}">
                <a16:creationId xmlns:a16="http://schemas.microsoft.com/office/drawing/2014/main" id="{983759F3-7992-4BDD-D923-FE8A05066F7B}"/>
              </a:ext>
            </a:extLst>
          </p:cNvPr>
          <p:cNvSpPr/>
          <p:nvPr/>
        </p:nvSpPr>
        <p:spPr>
          <a:xfrm>
            <a:off x="538771" y="4045876"/>
            <a:ext cx="10625948" cy="2233272"/>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400" dirty="0"/>
              <a:t>Ingrese en la página SOAFOLK para ingresar los datos del representante legal o tutor. Está página es opcional.</a:t>
            </a:r>
          </a:p>
          <a:p>
            <a:endParaRPr lang="es-ES_tradnl" sz="1400" dirty="0"/>
          </a:p>
          <a:p>
            <a:pPr marL="342900" indent="-342900">
              <a:buFont typeface="+mj-lt"/>
              <a:buAutoNum type="arabicPeriod"/>
            </a:pPr>
            <a:r>
              <a:rPr lang="es-ES_tradnl" sz="1400" dirty="0"/>
              <a:t>Prefijo: Se debe ingresar el número de documento de identidad del tutor, representante legal o sostenedor de la persona.</a:t>
            </a:r>
          </a:p>
          <a:p>
            <a:pPr marL="342900" indent="-342900">
              <a:buFont typeface="+mj-lt"/>
              <a:buAutoNum type="arabicPeriod"/>
            </a:pPr>
            <a:r>
              <a:rPr lang="es-ES_tradnl" sz="1400" dirty="0"/>
              <a:t>Apellido: Las primeras letras con mayúscula y con tilde (si aplica), los apellidos de la persona, separados por (/)</a:t>
            </a:r>
          </a:p>
          <a:p>
            <a:pPr marL="342900" indent="-342900">
              <a:buFont typeface="+mj-lt"/>
              <a:buAutoNum type="arabicPeriod"/>
            </a:pPr>
            <a:r>
              <a:rPr lang="es-ES_tradnl" sz="1400" dirty="0"/>
              <a:t>Nombre: Se ingresa, La primera letra con mayúscula y con tilde (si aplica), el primer nombre de la persona</a:t>
            </a:r>
          </a:p>
          <a:p>
            <a:pPr marL="342900" indent="-342900">
              <a:buFont typeface="+mj-lt"/>
              <a:buAutoNum type="arabicPeriod"/>
            </a:pPr>
            <a:r>
              <a:rPr lang="es-ES_tradnl" sz="1400" dirty="0"/>
              <a:t>Segundo nombre: Se ingresa, La primera letra con mayúscula y con tilde (si aplica), el segundo nombre de la persona, si lo tiene.</a:t>
            </a:r>
          </a:p>
          <a:p>
            <a:pPr marL="342900" indent="-342900">
              <a:buFont typeface="+mj-lt"/>
              <a:buAutoNum type="arabicPeriod"/>
            </a:pPr>
            <a:r>
              <a:rPr lang="es-ES_tradnl" sz="1400" dirty="0"/>
              <a:t>Relación: indique el parentesco o relación de la persona con el contacto de emergencia: Representante legal o sostenedor para UAI.</a:t>
            </a:r>
          </a:p>
        </p:txBody>
      </p:sp>
      <p:sp>
        <p:nvSpPr>
          <p:cNvPr id="13" name="Rectángulo redondeado 15">
            <a:extLst>
              <a:ext uri="{FF2B5EF4-FFF2-40B4-BE49-F238E27FC236}">
                <a16:creationId xmlns:a16="http://schemas.microsoft.com/office/drawing/2014/main" id="{D547FC9B-770D-C479-A27A-00D2AA3A09AF}"/>
              </a:ext>
            </a:extLst>
          </p:cNvPr>
          <p:cNvSpPr/>
          <p:nvPr/>
        </p:nvSpPr>
        <p:spPr>
          <a:xfrm>
            <a:off x="811812" y="1647766"/>
            <a:ext cx="186799" cy="1531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1</a:t>
            </a:r>
          </a:p>
        </p:txBody>
      </p:sp>
      <p:sp>
        <p:nvSpPr>
          <p:cNvPr id="14" name="Rectángulo redondeado 15">
            <a:extLst>
              <a:ext uri="{FF2B5EF4-FFF2-40B4-BE49-F238E27FC236}">
                <a16:creationId xmlns:a16="http://schemas.microsoft.com/office/drawing/2014/main" id="{E80EDB84-F384-C052-68CC-2F6CDAE03FF8}"/>
              </a:ext>
            </a:extLst>
          </p:cNvPr>
          <p:cNvSpPr/>
          <p:nvPr/>
        </p:nvSpPr>
        <p:spPr>
          <a:xfrm>
            <a:off x="4162837" y="2103864"/>
            <a:ext cx="186799" cy="1531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2</a:t>
            </a:r>
          </a:p>
        </p:txBody>
      </p:sp>
      <p:sp>
        <p:nvSpPr>
          <p:cNvPr id="15" name="Rectángulo redondeado 15">
            <a:extLst>
              <a:ext uri="{FF2B5EF4-FFF2-40B4-BE49-F238E27FC236}">
                <a16:creationId xmlns:a16="http://schemas.microsoft.com/office/drawing/2014/main" id="{8346B7EC-65B7-3355-46A2-47C82C856EFE}"/>
              </a:ext>
            </a:extLst>
          </p:cNvPr>
          <p:cNvSpPr/>
          <p:nvPr/>
        </p:nvSpPr>
        <p:spPr>
          <a:xfrm>
            <a:off x="3170403" y="2370855"/>
            <a:ext cx="186799" cy="1531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3</a:t>
            </a:r>
          </a:p>
        </p:txBody>
      </p:sp>
      <p:sp>
        <p:nvSpPr>
          <p:cNvPr id="16" name="Rectángulo 15">
            <a:extLst>
              <a:ext uri="{FF2B5EF4-FFF2-40B4-BE49-F238E27FC236}">
                <a16:creationId xmlns:a16="http://schemas.microsoft.com/office/drawing/2014/main" id="{B4B70364-9C48-93B5-DD4F-EF1B917FE86C}"/>
              </a:ext>
            </a:extLst>
          </p:cNvPr>
          <p:cNvSpPr/>
          <p:nvPr/>
        </p:nvSpPr>
        <p:spPr>
          <a:xfrm>
            <a:off x="1111658" y="1639492"/>
            <a:ext cx="1265534" cy="244392"/>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7" name="Rectángulo 16">
            <a:extLst>
              <a:ext uri="{FF2B5EF4-FFF2-40B4-BE49-F238E27FC236}">
                <a16:creationId xmlns:a16="http://schemas.microsoft.com/office/drawing/2014/main" id="{480E1C89-2727-660B-3945-E22C42DF82A0}"/>
              </a:ext>
            </a:extLst>
          </p:cNvPr>
          <p:cNvSpPr/>
          <p:nvPr/>
        </p:nvSpPr>
        <p:spPr>
          <a:xfrm>
            <a:off x="811812" y="3215669"/>
            <a:ext cx="2729767" cy="153176"/>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8" name="Rectángulo 17">
            <a:extLst>
              <a:ext uri="{FF2B5EF4-FFF2-40B4-BE49-F238E27FC236}">
                <a16:creationId xmlns:a16="http://schemas.microsoft.com/office/drawing/2014/main" id="{9C72ACEF-1142-2A1E-E2DA-41CB307344DE}"/>
              </a:ext>
            </a:extLst>
          </p:cNvPr>
          <p:cNvSpPr/>
          <p:nvPr/>
        </p:nvSpPr>
        <p:spPr>
          <a:xfrm>
            <a:off x="883279" y="2112450"/>
            <a:ext cx="3209091" cy="171687"/>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9" name="Rectángulo 18">
            <a:extLst>
              <a:ext uri="{FF2B5EF4-FFF2-40B4-BE49-F238E27FC236}">
                <a16:creationId xmlns:a16="http://schemas.microsoft.com/office/drawing/2014/main" id="{D5B7050A-004B-F70B-5A53-776CAAD76158}"/>
              </a:ext>
            </a:extLst>
          </p:cNvPr>
          <p:cNvSpPr/>
          <p:nvPr/>
        </p:nvSpPr>
        <p:spPr>
          <a:xfrm>
            <a:off x="878668" y="2283172"/>
            <a:ext cx="2190880" cy="171687"/>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20" name="Rectángulo redondeado 15">
            <a:extLst>
              <a:ext uri="{FF2B5EF4-FFF2-40B4-BE49-F238E27FC236}">
                <a16:creationId xmlns:a16="http://schemas.microsoft.com/office/drawing/2014/main" id="{147230DA-6E30-31B5-2242-49CC308B8FA8}"/>
              </a:ext>
            </a:extLst>
          </p:cNvPr>
          <p:cNvSpPr/>
          <p:nvPr/>
        </p:nvSpPr>
        <p:spPr>
          <a:xfrm>
            <a:off x="2234772" y="2612861"/>
            <a:ext cx="186799" cy="1531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4</a:t>
            </a:r>
          </a:p>
        </p:txBody>
      </p:sp>
      <p:sp>
        <p:nvSpPr>
          <p:cNvPr id="21" name="Rectángulo 20">
            <a:extLst>
              <a:ext uri="{FF2B5EF4-FFF2-40B4-BE49-F238E27FC236}">
                <a16:creationId xmlns:a16="http://schemas.microsoft.com/office/drawing/2014/main" id="{9CF025C7-DB1B-765E-0619-116328E3C87A}"/>
              </a:ext>
            </a:extLst>
          </p:cNvPr>
          <p:cNvSpPr/>
          <p:nvPr/>
        </p:nvSpPr>
        <p:spPr>
          <a:xfrm>
            <a:off x="884082" y="2455584"/>
            <a:ext cx="1315151" cy="171686"/>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22" name="Rectángulo redondeado 15">
            <a:extLst>
              <a:ext uri="{FF2B5EF4-FFF2-40B4-BE49-F238E27FC236}">
                <a16:creationId xmlns:a16="http://schemas.microsoft.com/office/drawing/2014/main" id="{F7532CEC-3751-16BB-24B6-32FD78E19540}"/>
              </a:ext>
            </a:extLst>
          </p:cNvPr>
          <p:cNvSpPr/>
          <p:nvPr/>
        </p:nvSpPr>
        <p:spPr>
          <a:xfrm>
            <a:off x="538771" y="3292257"/>
            <a:ext cx="186799" cy="1531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5</a:t>
            </a:r>
          </a:p>
        </p:txBody>
      </p:sp>
    </p:spTree>
    <p:extLst>
      <p:ext uri="{BB962C8B-B14F-4D97-AF65-F5344CB8AC3E}">
        <p14:creationId xmlns:p14="http://schemas.microsoft.com/office/powerpoint/2010/main" val="55092913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74E805-3163-D2F1-BB44-4DD9EDF3ECC8}"/>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4DB9D882-CE8A-47DE-BA6C-79A9919FFA58}"/>
              </a:ext>
            </a:extLst>
          </p:cNvPr>
          <p:cNvPicPr>
            <a:picLocks noChangeAspect="1"/>
          </p:cNvPicPr>
          <p:nvPr/>
        </p:nvPicPr>
        <p:blipFill>
          <a:blip r:embed="rId2"/>
          <a:stretch>
            <a:fillRect/>
          </a:stretch>
        </p:blipFill>
        <p:spPr>
          <a:xfrm>
            <a:off x="689647" y="1039049"/>
            <a:ext cx="10812705" cy="5082028"/>
          </a:xfrm>
          <a:prstGeom prst="rect">
            <a:avLst/>
          </a:prstGeom>
        </p:spPr>
      </p:pic>
      <p:sp>
        <p:nvSpPr>
          <p:cNvPr id="3" name="Marcador de texto vertical 2">
            <a:extLst>
              <a:ext uri="{FF2B5EF4-FFF2-40B4-BE49-F238E27FC236}">
                <a16:creationId xmlns:a16="http://schemas.microsoft.com/office/drawing/2014/main" id="{72004C4E-0F2C-574B-AE46-CED54B085F39}"/>
              </a:ext>
            </a:extLst>
          </p:cNvPr>
          <p:cNvSpPr>
            <a:spLocks noGrp="1"/>
          </p:cNvSpPr>
          <p:nvPr>
            <p:ph type="body" orient="vert" sz="quarter" idx="17"/>
          </p:nvPr>
        </p:nvSpPr>
        <p:spPr/>
        <p:txBody>
          <a:bodyPr/>
          <a:lstStyle/>
          <a:p>
            <a:r>
              <a:rPr lang="es-419" sz="1200" dirty="0"/>
              <a:t>Gestionar persona natural</a:t>
            </a:r>
          </a:p>
        </p:txBody>
      </p:sp>
      <p:sp>
        <p:nvSpPr>
          <p:cNvPr id="4" name="Título 3">
            <a:extLst>
              <a:ext uri="{FF2B5EF4-FFF2-40B4-BE49-F238E27FC236}">
                <a16:creationId xmlns:a16="http://schemas.microsoft.com/office/drawing/2014/main" id="{4888AA06-497E-46E2-2D3E-9862EA49C659}"/>
              </a:ext>
            </a:extLst>
          </p:cNvPr>
          <p:cNvSpPr>
            <a:spLocks noGrp="1"/>
          </p:cNvSpPr>
          <p:nvPr>
            <p:ph type="title"/>
          </p:nvPr>
        </p:nvSpPr>
        <p:spPr>
          <a:xfrm>
            <a:off x="810247" y="327992"/>
            <a:ext cx="10271883" cy="626165"/>
          </a:xfrm>
        </p:spPr>
        <p:txBody>
          <a:bodyPr/>
          <a:lstStyle/>
          <a:p>
            <a:r>
              <a:rPr lang="es-419" sz="3000" b="1" dirty="0"/>
              <a:t>Datos de tutor (representante legal / sostenedor)</a:t>
            </a:r>
            <a:br>
              <a:rPr lang="es-419" sz="3000" b="1" dirty="0"/>
            </a:br>
            <a:br>
              <a:rPr lang="es-419" sz="3000" b="1" dirty="0"/>
            </a:br>
            <a:endParaRPr lang="es-CL" sz="2000" dirty="0"/>
          </a:p>
        </p:txBody>
      </p:sp>
      <p:sp>
        <p:nvSpPr>
          <p:cNvPr id="12" name="Rectángulo redondeado 5">
            <a:extLst>
              <a:ext uri="{FF2B5EF4-FFF2-40B4-BE49-F238E27FC236}">
                <a16:creationId xmlns:a16="http://schemas.microsoft.com/office/drawing/2014/main" id="{D79FA352-6F97-1F59-81EA-D19838FD63E2}"/>
              </a:ext>
            </a:extLst>
          </p:cNvPr>
          <p:cNvSpPr/>
          <p:nvPr/>
        </p:nvSpPr>
        <p:spPr>
          <a:xfrm>
            <a:off x="748031" y="4638551"/>
            <a:ext cx="10515681" cy="1080564"/>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s-ES_tradnl" sz="1400" dirty="0"/>
          </a:p>
          <a:p>
            <a:pPr marL="342900" indent="-342900">
              <a:buFont typeface="+mj-lt"/>
              <a:buAutoNum type="arabicPeriod" startAt="6"/>
            </a:pPr>
            <a:r>
              <a:rPr lang="es-ES_tradnl" sz="1400" dirty="0"/>
              <a:t>Tipo de Dirección: Se debe seleccionar el tipo de dirección que coincide con la relación (representante legal o sostenedor). Es obligatorio que esta dirección esté asociada a la persona a la que se le está cargando el dato del tutor, pues la dirección la tomará de la página SPAIDEN.</a:t>
            </a:r>
          </a:p>
          <a:p>
            <a:pPr marL="342900" indent="-342900">
              <a:buFont typeface="+mj-lt"/>
              <a:buAutoNum type="arabicPeriod" startAt="6"/>
            </a:pPr>
            <a:r>
              <a:rPr lang="es-ES_tradnl" sz="1400" dirty="0"/>
              <a:t>Guarde la información.</a:t>
            </a:r>
          </a:p>
        </p:txBody>
      </p:sp>
      <p:sp>
        <p:nvSpPr>
          <p:cNvPr id="13" name="Rectángulo redondeado 15">
            <a:extLst>
              <a:ext uri="{FF2B5EF4-FFF2-40B4-BE49-F238E27FC236}">
                <a16:creationId xmlns:a16="http://schemas.microsoft.com/office/drawing/2014/main" id="{0DA9749A-7AA4-664E-F135-B588E65BB16C}"/>
              </a:ext>
            </a:extLst>
          </p:cNvPr>
          <p:cNvSpPr/>
          <p:nvPr/>
        </p:nvSpPr>
        <p:spPr>
          <a:xfrm>
            <a:off x="10804399" y="5750642"/>
            <a:ext cx="186799" cy="1531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7</a:t>
            </a:r>
          </a:p>
        </p:txBody>
      </p:sp>
      <p:sp>
        <p:nvSpPr>
          <p:cNvPr id="16" name="Rectángulo 15">
            <a:extLst>
              <a:ext uri="{FF2B5EF4-FFF2-40B4-BE49-F238E27FC236}">
                <a16:creationId xmlns:a16="http://schemas.microsoft.com/office/drawing/2014/main" id="{FF75B1F2-1C71-DAE4-1F60-549AAD2C0DBE}"/>
              </a:ext>
            </a:extLst>
          </p:cNvPr>
          <p:cNvSpPr/>
          <p:nvPr/>
        </p:nvSpPr>
        <p:spPr>
          <a:xfrm>
            <a:off x="11071244" y="5804007"/>
            <a:ext cx="420222" cy="235287"/>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7" name="Rectángulo 16">
            <a:extLst>
              <a:ext uri="{FF2B5EF4-FFF2-40B4-BE49-F238E27FC236}">
                <a16:creationId xmlns:a16="http://schemas.microsoft.com/office/drawing/2014/main" id="{0388463C-9A7B-9EE4-381D-B5EC3FB29ED1}"/>
              </a:ext>
            </a:extLst>
          </p:cNvPr>
          <p:cNvSpPr/>
          <p:nvPr/>
        </p:nvSpPr>
        <p:spPr>
          <a:xfrm>
            <a:off x="810247" y="3177464"/>
            <a:ext cx="2150667" cy="229764"/>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22" name="Rectángulo redondeado 15">
            <a:extLst>
              <a:ext uri="{FF2B5EF4-FFF2-40B4-BE49-F238E27FC236}">
                <a16:creationId xmlns:a16="http://schemas.microsoft.com/office/drawing/2014/main" id="{0CB5974A-C2A7-65AD-F2D0-44858A4D16B5}"/>
              </a:ext>
            </a:extLst>
          </p:cNvPr>
          <p:cNvSpPr/>
          <p:nvPr/>
        </p:nvSpPr>
        <p:spPr>
          <a:xfrm>
            <a:off x="2988114" y="3340151"/>
            <a:ext cx="186799" cy="1531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6</a:t>
            </a:r>
          </a:p>
        </p:txBody>
      </p:sp>
      <p:cxnSp>
        <p:nvCxnSpPr>
          <p:cNvPr id="6" name="Conector recto de flecha 5">
            <a:extLst>
              <a:ext uri="{FF2B5EF4-FFF2-40B4-BE49-F238E27FC236}">
                <a16:creationId xmlns:a16="http://schemas.microsoft.com/office/drawing/2014/main" id="{3D413A01-EE0E-CC4F-A78D-98114734F008}"/>
              </a:ext>
            </a:extLst>
          </p:cNvPr>
          <p:cNvCxnSpPr>
            <a:cxnSpLocks/>
            <a:stCxn id="17" idx="3"/>
          </p:cNvCxnSpPr>
          <p:nvPr/>
        </p:nvCxnSpPr>
        <p:spPr>
          <a:xfrm flipV="1">
            <a:off x="2960914" y="3139170"/>
            <a:ext cx="3135085" cy="15317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 name="Abrir llave 6">
            <a:extLst>
              <a:ext uri="{FF2B5EF4-FFF2-40B4-BE49-F238E27FC236}">
                <a16:creationId xmlns:a16="http://schemas.microsoft.com/office/drawing/2014/main" id="{4EFF0B2C-2E5B-6E4A-28D3-FEDEE648033F}"/>
              </a:ext>
            </a:extLst>
          </p:cNvPr>
          <p:cNvSpPr/>
          <p:nvPr/>
        </p:nvSpPr>
        <p:spPr>
          <a:xfrm>
            <a:off x="6095999" y="2448472"/>
            <a:ext cx="108858" cy="1339757"/>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s-419"/>
          </a:p>
        </p:txBody>
      </p:sp>
    </p:spTree>
    <p:extLst>
      <p:ext uri="{BB962C8B-B14F-4D97-AF65-F5344CB8AC3E}">
        <p14:creationId xmlns:p14="http://schemas.microsoft.com/office/powerpoint/2010/main" val="426533847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3DE08C-ABA2-101D-71AC-65A1771A92F0}"/>
            </a:ext>
          </a:extLst>
        </p:cNvPr>
        <p:cNvGrpSpPr/>
        <p:nvPr/>
      </p:nvGrpSpPr>
      <p:grpSpPr>
        <a:xfrm>
          <a:off x="0" y="0"/>
          <a:ext cx="0" cy="0"/>
          <a:chOff x="0" y="0"/>
          <a:chExt cx="0" cy="0"/>
        </a:xfrm>
      </p:grpSpPr>
      <p:sp>
        <p:nvSpPr>
          <p:cNvPr id="2" name="Marcador de texto vertical 1">
            <a:extLst>
              <a:ext uri="{FF2B5EF4-FFF2-40B4-BE49-F238E27FC236}">
                <a16:creationId xmlns:a16="http://schemas.microsoft.com/office/drawing/2014/main" id="{127E7213-A6FF-1757-6996-331601CAE3BD}"/>
              </a:ext>
            </a:extLst>
          </p:cNvPr>
          <p:cNvSpPr>
            <a:spLocks noGrp="1"/>
          </p:cNvSpPr>
          <p:nvPr>
            <p:ph type="body" sz="quarter" idx="10"/>
          </p:nvPr>
        </p:nvSpPr>
        <p:spPr>
          <a:xfrm>
            <a:off x="914399" y="2238843"/>
            <a:ext cx="10363202" cy="669094"/>
          </a:xfrm>
        </p:spPr>
        <p:txBody>
          <a:bodyPr vert="horz" lIns="0" tIns="0" rIns="0" bIns="0" rtlCol="0">
            <a:spAutoFit/>
          </a:bodyPr>
          <a:lstStyle/>
          <a:p>
            <a:r>
              <a:rPr lang="es-CL" dirty="0"/>
              <a:t>Datos de cuenta bancaria</a:t>
            </a:r>
            <a:endParaRPr lang="es-419" dirty="0"/>
          </a:p>
        </p:txBody>
      </p:sp>
      <p:sp>
        <p:nvSpPr>
          <p:cNvPr id="4" name="Marcador de texto 3">
            <a:extLst>
              <a:ext uri="{FF2B5EF4-FFF2-40B4-BE49-F238E27FC236}">
                <a16:creationId xmlns:a16="http://schemas.microsoft.com/office/drawing/2014/main" id="{FB157A47-8E96-4CEB-B40C-59C1A9585472}"/>
              </a:ext>
            </a:extLst>
          </p:cNvPr>
          <p:cNvSpPr>
            <a:spLocks noGrp="1"/>
          </p:cNvSpPr>
          <p:nvPr>
            <p:ph type="body" sz="quarter" idx="11"/>
          </p:nvPr>
        </p:nvSpPr>
        <p:spPr/>
        <p:txBody>
          <a:bodyPr/>
          <a:lstStyle/>
          <a:p>
            <a:r>
              <a:rPr lang="es-419" dirty="0"/>
              <a:t>Gestionar persona natural</a:t>
            </a:r>
          </a:p>
        </p:txBody>
      </p:sp>
    </p:spTree>
    <p:extLst>
      <p:ext uri="{BB962C8B-B14F-4D97-AF65-F5344CB8AC3E}">
        <p14:creationId xmlns:p14="http://schemas.microsoft.com/office/powerpoint/2010/main" val="331351580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CCF17B-A1AD-2A2B-04E6-2E8BC1816F9B}"/>
            </a:ext>
          </a:extLst>
        </p:cNvPr>
        <p:cNvGrpSpPr/>
        <p:nvPr/>
      </p:nvGrpSpPr>
      <p:grpSpPr>
        <a:xfrm>
          <a:off x="0" y="0"/>
          <a:ext cx="0" cy="0"/>
          <a:chOff x="0" y="0"/>
          <a:chExt cx="0" cy="0"/>
        </a:xfrm>
      </p:grpSpPr>
      <p:pic>
        <p:nvPicPr>
          <p:cNvPr id="13" name="Imagen 12">
            <a:extLst>
              <a:ext uri="{FF2B5EF4-FFF2-40B4-BE49-F238E27FC236}">
                <a16:creationId xmlns:a16="http://schemas.microsoft.com/office/drawing/2014/main" id="{9AEC93D2-EE02-578F-2900-03893E938B0C}"/>
              </a:ext>
            </a:extLst>
          </p:cNvPr>
          <p:cNvPicPr>
            <a:picLocks noChangeAspect="1"/>
          </p:cNvPicPr>
          <p:nvPr/>
        </p:nvPicPr>
        <p:blipFill>
          <a:blip r:embed="rId2"/>
          <a:stretch>
            <a:fillRect/>
          </a:stretch>
        </p:blipFill>
        <p:spPr>
          <a:xfrm>
            <a:off x="776091" y="961897"/>
            <a:ext cx="11126025" cy="5218042"/>
          </a:xfrm>
          <a:prstGeom prst="rect">
            <a:avLst/>
          </a:prstGeom>
        </p:spPr>
      </p:pic>
      <p:sp>
        <p:nvSpPr>
          <p:cNvPr id="3" name="Marcador de texto vertical 2">
            <a:extLst>
              <a:ext uri="{FF2B5EF4-FFF2-40B4-BE49-F238E27FC236}">
                <a16:creationId xmlns:a16="http://schemas.microsoft.com/office/drawing/2014/main" id="{04088856-7BB9-89C4-69F0-623E28E9BDAF}"/>
              </a:ext>
            </a:extLst>
          </p:cNvPr>
          <p:cNvSpPr>
            <a:spLocks noGrp="1"/>
          </p:cNvSpPr>
          <p:nvPr>
            <p:ph type="body" orient="vert" sz="quarter" idx="17"/>
          </p:nvPr>
        </p:nvSpPr>
        <p:spPr/>
        <p:txBody>
          <a:bodyPr/>
          <a:lstStyle/>
          <a:p>
            <a:r>
              <a:rPr lang="es-419" sz="1200" dirty="0"/>
              <a:t>Gestionar persona natural</a:t>
            </a:r>
          </a:p>
        </p:txBody>
      </p:sp>
      <p:sp>
        <p:nvSpPr>
          <p:cNvPr id="4" name="Título 3">
            <a:extLst>
              <a:ext uri="{FF2B5EF4-FFF2-40B4-BE49-F238E27FC236}">
                <a16:creationId xmlns:a16="http://schemas.microsoft.com/office/drawing/2014/main" id="{D3514262-1824-1FF5-F3E2-91BAA4842A98}"/>
              </a:ext>
            </a:extLst>
          </p:cNvPr>
          <p:cNvSpPr>
            <a:spLocks noGrp="1"/>
          </p:cNvSpPr>
          <p:nvPr>
            <p:ph type="title"/>
          </p:nvPr>
        </p:nvSpPr>
        <p:spPr>
          <a:xfrm>
            <a:off x="810247" y="327992"/>
            <a:ext cx="10271883" cy="626165"/>
          </a:xfrm>
        </p:spPr>
        <p:txBody>
          <a:bodyPr/>
          <a:lstStyle/>
          <a:p>
            <a:r>
              <a:rPr lang="es-419" sz="3000" b="1" dirty="0"/>
              <a:t>Datos bancarios</a:t>
            </a:r>
            <a:br>
              <a:rPr lang="es-419" sz="3000" b="1" dirty="0"/>
            </a:br>
            <a:endParaRPr lang="es-CL" sz="2000" dirty="0"/>
          </a:p>
        </p:txBody>
      </p:sp>
      <p:sp>
        <p:nvSpPr>
          <p:cNvPr id="9" name="Rectángulo redondeado 5">
            <a:extLst>
              <a:ext uri="{FF2B5EF4-FFF2-40B4-BE49-F238E27FC236}">
                <a16:creationId xmlns:a16="http://schemas.microsoft.com/office/drawing/2014/main" id="{5A17FE48-E1F1-DA6E-1150-B46A8A00A8D9}"/>
              </a:ext>
            </a:extLst>
          </p:cNvPr>
          <p:cNvSpPr/>
          <p:nvPr/>
        </p:nvSpPr>
        <p:spPr>
          <a:xfrm>
            <a:off x="633214" y="3457024"/>
            <a:ext cx="10625948" cy="2578651"/>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ES_tradnl" sz="1400" dirty="0"/>
              <a:t>La página Destinatario de depósito directo (</a:t>
            </a:r>
            <a:r>
              <a:rPr lang="es-419" sz="1400" dirty="0"/>
              <a:t>GXADIRD), permite grabar una o más cuentas que tenga una persona. </a:t>
            </a:r>
            <a:endParaRPr lang="es-ES_tradnl" sz="1400" dirty="0"/>
          </a:p>
          <a:p>
            <a:pPr marL="342900" indent="-342900">
              <a:buFont typeface="+mj-lt"/>
              <a:buAutoNum type="arabicPeriod"/>
            </a:pPr>
            <a:r>
              <a:rPr lang="es-ES_tradnl" sz="1400" dirty="0"/>
              <a:t>Envío de banco: Seleccione el código que corresponde al banco al que pertenece la cuenta.</a:t>
            </a:r>
          </a:p>
          <a:p>
            <a:pPr marL="342900" indent="-342900">
              <a:buFont typeface="+mj-lt"/>
              <a:buAutoNum type="arabicPeriod"/>
            </a:pPr>
            <a:r>
              <a:rPr lang="es-ES_tradnl" sz="1400" dirty="0"/>
              <a:t>Tipo de dirección de proveedor: Ingrese el tipo de dirección de la persona a la que estará asociada la cuenta bancaria, esta dirección debe tenerla cargada la persona para que sea válida..</a:t>
            </a:r>
          </a:p>
          <a:p>
            <a:pPr marL="342900" indent="-342900">
              <a:buFont typeface="+mj-lt"/>
              <a:buAutoNum type="arabicPeriod"/>
            </a:pPr>
            <a:r>
              <a:rPr lang="es-ES_tradnl" sz="1400" dirty="0"/>
              <a:t>Debe ingresar la secuencia que corresponde al tipo de dirección, según lo que tenga la persona en SPAIDEN (ver diapositiva 35).</a:t>
            </a:r>
          </a:p>
          <a:p>
            <a:pPr marL="342900" indent="-342900">
              <a:buFont typeface="+mj-lt"/>
              <a:buAutoNum type="arabicPeriod"/>
            </a:pPr>
            <a:r>
              <a:rPr lang="es-ES_tradnl" sz="1400" dirty="0"/>
              <a:t>Número de cuenta: ingresar el número de cuenta de la persona.</a:t>
            </a:r>
          </a:p>
          <a:p>
            <a:pPr marL="342900" indent="-342900">
              <a:buFont typeface="+mj-lt"/>
              <a:buAutoNum type="arabicPeriod"/>
            </a:pPr>
            <a:r>
              <a:rPr lang="es-ES_tradnl" sz="1400" dirty="0"/>
              <a:t>Guarde la información</a:t>
            </a:r>
          </a:p>
          <a:p>
            <a:r>
              <a:rPr lang="es-ES_tradnl" sz="1200" b="1" dirty="0"/>
              <a:t>Nota</a:t>
            </a:r>
            <a:r>
              <a:rPr lang="es-ES_tradnl" sz="1200" dirty="0"/>
              <a:t>: una persona puede tener más de una cuenta asociada. Para agregar una nueva cuenta, inserte un nuevo registro por medio del símbolo “</a:t>
            </a:r>
            <a:r>
              <a:rPr lang="es-ES_tradnl" sz="1200" b="1" dirty="0"/>
              <a:t>+</a:t>
            </a:r>
            <a:r>
              <a:rPr lang="es-ES_tradnl" sz="1200" dirty="0"/>
              <a:t>” ubicado en la parte superior de la página. Igualmente se pueden eliminar registros haciendo clic sobre el símbolo “</a:t>
            </a:r>
            <a:r>
              <a:rPr lang="es-ES_tradnl" sz="1200" b="1" dirty="0"/>
              <a:t>-</a:t>
            </a:r>
            <a:r>
              <a:rPr lang="es-ES_tradnl" sz="1200" dirty="0"/>
              <a:t>”.</a:t>
            </a:r>
          </a:p>
        </p:txBody>
      </p:sp>
      <p:sp>
        <p:nvSpPr>
          <p:cNvPr id="2" name="Rectángulo redondeado 15">
            <a:extLst>
              <a:ext uri="{FF2B5EF4-FFF2-40B4-BE49-F238E27FC236}">
                <a16:creationId xmlns:a16="http://schemas.microsoft.com/office/drawing/2014/main" id="{CCE0F158-8544-05DF-C582-F28B544E9AD9}"/>
              </a:ext>
            </a:extLst>
          </p:cNvPr>
          <p:cNvSpPr/>
          <p:nvPr/>
        </p:nvSpPr>
        <p:spPr>
          <a:xfrm>
            <a:off x="710355" y="1639496"/>
            <a:ext cx="192831" cy="15297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1</a:t>
            </a:r>
          </a:p>
        </p:txBody>
      </p:sp>
      <p:sp>
        <p:nvSpPr>
          <p:cNvPr id="7" name="Rectángulo redondeado 15">
            <a:extLst>
              <a:ext uri="{FF2B5EF4-FFF2-40B4-BE49-F238E27FC236}">
                <a16:creationId xmlns:a16="http://schemas.microsoft.com/office/drawing/2014/main" id="{107843C1-C12F-975A-E9CD-B8D1FC3D158E}"/>
              </a:ext>
            </a:extLst>
          </p:cNvPr>
          <p:cNvSpPr/>
          <p:nvPr/>
        </p:nvSpPr>
        <p:spPr>
          <a:xfrm>
            <a:off x="2278033" y="1932111"/>
            <a:ext cx="192831" cy="15297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2</a:t>
            </a:r>
          </a:p>
        </p:txBody>
      </p:sp>
      <p:sp>
        <p:nvSpPr>
          <p:cNvPr id="11" name="Rectángulo 10">
            <a:extLst>
              <a:ext uri="{FF2B5EF4-FFF2-40B4-BE49-F238E27FC236}">
                <a16:creationId xmlns:a16="http://schemas.microsoft.com/office/drawing/2014/main" id="{338A047C-AEF3-0B86-D07C-A20CB1AA026E}"/>
              </a:ext>
            </a:extLst>
          </p:cNvPr>
          <p:cNvSpPr/>
          <p:nvPr/>
        </p:nvSpPr>
        <p:spPr>
          <a:xfrm>
            <a:off x="986431" y="2092822"/>
            <a:ext cx="1291602" cy="267968"/>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2" name="Rectángulo 11">
            <a:extLst>
              <a:ext uri="{FF2B5EF4-FFF2-40B4-BE49-F238E27FC236}">
                <a16:creationId xmlns:a16="http://schemas.microsoft.com/office/drawing/2014/main" id="{75804322-2681-050D-863B-1419D954C24A}"/>
              </a:ext>
            </a:extLst>
          </p:cNvPr>
          <p:cNvSpPr/>
          <p:nvPr/>
        </p:nvSpPr>
        <p:spPr>
          <a:xfrm>
            <a:off x="986431" y="1639497"/>
            <a:ext cx="1930939" cy="152971"/>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4" name="Rectángulo 13">
            <a:extLst>
              <a:ext uri="{FF2B5EF4-FFF2-40B4-BE49-F238E27FC236}">
                <a16:creationId xmlns:a16="http://schemas.microsoft.com/office/drawing/2014/main" id="{3819C765-3B99-9C46-9B3B-8EDF6E85EC75}"/>
              </a:ext>
            </a:extLst>
          </p:cNvPr>
          <p:cNvSpPr/>
          <p:nvPr/>
        </p:nvSpPr>
        <p:spPr>
          <a:xfrm>
            <a:off x="869938" y="1800207"/>
            <a:ext cx="1361634" cy="267968"/>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5" name="Rectángulo redondeado 15">
            <a:extLst>
              <a:ext uri="{FF2B5EF4-FFF2-40B4-BE49-F238E27FC236}">
                <a16:creationId xmlns:a16="http://schemas.microsoft.com/office/drawing/2014/main" id="{A79BA784-6042-AC4A-BD1C-B79B985284CF}"/>
              </a:ext>
            </a:extLst>
          </p:cNvPr>
          <p:cNvSpPr/>
          <p:nvPr/>
        </p:nvSpPr>
        <p:spPr>
          <a:xfrm>
            <a:off x="773522" y="2162438"/>
            <a:ext cx="192831" cy="15297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3</a:t>
            </a:r>
          </a:p>
        </p:txBody>
      </p:sp>
      <p:sp>
        <p:nvSpPr>
          <p:cNvPr id="16" name="Rectángulo redondeado 15">
            <a:extLst>
              <a:ext uri="{FF2B5EF4-FFF2-40B4-BE49-F238E27FC236}">
                <a16:creationId xmlns:a16="http://schemas.microsoft.com/office/drawing/2014/main" id="{71D8FCA2-7B4D-6F07-CD7F-FFD440701238}"/>
              </a:ext>
            </a:extLst>
          </p:cNvPr>
          <p:cNvSpPr/>
          <p:nvPr/>
        </p:nvSpPr>
        <p:spPr>
          <a:xfrm>
            <a:off x="2963831" y="2585397"/>
            <a:ext cx="192831" cy="15297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4</a:t>
            </a:r>
          </a:p>
        </p:txBody>
      </p:sp>
      <p:sp>
        <p:nvSpPr>
          <p:cNvPr id="17" name="Rectángulo 16">
            <a:extLst>
              <a:ext uri="{FF2B5EF4-FFF2-40B4-BE49-F238E27FC236}">
                <a16:creationId xmlns:a16="http://schemas.microsoft.com/office/drawing/2014/main" id="{F0ED5B91-A3F4-0F49-0303-F87A3DC7BA5A}"/>
              </a:ext>
            </a:extLst>
          </p:cNvPr>
          <p:cNvSpPr/>
          <p:nvPr/>
        </p:nvSpPr>
        <p:spPr>
          <a:xfrm>
            <a:off x="869938" y="2518731"/>
            <a:ext cx="2047432" cy="212030"/>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
        <p:nvSpPr>
          <p:cNvPr id="18" name="Rectángulo redondeado 15">
            <a:extLst>
              <a:ext uri="{FF2B5EF4-FFF2-40B4-BE49-F238E27FC236}">
                <a16:creationId xmlns:a16="http://schemas.microsoft.com/office/drawing/2014/main" id="{F7A45EC8-D7D0-29BB-CC60-F775EB8E151F}"/>
              </a:ext>
            </a:extLst>
          </p:cNvPr>
          <p:cNvSpPr/>
          <p:nvPr/>
        </p:nvSpPr>
        <p:spPr>
          <a:xfrm>
            <a:off x="11189375" y="5923741"/>
            <a:ext cx="186799" cy="15317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100" dirty="0"/>
              <a:t>5</a:t>
            </a:r>
          </a:p>
        </p:txBody>
      </p:sp>
      <p:sp>
        <p:nvSpPr>
          <p:cNvPr id="19" name="Rectángulo 18">
            <a:extLst>
              <a:ext uri="{FF2B5EF4-FFF2-40B4-BE49-F238E27FC236}">
                <a16:creationId xmlns:a16="http://schemas.microsoft.com/office/drawing/2014/main" id="{BBFEB23D-67F4-D1B5-FA21-FED30FB4B28D}"/>
              </a:ext>
            </a:extLst>
          </p:cNvPr>
          <p:cNvSpPr/>
          <p:nvPr/>
        </p:nvSpPr>
        <p:spPr>
          <a:xfrm>
            <a:off x="11442746" y="5894995"/>
            <a:ext cx="473407" cy="181922"/>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1263363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ubtitle 5"/>
          <p:cNvSpPr>
            <a:spLocks noGrp="1"/>
          </p:cNvSpPr>
          <p:nvPr>
            <p:ph type="body" orient="vert" sz="quarter" idx="10"/>
          </p:nvPr>
        </p:nvSpPr>
        <p:spPr/>
        <p:txBody>
          <a:bodyPr/>
          <a:lstStyle/>
          <a:p>
            <a:r>
              <a:rPr lang="es-419" dirty="0"/>
              <a:t>Gestionar persona natural</a:t>
            </a:r>
          </a:p>
        </p:txBody>
      </p:sp>
      <p:sp>
        <p:nvSpPr>
          <p:cNvPr id="3" name="Marcador de texto 2">
            <a:extLst>
              <a:ext uri="{FF2B5EF4-FFF2-40B4-BE49-F238E27FC236}">
                <a16:creationId xmlns:a16="http://schemas.microsoft.com/office/drawing/2014/main" id="{4A610FCC-0713-53EF-ADB4-AA53CA5BA34C}"/>
              </a:ext>
            </a:extLst>
          </p:cNvPr>
          <p:cNvSpPr>
            <a:spLocks noGrp="1"/>
          </p:cNvSpPr>
          <p:nvPr>
            <p:ph type="body" sz="quarter" idx="18"/>
          </p:nvPr>
        </p:nvSpPr>
        <p:spPr>
          <a:xfrm>
            <a:off x="1104900" y="1623880"/>
            <a:ext cx="10597474" cy="4358629"/>
          </a:xfrm>
        </p:spPr>
        <p:txBody>
          <a:bodyPr/>
          <a:lstStyle/>
          <a:p>
            <a:pPr marL="342900" indent="-342900" algn="just">
              <a:buClr>
                <a:srgbClr val="0CB4B4"/>
              </a:buClr>
              <a:buFont typeface="Wingdings" panose="05000000000000000000" pitchFamily="2" charset="2"/>
              <a:buChar char="q"/>
            </a:pPr>
            <a:r>
              <a:rPr lang="es-ES_tradnl" dirty="0"/>
              <a:t>Una persona natural puede crearse con un ID ingresado por el usuario, o bien dejar que el ID se genere automáticamente</a:t>
            </a:r>
            <a:r>
              <a:rPr lang="es-419" sz="2000" dirty="0"/>
              <a:t>. </a:t>
            </a:r>
          </a:p>
          <a:p>
            <a:pPr marL="342900" indent="-342900" algn="just">
              <a:buClr>
                <a:srgbClr val="0CB4B4"/>
              </a:buClr>
              <a:buFont typeface="Wingdings" panose="05000000000000000000" pitchFamily="2" charset="2"/>
              <a:buChar char="q"/>
            </a:pPr>
            <a:r>
              <a:rPr lang="es-ES_tradnl" dirty="0"/>
              <a:t>La institución puede definir reglas de “coincidencia común” para que Banner alerte si una persona que se está intentado ingresar, está previamente creada o no</a:t>
            </a:r>
            <a:r>
              <a:rPr lang="es-419" sz="2000" dirty="0"/>
              <a:t>. </a:t>
            </a:r>
          </a:p>
          <a:p>
            <a:pPr marL="342900" indent="-342900" algn="just">
              <a:buClr>
                <a:srgbClr val="0CB4B4"/>
              </a:buClr>
              <a:buFont typeface="Wingdings" panose="05000000000000000000" pitchFamily="2" charset="2"/>
              <a:buChar char="q"/>
            </a:pPr>
            <a:r>
              <a:rPr lang="es-ES_tradnl" dirty="0"/>
              <a:t>Una persona natural puede tener información como Nombre y Apellido, dirección, teléfono, e-mail, información biográfica, información médica, entre otros similares</a:t>
            </a:r>
            <a:r>
              <a:rPr lang="es-ES_tradnl" sz="2000" dirty="0"/>
              <a:t>.</a:t>
            </a:r>
            <a:endParaRPr lang="es-419" sz="2000" dirty="0"/>
          </a:p>
          <a:p>
            <a:pPr marL="342900" indent="-342900" algn="just">
              <a:buClr>
                <a:srgbClr val="0CB4B4"/>
              </a:buClr>
              <a:buFont typeface="Wingdings" panose="05000000000000000000" pitchFamily="2" charset="2"/>
              <a:buChar char="q"/>
            </a:pPr>
            <a:r>
              <a:rPr lang="es-ES_tradnl" dirty="0"/>
              <a:t>Toda persona creada en el sistema, se le puede ingresar comentarios.</a:t>
            </a:r>
          </a:p>
          <a:p>
            <a:pPr marL="342900" indent="-342900" algn="just">
              <a:buClr>
                <a:srgbClr val="0CB4B4"/>
              </a:buClr>
              <a:buFont typeface="Wingdings" panose="05000000000000000000" pitchFamily="2" charset="2"/>
              <a:buChar char="q"/>
            </a:pPr>
            <a:r>
              <a:rPr lang="es-ES_tradnl" dirty="0"/>
              <a:t>Toda persona puede tener contactos de emergencia asociados.</a:t>
            </a:r>
          </a:p>
          <a:p>
            <a:pPr marL="342900" indent="-342900" algn="just">
              <a:buClr>
                <a:srgbClr val="0CB4B4"/>
              </a:buClr>
              <a:buFont typeface="Wingdings" panose="05000000000000000000" pitchFamily="2" charset="2"/>
              <a:buChar char="q"/>
            </a:pPr>
            <a:r>
              <a:rPr lang="es-ES_tradnl"/>
              <a:t>Toda </a:t>
            </a:r>
            <a:r>
              <a:rPr lang="es-ES_tradnl" dirty="0"/>
              <a:t>persona natural, puede convertirse en estudiante y/o docente, en caso de ameritarlo.  no se necesita crear N veces una misma persona dependiendo de los “roles” dentro de la institución.</a:t>
            </a:r>
          </a:p>
          <a:p>
            <a:endParaRPr lang="es-419" sz="1600" dirty="0"/>
          </a:p>
        </p:txBody>
      </p:sp>
      <p:sp>
        <p:nvSpPr>
          <p:cNvPr id="7" name="Title 15">
            <a:extLst>
              <a:ext uri="{FF2B5EF4-FFF2-40B4-BE49-F238E27FC236}">
                <a16:creationId xmlns:a16="http://schemas.microsoft.com/office/drawing/2014/main" id="{957F28A3-0E5D-037E-7A5A-BBEFD092D364}"/>
              </a:ext>
            </a:extLst>
          </p:cNvPr>
          <p:cNvSpPr txBox="1">
            <a:spLocks/>
          </p:cNvSpPr>
          <p:nvPr/>
        </p:nvSpPr>
        <p:spPr>
          <a:xfrm>
            <a:off x="955644" y="-201252"/>
            <a:ext cx="7092820" cy="1628192"/>
          </a:xfrm>
          <a:prstGeom prst="rect">
            <a:avLst/>
          </a:prstGeom>
        </p:spPr>
        <p:txBody>
          <a:bodyPr vert="horz" lIns="0" tIns="45720" rIns="91440" bIns="0" rtlCol="0" anchor="b" anchorCtr="0">
            <a:noAutofit/>
          </a:bodyPr>
          <a:lstStyle>
            <a:lvl1pPr algn="l" defTabSz="914400" rtl="0" eaLnBrk="1" latinLnBrk="0" hangingPunct="1">
              <a:lnSpc>
                <a:spcPct val="90000"/>
              </a:lnSpc>
              <a:spcBef>
                <a:spcPct val="0"/>
              </a:spcBef>
              <a:buNone/>
              <a:defRPr sz="3200" b="1" kern="1200">
                <a:solidFill>
                  <a:schemeClr val="bg1"/>
                </a:solidFill>
                <a:latin typeface="+mj-lt"/>
                <a:ea typeface="+mj-ea"/>
                <a:cs typeface="+mj-cs"/>
              </a:defRPr>
            </a:lvl1pPr>
          </a:lstStyle>
          <a:p>
            <a:r>
              <a:rPr lang="en-US" sz="3600" dirty="0"/>
              <a:t>RESUMEN</a:t>
            </a:r>
          </a:p>
        </p:txBody>
      </p:sp>
    </p:spTree>
    <p:extLst>
      <p:ext uri="{BB962C8B-B14F-4D97-AF65-F5344CB8AC3E}">
        <p14:creationId xmlns:p14="http://schemas.microsoft.com/office/powerpoint/2010/main" val="305177542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Marcador de texto 12">
            <a:extLst>
              <a:ext uri="{FF2B5EF4-FFF2-40B4-BE49-F238E27FC236}">
                <a16:creationId xmlns:a16="http://schemas.microsoft.com/office/drawing/2014/main" id="{A4B0D3FF-2F8B-8FC5-7AC2-84CC61ED8977}"/>
              </a:ext>
            </a:extLst>
          </p:cNvPr>
          <p:cNvSpPr>
            <a:spLocks noGrp="1"/>
          </p:cNvSpPr>
          <p:nvPr>
            <p:ph type="body" sz="quarter" idx="10"/>
          </p:nvPr>
        </p:nvSpPr>
        <p:spPr>
          <a:xfrm>
            <a:off x="914399" y="2238843"/>
            <a:ext cx="10363202" cy="669094"/>
          </a:xfrm>
        </p:spPr>
        <p:txBody>
          <a:bodyPr/>
          <a:lstStyle/>
          <a:p>
            <a:r>
              <a:rPr lang="es-419" noProof="0" dirty="0"/>
              <a:t>MUCHAS GRACIAS</a:t>
            </a:r>
          </a:p>
        </p:txBody>
      </p:sp>
      <p:sp>
        <p:nvSpPr>
          <p:cNvPr id="5" name="Marcador de texto 4">
            <a:extLst>
              <a:ext uri="{FF2B5EF4-FFF2-40B4-BE49-F238E27FC236}">
                <a16:creationId xmlns:a16="http://schemas.microsoft.com/office/drawing/2014/main" id="{826401A9-DE11-DDDF-9F42-FAAE12FE6B9F}"/>
              </a:ext>
            </a:extLst>
          </p:cNvPr>
          <p:cNvSpPr>
            <a:spLocks noGrp="1"/>
          </p:cNvSpPr>
          <p:nvPr>
            <p:ph type="body" sz="quarter" idx="11"/>
          </p:nvPr>
        </p:nvSpPr>
        <p:spPr>
          <a:xfrm>
            <a:off x="1229043" y="4584074"/>
            <a:ext cx="10363202" cy="324961"/>
          </a:xfrm>
        </p:spPr>
        <p:txBody>
          <a:bodyPr/>
          <a:lstStyle/>
          <a:p>
            <a:pPr algn="l"/>
            <a:r>
              <a:rPr lang="es-419" sz="2000" noProof="0" dirty="0"/>
              <a:t>Consultor</a:t>
            </a:r>
          </a:p>
        </p:txBody>
      </p:sp>
      <p:pic>
        <p:nvPicPr>
          <p:cNvPr id="8" name="Graphic 7" descr="User with solid fill">
            <a:extLst>
              <a:ext uri="{FF2B5EF4-FFF2-40B4-BE49-F238E27FC236}">
                <a16:creationId xmlns:a16="http://schemas.microsoft.com/office/drawing/2014/main" id="{C726B198-B5C8-1C5D-4D10-BFFD13AADE3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54490" y="4609395"/>
            <a:ext cx="274320" cy="274320"/>
          </a:xfrm>
          <a:prstGeom prst="rect">
            <a:avLst/>
          </a:prstGeom>
        </p:spPr>
      </p:pic>
      <p:pic>
        <p:nvPicPr>
          <p:cNvPr id="9" name="Graphic 8" descr="Email with solid fill">
            <a:extLst>
              <a:ext uri="{FF2B5EF4-FFF2-40B4-BE49-F238E27FC236}">
                <a16:creationId xmlns:a16="http://schemas.microsoft.com/office/drawing/2014/main" id="{DD7F5D3F-15A6-F216-AF41-EA0DCDE6B37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3543" y="4985033"/>
            <a:ext cx="274320" cy="274320"/>
          </a:xfrm>
          <a:prstGeom prst="rect">
            <a:avLst/>
          </a:prstGeom>
        </p:spPr>
      </p:pic>
      <p:sp>
        <p:nvSpPr>
          <p:cNvPr id="11" name="Marcador de texto 4">
            <a:extLst>
              <a:ext uri="{FF2B5EF4-FFF2-40B4-BE49-F238E27FC236}">
                <a16:creationId xmlns:a16="http://schemas.microsoft.com/office/drawing/2014/main" id="{88780A86-7F59-00BD-9B1E-C1DFAC865719}"/>
              </a:ext>
            </a:extLst>
          </p:cNvPr>
          <p:cNvSpPr txBox="1">
            <a:spLocks/>
          </p:cNvSpPr>
          <p:nvPr/>
        </p:nvSpPr>
        <p:spPr>
          <a:xfrm>
            <a:off x="1229043" y="4959712"/>
            <a:ext cx="5334046" cy="324961"/>
          </a:xfrm>
          <a:prstGeom prst="rect">
            <a:avLst/>
          </a:prstGeom>
        </p:spPr>
        <p:txBody>
          <a:bodyPr vert="horz" wrap="square" lIns="0" tIns="0" rIns="0" bIns="0" rtlCol="0">
            <a:spAutoFit/>
          </a:bodyPr>
          <a:lstStyle>
            <a:lvl1pPr marL="0" indent="0" algn="l" defTabSz="914400" rtl="0" eaLnBrk="1" latinLnBrk="0" hangingPunct="1">
              <a:lnSpc>
                <a:spcPct val="110000"/>
              </a:lnSpc>
              <a:spcBef>
                <a:spcPts val="0"/>
              </a:spcBef>
              <a:spcAft>
                <a:spcPts val="600"/>
              </a:spcAft>
              <a:buFont typeface="Arial" panose="020B0604020202020204" pitchFamily="34" charset="0"/>
              <a:buNone/>
              <a:defRPr sz="2000" b="0" kern="1200">
                <a:solidFill>
                  <a:schemeClr val="bg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419" noProof="0" dirty="0"/>
              <a:t>Correo</a:t>
            </a:r>
          </a:p>
        </p:txBody>
      </p:sp>
    </p:spTree>
    <p:extLst>
      <p:ext uri="{BB962C8B-B14F-4D97-AF65-F5344CB8AC3E}">
        <p14:creationId xmlns:p14="http://schemas.microsoft.com/office/powerpoint/2010/main" val="149292278"/>
      </p:ext>
    </p:extLst>
  </p:cSld>
  <p:clrMapOvr>
    <a:masterClrMapping/>
  </p:clrMapOvr>
</p:sld>
</file>

<file path=ppt/theme/theme1.xml><?xml version="1.0" encoding="utf-8"?>
<a:theme xmlns:a="http://schemas.openxmlformats.org/drawingml/2006/main" name="Ellucian_April 2025">
  <a:themeElements>
    <a:clrScheme name="Ellucian">
      <a:dk1>
        <a:srgbClr val="000000"/>
      </a:dk1>
      <a:lt1>
        <a:srgbClr val="FFFFFF"/>
      </a:lt1>
      <a:dk2>
        <a:srgbClr val="320070"/>
      </a:dk2>
      <a:lt2>
        <a:srgbClr val="D7D2CB"/>
      </a:lt2>
      <a:accent1>
        <a:srgbClr val="7000EB"/>
      </a:accent1>
      <a:accent2>
        <a:srgbClr val="95F4A0"/>
      </a:accent2>
      <a:accent3>
        <a:srgbClr val="084D2B"/>
      </a:accent3>
      <a:accent4>
        <a:srgbClr val="E8F75B"/>
      </a:accent4>
      <a:accent5>
        <a:srgbClr val="74C4FF"/>
      </a:accent5>
      <a:accent6>
        <a:srgbClr val="FFC800"/>
      </a:accent6>
      <a:hlink>
        <a:srgbClr val="7000EB"/>
      </a:hlink>
      <a:folHlink>
        <a:srgbClr val="7000E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extLst>
    <a:ext uri="{05A4C25C-085E-4340-85A3-A5531E510DB2}">
      <thm15:themeFamily xmlns:thm15="http://schemas.microsoft.com/office/thememl/2012/main" name="Ellucian_April 2025" id="{26EA1B6D-013D-4CE8-B6BA-844450BD34AD}" vid="{76DDA76C-B383-44A4-B33A-CC50C6670FCD}"/>
    </a:ext>
  </a:extLst>
</a:theme>
</file>

<file path=ppt/theme/theme2.xml><?xml version="1.0" encoding="utf-8"?>
<a:theme xmlns:a="http://schemas.openxmlformats.org/drawingml/2006/main" name="Ellucian Blank Layouts">
  <a:themeElements>
    <a:clrScheme name="Ellucian">
      <a:dk1>
        <a:srgbClr val="000000"/>
      </a:dk1>
      <a:lt1>
        <a:srgbClr val="FFFFFF"/>
      </a:lt1>
      <a:dk2>
        <a:srgbClr val="320070"/>
      </a:dk2>
      <a:lt2>
        <a:srgbClr val="D7D2CB"/>
      </a:lt2>
      <a:accent1>
        <a:srgbClr val="7000EB"/>
      </a:accent1>
      <a:accent2>
        <a:srgbClr val="95F4A0"/>
      </a:accent2>
      <a:accent3>
        <a:srgbClr val="084D2B"/>
      </a:accent3>
      <a:accent4>
        <a:srgbClr val="E8F75B"/>
      </a:accent4>
      <a:accent5>
        <a:srgbClr val="74C4FF"/>
      </a:accent5>
      <a:accent6>
        <a:srgbClr val="FFC800"/>
      </a:accent6>
      <a:hlink>
        <a:srgbClr val="7000EB"/>
      </a:hlink>
      <a:folHlink>
        <a:srgbClr val="7000E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extLst>
    <a:ext uri="{05A4C25C-085E-4340-85A3-A5531E510DB2}">
      <thm15:themeFamily xmlns:thm15="http://schemas.microsoft.com/office/thememl/2012/main" name="Ellucian-PPT-Template-2025-V5" id="{A599B5A2-9FB4-43D0-8DD2-7AE7CFBE6EE5}" vid="{5FE6AC23-0F88-4612-B1AD-D84E4AF262DE}"/>
    </a:ext>
  </a:extLst>
</a:theme>
</file>

<file path=ppt/theme/theme3.xml><?xml version="1.0" encoding="utf-8"?>
<a:theme xmlns:a="http://schemas.openxmlformats.org/drawingml/2006/main" name="Ellucian Main Layouts">
  <a:themeElements>
    <a:clrScheme name="Ellucian">
      <a:dk1>
        <a:srgbClr val="000000"/>
      </a:dk1>
      <a:lt1>
        <a:srgbClr val="FFFFFF"/>
      </a:lt1>
      <a:dk2>
        <a:srgbClr val="320070"/>
      </a:dk2>
      <a:lt2>
        <a:srgbClr val="D7D2CB"/>
      </a:lt2>
      <a:accent1>
        <a:srgbClr val="7000EB"/>
      </a:accent1>
      <a:accent2>
        <a:srgbClr val="95F4A0"/>
      </a:accent2>
      <a:accent3>
        <a:srgbClr val="084D2B"/>
      </a:accent3>
      <a:accent4>
        <a:srgbClr val="E8F75B"/>
      </a:accent4>
      <a:accent5>
        <a:srgbClr val="74C4FF"/>
      </a:accent5>
      <a:accent6>
        <a:srgbClr val="FFC800"/>
      </a:accent6>
      <a:hlink>
        <a:srgbClr val="7000EB"/>
      </a:hlink>
      <a:folHlink>
        <a:srgbClr val="7000E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1_Ellucian Blank Layouts">
  <a:themeElements>
    <a:clrScheme name="Ellucian">
      <a:dk1>
        <a:srgbClr val="000000"/>
      </a:dk1>
      <a:lt1>
        <a:srgbClr val="FFFFFF"/>
      </a:lt1>
      <a:dk2>
        <a:srgbClr val="320070"/>
      </a:dk2>
      <a:lt2>
        <a:srgbClr val="D7D2CB"/>
      </a:lt2>
      <a:accent1>
        <a:srgbClr val="7000EB"/>
      </a:accent1>
      <a:accent2>
        <a:srgbClr val="95F4A0"/>
      </a:accent2>
      <a:accent3>
        <a:srgbClr val="084D2B"/>
      </a:accent3>
      <a:accent4>
        <a:srgbClr val="E8F75B"/>
      </a:accent4>
      <a:accent5>
        <a:srgbClr val="74C4FF"/>
      </a:accent5>
      <a:accent6>
        <a:srgbClr val="FFC800"/>
      </a:accent6>
      <a:hlink>
        <a:srgbClr val="7000EB"/>
      </a:hlink>
      <a:folHlink>
        <a:srgbClr val="7000E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Ellucian_April 2025</Template>
  <TotalTime>30854</TotalTime>
  <Words>4290</Words>
  <Application>Microsoft Office PowerPoint</Application>
  <PresentationFormat>Panorámica</PresentationFormat>
  <Paragraphs>479</Paragraphs>
  <Slides>64</Slides>
  <Notes>10</Notes>
  <HiddenSlides>0</HiddenSlides>
  <MMClips>0</MMClips>
  <ScaleCrop>false</ScaleCrop>
  <HeadingPairs>
    <vt:vector size="6" baseType="variant">
      <vt:variant>
        <vt:lpstr>Fuentes usadas</vt:lpstr>
      </vt:variant>
      <vt:variant>
        <vt:i4>7</vt:i4>
      </vt:variant>
      <vt:variant>
        <vt:lpstr>Tema</vt:lpstr>
      </vt:variant>
      <vt:variant>
        <vt:i4>4</vt:i4>
      </vt:variant>
      <vt:variant>
        <vt:lpstr>Títulos de diapositiva</vt:lpstr>
      </vt:variant>
      <vt:variant>
        <vt:i4>64</vt:i4>
      </vt:variant>
    </vt:vector>
  </HeadingPairs>
  <TitlesOfParts>
    <vt:vector size="75" baseType="lpstr">
      <vt:lpstr>Aptos</vt:lpstr>
      <vt:lpstr>Aptos Display</vt:lpstr>
      <vt:lpstr>Arial</vt:lpstr>
      <vt:lpstr>Calibri</vt:lpstr>
      <vt:lpstr>Courier New</vt:lpstr>
      <vt:lpstr>Helvetica Neue</vt:lpstr>
      <vt:lpstr>Wingdings</vt:lpstr>
      <vt:lpstr>Ellucian_April 2025</vt:lpstr>
      <vt:lpstr>Ellucian Blank Layouts</vt:lpstr>
      <vt:lpstr>Ellucian Main Layouts</vt:lpstr>
      <vt:lpstr>1_Ellucian Blank Layouts</vt:lpstr>
      <vt:lpstr>Presentación de PowerPoint</vt:lpstr>
      <vt:lpstr>Presentación de PowerPoint</vt:lpstr>
      <vt:lpstr>Overview</vt:lpstr>
      <vt:lpstr>Overview: Mapa de capacidades</vt:lpstr>
      <vt:lpstr>Overview: Macroproceso Gestión de la Información del Estudiante</vt:lpstr>
      <vt:lpstr>Overview: Proceso gestionar persona natural</vt:lpstr>
      <vt:lpstr>Presentación de PowerPoint</vt:lpstr>
      <vt:lpstr>Presentación de PowerPoint</vt:lpstr>
      <vt:lpstr>CONFIGURACIONES</vt:lpstr>
      <vt:lpstr>Configuraciones: GTVCMSC Validación de código de origen de coincidencia común</vt:lpstr>
      <vt:lpstr>Configuraciones: GORCMSC Reglas de origen de coincidencia común</vt:lpstr>
      <vt:lpstr>Configuraciones: GORCMSC Reglas de origen de coincidencia común</vt:lpstr>
      <vt:lpstr>Configuraciones: GORCMSC Reglas de origen de coincidencia común</vt:lpstr>
      <vt:lpstr>Configuraciones: GORCMSC Reglas de origen de coincidencia común</vt:lpstr>
      <vt:lpstr>Configuraciones: GORCMRL Reglas de coincidencia común</vt:lpstr>
      <vt:lpstr>Configuraciones: GORCMRL Reglas de coincidencia común</vt:lpstr>
      <vt:lpstr>Configuraciones: GORCMRL Reglas de coincidencia común</vt:lpstr>
      <vt:lpstr>Configuraciones: GUAINST Controles de instalación</vt:lpstr>
      <vt:lpstr>CREAR PERSONA</vt:lpstr>
      <vt:lpstr>Presentación de PowerPoint</vt:lpstr>
      <vt:lpstr>Configuraciones: GUAINST Controles de instalación</vt:lpstr>
      <vt:lpstr>SPAIDEN Identificación de persona general</vt:lpstr>
      <vt:lpstr>SPAIDEN Identificación de persona general</vt:lpstr>
      <vt:lpstr>SPAIDEN Identificación de persona general</vt:lpstr>
      <vt:lpstr>SPAIDEN Identificación de persona general</vt:lpstr>
      <vt:lpstr>Presentación de PowerPoint</vt:lpstr>
      <vt:lpstr>Configuraciones: GUAINST Controles de instalación</vt:lpstr>
      <vt:lpstr>SPAIDEN Identificación de persona general</vt:lpstr>
      <vt:lpstr>GOAMTCH Captura de coincidencia común</vt:lpstr>
      <vt:lpstr>GOAMTCH Captura de coincidencia común</vt:lpstr>
      <vt:lpstr>GOAMTCH Captura de coincidencia común</vt:lpstr>
      <vt:lpstr>GOAMTCH Captura de coincidencia común</vt:lpstr>
      <vt:lpstr>INFORMACIÓN DE PERSONA</vt:lpstr>
      <vt:lpstr>Presentación de PowerPoint</vt:lpstr>
      <vt:lpstr>Identificación de persona general: Nombre preferido</vt:lpstr>
      <vt:lpstr>Identificación de persona general: Pestaña Dirección</vt:lpstr>
      <vt:lpstr>Identificación de persona general: Pestaña Dirección</vt:lpstr>
      <vt:lpstr>Identificación de persona general: Pestaña Teléfono</vt:lpstr>
      <vt:lpstr>Identificación de persona general: Pestaña Biográfica</vt:lpstr>
      <vt:lpstr>Identificación de persona general: Pestaña Biográfica</vt:lpstr>
      <vt:lpstr>Identificación de persona general: Pestaña Correo electrónico</vt:lpstr>
      <vt:lpstr>Identificación de persona general: Pestaña Contacto de emergencia</vt:lpstr>
      <vt:lpstr>Identificación de persona general: Pestaña Contacto de emergencia</vt:lpstr>
      <vt:lpstr>Identificación de persona general: Pestaña identificación adicional</vt:lpstr>
      <vt:lpstr>Presentación de PowerPoint</vt:lpstr>
      <vt:lpstr>Comentario de personas </vt:lpstr>
      <vt:lpstr>Presentación de PowerPoint</vt:lpstr>
      <vt:lpstr>GOAINTL  Información Internacional </vt:lpstr>
      <vt:lpstr>GOAINTL  Información Internacional </vt:lpstr>
      <vt:lpstr>GOAINTL  Información Internacional </vt:lpstr>
      <vt:lpstr>GOAINTL  Información Internacional </vt:lpstr>
      <vt:lpstr>GOAINTL  Información Internacional </vt:lpstr>
      <vt:lpstr>Presentación de PowerPoint</vt:lpstr>
      <vt:lpstr>Validación de tipo de identificación adicional GTVADID  </vt:lpstr>
      <vt:lpstr>Tipos de documento de identidad GVVADID   </vt:lpstr>
      <vt:lpstr>Documentos de identidad de una persona GVAADID    </vt:lpstr>
      <vt:lpstr>Documentos de identidad de una persona GVAADID    </vt:lpstr>
      <vt:lpstr>Presentación de PowerPoint</vt:lpstr>
      <vt:lpstr>Datos de tutor (representante legal / sostenedor)  </vt:lpstr>
      <vt:lpstr>Datos de tutor (representante legal / sostenedor)  </vt:lpstr>
      <vt:lpstr>Presentación de PowerPoint</vt:lpstr>
      <vt:lpstr>Datos bancarios </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Gestionar conceptos de cobro y pago</dc:title>
  <dc:creator>Mardones, Francisco</dc:creator>
  <cp:lastModifiedBy>Beltran, Nidia</cp:lastModifiedBy>
  <cp:revision>435</cp:revision>
  <dcterms:created xsi:type="dcterms:W3CDTF">2023-07-17T20:07:38Z</dcterms:created>
  <dcterms:modified xsi:type="dcterms:W3CDTF">2026-06-24T21:59:40Z</dcterms:modified>
</cp:coreProperties>
</file>