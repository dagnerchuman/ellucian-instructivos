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theme/themeOverride2.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 id="2147483765" r:id="rId2"/>
  </p:sldMasterIdLst>
  <p:notesMasterIdLst>
    <p:notesMasterId r:id="rId34"/>
  </p:notesMasterIdLst>
  <p:sldIdLst>
    <p:sldId id="1424" r:id="rId3"/>
    <p:sldId id="423" r:id="rId4"/>
    <p:sldId id="1174" r:id="rId5"/>
    <p:sldId id="569" r:id="rId6"/>
    <p:sldId id="1250" r:id="rId7"/>
    <p:sldId id="1425" r:id="rId8"/>
    <p:sldId id="261" r:id="rId9"/>
    <p:sldId id="1426" r:id="rId10"/>
    <p:sldId id="1119" r:id="rId11"/>
    <p:sldId id="1427" r:id="rId12"/>
    <p:sldId id="1226" r:id="rId13"/>
    <p:sldId id="1430" r:id="rId14"/>
    <p:sldId id="1431" r:id="rId15"/>
    <p:sldId id="1432" r:id="rId16"/>
    <p:sldId id="1433" r:id="rId17"/>
    <p:sldId id="1434" r:id="rId18"/>
    <p:sldId id="1435" r:id="rId19"/>
    <p:sldId id="1396" r:id="rId20"/>
    <p:sldId id="1377" r:id="rId21"/>
    <p:sldId id="1397" r:id="rId22"/>
    <p:sldId id="1354" r:id="rId23"/>
    <p:sldId id="1404" r:id="rId24"/>
    <p:sldId id="1436" r:id="rId25"/>
    <p:sldId id="1437" r:id="rId26"/>
    <p:sldId id="1438" r:id="rId27"/>
    <p:sldId id="1393" r:id="rId28"/>
    <p:sldId id="1440" r:id="rId29"/>
    <p:sldId id="1395" r:id="rId30"/>
    <p:sldId id="1405" r:id="rId31"/>
    <p:sldId id="1221" r:id="rId32"/>
    <p:sldId id="32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6/11/relationships/changesInfo" Target="changesInfos/changesInfo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Molina" userId="20636364146_tp_box_2" providerId="OAuth2" clId="{44CDD4FA-DF07-4B69-BC01-0B2B69272B43}"/>
    <pc:docChg chg="custSel modSld">
      <pc:chgData name="Sergio Molina" userId="20636364146_tp_box_2" providerId="OAuth2" clId="{44CDD4FA-DF07-4B69-BC01-0B2B69272B43}" dt="2026-07-21T01:16:34.943" v="4" actId="1076"/>
      <pc:docMkLst>
        <pc:docMk/>
      </pc:docMkLst>
      <pc:sldChg chg="addSp delSp modSp mod">
        <pc:chgData name="Sergio Molina" userId="20636364146_tp_box_2" providerId="OAuth2" clId="{44CDD4FA-DF07-4B69-BC01-0B2B69272B43}" dt="2026-07-21T01:16:34.943" v="4" actId="1076"/>
        <pc:sldMkLst>
          <pc:docMk/>
          <pc:sldMk cId="174628772" sldId="1435"/>
        </pc:sldMkLst>
        <pc:picChg chg="del">
          <ac:chgData name="Sergio Molina" userId="20636364146_tp_box_2" providerId="OAuth2" clId="{44CDD4FA-DF07-4B69-BC01-0B2B69272B43}" dt="2026-07-21T01:16:30.090" v="0" actId="478"/>
          <ac:picMkLst>
            <pc:docMk/>
            <pc:sldMk cId="174628772" sldId="1435"/>
            <ac:picMk id="4" creationId="{C33F3379-A571-4655-4A08-A895081AF389}"/>
          </ac:picMkLst>
        </pc:picChg>
        <pc:picChg chg="add mod ord">
          <ac:chgData name="Sergio Molina" userId="20636364146_tp_box_2" providerId="OAuth2" clId="{44CDD4FA-DF07-4B69-BC01-0B2B69272B43}" dt="2026-07-21T01:16:34.943" v="4" actId="1076"/>
          <ac:picMkLst>
            <pc:docMk/>
            <pc:sldMk cId="174628772" sldId="1435"/>
            <ac:picMk id="5" creationId="{3113FE38-24FC-AD47-DD80-2D3D315386B0}"/>
          </ac:picMkLst>
        </pc:picChg>
      </pc:sldChg>
    </pc:docChg>
  </pc:docChgLst>
  <pc:docChgLst>
    <pc:chgData name="Claudio Paredes" userId="FxJLcaSKK36zSHp3MDdbjtNSYsHsDCbw29i73g7K6wM=" providerId="None" clId="Web-{4DB0E21E-6FA4-4C0F-8813-ECE557E1D535}"/>
    <pc:docChg chg="modSld">
      <pc:chgData name="Claudio Paredes" userId="FxJLcaSKK36zSHp3MDdbjtNSYsHsDCbw29i73g7K6wM=" providerId="None" clId="Web-{4DB0E21E-6FA4-4C0F-8813-ECE557E1D535}" dt="2026-01-09T13:32:25.422" v="1"/>
      <pc:docMkLst>
        <pc:docMk/>
      </pc:docMkLst>
      <pc:sldChg chg="modSp">
        <pc:chgData name="Claudio Paredes" userId="FxJLcaSKK36zSHp3MDdbjtNSYsHsDCbw29i73g7K6wM=" providerId="None" clId="Web-{4DB0E21E-6FA4-4C0F-8813-ECE557E1D535}" dt="2026-01-09T13:31:45.326" v="0" actId="20577"/>
        <pc:sldMkLst>
          <pc:docMk/>
          <pc:sldMk cId="293615744" sldId="1226"/>
        </pc:sldMkLst>
      </pc:sldChg>
      <pc:sldChg chg="delSp">
        <pc:chgData name="Claudio Paredes" userId="FxJLcaSKK36zSHp3MDdbjtNSYsHsDCbw29i73g7K6wM=" providerId="None" clId="Web-{4DB0E21E-6FA4-4C0F-8813-ECE557E1D535}" dt="2026-01-09T13:32:25.422" v="1"/>
        <pc:sldMkLst>
          <pc:docMk/>
          <pc:sldMk cId="4157420525" sldId="13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3C117-F0D1-46E6-B911-20932DF680A3}" type="datetimeFigureOut">
              <a:rPr lang="es-419" smtClean="0"/>
              <a:t>20/7/2026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C308A-25FC-453F-866C-E0840FC3618C}" type="slidenum">
              <a:rPr lang="es-419" smtClean="0"/>
              <a:t>‹#›</a:t>
            </a:fld>
            <a:endParaRPr lang="es-419"/>
          </a:p>
        </p:txBody>
      </p:sp>
    </p:spTree>
    <p:extLst>
      <p:ext uri="{BB962C8B-B14F-4D97-AF65-F5344CB8AC3E}">
        <p14:creationId xmlns:p14="http://schemas.microsoft.com/office/powerpoint/2010/main" val="3095982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4244852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11</a:t>
            </a:fld>
            <a:endParaRPr lang="en-US"/>
          </a:p>
        </p:txBody>
      </p:sp>
    </p:spTree>
    <p:extLst>
      <p:ext uri="{BB962C8B-B14F-4D97-AF65-F5344CB8AC3E}">
        <p14:creationId xmlns:p14="http://schemas.microsoft.com/office/powerpoint/2010/main" val="1123893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5232B-AAB4-8100-95B2-67FC6DBA87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5E20BF7-2762-ECA0-21B9-C91B893AD8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58846FE-502C-FFB5-13EC-168EF76C6C7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4690B09-4A13-03A5-92BC-4FD3614A2217}"/>
              </a:ext>
            </a:extLst>
          </p:cNvPr>
          <p:cNvSpPr>
            <a:spLocks noGrp="1"/>
          </p:cNvSpPr>
          <p:nvPr>
            <p:ph type="sldNum" sz="quarter" idx="5"/>
          </p:nvPr>
        </p:nvSpPr>
        <p:spPr/>
        <p:txBody>
          <a:bodyPr/>
          <a:lstStyle/>
          <a:p>
            <a:fld id="{CF541D2A-E99A-2F4F-B8C9-28142709F87F}" type="slidenum">
              <a:rPr lang="en-US" smtClean="0"/>
              <a:pPr/>
              <a:t>13</a:t>
            </a:fld>
            <a:endParaRPr lang="en-US"/>
          </a:p>
        </p:txBody>
      </p:sp>
    </p:spTree>
    <p:extLst>
      <p:ext uri="{BB962C8B-B14F-4D97-AF65-F5344CB8AC3E}">
        <p14:creationId xmlns:p14="http://schemas.microsoft.com/office/powerpoint/2010/main" val="2603584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0959C-BFF6-05A7-72BF-6534DA61BE6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917CEA5-42D3-A357-1D60-2F1913FAFCB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BC843B-5C0C-7A87-B503-A5B73A8276B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0858708-3559-5802-D881-DA844B8ACA7E}"/>
              </a:ext>
            </a:extLst>
          </p:cNvPr>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2656043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BB5FA-0E95-6566-2708-B8BD4BC26C1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4D1919D-FA61-BA73-54FD-C2A522D72F7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EA968FE-0BB9-3441-8568-3BD4D4595B5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F0E14C7-3ED3-7585-B8F6-8A680F559730}"/>
              </a:ext>
            </a:extLst>
          </p:cNvPr>
          <p:cNvSpPr>
            <a:spLocks noGrp="1"/>
          </p:cNvSpPr>
          <p:nvPr>
            <p:ph type="sldNum" sz="quarter" idx="5"/>
          </p:nvPr>
        </p:nvSpPr>
        <p:spPr/>
        <p:txBody>
          <a:bodyPr/>
          <a:lstStyle/>
          <a:p>
            <a:fld id="{CF541D2A-E99A-2F4F-B8C9-28142709F87F}" type="slidenum">
              <a:rPr lang="en-US" smtClean="0"/>
              <a:pPr/>
              <a:t>15</a:t>
            </a:fld>
            <a:endParaRPr lang="en-US"/>
          </a:p>
        </p:txBody>
      </p:sp>
    </p:spTree>
    <p:extLst>
      <p:ext uri="{BB962C8B-B14F-4D97-AF65-F5344CB8AC3E}">
        <p14:creationId xmlns:p14="http://schemas.microsoft.com/office/powerpoint/2010/main" val="1812606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525D0-BAB7-FBCF-17DE-DE88654A7A9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C7E3987-FDCA-4FBA-10E9-CC9F2232071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93BFC38-D69E-3634-763F-802884C2230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700EE2E-3A84-4F11-E9B7-D4C246EEE78D}"/>
              </a:ext>
            </a:extLst>
          </p:cNvPr>
          <p:cNvSpPr>
            <a:spLocks noGrp="1"/>
          </p:cNvSpPr>
          <p:nvPr>
            <p:ph type="sldNum" sz="quarter" idx="5"/>
          </p:nvPr>
        </p:nvSpPr>
        <p:spPr/>
        <p:txBody>
          <a:bodyPr/>
          <a:lstStyle/>
          <a:p>
            <a:fld id="{CF541D2A-E99A-2F4F-B8C9-28142709F87F}" type="slidenum">
              <a:rPr lang="en-US" smtClean="0"/>
              <a:pPr/>
              <a:t>16</a:t>
            </a:fld>
            <a:endParaRPr lang="en-US"/>
          </a:p>
        </p:txBody>
      </p:sp>
    </p:spTree>
    <p:extLst>
      <p:ext uri="{BB962C8B-B14F-4D97-AF65-F5344CB8AC3E}">
        <p14:creationId xmlns:p14="http://schemas.microsoft.com/office/powerpoint/2010/main" val="452470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EA84A-760B-BD56-1905-B4AE7F0ECD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82CBE66-F67E-24B7-5BA8-FCC40818658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38364C5-4F43-FF56-762C-4AF6476819CC}"/>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166E301-205B-CB29-43F8-543EF638381E}"/>
              </a:ext>
            </a:extLst>
          </p:cNvPr>
          <p:cNvSpPr>
            <a:spLocks noGrp="1"/>
          </p:cNvSpPr>
          <p:nvPr>
            <p:ph type="sldNum" sz="quarter" idx="5"/>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373410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19</a:t>
            </a:fld>
            <a:endParaRPr lang="en-US"/>
          </a:p>
        </p:txBody>
      </p:sp>
    </p:spTree>
    <p:extLst>
      <p:ext uri="{BB962C8B-B14F-4D97-AF65-F5344CB8AC3E}">
        <p14:creationId xmlns:p14="http://schemas.microsoft.com/office/powerpoint/2010/main" val="4009972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21</a:t>
            </a:fld>
            <a:endParaRPr lang="en-US"/>
          </a:p>
        </p:txBody>
      </p:sp>
    </p:spTree>
    <p:extLst>
      <p:ext uri="{BB962C8B-B14F-4D97-AF65-F5344CB8AC3E}">
        <p14:creationId xmlns:p14="http://schemas.microsoft.com/office/powerpoint/2010/main" val="1362640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9972C-2B9D-D373-D4BB-9659ECBB027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6EE0FA3-57A3-39A8-F844-B89A1A548EF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4EAAA43-EF1F-4ABF-5C43-0F400326D79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FC0D7844-9F11-69AC-CF90-5F8B1A4D018B}"/>
              </a:ext>
            </a:extLst>
          </p:cNvPr>
          <p:cNvSpPr>
            <a:spLocks noGrp="1"/>
          </p:cNvSpPr>
          <p:nvPr>
            <p:ph type="sldNum" sz="quarter" idx="5"/>
          </p:nvPr>
        </p:nvSpPr>
        <p:spPr/>
        <p:txBody>
          <a:bodyPr/>
          <a:lstStyle/>
          <a:p>
            <a:fld id="{CF541D2A-E99A-2F4F-B8C9-28142709F87F}" type="slidenum">
              <a:rPr lang="en-US" smtClean="0"/>
              <a:pPr/>
              <a:t>22</a:t>
            </a:fld>
            <a:endParaRPr lang="en-US"/>
          </a:p>
        </p:txBody>
      </p:sp>
    </p:spTree>
    <p:extLst>
      <p:ext uri="{BB962C8B-B14F-4D97-AF65-F5344CB8AC3E}">
        <p14:creationId xmlns:p14="http://schemas.microsoft.com/office/powerpoint/2010/main" val="3638620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23</a:t>
            </a:fld>
            <a:endParaRPr lang="en-US"/>
          </a:p>
        </p:txBody>
      </p:sp>
    </p:spTree>
    <p:extLst>
      <p:ext uri="{BB962C8B-B14F-4D97-AF65-F5344CB8AC3E}">
        <p14:creationId xmlns:p14="http://schemas.microsoft.com/office/powerpoint/2010/main" val="3241308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6CF78-D386-DD74-CF67-6B11861B49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1B294B-5F53-9E2A-DDDC-90D9A876AC0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83F3B45-7FFE-82FD-7661-F4287CBED9C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251840D-A56C-A0BC-FAA7-5F4B186E8147}"/>
              </a:ext>
            </a:extLst>
          </p:cNvPr>
          <p:cNvSpPr>
            <a:spLocks noGrp="1"/>
          </p:cNvSpPr>
          <p:nvPr>
            <p:ph type="sldNum" sz="quarter" idx="5"/>
          </p:nvPr>
        </p:nvSpPr>
        <p:spPr/>
        <p:txBody>
          <a:bodyPr/>
          <a:lstStyle/>
          <a:p>
            <a:fld id="{CF541D2A-E99A-2F4F-B8C9-28142709F87F}" type="slidenum">
              <a:rPr lang="en-US" smtClean="0"/>
              <a:pPr/>
              <a:t>24</a:t>
            </a:fld>
            <a:endParaRPr lang="en-US"/>
          </a:p>
        </p:txBody>
      </p:sp>
    </p:spTree>
    <p:extLst>
      <p:ext uri="{BB962C8B-B14F-4D97-AF65-F5344CB8AC3E}">
        <p14:creationId xmlns:p14="http://schemas.microsoft.com/office/powerpoint/2010/main" val="36303815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26</a:t>
            </a:fld>
            <a:endParaRPr lang="en-US"/>
          </a:p>
        </p:txBody>
      </p:sp>
    </p:spTree>
    <p:extLst>
      <p:ext uri="{BB962C8B-B14F-4D97-AF65-F5344CB8AC3E}">
        <p14:creationId xmlns:p14="http://schemas.microsoft.com/office/powerpoint/2010/main" val="3485815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28</a:t>
            </a:fld>
            <a:endParaRPr lang="en-US"/>
          </a:p>
        </p:txBody>
      </p:sp>
    </p:spTree>
    <p:extLst>
      <p:ext uri="{BB962C8B-B14F-4D97-AF65-F5344CB8AC3E}">
        <p14:creationId xmlns:p14="http://schemas.microsoft.com/office/powerpoint/2010/main" val="41867369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B6450-EFA5-5318-B3CD-1DD3105B9F3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A3574F2-BC54-30C9-6ACF-911E08676E8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B15C364-79BC-001A-06C2-4F5F93963CB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D277B98-0105-D87C-8E7C-DBFD5C667298}"/>
              </a:ext>
            </a:extLst>
          </p:cNvPr>
          <p:cNvSpPr>
            <a:spLocks noGrp="1"/>
          </p:cNvSpPr>
          <p:nvPr>
            <p:ph type="sldNum" sz="quarter" idx="5"/>
          </p:nvPr>
        </p:nvSpPr>
        <p:spPr/>
        <p:txBody>
          <a:bodyPr/>
          <a:lstStyle/>
          <a:p>
            <a:fld id="{CF541D2A-E99A-2F4F-B8C9-28142709F87F}" type="slidenum">
              <a:rPr lang="en-US" smtClean="0"/>
              <a:pPr/>
              <a:t>29</a:t>
            </a:fld>
            <a:endParaRPr lang="en-US"/>
          </a:p>
        </p:txBody>
      </p:sp>
    </p:spTree>
    <p:extLst>
      <p:ext uri="{BB962C8B-B14F-4D97-AF65-F5344CB8AC3E}">
        <p14:creationId xmlns:p14="http://schemas.microsoft.com/office/powerpoint/2010/main" val="12678171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04398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577665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008657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368591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32392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51751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51109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4988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182911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3" name="Rectangle 2">
            <a:extLst>
              <a:ext uri="{FF2B5EF4-FFF2-40B4-BE49-F238E27FC236}">
                <a16:creationId xmlns:a16="http://schemas.microsoft.com/office/drawing/2014/main" id="{D4952E35-DC4C-47CF-1A1F-2DCCDB6A3815}"/>
              </a:ext>
            </a:extLst>
          </p:cNvPr>
          <p:cNvSpPr/>
          <p:nvPr userDrawn="1"/>
        </p:nvSpPr>
        <p:spPr>
          <a:xfrm>
            <a:off x="9165771" y="6509657"/>
            <a:ext cx="2478704" cy="3483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2EAEE877-AF7F-60D5-ECC2-B807BA0B3D32}"/>
              </a:ext>
            </a:extLst>
          </p:cNvPr>
          <p:cNvPicPr>
            <a:picLocks noChangeAspect="1"/>
          </p:cNvPicPr>
          <p:nvPr userDrawn="1"/>
        </p:nvPicPr>
        <p:blipFill>
          <a:blip r:embed="rId2"/>
          <a:stretch>
            <a:fillRect/>
          </a:stretch>
        </p:blipFill>
        <p:spPr>
          <a:xfrm>
            <a:off x="9594688" y="6496178"/>
            <a:ext cx="2158643" cy="257248"/>
          </a:xfrm>
          <a:prstGeom prst="rect">
            <a:avLst/>
          </a:prstGeom>
        </p:spPr>
      </p:pic>
    </p:spTree>
    <p:extLst>
      <p:ext uri="{BB962C8B-B14F-4D97-AF65-F5344CB8AC3E}">
        <p14:creationId xmlns:p14="http://schemas.microsoft.com/office/powerpoint/2010/main" val="1585394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654553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735923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1496864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499305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8677351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59428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8890282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534977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372511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017213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8917321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265345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898743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8728200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2006944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28098672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7042115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846608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975712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090804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617888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291306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693469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136053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F57A3D79-8EB8-420C-9CED-F27F00CFFC96}" type="slidenum">
              <a:rPr lang="es-419" smtClean="0"/>
              <a:t>‹#›</a:t>
            </a:fld>
            <a:endParaRPr lang="es-419"/>
          </a:p>
        </p:txBody>
      </p:sp>
      <p:sp>
        <p:nvSpPr>
          <p:cNvPr id="3" name="Rectangle 2">
            <a:extLst>
              <a:ext uri="{FF2B5EF4-FFF2-40B4-BE49-F238E27FC236}">
                <a16:creationId xmlns:a16="http://schemas.microsoft.com/office/drawing/2014/main" id="{D57D1D59-697E-BB65-522C-C3CD52FA10DD}"/>
              </a:ext>
            </a:extLst>
          </p:cNvPr>
          <p:cNvSpPr/>
          <p:nvPr userDrawn="1"/>
        </p:nvSpPr>
        <p:spPr>
          <a:xfrm>
            <a:off x="9154886" y="6433457"/>
            <a:ext cx="2503714" cy="365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820CCD22-9F0D-C177-A1FE-51F06263CE6F}"/>
              </a:ext>
            </a:extLst>
          </p:cNvPr>
          <p:cNvPicPr>
            <a:picLocks noChangeAspect="1"/>
          </p:cNvPicPr>
          <p:nvPr userDrawn="1"/>
        </p:nvPicPr>
        <p:blipFill>
          <a:blip r:embed="rId2"/>
          <a:stretch>
            <a:fillRect/>
          </a:stretch>
        </p:blipFill>
        <p:spPr>
          <a:xfrm>
            <a:off x="9633857" y="6433456"/>
            <a:ext cx="2146492" cy="365125"/>
          </a:xfrm>
          <a:prstGeom prst="rect">
            <a:avLst/>
          </a:prstGeom>
        </p:spPr>
      </p:pic>
    </p:spTree>
    <p:extLst>
      <p:ext uri="{BB962C8B-B14F-4D97-AF65-F5344CB8AC3E}">
        <p14:creationId xmlns:p14="http://schemas.microsoft.com/office/powerpoint/2010/main" val="431694741"/>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a:t>
            </a:fld>
            <a:endParaRPr lang="es-419"/>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angle 1">
            <a:extLst>
              <a:ext uri="{FF2B5EF4-FFF2-40B4-BE49-F238E27FC236}">
                <a16:creationId xmlns:a16="http://schemas.microsoft.com/office/drawing/2014/main" id="{72746C1F-0287-08E3-6ED7-7CCAFB303983}"/>
              </a:ext>
            </a:extLst>
          </p:cNvPr>
          <p:cNvSpPr/>
          <p:nvPr userDrawn="1"/>
        </p:nvSpPr>
        <p:spPr>
          <a:xfrm>
            <a:off x="9220200" y="6520543"/>
            <a:ext cx="2362197" cy="2009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6" name="Picture 5">
            <a:extLst>
              <a:ext uri="{FF2B5EF4-FFF2-40B4-BE49-F238E27FC236}">
                <a16:creationId xmlns:a16="http://schemas.microsoft.com/office/drawing/2014/main" id="{797C2C03-3F24-0313-3E1D-06C78041DE52}"/>
              </a:ext>
            </a:extLst>
          </p:cNvPr>
          <p:cNvPicPr>
            <a:picLocks noChangeAspect="1"/>
          </p:cNvPicPr>
          <p:nvPr userDrawn="1"/>
        </p:nvPicPr>
        <p:blipFill>
          <a:blip r:embed="rId2"/>
          <a:stretch>
            <a:fillRect/>
          </a:stretch>
        </p:blipFill>
        <p:spPr>
          <a:xfrm>
            <a:off x="9644624" y="6492847"/>
            <a:ext cx="2090303" cy="228627"/>
          </a:xfrm>
          <a:prstGeom prst="rect">
            <a:avLst/>
          </a:prstGeom>
        </p:spPr>
      </p:pic>
    </p:spTree>
    <p:extLst>
      <p:ext uri="{BB962C8B-B14F-4D97-AF65-F5344CB8AC3E}">
        <p14:creationId xmlns:p14="http://schemas.microsoft.com/office/powerpoint/2010/main" val="220742056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a:t>
            </a:fld>
            <a:endParaRPr lang="es-419"/>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3" name="Rectangle 2">
            <a:extLst>
              <a:ext uri="{FF2B5EF4-FFF2-40B4-BE49-F238E27FC236}">
                <a16:creationId xmlns:a16="http://schemas.microsoft.com/office/drawing/2014/main" id="{08ADA77A-07FF-87C6-B9EF-8BAC744FC19C}"/>
              </a:ext>
            </a:extLst>
          </p:cNvPr>
          <p:cNvSpPr/>
          <p:nvPr userDrawn="1"/>
        </p:nvSpPr>
        <p:spPr>
          <a:xfrm>
            <a:off x="9263743" y="6487886"/>
            <a:ext cx="2318654" cy="2335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Picture 4">
            <a:extLst>
              <a:ext uri="{FF2B5EF4-FFF2-40B4-BE49-F238E27FC236}">
                <a16:creationId xmlns:a16="http://schemas.microsoft.com/office/drawing/2014/main" id="{33BC3C9A-CC63-C38E-079B-1EBAE767BD06}"/>
              </a:ext>
            </a:extLst>
          </p:cNvPr>
          <p:cNvPicPr>
            <a:picLocks noChangeAspect="1"/>
          </p:cNvPicPr>
          <p:nvPr userDrawn="1"/>
        </p:nvPicPr>
        <p:blipFill>
          <a:blip r:embed="rId2"/>
          <a:stretch>
            <a:fillRect/>
          </a:stretch>
        </p:blipFill>
        <p:spPr>
          <a:xfrm>
            <a:off x="9446736" y="6487886"/>
            <a:ext cx="2135661" cy="233588"/>
          </a:xfrm>
          <a:prstGeom prst="rect">
            <a:avLst/>
          </a:prstGeom>
        </p:spPr>
      </p:pic>
    </p:spTree>
    <p:extLst>
      <p:ext uri="{BB962C8B-B14F-4D97-AF65-F5344CB8AC3E}">
        <p14:creationId xmlns:p14="http://schemas.microsoft.com/office/powerpoint/2010/main" val="2080564929"/>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MX"/>
              <a:t>Haz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pic>
        <p:nvPicPr>
          <p:cNvPr id="6" name="Picture 3">
            <a:extLst>
              <a:ext uri="{FF2B5EF4-FFF2-40B4-BE49-F238E27FC236}">
                <a16:creationId xmlns:a16="http://schemas.microsoft.com/office/drawing/2014/main" id="{E8FF8367-4A41-4D3B-B9D3-119C5BFC157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7" name="Trapezoid 3">
            <a:extLst>
              <a:ext uri="{FF2B5EF4-FFF2-40B4-BE49-F238E27FC236}">
                <a16:creationId xmlns:a16="http://schemas.microsoft.com/office/drawing/2014/main" id="{3AC43CAA-9ECC-E65E-3FF8-9CA7B5B95166}"/>
              </a:ext>
            </a:extLst>
          </p:cNvPr>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8" name="Title 1">
            <a:extLst>
              <a:ext uri="{FF2B5EF4-FFF2-40B4-BE49-F238E27FC236}">
                <a16:creationId xmlns:a16="http://schemas.microsoft.com/office/drawing/2014/main" id="{D7F89BB8-D20F-2964-A70D-0D0D95D5623F}"/>
              </a:ext>
            </a:extLst>
          </p:cNvPr>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9" name="Picture 4" descr="ellucian_purple.png">
            <a:extLst>
              <a:ext uri="{FF2B5EF4-FFF2-40B4-BE49-F238E27FC236}">
                <a16:creationId xmlns:a16="http://schemas.microsoft.com/office/drawing/2014/main" id="{B835471D-46F9-4D21-FAC1-C9DB3E100C6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2" name="Text Placeholder 12">
            <a:extLst>
              <a:ext uri="{FF2B5EF4-FFF2-40B4-BE49-F238E27FC236}">
                <a16:creationId xmlns:a16="http://schemas.microsoft.com/office/drawing/2014/main" id="{1BC811EA-163B-961D-9583-69F16891177D}"/>
              </a:ext>
            </a:extLst>
          </p:cNvPr>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14" name="Right Triangle 2">
            <a:extLst>
              <a:ext uri="{FF2B5EF4-FFF2-40B4-BE49-F238E27FC236}">
                <a16:creationId xmlns:a16="http://schemas.microsoft.com/office/drawing/2014/main" id="{3BB17C3A-3243-225E-8F0D-067540943243}"/>
              </a:ext>
            </a:extLst>
          </p:cNvPr>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Tree>
    <p:extLst>
      <p:ext uri="{BB962C8B-B14F-4D97-AF65-F5344CB8AC3E}">
        <p14:creationId xmlns:p14="http://schemas.microsoft.com/office/powerpoint/2010/main" val="3997147284"/>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913981492"/>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s-MX"/>
              <a:t>Haz clic para modificar el estilo de título del patrón</a:t>
            </a:r>
            <a:endParaRPr lang="en-US" dirty="0"/>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MX"/>
              <a:t>Haz clic para editar el estilo de subtítulo del patrón</a:t>
            </a:r>
            <a:endParaRPr lang="en-US" dirty="0"/>
          </a:p>
        </p:txBody>
      </p:sp>
      <p:sp>
        <p:nvSpPr>
          <p:cNvPr id="20" name="Footer Placeholder 4"/>
          <p:cNvSpPr txBox="1">
            <a:spLocks/>
          </p:cNvSpPr>
          <p:nvPr/>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
        <p:nvSpPr>
          <p:cNvPr id="4" name="Title 1">
            <a:extLst>
              <a:ext uri="{FF2B5EF4-FFF2-40B4-BE49-F238E27FC236}">
                <a16:creationId xmlns:a16="http://schemas.microsoft.com/office/drawing/2014/main" id="{6DF2BC13-D767-F8A2-B8A0-5415159D4781}"/>
              </a:ext>
            </a:extLst>
          </p:cNvPr>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8D9A8AD4-5708-E942-6C7F-5D349D3995EA}"/>
              </a:ext>
            </a:extLst>
          </p:cNvPr>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6" name="Footer Placeholder 4">
            <a:extLst>
              <a:ext uri="{FF2B5EF4-FFF2-40B4-BE49-F238E27FC236}">
                <a16:creationId xmlns:a16="http://schemas.microsoft.com/office/drawing/2014/main" id="{B2E379A8-8711-70C3-7AC3-E5CBA8217EF2}"/>
              </a:ext>
            </a:extLst>
          </p:cNvPr>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7" name="Picture 20" descr="ellucian_white.png">
            <a:extLst>
              <a:ext uri="{FF2B5EF4-FFF2-40B4-BE49-F238E27FC236}">
                <a16:creationId xmlns:a16="http://schemas.microsoft.com/office/drawing/2014/main" id="{D85A9CBD-CE72-5C31-734A-ED1C5CDF82A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8" name="Slide Number Placeholder 3">
            <a:extLst>
              <a:ext uri="{FF2B5EF4-FFF2-40B4-BE49-F238E27FC236}">
                <a16:creationId xmlns:a16="http://schemas.microsoft.com/office/drawing/2014/main" id="{F1978695-EFED-73E2-7D80-5817ACB5DA37}"/>
              </a:ext>
            </a:extLst>
          </p:cNvPr>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286901085"/>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1600200"/>
            <a:ext cx="11267392" cy="4343400"/>
          </a:xfrm>
        </p:spPr>
        <p:txBody>
          <a:bodyPr>
            <a:noAutofit/>
          </a:bodyPr>
          <a:lstStyle>
            <a:lvl1pPr marL="0" indent="0" algn="l" defTabSz="609585" rtl="0" eaLnBrk="1" latinLnBrk="0" hangingPunct="1">
              <a:spcBef>
                <a:spcPts val="1200"/>
              </a:spcBef>
              <a:buFontTx/>
              <a:buNone/>
              <a:defRPr lang="en-US" sz="2133" b="1" kern="1200" dirty="0" smtClean="0">
                <a:solidFill>
                  <a:srgbClr val="45A1AA"/>
                </a:solidFill>
                <a:latin typeface="Arial"/>
                <a:ea typeface="+mn-ea"/>
                <a:cs typeface="Arial"/>
              </a:defRPr>
            </a:lvl1pPr>
            <a:lvl2pPr marL="380990" indent="-380990" algn="l" defTabSz="609585" rtl="0" eaLnBrk="1" latinLnBrk="0" hangingPunct="1">
              <a:lnSpc>
                <a:spcPct val="95000"/>
              </a:lnSpc>
              <a:spcBef>
                <a:spcPts val="1200"/>
              </a:spcBef>
              <a:buClr>
                <a:schemeClr val="tx1"/>
              </a:buClr>
              <a:buFont typeface="Arial" pitchFamily="34" charset="0"/>
              <a:buChar char="•"/>
              <a:defRPr lang="en-US" sz="2133" b="0" kern="1200" dirty="0" smtClean="0">
                <a:solidFill>
                  <a:schemeClr val="tx1"/>
                </a:solidFill>
                <a:latin typeface="Arial"/>
                <a:ea typeface="+mn-ea"/>
                <a:cs typeface="Arial"/>
              </a:defRPr>
            </a:lvl2pPr>
            <a:lvl3pPr marL="683667" indent="-380990" algn="l" defTabSz="609585" rtl="0" eaLnBrk="1" latinLnBrk="0" hangingPunct="1">
              <a:spcBef>
                <a:spcPts val="1200"/>
              </a:spcBef>
              <a:buClr>
                <a:srgbClr val="642673"/>
              </a:buClr>
              <a:buFont typeface="Arial"/>
              <a:buChar char="•"/>
              <a:defRPr lang="en-US" sz="1867" kern="1200" dirty="0" smtClean="0">
                <a:solidFill>
                  <a:srgbClr val="414042"/>
                </a:solidFill>
                <a:latin typeface="Arial"/>
                <a:ea typeface="+mn-ea"/>
                <a:cs typeface="Arial"/>
              </a:defRPr>
            </a:lvl3pPr>
            <a:lvl4pPr marL="916493" indent="-380990" algn="l" defTabSz="609585" rtl="0" eaLnBrk="1" latinLnBrk="0" hangingPunct="1">
              <a:spcBef>
                <a:spcPts val="1200"/>
              </a:spcBef>
              <a:buClr>
                <a:srgbClr val="45A1AA"/>
              </a:buClr>
              <a:buFont typeface="Arial" panose="020B0604020202020204" pitchFamily="34" charset="0"/>
              <a:buChar char="•"/>
              <a:defRPr lang="en-US" sz="1600" kern="1200" dirty="0" smtClean="0">
                <a:solidFill>
                  <a:srgbClr val="414042"/>
                </a:solidFill>
                <a:latin typeface="Arial"/>
                <a:ea typeface="+mn-ea"/>
                <a:cs typeface="Arial"/>
              </a:defRPr>
            </a:lvl4pPr>
            <a:lvl5pPr marL="916493" indent="-380990" algn="l" defTabSz="609585" rtl="0" eaLnBrk="1" latinLnBrk="0" hangingPunct="1">
              <a:spcBef>
                <a:spcPts val="1200"/>
              </a:spcBef>
              <a:buClr>
                <a:srgbClr val="414042"/>
              </a:buClr>
              <a:buFont typeface="Arial" panose="020B0604020202020204" pitchFamily="34" charset="0"/>
              <a:buChar char="̶"/>
              <a:defRPr lang="en-US" sz="1600" kern="1200" dirty="0">
                <a:solidFill>
                  <a:srgbClr val="414042"/>
                </a:solidFill>
                <a:latin typeface="Arial"/>
                <a:ea typeface="+mn-ea"/>
                <a:cs typeface="Arial"/>
              </a:defRPr>
            </a:lvl5pPr>
          </a:lstStyle>
          <a:p>
            <a:pPr marL="457189" lvl="0" indent="-457189" algn="l" defTabSz="609585" rtl="0" eaLnBrk="1" latinLnBrk="0" hangingPunct="1">
              <a:spcBef>
                <a:spcPts val="1600"/>
              </a:spcBef>
              <a:buFontTx/>
              <a:buNone/>
            </a:pPr>
            <a:r>
              <a:rPr lang="es-MX"/>
              <a:t>Haga clic para modificar los estilos de texto del patrón</a:t>
            </a:r>
          </a:p>
          <a:p>
            <a:pPr marL="457189" lvl="1" indent="-457189" algn="l" defTabSz="609585" rtl="0" eaLnBrk="1" latinLnBrk="0" hangingPunct="1">
              <a:spcBef>
                <a:spcPts val="1600"/>
              </a:spcBef>
              <a:buFontTx/>
              <a:buNone/>
            </a:pPr>
            <a:r>
              <a:rPr lang="es-MX"/>
              <a:t>Segundo nivel</a:t>
            </a:r>
          </a:p>
          <a:p>
            <a:pPr marL="457189" lvl="2" indent="-457189" algn="l" defTabSz="609585" rtl="0" eaLnBrk="1" latinLnBrk="0" hangingPunct="1">
              <a:spcBef>
                <a:spcPts val="1600"/>
              </a:spcBef>
              <a:buFontTx/>
              <a:buNone/>
            </a:pPr>
            <a:r>
              <a:rPr lang="es-MX"/>
              <a:t>Tercer nivel</a:t>
            </a:r>
          </a:p>
          <a:p>
            <a:pPr marL="457189" lvl="3" indent="-457189" algn="l" defTabSz="609585" rtl="0" eaLnBrk="1" latinLnBrk="0" hangingPunct="1">
              <a:spcBef>
                <a:spcPts val="1600"/>
              </a:spcBef>
              <a:buFontTx/>
              <a:buNone/>
            </a:pPr>
            <a:r>
              <a:rPr lang="es-MX"/>
              <a:t>Cuarto nivel</a:t>
            </a:r>
          </a:p>
          <a:p>
            <a:pPr marL="457189" lvl="4" indent="-457189" algn="l" defTabSz="609585" rtl="0" eaLnBrk="1" latinLnBrk="0" hangingPunct="1">
              <a:spcBef>
                <a:spcPts val="1600"/>
              </a:spcBef>
              <a:buFontTx/>
              <a:buNone/>
            </a:pPr>
            <a:r>
              <a:rPr lang="es-MX"/>
              <a:t>Quinto nivel</a:t>
            </a:r>
            <a:endParaRPr lang="en-US" dirty="0"/>
          </a:p>
        </p:txBody>
      </p:sp>
      <p:sp>
        <p:nvSpPr>
          <p:cNvPr id="5" name="Title Placeholder 1"/>
          <p:cNvSpPr>
            <a:spLocks noGrp="1"/>
          </p:cNvSpPr>
          <p:nvPr>
            <p:ph type="title"/>
          </p:nvPr>
        </p:nvSpPr>
        <p:spPr>
          <a:xfrm>
            <a:off x="475488" y="487681"/>
            <a:ext cx="11267392" cy="582679"/>
          </a:xfrm>
          <a:prstGeom prst="rect">
            <a:avLst/>
          </a:prstGeom>
        </p:spPr>
        <p:txBody>
          <a:bodyPr vert="horz" lIns="0" tIns="0" rIns="0" bIns="0" rtlCol="0" anchor="t">
            <a:noAutofit/>
          </a:bodyPr>
          <a:lstStyle/>
          <a:p>
            <a:r>
              <a:rPr lang="es-MX"/>
              <a:t>Haz clic para modificar el estilo de título del patrón</a:t>
            </a:r>
            <a:endParaRPr lang="en-US" dirty="0"/>
          </a:p>
        </p:txBody>
      </p:sp>
    </p:spTree>
    <p:extLst>
      <p:ext uri="{BB962C8B-B14F-4D97-AF65-F5344CB8AC3E}">
        <p14:creationId xmlns:p14="http://schemas.microsoft.com/office/powerpoint/2010/main" val="3645741189"/>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Thank you slide">
    <p:spTree>
      <p:nvGrpSpPr>
        <p:cNvPr id="1" name=""/>
        <p:cNvGrpSpPr/>
        <p:nvPr/>
      </p:nvGrpSpPr>
      <p:grpSpPr>
        <a:xfrm>
          <a:off x="0" y="0"/>
          <a:ext cx="0" cy="0"/>
          <a:chOff x="0" y="0"/>
          <a:chExt cx="0" cy="0"/>
        </a:xfrm>
      </p:grpSpPr>
      <p:pic>
        <p:nvPicPr>
          <p:cNvPr id="6" name="Picture 5" descr="iStock-646457628.jpg"/>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46000"/>
                    </a14:imgEffect>
                  </a14:imgLayer>
                </a14:imgProps>
              </a:ext>
              <a:ext uri="{28A0092B-C50C-407E-A947-70E740481C1C}">
                <a14:useLocalDpi xmlns:a14="http://schemas.microsoft.com/office/drawing/2010/main"/>
              </a:ext>
            </a:extLst>
          </a:blip>
          <a:srcRect/>
          <a:stretch/>
        </p:blipFill>
        <p:spPr>
          <a:xfrm>
            <a:off x="0" y="0"/>
            <a:ext cx="12192000" cy="6861779"/>
          </a:xfrm>
          <a:prstGeom prst="rect">
            <a:avLst/>
          </a:prstGeom>
        </p:spPr>
      </p:pic>
      <p:sp>
        <p:nvSpPr>
          <p:cNvPr id="9" name="Rectangle 8"/>
          <p:cNvSpPr/>
          <p:nvPr/>
        </p:nvSpPr>
        <p:spPr>
          <a:xfrm>
            <a:off x="0" y="3779"/>
            <a:ext cx="12192000" cy="6858000"/>
          </a:xfrm>
          <a:prstGeom prst="rect">
            <a:avLst/>
          </a:prstGeom>
          <a:solidFill>
            <a:schemeClr val="accent4">
              <a:alpha val="6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Right Triangle 21"/>
          <p:cNvSpPr/>
          <p:nvPr/>
        </p:nvSpPr>
        <p:spPr>
          <a:xfrm flipH="1">
            <a:off x="7632095" y="-7814"/>
            <a:ext cx="4559904" cy="6865815"/>
          </a:xfrm>
          <a:custGeom>
            <a:avLst/>
            <a:gdLst>
              <a:gd name="connsiteX0" fmla="*/ 0 w 3419928"/>
              <a:gd name="connsiteY0" fmla="*/ 5143500 h 5143500"/>
              <a:gd name="connsiteX1" fmla="*/ 0 w 3419928"/>
              <a:gd name="connsiteY1" fmla="*/ 0 h 5143500"/>
              <a:gd name="connsiteX2" fmla="*/ 3419928 w 3419928"/>
              <a:gd name="connsiteY2" fmla="*/ 5143500 h 5143500"/>
              <a:gd name="connsiteX3" fmla="*/ 0 w 3419928"/>
              <a:gd name="connsiteY3" fmla="*/ 5143500 h 5143500"/>
              <a:gd name="connsiteX0" fmla="*/ 0 w 3419928"/>
              <a:gd name="connsiteY0" fmla="*/ 5143500 h 5143500"/>
              <a:gd name="connsiteX1" fmla="*/ 0 w 3419928"/>
              <a:gd name="connsiteY1" fmla="*/ 0 h 5143500"/>
              <a:gd name="connsiteX2" fmla="*/ 992980 w 3419928"/>
              <a:gd name="connsiteY2" fmla="*/ 1485900 h 5143500"/>
              <a:gd name="connsiteX3" fmla="*/ 3419928 w 3419928"/>
              <a:gd name="connsiteY3" fmla="*/ 5143500 h 5143500"/>
              <a:gd name="connsiteX4" fmla="*/ 0 w 3419928"/>
              <a:gd name="connsiteY4" fmla="*/ 5143500 h 5143500"/>
              <a:gd name="connsiteX0" fmla="*/ 0 w 3419928"/>
              <a:gd name="connsiteY0" fmla="*/ 5157788 h 5157788"/>
              <a:gd name="connsiteX1" fmla="*/ 0 w 3419928"/>
              <a:gd name="connsiteY1" fmla="*/ 14288 h 5157788"/>
              <a:gd name="connsiteX2" fmla="*/ 1257299 w 3419928"/>
              <a:gd name="connsiteY2" fmla="*/ 0 h 5157788"/>
              <a:gd name="connsiteX3" fmla="*/ 3419928 w 3419928"/>
              <a:gd name="connsiteY3" fmla="*/ 5157788 h 5157788"/>
              <a:gd name="connsiteX4" fmla="*/ 0 w 3419928"/>
              <a:gd name="connsiteY4" fmla="*/ 5157788 h 5157788"/>
              <a:gd name="connsiteX0" fmla="*/ 0 w 3419928"/>
              <a:gd name="connsiteY0" fmla="*/ 5145147 h 5145147"/>
              <a:gd name="connsiteX1" fmla="*/ 0 w 3419928"/>
              <a:gd name="connsiteY1" fmla="*/ 1647 h 5145147"/>
              <a:gd name="connsiteX2" fmla="*/ 1263619 w 3419928"/>
              <a:gd name="connsiteY2" fmla="*/ 0 h 5145147"/>
              <a:gd name="connsiteX3" fmla="*/ 3419928 w 3419928"/>
              <a:gd name="connsiteY3" fmla="*/ 5145147 h 5145147"/>
              <a:gd name="connsiteX4" fmla="*/ 0 w 3419928"/>
              <a:gd name="connsiteY4" fmla="*/ 5145147 h 5145147"/>
              <a:gd name="connsiteX0" fmla="*/ 0 w 3419928"/>
              <a:gd name="connsiteY0" fmla="*/ 5143500 h 5143500"/>
              <a:gd name="connsiteX1" fmla="*/ 0 w 3419928"/>
              <a:gd name="connsiteY1" fmla="*/ 0 h 5143500"/>
              <a:gd name="connsiteX2" fmla="*/ 1200412 w 3419928"/>
              <a:gd name="connsiteY2" fmla="*/ 103699 h 5143500"/>
              <a:gd name="connsiteX3" fmla="*/ 3419928 w 3419928"/>
              <a:gd name="connsiteY3" fmla="*/ 5143500 h 5143500"/>
              <a:gd name="connsiteX4" fmla="*/ 0 w 3419928"/>
              <a:gd name="connsiteY4" fmla="*/ 5143500 h 5143500"/>
              <a:gd name="connsiteX0" fmla="*/ 0 w 3419928"/>
              <a:gd name="connsiteY0" fmla="*/ 5151467 h 5151467"/>
              <a:gd name="connsiteX1" fmla="*/ 0 w 3419928"/>
              <a:gd name="connsiteY1" fmla="*/ 7967 h 5151467"/>
              <a:gd name="connsiteX2" fmla="*/ 1261512 w 3419928"/>
              <a:gd name="connsiteY2" fmla="*/ 0 h 5151467"/>
              <a:gd name="connsiteX3" fmla="*/ 3419928 w 3419928"/>
              <a:gd name="connsiteY3" fmla="*/ 5151467 h 5151467"/>
              <a:gd name="connsiteX4" fmla="*/ 0 w 3419928"/>
              <a:gd name="connsiteY4" fmla="*/ 5151467 h 5151467"/>
              <a:gd name="connsiteX0" fmla="*/ 0 w 3419928"/>
              <a:gd name="connsiteY0" fmla="*/ 5149361 h 5149361"/>
              <a:gd name="connsiteX1" fmla="*/ 0 w 3419928"/>
              <a:gd name="connsiteY1" fmla="*/ 5861 h 5149361"/>
              <a:gd name="connsiteX2" fmla="*/ 1261512 w 3419928"/>
              <a:gd name="connsiteY2" fmla="*/ 0 h 5149361"/>
              <a:gd name="connsiteX3" fmla="*/ 3419928 w 3419928"/>
              <a:gd name="connsiteY3" fmla="*/ 5149361 h 5149361"/>
              <a:gd name="connsiteX4" fmla="*/ 0 w 3419928"/>
              <a:gd name="connsiteY4" fmla="*/ 5149361 h 514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9928" h="5149361">
                <a:moveTo>
                  <a:pt x="0" y="5149361"/>
                </a:moveTo>
                <a:lnTo>
                  <a:pt x="0" y="5861"/>
                </a:lnTo>
                <a:lnTo>
                  <a:pt x="1261512" y="0"/>
                </a:lnTo>
                <a:lnTo>
                  <a:pt x="3419928" y="5149361"/>
                </a:lnTo>
                <a:lnTo>
                  <a:pt x="0" y="5149361"/>
                </a:lnTo>
                <a:close/>
              </a:path>
            </a:pathLst>
          </a:custGeom>
          <a:solidFill>
            <a:schemeClr val="accent2">
              <a:alpha val="6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5" name="Right Triangle 14"/>
          <p:cNvSpPr/>
          <p:nvPr/>
        </p:nvSpPr>
        <p:spPr>
          <a:xfrm flipH="1" flipV="1">
            <a:off x="8273143" y="-8162"/>
            <a:ext cx="3918856" cy="3905907"/>
          </a:xfrm>
          <a:prstGeom prst="rtTriangle">
            <a:avLst/>
          </a:prstGeom>
          <a:solidFill>
            <a:schemeClr val="accent4">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2" name="Title 1"/>
          <p:cNvSpPr>
            <a:spLocks noGrp="1"/>
          </p:cNvSpPr>
          <p:nvPr>
            <p:ph type="title"/>
          </p:nvPr>
        </p:nvSpPr>
        <p:spPr>
          <a:xfrm>
            <a:off x="461310" y="3625511"/>
            <a:ext cx="5695167" cy="1161143"/>
          </a:xfrm>
        </p:spPr>
        <p:txBody>
          <a:bodyPr>
            <a:normAutofit/>
          </a:bodyPr>
          <a:lstStyle>
            <a:lvl1pPr>
              <a:defRPr sz="5333">
                <a:solidFill>
                  <a:schemeClr val="bg1"/>
                </a:solidFill>
              </a:defRPr>
            </a:lvl1pPr>
          </a:lstStyle>
          <a:p>
            <a:r>
              <a:rPr lang="es-MX"/>
              <a:t>Haz clic para modificar el estilo de título del patrón</a:t>
            </a:r>
            <a:endParaRPr lang="en-US" dirty="0"/>
          </a:p>
        </p:txBody>
      </p:sp>
      <p:pic>
        <p:nvPicPr>
          <p:cNvPr id="13" name="Picture 12" descr="ellucian_white.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310" y="866875"/>
            <a:ext cx="2164695" cy="443247"/>
          </a:xfrm>
          <a:prstGeom prst="rect">
            <a:avLst/>
          </a:prstGeom>
        </p:spPr>
      </p:pic>
      <p:sp>
        <p:nvSpPr>
          <p:cNvPr id="12" name="Text Placeholder 12"/>
          <p:cNvSpPr>
            <a:spLocks noGrp="1"/>
          </p:cNvSpPr>
          <p:nvPr>
            <p:ph type="body" sz="quarter" idx="11" hasCustomPrompt="1"/>
          </p:nvPr>
        </p:nvSpPr>
        <p:spPr>
          <a:xfrm>
            <a:off x="463297" y="4911366"/>
            <a:ext cx="7640512" cy="1589695"/>
          </a:xfrm>
        </p:spPr>
        <p:txBody>
          <a:bodyPr anchor="t" anchorCtr="0">
            <a:normAutofit/>
          </a:bodyPr>
          <a:lstStyle>
            <a:lvl1pPr>
              <a:spcBef>
                <a:spcPts val="0"/>
              </a:spcBef>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Title title title, </a:t>
            </a:r>
            <a:r>
              <a:rPr lang="en-US" dirty="0" err="1"/>
              <a:t>Ellucian</a:t>
            </a:r>
            <a:br>
              <a:rPr lang="en-US" dirty="0"/>
            </a:br>
            <a:r>
              <a:rPr lang="en-US" dirty="0" err="1"/>
              <a:t>firstname.lastname@ellucian.com</a:t>
            </a:r>
            <a:endParaRPr lang="en-US" dirty="0"/>
          </a:p>
        </p:txBody>
      </p:sp>
      <p:sp>
        <p:nvSpPr>
          <p:cNvPr id="10" name="Text Placeholder 12"/>
          <p:cNvSpPr>
            <a:spLocks noGrp="1"/>
          </p:cNvSpPr>
          <p:nvPr>
            <p:ph type="body" sz="quarter" idx="12" hasCustomPrompt="1"/>
          </p:nvPr>
        </p:nvSpPr>
        <p:spPr>
          <a:xfrm>
            <a:off x="457200" y="4053544"/>
            <a:ext cx="6656832" cy="835251"/>
          </a:xfrm>
        </p:spPr>
        <p:txBody>
          <a:bodyPr anchor="b">
            <a:noAutofit/>
          </a:bodyPr>
          <a:lstStyle>
            <a:lvl1pPr>
              <a:buNone/>
              <a:defRPr sz="2267" b="1" cap="all"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295057692"/>
      </p:ext>
    </p:extLst>
  </p:cSld>
  <p:clrMapOvr>
    <a:masterClrMapping/>
  </p:clrMapOvr>
  <p:transition spd="slow">
    <p:wipe dir="r"/>
  </p:transition>
  <p:extLst>
    <p:ext uri="{DCECCB84-F9BA-43D5-87BE-67443E8EF086}">
      <p15:sldGuideLst xmlns:p15="http://schemas.microsoft.com/office/powerpoint/2012/main">
        <p15:guide id="1" orient="horz" pos="1620">
          <p15:clr>
            <a:srgbClr val="FBAE40"/>
          </p15:clr>
        </p15:guide>
        <p15:guide id="2" orient="horz" pos="2453">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F57A3D79-8EB8-420C-9CED-F27F00CFFC96}" type="slidenum">
              <a:rPr lang="es-419" smtClean="0"/>
              <a:t>‹#›</a:t>
            </a:fld>
            <a:endParaRPr lang="es-419"/>
          </a:p>
        </p:txBody>
      </p:sp>
    </p:spTree>
    <p:extLst>
      <p:ext uri="{BB962C8B-B14F-4D97-AF65-F5344CB8AC3E}">
        <p14:creationId xmlns:p14="http://schemas.microsoft.com/office/powerpoint/2010/main" val="1335809774"/>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1_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userDrawn="1">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5" name="Picture 4" descr="ellucian_purpl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userDrawn="1">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00155739"/>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3821010585"/>
      </p:ext>
    </p:extLst>
  </p:cSld>
  <p:clrMapOvr>
    <a:masterClrMapping/>
  </p:clrMapOvr>
  <p:transition spd="slow">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1_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userDrawn="1">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userDrawn="1">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20" name="Footer Placeholder 4"/>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2912799733"/>
      </p:ext>
    </p:extLst>
  </p:cSld>
  <p:clrMapOvr>
    <a:masterClrMapping/>
  </p:clrMapOvr>
  <p:transition spd="slow">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Title slide al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userDrawn="1">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userDrawn="1"/>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93322890"/>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62310059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061184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687933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0864935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243470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978345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0479501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8668301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273837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9014093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624666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0238944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6392787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9360103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6219531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9750623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5041062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7928180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657263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slideLayout" Target="../slideLayouts/slideLayout6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theme" Target="../theme/theme2.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64825307"/>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 id="2147483749" r:id="rId31"/>
    <p:sldLayoutId id="2147483750" r:id="rId32"/>
    <p:sldLayoutId id="2147483751" r:id="rId33"/>
    <p:sldLayoutId id="2147483752" r:id="rId34"/>
    <p:sldLayoutId id="2147483753" r:id="rId35"/>
    <p:sldLayoutId id="2147483754" r:id="rId36"/>
    <p:sldLayoutId id="2147483757" r:id="rId37"/>
    <p:sldLayoutId id="2147483758" r:id="rId38"/>
    <p:sldLayoutId id="2147483759" r:id="rId39"/>
    <p:sldLayoutId id="2147483760" r:id="rId40"/>
    <p:sldLayoutId id="2147483761" r:id="rId41"/>
    <p:sldLayoutId id="2147483762" r:id="rId42"/>
    <p:sldLayoutId id="2147483763" r:id="rId43"/>
    <p:sldLayoutId id="2147483712" r:id="rId44"/>
    <p:sldLayoutId id="2147483713" r:id="rId45"/>
    <p:sldLayoutId id="2147483714" r:id="rId46"/>
    <p:sldLayoutId id="2147483717" r:id="rId47"/>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4331383"/>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 id="2147483784"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7.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3.xml"/><Relationship Id="rId1" Type="http://schemas.openxmlformats.org/officeDocument/2006/relationships/themeOverride" Target="../theme/themeOverride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3.xml"/><Relationship Id="rId1" Type="http://schemas.openxmlformats.org/officeDocument/2006/relationships/themeOverride" Target="../theme/themeOverride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41.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41.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35.xml"/><Relationship Id="rId5" Type="http://schemas.openxmlformats.org/officeDocument/2006/relationships/image" Target="../media/image43.sv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DC2834-C0BC-1E9E-35AB-295707DC0D27}"/>
              </a:ext>
            </a:extLst>
          </p:cNvPr>
          <p:cNvSpPr>
            <a:spLocks noGrp="1"/>
          </p:cNvSpPr>
          <p:nvPr>
            <p:ph type="body" sz="quarter" idx="11"/>
          </p:nvPr>
        </p:nvSpPr>
        <p:spPr>
          <a:xfrm>
            <a:off x="556902" y="4143944"/>
            <a:ext cx="5427132" cy="740459"/>
          </a:xfrm>
        </p:spPr>
        <p:txBody>
          <a:bodyPr/>
          <a:lstStyle/>
          <a:p>
            <a:r>
              <a:rPr lang="es-ES" dirty="0"/>
              <a:t>Instructivo</a:t>
            </a:r>
            <a:endParaRPr lang="es-419" dirty="0"/>
          </a:p>
          <a:p>
            <a:endParaRPr lang="es-419" dirty="0"/>
          </a:p>
        </p:txBody>
      </p:sp>
      <p:sp>
        <p:nvSpPr>
          <p:cNvPr id="6" name="Marcador de texto 5">
            <a:extLst>
              <a:ext uri="{FF2B5EF4-FFF2-40B4-BE49-F238E27FC236}">
                <a16:creationId xmlns:a16="http://schemas.microsoft.com/office/drawing/2014/main" id="{26DA71FA-37DD-30F0-5182-663EBEE7A9EF}"/>
              </a:ext>
            </a:extLst>
          </p:cNvPr>
          <p:cNvSpPr>
            <a:spLocks noGrp="1"/>
          </p:cNvSpPr>
          <p:nvPr>
            <p:ph type="body" sz="quarter" idx="13"/>
          </p:nvPr>
        </p:nvSpPr>
        <p:spPr/>
        <p:txBody>
          <a:bodyPr/>
          <a:lstStyle/>
          <a:p>
            <a:r>
              <a:rPr lang="es-CL" dirty="0"/>
              <a:t>Mes, Año</a:t>
            </a:r>
          </a:p>
        </p:txBody>
      </p:sp>
      <p:sp>
        <p:nvSpPr>
          <p:cNvPr id="2" name="Title 1"/>
          <p:cNvSpPr>
            <a:spLocks noGrp="1"/>
          </p:cNvSpPr>
          <p:nvPr>
            <p:ph type="title" idx="4294967295"/>
          </p:nvPr>
        </p:nvSpPr>
        <p:spPr>
          <a:xfrm>
            <a:off x="556903" y="2635045"/>
            <a:ext cx="5651066" cy="1748877"/>
          </a:xfrm>
        </p:spPr>
        <p:txBody>
          <a:bodyPr/>
          <a:lstStyle/>
          <a:p>
            <a:pPr>
              <a:spcBef>
                <a:spcPts val="0"/>
              </a:spcBef>
              <a:spcAft>
                <a:spcPts val="600"/>
              </a:spcAft>
            </a:pPr>
            <a:r>
              <a:rPr lang="es-ES" sz="4200" dirty="0">
                <a:solidFill>
                  <a:schemeClr val="bg1"/>
                </a:solidFill>
                <a:latin typeface="+mn-lt"/>
                <a:ea typeface="+mn-ea"/>
                <a:cs typeface="+mn-cs"/>
              </a:rPr>
              <a:t>Usar el componente de asistencia en EGB</a:t>
            </a:r>
            <a:br>
              <a:rPr lang="es-419" sz="4000" dirty="0"/>
            </a:br>
            <a:endParaRPr lang="es-ES_tradnl" sz="4200" dirty="0">
              <a:solidFill>
                <a:schemeClr val="bg1"/>
              </a:solidFill>
              <a:latin typeface="+mn-lt"/>
              <a:ea typeface="+mn-ea"/>
              <a:cs typeface="+mn-cs"/>
            </a:endParaRP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10" name="Marcador de texto 9">
            <a:extLst>
              <a:ext uri="{FF2B5EF4-FFF2-40B4-BE49-F238E27FC236}">
                <a16:creationId xmlns:a16="http://schemas.microsoft.com/office/drawing/2014/main" id="{64F96709-410B-0915-4195-6E4BDF25CC08}"/>
              </a:ext>
            </a:extLst>
          </p:cNvPr>
          <p:cNvSpPr>
            <a:spLocks noGrp="1"/>
          </p:cNvSpPr>
          <p:nvPr>
            <p:ph type="body" sz="quarter" idx="12"/>
          </p:nvPr>
        </p:nvSpPr>
        <p:spPr>
          <a:xfrm>
            <a:off x="556902" y="5609784"/>
            <a:ext cx="3032274" cy="398058"/>
          </a:xfrm>
        </p:spPr>
        <p:txBody>
          <a:bodyPr/>
          <a:lstStyle/>
          <a:p>
            <a:r>
              <a:rPr lang="es-CL" dirty="0"/>
              <a:t>Consultor</a:t>
            </a:r>
            <a:br>
              <a:rPr lang="es-CL" dirty="0"/>
            </a:br>
            <a:r>
              <a:rPr lang="es-CL" dirty="0"/>
              <a:t>Cargo</a:t>
            </a:r>
          </a:p>
        </p:txBody>
      </p:sp>
    </p:spTree>
    <p:extLst>
      <p:ext uri="{BB962C8B-B14F-4D97-AF65-F5344CB8AC3E}">
        <p14:creationId xmlns:p14="http://schemas.microsoft.com/office/powerpoint/2010/main" val="321654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CO" dirty="0"/>
              <a:t>Gestionar la asistencia a clases</a:t>
            </a:r>
            <a:endParaRPr lang="es-419" dirty="0"/>
          </a:p>
        </p:txBody>
      </p:sp>
      <p:graphicFrame>
        <p:nvGraphicFramePr>
          <p:cNvPr id="2" name="Table 2">
            <a:extLst>
              <a:ext uri="{FF2B5EF4-FFF2-40B4-BE49-F238E27FC236}">
                <a16:creationId xmlns:a16="http://schemas.microsoft.com/office/drawing/2014/main" id="{44956DCE-5A92-5930-324C-F989C4B31FFF}"/>
              </a:ext>
            </a:extLst>
          </p:cNvPr>
          <p:cNvGraphicFramePr>
            <a:graphicFrameLocks noGrp="1"/>
          </p:cNvGraphicFramePr>
          <p:nvPr>
            <p:extLst>
              <p:ext uri="{D42A27DB-BD31-4B8C-83A1-F6EECF244321}">
                <p14:modId xmlns:p14="http://schemas.microsoft.com/office/powerpoint/2010/main" val="3373026217"/>
              </p:ext>
            </p:extLst>
          </p:nvPr>
        </p:nvGraphicFramePr>
        <p:xfrm>
          <a:off x="1255734" y="778669"/>
          <a:ext cx="8916155" cy="4904181"/>
        </p:xfrm>
        <a:graphic>
          <a:graphicData uri="http://schemas.openxmlformats.org/drawingml/2006/table">
            <a:tbl>
              <a:tblPr firstRow="1" bandRow="1">
                <a:tableStyleId>{5C22544A-7EE6-4342-B048-85BDC9FD1C3A}</a:tableStyleId>
              </a:tblPr>
              <a:tblGrid>
                <a:gridCol w="813015">
                  <a:extLst>
                    <a:ext uri="{9D8B030D-6E8A-4147-A177-3AD203B41FA5}">
                      <a16:colId xmlns:a16="http://schemas.microsoft.com/office/drawing/2014/main" val="20000"/>
                    </a:ext>
                  </a:extLst>
                </a:gridCol>
                <a:gridCol w="8103140">
                  <a:extLst>
                    <a:ext uri="{9D8B030D-6E8A-4147-A177-3AD203B41FA5}">
                      <a16:colId xmlns:a16="http://schemas.microsoft.com/office/drawing/2014/main" val="20001"/>
                    </a:ext>
                  </a:extLst>
                </a:gridCol>
              </a:tblGrid>
              <a:tr h="802833">
                <a:tc>
                  <a:txBody>
                    <a:bodyPr/>
                    <a:lstStyle/>
                    <a:p>
                      <a:r>
                        <a:rPr lang="es-ES_tradnl" sz="2800" b="1" kern="1200" noProof="0" dirty="0">
                          <a:solidFill>
                            <a:schemeClr val="bg1"/>
                          </a:solidFill>
                          <a:latin typeface="+mn-lt"/>
                          <a:ea typeface="+mn-ea"/>
                          <a:cs typeface="+mn-cs"/>
                        </a:rPr>
                        <a:t>01</a:t>
                      </a:r>
                    </a:p>
                  </a:txBody>
                  <a:tcPr marL="121920" marR="121920" marT="60960" marB="60960"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s-ES_tradnl" sz="2000" b="0" kern="1200" noProof="0" dirty="0">
                        <a:solidFill>
                          <a:srgbClr val="414042"/>
                        </a:solidFill>
                        <a:latin typeface="Arial"/>
                        <a:ea typeface="+mn-ea"/>
                        <a:cs typeface="Arial"/>
                      </a:endParaRPr>
                    </a:p>
                    <a:p>
                      <a:r>
                        <a:rPr lang="es-ES_tradnl" sz="2800" b="1" kern="1200" noProof="0" dirty="0" err="1">
                          <a:solidFill>
                            <a:schemeClr val="bg1"/>
                          </a:solidFill>
                          <a:latin typeface="+mn-lt"/>
                          <a:ea typeface="+mn-ea"/>
                          <a:cs typeface="+mn-cs"/>
                        </a:rPr>
                        <a:t>Overview</a:t>
                      </a:r>
                      <a:endParaRPr lang="es-ES_tradnl" sz="2800" b="1" kern="1200" noProof="0" dirty="0">
                        <a:solidFill>
                          <a:schemeClr val="bg1"/>
                        </a:solidFill>
                        <a:latin typeface="+mn-lt"/>
                        <a:ea typeface="+mn-ea"/>
                        <a:cs typeface="+mn-cs"/>
                      </a:endParaRPr>
                    </a:p>
                  </a:txBody>
                  <a:tcPr marL="121920" marR="121920" marT="60960" marB="97536"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02833">
                <a:tc>
                  <a:txBody>
                    <a:bodyPr/>
                    <a:lstStyle/>
                    <a:p>
                      <a:pPr marL="0" algn="l" defTabSz="914400" rtl="0" eaLnBrk="1" latinLnBrk="0" hangingPunct="1"/>
                      <a:r>
                        <a:rPr lang="es-ES_tradnl" sz="2800" b="1" kern="1200" noProof="0" dirty="0">
                          <a:solidFill>
                            <a:schemeClr val="bg1"/>
                          </a:solidFill>
                          <a:latin typeface="+mn-lt"/>
                          <a:ea typeface="+mn-ea"/>
                          <a:cs typeface="+mn-cs"/>
                        </a:rPr>
                        <a:t>02</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s-ES" sz="2800" b="1" kern="1200" noProof="0" dirty="0">
                          <a:solidFill>
                            <a:schemeClr val="bg1"/>
                          </a:solidFill>
                          <a:latin typeface="+mn-lt"/>
                          <a:ea typeface="+mn-ea"/>
                          <a:cs typeface="+mn-cs"/>
                        </a:rPr>
                        <a:t>Configuraciones </a:t>
                      </a:r>
                      <a:endParaRPr lang="es-ES_tradnl" sz="28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02833">
                <a:tc>
                  <a:txBody>
                    <a:bodyPr/>
                    <a:lstStyle/>
                    <a:p>
                      <a:pPr marL="0" algn="l" defTabSz="914400" rtl="0" eaLnBrk="1" latinLnBrk="0" hangingPunct="1"/>
                      <a:r>
                        <a:rPr lang="es-ES_tradnl" sz="2800" b="1" kern="1200" noProof="0" dirty="0">
                          <a:solidFill>
                            <a:schemeClr val="bg1"/>
                          </a:solidFill>
                          <a:latin typeface="+mn-lt"/>
                          <a:ea typeface="+mn-ea"/>
                          <a:cs typeface="+mn-cs"/>
                        </a:rPr>
                        <a:t>03</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800" b="1" kern="1200" noProof="0" dirty="0">
                          <a:solidFill>
                            <a:schemeClr val="bg1"/>
                          </a:solidFill>
                          <a:latin typeface="+mn-lt"/>
                          <a:ea typeface="+mn-ea"/>
                          <a:cs typeface="+mn-cs"/>
                        </a:rPr>
                        <a:t>Reglas de Control de Asistencia</a:t>
                      </a:r>
                      <a:endParaRPr lang="es-ES_tradnl" sz="28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02833">
                <a:tc>
                  <a:txBody>
                    <a:bodyPr/>
                    <a:lstStyle/>
                    <a:p>
                      <a:pPr marL="0" algn="l" defTabSz="914400" rtl="0" eaLnBrk="1" latinLnBrk="0" hangingPunct="1"/>
                      <a:r>
                        <a:rPr lang="es-419" sz="2800" b="1" kern="1200" dirty="0">
                          <a:solidFill>
                            <a:schemeClr val="bg1"/>
                          </a:solidFill>
                          <a:latin typeface="+mn-lt"/>
                          <a:ea typeface="+mn-ea"/>
                          <a:cs typeface="+mn-cs"/>
                        </a:rPr>
                        <a:t>04</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800" b="1" kern="1200" noProof="0" dirty="0">
                          <a:solidFill>
                            <a:schemeClr val="bg1"/>
                          </a:solidFill>
                          <a:latin typeface="+mn-lt"/>
                          <a:ea typeface="+mn-ea"/>
                          <a:cs typeface="+mn-cs"/>
                        </a:rPr>
                        <a:t>Registro de asistencia</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5873710"/>
                  </a:ext>
                </a:extLst>
              </a:tr>
              <a:tr h="802833">
                <a:tc>
                  <a:txBody>
                    <a:bodyPr/>
                    <a:lstStyle/>
                    <a:p>
                      <a:pPr marL="0" algn="l" defTabSz="914400" rtl="0" eaLnBrk="1" latinLnBrk="0" hangingPunct="1"/>
                      <a:r>
                        <a:rPr lang="es-419" sz="2800" b="1" kern="1200" dirty="0">
                          <a:solidFill>
                            <a:schemeClr val="bg1"/>
                          </a:solidFill>
                          <a:latin typeface="+mn-lt"/>
                          <a:ea typeface="+mn-ea"/>
                          <a:cs typeface="+mn-cs"/>
                        </a:rPr>
                        <a:t>05</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800" b="1" kern="1200" noProof="0">
                          <a:solidFill>
                            <a:schemeClr val="bg1"/>
                          </a:solidFill>
                          <a:latin typeface="+mn-lt"/>
                          <a:ea typeface="+mn-ea"/>
                          <a:cs typeface="+mn-cs"/>
                        </a:rPr>
                        <a:t>Pasar asistencia a calificaciones</a:t>
                      </a:r>
                      <a:endParaRPr lang="es-ES_tradnl" sz="28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7201081"/>
                  </a:ext>
                </a:extLst>
              </a:tr>
              <a:tr h="802833">
                <a:tc>
                  <a:txBody>
                    <a:bodyPr/>
                    <a:lstStyle/>
                    <a:p>
                      <a:pPr marL="0" algn="l" defTabSz="914400" rtl="0" eaLnBrk="1" latinLnBrk="0" hangingPunct="1"/>
                      <a:r>
                        <a:rPr lang="es-419" sz="2800" b="1" kern="1200">
                          <a:solidFill>
                            <a:schemeClr val="bg1"/>
                          </a:solidFill>
                          <a:latin typeface="+mn-lt"/>
                          <a:ea typeface="+mn-ea"/>
                          <a:cs typeface="+mn-cs"/>
                        </a:rPr>
                        <a:t>06</a:t>
                      </a:r>
                      <a:endParaRPr lang="es-419" sz="2800" b="1" kern="1200" dirty="0">
                        <a:solidFill>
                          <a:schemeClr val="bg1"/>
                        </a:solidFill>
                        <a:latin typeface="+mn-lt"/>
                        <a:ea typeface="+mn-ea"/>
                        <a:cs typeface="+mn-cs"/>
                      </a:endParaRP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800" b="1" kern="1200" noProof="0" dirty="0">
                          <a:solidFill>
                            <a:schemeClr val="bg1"/>
                          </a:solidFill>
                          <a:latin typeface="+mn-lt"/>
                          <a:ea typeface="+mn-ea"/>
                          <a:cs typeface="+mn-cs"/>
                        </a:rPr>
                        <a:t>Resumen</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21296"/>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EEB262EA-17F2-0141-65EE-C84E22C29CEB}"/>
              </a:ext>
            </a:extLst>
          </p:cNvPr>
          <p:cNvSpPr>
            <a:spLocks noGrp="1"/>
          </p:cNvSpPr>
          <p:nvPr>
            <p:ph type="body" orient="vert" sz="quarter" idx="10"/>
          </p:nvPr>
        </p:nvSpPr>
        <p:spPr/>
        <p:txBody>
          <a:bodyPr/>
          <a:lstStyle/>
          <a:p>
            <a:r>
              <a:rPr lang="es-CO" sz="1200" dirty="0"/>
              <a:t>Gestionar la asistencia a clases</a:t>
            </a:r>
            <a:endParaRPr lang="es-419" dirty="0"/>
          </a:p>
        </p:txBody>
      </p:sp>
      <p:sp>
        <p:nvSpPr>
          <p:cNvPr id="2" name="Title 1"/>
          <p:cNvSpPr>
            <a:spLocks noGrp="1"/>
          </p:cNvSpPr>
          <p:nvPr>
            <p:ph type="title"/>
          </p:nvPr>
        </p:nvSpPr>
        <p:spPr/>
        <p:txBody>
          <a:bodyPr/>
          <a:lstStyle/>
          <a:p>
            <a:r>
              <a:rPr lang="es-ES_tradnl" dirty="0" err="1"/>
              <a:t>Overview</a:t>
            </a:r>
            <a:endParaRPr lang="es-ES_tradnl" dirty="0"/>
          </a:p>
        </p:txBody>
      </p:sp>
      <p:sp>
        <p:nvSpPr>
          <p:cNvPr id="5" name="Marcador de texto 4">
            <a:extLst>
              <a:ext uri="{FF2B5EF4-FFF2-40B4-BE49-F238E27FC236}">
                <a16:creationId xmlns:a16="http://schemas.microsoft.com/office/drawing/2014/main" id="{321709B6-3D7D-7AA3-22D3-520F8F6543AC}"/>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239389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dirty="0"/>
              <a:t>Gestionar la asistencia a clases</a:t>
            </a:r>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439345" y="2662645"/>
            <a:ext cx="1624395" cy="62919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EA264FA8-8D88-4C07-B119-8483D8339E48}"/>
              </a:ext>
            </a:extLst>
          </p:cNvPr>
          <p:cNvSpPr txBox="1">
            <a:spLocks/>
          </p:cNvSpPr>
          <p:nvPr/>
        </p:nvSpPr>
        <p:spPr>
          <a:xfrm>
            <a:off x="449120" y="488643"/>
            <a:ext cx="11267392" cy="582679"/>
          </a:xfrm>
          <a:prstGeom prst="rect">
            <a:avLst/>
          </a:prstGeom>
        </p:spPr>
        <p:txBody>
          <a:bodyPr vert="horz" lIns="0" tIns="0" rIns="0" bIns="0" rtlCol="0" anchor="t">
            <a:noAutofit/>
          </a:bodyPr>
          <a:lstStyle>
            <a:lvl1pPr algn="l" defTabSz="457200" rtl="0" eaLnBrk="1" latinLnBrk="0" hangingPunct="1">
              <a:lnSpc>
                <a:spcPct val="90000"/>
              </a:lnSpc>
              <a:spcBef>
                <a:spcPct val="0"/>
              </a:spcBef>
              <a:buNone/>
              <a:defRPr sz="2600" b="0" kern="1200">
                <a:solidFill>
                  <a:schemeClr val="tx1"/>
                </a:solidFill>
                <a:latin typeface="Arial"/>
                <a:ea typeface="+mj-ea"/>
                <a:cs typeface="Arial"/>
              </a:defRPr>
            </a:lvl1pPr>
          </a:lstStyle>
          <a:p>
            <a:endParaRPr lang="es-ES_tradnl" sz="3467" b="1" dirty="0"/>
          </a:p>
        </p:txBody>
      </p:sp>
      <p:sp>
        <p:nvSpPr>
          <p:cNvPr id="4" name="Marcador de texto 3">
            <a:extLst>
              <a:ext uri="{FF2B5EF4-FFF2-40B4-BE49-F238E27FC236}">
                <a16:creationId xmlns:a16="http://schemas.microsoft.com/office/drawing/2014/main" id="{ADE6F1F6-6376-A432-54A8-2DC50D4AC5F2}"/>
              </a:ext>
            </a:extLst>
          </p:cNvPr>
          <p:cNvSpPr>
            <a:spLocks noGrp="1"/>
          </p:cNvSpPr>
          <p:nvPr>
            <p:ph type="body" sz="quarter" idx="18"/>
          </p:nvPr>
        </p:nvSpPr>
        <p:spPr/>
        <p:txBody>
          <a:bodyPr/>
          <a:lstStyle/>
          <a:p>
            <a:pPr lvl="1" algn="just"/>
            <a:r>
              <a:rPr lang="es-PE" dirty="0"/>
              <a:t>Algunas instituciones tienen por política que, la aprobación de un cursos esté supeditada a la asistencia a clases del alumno.</a:t>
            </a:r>
          </a:p>
          <a:p>
            <a:pPr lvl="1" algn="just"/>
            <a:r>
              <a:rPr lang="es-PE" dirty="0"/>
              <a:t>De ser así, por ejemplo, podríamos tener un alumno que obtuvo buenas calificaciones, pero tuvo un porcentaje de asistencia por debajo del establecido por la institución, por ende, desaprueba el curso.</a:t>
            </a:r>
          </a:p>
          <a:p>
            <a:pPr lvl="1" algn="just"/>
            <a:r>
              <a:rPr lang="es-PE" dirty="0"/>
              <a:t>Banner permite que el profesor que toma asistencia, envíe el porcentaje de asistencia del alumno a un componente de calificación y poder llevar a cabo esta política.</a:t>
            </a:r>
            <a:endParaRPr lang="es-CO" dirty="0"/>
          </a:p>
          <a:p>
            <a:pPr lvl="1" algn="just"/>
            <a:endParaRPr lang="es-CO" sz="1600" dirty="0"/>
          </a:p>
          <a:p>
            <a:pPr marL="0" lvl="1" indent="0">
              <a:buNone/>
            </a:pPr>
            <a:endParaRPr lang="es-CO" sz="1600" dirty="0"/>
          </a:p>
          <a:p>
            <a:endParaRPr lang="es-419" dirty="0"/>
          </a:p>
        </p:txBody>
      </p:sp>
      <p:sp>
        <p:nvSpPr>
          <p:cNvPr id="3" name="Marcador de texto vertical 2">
            <a:extLst>
              <a:ext uri="{FF2B5EF4-FFF2-40B4-BE49-F238E27FC236}">
                <a16:creationId xmlns:a16="http://schemas.microsoft.com/office/drawing/2014/main" id="{C6F371D0-37ED-3E35-97F4-2CEDBED2385A}"/>
              </a:ext>
            </a:extLst>
          </p:cNvPr>
          <p:cNvSpPr>
            <a:spLocks noGrp="1"/>
          </p:cNvSpPr>
          <p:nvPr>
            <p:ph type="body" orient="vert" sz="quarter" idx="17"/>
          </p:nvPr>
        </p:nvSpPr>
        <p:spPr/>
        <p:txBody>
          <a:bodyPr/>
          <a:lstStyle/>
          <a:p>
            <a:r>
              <a:rPr lang="es-419" dirty="0"/>
              <a:t>Gestionar la asistencia a clases</a:t>
            </a:r>
          </a:p>
        </p:txBody>
      </p:sp>
      <p:sp>
        <p:nvSpPr>
          <p:cNvPr id="2" name="Título 1">
            <a:extLst>
              <a:ext uri="{FF2B5EF4-FFF2-40B4-BE49-F238E27FC236}">
                <a16:creationId xmlns:a16="http://schemas.microsoft.com/office/drawing/2014/main" id="{71873B57-21C0-B73C-0651-BC5FB30B9C1F}"/>
              </a:ext>
            </a:extLst>
          </p:cNvPr>
          <p:cNvSpPr>
            <a:spLocks noGrp="1"/>
          </p:cNvSpPr>
          <p:nvPr>
            <p:ph type="title"/>
          </p:nvPr>
        </p:nvSpPr>
        <p:spPr/>
        <p:txBody>
          <a:bodyPr/>
          <a:lstStyle/>
          <a:p>
            <a:r>
              <a:rPr lang="es-ES" sz="3467" dirty="0">
                <a:solidFill>
                  <a:schemeClr val="accent1"/>
                </a:solidFill>
              </a:rPr>
              <a:t>Overview: Usar el componente de asistencia en EGB</a:t>
            </a:r>
            <a:br>
              <a:rPr lang="es-ES" sz="3467" dirty="0">
                <a:solidFill>
                  <a:schemeClr val="accent1"/>
                </a:solidFill>
              </a:rPr>
            </a:br>
            <a:br>
              <a:rPr lang="es-ES_tradnl" sz="3467" dirty="0">
                <a:solidFill>
                  <a:schemeClr val="accent1"/>
                </a:solidFill>
              </a:rPr>
            </a:br>
            <a:endParaRPr lang="es-419" dirty="0">
              <a:solidFill>
                <a:schemeClr val="accent1"/>
              </a:solidFill>
            </a:endParaRPr>
          </a:p>
        </p:txBody>
      </p:sp>
    </p:spTree>
    <p:extLst>
      <p:ext uri="{BB962C8B-B14F-4D97-AF65-F5344CB8AC3E}">
        <p14:creationId xmlns:p14="http://schemas.microsoft.com/office/powerpoint/2010/main" val="1491982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1E6BA-5C22-F1B9-8E92-433EEF89E1F4}"/>
            </a:ext>
          </a:extLst>
        </p:cNvPr>
        <p:cNvGrpSpPr/>
        <p:nvPr/>
      </p:nvGrpSpPr>
      <p:grpSpPr>
        <a:xfrm>
          <a:off x="0" y="0"/>
          <a:ext cx="0" cy="0"/>
          <a:chOff x="0" y="0"/>
          <a:chExt cx="0" cy="0"/>
        </a:xfrm>
      </p:grpSpPr>
      <p:sp>
        <p:nvSpPr>
          <p:cNvPr id="10" name="Title 12">
            <a:extLst>
              <a:ext uri="{FF2B5EF4-FFF2-40B4-BE49-F238E27FC236}">
                <a16:creationId xmlns:a16="http://schemas.microsoft.com/office/drawing/2014/main" id="{EE688DD0-A494-AC0A-EDBF-2DB3DA535D74}"/>
              </a:ext>
            </a:extLst>
          </p:cNvPr>
          <p:cNvSpPr txBox="1">
            <a:spLocks/>
          </p:cNvSpPr>
          <p:nvPr/>
        </p:nvSpPr>
        <p:spPr>
          <a:xfrm>
            <a:off x="449120" y="488643"/>
            <a:ext cx="11267392" cy="582679"/>
          </a:xfrm>
          <a:prstGeom prst="rect">
            <a:avLst/>
          </a:prstGeom>
        </p:spPr>
        <p:txBody>
          <a:bodyPr vert="horz" lIns="0" tIns="0" rIns="0" bIns="0" rtlCol="0" anchor="t">
            <a:noAutofit/>
          </a:bodyPr>
          <a:lstStyle>
            <a:lvl1pPr algn="l" defTabSz="457200" rtl="0" eaLnBrk="1" latinLnBrk="0" hangingPunct="1">
              <a:lnSpc>
                <a:spcPct val="90000"/>
              </a:lnSpc>
              <a:spcBef>
                <a:spcPct val="0"/>
              </a:spcBef>
              <a:buNone/>
              <a:defRPr sz="2600" b="0" kern="1200">
                <a:solidFill>
                  <a:schemeClr val="tx1"/>
                </a:solidFill>
                <a:latin typeface="Arial"/>
                <a:ea typeface="+mj-ea"/>
                <a:cs typeface="Arial"/>
              </a:defRPr>
            </a:lvl1pPr>
          </a:lstStyle>
          <a:p>
            <a:endParaRPr lang="es-ES_tradnl" sz="3467" b="1" dirty="0"/>
          </a:p>
        </p:txBody>
      </p:sp>
      <p:sp>
        <p:nvSpPr>
          <p:cNvPr id="4" name="Marcador de texto 3">
            <a:extLst>
              <a:ext uri="{FF2B5EF4-FFF2-40B4-BE49-F238E27FC236}">
                <a16:creationId xmlns:a16="http://schemas.microsoft.com/office/drawing/2014/main" id="{4D71F96E-0CB2-ABF0-04C9-9ECD6690AB51}"/>
              </a:ext>
            </a:extLst>
          </p:cNvPr>
          <p:cNvSpPr>
            <a:spLocks noGrp="1"/>
          </p:cNvSpPr>
          <p:nvPr>
            <p:ph type="body" sz="quarter" idx="18"/>
          </p:nvPr>
        </p:nvSpPr>
        <p:spPr/>
        <p:txBody>
          <a:bodyPr/>
          <a:lstStyle/>
          <a:p>
            <a:pPr lvl="1"/>
            <a:r>
              <a:rPr lang="es-ES_tradnl" b="1" dirty="0"/>
              <a:t>Diccionario general</a:t>
            </a:r>
            <a:r>
              <a:rPr lang="es-ES_tradnl" dirty="0"/>
              <a:t>:</a:t>
            </a:r>
          </a:p>
          <a:p>
            <a:pPr lvl="2" algn="just"/>
            <a:r>
              <a:rPr lang="es-CO" b="1" dirty="0"/>
              <a:t>ATTRGRD: </a:t>
            </a:r>
            <a:r>
              <a:rPr lang="es-ES_tradnl" b="1" dirty="0"/>
              <a:t> </a:t>
            </a:r>
            <a:r>
              <a:rPr lang="es-ES_tradnl" dirty="0"/>
              <a:t>Nombre del componente que recibirá el porcentaje de asistencia enviado por el profesor.</a:t>
            </a:r>
          </a:p>
          <a:p>
            <a:pPr lvl="2" algn="just"/>
            <a:r>
              <a:rPr lang="es-ES_tradnl" b="1" dirty="0"/>
              <a:t>Porcentaje de asistencia: </a:t>
            </a:r>
            <a:r>
              <a:rPr lang="es-CO" b="1" dirty="0"/>
              <a:t> </a:t>
            </a:r>
            <a:r>
              <a:rPr lang="es-CO" dirty="0"/>
              <a:t>porcentaje de asistencia del alumno a clases.</a:t>
            </a:r>
            <a:r>
              <a:rPr lang="es-ES_tradnl" dirty="0"/>
              <a:t>.</a:t>
            </a:r>
          </a:p>
          <a:p>
            <a:pPr lvl="2" algn="just"/>
            <a:r>
              <a:rPr lang="es-ES_tradnl" b="1" dirty="0"/>
              <a:t>Número de Referencia de Curso (NRC)</a:t>
            </a:r>
            <a:r>
              <a:rPr lang="es-ES_tradnl" dirty="0"/>
              <a:t>:</a:t>
            </a:r>
            <a:r>
              <a:rPr lang="es-ES_tradnl" b="1" dirty="0"/>
              <a:t> </a:t>
            </a:r>
            <a:r>
              <a:rPr lang="es-ES_tradnl" dirty="0"/>
              <a:t>es un </a:t>
            </a:r>
            <a:r>
              <a:rPr lang="es-CO" dirty="0"/>
              <a:t>valor numérico único, en un periodo, que identifica la oferta de un curso en un horario específico y con uno o varios docentes que lo dictan.</a:t>
            </a:r>
          </a:p>
          <a:p>
            <a:pPr lvl="1" algn="just"/>
            <a:endParaRPr lang="es-CO" sz="1600" dirty="0"/>
          </a:p>
          <a:p>
            <a:pPr marL="0" lvl="1" indent="0">
              <a:buNone/>
            </a:pPr>
            <a:endParaRPr lang="es-CO" sz="1600" dirty="0"/>
          </a:p>
          <a:p>
            <a:endParaRPr lang="es-419" dirty="0"/>
          </a:p>
        </p:txBody>
      </p:sp>
      <p:sp>
        <p:nvSpPr>
          <p:cNvPr id="3" name="Marcador de texto vertical 2">
            <a:extLst>
              <a:ext uri="{FF2B5EF4-FFF2-40B4-BE49-F238E27FC236}">
                <a16:creationId xmlns:a16="http://schemas.microsoft.com/office/drawing/2014/main" id="{1C3B4CF2-35AC-C773-7730-0993AB7C20BD}"/>
              </a:ext>
            </a:extLst>
          </p:cNvPr>
          <p:cNvSpPr>
            <a:spLocks noGrp="1"/>
          </p:cNvSpPr>
          <p:nvPr>
            <p:ph type="body" orient="vert" sz="quarter" idx="17"/>
          </p:nvPr>
        </p:nvSpPr>
        <p:spPr/>
        <p:txBody>
          <a:bodyPr/>
          <a:lstStyle/>
          <a:p>
            <a:r>
              <a:rPr lang="es-419" dirty="0"/>
              <a:t>Gestionar la asistencia a clases</a:t>
            </a:r>
          </a:p>
        </p:txBody>
      </p:sp>
      <p:sp>
        <p:nvSpPr>
          <p:cNvPr id="2" name="Título 1">
            <a:extLst>
              <a:ext uri="{FF2B5EF4-FFF2-40B4-BE49-F238E27FC236}">
                <a16:creationId xmlns:a16="http://schemas.microsoft.com/office/drawing/2014/main" id="{596064EF-FE9B-0885-CA53-268B37FFB41D}"/>
              </a:ext>
            </a:extLst>
          </p:cNvPr>
          <p:cNvSpPr>
            <a:spLocks noGrp="1"/>
          </p:cNvSpPr>
          <p:nvPr>
            <p:ph type="title"/>
          </p:nvPr>
        </p:nvSpPr>
        <p:spPr/>
        <p:txBody>
          <a:bodyPr/>
          <a:lstStyle/>
          <a:p>
            <a:r>
              <a:rPr lang="es-ES" sz="3467" dirty="0">
                <a:solidFill>
                  <a:schemeClr val="accent1"/>
                </a:solidFill>
              </a:rPr>
              <a:t>Overview: Usar el componente de asistencia en EGB</a:t>
            </a:r>
            <a:br>
              <a:rPr lang="es-ES" sz="3467" dirty="0">
                <a:solidFill>
                  <a:schemeClr val="accent1"/>
                </a:solidFill>
              </a:rPr>
            </a:br>
            <a:br>
              <a:rPr lang="es-ES_tradnl" sz="3467" dirty="0">
                <a:solidFill>
                  <a:schemeClr val="accent1"/>
                </a:solidFill>
              </a:rPr>
            </a:br>
            <a:endParaRPr lang="es-419" dirty="0">
              <a:solidFill>
                <a:schemeClr val="accent1"/>
              </a:solidFill>
            </a:endParaRPr>
          </a:p>
        </p:txBody>
      </p:sp>
    </p:spTree>
    <p:extLst>
      <p:ext uri="{BB962C8B-B14F-4D97-AF65-F5344CB8AC3E}">
        <p14:creationId xmlns:p14="http://schemas.microsoft.com/office/powerpoint/2010/main" val="3917215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F9F5-4D73-0F95-7678-0AE0FCC4FF5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9F9B5C96-8DBC-65FF-FAE3-4F645679D6ED}"/>
              </a:ext>
            </a:extLst>
          </p:cNvPr>
          <p:cNvSpPr>
            <a:spLocks noGrp="1"/>
          </p:cNvSpPr>
          <p:nvPr>
            <p:ph type="body" sz="quarter" idx="10"/>
          </p:nvPr>
        </p:nvSpPr>
        <p:spPr>
          <a:xfrm>
            <a:off x="522515" y="361822"/>
            <a:ext cx="11122188" cy="446084"/>
          </a:xfrm>
        </p:spPr>
        <p:txBody>
          <a:bodyPr/>
          <a:lstStyle/>
          <a:p>
            <a:r>
              <a:rPr lang="es-ES_tradnl" dirty="0" err="1"/>
              <a:t>Overview</a:t>
            </a:r>
            <a:r>
              <a:rPr lang="es-ES_tradnl" dirty="0"/>
              <a:t>: Región donde aplica</a:t>
            </a:r>
            <a:endParaRPr lang="es-419" dirty="0"/>
          </a:p>
        </p:txBody>
      </p:sp>
      <p:sp>
        <p:nvSpPr>
          <p:cNvPr id="9" name="CuadroTexto 8">
            <a:extLst>
              <a:ext uri="{FF2B5EF4-FFF2-40B4-BE49-F238E27FC236}">
                <a16:creationId xmlns:a16="http://schemas.microsoft.com/office/drawing/2014/main" id="{63F52F2A-F8BB-F72D-A754-DB9173333620}"/>
              </a:ext>
            </a:extLst>
          </p:cNvPr>
          <p:cNvSpPr txBox="1"/>
          <p:nvPr/>
        </p:nvSpPr>
        <p:spPr>
          <a:xfrm>
            <a:off x="8400287" y="3429000"/>
            <a:ext cx="1197828" cy="369332"/>
          </a:xfrm>
          <a:prstGeom prst="rect">
            <a:avLst/>
          </a:prstGeom>
          <a:noFill/>
        </p:spPr>
        <p:txBody>
          <a:bodyPr wrap="none" rtlCol="0">
            <a:spAutoFit/>
          </a:bodyPr>
          <a:lstStyle/>
          <a:p>
            <a:r>
              <a:rPr lang="es-ES_tradnl" dirty="0"/>
              <a:t>Todo LAC</a:t>
            </a:r>
          </a:p>
        </p:txBody>
      </p:sp>
      <p:pic>
        <p:nvPicPr>
          <p:cNvPr id="10" name="Picture 9" descr="A purple map of south america&#10;&#10;AI-generated content may be incorrect.">
            <a:extLst>
              <a:ext uri="{FF2B5EF4-FFF2-40B4-BE49-F238E27FC236}">
                <a16:creationId xmlns:a16="http://schemas.microsoft.com/office/drawing/2014/main" id="{BC199AD4-C762-DD9E-693C-C0737DFB4E5D}"/>
              </a:ext>
            </a:extLst>
          </p:cNvPr>
          <p:cNvPicPr>
            <a:picLocks noChangeAspect="1"/>
          </p:cNvPicPr>
          <p:nvPr/>
        </p:nvPicPr>
        <p:blipFill>
          <a:blip r:embed="rId2"/>
          <a:stretch>
            <a:fillRect/>
          </a:stretch>
        </p:blipFill>
        <p:spPr>
          <a:xfrm>
            <a:off x="2420548" y="1179576"/>
            <a:ext cx="5408644" cy="5408644"/>
          </a:xfrm>
          <a:prstGeom prst="rect">
            <a:avLst/>
          </a:prstGeom>
        </p:spPr>
      </p:pic>
    </p:spTree>
    <p:extLst>
      <p:ext uri="{BB962C8B-B14F-4D97-AF65-F5344CB8AC3E}">
        <p14:creationId xmlns:p14="http://schemas.microsoft.com/office/powerpoint/2010/main" val="2966767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D7DD1-990D-3418-D570-8C21B19FFFE6}"/>
            </a:ext>
          </a:extLst>
        </p:cNvPr>
        <p:cNvGrpSpPr/>
        <p:nvPr/>
      </p:nvGrpSpPr>
      <p:grpSpPr>
        <a:xfrm>
          <a:off x="0" y="0"/>
          <a:ext cx="0" cy="0"/>
          <a:chOff x="0" y="0"/>
          <a:chExt cx="0" cy="0"/>
        </a:xfrm>
      </p:grpSpPr>
      <p:sp>
        <p:nvSpPr>
          <p:cNvPr id="10" name="Title 12">
            <a:extLst>
              <a:ext uri="{FF2B5EF4-FFF2-40B4-BE49-F238E27FC236}">
                <a16:creationId xmlns:a16="http://schemas.microsoft.com/office/drawing/2014/main" id="{5721C962-CB83-FF9B-69ED-1B1509C7BBE4}"/>
              </a:ext>
            </a:extLst>
          </p:cNvPr>
          <p:cNvSpPr txBox="1">
            <a:spLocks/>
          </p:cNvSpPr>
          <p:nvPr/>
        </p:nvSpPr>
        <p:spPr>
          <a:xfrm>
            <a:off x="449120" y="488643"/>
            <a:ext cx="11267392" cy="582679"/>
          </a:xfrm>
          <a:prstGeom prst="rect">
            <a:avLst/>
          </a:prstGeom>
        </p:spPr>
        <p:txBody>
          <a:bodyPr vert="horz" lIns="0" tIns="0" rIns="0" bIns="0" rtlCol="0" anchor="t">
            <a:noAutofit/>
          </a:bodyPr>
          <a:lstStyle>
            <a:lvl1pPr algn="l" defTabSz="457200" rtl="0" eaLnBrk="1" latinLnBrk="0" hangingPunct="1">
              <a:lnSpc>
                <a:spcPct val="90000"/>
              </a:lnSpc>
              <a:spcBef>
                <a:spcPct val="0"/>
              </a:spcBef>
              <a:buNone/>
              <a:defRPr sz="2600" b="0" kern="1200">
                <a:solidFill>
                  <a:schemeClr val="tx1"/>
                </a:solidFill>
                <a:latin typeface="Arial"/>
                <a:ea typeface="+mj-ea"/>
                <a:cs typeface="Arial"/>
              </a:defRPr>
            </a:lvl1pPr>
          </a:lstStyle>
          <a:p>
            <a:endParaRPr lang="es-ES_tradnl" sz="3467" b="1" dirty="0"/>
          </a:p>
        </p:txBody>
      </p:sp>
      <p:sp>
        <p:nvSpPr>
          <p:cNvPr id="4" name="Marcador de texto 3">
            <a:extLst>
              <a:ext uri="{FF2B5EF4-FFF2-40B4-BE49-F238E27FC236}">
                <a16:creationId xmlns:a16="http://schemas.microsoft.com/office/drawing/2014/main" id="{E4578473-C621-4AB1-84DC-567987FB95A8}"/>
              </a:ext>
            </a:extLst>
          </p:cNvPr>
          <p:cNvSpPr>
            <a:spLocks noGrp="1"/>
          </p:cNvSpPr>
          <p:nvPr>
            <p:ph type="body" sz="quarter" idx="18"/>
          </p:nvPr>
        </p:nvSpPr>
        <p:spPr>
          <a:xfrm>
            <a:off x="1104900" y="1905002"/>
            <a:ext cx="10477499" cy="2026918"/>
          </a:xfrm>
        </p:spPr>
        <p:txBody>
          <a:bodyPr/>
          <a:lstStyle/>
          <a:p>
            <a:pPr lvl="1" algn="just"/>
            <a:r>
              <a:rPr lang="es-PE" dirty="0"/>
              <a:t>Algunas instituciones tienen por política que, la aprobación de un curso esté supeditada a la asistencia a clases del alumno.</a:t>
            </a:r>
          </a:p>
          <a:p>
            <a:pPr lvl="1" algn="just"/>
            <a:r>
              <a:rPr lang="es-PE" dirty="0"/>
              <a:t>De ser así, por ejemplo, podríamos tener un alumno que obtuvo buenas calificaciones, pero tuvo un porcentaje de asistencia por debajo del establecido por la institución, por ende, desaprueba el curso.</a:t>
            </a:r>
          </a:p>
          <a:p>
            <a:pPr lvl="1" algn="just"/>
            <a:r>
              <a:rPr lang="es-PE" dirty="0"/>
              <a:t>Banner permite que el profesor que toma asistencia envíe el porcentaje de asistencia del alumno a un componente de calificación y poder llevar a cabo esta política.</a:t>
            </a:r>
            <a:endParaRPr lang="es-CO" dirty="0"/>
          </a:p>
          <a:p>
            <a:pPr lvl="1" algn="just"/>
            <a:endParaRPr lang="es-CO" sz="1600" dirty="0"/>
          </a:p>
          <a:p>
            <a:pPr marL="0" lvl="1" indent="0">
              <a:buNone/>
            </a:pPr>
            <a:endParaRPr lang="es-CO" sz="1600" dirty="0"/>
          </a:p>
          <a:p>
            <a:endParaRPr lang="es-419" dirty="0"/>
          </a:p>
        </p:txBody>
      </p:sp>
      <p:sp>
        <p:nvSpPr>
          <p:cNvPr id="3" name="Marcador de texto vertical 2">
            <a:extLst>
              <a:ext uri="{FF2B5EF4-FFF2-40B4-BE49-F238E27FC236}">
                <a16:creationId xmlns:a16="http://schemas.microsoft.com/office/drawing/2014/main" id="{9F7F4A60-B75B-C581-26FF-35DCAAC54D21}"/>
              </a:ext>
            </a:extLst>
          </p:cNvPr>
          <p:cNvSpPr>
            <a:spLocks noGrp="1"/>
          </p:cNvSpPr>
          <p:nvPr>
            <p:ph type="body" orient="vert" sz="quarter" idx="17"/>
          </p:nvPr>
        </p:nvSpPr>
        <p:spPr/>
        <p:txBody>
          <a:bodyPr/>
          <a:lstStyle/>
          <a:p>
            <a:r>
              <a:rPr lang="es-419" dirty="0"/>
              <a:t>Gestionar la asistencia a clases</a:t>
            </a:r>
          </a:p>
        </p:txBody>
      </p:sp>
      <p:sp>
        <p:nvSpPr>
          <p:cNvPr id="2" name="Título 1">
            <a:extLst>
              <a:ext uri="{FF2B5EF4-FFF2-40B4-BE49-F238E27FC236}">
                <a16:creationId xmlns:a16="http://schemas.microsoft.com/office/drawing/2014/main" id="{428E2628-FABC-BC9A-9013-28D0869953DC}"/>
              </a:ext>
            </a:extLst>
          </p:cNvPr>
          <p:cNvSpPr>
            <a:spLocks noGrp="1"/>
          </p:cNvSpPr>
          <p:nvPr>
            <p:ph type="title"/>
          </p:nvPr>
        </p:nvSpPr>
        <p:spPr/>
        <p:txBody>
          <a:bodyPr/>
          <a:lstStyle/>
          <a:p>
            <a:r>
              <a:rPr lang="es-ES" sz="3467" dirty="0">
                <a:solidFill>
                  <a:schemeClr val="accent1"/>
                </a:solidFill>
              </a:rPr>
              <a:t>Overview: Usar el componente de asistencia en EGB</a:t>
            </a:r>
            <a:br>
              <a:rPr lang="es-ES" sz="3467" dirty="0">
                <a:solidFill>
                  <a:schemeClr val="accent1"/>
                </a:solidFill>
              </a:rPr>
            </a:br>
            <a:br>
              <a:rPr lang="es-ES_tradnl" sz="3467" dirty="0">
                <a:solidFill>
                  <a:schemeClr val="accent1"/>
                </a:solidFill>
              </a:rPr>
            </a:br>
            <a:endParaRPr lang="es-419" dirty="0">
              <a:solidFill>
                <a:schemeClr val="accent1"/>
              </a:solidFill>
            </a:endParaRPr>
          </a:p>
        </p:txBody>
      </p:sp>
    </p:spTree>
    <p:extLst>
      <p:ext uri="{BB962C8B-B14F-4D97-AF65-F5344CB8AC3E}">
        <p14:creationId xmlns:p14="http://schemas.microsoft.com/office/powerpoint/2010/main" val="3474554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ES" dirty="0"/>
              <a:t>Gestionar la asistencia a clases</a:t>
            </a:r>
            <a:endParaRPr lang="es-ES_tradnl" dirty="0"/>
          </a:p>
        </p:txBody>
      </p:sp>
      <p:sp>
        <p:nvSpPr>
          <p:cNvPr id="2" name="Title 1"/>
          <p:cNvSpPr>
            <a:spLocks noGrp="1"/>
          </p:cNvSpPr>
          <p:nvPr>
            <p:ph type="title"/>
          </p:nvPr>
        </p:nvSpPr>
        <p:spPr/>
        <p:txBody>
          <a:bodyPr/>
          <a:lstStyle/>
          <a:p>
            <a:r>
              <a:rPr lang="es-ES_tradnl" dirty="0"/>
              <a:t>Configuraciones</a:t>
            </a:r>
          </a:p>
        </p:txBody>
      </p:sp>
      <p:sp>
        <p:nvSpPr>
          <p:cNvPr id="3" name="Marcador de texto 2">
            <a:extLst>
              <a:ext uri="{FF2B5EF4-FFF2-40B4-BE49-F238E27FC236}">
                <a16:creationId xmlns:a16="http://schemas.microsoft.com/office/drawing/2014/main" id="{04AA9394-E69C-C63E-8DAA-4B80F997EEAB}"/>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1001964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C982E-F8D2-9B85-35CE-93FC26B891FC}"/>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487BAA28-B0FA-F4C7-8ED7-DC70FABD562E}"/>
              </a:ext>
            </a:extLst>
          </p:cNvPr>
          <p:cNvSpPr>
            <a:spLocks noGrp="1"/>
          </p:cNvSpPr>
          <p:nvPr>
            <p:ph type="body" orient="vert" sz="quarter" idx="10"/>
          </p:nvPr>
        </p:nvSpPr>
        <p:spPr/>
        <p:txBody>
          <a:bodyPr/>
          <a:lstStyle/>
          <a:p>
            <a:r>
              <a:rPr lang="es-ES" dirty="0"/>
              <a:t>Gestionar la asistencia a clases</a:t>
            </a:r>
            <a:endParaRPr lang="es-ES_tradnl" dirty="0"/>
          </a:p>
        </p:txBody>
      </p:sp>
      <p:sp>
        <p:nvSpPr>
          <p:cNvPr id="2" name="Title 1">
            <a:extLst>
              <a:ext uri="{FF2B5EF4-FFF2-40B4-BE49-F238E27FC236}">
                <a16:creationId xmlns:a16="http://schemas.microsoft.com/office/drawing/2014/main" id="{EF798729-656B-3D98-A557-5B8C74523FF5}"/>
              </a:ext>
            </a:extLst>
          </p:cNvPr>
          <p:cNvSpPr>
            <a:spLocks noGrp="1"/>
          </p:cNvSpPr>
          <p:nvPr>
            <p:ph type="title"/>
          </p:nvPr>
        </p:nvSpPr>
        <p:spPr/>
        <p:txBody>
          <a:bodyPr/>
          <a:lstStyle/>
          <a:p>
            <a:r>
              <a:rPr lang="es-ES_tradnl" dirty="0"/>
              <a:t>Integración</a:t>
            </a:r>
          </a:p>
        </p:txBody>
      </p:sp>
      <p:sp>
        <p:nvSpPr>
          <p:cNvPr id="3" name="Marcador de texto 2">
            <a:extLst>
              <a:ext uri="{FF2B5EF4-FFF2-40B4-BE49-F238E27FC236}">
                <a16:creationId xmlns:a16="http://schemas.microsoft.com/office/drawing/2014/main" id="{705B76DD-4887-F41C-CFFE-6D2F8C28E25E}"/>
              </a:ext>
            </a:extLst>
          </p:cNvPr>
          <p:cNvSpPr>
            <a:spLocks noGrp="1"/>
          </p:cNvSpPr>
          <p:nvPr>
            <p:ph type="body" sz="quarter" idx="18"/>
          </p:nvPr>
        </p:nvSpPr>
        <p:spPr/>
        <p:txBody>
          <a:bodyPr/>
          <a:lstStyle/>
          <a:p>
            <a:r>
              <a:rPr lang="es-ES" dirty="0"/>
              <a:t>Habilitar envío de asistencia a calificación</a:t>
            </a:r>
            <a:endParaRPr lang="es-ES_tradnl" dirty="0"/>
          </a:p>
          <a:p>
            <a:endParaRPr lang="es-419" dirty="0"/>
          </a:p>
        </p:txBody>
      </p:sp>
    </p:spTree>
    <p:extLst>
      <p:ext uri="{BB962C8B-B14F-4D97-AF65-F5344CB8AC3E}">
        <p14:creationId xmlns:p14="http://schemas.microsoft.com/office/powerpoint/2010/main" val="3938863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A835C0-EB02-A26E-3B42-2A785643AB6F}"/>
              </a:ext>
            </a:extLst>
          </p:cNvPr>
          <p:cNvPicPr>
            <a:picLocks noChangeAspect="1"/>
          </p:cNvPicPr>
          <p:nvPr/>
        </p:nvPicPr>
        <p:blipFill>
          <a:blip r:embed="rId3"/>
          <a:stretch>
            <a:fillRect/>
          </a:stretch>
        </p:blipFill>
        <p:spPr>
          <a:xfrm>
            <a:off x="889622" y="1073140"/>
            <a:ext cx="10701070" cy="5236219"/>
          </a:xfrm>
          <a:prstGeom prst="rect">
            <a:avLst/>
          </a:prstGeom>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61398" y="324440"/>
            <a:ext cx="10477497" cy="898555"/>
          </a:xfrm>
        </p:spPr>
        <p:txBody>
          <a:bodyPr/>
          <a:lstStyle/>
          <a:p>
            <a:r>
              <a:rPr lang="es-ES_tradnl" dirty="0">
                <a:solidFill>
                  <a:schemeClr val="accent1"/>
                </a:solidFill>
              </a:rPr>
              <a:t> </a:t>
            </a:r>
            <a:r>
              <a:rPr lang="es-ES_tradnl" b="1" dirty="0">
                <a:solidFill>
                  <a:schemeClr val="accent1"/>
                </a:solidFill>
              </a:rPr>
              <a:t>Configuraciones: Integración</a:t>
            </a:r>
          </a:p>
        </p:txBody>
      </p:sp>
      <p:sp>
        <p:nvSpPr>
          <p:cNvPr id="8" name="Rectángulo redondeado 5">
            <a:extLst>
              <a:ext uri="{FF2B5EF4-FFF2-40B4-BE49-F238E27FC236}">
                <a16:creationId xmlns:a16="http://schemas.microsoft.com/office/drawing/2014/main" id="{5C365D31-D788-0F72-0C35-969C91A0AC7A}"/>
              </a:ext>
            </a:extLst>
          </p:cNvPr>
          <p:cNvSpPr/>
          <p:nvPr/>
        </p:nvSpPr>
        <p:spPr>
          <a:xfrm>
            <a:off x="1000252" y="4010727"/>
            <a:ext cx="5669420" cy="771585"/>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defTabSz="457200"/>
            <a:r>
              <a:rPr lang="es-ES" sz="1200" dirty="0">
                <a:solidFill>
                  <a:schemeClr val="bg1"/>
                </a:solidFill>
                <a:cs typeface="Arial"/>
              </a:rPr>
              <a:t>Para habilitar el envío del porcentaje de asistencia a calificación, debemos ingresar a GORICCR y escoger el proceso ATTENDANCE_TRACKING y la configuración ENABLE.GRADEBOOK.UPDATE</a:t>
            </a:r>
          </a:p>
        </p:txBody>
      </p:sp>
      <p:pic>
        <p:nvPicPr>
          <p:cNvPr id="7" name="Picture 6">
            <a:extLst>
              <a:ext uri="{FF2B5EF4-FFF2-40B4-BE49-F238E27FC236}">
                <a16:creationId xmlns:a16="http://schemas.microsoft.com/office/drawing/2014/main" id="{AA225173-6385-0AEC-DB2E-78F5BB761D31}"/>
              </a:ext>
            </a:extLst>
          </p:cNvPr>
          <p:cNvPicPr>
            <a:picLocks noChangeAspect="1"/>
          </p:cNvPicPr>
          <p:nvPr/>
        </p:nvPicPr>
        <p:blipFill>
          <a:blip r:embed="rId4"/>
          <a:stretch>
            <a:fillRect/>
          </a:stretch>
        </p:blipFill>
        <p:spPr>
          <a:xfrm>
            <a:off x="10523497" y="2093976"/>
            <a:ext cx="1237387" cy="2458492"/>
          </a:xfrm>
          <a:prstGeom prst="rect">
            <a:avLst/>
          </a:prstGeom>
        </p:spPr>
      </p:pic>
    </p:spTree>
    <p:extLst>
      <p:ext uri="{BB962C8B-B14F-4D97-AF65-F5344CB8AC3E}">
        <p14:creationId xmlns:p14="http://schemas.microsoft.com/office/powerpoint/2010/main" val="293615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840D7-150F-9EF7-BDE7-058F86BB3DF1}"/>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DC3DF8CD-4B78-59A2-16E5-7AE5293FB9C6}"/>
              </a:ext>
            </a:extLst>
          </p:cNvPr>
          <p:cNvSpPr>
            <a:spLocks noGrp="1"/>
          </p:cNvSpPr>
          <p:nvPr>
            <p:ph type="body" orient="vert" sz="quarter" idx="10"/>
          </p:nvPr>
        </p:nvSpPr>
        <p:spPr/>
        <p:txBody>
          <a:bodyPr/>
          <a:lstStyle/>
          <a:p>
            <a:r>
              <a:rPr lang="es-ES" dirty="0"/>
              <a:t>Gestionar la asistencia a clases</a:t>
            </a:r>
            <a:endParaRPr lang="es-ES_tradnl" dirty="0"/>
          </a:p>
        </p:txBody>
      </p:sp>
      <p:sp>
        <p:nvSpPr>
          <p:cNvPr id="2" name="Title 1">
            <a:extLst>
              <a:ext uri="{FF2B5EF4-FFF2-40B4-BE49-F238E27FC236}">
                <a16:creationId xmlns:a16="http://schemas.microsoft.com/office/drawing/2014/main" id="{BF7BF567-3DA9-42A4-7D69-72090E896120}"/>
              </a:ext>
            </a:extLst>
          </p:cNvPr>
          <p:cNvSpPr>
            <a:spLocks noGrp="1"/>
          </p:cNvSpPr>
          <p:nvPr>
            <p:ph type="title"/>
          </p:nvPr>
        </p:nvSpPr>
        <p:spPr/>
        <p:txBody>
          <a:bodyPr/>
          <a:lstStyle/>
          <a:p>
            <a:r>
              <a:rPr lang="es-ES_tradnl" dirty="0"/>
              <a:t>Calculo</a:t>
            </a:r>
          </a:p>
        </p:txBody>
      </p:sp>
      <p:sp>
        <p:nvSpPr>
          <p:cNvPr id="3" name="Marcador de texto 2">
            <a:extLst>
              <a:ext uri="{FF2B5EF4-FFF2-40B4-BE49-F238E27FC236}">
                <a16:creationId xmlns:a16="http://schemas.microsoft.com/office/drawing/2014/main" id="{22C5C168-E757-33B2-941A-37AC69776106}"/>
              </a:ext>
            </a:extLst>
          </p:cNvPr>
          <p:cNvSpPr>
            <a:spLocks noGrp="1"/>
          </p:cNvSpPr>
          <p:nvPr>
            <p:ph type="body" sz="quarter" idx="18"/>
          </p:nvPr>
        </p:nvSpPr>
        <p:spPr/>
        <p:txBody>
          <a:bodyPr/>
          <a:lstStyle/>
          <a:p>
            <a:r>
              <a:rPr lang="es-ES" dirty="0"/>
              <a:t>De porcentaje de asistencia</a:t>
            </a:r>
          </a:p>
          <a:p>
            <a:endParaRPr lang="es-419" dirty="0"/>
          </a:p>
        </p:txBody>
      </p:sp>
    </p:spTree>
    <p:extLst>
      <p:ext uri="{BB962C8B-B14F-4D97-AF65-F5344CB8AC3E}">
        <p14:creationId xmlns:p14="http://schemas.microsoft.com/office/powerpoint/2010/main" val="3463678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F3F9F-312B-3FAC-0A3D-F41B49AAE42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041A4ED-7339-248E-C855-CAB658B0B642}"/>
              </a:ext>
            </a:extLst>
          </p:cNvPr>
          <p:cNvPicPr>
            <a:picLocks noChangeAspect="1"/>
          </p:cNvPicPr>
          <p:nvPr/>
        </p:nvPicPr>
        <p:blipFill>
          <a:blip r:embed="rId3"/>
          <a:stretch>
            <a:fillRect/>
          </a:stretch>
        </p:blipFill>
        <p:spPr>
          <a:xfrm>
            <a:off x="1026325" y="1340836"/>
            <a:ext cx="10312570" cy="1953790"/>
          </a:xfrm>
          <a:prstGeom prst="rect">
            <a:avLst/>
          </a:prstGeom>
        </p:spPr>
      </p:pic>
      <p:sp>
        <p:nvSpPr>
          <p:cNvPr id="2" name="Marcador de texto vertical 1">
            <a:extLst>
              <a:ext uri="{FF2B5EF4-FFF2-40B4-BE49-F238E27FC236}">
                <a16:creationId xmlns:a16="http://schemas.microsoft.com/office/drawing/2014/main" id="{858FDBD2-5BCF-252C-F01B-6AB3156FF3E7}"/>
              </a:ext>
            </a:extLst>
          </p:cNvPr>
          <p:cNvSpPr>
            <a:spLocks noGrp="1"/>
          </p:cNvSpPr>
          <p:nvPr>
            <p:ph type="body" orient="vert" sz="quarter" idx="17"/>
          </p:nvPr>
        </p:nvSpPr>
        <p:spPr/>
        <p:txBody>
          <a:bodyPr/>
          <a:lstStyle/>
          <a:p>
            <a:r>
              <a:rPr lang="es-419" dirty="0"/>
              <a:t>Gestionar la asistencia a clases</a:t>
            </a:r>
          </a:p>
        </p:txBody>
      </p:sp>
      <p:sp>
        <p:nvSpPr>
          <p:cNvPr id="13" name="Title 12">
            <a:extLst>
              <a:ext uri="{FF2B5EF4-FFF2-40B4-BE49-F238E27FC236}">
                <a16:creationId xmlns:a16="http://schemas.microsoft.com/office/drawing/2014/main" id="{9E843CF3-7C31-E2FD-4E86-1D8E4FB8E6BC}"/>
              </a:ext>
            </a:extLst>
          </p:cNvPr>
          <p:cNvSpPr>
            <a:spLocks noGrp="1"/>
          </p:cNvSpPr>
          <p:nvPr>
            <p:ph type="title"/>
          </p:nvPr>
        </p:nvSpPr>
        <p:spPr>
          <a:xfrm>
            <a:off x="861398" y="324440"/>
            <a:ext cx="10477497" cy="898555"/>
          </a:xfrm>
        </p:spPr>
        <p:txBody>
          <a:bodyPr/>
          <a:lstStyle/>
          <a:p>
            <a:r>
              <a:rPr lang="es-ES_tradnl" dirty="0">
                <a:solidFill>
                  <a:schemeClr val="accent1"/>
                </a:solidFill>
              </a:rPr>
              <a:t> </a:t>
            </a:r>
            <a:r>
              <a:rPr lang="es-ES_tradnl" b="1" dirty="0">
                <a:solidFill>
                  <a:schemeClr val="accent1"/>
                </a:solidFill>
              </a:rPr>
              <a:t>Configuraciones: Integración</a:t>
            </a:r>
          </a:p>
        </p:txBody>
      </p:sp>
      <p:sp>
        <p:nvSpPr>
          <p:cNvPr id="8" name="Rectángulo redondeado 5">
            <a:extLst>
              <a:ext uri="{FF2B5EF4-FFF2-40B4-BE49-F238E27FC236}">
                <a16:creationId xmlns:a16="http://schemas.microsoft.com/office/drawing/2014/main" id="{CD4A6992-2E53-4559-7C31-ED566611B278}"/>
              </a:ext>
            </a:extLst>
          </p:cNvPr>
          <p:cNvSpPr/>
          <p:nvPr/>
        </p:nvSpPr>
        <p:spPr>
          <a:xfrm>
            <a:off x="1000252" y="4010727"/>
            <a:ext cx="5669420" cy="771585"/>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defTabSz="457200"/>
            <a:r>
              <a:rPr lang="es-ES" sz="1200" dirty="0">
                <a:solidFill>
                  <a:schemeClr val="bg1"/>
                </a:solidFill>
                <a:cs typeface="Arial"/>
              </a:rPr>
              <a:t>Para configurar la lógica (</a:t>
            </a:r>
            <a:r>
              <a:rPr lang="es-ES" sz="1200" dirty="0" err="1">
                <a:solidFill>
                  <a:schemeClr val="bg1"/>
                </a:solidFill>
                <a:cs typeface="Arial"/>
              </a:rPr>
              <a:t>sql</a:t>
            </a:r>
            <a:r>
              <a:rPr lang="es-ES" sz="1200" dirty="0">
                <a:solidFill>
                  <a:schemeClr val="bg1"/>
                </a:solidFill>
                <a:cs typeface="Arial"/>
              </a:rPr>
              <a:t>) que calculará el porcentaje de asistencia, debemos ingresar a GORRSQL y escoger el proceso ATTENDANCE_TRACKING y la regla ATTR_UPDATE_GRADEBOOK  clic en Ir</a:t>
            </a:r>
          </a:p>
        </p:txBody>
      </p:sp>
    </p:spTree>
    <p:extLst>
      <p:ext uri="{BB962C8B-B14F-4D97-AF65-F5344CB8AC3E}">
        <p14:creationId xmlns:p14="http://schemas.microsoft.com/office/powerpoint/2010/main" val="833248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A06A7-326E-1D87-A900-1F3DC68040E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5EDC6A4-2116-04EB-B03E-E66AA18826E0}"/>
              </a:ext>
            </a:extLst>
          </p:cNvPr>
          <p:cNvPicPr>
            <a:picLocks noChangeAspect="1"/>
          </p:cNvPicPr>
          <p:nvPr/>
        </p:nvPicPr>
        <p:blipFill>
          <a:blip r:embed="rId3"/>
          <a:stretch>
            <a:fillRect/>
          </a:stretch>
        </p:blipFill>
        <p:spPr>
          <a:xfrm>
            <a:off x="1106424" y="892259"/>
            <a:ext cx="10314432" cy="5084655"/>
          </a:xfrm>
          <a:prstGeom prst="rect">
            <a:avLst/>
          </a:prstGeom>
        </p:spPr>
      </p:pic>
      <p:sp>
        <p:nvSpPr>
          <p:cNvPr id="2" name="Marcador de texto vertical 1">
            <a:extLst>
              <a:ext uri="{FF2B5EF4-FFF2-40B4-BE49-F238E27FC236}">
                <a16:creationId xmlns:a16="http://schemas.microsoft.com/office/drawing/2014/main" id="{356051DB-19F0-7290-3C4C-5A7510678ED3}"/>
              </a:ext>
            </a:extLst>
          </p:cNvPr>
          <p:cNvSpPr>
            <a:spLocks noGrp="1"/>
          </p:cNvSpPr>
          <p:nvPr>
            <p:ph type="body" orient="vert" sz="quarter" idx="17"/>
          </p:nvPr>
        </p:nvSpPr>
        <p:spPr/>
        <p:txBody>
          <a:bodyPr/>
          <a:lstStyle/>
          <a:p>
            <a:r>
              <a:rPr lang="es-419" dirty="0"/>
              <a:t>Gestionar la asistencia a clases</a:t>
            </a:r>
          </a:p>
        </p:txBody>
      </p:sp>
      <p:sp>
        <p:nvSpPr>
          <p:cNvPr id="13" name="Title 12">
            <a:extLst>
              <a:ext uri="{FF2B5EF4-FFF2-40B4-BE49-F238E27FC236}">
                <a16:creationId xmlns:a16="http://schemas.microsoft.com/office/drawing/2014/main" id="{A0335753-67C6-89DB-F2FE-0B0869F8797C}"/>
              </a:ext>
            </a:extLst>
          </p:cNvPr>
          <p:cNvSpPr>
            <a:spLocks noGrp="1"/>
          </p:cNvSpPr>
          <p:nvPr>
            <p:ph type="title"/>
          </p:nvPr>
        </p:nvSpPr>
        <p:spPr>
          <a:xfrm>
            <a:off x="861398" y="324440"/>
            <a:ext cx="10477497" cy="898555"/>
          </a:xfrm>
        </p:spPr>
        <p:txBody>
          <a:bodyPr/>
          <a:lstStyle/>
          <a:p>
            <a:r>
              <a:rPr lang="es-ES_tradnl" dirty="0">
                <a:solidFill>
                  <a:schemeClr val="accent1"/>
                </a:solidFill>
              </a:rPr>
              <a:t>Configuraciones: Cálculo</a:t>
            </a:r>
            <a:endParaRPr lang="es-ES_tradnl" b="1" dirty="0">
              <a:solidFill>
                <a:schemeClr val="accent1"/>
              </a:solidFill>
            </a:endParaRPr>
          </a:p>
        </p:txBody>
      </p:sp>
      <p:sp>
        <p:nvSpPr>
          <p:cNvPr id="8" name="Rectángulo redondeado 5">
            <a:extLst>
              <a:ext uri="{FF2B5EF4-FFF2-40B4-BE49-F238E27FC236}">
                <a16:creationId xmlns:a16="http://schemas.microsoft.com/office/drawing/2014/main" id="{DC4B6FDF-DFDE-BD8D-709F-94B33A1D0FB1}"/>
              </a:ext>
            </a:extLst>
          </p:cNvPr>
          <p:cNvSpPr/>
          <p:nvPr/>
        </p:nvSpPr>
        <p:spPr>
          <a:xfrm>
            <a:off x="3661156" y="5205329"/>
            <a:ext cx="5669420" cy="771585"/>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defTabSz="457200"/>
            <a:r>
              <a:rPr lang="es-ES" sz="1200" dirty="0">
                <a:solidFill>
                  <a:schemeClr val="bg1"/>
                </a:solidFill>
                <a:cs typeface="Arial"/>
              </a:rPr>
              <a:t>La instrucción SQL debe esta validada con el botón “Validar SQL”  y el check “Validado”. También debe estar marcado como Activo. Debe definir este cálculo dependiendo de cual sea el más adecuado para la institución.</a:t>
            </a:r>
          </a:p>
        </p:txBody>
      </p:sp>
    </p:spTree>
    <p:extLst>
      <p:ext uri="{BB962C8B-B14F-4D97-AF65-F5344CB8AC3E}">
        <p14:creationId xmlns:p14="http://schemas.microsoft.com/office/powerpoint/2010/main" val="2109439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4E662-3246-FF27-8EC1-DCE2232B1845}"/>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1F6A83C3-0CF6-A1E9-0FA8-5163EA3A1E3F}"/>
              </a:ext>
            </a:extLst>
          </p:cNvPr>
          <p:cNvSpPr>
            <a:spLocks noGrp="1"/>
          </p:cNvSpPr>
          <p:nvPr>
            <p:ph type="body" orient="vert" sz="quarter" idx="17"/>
          </p:nvPr>
        </p:nvSpPr>
        <p:spPr/>
        <p:txBody>
          <a:bodyPr/>
          <a:lstStyle/>
          <a:p>
            <a:r>
              <a:rPr lang="es-419" dirty="0"/>
              <a:t>Gestionar la asistencia a clases</a:t>
            </a:r>
          </a:p>
        </p:txBody>
      </p:sp>
      <p:sp>
        <p:nvSpPr>
          <p:cNvPr id="13" name="Title 12">
            <a:extLst>
              <a:ext uri="{FF2B5EF4-FFF2-40B4-BE49-F238E27FC236}">
                <a16:creationId xmlns:a16="http://schemas.microsoft.com/office/drawing/2014/main" id="{40989BC9-8172-DF99-83C4-80B6C668E08E}"/>
              </a:ext>
            </a:extLst>
          </p:cNvPr>
          <p:cNvSpPr>
            <a:spLocks noGrp="1"/>
          </p:cNvSpPr>
          <p:nvPr>
            <p:ph type="title"/>
          </p:nvPr>
        </p:nvSpPr>
        <p:spPr>
          <a:xfrm>
            <a:off x="861398" y="324440"/>
            <a:ext cx="10477497" cy="898555"/>
          </a:xfrm>
        </p:spPr>
        <p:txBody>
          <a:bodyPr/>
          <a:lstStyle/>
          <a:p>
            <a:r>
              <a:rPr lang="es-ES_tradnl" dirty="0">
                <a:solidFill>
                  <a:schemeClr val="accent1"/>
                </a:solidFill>
              </a:rPr>
              <a:t>Configuraciones: Regla</a:t>
            </a:r>
            <a:endParaRPr lang="es-ES_tradnl" b="1" dirty="0">
              <a:solidFill>
                <a:schemeClr val="accent1"/>
              </a:solidFill>
            </a:endParaRPr>
          </a:p>
        </p:txBody>
      </p:sp>
      <p:sp>
        <p:nvSpPr>
          <p:cNvPr id="8" name="Rectángulo redondeado 5">
            <a:extLst>
              <a:ext uri="{FF2B5EF4-FFF2-40B4-BE49-F238E27FC236}">
                <a16:creationId xmlns:a16="http://schemas.microsoft.com/office/drawing/2014/main" id="{EFAD7095-7B2B-66D6-E2E9-4BEE3835D44D}"/>
              </a:ext>
            </a:extLst>
          </p:cNvPr>
          <p:cNvSpPr/>
          <p:nvPr/>
        </p:nvSpPr>
        <p:spPr>
          <a:xfrm>
            <a:off x="1494028" y="4931009"/>
            <a:ext cx="5669420" cy="771585"/>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defTabSz="457200"/>
            <a:r>
              <a:rPr lang="es-ES" sz="1200" dirty="0">
                <a:solidFill>
                  <a:schemeClr val="bg1"/>
                </a:solidFill>
                <a:cs typeface="Arial"/>
              </a:rPr>
              <a:t>Instrucción SQL</a:t>
            </a:r>
          </a:p>
        </p:txBody>
      </p:sp>
      <p:sp>
        <p:nvSpPr>
          <p:cNvPr id="3" name="TextBox 2">
            <a:extLst>
              <a:ext uri="{FF2B5EF4-FFF2-40B4-BE49-F238E27FC236}">
                <a16:creationId xmlns:a16="http://schemas.microsoft.com/office/drawing/2014/main" id="{98FB2EF1-45D1-548F-882B-C6F3024877C7}"/>
              </a:ext>
            </a:extLst>
          </p:cNvPr>
          <p:cNvSpPr txBox="1"/>
          <p:nvPr/>
        </p:nvSpPr>
        <p:spPr>
          <a:xfrm>
            <a:off x="1024128" y="1362456"/>
            <a:ext cx="10143744" cy="2769989"/>
          </a:xfrm>
          <a:prstGeom prst="rect">
            <a:avLst/>
          </a:prstGeom>
          <a:noFill/>
          <a:ln>
            <a:solidFill>
              <a:schemeClr val="tx1"/>
            </a:solidFill>
          </a:ln>
        </p:spPr>
        <p:txBody>
          <a:bodyPr wrap="square" lIns="0" tIns="0" rIns="0" bIns="0" rtlCol="0">
            <a:spAutoFit/>
          </a:bodyPr>
          <a:lstStyle/>
          <a:p>
            <a:pPr algn="l"/>
            <a:r>
              <a:rPr lang="en-US" i="1" dirty="0"/>
              <a:t>select sum(</a:t>
            </a:r>
            <a:r>
              <a:rPr lang="en-US" i="1" dirty="0" err="1"/>
              <a:t>sorsatr_actual_hrs</a:t>
            </a:r>
            <a:r>
              <a:rPr lang="en-US" i="1" dirty="0"/>
              <a:t>) / sum(</a:t>
            </a:r>
            <a:r>
              <a:rPr lang="en-US" i="1" dirty="0" err="1"/>
              <a:t>sorsatr_expect_hrs</a:t>
            </a:r>
            <a:r>
              <a:rPr lang="en-US" i="1" dirty="0"/>
              <a:t>) * 100</a:t>
            </a:r>
          </a:p>
          <a:p>
            <a:pPr algn="l"/>
            <a:r>
              <a:rPr lang="en-US" i="1" dirty="0"/>
              <a:t>  from </a:t>
            </a:r>
            <a:r>
              <a:rPr lang="en-US" i="1" dirty="0" err="1"/>
              <a:t>sorsatr</a:t>
            </a:r>
            <a:endParaRPr lang="en-US" i="1" dirty="0"/>
          </a:p>
          <a:p>
            <a:pPr algn="l"/>
            <a:r>
              <a:rPr lang="en-US" i="1" dirty="0"/>
              <a:t> where </a:t>
            </a:r>
            <a:r>
              <a:rPr lang="en-US" i="1" dirty="0" err="1"/>
              <a:t>sorsatr_pidm</a:t>
            </a:r>
            <a:r>
              <a:rPr lang="en-US" i="1" dirty="0"/>
              <a:t> = :STUDENT_PIDM</a:t>
            </a:r>
          </a:p>
          <a:p>
            <a:pPr algn="l"/>
            <a:r>
              <a:rPr lang="en-US" i="1" dirty="0"/>
              <a:t>   and </a:t>
            </a:r>
            <a:r>
              <a:rPr lang="en-US" i="1" dirty="0" err="1"/>
              <a:t>sorsatr_surrogate_id_ssrmeet</a:t>
            </a:r>
            <a:r>
              <a:rPr lang="en-US" i="1" dirty="0"/>
              <a:t> in</a:t>
            </a:r>
          </a:p>
          <a:p>
            <a:pPr algn="l"/>
            <a:r>
              <a:rPr lang="en-US" i="1" dirty="0"/>
              <a:t>       (select </a:t>
            </a:r>
            <a:r>
              <a:rPr lang="en-US" i="1" dirty="0" err="1"/>
              <a:t>ssrmeet_surrogate_id</a:t>
            </a:r>
            <a:endParaRPr lang="en-US" i="1" dirty="0"/>
          </a:p>
          <a:p>
            <a:pPr algn="l"/>
            <a:r>
              <a:rPr lang="en-US" i="1" dirty="0"/>
              <a:t>          from </a:t>
            </a:r>
            <a:r>
              <a:rPr lang="en-US" i="1" dirty="0" err="1"/>
              <a:t>ssrmeet</a:t>
            </a:r>
            <a:endParaRPr lang="en-US" i="1" dirty="0"/>
          </a:p>
          <a:p>
            <a:pPr algn="l"/>
            <a:r>
              <a:rPr lang="en-US" i="1" dirty="0"/>
              <a:t>         where </a:t>
            </a:r>
            <a:r>
              <a:rPr lang="en-US" i="1" dirty="0" err="1"/>
              <a:t>ssrmeet_mtyp_code</a:t>
            </a:r>
            <a:r>
              <a:rPr lang="en-US" i="1" dirty="0"/>
              <a:t> = :MEETING_CODE</a:t>
            </a:r>
          </a:p>
          <a:p>
            <a:pPr algn="l"/>
            <a:r>
              <a:rPr lang="en-US" i="1" dirty="0"/>
              <a:t>           and </a:t>
            </a:r>
            <a:r>
              <a:rPr lang="en-US" i="1" dirty="0" err="1"/>
              <a:t>ssrmeet_term_code</a:t>
            </a:r>
            <a:r>
              <a:rPr lang="en-US" i="1" dirty="0"/>
              <a:t> = :TERM_CODE</a:t>
            </a:r>
          </a:p>
          <a:p>
            <a:pPr algn="l"/>
            <a:r>
              <a:rPr lang="en-US" i="1" dirty="0"/>
              <a:t>           and </a:t>
            </a:r>
            <a:r>
              <a:rPr lang="en-US" i="1" dirty="0" err="1"/>
              <a:t>ssrmeet_catagory</a:t>
            </a:r>
            <a:r>
              <a:rPr lang="en-US" i="1" dirty="0"/>
              <a:t> = :SESSION_ID</a:t>
            </a:r>
          </a:p>
          <a:p>
            <a:pPr algn="l"/>
            <a:r>
              <a:rPr lang="en-US" i="1" dirty="0"/>
              <a:t>           and </a:t>
            </a:r>
            <a:r>
              <a:rPr lang="en-US" i="1" dirty="0" err="1"/>
              <a:t>ssrmeet_crn</a:t>
            </a:r>
            <a:r>
              <a:rPr lang="en-US" i="1" dirty="0"/>
              <a:t> = :CRN)</a:t>
            </a:r>
          </a:p>
        </p:txBody>
      </p:sp>
    </p:spTree>
    <p:extLst>
      <p:ext uri="{BB962C8B-B14F-4D97-AF65-F5344CB8AC3E}">
        <p14:creationId xmlns:p14="http://schemas.microsoft.com/office/powerpoint/2010/main" val="3459810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5F512-4A36-8187-25EE-1D27E74BB8F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7A92178-1624-3687-29E7-19CC43E2B8DF}"/>
              </a:ext>
            </a:extLst>
          </p:cNvPr>
          <p:cNvPicPr>
            <a:picLocks noChangeAspect="1"/>
          </p:cNvPicPr>
          <p:nvPr/>
        </p:nvPicPr>
        <p:blipFill>
          <a:blip r:embed="rId3"/>
          <a:stretch>
            <a:fillRect/>
          </a:stretch>
        </p:blipFill>
        <p:spPr>
          <a:xfrm>
            <a:off x="978408" y="1082812"/>
            <a:ext cx="10477497" cy="5173128"/>
          </a:xfrm>
          <a:prstGeom prst="rect">
            <a:avLst/>
          </a:prstGeom>
        </p:spPr>
      </p:pic>
      <p:sp>
        <p:nvSpPr>
          <p:cNvPr id="2" name="Marcador de texto vertical 1">
            <a:extLst>
              <a:ext uri="{FF2B5EF4-FFF2-40B4-BE49-F238E27FC236}">
                <a16:creationId xmlns:a16="http://schemas.microsoft.com/office/drawing/2014/main" id="{3A5C79D1-49F9-6979-C892-00402B30E165}"/>
              </a:ext>
            </a:extLst>
          </p:cNvPr>
          <p:cNvSpPr>
            <a:spLocks noGrp="1"/>
          </p:cNvSpPr>
          <p:nvPr>
            <p:ph type="body" orient="vert" sz="quarter" idx="17"/>
          </p:nvPr>
        </p:nvSpPr>
        <p:spPr/>
        <p:txBody>
          <a:bodyPr/>
          <a:lstStyle/>
          <a:p>
            <a:r>
              <a:rPr lang="es-419" dirty="0"/>
              <a:t>Gestionar la asistencia a clases</a:t>
            </a:r>
          </a:p>
        </p:txBody>
      </p:sp>
      <p:sp>
        <p:nvSpPr>
          <p:cNvPr id="13" name="Title 12">
            <a:extLst>
              <a:ext uri="{FF2B5EF4-FFF2-40B4-BE49-F238E27FC236}">
                <a16:creationId xmlns:a16="http://schemas.microsoft.com/office/drawing/2014/main" id="{DD190B5F-B050-13B7-5853-7BAC6151F329}"/>
              </a:ext>
            </a:extLst>
          </p:cNvPr>
          <p:cNvSpPr>
            <a:spLocks noGrp="1"/>
          </p:cNvSpPr>
          <p:nvPr>
            <p:ph type="title"/>
          </p:nvPr>
        </p:nvSpPr>
        <p:spPr>
          <a:xfrm>
            <a:off x="861398" y="324440"/>
            <a:ext cx="10477497" cy="898555"/>
          </a:xfrm>
        </p:spPr>
        <p:txBody>
          <a:bodyPr/>
          <a:lstStyle/>
          <a:p>
            <a:r>
              <a:rPr lang="es-ES_tradnl" dirty="0">
                <a:solidFill>
                  <a:schemeClr val="accent1"/>
                </a:solidFill>
              </a:rPr>
              <a:t>Configuraciones: Cálculo</a:t>
            </a:r>
            <a:endParaRPr lang="es-ES_tradnl" b="1" dirty="0">
              <a:solidFill>
                <a:schemeClr val="accent1"/>
              </a:solidFill>
            </a:endParaRPr>
          </a:p>
        </p:txBody>
      </p:sp>
      <p:sp>
        <p:nvSpPr>
          <p:cNvPr id="8" name="Rectángulo redondeado 5">
            <a:extLst>
              <a:ext uri="{FF2B5EF4-FFF2-40B4-BE49-F238E27FC236}">
                <a16:creationId xmlns:a16="http://schemas.microsoft.com/office/drawing/2014/main" id="{5A7402AF-DF27-C560-F7F2-27B073505EBC}"/>
              </a:ext>
            </a:extLst>
          </p:cNvPr>
          <p:cNvSpPr/>
          <p:nvPr/>
        </p:nvSpPr>
        <p:spPr>
          <a:xfrm>
            <a:off x="1494028" y="4931009"/>
            <a:ext cx="5669420" cy="1241190"/>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a:r>
              <a:rPr lang="es-ES_tradnl" sz="1200" dirty="0"/>
              <a:t>Estos parámetros deben estar creado en GTVSQPA</a:t>
            </a:r>
          </a:p>
          <a:p>
            <a:pPr marL="171450" indent="-171450">
              <a:buFont typeface="Arial" panose="020B0604020202020204" pitchFamily="34" charset="0"/>
              <a:buChar char="•"/>
            </a:pPr>
            <a:r>
              <a:rPr lang="es-ES_tradnl" sz="1200" dirty="0"/>
              <a:t>CRN</a:t>
            </a:r>
          </a:p>
          <a:p>
            <a:pPr marL="171450" indent="-171450">
              <a:buFont typeface="Arial" panose="020B0604020202020204" pitchFamily="34" charset="0"/>
              <a:buChar char="•"/>
            </a:pPr>
            <a:r>
              <a:rPr lang="es-ES_tradnl" sz="1200" dirty="0"/>
              <a:t>MEETING_CODE</a:t>
            </a:r>
          </a:p>
          <a:p>
            <a:pPr marL="171450" indent="-171450">
              <a:buFont typeface="Arial" panose="020B0604020202020204" pitchFamily="34" charset="0"/>
              <a:buChar char="•"/>
            </a:pPr>
            <a:r>
              <a:rPr lang="es-ES_tradnl" sz="1200" dirty="0"/>
              <a:t>SESSION_ID</a:t>
            </a:r>
          </a:p>
          <a:p>
            <a:pPr marL="171450" indent="-171450">
              <a:buFont typeface="Arial" panose="020B0604020202020204" pitchFamily="34" charset="0"/>
              <a:buChar char="•"/>
            </a:pPr>
            <a:r>
              <a:rPr lang="es-ES_tradnl" sz="1200" dirty="0"/>
              <a:t>STUDENT_PIDM</a:t>
            </a:r>
          </a:p>
          <a:p>
            <a:pPr marL="171450" indent="-171450">
              <a:buFont typeface="Arial" panose="020B0604020202020204" pitchFamily="34" charset="0"/>
              <a:buChar char="•"/>
            </a:pPr>
            <a:r>
              <a:rPr lang="es-ES_tradnl" sz="1200" dirty="0"/>
              <a:t>TERM_CODE</a:t>
            </a:r>
          </a:p>
        </p:txBody>
      </p:sp>
    </p:spTree>
    <p:extLst>
      <p:ext uri="{BB962C8B-B14F-4D97-AF65-F5344CB8AC3E}">
        <p14:creationId xmlns:p14="http://schemas.microsoft.com/office/powerpoint/2010/main" val="356988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8EFB9-E0F2-606B-4331-9F3FA57050D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113FE38-24FC-AD47-DD80-2D3D315386B0}"/>
              </a:ext>
            </a:extLst>
          </p:cNvPr>
          <p:cNvPicPr>
            <a:picLocks noChangeAspect="1"/>
          </p:cNvPicPr>
          <p:nvPr/>
        </p:nvPicPr>
        <p:blipFill>
          <a:blip r:embed="rId3"/>
          <a:stretch>
            <a:fillRect/>
          </a:stretch>
        </p:blipFill>
        <p:spPr>
          <a:xfrm>
            <a:off x="932688" y="957902"/>
            <a:ext cx="10566246" cy="5214297"/>
          </a:xfrm>
          <a:prstGeom prst="rect">
            <a:avLst/>
          </a:prstGeom>
        </p:spPr>
      </p:pic>
      <p:sp>
        <p:nvSpPr>
          <p:cNvPr id="2" name="Marcador de texto vertical 1">
            <a:extLst>
              <a:ext uri="{FF2B5EF4-FFF2-40B4-BE49-F238E27FC236}">
                <a16:creationId xmlns:a16="http://schemas.microsoft.com/office/drawing/2014/main" id="{B3D07B21-6DC6-B649-DDDF-91FD712781A2}"/>
              </a:ext>
            </a:extLst>
          </p:cNvPr>
          <p:cNvSpPr>
            <a:spLocks noGrp="1"/>
          </p:cNvSpPr>
          <p:nvPr>
            <p:ph type="body" orient="vert" sz="quarter" idx="17"/>
          </p:nvPr>
        </p:nvSpPr>
        <p:spPr/>
        <p:txBody>
          <a:bodyPr/>
          <a:lstStyle/>
          <a:p>
            <a:r>
              <a:rPr lang="es-419" dirty="0"/>
              <a:t>Gestionar la asistencia a clases</a:t>
            </a:r>
          </a:p>
        </p:txBody>
      </p:sp>
      <p:sp>
        <p:nvSpPr>
          <p:cNvPr id="13" name="Title 12">
            <a:extLst>
              <a:ext uri="{FF2B5EF4-FFF2-40B4-BE49-F238E27FC236}">
                <a16:creationId xmlns:a16="http://schemas.microsoft.com/office/drawing/2014/main" id="{3000E42C-98BC-C3D3-CD99-848E55F9B598}"/>
              </a:ext>
            </a:extLst>
          </p:cNvPr>
          <p:cNvSpPr>
            <a:spLocks noGrp="1"/>
          </p:cNvSpPr>
          <p:nvPr>
            <p:ph type="title"/>
          </p:nvPr>
        </p:nvSpPr>
        <p:spPr>
          <a:xfrm>
            <a:off x="861398" y="324440"/>
            <a:ext cx="10477497" cy="898555"/>
          </a:xfrm>
        </p:spPr>
        <p:txBody>
          <a:bodyPr/>
          <a:lstStyle/>
          <a:p>
            <a:r>
              <a:rPr lang="es-ES_tradnl" dirty="0">
                <a:solidFill>
                  <a:schemeClr val="accent1"/>
                </a:solidFill>
              </a:rPr>
              <a:t>Configuraciones: Cálculo</a:t>
            </a:r>
            <a:endParaRPr lang="es-ES_tradnl" b="1" dirty="0">
              <a:solidFill>
                <a:schemeClr val="accent1"/>
              </a:solidFill>
            </a:endParaRPr>
          </a:p>
        </p:txBody>
      </p:sp>
      <p:sp>
        <p:nvSpPr>
          <p:cNvPr id="8" name="Rectángulo redondeado 5">
            <a:extLst>
              <a:ext uri="{FF2B5EF4-FFF2-40B4-BE49-F238E27FC236}">
                <a16:creationId xmlns:a16="http://schemas.microsoft.com/office/drawing/2014/main" id="{237DA39F-EAFA-70FB-78E1-9F587C8A470C}"/>
              </a:ext>
            </a:extLst>
          </p:cNvPr>
          <p:cNvSpPr/>
          <p:nvPr/>
        </p:nvSpPr>
        <p:spPr>
          <a:xfrm>
            <a:off x="1494028" y="4931009"/>
            <a:ext cx="5669420" cy="1241190"/>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a:r>
              <a:rPr lang="es-ES_tradnl" sz="1200" dirty="0"/>
              <a:t>Y asociados al proceso ATTENDANCE_TRACKING en GORSQPA. No cambie los nombres de los parámetros, vienes por defecto por Banner.</a:t>
            </a:r>
          </a:p>
        </p:txBody>
      </p:sp>
    </p:spTree>
    <p:extLst>
      <p:ext uri="{BB962C8B-B14F-4D97-AF65-F5344CB8AC3E}">
        <p14:creationId xmlns:p14="http://schemas.microsoft.com/office/powerpoint/2010/main" val="174628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798D02AF-33CA-624E-9D7B-B3C0D3B57E69}"/>
              </a:ext>
            </a:extLst>
          </p:cNvPr>
          <p:cNvSpPr txBox="1">
            <a:spLocks/>
          </p:cNvSpPr>
          <p:nvPr/>
        </p:nvSpPr>
        <p:spPr>
          <a:xfrm>
            <a:off x="475488" y="3764925"/>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highlight>
                <a:srgbClr val="FFFF00"/>
              </a:highlight>
            </a:endParaRPr>
          </a:p>
        </p:txBody>
      </p:sp>
      <p:sp>
        <p:nvSpPr>
          <p:cNvPr id="2" name="Marcador de texto vertical 1">
            <a:extLst>
              <a:ext uri="{FF2B5EF4-FFF2-40B4-BE49-F238E27FC236}">
                <a16:creationId xmlns:a16="http://schemas.microsoft.com/office/drawing/2014/main" id="{DC24C19C-7700-BA6F-A368-8C268301C18B}"/>
              </a:ext>
            </a:extLst>
          </p:cNvPr>
          <p:cNvSpPr>
            <a:spLocks noGrp="1"/>
          </p:cNvSpPr>
          <p:nvPr>
            <p:ph type="body" orient="vert" sz="quarter" idx="10"/>
          </p:nvPr>
        </p:nvSpPr>
        <p:spPr/>
        <p:txBody>
          <a:bodyPr/>
          <a:lstStyle/>
          <a:p>
            <a:r>
              <a:rPr lang="es-419" dirty="0"/>
              <a:t>Gestionar la asistencia a clases</a:t>
            </a:r>
          </a:p>
        </p:txBody>
      </p:sp>
      <p:sp>
        <p:nvSpPr>
          <p:cNvPr id="9" name="Title 4">
            <a:extLst>
              <a:ext uri="{FF2B5EF4-FFF2-40B4-BE49-F238E27FC236}">
                <a16:creationId xmlns:a16="http://schemas.microsoft.com/office/drawing/2014/main" id="{1B844552-F3F6-FD42-A78F-2491C68600DD}"/>
              </a:ext>
            </a:extLst>
          </p:cNvPr>
          <p:cNvSpPr>
            <a:spLocks noGrp="1"/>
          </p:cNvSpPr>
          <p:nvPr>
            <p:ph type="title"/>
          </p:nvPr>
        </p:nvSpPr>
        <p:spPr/>
        <p:txBody>
          <a:bodyPr/>
          <a:lstStyle/>
          <a:p>
            <a:r>
              <a:rPr lang="es-ES" dirty="0"/>
              <a:t>Fechas de ingreso de calificaciones</a:t>
            </a:r>
            <a:endParaRPr lang="es-ES_tradnl" dirty="0"/>
          </a:p>
        </p:txBody>
      </p:sp>
      <p:sp>
        <p:nvSpPr>
          <p:cNvPr id="4" name="Text Placeholder 5">
            <a:extLst>
              <a:ext uri="{FF2B5EF4-FFF2-40B4-BE49-F238E27FC236}">
                <a16:creationId xmlns:a16="http://schemas.microsoft.com/office/drawing/2014/main" id="{A7EC565E-4147-48A2-809D-0F2B43952994}"/>
              </a:ext>
            </a:extLst>
          </p:cNvPr>
          <p:cNvSpPr txBox="1">
            <a:spLocks/>
          </p:cNvSpPr>
          <p:nvPr/>
        </p:nvSpPr>
        <p:spPr>
          <a:xfrm>
            <a:off x="475488" y="3898421"/>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p>
        </p:txBody>
      </p:sp>
    </p:spTree>
    <p:extLst>
      <p:ext uri="{BB962C8B-B14F-4D97-AF65-F5344CB8AC3E}">
        <p14:creationId xmlns:p14="http://schemas.microsoft.com/office/powerpoint/2010/main" val="48322903"/>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FBDE77-DFFA-948F-AB37-D9AA5610C4E4}"/>
              </a:ext>
            </a:extLst>
          </p:cNvPr>
          <p:cNvPicPr>
            <a:picLocks noChangeAspect="1"/>
          </p:cNvPicPr>
          <p:nvPr/>
        </p:nvPicPr>
        <p:blipFill>
          <a:blip r:embed="rId3"/>
          <a:stretch>
            <a:fillRect/>
          </a:stretch>
        </p:blipFill>
        <p:spPr>
          <a:xfrm>
            <a:off x="853105" y="1011225"/>
            <a:ext cx="10204704" cy="5030563"/>
          </a:xfrm>
          <a:prstGeom prst="rect">
            <a:avLst/>
          </a:prstGeom>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861398" y="324440"/>
            <a:ext cx="10477497" cy="898555"/>
          </a:xfrm>
        </p:spPr>
        <p:txBody>
          <a:bodyPr/>
          <a:lstStyle/>
          <a:p>
            <a:r>
              <a:rPr lang="es-ES_tradnl" dirty="0">
                <a:solidFill>
                  <a:schemeClr val="accent1"/>
                </a:solidFill>
              </a:rPr>
              <a:t>Configuraciones: Fechas</a:t>
            </a:r>
            <a:endParaRPr lang="es-ES_tradnl" b="1" dirty="0">
              <a:solidFill>
                <a:schemeClr val="accent1"/>
              </a:solidFill>
            </a:endParaRPr>
          </a:p>
        </p:txBody>
      </p:sp>
      <p:sp>
        <p:nvSpPr>
          <p:cNvPr id="8" name="Rectángulo redondeado 5">
            <a:extLst>
              <a:ext uri="{FF2B5EF4-FFF2-40B4-BE49-F238E27FC236}">
                <a16:creationId xmlns:a16="http://schemas.microsoft.com/office/drawing/2014/main" id="{5C365D31-D788-0F72-0C35-969C91A0AC7A}"/>
              </a:ext>
            </a:extLst>
          </p:cNvPr>
          <p:cNvSpPr/>
          <p:nvPr/>
        </p:nvSpPr>
        <p:spPr>
          <a:xfrm>
            <a:off x="2728790" y="5500048"/>
            <a:ext cx="5669420" cy="108348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defTabSz="457200"/>
            <a:r>
              <a:rPr lang="es-ES" sz="1200" dirty="0">
                <a:solidFill>
                  <a:schemeClr val="bg1"/>
                </a:solidFill>
                <a:cs typeface="Arial"/>
              </a:rPr>
              <a:t>Para asegurar el envío del porcentaje de asistencia, deben estar abiertas las fechas para captura de puntaje</a:t>
            </a:r>
            <a:r>
              <a:rPr lang="es-ES_tradnl" sz="1200" dirty="0">
                <a:solidFill>
                  <a:schemeClr val="bg1"/>
                </a:solidFill>
                <a:cs typeface="Arial"/>
              </a:rPr>
              <a:t>.</a:t>
            </a:r>
          </a:p>
        </p:txBody>
      </p:sp>
    </p:spTree>
    <p:extLst>
      <p:ext uri="{BB962C8B-B14F-4D97-AF65-F5344CB8AC3E}">
        <p14:creationId xmlns:p14="http://schemas.microsoft.com/office/powerpoint/2010/main" val="178364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798D02AF-33CA-624E-9D7B-B3C0D3B57E69}"/>
              </a:ext>
            </a:extLst>
          </p:cNvPr>
          <p:cNvSpPr txBox="1">
            <a:spLocks/>
          </p:cNvSpPr>
          <p:nvPr/>
        </p:nvSpPr>
        <p:spPr>
          <a:xfrm>
            <a:off x="475488" y="3764925"/>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highlight>
                <a:srgbClr val="FFFF00"/>
              </a:highlight>
            </a:endParaRPr>
          </a:p>
        </p:txBody>
      </p:sp>
      <p:sp>
        <p:nvSpPr>
          <p:cNvPr id="2" name="Marcador de texto vertical 1">
            <a:extLst>
              <a:ext uri="{FF2B5EF4-FFF2-40B4-BE49-F238E27FC236}">
                <a16:creationId xmlns:a16="http://schemas.microsoft.com/office/drawing/2014/main" id="{DC24C19C-7700-BA6F-A368-8C268301C18B}"/>
              </a:ext>
            </a:extLst>
          </p:cNvPr>
          <p:cNvSpPr>
            <a:spLocks noGrp="1"/>
          </p:cNvSpPr>
          <p:nvPr>
            <p:ph type="body" orient="vert" sz="quarter" idx="10"/>
          </p:nvPr>
        </p:nvSpPr>
        <p:spPr/>
        <p:txBody>
          <a:bodyPr/>
          <a:lstStyle/>
          <a:p>
            <a:r>
              <a:rPr lang="es-419" dirty="0"/>
              <a:t>Gestionar la asistencia a clases</a:t>
            </a:r>
          </a:p>
        </p:txBody>
      </p:sp>
      <p:sp>
        <p:nvSpPr>
          <p:cNvPr id="9" name="Title 4">
            <a:extLst>
              <a:ext uri="{FF2B5EF4-FFF2-40B4-BE49-F238E27FC236}">
                <a16:creationId xmlns:a16="http://schemas.microsoft.com/office/drawing/2014/main" id="{1B844552-F3F6-FD42-A78F-2491C68600DD}"/>
              </a:ext>
            </a:extLst>
          </p:cNvPr>
          <p:cNvSpPr>
            <a:spLocks noGrp="1"/>
          </p:cNvSpPr>
          <p:nvPr>
            <p:ph type="title"/>
          </p:nvPr>
        </p:nvSpPr>
        <p:spPr/>
        <p:txBody>
          <a:bodyPr/>
          <a:lstStyle/>
          <a:p>
            <a:r>
              <a:rPr lang="es-ES" dirty="0"/>
              <a:t>Escala de calificación</a:t>
            </a:r>
            <a:br>
              <a:rPr lang="es-ES" dirty="0"/>
            </a:br>
            <a:r>
              <a:rPr lang="es-ES" dirty="0"/>
              <a:t>En SHAGSCH</a:t>
            </a:r>
            <a:br>
              <a:rPr lang="es-ES_tradnl" dirty="0"/>
            </a:br>
            <a:endParaRPr lang="es-ES_tradnl" dirty="0"/>
          </a:p>
        </p:txBody>
      </p:sp>
      <p:sp>
        <p:nvSpPr>
          <p:cNvPr id="4" name="Text Placeholder 5">
            <a:extLst>
              <a:ext uri="{FF2B5EF4-FFF2-40B4-BE49-F238E27FC236}">
                <a16:creationId xmlns:a16="http://schemas.microsoft.com/office/drawing/2014/main" id="{A7EC565E-4147-48A2-809D-0F2B43952994}"/>
              </a:ext>
            </a:extLst>
          </p:cNvPr>
          <p:cNvSpPr txBox="1">
            <a:spLocks/>
          </p:cNvSpPr>
          <p:nvPr/>
        </p:nvSpPr>
        <p:spPr>
          <a:xfrm>
            <a:off x="475488" y="3898421"/>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p>
        </p:txBody>
      </p:sp>
    </p:spTree>
    <p:extLst>
      <p:ext uri="{BB962C8B-B14F-4D97-AF65-F5344CB8AC3E}">
        <p14:creationId xmlns:p14="http://schemas.microsoft.com/office/powerpoint/2010/main" val="1917827429"/>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079024-5EE6-C405-A3C8-0A8D94DAC8EF}"/>
              </a:ext>
            </a:extLst>
          </p:cNvPr>
          <p:cNvPicPr>
            <a:picLocks noChangeAspect="1"/>
          </p:cNvPicPr>
          <p:nvPr/>
        </p:nvPicPr>
        <p:blipFill>
          <a:blip r:embed="rId3"/>
          <a:stretch>
            <a:fillRect/>
          </a:stretch>
        </p:blipFill>
        <p:spPr>
          <a:xfrm>
            <a:off x="832104" y="1765527"/>
            <a:ext cx="11036808" cy="2760640"/>
          </a:xfrm>
          <a:prstGeom prst="rect">
            <a:avLst/>
          </a:prstGeom>
        </p:spPr>
      </p:pic>
      <p:sp>
        <p:nvSpPr>
          <p:cNvPr id="2" name="Marcador de texto vertical 1">
            <a:extLst>
              <a:ext uri="{FF2B5EF4-FFF2-40B4-BE49-F238E27FC236}">
                <a16:creationId xmlns:a16="http://schemas.microsoft.com/office/drawing/2014/main" id="{8138B725-C426-4132-9A89-C7A5DD2722AF}"/>
              </a:ext>
            </a:extLst>
          </p:cNvPr>
          <p:cNvSpPr>
            <a:spLocks noGrp="1"/>
          </p:cNvSpPr>
          <p:nvPr>
            <p:ph type="body" orient="vert" sz="quarter" idx="17"/>
          </p:nvPr>
        </p:nvSpPr>
        <p:spPr/>
        <p:txBody>
          <a:bodyPr/>
          <a:lstStyle/>
          <a:p>
            <a:r>
              <a:rPr lang="es-419" dirty="0"/>
              <a:t>Gestionar la asistencia a clases</a:t>
            </a:r>
          </a:p>
        </p:txBody>
      </p:sp>
      <p:sp>
        <p:nvSpPr>
          <p:cNvPr id="13" name="Title 12"/>
          <p:cNvSpPr>
            <a:spLocks noGrp="1"/>
          </p:cNvSpPr>
          <p:nvPr>
            <p:ph type="title"/>
          </p:nvPr>
        </p:nvSpPr>
        <p:spPr>
          <a:xfrm>
            <a:off x="939588" y="511401"/>
            <a:ext cx="10477497" cy="898555"/>
          </a:xfrm>
        </p:spPr>
        <p:txBody>
          <a:bodyPr/>
          <a:lstStyle/>
          <a:p>
            <a:r>
              <a:rPr lang="es-ES_tradnl" dirty="0">
                <a:solidFill>
                  <a:schemeClr val="accent1"/>
                </a:solidFill>
              </a:rPr>
              <a:t>Configuraciones: Activación</a:t>
            </a:r>
            <a:endParaRPr lang="es-ES_tradnl" b="1" dirty="0">
              <a:solidFill>
                <a:schemeClr val="accent1"/>
              </a:solidFill>
            </a:endParaRPr>
          </a:p>
        </p:txBody>
      </p:sp>
      <p:sp>
        <p:nvSpPr>
          <p:cNvPr id="8" name="Rectángulo redondeado 5">
            <a:extLst>
              <a:ext uri="{FF2B5EF4-FFF2-40B4-BE49-F238E27FC236}">
                <a16:creationId xmlns:a16="http://schemas.microsoft.com/office/drawing/2014/main" id="{70A051DA-0BF5-9528-0AC8-C96E5D29EA31}"/>
              </a:ext>
            </a:extLst>
          </p:cNvPr>
          <p:cNvSpPr/>
          <p:nvPr/>
        </p:nvSpPr>
        <p:spPr>
          <a:xfrm>
            <a:off x="2598506" y="4881738"/>
            <a:ext cx="6554638" cy="1083481"/>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a:r>
              <a:rPr lang="es-ES_tradnl" sz="1200" dirty="0"/>
              <a:t>Debemos crear una escala de calificación para el componente ATTRGRD. En este campo va el porcentaje de asistencia para considerar aprobado y el código predefinido de calificación para reprobar el curso. Este código debe estar creado en SHAGRDE. En este ejemplo, el mínimo porcentaje a considerar para aprobar es 70%.</a:t>
            </a:r>
          </a:p>
        </p:txBody>
      </p:sp>
    </p:spTree>
    <p:extLst>
      <p:ext uri="{BB962C8B-B14F-4D97-AF65-F5344CB8AC3E}">
        <p14:creationId xmlns:p14="http://schemas.microsoft.com/office/powerpoint/2010/main" val="1902529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27F00-6A83-A9ED-C44D-CAFDB57A846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5314C33-2F5E-2F24-080C-81E7367566F9}"/>
              </a:ext>
            </a:extLst>
          </p:cNvPr>
          <p:cNvPicPr>
            <a:picLocks noChangeAspect="1"/>
          </p:cNvPicPr>
          <p:nvPr/>
        </p:nvPicPr>
        <p:blipFill>
          <a:blip r:embed="rId3"/>
          <a:stretch>
            <a:fillRect/>
          </a:stretch>
        </p:blipFill>
        <p:spPr>
          <a:xfrm>
            <a:off x="475488" y="1733522"/>
            <a:ext cx="11267392" cy="2837409"/>
          </a:xfrm>
          <a:prstGeom prst="rect">
            <a:avLst/>
          </a:prstGeom>
        </p:spPr>
      </p:pic>
      <p:sp>
        <p:nvSpPr>
          <p:cNvPr id="13" name="Title 12">
            <a:extLst>
              <a:ext uri="{FF2B5EF4-FFF2-40B4-BE49-F238E27FC236}">
                <a16:creationId xmlns:a16="http://schemas.microsoft.com/office/drawing/2014/main" id="{1A203BF3-635D-6B50-43DD-791D67CE397C}"/>
              </a:ext>
            </a:extLst>
          </p:cNvPr>
          <p:cNvSpPr>
            <a:spLocks noGrp="1"/>
          </p:cNvSpPr>
          <p:nvPr>
            <p:ph type="title"/>
          </p:nvPr>
        </p:nvSpPr>
        <p:spPr/>
        <p:txBody>
          <a:bodyPr/>
          <a:lstStyle/>
          <a:p>
            <a:r>
              <a:rPr lang="es-ES_tradnl" dirty="0"/>
              <a:t>Configuraciones: </a:t>
            </a:r>
            <a:r>
              <a:rPr lang="es-ES_tradnl" b="1" dirty="0"/>
              <a:t>Activación</a:t>
            </a:r>
          </a:p>
        </p:txBody>
      </p:sp>
      <p:sp>
        <p:nvSpPr>
          <p:cNvPr id="6" name="Rectángulo redondeado 5">
            <a:extLst>
              <a:ext uri="{FF2B5EF4-FFF2-40B4-BE49-F238E27FC236}">
                <a16:creationId xmlns:a16="http://schemas.microsoft.com/office/drawing/2014/main" id="{36CFADC5-5AC4-802D-D4D8-3DF582E943AE}"/>
              </a:ext>
            </a:extLst>
          </p:cNvPr>
          <p:cNvSpPr/>
          <p:nvPr/>
        </p:nvSpPr>
        <p:spPr>
          <a:xfrm>
            <a:off x="1787547" y="4201145"/>
            <a:ext cx="8616903" cy="1186305"/>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a:r>
              <a:rPr lang="es-ES_tradnl" sz="1200" dirty="0"/>
              <a:t>Debemos crear una escala de calificación para el componente ATTRGRD. En este campo va el porcentaje de asistencia para considerar aprobado y el código predefinido de calificación para reprobar el curso. Este código debe estar creado en SHAGRDE. En este ejemplo, el mínimo porcentaje a considerar para aprobar es 70%.</a:t>
            </a:r>
          </a:p>
        </p:txBody>
      </p:sp>
    </p:spTree>
    <p:extLst>
      <p:ext uri="{BB962C8B-B14F-4D97-AF65-F5344CB8AC3E}">
        <p14:creationId xmlns:p14="http://schemas.microsoft.com/office/powerpoint/2010/main" val="41307682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177AFA1-FCB3-B5A2-9E81-3FF4C725B2BD}"/>
              </a:ext>
            </a:extLst>
          </p:cNvPr>
          <p:cNvPicPr>
            <a:picLocks noChangeAspect="1"/>
          </p:cNvPicPr>
          <p:nvPr/>
        </p:nvPicPr>
        <p:blipFill>
          <a:blip r:embed="rId3"/>
          <a:stretch>
            <a:fillRect/>
          </a:stretch>
        </p:blipFill>
        <p:spPr>
          <a:xfrm>
            <a:off x="623410" y="1963210"/>
            <a:ext cx="11375136" cy="1798887"/>
          </a:xfrm>
          <a:prstGeom prst="rect">
            <a:avLst/>
          </a:prstGeom>
        </p:spPr>
      </p:pic>
      <p:sp>
        <p:nvSpPr>
          <p:cNvPr id="13" name="Title 12"/>
          <p:cNvSpPr>
            <a:spLocks noGrp="1"/>
          </p:cNvSpPr>
          <p:nvPr>
            <p:ph type="title"/>
          </p:nvPr>
        </p:nvSpPr>
        <p:spPr/>
        <p:txBody>
          <a:bodyPr/>
          <a:lstStyle/>
          <a:p>
            <a:r>
              <a:rPr lang="es-ES_tradnl" dirty="0"/>
              <a:t>Configuraciones: </a:t>
            </a:r>
            <a:r>
              <a:rPr lang="es-ES_tradnl" b="1" dirty="0"/>
              <a:t>Activación</a:t>
            </a:r>
          </a:p>
        </p:txBody>
      </p:sp>
      <p:sp>
        <p:nvSpPr>
          <p:cNvPr id="6" name="Rectángulo redondeado 5">
            <a:extLst>
              <a:ext uri="{FF2B5EF4-FFF2-40B4-BE49-F238E27FC236}">
                <a16:creationId xmlns:a16="http://schemas.microsoft.com/office/drawing/2014/main" id="{410D1C4C-48FE-904D-AE04-4F4EFD0A437A}"/>
              </a:ext>
            </a:extLst>
          </p:cNvPr>
          <p:cNvSpPr/>
          <p:nvPr/>
        </p:nvSpPr>
        <p:spPr>
          <a:xfrm>
            <a:off x="623410" y="4394968"/>
            <a:ext cx="8767478" cy="1143072"/>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a:r>
              <a:rPr lang="es-ES_tradnl" sz="1200" dirty="0"/>
              <a:t>En el detalle de la escala, establecer 2 rangos. Uno del mínimo porcentaje permitido a 100% y otro para el rango donde el porcentaje de asistencia se considera desaprobado. Para este ejemplo. En este ejemplo, el mínimo porcentaje a considerar para aprobar es 70%. De a 0 a 69.99% tiene la nota INH que está configurada en SHAGRDE como desaprobada.</a:t>
            </a:r>
          </a:p>
        </p:txBody>
      </p:sp>
    </p:spTree>
    <p:extLst>
      <p:ext uri="{BB962C8B-B14F-4D97-AF65-F5344CB8AC3E}">
        <p14:creationId xmlns:p14="http://schemas.microsoft.com/office/powerpoint/2010/main" val="6984284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7F103-E2AC-9A15-B932-F8E9D957838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A05A06F-EEEE-5E35-DDF3-C2348BE44AB1}"/>
              </a:ext>
            </a:extLst>
          </p:cNvPr>
          <p:cNvPicPr>
            <a:picLocks noChangeAspect="1"/>
          </p:cNvPicPr>
          <p:nvPr/>
        </p:nvPicPr>
        <p:blipFill>
          <a:blip r:embed="rId3"/>
          <a:stretch>
            <a:fillRect/>
          </a:stretch>
        </p:blipFill>
        <p:spPr>
          <a:xfrm>
            <a:off x="623410" y="3813348"/>
            <a:ext cx="10614566" cy="2655025"/>
          </a:xfrm>
          <a:prstGeom prst="rect">
            <a:avLst/>
          </a:prstGeom>
        </p:spPr>
      </p:pic>
      <p:sp>
        <p:nvSpPr>
          <p:cNvPr id="13" name="Title 12">
            <a:extLst>
              <a:ext uri="{FF2B5EF4-FFF2-40B4-BE49-F238E27FC236}">
                <a16:creationId xmlns:a16="http://schemas.microsoft.com/office/drawing/2014/main" id="{59AB5AC5-03B9-9735-A9C2-D18A10C1D63A}"/>
              </a:ext>
            </a:extLst>
          </p:cNvPr>
          <p:cNvSpPr>
            <a:spLocks noGrp="1"/>
          </p:cNvSpPr>
          <p:nvPr>
            <p:ph type="title"/>
          </p:nvPr>
        </p:nvSpPr>
        <p:spPr/>
        <p:txBody>
          <a:bodyPr/>
          <a:lstStyle/>
          <a:p>
            <a:r>
              <a:rPr lang="es-ES_tradnl" dirty="0"/>
              <a:t>Configuraciones: SHADEGR</a:t>
            </a:r>
            <a:endParaRPr lang="es-ES_tradnl" b="1" dirty="0"/>
          </a:p>
        </p:txBody>
      </p:sp>
      <p:sp>
        <p:nvSpPr>
          <p:cNvPr id="6" name="Rectángulo redondeado 5">
            <a:extLst>
              <a:ext uri="{FF2B5EF4-FFF2-40B4-BE49-F238E27FC236}">
                <a16:creationId xmlns:a16="http://schemas.microsoft.com/office/drawing/2014/main" id="{9F97D41C-8BF9-4045-E79B-90D48A56E0A1}"/>
              </a:ext>
            </a:extLst>
          </p:cNvPr>
          <p:cNvSpPr/>
          <p:nvPr/>
        </p:nvSpPr>
        <p:spPr>
          <a:xfrm>
            <a:off x="4399882" y="4160520"/>
            <a:ext cx="4225889" cy="664288"/>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a:r>
              <a:rPr lang="es-ES_tradnl" sz="1200" dirty="0"/>
              <a:t>Deben estar configurados los códigos de calificación definidos en los rangos</a:t>
            </a:r>
          </a:p>
        </p:txBody>
      </p:sp>
      <p:pic>
        <p:nvPicPr>
          <p:cNvPr id="4" name="Picture 3">
            <a:extLst>
              <a:ext uri="{FF2B5EF4-FFF2-40B4-BE49-F238E27FC236}">
                <a16:creationId xmlns:a16="http://schemas.microsoft.com/office/drawing/2014/main" id="{E6A985E7-E5B7-A098-9806-D71E08F3BF1E}"/>
              </a:ext>
            </a:extLst>
          </p:cNvPr>
          <p:cNvPicPr>
            <a:picLocks noChangeAspect="1"/>
          </p:cNvPicPr>
          <p:nvPr/>
        </p:nvPicPr>
        <p:blipFill>
          <a:blip r:embed="rId4"/>
          <a:stretch>
            <a:fillRect/>
          </a:stretch>
        </p:blipFill>
        <p:spPr>
          <a:xfrm>
            <a:off x="623410" y="1225835"/>
            <a:ext cx="10614566" cy="2455897"/>
          </a:xfrm>
          <a:prstGeom prst="rect">
            <a:avLst/>
          </a:prstGeom>
        </p:spPr>
      </p:pic>
    </p:spTree>
    <p:extLst>
      <p:ext uri="{BB962C8B-B14F-4D97-AF65-F5344CB8AC3E}">
        <p14:creationId xmlns:p14="http://schemas.microsoft.com/office/powerpoint/2010/main" val="11578492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06A18-5348-8BF8-5739-CBFCF518A85C}"/>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7FB32A65-9A97-715F-26EC-EF827A7297FA}"/>
              </a:ext>
            </a:extLst>
          </p:cNvPr>
          <p:cNvSpPr>
            <a:spLocks noGrp="1"/>
          </p:cNvSpPr>
          <p:nvPr>
            <p:ph type="body" orient="vert" sz="quarter" idx="10"/>
          </p:nvPr>
        </p:nvSpPr>
        <p:spPr/>
        <p:txBody>
          <a:bodyPr/>
          <a:lstStyle/>
          <a:p>
            <a:r>
              <a:rPr lang="es-ES" dirty="0"/>
              <a:t>Gestionar la asistencia a clases</a:t>
            </a:r>
            <a:endParaRPr lang="es-ES_tradnl" dirty="0"/>
          </a:p>
        </p:txBody>
      </p:sp>
      <p:sp>
        <p:nvSpPr>
          <p:cNvPr id="2" name="Title 1">
            <a:extLst>
              <a:ext uri="{FF2B5EF4-FFF2-40B4-BE49-F238E27FC236}">
                <a16:creationId xmlns:a16="http://schemas.microsoft.com/office/drawing/2014/main" id="{521C5E08-FF38-C7E8-9191-0E043CA0E23C}"/>
              </a:ext>
            </a:extLst>
          </p:cNvPr>
          <p:cNvSpPr>
            <a:spLocks noGrp="1"/>
          </p:cNvSpPr>
          <p:nvPr>
            <p:ph type="title"/>
          </p:nvPr>
        </p:nvSpPr>
        <p:spPr/>
        <p:txBody>
          <a:bodyPr/>
          <a:lstStyle/>
          <a:p>
            <a:r>
              <a:rPr lang="es-ES" dirty="0"/>
              <a:t>Razón de cambio</a:t>
            </a:r>
            <a:endParaRPr lang="es-ES_tradnl" dirty="0"/>
          </a:p>
        </p:txBody>
      </p:sp>
      <p:sp>
        <p:nvSpPr>
          <p:cNvPr id="3" name="Marcador de texto 2">
            <a:extLst>
              <a:ext uri="{FF2B5EF4-FFF2-40B4-BE49-F238E27FC236}">
                <a16:creationId xmlns:a16="http://schemas.microsoft.com/office/drawing/2014/main" id="{57BB6786-1A79-ADE4-FD40-0C282E34066C}"/>
              </a:ext>
            </a:extLst>
          </p:cNvPr>
          <p:cNvSpPr>
            <a:spLocks noGrp="1"/>
          </p:cNvSpPr>
          <p:nvPr>
            <p:ph type="body" sz="quarter" idx="18"/>
          </p:nvPr>
        </p:nvSpPr>
        <p:spPr/>
        <p:txBody>
          <a:bodyPr/>
          <a:lstStyle/>
          <a:p>
            <a:r>
              <a:rPr lang="es-ES" dirty="0"/>
              <a:t>En STVGCHG</a:t>
            </a:r>
            <a:endParaRPr lang="es-ES_tradnl" dirty="0"/>
          </a:p>
          <a:p>
            <a:endParaRPr lang="es-419" dirty="0"/>
          </a:p>
        </p:txBody>
      </p:sp>
    </p:spTree>
    <p:extLst>
      <p:ext uri="{BB962C8B-B14F-4D97-AF65-F5344CB8AC3E}">
        <p14:creationId xmlns:p14="http://schemas.microsoft.com/office/powerpoint/2010/main" val="8003069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35317B-5283-F0A3-D933-254CD732D5C2}"/>
              </a:ext>
            </a:extLst>
          </p:cNvPr>
          <p:cNvPicPr>
            <a:picLocks noChangeAspect="1"/>
          </p:cNvPicPr>
          <p:nvPr/>
        </p:nvPicPr>
        <p:blipFill>
          <a:blip r:embed="rId3"/>
          <a:stretch>
            <a:fillRect/>
          </a:stretch>
        </p:blipFill>
        <p:spPr>
          <a:xfrm>
            <a:off x="649224" y="1517904"/>
            <a:ext cx="11265558" cy="3447320"/>
          </a:xfrm>
          <a:prstGeom prst="rect">
            <a:avLst/>
          </a:prstGeom>
        </p:spPr>
      </p:pic>
      <p:sp>
        <p:nvSpPr>
          <p:cNvPr id="13" name="Title 12"/>
          <p:cNvSpPr>
            <a:spLocks noGrp="1"/>
          </p:cNvSpPr>
          <p:nvPr>
            <p:ph type="title"/>
          </p:nvPr>
        </p:nvSpPr>
        <p:spPr/>
        <p:txBody>
          <a:bodyPr/>
          <a:lstStyle/>
          <a:p>
            <a:r>
              <a:rPr lang="es-ES_tradnl" dirty="0"/>
              <a:t>Configuraciones: </a:t>
            </a:r>
            <a:r>
              <a:rPr lang="es-ES_tradnl" b="1" dirty="0"/>
              <a:t>Razón de cambio STVGCHG</a:t>
            </a:r>
          </a:p>
        </p:txBody>
      </p:sp>
      <p:sp>
        <p:nvSpPr>
          <p:cNvPr id="6" name="Rectángulo redondeado 5">
            <a:extLst>
              <a:ext uri="{FF2B5EF4-FFF2-40B4-BE49-F238E27FC236}">
                <a16:creationId xmlns:a16="http://schemas.microsoft.com/office/drawing/2014/main" id="{410D1C4C-48FE-904D-AE04-4F4EFD0A437A}"/>
              </a:ext>
            </a:extLst>
          </p:cNvPr>
          <p:cNvSpPr/>
          <p:nvPr/>
        </p:nvSpPr>
        <p:spPr>
          <a:xfrm>
            <a:off x="1019464" y="4965224"/>
            <a:ext cx="10447111" cy="1277574"/>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a:r>
              <a:rPr lang="es-PE" sz="1200" dirty="0"/>
              <a:t>Use STVGCHG para asociar por lo menos una razón de cambio de calificación con el atributo de cambio de calificación de CA (EGB calculado).</a:t>
            </a:r>
          </a:p>
          <a:p>
            <a:pPr algn="ctr"/>
            <a:r>
              <a:rPr lang="es-PE" sz="1200" dirty="0"/>
              <a:t>Cuando el componente ATTRGRD se actualiza, ya sea la primera vez o cualquier actualización</a:t>
            </a:r>
          </a:p>
          <a:p>
            <a:pPr algn="ctr"/>
            <a:r>
              <a:rPr lang="es-PE" sz="1200" dirty="0"/>
              <a:t>subsecuente, el sistema usará el código de Razón de cambio de calificación asociado con el atributo de CA (EGB calculado). </a:t>
            </a:r>
            <a:endParaRPr lang="es-ES_tradnl" sz="1200" dirty="0"/>
          </a:p>
        </p:txBody>
      </p:sp>
    </p:spTree>
    <p:extLst>
      <p:ext uri="{BB962C8B-B14F-4D97-AF65-F5344CB8AC3E}">
        <p14:creationId xmlns:p14="http://schemas.microsoft.com/office/powerpoint/2010/main" val="18327356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6CDDD-576A-9AAE-1CBF-3CE5BC2EF5FD}"/>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74AAE5CB-68C1-14AE-2F62-523A64684E61}"/>
              </a:ext>
            </a:extLst>
          </p:cNvPr>
          <p:cNvSpPr>
            <a:spLocks noGrp="1"/>
          </p:cNvSpPr>
          <p:nvPr>
            <p:ph type="body" orient="vert" sz="quarter" idx="10"/>
          </p:nvPr>
        </p:nvSpPr>
        <p:spPr/>
        <p:txBody>
          <a:bodyPr/>
          <a:lstStyle/>
          <a:p>
            <a:r>
              <a:rPr lang="es-ES" dirty="0"/>
              <a:t>Gestionar la asistencia a clases</a:t>
            </a:r>
            <a:endParaRPr lang="es-ES_tradnl" dirty="0"/>
          </a:p>
        </p:txBody>
      </p:sp>
      <p:sp>
        <p:nvSpPr>
          <p:cNvPr id="2" name="Title 1">
            <a:extLst>
              <a:ext uri="{FF2B5EF4-FFF2-40B4-BE49-F238E27FC236}">
                <a16:creationId xmlns:a16="http://schemas.microsoft.com/office/drawing/2014/main" id="{61B6A73F-918D-76CB-6F32-27AD7F010B2E}"/>
              </a:ext>
            </a:extLst>
          </p:cNvPr>
          <p:cNvSpPr>
            <a:spLocks noGrp="1"/>
          </p:cNvSpPr>
          <p:nvPr>
            <p:ph type="title"/>
          </p:nvPr>
        </p:nvSpPr>
        <p:spPr/>
        <p:txBody>
          <a:bodyPr/>
          <a:lstStyle/>
          <a:p>
            <a:r>
              <a:rPr lang="es-ES" dirty="0"/>
              <a:t>Componente de calificación</a:t>
            </a:r>
            <a:endParaRPr lang="es-ES_tradnl" dirty="0"/>
          </a:p>
        </p:txBody>
      </p:sp>
      <p:sp>
        <p:nvSpPr>
          <p:cNvPr id="3" name="Marcador de texto 2">
            <a:extLst>
              <a:ext uri="{FF2B5EF4-FFF2-40B4-BE49-F238E27FC236}">
                <a16:creationId xmlns:a16="http://schemas.microsoft.com/office/drawing/2014/main" id="{A60E8D83-C163-7376-5DB3-1A0FB56EEEC6}"/>
              </a:ext>
            </a:extLst>
          </p:cNvPr>
          <p:cNvSpPr>
            <a:spLocks noGrp="1"/>
          </p:cNvSpPr>
          <p:nvPr>
            <p:ph type="body" sz="quarter" idx="18"/>
          </p:nvPr>
        </p:nvSpPr>
        <p:spPr/>
        <p:txBody>
          <a:bodyPr/>
          <a:lstStyle/>
          <a:p>
            <a:r>
              <a:rPr lang="es-ES" dirty="0"/>
              <a:t>En SHAGCOM</a:t>
            </a:r>
            <a:endParaRPr lang="es-ES_tradnl" dirty="0"/>
          </a:p>
        </p:txBody>
      </p:sp>
    </p:spTree>
    <p:extLst>
      <p:ext uri="{BB962C8B-B14F-4D97-AF65-F5344CB8AC3E}">
        <p14:creationId xmlns:p14="http://schemas.microsoft.com/office/powerpoint/2010/main" val="1106085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05869F-CBE0-0A33-D21B-20ED7D65030A}"/>
              </a:ext>
            </a:extLst>
          </p:cNvPr>
          <p:cNvPicPr>
            <a:picLocks noChangeAspect="1"/>
          </p:cNvPicPr>
          <p:nvPr/>
        </p:nvPicPr>
        <p:blipFill>
          <a:blip r:embed="rId3"/>
          <a:stretch>
            <a:fillRect/>
          </a:stretch>
        </p:blipFill>
        <p:spPr>
          <a:xfrm>
            <a:off x="339852" y="1744493"/>
            <a:ext cx="11512296" cy="3369013"/>
          </a:xfrm>
          <a:prstGeom prst="rect">
            <a:avLst/>
          </a:prstGeom>
        </p:spPr>
      </p:pic>
      <p:sp>
        <p:nvSpPr>
          <p:cNvPr id="13" name="Title 12"/>
          <p:cNvSpPr>
            <a:spLocks noGrp="1"/>
          </p:cNvSpPr>
          <p:nvPr>
            <p:ph type="title"/>
          </p:nvPr>
        </p:nvSpPr>
        <p:spPr/>
        <p:txBody>
          <a:bodyPr/>
          <a:lstStyle/>
          <a:p>
            <a:r>
              <a:rPr lang="es-ES_tradnl" dirty="0"/>
              <a:t>Configuraciones: </a:t>
            </a:r>
            <a:r>
              <a:rPr lang="es-ES_tradnl" b="1" dirty="0"/>
              <a:t>NRC</a:t>
            </a:r>
          </a:p>
        </p:txBody>
      </p:sp>
    </p:spTree>
    <p:extLst>
      <p:ext uri="{BB962C8B-B14F-4D97-AF65-F5344CB8AC3E}">
        <p14:creationId xmlns:p14="http://schemas.microsoft.com/office/powerpoint/2010/main" val="2100558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3C641-FB3B-4518-359F-4106B777B71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9620E3E-F047-18D2-368F-F2FAB0FAB0DC}"/>
              </a:ext>
            </a:extLst>
          </p:cNvPr>
          <p:cNvPicPr>
            <a:picLocks noChangeAspect="1"/>
          </p:cNvPicPr>
          <p:nvPr/>
        </p:nvPicPr>
        <p:blipFill>
          <a:blip r:embed="rId3"/>
          <a:stretch>
            <a:fillRect/>
          </a:stretch>
        </p:blipFill>
        <p:spPr>
          <a:xfrm>
            <a:off x="539496" y="1579891"/>
            <a:ext cx="11267392" cy="3522894"/>
          </a:xfrm>
          <a:prstGeom prst="rect">
            <a:avLst/>
          </a:prstGeom>
        </p:spPr>
      </p:pic>
      <p:sp>
        <p:nvSpPr>
          <p:cNvPr id="13" name="Title 12">
            <a:extLst>
              <a:ext uri="{FF2B5EF4-FFF2-40B4-BE49-F238E27FC236}">
                <a16:creationId xmlns:a16="http://schemas.microsoft.com/office/drawing/2014/main" id="{08741CA4-7849-071A-0D50-E6CB911E6975}"/>
              </a:ext>
            </a:extLst>
          </p:cNvPr>
          <p:cNvSpPr>
            <a:spLocks noGrp="1"/>
          </p:cNvSpPr>
          <p:nvPr>
            <p:ph type="title"/>
          </p:nvPr>
        </p:nvSpPr>
        <p:spPr/>
        <p:txBody>
          <a:bodyPr/>
          <a:lstStyle/>
          <a:p>
            <a:r>
              <a:rPr lang="es-ES_tradnl" dirty="0"/>
              <a:t>Configuraciones: </a:t>
            </a:r>
            <a:r>
              <a:rPr lang="es-ES_tradnl" b="1" dirty="0"/>
              <a:t>Activación</a:t>
            </a:r>
          </a:p>
        </p:txBody>
      </p:sp>
      <p:sp>
        <p:nvSpPr>
          <p:cNvPr id="6" name="Rectángulo redondeado 5">
            <a:extLst>
              <a:ext uri="{FF2B5EF4-FFF2-40B4-BE49-F238E27FC236}">
                <a16:creationId xmlns:a16="http://schemas.microsoft.com/office/drawing/2014/main" id="{0CE2BCA7-36FC-99E2-87F1-8D965F7DDA01}"/>
              </a:ext>
            </a:extLst>
          </p:cNvPr>
          <p:cNvSpPr/>
          <p:nvPr/>
        </p:nvSpPr>
        <p:spPr>
          <a:xfrm>
            <a:off x="758952" y="4747463"/>
            <a:ext cx="10983928" cy="1061292"/>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a:r>
              <a:rPr lang="es-ES_tradnl" sz="1200" dirty="0"/>
              <a:t>En el esquema de calificación del NRC, debemos agregar el componente ATTRGRD (nombre obligatorio), éste debe tener:</a:t>
            </a:r>
          </a:p>
          <a:p>
            <a:pPr algn="ctr"/>
            <a:r>
              <a:rPr lang="es-ES_tradnl" sz="1200" dirty="0"/>
              <a:t>Peso 0.</a:t>
            </a:r>
          </a:p>
          <a:p>
            <a:pPr algn="ctr"/>
            <a:r>
              <a:rPr lang="es-ES_tradnl" sz="1200" dirty="0"/>
              <a:t>Marcado como Debe Pasar.</a:t>
            </a:r>
          </a:p>
          <a:p>
            <a:pPr algn="ctr"/>
            <a:r>
              <a:rPr lang="es-PE" sz="1200" dirty="0"/>
              <a:t>Usar otra escala para el componente de asistencia, para poder indicar la calificación aprobatoria/reprobatoria en ciertos rangos de asistencia.</a:t>
            </a:r>
          </a:p>
        </p:txBody>
      </p:sp>
    </p:spTree>
    <p:extLst>
      <p:ext uri="{BB962C8B-B14F-4D97-AF65-F5344CB8AC3E}">
        <p14:creationId xmlns:p14="http://schemas.microsoft.com/office/powerpoint/2010/main" val="10180661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84CB00C4-4CE1-863D-3919-889E86B83F38}"/>
              </a:ext>
            </a:extLst>
          </p:cNvPr>
          <p:cNvSpPr>
            <a:spLocks noGrp="1"/>
          </p:cNvSpPr>
          <p:nvPr>
            <p:ph type="body" orient="vert" sz="quarter" idx="10"/>
          </p:nvPr>
        </p:nvSpPr>
        <p:spPr/>
        <p:txBody>
          <a:bodyPr/>
          <a:lstStyle/>
          <a:p>
            <a:r>
              <a:rPr lang="es-419" dirty="0"/>
              <a:t>Gestionar la asistencia a clases</a:t>
            </a:r>
          </a:p>
        </p:txBody>
      </p:sp>
      <p:sp>
        <p:nvSpPr>
          <p:cNvPr id="9" name="Title 1">
            <a:extLst>
              <a:ext uri="{FF2B5EF4-FFF2-40B4-BE49-F238E27FC236}">
                <a16:creationId xmlns:a16="http://schemas.microsoft.com/office/drawing/2014/main" id="{4DACCD36-3ACC-38E3-E6D1-36A1808E42E5}"/>
              </a:ext>
            </a:extLst>
          </p:cNvPr>
          <p:cNvSpPr>
            <a:spLocks noGrp="1"/>
          </p:cNvSpPr>
          <p:nvPr>
            <p:ph type="title"/>
          </p:nvPr>
        </p:nvSpPr>
        <p:spPr>
          <a:xfrm>
            <a:off x="1041838" y="-414703"/>
            <a:ext cx="7092820" cy="1628192"/>
          </a:xfrm>
        </p:spPr>
        <p:txBody>
          <a:bodyPr/>
          <a:lstStyle/>
          <a:p>
            <a:r>
              <a:rPr lang="es-ES_tradnl" dirty="0"/>
              <a:t>RESUMEN</a:t>
            </a:r>
          </a:p>
        </p:txBody>
      </p:sp>
      <p:sp>
        <p:nvSpPr>
          <p:cNvPr id="10" name="Marcador de texto 2">
            <a:extLst>
              <a:ext uri="{FF2B5EF4-FFF2-40B4-BE49-F238E27FC236}">
                <a16:creationId xmlns:a16="http://schemas.microsoft.com/office/drawing/2014/main" id="{B0CB5FB3-0FFF-BD39-3C9C-D613E315FFF2}"/>
              </a:ext>
            </a:extLst>
          </p:cNvPr>
          <p:cNvSpPr>
            <a:spLocks noGrp="1"/>
          </p:cNvSpPr>
          <p:nvPr>
            <p:ph type="body" sz="quarter" idx="18"/>
          </p:nvPr>
        </p:nvSpPr>
        <p:spPr>
          <a:xfrm>
            <a:off x="1041838" y="1687104"/>
            <a:ext cx="10067596" cy="3399903"/>
          </a:xfrm>
        </p:spPr>
        <p:txBody>
          <a:bodyPr/>
          <a:lstStyle/>
          <a:p>
            <a:pPr marL="342900" lvl="1" indent="-342900" algn="just">
              <a:spcBef>
                <a:spcPts val="1000"/>
              </a:spcBef>
              <a:buClr>
                <a:srgbClr val="0CB4B4"/>
              </a:buClr>
              <a:buFont typeface="Wingdings" panose="05000000000000000000" pitchFamily="2" charset="2"/>
              <a:buChar char="q"/>
            </a:pPr>
            <a:r>
              <a:rPr lang="es-ES" sz="1800" dirty="0"/>
              <a:t>Banner permite enlazara el porcentaje de asistencia de un alumno con sus calificaciones. Para esto, debemos tener varias configuraciones realizadas en coordinación con el área de TI. Por ejemplo, la lógica para determinar el porcentaje de asistencia en GORRSQL</a:t>
            </a:r>
          </a:p>
          <a:p>
            <a:pPr marL="342900" lvl="1" indent="-342900" algn="just">
              <a:spcBef>
                <a:spcPts val="1000"/>
              </a:spcBef>
              <a:buClr>
                <a:srgbClr val="0CB4B4"/>
              </a:buClr>
              <a:buFont typeface="Wingdings" panose="05000000000000000000" pitchFamily="2" charset="2"/>
              <a:buChar char="q"/>
            </a:pPr>
            <a:r>
              <a:rPr lang="es-ES" sz="1800" dirty="0"/>
              <a:t>También debemos asegurarnos de tener habilitadas las fechas para ingreso de calificaciones en SHAEGBC. Si un profesor envía asistencia, pero la fecha de corte de ingreso de calificaciones está cerrada, no se registrará.</a:t>
            </a:r>
          </a:p>
          <a:p>
            <a:pPr marL="342900" lvl="1" indent="-342900" algn="just">
              <a:spcBef>
                <a:spcPts val="1000"/>
              </a:spcBef>
              <a:buClr>
                <a:srgbClr val="0CB4B4"/>
              </a:buClr>
              <a:buFont typeface="Wingdings" panose="05000000000000000000" pitchFamily="2" charset="2"/>
              <a:buChar char="q"/>
            </a:pPr>
            <a:r>
              <a:rPr lang="es-ES" sz="1800" dirty="0"/>
              <a:t>También debemos añadir un componente con nombre ATTRGRD al esquema de calificación del NRC en SHAGCOM. Este componente debe tener un escala específica para determinar los rangos de porcentaje de aprobación y desaprobación dependiendo del porcentaje de asistencia.</a:t>
            </a:r>
          </a:p>
          <a:p>
            <a:pPr marL="342900" lvl="1" indent="-342900" algn="just">
              <a:spcBef>
                <a:spcPts val="1000"/>
              </a:spcBef>
              <a:buClr>
                <a:srgbClr val="0CB4B4"/>
              </a:buClr>
              <a:buFont typeface="Wingdings" panose="05000000000000000000" pitchFamily="2" charset="2"/>
              <a:buChar char="q"/>
            </a:pPr>
            <a:r>
              <a:rPr lang="es-ES" sz="1800" dirty="0"/>
              <a:t>Es muy importante que el profesor tenga presente que él debe enviar la asistencia al libro de calificaciones. No es necesario que lo haga cada sesión de clases. Lo ideal es que lo haga al final de clases.</a:t>
            </a:r>
          </a:p>
        </p:txBody>
      </p:sp>
    </p:spTree>
    <p:extLst>
      <p:ext uri="{BB962C8B-B14F-4D97-AF65-F5344CB8AC3E}">
        <p14:creationId xmlns:p14="http://schemas.microsoft.com/office/powerpoint/2010/main" val="30517754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a:xfrm>
            <a:off x="654490" y="1800808"/>
            <a:ext cx="7092820" cy="1628192"/>
          </a:xfrm>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Consultor</a:t>
            </a:r>
          </a:p>
          <a:p>
            <a:r>
              <a:rPr lang="en-US" dirty="0"/>
              <a:t>Correo@ellucian.com</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028176"/>
            <a:ext cx="274320" cy="274320"/>
          </a:xfrm>
          <a:prstGeom prst="rect">
            <a:avLst/>
          </a:prstGeom>
        </p:spPr>
      </p:pic>
    </p:spTree>
    <p:extLst>
      <p:ext uri="{BB962C8B-B14F-4D97-AF65-F5344CB8AC3E}">
        <p14:creationId xmlns:p14="http://schemas.microsoft.com/office/powerpoint/2010/main" val="2964196057"/>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CEA309A8-FD57-42A7-831A-1C6DF3BE5D5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B53508D9-7D69-489E-B75B-7682E625552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themeOverride>
</file>

<file path=ppt/theme/themeOverride2.xml><?xml version="1.0" encoding="utf-8"?>
<a:themeOverride xmlns:a="http://schemas.openxmlformats.org/drawingml/2006/main">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themeOverride>
</file>

<file path=docProps/app.xml><?xml version="1.0" encoding="utf-8"?>
<Properties xmlns="http://schemas.openxmlformats.org/officeDocument/2006/extended-properties" xmlns:vt="http://schemas.openxmlformats.org/officeDocument/2006/docPropsVTypes">
  <Template>EBP 05 4.1.6.1. Instructivo - Actualizar estado del estudiante</Template>
  <TotalTime>1957</TotalTime>
  <Words>1280</Words>
  <Application>Microsoft Office PowerPoint</Application>
  <PresentationFormat>Widescreen</PresentationFormat>
  <Paragraphs>140</Paragraphs>
  <Slides>31</Slides>
  <Notes>15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31</vt:i4>
      </vt:variant>
    </vt:vector>
  </HeadingPairs>
  <TitlesOfParts>
    <vt:vector size="39" baseType="lpstr">
      <vt:lpstr>Aptos</vt:lpstr>
      <vt:lpstr>Aptos Display</vt:lpstr>
      <vt:lpstr>Arial</vt:lpstr>
      <vt:lpstr>Courier New</vt:lpstr>
      <vt:lpstr>Helvetica Neue</vt:lpstr>
      <vt:lpstr>Wingdings</vt:lpstr>
      <vt:lpstr>Ellucian Main Layouts</vt:lpstr>
      <vt:lpstr>Ellucian Blank Layouts</vt:lpstr>
      <vt:lpstr>Usar el componente de asistencia en EGB </vt:lpstr>
      <vt:lpstr>PowerPoint Presentation</vt:lpstr>
      <vt:lpstr>Overview</vt:lpstr>
      <vt:lpstr>Overview: Mapa de capacidades</vt:lpstr>
      <vt:lpstr>Overview: Usar el componente de asistencia en EGB  </vt:lpstr>
      <vt:lpstr>Overview: Usar el componente de asistencia en EGB  </vt:lpstr>
      <vt:lpstr>PowerPoint Presentation</vt:lpstr>
      <vt:lpstr>Overview: Usar el componente de asistencia en EGB  </vt:lpstr>
      <vt:lpstr>Configuraciones</vt:lpstr>
      <vt:lpstr>Integración</vt:lpstr>
      <vt:lpstr> Configuraciones: Integración</vt:lpstr>
      <vt:lpstr>Calculo</vt:lpstr>
      <vt:lpstr> Configuraciones: Integración</vt:lpstr>
      <vt:lpstr>Configuraciones: Cálculo</vt:lpstr>
      <vt:lpstr>Configuraciones: Regla</vt:lpstr>
      <vt:lpstr>Configuraciones: Cálculo</vt:lpstr>
      <vt:lpstr>Configuraciones: Cálculo</vt:lpstr>
      <vt:lpstr>Fechas de ingreso de calificaciones</vt:lpstr>
      <vt:lpstr>Configuraciones: Fechas</vt:lpstr>
      <vt:lpstr>Escala de calificación En SHAGSCH </vt:lpstr>
      <vt:lpstr>Configuraciones: Activación</vt:lpstr>
      <vt:lpstr>Configuraciones: Activación</vt:lpstr>
      <vt:lpstr>Configuraciones: Activación</vt:lpstr>
      <vt:lpstr>Configuraciones: SHADEGR</vt:lpstr>
      <vt:lpstr>Razón de cambio</vt:lpstr>
      <vt:lpstr>Configuraciones: Razón de cambio STVGCHG</vt:lpstr>
      <vt:lpstr>Componente de calificación</vt:lpstr>
      <vt:lpstr>Configuraciones: NRC</vt:lpstr>
      <vt:lpstr>Configuraciones: Activación</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Ramos, Karyn</dc:creator>
  <cp:lastModifiedBy>Molina, Sergio</cp:lastModifiedBy>
  <cp:revision>52</cp:revision>
  <dcterms:created xsi:type="dcterms:W3CDTF">2024-10-02T00:21:55Z</dcterms:created>
  <dcterms:modified xsi:type="dcterms:W3CDTF">2026-07-21T01:16:37Z</dcterms:modified>
</cp:coreProperties>
</file>