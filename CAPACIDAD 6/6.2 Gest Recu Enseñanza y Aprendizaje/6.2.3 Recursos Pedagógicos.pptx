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  <p:sldMasterId id="2147483751" r:id="rId2"/>
  </p:sldMasterIdLst>
  <p:notesMasterIdLst>
    <p:notesMasterId r:id="rId21"/>
  </p:notesMasterIdLst>
  <p:sldIdLst>
    <p:sldId id="257" r:id="rId3"/>
    <p:sldId id="423" r:id="rId4"/>
    <p:sldId id="476" r:id="rId5"/>
    <p:sldId id="569" r:id="rId6"/>
    <p:sldId id="350" r:id="rId7"/>
    <p:sldId id="421" r:id="rId8"/>
    <p:sldId id="261" r:id="rId9"/>
    <p:sldId id="478" r:id="rId10"/>
    <p:sldId id="549" r:id="rId11"/>
    <p:sldId id="469" r:id="rId12"/>
    <p:sldId id="509" r:id="rId13"/>
    <p:sldId id="355" r:id="rId14"/>
    <p:sldId id="512" r:id="rId15"/>
    <p:sldId id="554" r:id="rId16"/>
    <p:sldId id="556" r:id="rId17"/>
    <p:sldId id="559" r:id="rId18"/>
    <p:sldId id="570" r:id="rId19"/>
    <p:sldId id="50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4B06FD8-FBF7-48A6-EC94-7EAC12BBF7D7}" name="Mardones, Francisco" initials="MF" userId="S::Francisco.Mardones@ellucian.com::216dec8c-35d0-45c5-a341-2c26a655750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00B0"/>
    <a:srgbClr val="0CA8B4"/>
    <a:srgbClr val="33CCCC"/>
    <a:srgbClr val="0CB4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8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8" d="100"/>
          <a:sy n="48" d="100"/>
        </p:scale>
        <p:origin x="2684" y="4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microsoft.com/office/2018/10/relationships/authors" Target="authors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422212-D69D-41E4-A547-75F507D8A64A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582945-6648-41CA-B880-4B10E0E03327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59085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8556FD-943F-2CA8-3B15-1C7401E71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B12A91-8583-2E4C-B1C8-7E1F64EF24C9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75494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F1688B8-4AFA-00EF-A18F-CE0BE044452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07389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308F59C-932F-DFB8-2AAA-2B65147363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9A07DC58-1A21-92BE-DFA2-CB4F912849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A31E1B8-B722-2D65-909E-9A914A5A07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6E9C32C0-6005-3B19-7D13-32AC67121CF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609784"/>
            <a:ext cx="3032274" cy="398058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48946FB4-67EB-F51C-A1FC-5421BE4D22B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2" y="6230769"/>
            <a:ext cx="2228873" cy="194925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ED3A513-644B-6B1D-40F3-221E3E565B2F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690226" y="573882"/>
            <a:ext cx="5501774" cy="5710237"/>
          </a:xfrm>
          <a:custGeom>
            <a:avLst/>
            <a:gdLst>
              <a:gd name="connsiteX0" fmla="*/ 0 w 5501774"/>
              <a:gd name="connsiteY0" fmla="*/ 0 h 5710237"/>
              <a:gd name="connsiteX1" fmla="*/ 2675908 w 5501774"/>
              <a:gd name="connsiteY1" fmla="*/ 0 h 5710237"/>
              <a:gd name="connsiteX2" fmla="*/ 2675908 w 5501774"/>
              <a:gd name="connsiteY2" fmla="*/ 1 h 5710237"/>
              <a:gd name="connsiteX3" fmla="*/ 5501774 w 5501774"/>
              <a:gd name="connsiteY3" fmla="*/ 1 h 5710237"/>
              <a:gd name="connsiteX4" fmla="*/ 5501774 w 5501774"/>
              <a:gd name="connsiteY4" fmla="*/ 1513523 h 5710237"/>
              <a:gd name="connsiteX5" fmla="*/ 2675908 w 5501774"/>
              <a:gd name="connsiteY5" fmla="*/ 1513523 h 5710237"/>
              <a:gd name="connsiteX6" fmla="*/ 2675908 w 5501774"/>
              <a:gd name="connsiteY6" fmla="*/ 2093595 h 5710237"/>
              <a:gd name="connsiteX7" fmla="*/ 4971924 w 5501774"/>
              <a:gd name="connsiteY7" fmla="*/ 2093595 h 5710237"/>
              <a:gd name="connsiteX8" fmla="*/ 4971924 w 5501774"/>
              <a:gd name="connsiteY8" fmla="*/ 3607117 h 5710237"/>
              <a:gd name="connsiteX9" fmla="*/ 2675908 w 5501774"/>
              <a:gd name="connsiteY9" fmla="*/ 3607117 h 5710237"/>
              <a:gd name="connsiteX10" fmla="*/ 2675908 w 5501774"/>
              <a:gd name="connsiteY10" fmla="*/ 4196715 h 5710237"/>
              <a:gd name="connsiteX11" fmla="*/ 5501774 w 5501774"/>
              <a:gd name="connsiteY11" fmla="*/ 4196715 h 5710237"/>
              <a:gd name="connsiteX12" fmla="*/ 5501774 w 5501774"/>
              <a:gd name="connsiteY12" fmla="*/ 5710237 h 5710237"/>
              <a:gd name="connsiteX13" fmla="*/ 2675908 w 5501774"/>
              <a:gd name="connsiteY13" fmla="*/ 5710237 h 5710237"/>
              <a:gd name="connsiteX14" fmla="*/ 1951722 w 5501774"/>
              <a:gd name="connsiteY14" fmla="*/ 5710237 h 5710237"/>
              <a:gd name="connsiteX15" fmla="*/ 0 w 5501774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01774" h="5710237">
                <a:moveTo>
                  <a:pt x="0" y="0"/>
                </a:moveTo>
                <a:lnTo>
                  <a:pt x="2675908" y="0"/>
                </a:lnTo>
                <a:lnTo>
                  <a:pt x="2675908" y="1"/>
                </a:lnTo>
                <a:lnTo>
                  <a:pt x="5501774" y="1"/>
                </a:lnTo>
                <a:lnTo>
                  <a:pt x="5501774" y="1513523"/>
                </a:lnTo>
                <a:lnTo>
                  <a:pt x="2675908" y="1513523"/>
                </a:lnTo>
                <a:lnTo>
                  <a:pt x="2675908" y="2093595"/>
                </a:lnTo>
                <a:lnTo>
                  <a:pt x="4971924" y="2093595"/>
                </a:lnTo>
                <a:lnTo>
                  <a:pt x="4971924" y="3607117"/>
                </a:lnTo>
                <a:lnTo>
                  <a:pt x="2675908" y="3607117"/>
                </a:lnTo>
                <a:lnTo>
                  <a:pt x="2675908" y="4196715"/>
                </a:lnTo>
                <a:lnTo>
                  <a:pt x="5501774" y="4196715"/>
                </a:lnTo>
                <a:lnTo>
                  <a:pt x="5501774" y="5710237"/>
                </a:lnTo>
                <a:lnTo>
                  <a:pt x="2675908" y="5710237"/>
                </a:lnTo>
                <a:lnTo>
                  <a:pt x="1951722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E118B2-5580-3101-C2BB-4FB39252D744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847123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Purple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0A86818C-B6FC-21B3-0821-EE3D8DAE5A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2BC038CA-3E14-5783-3761-76D8A4C63EC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9D3FE11-F167-1622-761B-F4BFADB0B0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EBAA974E-55D6-2A02-03A4-AAB7F36BF1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69C30255-143C-EB1C-95B6-9319F7AB9F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E32664-E882-9D71-52FE-71612364F8CE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831796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arm Gray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839227-1D94-2A38-E77C-5D1E1D0DD3A3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A2941D41-B5B7-CCE1-1B2C-89AAD5DACBE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6600B585-62A4-8333-3077-9DD14A7818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21C3DEEA-3CCE-EBD2-6CE3-835C44C810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74440542-6D19-B6BD-7831-2A113C1E6A7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458457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30B08173-A7BE-6F86-6CDE-43EC9BEEB3C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253018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9D9DE1-FE9F-14AE-4A3F-F4173038006F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664251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52C18FF9-32C7-751D-36F8-EF5124DF2B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1" y="2294526"/>
            <a:ext cx="8313737" cy="1333891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D8DE661F-53B2-6E8E-9238-FE6484215B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1" y="3806151"/>
            <a:ext cx="8313737" cy="79618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.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2590016B-4462-F023-25AF-B00C92853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710057-3FB3-19E3-5D75-F018F116AE4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41EE674-4BC9-86D6-67E5-FF509240DD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8FAC4F-619C-5E6B-F2B0-D001F5A51111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1208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2C 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B2127B1-FA67-CE8D-CD90-41309DF1AC6C}"/>
              </a:ext>
            </a:extLst>
          </p:cNvPr>
          <p:cNvSpPr/>
          <p:nvPr/>
        </p:nvSpPr>
        <p:spPr>
          <a:xfrm>
            <a:off x="0" y="6282612"/>
            <a:ext cx="1418253" cy="5753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08B6B-C056-2E89-CB24-74221272E2EC}"/>
              </a:ext>
            </a:extLst>
          </p:cNvPr>
          <p:cNvSpPr/>
          <p:nvPr/>
        </p:nvSpPr>
        <p:spPr>
          <a:xfrm>
            <a:off x="0" y="650240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737573-4583-0401-B46C-004DF090DAB6}"/>
              </a:ext>
            </a:extLst>
          </p:cNvPr>
          <p:cNvSpPr/>
          <p:nvPr/>
        </p:nvSpPr>
        <p:spPr>
          <a:xfrm>
            <a:off x="0" y="0"/>
            <a:ext cx="12192000" cy="355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BB43B24-12DD-1DD6-963C-7ADA857CC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6901" y="573882"/>
            <a:ext cx="2450374" cy="592930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A39E11EF-D17E-E6F4-B66D-C68ABBCCF81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56902" y="2249757"/>
            <a:ext cx="5427132" cy="1748877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4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64D279B7-3D21-DC76-5BCE-6A2D109B8E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6902" y="4116116"/>
            <a:ext cx="5427132" cy="663515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04B738B6-E606-753D-F43C-ADBDF91B7E2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689725" y="355598"/>
            <a:ext cx="5502275" cy="6146801"/>
          </a:xfrm>
          <a:custGeom>
            <a:avLst/>
            <a:gdLst>
              <a:gd name="connsiteX0" fmla="*/ 0 w 5502275"/>
              <a:gd name="connsiteY0" fmla="*/ 0 h 6135556"/>
              <a:gd name="connsiteX1" fmla="*/ 5502275 w 5502275"/>
              <a:gd name="connsiteY1" fmla="*/ 0 h 6135556"/>
              <a:gd name="connsiteX2" fmla="*/ 5502275 w 5502275"/>
              <a:gd name="connsiteY2" fmla="*/ 218283 h 6135556"/>
              <a:gd name="connsiteX3" fmla="*/ 5502275 w 5502275"/>
              <a:gd name="connsiteY3" fmla="*/ 1268413 h 6135556"/>
              <a:gd name="connsiteX4" fmla="*/ 5502275 w 5502275"/>
              <a:gd name="connsiteY4" fmla="*/ 1731805 h 6135556"/>
              <a:gd name="connsiteX5" fmla="*/ 2676409 w 5502275"/>
              <a:gd name="connsiteY5" fmla="*/ 1731805 h 6135556"/>
              <a:gd name="connsiteX6" fmla="*/ 2676409 w 5502275"/>
              <a:gd name="connsiteY6" fmla="*/ 2311877 h 6135556"/>
              <a:gd name="connsiteX7" fmla="*/ 4972425 w 5502275"/>
              <a:gd name="connsiteY7" fmla="*/ 2311877 h 6135556"/>
              <a:gd name="connsiteX8" fmla="*/ 4972425 w 5502275"/>
              <a:gd name="connsiteY8" fmla="*/ 3825399 h 6135556"/>
              <a:gd name="connsiteX9" fmla="*/ 2676409 w 5502275"/>
              <a:gd name="connsiteY9" fmla="*/ 3825399 h 6135556"/>
              <a:gd name="connsiteX10" fmla="*/ 2676409 w 5502275"/>
              <a:gd name="connsiteY10" fmla="*/ 4414997 h 6135556"/>
              <a:gd name="connsiteX11" fmla="*/ 5502275 w 5502275"/>
              <a:gd name="connsiteY11" fmla="*/ 4414997 h 6135556"/>
              <a:gd name="connsiteX12" fmla="*/ 5502275 w 5502275"/>
              <a:gd name="connsiteY12" fmla="*/ 4867143 h 6135556"/>
              <a:gd name="connsiteX13" fmla="*/ 5502275 w 5502275"/>
              <a:gd name="connsiteY13" fmla="*/ 5928519 h 6135556"/>
              <a:gd name="connsiteX14" fmla="*/ 5502275 w 5502275"/>
              <a:gd name="connsiteY14" fmla="*/ 6135556 h 6135556"/>
              <a:gd name="connsiteX15" fmla="*/ 0 w 5502275"/>
              <a:gd name="connsiteY15" fmla="*/ 6135556 h 6135556"/>
              <a:gd name="connsiteX16" fmla="*/ 0 w 5502275"/>
              <a:gd name="connsiteY16" fmla="*/ 4867143 h 6135556"/>
              <a:gd name="connsiteX17" fmla="*/ 501 w 5502275"/>
              <a:gd name="connsiteY17" fmla="*/ 4867143 h 6135556"/>
              <a:gd name="connsiteX18" fmla="*/ 501 w 5502275"/>
              <a:gd name="connsiteY18" fmla="*/ 1268413 h 6135556"/>
              <a:gd name="connsiteX19" fmla="*/ 0 w 5502275"/>
              <a:gd name="connsiteY19" fmla="*/ 1268413 h 613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5502275" h="6135556">
                <a:moveTo>
                  <a:pt x="0" y="0"/>
                </a:moveTo>
                <a:lnTo>
                  <a:pt x="5502275" y="0"/>
                </a:lnTo>
                <a:lnTo>
                  <a:pt x="5502275" y="218283"/>
                </a:lnTo>
                <a:lnTo>
                  <a:pt x="5502275" y="1268413"/>
                </a:lnTo>
                <a:lnTo>
                  <a:pt x="5502275" y="1731805"/>
                </a:lnTo>
                <a:lnTo>
                  <a:pt x="2676409" y="1731805"/>
                </a:lnTo>
                <a:lnTo>
                  <a:pt x="2676409" y="2311877"/>
                </a:lnTo>
                <a:lnTo>
                  <a:pt x="4972425" y="2311877"/>
                </a:lnTo>
                <a:lnTo>
                  <a:pt x="4972425" y="3825399"/>
                </a:lnTo>
                <a:lnTo>
                  <a:pt x="2676409" y="3825399"/>
                </a:lnTo>
                <a:lnTo>
                  <a:pt x="2676409" y="4414997"/>
                </a:lnTo>
                <a:lnTo>
                  <a:pt x="5502275" y="4414997"/>
                </a:lnTo>
                <a:lnTo>
                  <a:pt x="5502275" y="4867143"/>
                </a:lnTo>
                <a:lnTo>
                  <a:pt x="5502275" y="5928519"/>
                </a:lnTo>
                <a:lnTo>
                  <a:pt x="5502275" y="6135556"/>
                </a:lnTo>
                <a:lnTo>
                  <a:pt x="0" y="6135556"/>
                </a:lnTo>
                <a:lnTo>
                  <a:pt x="0" y="4867143"/>
                </a:lnTo>
                <a:lnTo>
                  <a:pt x="501" y="4867143"/>
                </a:lnTo>
                <a:lnTo>
                  <a:pt x="501" y="1268413"/>
                </a:lnTo>
                <a:lnTo>
                  <a:pt x="0" y="1268413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10" name="Text Placeholder 17">
            <a:extLst>
              <a:ext uri="{FF2B5EF4-FFF2-40B4-BE49-F238E27FC236}">
                <a16:creationId xmlns:a16="http://schemas.microsoft.com/office/drawing/2014/main" id="{1E88AEE2-3A55-B667-5D40-BB6299F4820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6902" y="5260553"/>
            <a:ext cx="3229036" cy="464486"/>
          </a:xfrm>
        </p:spPr>
        <p:txBody>
          <a:bodyPr/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  <a:br>
              <a:rPr lang="en-US" dirty="0"/>
            </a:br>
            <a:r>
              <a:rPr lang="en-US" dirty="0"/>
              <a:t>Job Title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D376FEF2-D482-FF48-0E21-E85BCDCAE0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6901" y="6055114"/>
            <a:ext cx="3229036" cy="227498"/>
          </a:xfrm>
        </p:spPr>
        <p:txBody>
          <a:bodyPr/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Month, Year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5B847D-2BA6-4533-FDD7-9CCF9A96A36C}"/>
              </a:ext>
            </a:extLst>
          </p:cNvPr>
          <p:cNvSpPr txBox="1"/>
          <p:nvPr/>
        </p:nvSpPr>
        <p:spPr>
          <a:xfrm>
            <a:off x="9347200" y="6562717"/>
            <a:ext cx="2658947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024351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41490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</p:spTree>
    <p:extLst>
      <p:ext uri="{BB962C8B-B14F-4D97-AF65-F5344CB8AC3E}">
        <p14:creationId xmlns:p14="http://schemas.microsoft.com/office/powerpoint/2010/main" val="575171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8599914" cy="27879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229208"/>
            <a:ext cx="8599914" cy="597151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012872"/>
            <a:ext cx="8599572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092934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D20FA87A-09E8-BDB2-1C69-54F54B22BE3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03835" y="1763901"/>
            <a:ext cx="475720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349B6786-5FA4-2087-2C3C-22F8A8E171C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03835" y="2426711"/>
            <a:ext cx="475720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86BD890A-D326-FD3F-EDA2-9599F756B62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03555" y="3529440"/>
            <a:ext cx="4757015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33542679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9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9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6" name="Text Placeholder 17">
            <a:extLst>
              <a:ext uri="{FF2B5EF4-FFF2-40B4-BE49-F238E27FC236}">
                <a16:creationId xmlns:a16="http://schemas.microsoft.com/office/drawing/2014/main" id="{5A431E8C-C0AC-DBC9-2391-1C619D591E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9375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7C89246B-18AE-5DA8-795F-679BD7C0617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9375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4F617632-1F8F-2092-32FC-7367A36B4B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347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9" name="Text Placeholder 17">
            <a:extLst>
              <a:ext uri="{FF2B5EF4-FFF2-40B4-BE49-F238E27FC236}">
                <a16:creationId xmlns:a16="http://schemas.microsoft.com/office/drawing/2014/main" id="{03C76AD3-B446-33B3-D6A6-D34A7B1A9C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264710" y="1763901"/>
            <a:ext cx="3217042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EA4DB68B-5ABD-7BD4-0D0C-E218D95569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64710" y="2426711"/>
            <a:ext cx="3217042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9E284295-AA76-A820-A4B4-F649763A534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264435" y="3740277"/>
            <a:ext cx="3216914" cy="98943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12754505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6" y="655578"/>
            <a:ext cx="11122186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C7C69F1E-9805-AE5A-7142-CFC2C784AC5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22516" y="361822"/>
            <a:ext cx="11122186" cy="227498"/>
          </a:xfrm>
        </p:spPr>
        <p:txBody>
          <a:bodyPr wrap="square">
            <a:spAutoFit/>
          </a:bodyPr>
          <a:lstStyle>
            <a:lvl1pPr marL="0" indent="0">
              <a:spcBef>
                <a:spcPts val="0"/>
              </a:spcBef>
              <a:buNone/>
              <a:defRPr sz="14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EYEBROW COPY BLANDITIIS PRAESENTIUM VOLUPTATUM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112D25B5-8051-9BC2-9889-36FD4D585F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22786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BC34DA4-0543-35F0-39E6-84A7B5877EE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2786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9E36904-4452-1FE0-159B-0D75E562EA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2515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A7841F65-A264-9942-011F-C0257234F0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70044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C15516F4-558F-C634-22F7-1F2C190C2A1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0044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D46D04B0-DA90-F948-8623-D10B3ED438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69773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C45E5508-18D4-B8A0-9554-18C8CC7BA6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17771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B9FC0B2-A2E1-EE23-DD92-95D99FB7FCB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17771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9AD3BD22-757B-EEDC-2BED-851D01FAD00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17500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5E75D8B7-36BA-C036-3008-ED7181EA2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065399" y="1763901"/>
            <a:ext cx="247908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BD2C72CE-2AC1-03E8-EC6E-6628A5C8EE8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065399" y="2426711"/>
            <a:ext cx="247908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86AC0A8-2096-FDDC-FEAB-27E8D3456BF7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065128" y="3740277"/>
            <a:ext cx="2478986" cy="1294137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</p:txBody>
      </p:sp>
    </p:spTree>
    <p:extLst>
      <p:ext uri="{BB962C8B-B14F-4D97-AF65-F5344CB8AC3E}">
        <p14:creationId xmlns:p14="http://schemas.microsoft.com/office/powerpoint/2010/main" val="4395913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CE7E595-5C3F-0BAF-330D-65E2AD801F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571323" y="1133918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0B49552-BA81-9DEE-DBCE-F9356D6637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571323" y="1793136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03CD231C-30AC-3339-A90C-FF099FDCE12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571323" y="2452355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982B152-EDC0-3186-CD84-DAB96BF424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1323" y="3111573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356610AF-C4CC-A0BF-AEC5-6E3BDD36D99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71323" y="3770791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71249665-4BF1-BC80-9E3E-27C6AC131E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571323" y="4430010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AF120EB-8D6E-49DB-0DA5-20F61C81951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571323" y="5089229"/>
            <a:ext cx="7234915" cy="324961"/>
          </a:xfrm>
        </p:spPr>
        <p:txBody>
          <a:bodyPr/>
          <a:lstStyle>
            <a:lvl1pPr marL="231775" indent="-231775"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2000"/>
            </a:lvl1pPr>
          </a:lstStyle>
          <a:p>
            <a:pPr lvl="0"/>
            <a:r>
              <a:rPr lang="en-US" dirty="0"/>
              <a:t>Agenda item 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B6EDFCBE-296B-864F-13E7-245D40ED0C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647542" y="1793136"/>
            <a:ext cx="789191" cy="789191"/>
          </a:xfrm>
          <a:prstGeom prst="rect">
            <a:avLst/>
          </a:prstGeom>
        </p:spPr>
      </p:pic>
      <p:pic>
        <p:nvPicPr>
          <p:cNvPr id="22" name="Graphic 21">
            <a:extLst>
              <a:ext uri="{FF2B5EF4-FFF2-40B4-BE49-F238E27FC236}">
                <a16:creationId xmlns:a16="http://schemas.microsoft.com/office/drawing/2014/main" id="{D5A0CFA2-F296-A8B7-CB70-C9D00D9E3C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7CD097DB-9618-CDB1-1F1F-B033BC4801E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660" y="2735750"/>
            <a:ext cx="3358665" cy="944810"/>
          </a:xfrm>
        </p:spPr>
        <p:txBody>
          <a:bodyPr wrap="square">
            <a:sp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Agenda or Table of Contents</a:t>
            </a:r>
          </a:p>
        </p:txBody>
      </p:sp>
    </p:spTree>
    <p:extLst>
      <p:ext uri="{BB962C8B-B14F-4D97-AF65-F5344CB8AC3E}">
        <p14:creationId xmlns:p14="http://schemas.microsoft.com/office/powerpoint/2010/main" val="23603013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0D0730-EC65-31BF-A4FA-992A99E0E4CF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©2026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276039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Dark P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E3200C5-B5A9-AC44-9200-784DFC633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2BD6F6F-F10E-C53F-032B-188519D8D1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460C111-1CB1-186F-BF66-55001B5779E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57454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eaker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238843"/>
            <a:ext cx="10363202" cy="1333891"/>
          </a:xfr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4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Breaker slide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3750468"/>
            <a:ext cx="10363202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2BD9AE-C83A-9EF9-F573-61A0E81EA594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9896445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7A8F2F-9330-25BE-0D2E-902E66CDE2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6356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89C4F93-BF72-9EDD-88A7-D06234565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56806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A1D1E00-2C7E-EB5E-B9AA-70EC4E40EAA1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2FE01EFE-63CA-D3D5-C581-993880DA8B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2147403"/>
            <a:ext cx="5334046" cy="944810"/>
          </a:xfrm>
        </p:spPr>
        <p:txBody>
          <a:bodyPr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5AE79D15-E07D-A51E-4EAF-87E654A7447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83108"/>
            <a:ext cx="5334046" cy="663451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B23AFD1E-0CBC-F8B7-0767-9DD68D6AA30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63360" y="1763901"/>
            <a:ext cx="523292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F81A4C6-9E62-AA06-E7C6-9A7067E4CE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63360" y="2426711"/>
            <a:ext cx="523292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C2B39BD8-F2D4-82FD-6B93-90DE2A49E6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63089" y="3740277"/>
            <a:ext cx="523271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AB1728AA-35B4-4BD9-8922-5A10B50EF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556463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1D50BC8-C95D-425B-652A-2D581ADCD8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1801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y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5FB72CE-435D-5F45-16B1-4A77B79AF3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371554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Thi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75CBFEB-E840-D7EB-F8A5-6E3EB245AA06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1647736"/>
            <a:ext cx="3312206" cy="1415709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</a:t>
            </a: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6B976F1-2579-253B-37D3-66B1EB3F4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6034" y="3211988"/>
            <a:ext cx="3312206" cy="1002006"/>
          </a:xfrm>
        </p:spPr>
        <p:txBody>
          <a:bodyPr wrap="square">
            <a:spAutoFit/>
          </a:bodyPr>
          <a:lstStyle>
            <a:lvl1pPr marL="0" indent="0" algn="l">
              <a:spcBef>
                <a:spcPts val="0"/>
              </a:spcBef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 sed do </a:t>
            </a:r>
            <a:r>
              <a:rPr lang="en-US" dirty="0" err="1"/>
              <a:t>eiusmod</a:t>
            </a:r>
            <a:endParaRPr lang="en-US" dirty="0"/>
          </a:p>
        </p:txBody>
      </p:sp>
      <p:sp>
        <p:nvSpPr>
          <p:cNvPr id="12" name="Text Placeholder 17">
            <a:extLst>
              <a:ext uri="{FF2B5EF4-FFF2-40B4-BE49-F238E27FC236}">
                <a16:creationId xmlns:a16="http://schemas.microsoft.com/office/drawing/2014/main" id="{247F7AFC-9E1C-DD0B-41C1-05088976F5F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7159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E7A1DE1-A6A1-A8B0-1E59-2D30FDB4CB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159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F338C581-FDC0-BE86-1CD1-D9586D8EB8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132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15" name="Text Placeholder 17">
            <a:extLst>
              <a:ext uri="{FF2B5EF4-FFF2-40B4-BE49-F238E27FC236}">
                <a16:creationId xmlns:a16="http://schemas.microsoft.com/office/drawing/2014/main" id="{8BE05EDD-6AF1-AF29-FB86-197BB73F525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2555" y="1647736"/>
            <a:ext cx="3363411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F1C9870-651A-8301-4A2C-6EE5FB7ABFD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2555" y="2310546"/>
            <a:ext cx="3363411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CB3B220D-3CAD-B3DC-8F6C-B8A398E8864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442283" y="3624112"/>
            <a:ext cx="3363277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65A4C054-B1C8-E492-ADA1-D665C51553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71448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630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603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600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7913227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096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5" name="Text Placeholder 17">
            <a:extLst>
              <a:ext uri="{FF2B5EF4-FFF2-40B4-BE49-F238E27FC236}">
                <a16:creationId xmlns:a16="http://schemas.microsoft.com/office/drawing/2014/main" id="{BBF114DA-2F2B-4926-CFCC-092A749330D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664914" y="807451"/>
            <a:ext cx="5008909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2D4575E4-C207-8E90-E726-B9033C8488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65185" y="2162915"/>
            <a:ext cx="500865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D16B016-4F74-45FD-A9CC-07A8056565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65185" y="2825725"/>
            <a:ext cx="5008655" cy="1206549"/>
          </a:xfrm>
        </p:spPr>
        <p:txBody>
          <a:bodyPr wrap="square">
            <a:sp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, </a:t>
            </a:r>
            <a:r>
              <a:rPr lang="en-US" dirty="0" err="1"/>
              <a:t>totam</a:t>
            </a:r>
            <a:r>
              <a:rPr lang="en-US" dirty="0"/>
              <a:t> rem </a:t>
            </a:r>
            <a:r>
              <a:rPr lang="en-US" dirty="0" err="1"/>
              <a:t>aperiam</a:t>
            </a:r>
            <a:r>
              <a:rPr lang="en-US" dirty="0"/>
              <a:t> </a:t>
            </a:r>
            <a:r>
              <a:rPr lang="en-US" dirty="0" err="1"/>
              <a:t>eaque</a:t>
            </a:r>
            <a:r>
              <a:rPr lang="en-US" dirty="0"/>
              <a:t> </a:t>
            </a:r>
            <a:r>
              <a:rPr lang="en-US" dirty="0" err="1"/>
              <a:t>ipsa</a:t>
            </a:r>
            <a:r>
              <a:rPr lang="en-US" dirty="0"/>
              <a:t> </a:t>
            </a:r>
            <a:r>
              <a:rPr lang="en-US" dirty="0" err="1"/>
              <a:t>quae</a:t>
            </a:r>
            <a:r>
              <a:rPr lang="en-US" dirty="0"/>
              <a:t> ab </a:t>
            </a:r>
            <a:r>
              <a:rPr lang="en-US" dirty="0" err="1"/>
              <a:t>illo</a:t>
            </a:r>
            <a:r>
              <a:rPr lang="en-US" dirty="0"/>
              <a:t> </a:t>
            </a:r>
            <a:r>
              <a:rPr lang="en-US" dirty="0" err="1"/>
              <a:t>inventore</a:t>
            </a:r>
            <a:r>
              <a:rPr lang="en-US" dirty="0"/>
              <a:t> </a:t>
            </a:r>
            <a:r>
              <a:rPr lang="en-US" dirty="0" err="1"/>
              <a:t>veritatis</a:t>
            </a:r>
            <a:r>
              <a:rPr lang="en-US" dirty="0"/>
              <a:t> et quasi </a:t>
            </a:r>
            <a:r>
              <a:rPr lang="en-US" dirty="0" err="1"/>
              <a:t>architecto</a:t>
            </a:r>
            <a:r>
              <a:rPr lang="en-US" dirty="0"/>
              <a:t> beatae vitae.</a:t>
            </a:r>
          </a:p>
        </p:txBody>
      </p: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06B0A9AB-D9A3-1E08-3001-30A9D645FF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64915" y="4139291"/>
            <a:ext cx="5008456" cy="1684948"/>
          </a:xfrm>
        </p:spPr>
        <p:txBody>
          <a:bodyPr wrap="square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8047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668D94B-8222-405F-8341-EB39E2CA02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</p:spTree>
    <p:extLst>
      <p:ext uri="{BB962C8B-B14F-4D97-AF65-F5344CB8AC3E}">
        <p14:creationId xmlns:p14="http://schemas.microsoft.com/office/powerpoint/2010/main" val="1588409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rame Imag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50">
            <a:extLst>
              <a:ext uri="{FF2B5EF4-FFF2-40B4-BE49-F238E27FC236}">
                <a16:creationId xmlns:a16="http://schemas.microsoft.com/office/drawing/2014/main" id="{5AACD76F-5A98-DE42-2012-2E4698A70B3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C5980322-EF45-73EA-F45B-05C3C55E7C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37810" y="573881"/>
            <a:ext cx="6854190" cy="5710237"/>
          </a:xfrm>
          <a:custGeom>
            <a:avLst/>
            <a:gdLst>
              <a:gd name="connsiteX0" fmla="*/ 0 w 6854190"/>
              <a:gd name="connsiteY0" fmla="*/ 0 h 5710237"/>
              <a:gd name="connsiteX1" fmla="*/ 3816350 w 6854190"/>
              <a:gd name="connsiteY1" fmla="*/ 0 h 5710237"/>
              <a:gd name="connsiteX2" fmla="*/ 3816350 w 6854190"/>
              <a:gd name="connsiteY2" fmla="*/ 1 h 5710237"/>
              <a:gd name="connsiteX3" fmla="*/ 6854190 w 6854190"/>
              <a:gd name="connsiteY3" fmla="*/ 1 h 5710237"/>
              <a:gd name="connsiteX4" fmla="*/ 6854190 w 6854190"/>
              <a:gd name="connsiteY4" fmla="*/ 1513523 h 5710237"/>
              <a:gd name="connsiteX5" fmla="*/ 3816350 w 6854190"/>
              <a:gd name="connsiteY5" fmla="*/ 1513523 h 5710237"/>
              <a:gd name="connsiteX6" fmla="*/ 3816350 w 6854190"/>
              <a:gd name="connsiteY6" fmla="*/ 2093595 h 5710237"/>
              <a:gd name="connsiteX7" fmla="*/ 6284595 w 6854190"/>
              <a:gd name="connsiteY7" fmla="*/ 2093595 h 5710237"/>
              <a:gd name="connsiteX8" fmla="*/ 6284595 w 6854190"/>
              <a:gd name="connsiteY8" fmla="*/ 3607117 h 5710237"/>
              <a:gd name="connsiteX9" fmla="*/ 3816350 w 6854190"/>
              <a:gd name="connsiteY9" fmla="*/ 3607117 h 5710237"/>
              <a:gd name="connsiteX10" fmla="*/ 3816350 w 6854190"/>
              <a:gd name="connsiteY10" fmla="*/ 4196715 h 5710237"/>
              <a:gd name="connsiteX11" fmla="*/ 6854190 w 6854190"/>
              <a:gd name="connsiteY11" fmla="*/ 4196715 h 5710237"/>
              <a:gd name="connsiteX12" fmla="*/ 6854190 w 6854190"/>
              <a:gd name="connsiteY12" fmla="*/ 5710237 h 5710237"/>
              <a:gd name="connsiteX13" fmla="*/ 3816350 w 6854190"/>
              <a:gd name="connsiteY13" fmla="*/ 5710237 h 5710237"/>
              <a:gd name="connsiteX14" fmla="*/ 3037840 w 6854190"/>
              <a:gd name="connsiteY14" fmla="*/ 5710237 h 5710237"/>
              <a:gd name="connsiteX15" fmla="*/ 0 w 6854190"/>
              <a:gd name="connsiteY15" fmla="*/ 5710237 h 57102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4190" h="5710237">
                <a:moveTo>
                  <a:pt x="0" y="0"/>
                </a:moveTo>
                <a:lnTo>
                  <a:pt x="3816350" y="0"/>
                </a:lnTo>
                <a:lnTo>
                  <a:pt x="3816350" y="1"/>
                </a:lnTo>
                <a:lnTo>
                  <a:pt x="6854190" y="1"/>
                </a:lnTo>
                <a:lnTo>
                  <a:pt x="6854190" y="1513523"/>
                </a:lnTo>
                <a:lnTo>
                  <a:pt x="3816350" y="1513523"/>
                </a:lnTo>
                <a:lnTo>
                  <a:pt x="3816350" y="2093595"/>
                </a:lnTo>
                <a:lnTo>
                  <a:pt x="6284595" y="2093595"/>
                </a:lnTo>
                <a:lnTo>
                  <a:pt x="6284595" y="3607117"/>
                </a:lnTo>
                <a:lnTo>
                  <a:pt x="3816350" y="3607117"/>
                </a:lnTo>
                <a:lnTo>
                  <a:pt x="3816350" y="4196715"/>
                </a:lnTo>
                <a:lnTo>
                  <a:pt x="6854190" y="4196715"/>
                </a:lnTo>
                <a:lnTo>
                  <a:pt x="6854190" y="5710237"/>
                </a:lnTo>
                <a:lnTo>
                  <a:pt x="3816350" y="5710237"/>
                </a:lnTo>
                <a:lnTo>
                  <a:pt x="3037840" y="5710237"/>
                </a:lnTo>
                <a:lnTo>
                  <a:pt x="0" y="5710237"/>
                </a:lnTo>
                <a:close/>
              </a:path>
            </a:pathLst>
          </a:custGeom>
        </p:spPr>
        <p:txBody>
          <a:bodyPr wrap="square" anchor="ctr" anchorCtr="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[Click to insert image]</a:t>
            </a:r>
          </a:p>
        </p:txBody>
      </p:sp>
      <p:sp>
        <p:nvSpPr>
          <p:cNvPr id="47" name="Text Placeholder 17">
            <a:extLst>
              <a:ext uri="{FF2B5EF4-FFF2-40B4-BE49-F238E27FC236}">
                <a16:creationId xmlns:a16="http://schemas.microsoft.com/office/drawing/2014/main" id="{72A36242-E96D-BCC5-8B9A-F727F91C17D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86035" y="1112251"/>
            <a:ext cx="4317994" cy="944810"/>
          </a:xfrm>
        </p:spPr>
        <p:txBody>
          <a:bodyPr wrap="square">
            <a:sp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 sz="3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endParaRPr lang="en-US" dirty="0"/>
          </a:p>
        </p:txBody>
      </p:sp>
      <p:sp>
        <p:nvSpPr>
          <p:cNvPr id="48" name="Text Placeholder 17">
            <a:extLst>
              <a:ext uri="{FF2B5EF4-FFF2-40B4-BE49-F238E27FC236}">
                <a16:creationId xmlns:a16="http://schemas.microsoft.com/office/drawing/2014/main" id="{E033C30C-F4BF-DEFA-8C82-E924E66CF3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6305" y="2467715"/>
            <a:ext cx="4317775" cy="555793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Subhead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0F481E4-FC0E-C80A-C2EC-B76F27D262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6305" y="3130525"/>
            <a:ext cx="4317775" cy="901850"/>
          </a:xfrm>
        </p:spPr>
        <p:txBody>
          <a:bodyPr wrap="square">
            <a:sp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Sed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perspiciatis</a:t>
            </a:r>
            <a:r>
              <a:rPr lang="en-US" dirty="0"/>
              <a:t> </a:t>
            </a:r>
            <a:r>
              <a:rPr lang="en-US" dirty="0" err="1"/>
              <a:t>unde</a:t>
            </a:r>
            <a:r>
              <a:rPr lang="en-US" dirty="0"/>
              <a:t> </a:t>
            </a:r>
            <a:r>
              <a:rPr lang="en-US" dirty="0" err="1"/>
              <a:t>omnis</a:t>
            </a:r>
            <a:r>
              <a:rPr lang="en-US" dirty="0"/>
              <a:t> </a:t>
            </a:r>
            <a:r>
              <a:rPr lang="en-US" dirty="0" err="1"/>
              <a:t>iste</a:t>
            </a:r>
            <a:r>
              <a:rPr lang="en-US" dirty="0"/>
              <a:t> </a:t>
            </a:r>
            <a:r>
              <a:rPr lang="en-US" dirty="0" err="1"/>
              <a:t>natus</a:t>
            </a:r>
            <a:r>
              <a:rPr lang="en-US" dirty="0"/>
              <a:t> error sit </a:t>
            </a:r>
            <a:r>
              <a:rPr lang="en-US" dirty="0" err="1"/>
              <a:t>voluptatem</a:t>
            </a:r>
            <a:r>
              <a:rPr lang="en-US" dirty="0"/>
              <a:t> </a:t>
            </a:r>
            <a:r>
              <a:rPr lang="en-US" dirty="0" err="1"/>
              <a:t>accusantium</a:t>
            </a:r>
            <a:r>
              <a:rPr lang="en-US" dirty="0"/>
              <a:t> </a:t>
            </a:r>
            <a:r>
              <a:rPr lang="en-US" dirty="0" err="1"/>
              <a:t>doloremque</a:t>
            </a:r>
            <a:r>
              <a:rPr lang="en-US" dirty="0"/>
              <a:t> </a:t>
            </a:r>
            <a:r>
              <a:rPr lang="en-US" dirty="0" err="1"/>
              <a:t>laudantium</a:t>
            </a:r>
            <a:r>
              <a:rPr lang="en-US" dirty="0"/>
              <a:t>.</a:t>
            </a:r>
          </a:p>
        </p:txBody>
      </p:sp>
      <p:sp>
        <p:nvSpPr>
          <p:cNvPr id="50" name="Text Placeholder 12">
            <a:extLst>
              <a:ext uri="{FF2B5EF4-FFF2-40B4-BE49-F238E27FC236}">
                <a16:creationId xmlns:a16="http://schemas.microsoft.com/office/drawing/2014/main" id="{F28319CA-55ED-F435-6422-E7CAE3A4E5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86035" y="4155118"/>
            <a:ext cx="4317603" cy="1684948"/>
          </a:xfrm>
        </p:spPr>
        <p:txBody>
          <a:bodyPr wrap="square">
            <a:sp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2FA6E33-C1DD-C1DE-7C6F-82957792F3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D073452-E314-EB2D-1FC4-135DC2D7775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8DAA59-27D2-784E-D2A1-F51D07814DEC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044635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C1DAE6E1-94AC-793D-E334-0CF26EA0FE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bg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F049E1B0-BA0B-F873-361C-6B7CE114B94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1D55CDA-462C-A7FF-EE12-3FDD8DDBC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C2795BC-99C0-3605-DA72-63D94FCF097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D05DB1F1-ACC3-B191-E3E7-7348B83D3D7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44E2C7-6484-3A24-48A0-1EC4CE2E334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6538370-0C99-95AF-B7F2-D3F6183791A0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1705222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E4133EC-B264-3D5F-9CF5-94A59CFE1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15307C-7F1F-2BB9-1D42-4EAB1A2F58C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97C25E61-6B43-DBD5-C2CE-87847F39AA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14399" y="2531927"/>
            <a:ext cx="10363202" cy="1579278"/>
          </a:xfrm>
        </p:spPr>
        <p:txBody>
          <a:bodyPr/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200" b="0" i="1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effectLst/>
                <a:latin typeface="Helvetica Neue" panose="02000503000000020004" pitchFamily="2" charset="0"/>
              </a:rPr>
              <a:t>Lorem ipsum dolor sit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amet</a:t>
            </a:r>
            <a:r>
              <a:rPr lang="en-US" dirty="0">
                <a:effectLst/>
                <a:latin typeface="Helvetica Neue" panose="02000503000000020004" pitchFamily="2" charset="0"/>
              </a:rPr>
              <a:t>,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consectetur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adipiscing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elit</a:t>
            </a:r>
            <a:r>
              <a:rPr lang="en-US" dirty="0">
                <a:effectLst/>
                <a:latin typeface="Helvetica Neue" panose="02000503000000020004" pitchFamily="2" charset="0"/>
              </a:rPr>
              <a:t> sed do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eiusmod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tempor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incididunt</a:t>
            </a:r>
            <a:r>
              <a:rPr lang="en-US" dirty="0">
                <a:effectLst/>
                <a:latin typeface="Helvetica Neue" panose="02000503000000020004" pitchFamily="2" charset="0"/>
              </a:rPr>
              <a:t>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ut</a:t>
            </a:r>
            <a:r>
              <a:rPr lang="en-US" dirty="0">
                <a:effectLst/>
                <a:latin typeface="Helvetica Neue" panose="02000503000000020004" pitchFamily="2" charset="0"/>
              </a:rPr>
              <a:t> labore et dolore magna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aliqua</a:t>
            </a:r>
            <a:r>
              <a:rPr lang="en-US" dirty="0">
                <a:effectLst/>
                <a:latin typeface="Helvetica Neue" panose="02000503000000020004" pitchFamily="2" charset="0"/>
              </a:rPr>
              <a:t>. Ut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enim</a:t>
            </a:r>
            <a:r>
              <a:rPr lang="en-US" dirty="0">
                <a:effectLst/>
                <a:latin typeface="Helvetica Neue" panose="02000503000000020004" pitchFamily="2" charset="0"/>
              </a:rPr>
              <a:t> ad minim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veniam</a:t>
            </a:r>
            <a:r>
              <a:rPr lang="en-US" dirty="0">
                <a:effectLst/>
                <a:latin typeface="Helvetica Neue" panose="02000503000000020004" pitchFamily="2" charset="0"/>
              </a:rPr>
              <a:t>.</a:t>
            </a:r>
          </a:p>
        </p:txBody>
      </p:sp>
      <p:sp>
        <p:nvSpPr>
          <p:cNvPr id="4" name="Text Placeholder 17">
            <a:extLst>
              <a:ext uri="{FF2B5EF4-FFF2-40B4-BE49-F238E27FC236}">
                <a16:creationId xmlns:a16="http://schemas.microsoft.com/office/drawing/2014/main" id="{FCEE0479-D5F9-CE3F-36E7-238BA0F4577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14399" y="4515781"/>
            <a:ext cx="10363202" cy="292452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8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First &amp; Last Name</a:t>
            </a:r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A76AF4FC-9A53-DBD9-C4E3-8F3D9D7DB7D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9" y="4893468"/>
            <a:ext cx="10363202" cy="260008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16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Title and Company or Institution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FF551E89-4ED8-FCF0-7E9B-2446F2411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618540" y="1374718"/>
            <a:ext cx="954921" cy="954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59FA4B8-B22A-02CB-D4E5-CDAF1F338C84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494142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CC5AC45-371A-D1F2-3506-59FB4F407F5D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320A3CFF-FF3A-806C-4272-4BD562E452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CB4FD4-52E5-7743-832E-878711B6912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55BA75-BCED-43A8-374C-ED5B5EB749B9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4628566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Color Lad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3374222F-BE28-8D9C-1B92-E635F1CBA88D}"/>
              </a:ext>
            </a:extLst>
          </p:cNvPr>
          <p:cNvSpPr/>
          <p:nvPr/>
        </p:nvSpPr>
        <p:spPr>
          <a:xfrm>
            <a:off x="0" y="-25400"/>
            <a:ext cx="12192000" cy="2628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DE53FD-96AB-3992-7C02-A065E96271A5}"/>
              </a:ext>
            </a:extLst>
          </p:cNvPr>
          <p:cNvSpPr/>
          <p:nvPr/>
        </p:nvSpPr>
        <p:spPr>
          <a:xfrm>
            <a:off x="0" y="2311400"/>
            <a:ext cx="12192000" cy="22225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946AE80-BBF4-E9AC-E514-521942D4F333}"/>
              </a:ext>
            </a:extLst>
          </p:cNvPr>
          <p:cNvSpPr/>
          <p:nvPr/>
        </p:nvSpPr>
        <p:spPr>
          <a:xfrm>
            <a:off x="0" y="4254500"/>
            <a:ext cx="12192000" cy="147319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2EC5E17-B3B5-4976-1ABF-427FA62F2672}"/>
              </a:ext>
            </a:extLst>
          </p:cNvPr>
          <p:cNvSpPr/>
          <p:nvPr/>
        </p:nvSpPr>
        <p:spPr>
          <a:xfrm>
            <a:off x="0" y="5562599"/>
            <a:ext cx="12192000" cy="8815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3AC560F-803C-C500-7A06-7D72D570ACA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8598" y="266700"/>
            <a:ext cx="11510502" cy="430887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2800" b="1"/>
            </a:lvl1pPr>
          </a:lstStyle>
          <a:p>
            <a:pPr lvl="0"/>
            <a:r>
              <a:rPr lang="en-US" dirty="0"/>
              <a:t>Insert Eyebrow copy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7175254-6888-0D7A-73D9-BAB84617436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38598" y="768078"/>
            <a:ext cx="11510502" cy="1477328"/>
          </a:xfrm>
        </p:spPr>
        <p:txBody>
          <a:bodyPr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 b="1"/>
            </a:lvl1pPr>
          </a:lstStyle>
          <a:p>
            <a:pPr lvl="0"/>
            <a:r>
              <a:rPr lang="en-US" dirty="0"/>
              <a:t>Main Headline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C700BDF8-0D95-F5D3-DE70-6F94479F07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38598" y="2311399"/>
            <a:ext cx="11510502" cy="19431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7200" b="1"/>
            </a:lvl1pPr>
          </a:lstStyle>
          <a:p>
            <a:pPr lvl="0"/>
            <a:r>
              <a:rPr lang="en-US" dirty="0"/>
              <a:t>Second level statement 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EFF4A6F-B443-2BFD-5274-C4CEDB33249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25898" y="4254499"/>
            <a:ext cx="11510502" cy="1308099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5400" b="0"/>
            </a:lvl1pPr>
          </a:lstStyle>
          <a:p>
            <a:pPr lvl="0"/>
            <a:r>
              <a:rPr lang="en-US" dirty="0"/>
              <a:t>Third level statement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68C87247-A369-32C8-E069-B1E624079C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5898" y="5562598"/>
            <a:ext cx="11510502" cy="736601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3600" b="0"/>
            </a:lvl1pPr>
          </a:lstStyle>
          <a:p>
            <a:pPr lvl="0"/>
            <a:r>
              <a:rPr lang="en-US" dirty="0"/>
              <a:t>Fourth level statement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BC92165-EA63-BA70-B09C-3AE3A0E3B988}"/>
              </a:ext>
            </a:extLst>
          </p:cNvPr>
          <p:cNvSpPr/>
          <p:nvPr/>
        </p:nvSpPr>
        <p:spPr>
          <a:xfrm>
            <a:off x="0" y="6351180"/>
            <a:ext cx="12192000" cy="5068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8487BB2-49A0-1AD0-6AEA-A6BA00965F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D645B4-C9BC-C447-40CC-BED53F5C40F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D9A09A-FC77-0C42-3399-4228AB66473E}"/>
              </a:ext>
            </a:extLst>
          </p:cNvPr>
          <p:cNvSpPr txBox="1"/>
          <p:nvPr/>
        </p:nvSpPr>
        <p:spPr>
          <a:xfrm>
            <a:off x="9215120" y="6570337"/>
            <a:ext cx="22824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6437251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35BE7A-2092-E334-9925-A2CD0ED61EC1}"/>
              </a:ext>
            </a:extLst>
          </p:cNvPr>
          <p:cNvSpPr txBox="1"/>
          <p:nvPr/>
        </p:nvSpPr>
        <p:spPr>
          <a:xfrm>
            <a:off x="836428" y="243596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9" name="Text Placeholder 17">
            <a:extLst>
              <a:ext uri="{FF2B5EF4-FFF2-40B4-BE49-F238E27FC236}">
                <a16:creationId xmlns:a16="http://schemas.microsoft.com/office/drawing/2014/main" id="{C141F636-6F6B-39E0-D74A-E2DC465DEF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6897" y="4302308"/>
            <a:ext cx="7078206" cy="389915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Presenter Name</a:t>
            </a:r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5F716EA-D293-96D7-C5A7-61FE08272CB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6897" y="4735941"/>
            <a:ext cx="7078206" cy="324961"/>
          </a:xfr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PresenterEmail@Ellucian.com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C871F66-B895-DB0B-1D73-90E74A395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3435677-394B-4E5D-4CD3-2D77A2110358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81291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1BBC57-2A7B-F916-1726-A8A00107824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229B27-8CB8-A4DF-B214-C621F3644437}"/>
              </a:ext>
            </a:extLst>
          </p:cNvPr>
          <p:cNvSpPr txBox="1"/>
          <p:nvPr/>
        </p:nvSpPr>
        <p:spPr>
          <a:xfrm>
            <a:off x="836428" y="2544142"/>
            <a:ext cx="10441173" cy="176971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500" b="1" dirty="0">
                <a:solidFill>
                  <a:schemeClr val="accent1"/>
                </a:solidFill>
              </a:rPr>
              <a:t>Questions?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225686-2493-61CB-BED8-8CD6B90C8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757E6F9-39D1-A7B6-72FA-6CB25BEA039E}"/>
              </a:ext>
            </a:extLst>
          </p:cNvPr>
          <p:cNvSpPr txBox="1"/>
          <p:nvPr/>
        </p:nvSpPr>
        <p:spPr>
          <a:xfrm>
            <a:off x="9635103" y="6562717"/>
            <a:ext cx="237104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42359525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8488C-B055-D09C-D997-3A7FCA294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F822AF2-2615-432F-038F-912A880B9A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6FCCEB-ACCA-75CB-F0DF-3F3BC5FBE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A6134-9B25-412B-8FBF-B14BEDBA912D}" type="datetimeFigureOut">
              <a:rPr lang="es-CL" smtClean="0"/>
              <a:t>16-04-2026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0BEB1F-BCFD-D511-2592-8A4609C73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FC865D-B77C-F26A-FE70-2498C9B6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8541073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330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D2615-324D-B5FF-2EBE-81DB544E7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285997"/>
            <a:ext cx="7317783" cy="1282485"/>
          </a:xfrm>
        </p:spPr>
        <p:txBody>
          <a:bodyPr l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8C979F-7ABF-A5C6-5C58-6DD9C3DA76E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599" y="3792020"/>
            <a:ext cx="7317783" cy="774441"/>
          </a:xfr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7118141F-3632-B706-5864-39BC20F0FDE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09600" y="5186273"/>
            <a:ext cx="7092820" cy="1056694"/>
          </a:xfrm>
        </p:spPr>
        <p:txBody>
          <a:bodyPr l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Name, Job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176DD36-E885-ABAF-DBBD-C96AC12C778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9088" y="5603032"/>
            <a:ext cx="2373312" cy="569168"/>
          </a:xfrm>
        </p:spPr>
        <p:txBody>
          <a:bodyPr rIns="0" bIns="0" anchor="b" anchorCtr="0">
            <a:noAutofit/>
          </a:bodyPr>
          <a:lstStyle>
            <a:lvl1pPr marL="0" indent="0" algn="r">
              <a:buNone/>
              <a:defRPr sz="1200">
                <a:solidFill>
                  <a:schemeClr val="bg1"/>
                </a:solidFill>
              </a:defRPr>
            </a:lvl1pPr>
            <a:lvl2pPr marL="457200" indent="0" algn="r">
              <a:buNone/>
              <a:defRPr sz="1600">
                <a:solidFill>
                  <a:schemeClr val="bg1"/>
                </a:solidFill>
              </a:defRPr>
            </a:lvl2pPr>
            <a:lvl3pPr marL="914400" indent="0" algn="r">
              <a:buNone/>
              <a:defRPr sz="1400">
                <a:solidFill>
                  <a:schemeClr val="bg1"/>
                </a:solidFill>
              </a:defRPr>
            </a:lvl3pPr>
            <a:lvl4pPr marL="1371600" indent="0" algn="r">
              <a:buNone/>
              <a:defRPr sz="1200">
                <a:solidFill>
                  <a:schemeClr val="bg1"/>
                </a:solidFill>
              </a:defRPr>
            </a:lvl4pPr>
            <a:lvl5pPr marL="1828800" indent="0" algn="r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Month XX, 20XX</a:t>
            </a:r>
          </a:p>
        </p:txBody>
      </p:sp>
    </p:spTree>
    <p:extLst>
      <p:ext uri="{BB962C8B-B14F-4D97-AF65-F5344CB8AC3E}">
        <p14:creationId xmlns:p14="http://schemas.microsoft.com/office/powerpoint/2010/main" val="33747441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ext Placeholder 2">
            <a:extLst>
              <a:ext uri="{FF2B5EF4-FFF2-40B4-BE49-F238E27FC236}">
                <a16:creationId xmlns:a16="http://schemas.microsoft.com/office/drawing/2014/main" id="{B4E21473-327B-3C3B-2526-FD5AB3A4428E}"/>
              </a:ext>
            </a:extLst>
          </p:cNvPr>
          <p:cNvSpPr>
            <a:spLocks noGrp="1"/>
          </p:cNvSpPr>
          <p:nvPr>
            <p:ph type="body" orient="vert" sz="quarter" idx="10" hasCustomPrompt="1"/>
          </p:nvPr>
        </p:nvSpPr>
        <p:spPr>
          <a:xfrm>
            <a:off x="0" y="685800"/>
            <a:ext cx="609600" cy="5486399"/>
          </a:xfrm>
        </p:spPr>
        <p:txBody>
          <a:bodyPr vert="vert270" anchor="ctr" anchorCtr="0">
            <a:noAutofit/>
          </a:bodyPr>
          <a:lstStyle>
            <a:lvl1pPr marL="0" indent="0" algn="ctr">
              <a:buNone/>
              <a:defRPr sz="1200" spc="300">
                <a:solidFill>
                  <a:schemeClr val="bg1"/>
                </a:solidFill>
              </a:defRPr>
            </a:lvl1pPr>
            <a:lvl2pPr marL="457200" indent="0" algn="ctr">
              <a:buNone/>
              <a:defRPr sz="1200" spc="300">
                <a:solidFill>
                  <a:schemeClr val="bg1"/>
                </a:solidFill>
              </a:defRPr>
            </a:lvl2pPr>
            <a:lvl3pPr marL="914400" indent="0" algn="ctr">
              <a:buNone/>
              <a:defRPr sz="1100" spc="300">
                <a:solidFill>
                  <a:schemeClr val="bg1"/>
                </a:solidFill>
              </a:defRPr>
            </a:lvl3pPr>
            <a:lvl4pPr marL="1371600" indent="0" algn="ctr">
              <a:buNone/>
              <a:defRPr sz="1050" spc="300">
                <a:solidFill>
                  <a:schemeClr val="bg1"/>
                </a:solidFill>
              </a:defRPr>
            </a:lvl4pPr>
            <a:lvl5pPr marL="1828800" indent="0" algn="ctr">
              <a:buNone/>
              <a:defRPr sz="1050" spc="3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0773A33-C933-040C-38F4-7E444DEDA5A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4900" y="1800808"/>
            <a:ext cx="7092820" cy="1628192"/>
          </a:xfrm>
        </p:spPr>
        <p:txBody>
          <a:bodyPr lIns="0" bIns="0" anchor="b" anchorCtr="0">
            <a:noAutofit/>
          </a:bodyPr>
          <a:lstStyle>
            <a:lvl1pPr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Title (Max Two Lines)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3C54B7B-813E-7B62-27B5-6334893218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04900" y="3652538"/>
            <a:ext cx="7092820" cy="774441"/>
          </a:xfrm>
        </p:spPr>
        <p:txBody>
          <a:bodyPr lIns="0" tIns="0">
            <a:noAutofit/>
          </a:bodyPr>
          <a:lstStyle>
            <a:lvl1pPr marL="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  <a:lvl2pPr marL="174625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600">
                <a:solidFill>
                  <a:schemeClr val="bg1"/>
                </a:solidFill>
              </a:defRPr>
            </a:lvl2pPr>
            <a:lvl3pPr marL="3429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400">
                <a:solidFill>
                  <a:schemeClr val="bg1"/>
                </a:solidFill>
              </a:defRPr>
            </a:lvl3pPr>
            <a:lvl4pPr marL="519112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4pPr>
            <a:lvl5pPr marL="685800" indent="0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5pPr>
          </a:lstStyle>
          <a:p>
            <a:r>
              <a:rPr lang="en-US" dirty="0"/>
              <a:t>Subhead (not required, max two lines)</a:t>
            </a:r>
          </a:p>
          <a:p>
            <a:pPr lvl="0"/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9736184-ED63-6779-B7C5-534556DC2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/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2F0D078-8731-55F9-79B0-01F3A7D7CE30}"/>
              </a:ext>
            </a:extLst>
          </p:cNvPr>
          <p:cNvSpPr/>
          <p:nvPr userDrawn="1"/>
        </p:nvSpPr>
        <p:spPr>
          <a:xfrm>
            <a:off x="9198429" y="6444343"/>
            <a:ext cx="2438400" cy="3651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D52AA4-C79B-C219-93E5-BAF53DD6499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11309" y="6522115"/>
            <a:ext cx="1905266" cy="20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7421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-Up ">
    <p:bg>
      <p:bgPr>
        <a:solidFill>
          <a:schemeClr val="bg1">
            <a:alpha val="2023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2D92EE01-92FE-27B7-8491-8AE3AAC0FE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04900" y="1905002"/>
            <a:ext cx="10477499" cy="4267198"/>
          </a:xfrm>
        </p:spPr>
        <p:txBody>
          <a:bodyPr>
            <a:noAutofit/>
          </a:bodyPr>
          <a:lstStyle>
            <a:lvl1pPr marL="174625" indent="-17462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1pPr>
            <a:lvl2pPr marL="342900" indent="-168275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2pPr>
            <a:lvl3pPr marL="5191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3pPr>
            <a:lvl4pPr marL="685800" indent="-166688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4pPr>
            <a:lvl5pPr marL="862013" indent="-176213">
              <a:lnSpc>
                <a:spcPct val="100000"/>
              </a:lnSpc>
              <a:buClr>
                <a:schemeClr val="accent2"/>
              </a:buClr>
              <a:buFont typeface="Arial" panose="020B0604020202020204" pitchFamily="34" charset="0"/>
              <a:buChar char="•"/>
              <a:tabLst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Vertical Text Placeholder 13">
            <a:extLst>
              <a:ext uri="{FF2B5EF4-FFF2-40B4-BE49-F238E27FC236}">
                <a16:creationId xmlns:a16="http://schemas.microsoft.com/office/drawing/2014/main" id="{E932BD03-3866-775C-FCE1-9468113E4954}"/>
              </a:ext>
            </a:extLst>
          </p:cNvPr>
          <p:cNvSpPr>
            <a:spLocks noGrp="1"/>
          </p:cNvSpPr>
          <p:nvPr>
            <p:ph type="body" orient="vert" sz="quarter" idx="17" hasCustomPrompt="1"/>
          </p:nvPr>
        </p:nvSpPr>
        <p:spPr>
          <a:xfrm rot="10800000">
            <a:off x="0" y="685800"/>
            <a:ext cx="609600" cy="5486399"/>
          </a:xfrm>
        </p:spPr>
        <p:txBody>
          <a:bodyPr vert="eaVert" anchor="ctr">
            <a:noAutofit/>
          </a:bodyPr>
          <a:lstStyle>
            <a:lvl1pPr marL="0" indent="0" algn="ctr">
              <a:buNone/>
              <a:defRPr sz="1200" spc="3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SECTION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877212-0337-0A89-2140-1837D97F80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49"/>
            <a:ext cx="6225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BAD56BAB-9B7B-4C09-8A45-659D39241E09}" type="slidenum">
              <a:rPr lang="es-CL" smtClean="0"/>
              <a:t>‹#›</a:t>
            </a:fld>
            <a:endParaRPr lang="es-CL"/>
          </a:p>
        </p:txBody>
      </p:sp>
      <p:sp>
        <p:nvSpPr>
          <p:cNvPr id="9" name="Title 2">
            <a:extLst>
              <a:ext uri="{FF2B5EF4-FFF2-40B4-BE49-F238E27FC236}">
                <a16:creationId xmlns:a16="http://schemas.microsoft.com/office/drawing/2014/main" id="{50D7E829-0820-3DB9-FA55-7C961469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0" y="685800"/>
            <a:ext cx="10477497" cy="898555"/>
          </a:xfrm>
        </p:spPr>
        <p:txBody>
          <a:bodyPr anchor="t" anchorCtr="0">
            <a:noAutofit/>
          </a:bodyPr>
          <a:lstStyle>
            <a:lvl1pPr>
              <a:defRPr sz="3200" b="1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89001A9-7FE9-F5C0-22D0-6A61BBF2FA67}"/>
              </a:ext>
            </a:extLst>
          </p:cNvPr>
          <p:cNvSpPr/>
          <p:nvPr userDrawn="1"/>
        </p:nvSpPr>
        <p:spPr>
          <a:xfrm>
            <a:off x="9187543" y="6487886"/>
            <a:ext cx="2394854" cy="3651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EA6744D-CA61-F3EC-4120-FA3137AE11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3622" y="6487886"/>
            <a:ext cx="1952061" cy="31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3623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eadline-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3081F721-E8A4-AE4D-5353-BF45B31733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2515" y="361822"/>
            <a:ext cx="11122188" cy="446084"/>
          </a:xfrm>
        </p:spPr>
        <p:txBody>
          <a:bodyPr wrap="square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Headline culpa qui official arum </a:t>
            </a:r>
            <a:r>
              <a:rPr lang="en-US" dirty="0" err="1"/>
              <a:t>quidem</a:t>
            </a:r>
            <a:r>
              <a:rPr lang="en-US" dirty="0"/>
              <a:t> rerum facilis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D09DD77-3C7C-EEB6-765D-0ED3FE5F28B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2287" y="1056958"/>
            <a:ext cx="11122188" cy="5100637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B655AC-D933-0DA3-131C-D66FAC3EB545}"/>
              </a:ext>
            </a:extLst>
          </p:cNvPr>
          <p:cNvSpPr/>
          <p:nvPr userDrawn="1"/>
        </p:nvSpPr>
        <p:spPr>
          <a:xfrm>
            <a:off x="9229060" y="6507126"/>
            <a:ext cx="2415415" cy="25518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E1B87B-17E5-9FBE-6747-AA98A94CAA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85073" y="6496178"/>
            <a:ext cx="1962700" cy="266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94726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227094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981C625F-C66F-1373-141C-E36C160D0D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E6E8FD-F743-B760-4565-52A5B0B667B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F76087-D7C9-C1C3-5E17-263AB892AD6D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75501128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EE1FD067-74D8-0E64-F510-C09BEC15D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6E64D5-8E4A-3059-BC15-EB884BE08EC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DFD1F0B-69D7-F3A9-055F-2A986648AD27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14321545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79317-11D6-0AF3-4B54-BDA534C90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C7209B0-4D3E-B28A-692D-AB3B431BDB03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158A56-C172-10B2-D489-16D7DACEC5F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56999168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ABA3577-65BA-7CC4-5395-E38F2A7AC7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135DE03-26E8-0184-A39C-5A462BDC2DC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F91899-8397-C452-E914-5DA32F2E64BE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81426103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695EB3C-8530-E0C8-4217-5508CF63DB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450D81-7260-A5B0-C045-065E98F3D872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8E4D3A3-6199-EF4C-2D38-F8DA60A48FEE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47260381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0CB40AC-8E27-B4CE-FE98-617281F618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A44510-D9B6-3D27-0025-27FFAAD9F8AE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BE2C0-3213-6D2D-4479-AD9B8089A641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21379826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Half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FE05E42-38B4-613A-91A3-6308614973EC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1839101-BBAA-D670-10CD-40BF5E0392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CCF7E87-236E-67B1-F9B1-5ACC27A1C0B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6E2BFF-AA3C-F635-EDE7-1D4D95732292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69752243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88CB9F-7B69-6D25-41A0-F5D4BFE324C9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E0AAAEA-1F16-516A-417D-DC9DF964E8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6FD55EF-B73C-D814-E528-7EF5EBB86F1C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77C5A4-055F-072E-16C5-84527D1FFDB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034599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Purple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A5C8E9-F647-20C1-E64B-5FADBF7E8499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66E5DE2-889D-3DE4-3572-3DCEEA210F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932288-F84C-D66E-3E63-ED023CEAD978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AA4C6E-89CC-BA61-A575-3A36232457CA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52652263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D04E6AC-3638-47BF-6BFD-E68AF8093A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033454-6E80-8B9B-BBCB-6434F5D21BA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2D7DB-F5BA-604F-2A99-DBAB5A8DE7ED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13658071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ay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45C3B88-0182-B843-BB3B-F145067D5C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84ADAE-B350-C159-D672-6F29FE4CC4FD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FB9DF3-A55E-DBF2-C049-8624E2CA323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227766323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B3401B5-FB7E-EDEB-5D87-90FA593EF7F8}"/>
              </a:ext>
            </a:extLst>
          </p:cNvPr>
          <p:cNvSpPr/>
          <p:nvPr/>
        </p:nvSpPr>
        <p:spPr>
          <a:xfrm>
            <a:off x="0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668F462-6E9A-C654-C321-DFBF69C7A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F75F911-FCDF-6D37-1A4E-6CFB26AAEB35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4A93C5-2125-4620-62DB-C8E3A6CA982A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523474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 Green Thir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8128016" y="0"/>
            <a:ext cx="4063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CE396D46-CDE6-66B6-0A7B-6DEC14B97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6462404-BF65-8481-4332-5DF7AD5ED1C9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6232A2-9E4F-3C88-D771-7120FAD75090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2616161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1DA2E6-F483-60DE-DF61-B60C10DBDE89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42130006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93DCF4-AC60-B9D8-A985-C1CFC1A5AD75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93634425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Dark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F4F974E-F629-0B9E-90C7-6BA76E296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8B03757-D8E3-42CD-21F7-B5A125EE77E1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bg1"/>
                </a:solidFill>
              </a:rPr>
              <a:pPr algn="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C058F-486D-43DF-4B5C-09387CA4F8E1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bg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6179623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Warm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FEDEB4-E39B-67FF-92F1-4314058FBAA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FF5FB22-C2EA-99F6-EF38-AD4BBB0C3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03AEA50-DA2C-915C-545F-713FCDF35A3F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0EA6DE-76EE-C5B8-0477-8D50A19F0758}"/>
              </a:ext>
            </a:extLst>
          </p:cNvPr>
          <p:cNvSpPr txBox="1"/>
          <p:nvPr/>
        </p:nvSpPr>
        <p:spPr>
          <a:xfrm>
            <a:off x="9265920" y="6570337"/>
            <a:ext cx="223167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10270815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3990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E723A-1CD3-C976-D546-D7B1E1A72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330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A2E2D-CDA6-D65D-5A28-67459EB16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1684948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8C54377-C373-3751-A275-A17B11FE1BB6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78777" y="6474193"/>
            <a:ext cx="820683" cy="1985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0D8F4A-848B-F513-FE1A-5A86C8B8CF84}"/>
              </a:ext>
            </a:extLst>
          </p:cNvPr>
          <p:cNvSpPr txBox="1"/>
          <p:nvPr/>
        </p:nvSpPr>
        <p:spPr>
          <a:xfrm>
            <a:off x="11616267" y="6570337"/>
            <a:ext cx="389880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fld id="{39BFE1BD-C136-3F41-856A-526B10A97418}" type="slidenum">
              <a:rPr lang="en-US" sz="900" smtClean="0">
                <a:solidFill>
                  <a:schemeClr val="tx1"/>
                </a:solidFill>
              </a:rPr>
              <a:pPr algn="r"/>
              <a:t>‹#›</a:t>
            </a:fld>
            <a:endParaRPr lang="en-US" sz="9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225B6-A2B9-C109-E112-6ACDED1B4458}"/>
              </a:ext>
            </a:extLst>
          </p:cNvPr>
          <p:cNvSpPr txBox="1"/>
          <p:nvPr/>
        </p:nvSpPr>
        <p:spPr>
          <a:xfrm>
            <a:off x="9144000" y="6570337"/>
            <a:ext cx="2353596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r"/>
            <a:r>
              <a:rPr lang="en-US" sz="900" dirty="0">
                <a:solidFill>
                  <a:schemeClr val="tx1"/>
                </a:solidFill>
              </a:rPr>
              <a:t>©2025 Ellucian. Confidential and Proprietary</a:t>
            </a:r>
          </a:p>
        </p:txBody>
      </p:sp>
    </p:spTree>
    <p:extLst>
      <p:ext uri="{BB962C8B-B14F-4D97-AF65-F5344CB8AC3E}">
        <p14:creationId xmlns:p14="http://schemas.microsoft.com/office/powerpoint/2010/main" val="339069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  <p:sldLayoutId id="2147483726" r:id="rId15"/>
    <p:sldLayoutId id="2147483727" r:id="rId16"/>
    <p:sldLayoutId id="2147483728" r:id="rId17"/>
    <p:sldLayoutId id="2147483729" r:id="rId18"/>
    <p:sldLayoutId id="2147483730" r:id="rId19"/>
    <p:sldLayoutId id="2147483731" r:id="rId20"/>
    <p:sldLayoutId id="2147483732" r:id="rId21"/>
    <p:sldLayoutId id="2147483733" r:id="rId22"/>
    <p:sldLayoutId id="2147483734" r:id="rId23"/>
    <p:sldLayoutId id="2147483735" r:id="rId24"/>
    <p:sldLayoutId id="2147483736" r:id="rId25"/>
    <p:sldLayoutId id="2147483737" r:id="rId26"/>
    <p:sldLayoutId id="2147483738" r:id="rId27"/>
    <p:sldLayoutId id="2147483739" r:id="rId28"/>
    <p:sldLayoutId id="2147483740" r:id="rId29"/>
    <p:sldLayoutId id="2147483741" r:id="rId30"/>
    <p:sldLayoutId id="2147483742" r:id="rId31"/>
    <p:sldLayoutId id="2147483743" r:id="rId32"/>
    <p:sldLayoutId id="2147483744" r:id="rId33"/>
    <p:sldLayoutId id="2147483745" r:id="rId34"/>
    <p:sldLayoutId id="2147483746" r:id="rId35"/>
    <p:sldLayoutId id="2147483747" r:id="rId36"/>
    <p:sldLayoutId id="2147483748" r:id="rId37"/>
    <p:sldLayoutId id="2147483771" r:id="rId3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11156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  <p:sldLayoutId id="2147483764" r:id="rId13"/>
    <p:sldLayoutId id="2147483765" r:id="rId14"/>
    <p:sldLayoutId id="2147483766" r:id="rId15"/>
    <p:sldLayoutId id="2147483767" r:id="rId16"/>
    <p:sldLayoutId id="2147483768" r:id="rId17"/>
    <p:sldLayoutId id="2147483769" r:id="rId18"/>
    <p:sldLayoutId id="2147483770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77850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923925" indent="-233363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Courier New" panose="02070309020205020404" pitchFamily="49" charset="0"/>
        <a:buChar char="o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258888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604963" indent="-223838" algn="l" defTabSz="9144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8.sv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381F98-39A1-4ACC-B642-A72023AF9B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6902" y="2249757"/>
            <a:ext cx="5427132" cy="1222707"/>
          </a:xfrm>
        </p:spPr>
        <p:txBody>
          <a:bodyPr/>
          <a:lstStyle/>
          <a:p>
            <a:r>
              <a:rPr lang="es-419" sz="4400" dirty="0"/>
              <a:t>Asignar Recursos Pedagógicos</a:t>
            </a:r>
            <a:endParaRPr lang="es-CL" dirty="0">
              <a:latin typeface="+mj-lt"/>
            </a:endParaRP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1EF17AF-28D3-D529-32AF-17D3B44889E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902" y="4116116"/>
            <a:ext cx="5427132" cy="292452"/>
          </a:xfrm>
        </p:spPr>
        <p:txBody>
          <a:bodyPr/>
          <a:lstStyle/>
          <a:p>
            <a:r>
              <a:rPr lang="es-ES" sz="1800" dirty="0"/>
              <a:t>Instructivo</a:t>
            </a:r>
            <a:endParaRPr lang="es-CL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FA6B18F-EA2A-7CBC-3E93-C1F7F4E0349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56902" y="5609784"/>
            <a:ext cx="3032274" cy="398058"/>
          </a:xfrm>
        </p:spPr>
        <p:txBody>
          <a:bodyPr/>
          <a:lstStyle/>
          <a:p>
            <a:r>
              <a:rPr lang="es-CL" dirty="0"/>
              <a:t>Consultor</a:t>
            </a:r>
          </a:p>
          <a:p>
            <a:r>
              <a:rPr lang="es-CL" dirty="0"/>
              <a:t>Cargo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FC314F4C-4497-9D6D-1E7E-B089CB5733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419" dirty="0"/>
              <a:t>Mes, Año</a:t>
            </a:r>
          </a:p>
        </p:txBody>
      </p:sp>
      <p:pic>
        <p:nvPicPr>
          <p:cNvPr id="9" name="Marcador de posición de imagen 8" descr="Una persona con una laptop en una mesa&#10;&#10;El contenido generado por IA puede ser incorrecto.">
            <a:extLst>
              <a:ext uri="{FF2B5EF4-FFF2-40B4-BE49-F238E27FC236}">
                <a16:creationId xmlns:a16="http://schemas.microsoft.com/office/drawing/2014/main" id="{F2BE61EA-C6FA-3A16-5F42-FD54A720BDD5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81" r="17881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353114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graphicFrame>
        <p:nvGraphicFramePr>
          <p:cNvPr id="4" name="Table 2">
            <a:extLst>
              <a:ext uri="{FF2B5EF4-FFF2-40B4-BE49-F238E27FC236}">
                <a16:creationId xmlns:a16="http://schemas.microsoft.com/office/drawing/2014/main" id="{86028BF8-A141-2E97-2FAA-0A37BCE60D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75042"/>
              </p:ext>
            </p:extLst>
          </p:nvPr>
        </p:nvGraphicFramePr>
        <p:xfrm>
          <a:off x="786088" y="1651015"/>
          <a:ext cx="9058128" cy="32567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30128">
                  <a:extLst>
                    <a:ext uri="{9D8B030D-6E8A-4147-A177-3AD203B41FA5}">
                      <a16:colId xmlns:a16="http://schemas.microsoft.com/office/drawing/2014/main" val="1835725686"/>
                    </a:ext>
                  </a:extLst>
                </a:gridCol>
                <a:gridCol w="8128000">
                  <a:extLst>
                    <a:ext uri="{9D8B030D-6E8A-4147-A177-3AD203B41FA5}">
                      <a16:colId xmlns:a16="http://schemas.microsoft.com/office/drawing/2014/main" val="52046442"/>
                    </a:ext>
                  </a:extLst>
                </a:gridCol>
              </a:tblGrid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01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Overview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1948859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02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Configuraciones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4980871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03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419" sz="2800" b="1" dirty="0">
                          <a:solidFill>
                            <a:schemeClr val="bg1"/>
                          </a:solidFill>
                        </a:rPr>
                        <a:t>Asignar Recursos Pedagógicos: Syllabus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9936347"/>
                  </a:ext>
                </a:extLst>
              </a:tr>
              <a:tr h="814199"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04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Resumen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334362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1571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bg1"/>
                </a:solidFill>
              </a:rPr>
              <a:t>Overview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57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Vertical Text Placeholder 3">
            <a:extLst>
              <a:ext uri="{FF2B5EF4-FFF2-40B4-BE49-F238E27FC236}">
                <a16:creationId xmlns:a16="http://schemas.microsoft.com/office/drawing/2014/main" id="{E84A95C1-A1C4-874B-A0F8-44AB6CD99FF1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dirty="0"/>
              <a:t>Asignar Recursos Pedagógicos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1505E3-5A51-3A2E-57EA-74DF6A59B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337" y="508268"/>
            <a:ext cx="9418021" cy="898555"/>
          </a:xfrm>
        </p:spPr>
        <p:txBody>
          <a:bodyPr/>
          <a:lstStyle/>
          <a:p>
            <a:r>
              <a:rPr lang="es-419" sz="3200" noProof="0" dirty="0">
                <a:solidFill>
                  <a:schemeClr val="accent1"/>
                </a:solidFill>
              </a:rPr>
              <a:t>Overview: </a:t>
            </a:r>
            <a:r>
              <a:rPr lang="es-419" sz="3200" b="0" noProof="0" dirty="0">
                <a:solidFill>
                  <a:schemeClr val="accent1"/>
                </a:solidFill>
              </a:rPr>
              <a:t>Mapa de capacidades</a:t>
            </a:r>
            <a:endParaRPr lang="es-419" b="0" noProof="0" dirty="0">
              <a:solidFill>
                <a:schemeClr val="accent1"/>
              </a:solidFill>
            </a:endParaRPr>
          </a:p>
        </p:txBody>
      </p:sp>
      <p:pic>
        <p:nvPicPr>
          <p:cNvPr id="5" name="Imagen 2">
            <a:extLst>
              <a:ext uri="{FF2B5EF4-FFF2-40B4-BE49-F238E27FC236}">
                <a16:creationId xmlns:a16="http://schemas.microsoft.com/office/drawing/2014/main" id="{911D7325-C46C-1AEC-08B6-C55A90B2B5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949" y="1030689"/>
            <a:ext cx="10180101" cy="479661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70E560-FD05-5A48-6D34-D3EBD8654FB8}"/>
              </a:ext>
            </a:extLst>
          </p:cNvPr>
          <p:cNvSpPr/>
          <p:nvPr/>
        </p:nvSpPr>
        <p:spPr>
          <a:xfrm>
            <a:off x="5382194" y="1839686"/>
            <a:ext cx="2531719" cy="762419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189118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191108"/>
            <a:ext cx="10136257" cy="407054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Generada la programación de una asignatura para ser impartida por medio de uno o varios NRC, se requiere asignar aquellos recursos que permitan el desarrollo de esta, como lo fueran los docentes, espacios físicos, recursos pedagógicos (syllabus y bibliografía) y recursos virtuales (eLearning). </a:t>
            </a:r>
            <a:endParaRPr lang="es-ES" sz="2400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875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6" name="Título 3">
            <a:extLst>
              <a:ext uri="{FF2B5EF4-FFF2-40B4-BE49-F238E27FC236}">
                <a16:creationId xmlns:a16="http://schemas.microsoft.com/office/drawing/2014/main" id="{CCA54959-6279-D1AE-349E-8840E0B3CBEC}"/>
              </a:ext>
            </a:extLst>
          </p:cNvPr>
          <p:cNvSpPr txBox="1">
            <a:spLocks/>
          </p:cNvSpPr>
          <p:nvPr/>
        </p:nvSpPr>
        <p:spPr>
          <a:xfrm>
            <a:off x="1104900" y="685800"/>
            <a:ext cx="10477497" cy="898555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Proceso </a:t>
            </a:r>
            <a:r>
              <a:rPr lang="es-419" dirty="0">
                <a:solidFill>
                  <a:schemeClr val="accent1"/>
                </a:solidFill>
              </a:rPr>
              <a:t>gestionar la programación académica – Asignación de Recursos – Asignar Recursos Pedagógicos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29CB984-55F5-B199-DB15-59B942A8C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970" y="2056267"/>
            <a:ext cx="11713029" cy="3616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5469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FF9F5-4D73-0F95-7678-0AE0FCC4FF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9F9B5C96-8DBC-65FF-FAE3-4F645679D6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2515" y="361822"/>
            <a:ext cx="11122188" cy="446084"/>
          </a:xfrm>
        </p:spPr>
        <p:txBody>
          <a:bodyPr/>
          <a:lstStyle/>
          <a:p>
            <a:r>
              <a:rPr lang="es-ES_tradnl" dirty="0" err="1"/>
              <a:t>Overview</a:t>
            </a:r>
            <a:r>
              <a:rPr lang="es-ES_tradnl" dirty="0"/>
              <a:t>: Región donde aplica</a:t>
            </a:r>
            <a:endParaRPr lang="es-419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3F52F2A-F8BB-F72D-A754-DB9173333620}"/>
              </a:ext>
            </a:extLst>
          </p:cNvPr>
          <p:cNvSpPr txBox="1"/>
          <p:nvPr/>
        </p:nvSpPr>
        <p:spPr>
          <a:xfrm>
            <a:off x="8400287" y="3429000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dirty="0"/>
              <a:t>Todo LAC</a:t>
            </a:r>
          </a:p>
        </p:txBody>
      </p:sp>
      <p:pic>
        <p:nvPicPr>
          <p:cNvPr id="10" name="Picture 9" descr="A purple map of south america&#10;&#10;AI-generated content may be incorrect.">
            <a:extLst>
              <a:ext uri="{FF2B5EF4-FFF2-40B4-BE49-F238E27FC236}">
                <a16:creationId xmlns:a16="http://schemas.microsoft.com/office/drawing/2014/main" id="{BC199AD4-C762-DD9E-693C-C0737DFB4E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3972" y="807906"/>
            <a:ext cx="5780314" cy="5780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767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371240"/>
            <a:ext cx="10136257" cy="38904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CO" sz="2400" dirty="0"/>
              <a:t>Entre los recursos que complementan las características propias de las asignaturas se encontrarían los registros del </a:t>
            </a:r>
            <a:r>
              <a:rPr lang="es-419" sz="2400" dirty="0"/>
              <a:t>syllabus y la bibliografía relacionada a la asignatura.</a:t>
            </a:r>
          </a:p>
          <a:p>
            <a:pPr marL="285750" indent="-285750" algn="just">
              <a:spcAft>
                <a:spcPts val="600"/>
              </a:spcAft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En el syllabus se permite copiar y ajustar las características que fueran heredades del syllabus definido del catálogo de curso de la asignatura programada, considerando aspectos como títulos largos, objetivos de aprendizaje, materiales requeridos, entre otros.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 err="1">
                <a:solidFill>
                  <a:schemeClr val="accent1"/>
                </a:solidFill>
              </a:rPr>
              <a:t>Overview</a:t>
            </a:r>
            <a:r>
              <a:rPr lang="es-ES_tradnl" dirty="0">
                <a:solidFill>
                  <a:schemeClr val="accent1"/>
                </a:solidFill>
              </a:rPr>
              <a:t>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 – Asignar Recursos Pedagógicos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9927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21D2E5BD-8D92-BBEB-6DE7-7F46E2C205E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27871" y="2371240"/>
            <a:ext cx="10136257" cy="38904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85750" indent="-285750" algn="just">
              <a:spcAft>
                <a:spcPts val="600"/>
              </a:spcAft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400" dirty="0"/>
              <a:t>En términos de la Bibliografía en la programación académica se podrán cargar las obras bibliográficas que fueran relacionadas a la asignatura (libros, revistas, artículos, etc.), de esta forma tanto docentes como estudiantes podrían consultar la bibliografía asociada a la asignatura. 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2BE24A3-7467-74A8-A973-F32D51EBA4D3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96A5721-C06B-CE2D-66A9-59404F187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3200" dirty="0">
                <a:solidFill>
                  <a:schemeClr val="accent1"/>
                </a:solidFill>
              </a:rPr>
              <a:t>Overview: </a:t>
            </a:r>
            <a:r>
              <a:rPr lang="es-ES_tradnl" b="0" dirty="0">
                <a:solidFill>
                  <a:schemeClr val="accent1"/>
                </a:solidFill>
              </a:rPr>
              <a:t>Proceso </a:t>
            </a:r>
            <a:r>
              <a:rPr lang="es-419" b="0" dirty="0">
                <a:solidFill>
                  <a:schemeClr val="accent1"/>
                </a:solidFill>
              </a:rPr>
              <a:t>gestionar la programación académica – Asignación de Recursos – Asignar Recursos Pedagógicos</a:t>
            </a:r>
            <a:endParaRPr lang="es-CL" b="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36976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CONFIGURACIONES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636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Premisa: SSASECT Horario</a:t>
            </a:r>
            <a:br>
              <a:rPr lang="es-CL" b="1" dirty="0">
                <a:effectLst/>
              </a:rPr>
            </a:br>
            <a:endParaRPr lang="es-CL" dirty="0"/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D5E806EA-793C-6056-8003-0CDE8AA0F2BC}"/>
              </a:ext>
            </a:extLst>
          </p:cNvPr>
          <p:cNvSpPr/>
          <p:nvPr/>
        </p:nvSpPr>
        <p:spPr>
          <a:xfrm>
            <a:off x="1778449" y="4192830"/>
            <a:ext cx="8335477" cy="1255068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Se requiere que los NRC a los cuales se fuera a asociar los recursos pedagógicos se encuentren programados.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15FD463-F642-8E7C-E2BE-1CCAEE67D945}"/>
              </a:ext>
            </a:extLst>
          </p:cNvPr>
          <p:cNvSpPr/>
          <p:nvPr/>
        </p:nvSpPr>
        <p:spPr>
          <a:xfrm>
            <a:off x="1423342" y="1396358"/>
            <a:ext cx="6145857" cy="20384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9F68DF81-1050-8389-590A-D7DAD930D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091" y="1096038"/>
            <a:ext cx="10057817" cy="2650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455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712C5DD5-D4C0-958B-C2AC-EAC088E82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1028028"/>
            <a:ext cx="10882010" cy="4949980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ES_tradnl" dirty="0">
                <a:solidFill>
                  <a:schemeClr val="accent1"/>
                </a:solidFill>
              </a:rPr>
              <a:t>Premisa: SCASYLB </a:t>
            </a:r>
            <a:r>
              <a:rPr lang="es-419" dirty="0">
                <a:solidFill>
                  <a:schemeClr val="accent1"/>
                </a:solidFill>
              </a:rPr>
              <a:t>Syllabus de curso</a:t>
            </a:r>
            <a:br>
              <a:rPr lang="es-419" dirty="0">
                <a:solidFill>
                  <a:schemeClr val="tx2"/>
                </a:solidFill>
              </a:rPr>
            </a:br>
            <a:br>
              <a:rPr lang="es-CL" dirty="0">
                <a:solidFill>
                  <a:schemeClr val="tx2"/>
                </a:solidFill>
              </a:rPr>
            </a:br>
            <a:endParaRPr lang="es-CL" dirty="0">
              <a:solidFill>
                <a:schemeClr val="tx2"/>
              </a:solidFill>
            </a:endParaRPr>
          </a:p>
        </p:txBody>
      </p:sp>
      <p:sp>
        <p:nvSpPr>
          <p:cNvPr id="12" name="Rectángulo redondeado 5">
            <a:extLst>
              <a:ext uri="{FF2B5EF4-FFF2-40B4-BE49-F238E27FC236}">
                <a16:creationId xmlns:a16="http://schemas.microsoft.com/office/drawing/2014/main" id="{D5E806EA-793C-6056-8003-0CDE8AA0F2BC}"/>
              </a:ext>
            </a:extLst>
          </p:cNvPr>
          <p:cNvSpPr/>
          <p:nvPr/>
        </p:nvSpPr>
        <p:spPr>
          <a:xfrm>
            <a:off x="1544664" y="3726424"/>
            <a:ext cx="8183105" cy="1549619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Para la asignación de los recursos pedagógicos asociados al syllabus del NRC, se requiere que a nivel de catálogo de la asignatura se encuentren configurados los registros del syllabus (SCASYLB) para que estos puedan ser cargados en las secciones con las que se impartiría la asignatura.</a:t>
            </a:r>
          </a:p>
        </p:txBody>
      </p:sp>
    </p:spTree>
    <p:extLst>
      <p:ext uri="{BB962C8B-B14F-4D97-AF65-F5344CB8AC3E}">
        <p14:creationId xmlns:p14="http://schemas.microsoft.com/office/powerpoint/2010/main" val="332810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sz="3200" dirty="0"/>
              <a:t>Asignar Recursos Pedagógicos</a:t>
            </a:r>
            <a:endParaRPr lang="es-419" sz="3200" b="1" dirty="0">
              <a:solidFill>
                <a:schemeClr val="bg1"/>
              </a:solidFill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4B4C8632-4464-5AEC-A279-4414A5A8BC7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Syllabus</a:t>
            </a:r>
          </a:p>
        </p:txBody>
      </p:sp>
    </p:spTree>
    <p:extLst>
      <p:ext uri="{BB962C8B-B14F-4D97-AF65-F5344CB8AC3E}">
        <p14:creationId xmlns:p14="http://schemas.microsoft.com/office/powerpoint/2010/main" val="10717433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EB971F9D-DA37-C7AE-0A97-76D400C1C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908" y="1147192"/>
            <a:ext cx="10715856" cy="1229139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Syllabus de sección (SSASYLB)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10816C7C-74F2-E214-9E66-26A28649BA00}"/>
              </a:ext>
            </a:extLst>
          </p:cNvPr>
          <p:cNvSpPr/>
          <p:nvPr/>
        </p:nvSpPr>
        <p:spPr>
          <a:xfrm>
            <a:off x="2463257" y="3429000"/>
            <a:ext cx="7087143" cy="1229140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Para la carga de lo que fuera el Syllabus a un NRC programado, se requiere ingresar a la página Syllabus de Sección ( SSASYLB):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Ingresar el periodo académico y NRC al cual se desea incorporar el syllabus.</a:t>
            </a:r>
          </a:p>
          <a:p>
            <a:pPr marL="228600" indent="-228600">
              <a:buFont typeface="+mj-lt"/>
              <a:buAutoNum type="arabicPeriod"/>
            </a:pPr>
            <a:r>
              <a:rPr lang="es-ES_tradnl" sz="1200" dirty="0"/>
              <a:t>Presione el botón ‘Ir’</a:t>
            </a:r>
          </a:p>
        </p:txBody>
      </p:sp>
      <p:sp>
        <p:nvSpPr>
          <p:cNvPr id="14" name="Rectángulo redondeado 15">
            <a:extLst>
              <a:ext uri="{FF2B5EF4-FFF2-40B4-BE49-F238E27FC236}">
                <a16:creationId xmlns:a16="http://schemas.microsoft.com/office/drawing/2014/main" id="{FC289F54-292A-0AE4-EFE1-A9AD9C7C0CC4}"/>
              </a:ext>
            </a:extLst>
          </p:cNvPr>
          <p:cNvSpPr/>
          <p:nvPr/>
        </p:nvSpPr>
        <p:spPr>
          <a:xfrm>
            <a:off x="11027389" y="1622618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2</a:t>
            </a:r>
          </a:p>
        </p:txBody>
      </p:sp>
      <p:sp>
        <p:nvSpPr>
          <p:cNvPr id="15" name="Rectángulo redondeado 23">
            <a:extLst>
              <a:ext uri="{FF2B5EF4-FFF2-40B4-BE49-F238E27FC236}">
                <a16:creationId xmlns:a16="http://schemas.microsoft.com/office/drawing/2014/main" id="{A5E07338-5FF1-162E-3AD2-6C40DDACA6AF}"/>
              </a:ext>
            </a:extLst>
          </p:cNvPr>
          <p:cNvSpPr/>
          <p:nvPr/>
        </p:nvSpPr>
        <p:spPr>
          <a:xfrm>
            <a:off x="7889382" y="1314805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1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040E43C8-7AC5-A7C7-7CFC-DBDA6AB221B4}"/>
              </a:ext>
            </a:extLst>
          </p:cNvPr>
          <p:cNvSpPr/>
          <p:nvPr/>
        </p:nvSpPr>
        <p:spPr>
          <a:xfrm>
            <a:off x="1304685" y="1434994"/>
            <a:ext cx="6500042" cy="20156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772A4D79-CD0B-342E-AD0E-D066BB403508}"/>
              </a:ext>
            </a:extLst>
          </p:cNvPr>
          <p:cNvSpPr/>
          <p:nvPr/>
        </p:nvSpPr>
        <p:spPr>
          <a:xfrm>
            <a:off x="11310738" y="1458882"/>
            <a:ext cx="364026" cy="177678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34389436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06D6BF8B-0883-1C5E-8A44-E8653E11F0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54157"/>
            <a:ext cx="10993826" cy="4989374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Syllabus de sección (SSASYLB)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10816C7C-74F2-E214-9E66-26A28649BA00}"/>
              </a:ext>
            </a:extLst>
          </p:cNvPr>
          <p:cNvSpPr/>
          <p:nvPr/>
        </p:nvSpPr>
        <p:spPr>
          <a:xfrm>
            <a:off x="1661251" y="3883388"/>
            <a:ext cx="9043703" cy="2020455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_tradnl" sz="1200" dirty="0"/>
              <a:t>Al ingresar a SSASYLB, se puede visualizar que los campos alusivos al Syllabus se encuentran en blanco (título largo de sección, objetivos de aprendizaje, materiales, requerimientos técnicos, entre otros) 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_tradnl" sz="1200" dirty="0"/>
              <a:t>Presione el botón Copiar*, en cada una de los bloques, para que los datos del syllabus de la asignatura (SCASYLB) se copien al NRC.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_tradnl" sz="1200" dirty="0"/>
              <a:t>Otra opción es ingresar directamente las características de cada bloque en el campo que corresponda.</a:t>
            </a:r>
          </a:p>
          <a:p>
            <a:pPr marL="228600" indent="-228600">
              <a:buFont typeface="+mj-lt"/>
              <a:buAutoNum type="arabicPeriod" startAt="3"/>
            </a:pPr>
            <a:r>
              <a:rPr lang="es-ES_tradnl" sz="1200" dirty="0"/>
              <a:t>Guarde la información ingresada.</a:t>
            </a:r>
          </a:p>
          <a:p>
            <a:endParaRPr lang="es-ES_tradnl" sz="1200" dirty="0"/>
          </a:p>
          <a:p>
            <a:r>
              <a:rPr lang="es-ES_tradnl" sz="1200" dirty="0"/>
              <a:t>Para pasar de un bloque a otro, use la fecha de Siguiente Bloque señalada en el recuadro verde.</a:t>
            </a:r>
          </a:p>
          <a:p>
            <a:endParaRPr lang="es-ES_tradnl" sz="1200" dirty="0"/>
          </a:p>
          <a:p>
            <a:r>
              <a:rPr lang="es-ES_tradnl" sz="1200" dirty="0"/>
              <a:t>*El botón Copiar estará activo para ser usado solo en los bloques en los que desde el catálogo se tenga información para copiar.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AFACD50-D383-6897-A965-FABD2E1C887E}"/>
              </a:ext>
            </a:extLst>
          </p:cNvPr>
          <p:cNvSpPr/>
          <p:nvPr/>
        </p:nvSpPr>
        <p:spPr>
          <a:xfrm>
            <a:off x="837956" y="1755480"/>
            <a:ext cx="492080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12" name="Rectángulo redondeado 23">
            <a:extLst>
              <a:ext uri="{FF2B5EF4-FFF2-40B4-BE49-F238E27FC236}">
                <a16:creationId xmlns:a16="http://schemas.microsoft.com/office/drawing/2014/main" id="{9B248625-DEC7-48AF-BE7E-7E700ACFCC61}"/>
              </a:ext>
            </a:extLst>
          </p:cNvPr>
          <p:cNvSpPr/>
          <p:nvPr/>
        </p:nvSpPr>
        <p:spPr>
          <a:xfrm>
            <a:off x="953435" y="2145593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3</a:t>
            </a: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193DF442-DE79-36E9-8E63-B41B4502763E}"/>
              </a:ext>
            </a:extLst>
          </p:cNvPr>
          <p:cNvSpPr/>
          <p:nvPr/>
        </p:nvSpPr>
        <p:spPr>
          <a:xfrm>
            <a:off x="819484" y="2587129"/>
            <a:ext cx="529025" cy="2114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cxnSp>
        <p:nvCxnSpPr>
          <p:cNvPr id="20" name="Conector recto de flecha 19">
            <a:extLst>
              <a:ext uri="{FF2B5EF4-FFF2-40B4-BE49-F238E27FC236}">
                <a16:creationId xmlns:a16="http://schemas.microsoft.com/office/drawing/2014/main" id="{E57D7319-01E7-E380-1A93-C281848AF79D}"/>
              </a:ext>
            </a:extLst>
          </p:cNvPr>
          <p:cNvCxnSpPr>
            <a:cxnSpLocks/>
            <a:endCxn id="9" idx="2"/>
          </p:cNvCxnSpPr>
          <p:nvPr/>
        </p:nvCxnSpPr>
        <p:spPr>
          <a:xfrm flipV="1">
            <a:off x="1083996" y="1921165"/>
            <a:ext cx="0" cy="21029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0DDA1FB3-C519-BE3C-C02E-AF6202E3316B}"/>
              </a:ext>
            </a:extLst>
          </p:cNvPr>
          <p:cNvCxnSpPr>
            <a:stCxn id="12" idx="2"/>
            <a:endCxn id="16" idx="0"/>
          </p:cNvCxnSpPr>
          <p:nvPr/>
        </p:nvCxnSpPr>
        <p:spPr>
          <a:xfrm>
            <a:off x="1083996" y="2311278"/>
            <a:ext cx="1" cy="2758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ángulo 23">
            <a:extLst>
              <a:ext uri="{FF2B5EF4-FFF2-40B4-BE49-F238E27FC236}">
                <a16:creationId xmlns:a16="http://schemas.microsoft.com/office/drawing/2014/main" id="{106E6EF5-019D-3EDA-92B4-BB5949CE9B58}"/>
              </a:ext>
            </a:extLst>
          </p:cNvPr>
          <p:cNvSpPr/>
          <p:nvPr/>
        </p:nvSpPr>
        <p:spPr>
          <a:xfrm>
            <a:off x="1067569" y="5627702"/>
            <a:ext cx="336360" cy="211489"/>
          </a:xfrm>
          <a:prstGeom prst="rect">
            <a:avLst/>
          </a:prstGeom>
          <a:noFill/>
          <a:ln w="28575">
            <a:solidFill>
              <a:schemeClr val="accent3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>
              <a:ln>
                <a:solidFill>
                  <a:schemeClr val="accent3">
                    <a:lumMod val="50000"/>
                    <a:lumOff val="50000"/>
                  </a:schemeClr>
                </a:solidFill>
              </a:ln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6BD7A173-1991-9FE7-F2EB-AAC6D7C97E87}"/>
              </a:ext>
            </a:extLst>
          </p:cNvPr>
          <p:cNvSpPr/>
          <p:nvPr/>
        </p:nvSpPr>
        <p:spPr>
          <a:xfrm>
            <a:off x="1373614" y="2226802"/>
            <a:ext cx="3650963" cy="165685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6" name="Rectángulo redondeado 23">
            <a:extLst>
              <a:ext uri="{FF2B5EF4-FFF2-40B4-BE49-F238E27FC236}">
                <a16:creationId xmlns:a16="http://schemas.microsoft.com/office/drawing/2014/main" id="{F3A16053-F6B8-6A94-48C2-069B31DF2E5B}"/>
              </a:ext>
            </a:extLst>
          </p:cNvPr>
          <p:cNvSpPr/>
          <p:nvPr/>
        </p:nvSpPr>
        <p:spPr>
          <a:xfrm>
            <a:off x="5053073" y="2309644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noProof="0" dirty="0"/>
              <a:t>4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A5209169-D3DB-0990-C34E-C8D15E1DF46E}"/>
              </a:ext>
            </a:extLst>
          </p:cNvPr>
          <p:cNvSpPr/>
          <p:nvPr/>
        </p:nvSpPr>
        <p:spPr>
          <a:xfrm>
            <a:off x="11314545" y="5644110"/>
            <a:ext cx="498763" cy="21148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  <p:sp>
        <p:nvSpPr>
          <p:cNvPr id="28" name="Rectángulo redondeado 23">
            <a:extLst>
              <a:ext uri="{FF2B5EF4-FFF2-40B4-BE49-F238E27FC236}">
                <a16:creationId xmlns:a16="http://schemas.microsoft.com/office/drawing/2014/main" id="{1769A04D-C5A5-9A5E-213B-F3975EADD0CD}"/>
              </a:ext>
            </a:extLst>
          </p:cNvPr>
          <p:cNvSpPr/>
          <p:nvPr/>
        </p:nvSpPr>
        <p:spPr>
          <a:xfrm>
            <a:off x="10993870" y="5644110"/>
            <a:ext cx="261122" cy="165685"/>
          </a:xfrm>
          <a:prstGeom prst="roundRect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419" sz="1100" dirty="0"/>
              <a:t>5</a:t>
            </a:r>
            <a:endParaRPr lang="es-419" sz="1100" noProof="0" dirty="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34153A60-2539-D800-2B6F-1BCA36FF6D25}"/>
              </a:ext>
            </a:extLst>
          </p:cNvPr>
          <p:cNvSpPr/>
          <p:nvPr/>
        </p:nvSpPr>
        <p:spPr>
          <a:xfrm>
            <a:off x="1083996" y="2946677"/>
            <a:ext cx="6369749" cy="884139"/>
          </a:xfrm>
          <a:prstGeom prst="rect">
            <a:avLst/>
          </a:prstGeom>
          <a:noFill/>
          <a:ln w="28575">
            <a:solidFill>
              <a:schemeClr val="accen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419" noProof="0" dirty="0"/>
          </a:p>
        </p:txBody>
      </p:sp>
    </p:spTree>
    <p:extLst>
      <p:ext uri="{BB962C8B-B14F-4D97-AF65-F5344CB8AC3E}">
        <p14:creationId xmlns:p14="http://schemas.microsoft.com/office/powerpoint/2010/main" val="10344690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FFBF41B7-28DE-E093-C772-7934262267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247" y="996515"/>
            <a:ext cx="10843565" cy="4929408"/>
          </a:xfrm>
          <a:prstGeom prst="rect">
            <a:avLst/>
          </a:prstGeom>
        </p:spPr>
      </p:pic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1E380B-A82E-42E5-BBD1-63A196A3298F}"/>
              </a:ext>
            </a:extLst>
          </p:cNvPr>
          <p:cNvSpPr>
            <a:spLocks noGrp="1"/>
          </p:cNvSpPr>
          <p:nvPr>
            <p:ph type="body" orient="vert" sz="quarter" idx="17"/>
          </p:nvPr>
        </p:nvSpPr>
        <p:spPr/>
        <p:txBody>
          <a:bodyPr/>
          <a:lstStyle/>
          <a:p>
            <a:r>
              <a:rPr lang="es-419" sz="1200" dirty="0"/>
              <a:t>Asignar Recursos Pedagógicos</a:t>
            </a:r>
            <a:endParaRPr lang="en-U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E231CC3-C7F7-D8DF-D8FF-168ACB91E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247" y="327992"/>
            <a:ext cx="10271883" cy="626165"/>
          </a:xfrm>
        </p:spPr>
        <p:txBody>
          <a:bodyPr/>
          <a:lstStyle/>
          <a:p>
            <a:r>
              <a:rPr lang="es-419" dirty="0">
                <a:solidFill>
                  <a:schemeClr val="accent1"/>
                </a:solidFill>
              </a:rPr>
              <a:t>Syllabus de sección (SSASYLB)</a:t>
            </a:r>
            <a:endParaRPr lang="es-CL" dirty="0">
              <a:solidFill>
                <a:schemeClr val="accent1"/>
              </a:solidFill>
            </a:endParaRPr>
          </a:p>
        </p:txBody>
      </p:sp>
      <p:sp>
        <p:nvSpPr>
          <p:cNvPr id="10" name="Rectángulo redondeado 5">
            <a:extLst>
              <a:ext uri="{FF2B5EF4-FFF2-40B4-BE49-F238E27FC236}">
                <a16:creationId xmlns:a16="http://schemas.microsoft.com/office/drawing/2014/main" id="{10816C7C-74F2-E214-9E66-26A28649BA00}"/>
              </a:ext>
            </a:extLst>
          </p:cNvPr>
          <p:cNvSpPr/>
          <p:nvPr/>
        </p:nvSpPr>
        <p:spPr>
          <a:xfrm>
            <a:off x="2807854" y="4075543"/>
            <a:ext cx="5588000" cy="819727"/>
          </a:xfrm>
          <a:prstGeom prst="roundRect">
            <a:avLst/>
          </a:prstGeom>
          <a:solidFill>
            <a:schemeClr val="accent1">
              <a:alpha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_tradnl" sz="1400" dirty="0"/>
              <a:t>Ya sea copiando los datos desde catálogo o agregando los datos en los campos, se visualizan los registros del syllabus para el NRC.</a:t>
            </a:r>
          </a:p>
        </p:txBody>
      </p:sp>
    </p:spTree>
    <p:extLst>
      <p:ext uri="{BB962C8B-B14F-4D97-AF65-F5344CB8AC3E}">
        <p14:creationId xmlns:p14="http://schemas.microsoft.com/office/powerpoint/2010/main" val="3024361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Vertical Text Placeholder 9">
            <a:extLst>
              <a:ext uri="{FF2B5EF4-FFF2-40B4-BE49-F238E27FC236}">
                <a16:creationId xmlns:a16="http://schemas.microsoft.com/office/drawing/2014/main" id="{61C17162-17F1-530F-F6BC-4203C78DA55D}"/>
              </a:ext>
            </a:extLst>
          </p:cNvPr>
          <p:cNvSpPr>
            <a:spLocks noGrp="1"/>
          </p:cNvSpPr>
          <p:nvPr>
            <p:ph type="body" orient="vert" sz="quarter" idx="10"/>
          </p:nvPr>
        </p:nvSpPr>
        <p:spPr/>
        <p:txBody>
          <a:bodyPr/>
          <a:lstStyle/>
          <a:p>
            <a:r>
              <a:rPr lang="es-419" dirty="0"/>
              <a:t>Asignar Recursos Pedagógicos</a:t>
            </a:r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E36F486A-1A18-4A72-1755-E54B412B1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4827" y="258335"/>
            <a:ext cx="7092820" cy="1628192"/>
          </a:xfrm>
        </p:spPr>
        <p:txBody>
          <a:bodyPr/>
          <a:lstStyle/>
          <a:p>
            <a:r>
              <a:rPr lang="en-US" sz="3600" dirty="0"/>
              <a:t>RESUMEN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636CD3-9D55-E7D6-7F08-EB5DED1D28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84827" y="2008765"/>
            <a:ext cx="9720118" cy="4022580"/>
          </a:xfrm>
        </p:spPr>
        <p:txBody>
          <a:bodyPr/>
          <a:lstStyle/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Banner permite cargar como recursos pedagógicos lo que fueran los registros de syllabus 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r>
              <a:rPr lang="es-419" sz="2000" dirty="0"/>
              <a:t>Es posible modificar la carga inicio o realizar la carga directa de los registros de syllabus directamente en cada NRC, según se requiera en la programación.</a:t>
            </a:r>
          </a:p>
          <a:p>
            <a:pPr marL="342900" indent="-342900" algn="just">
              <a:buClr>
                <a:srgbClr val="0CB4B4"/>
              </a:buClr>
              <a:buFont typeface="Wingdings" panose="05000000000000000000" pitchFamily="2" charset="2"/>
              <a:buChar char="q"/>
            </a:pPr>
            <a:endParaRPr lang="es-419" sz="2000" dirty="0"/>
          </a:p>
        </p:txBody>
      </p:sp>
    </p:spTree>
    <p:extLst>
      <p:ext uri="{BB962C8B-B14F-4D97-AF65-F5344CB8AC3E}">
        <p14:creationId xmlns:p14="http://schemas.microsoft.com/office/powerpoint/2010/main" val="3297992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A4B0D3FF-2F8B-8FC5-7AC2-84CC61ED89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14399" y="2238843"/>
            <a:ext cx="10363202" cy="669094"/>
          </a:xfrm>
        </p:spPr>
        <p:txBody>
          <a:bodyPr/>
          <a:lstStyle/>
          <a:p>
            <a:r>
              <a:rPr lang="es-419" dirty="0"/>
              <a:t>MUCHAS GRACIAS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26401A9-DE11-DDDF-9F42-FAAE12FE6B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29043" y="4584074"/>
            <a:ext cx="10363202" cy="324961"/>
          </a:xfrm>
        </p:spPr>
        <p:txBody>
          <a:bodyPr/>
          <a:lstStyle/>
          <a:p>
            <a:pPr algn="l"/>
            <a:r>
              <a:rPr lang="es-419" sz="2000" dirty="0"/>
              <a:t>Consultor.</a:t>
            </a:r>
          </a:p>
        </p:txBody>
      </p:sp>
      <p:pic>
        <p:nvPicPr>
          <p:cNvPr id="8" name="Graphic 7" descr="User with solid fill">
            <a:extLst>
              <a:ext uri="{FF2B5EF4-FFF2-40B4-BE49-F238E27FC236}">
                <a16:creationId xmlns:a16="http://schemas.microsoft.com/office/drawing/2014/main" id="{C726B198-B5C8-1C5D-4D10-BFFD13AADE3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490" y="4609395"/>
            <a:ext cx="274320" cy="274320"/>
          </a:xfrm>
          <a:prstGeom prst="rect">
            <a:avLst/>
          </a:prstGeom>
        </p:spPr>
      </p:pic>
      <p:pic>
        <p:nvPicPr>
          <p:cNvPr id="9" name="Graphic 8" descr="Email with solid fill">
            <a:extLst>
              <a:ext uri="{FF2B5EF4-FFF2-40B4-BE49-F238E27FC236}">
                <a16:creationId xmlns:a16="http://schemas.microsoft.com/office/drawing/2014/main" id="{DD7F5D3F-15A6-F216-AF41-EA0DCDE6B3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3543" y="4985033"/>
            <a:ext cx="274320" cy="274320"/>
          </a:xfrm>
          <a:prstGeom prst="rect">
            <a:avLst/>
          </a:prstGeom>
        </p:spPr>
      </p:pic>
      <p:sp>
        <p:nvSpPr>
          <p:cNvPr id="11" name="Marcador de texto 4">
            <a:extLst>
              <a:ext uri="{FF2B5EF4-FFF2-40B4-BE49-F238E27FC236}">
                <a16:creationId xmlns:a16="http://schemas.microsoft.com/office/drawing/2014/main" id="{88780A86-7F59-00BD-9B1E-C1DFAC865719}"/>
              </a:ext>
            </a:extLst>
          </p:cNvPr>
          <p:cNvSpPr txBox="1">
            <a:spLocks/>
          </p:cNvSpPr>
          <p:nvPr/>
        </p:nvSpPr>
        <p:spPr>
          <a:xfrm>
            <a:off x="1229043" y="4959712"/>
            <a:ext cx="5334046" cy="32496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577850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23925" indent="-233363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Courier New" panose="02070309020205020404" pitchFamily="49" charset="0"/>
              <a:buChar char="o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58888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04963" indent="-223838" algn="l" defTabSz="914400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419" dirty="0"/>
              <a:t>Correo@ellucian.com</a:t>
            </a:r>
          </a:p>
        </p:txBody>
      </p:sp>
    </p:spTree>
    <p:extLst>
      <p:ext uri="{BB962C8B-B14F-4D97-AF65-F5344CB8AC3E}">
        <p14:creationId xmlns:p14="http://schemas.microsoft.com/office/powerpoint/2010/main" val="3192274581"/>
      </p:ext>
    </p:extLst>
  </p:cSld>
  <p:clrMapOvr>
    <a:masterClrMapping/>
  </p:clrMapOvr>
</p:sld>
</file>

<file path=ppt/theme/theme1.xml><?xml version="1.0" encoding="utf-8"?>
<a:theme xmlns:a="http://schemas.openxmlformats.org/drawingml/2006/main" name="Ellucian_April 2025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_April 2025" id="{26EA1B6D-013D-4CE8-B6BA-844450BD34AD}" vid="{76DDA76C-B383-44A4-B33A-CC50C6670FCD}"/>
    </a:ext>
  </a:extLst>
</a:theme>
</file>

<file path=ppt/theme/theme2.xml><?xml version="1.0" encoding="utf-8"?>
<a:theme xmlns:a="http://schemas.openxmlformats.org/drawingml/2006/main" name="Ellucian Blank Layouts">
  <a:themeElements>
    <a:clrScheme name="Ellucian">
      <a:dk1>
        <a:srgbClr val="000000"/>
      </a:dk1>
      <a:lt1>
        <a:srgbClr val="FFFFFF"/>
      </a:lt1>
      <a:dk2>
        <a:srgbClr val="320070"/>
      </a:dk2>
      <a:lt2>
        <a:srgbClr val="D7D2CB"/>
      </a:lt2>
      <a:accent1>
        <a:srgbClr val="7000EB"/>
      </a:accent1>
      <a:accent2>
        <a:srgbClr val="95F4A0"/>
      </a:accent2>
      <a:accent3>
        <a:srgbClr val="084D2B"/>
      </a:accent3>
      <a:accent4>
        <a:srgbClr val="E8F75B"/>
      </a:accent4>
      <a:accent5>
        <a:srgbClr val="74C4FF"/>
      </a:accent5>
      <a:accent6>
        <a:srgbClr val="FFC800"/>
      </a:accent6>
      <a:hlink>
        <a:srgbClr val="7000EB"/>
      </a:hlink>
      <a:folHlink>
        <a:srgbClr val="7000E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Ellucian-PPT-Template-2025-V5" id="{A599B5A2-9FB4-43D0-8DD2-7AE7CFBE6EE5}" vid="{5FE6AC23-0F88-4612-B1AD-D84E4AF262DE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Ellucian_April 2025</Template>
  <TotalTime>6522</TotalTime>
  <Words>661</Words>
  <Application>Microsoft Office PowerPoint</Application>
  <PresentationFormat>Widescreen</PresentationFormat>
  <Paragraphs>73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Helvetica Neue</vt:lpstr>
      <vt:lpstr>Wingdings</vt:lpstr>
      <vt:lpstr>Ellucian_April 2025</vt:lpstr>
      <vt:lpstr>Ellucian Blank Layouts</vt:lpstr>
      <vt:lpstr>PowerPoint Presentation</vt:lpstr>
      <vt:lpstr>PowerPoint Presentation</vt:lpstr>
      <vt:lpstr>Overview</vt:lpstr>
      <vt:lpstr>Overview: Mapa de capacidades</vt:lpstr>
      <vt:lpstr>Overview: Proceso gestionar la programación académica – Asignación de Recursos</vt:lpstr>
      <vt:lpstr>PowerPoint Presentation</vt:lpstr>
      <vt:lpstr>PowerPoint Presentation</vt:lpstr>
      <vt:lpstr>Overview: Proceso gestionar la programación académica – Asignación de Recursos – Asignar Recursos Pedagógicos</vt:lpstr>
      <vt:lpstr>Overview: Proceso gestionar la programación académica – Asignación de Recursos – Asignar Recursos Pedagógicos</vt:lpstr>
      <vt:lpstr>CONFIGURACIONES</vt:lpstr>
      <vt:lpstr>Premisa: SSASECT Horario </vt:lpstr>
      <vt:lpstr>Premisa: SCASYLB Syllabus de curso  </vt:lpstr>
      <vt:lpstr>Asignar Recursos Pedagógicos</vt:lpstr>
      <vt:lpstr>Syllabus de sección (SSASYLB)</vt:lpstr>
      <vt:lpstr>Syllabus de sección (SSASYLB)</vt:lpstr>
      <vt:lpstr>Syllabus de sección (SSASYLB)</vt:lpstr>
      <vt:lpstr>RESUMEN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Gestionar conceptos de cobro y pago</dc:title>
  <dc:creator>Mardones, Francisco</dc:creator>
  <cp:lastModifiedBy>Trapp, Eduardo</cp:lastModifiedBy>
  <cp:revision>255</cp:revision>
  <dcterms:created xsi:type="dcterms:W3CDTF">2023-07-17T20:07:38Z</dcterms:created>
  <dcterms:modified xsi:type="dcterms:W3CDTF">2026-04-17T00:38:11Z</dcterms:modified>
</cp:coreProperties>
</file>