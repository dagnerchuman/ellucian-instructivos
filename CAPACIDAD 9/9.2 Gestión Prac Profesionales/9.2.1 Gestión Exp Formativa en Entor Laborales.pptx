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1" r:id="rId2"/>
  </p:sldMasterIdLst>
  <p:notesMasterIdLst>
    <p:notesMasterId r:id="rId20"/>
  </p:notesMasterIdLst>
  <p:sldIdLst>
    <p:sldId id="257" r:id="rId3"/>
    <p:sldId id="423" r:id="rId4"/>
    <p:sldId id="476" r:id="rId5"/>
    <p:sldId id="523" r:id="rId6"/>
    <p:sldId id="350" r:id="rId7"/>
    <p:sldId id="421" r:id="rId8"/>
    <p:sldId id="352" r:id="rId9"/>
    <p:sldId id="527" r:id="rId10"/>
    <p:sldId id="355" r:id="rId11"/>
    <p:sldId id="1307" r:id="rId12"/>
    <p:sldId id="1309" r:id="rId13"/>
    <p:sldId id="1310" r:id="rId14"/>
    <p:sldId id="1311" r:id="rId15"/>
    <p:sldId id="1312" r:id="rId16"/>
    <p:sldId id="1313" r:id="rId17"/>
    <p:sldId id="345" r:id="rId18"/>
    <p:sldId id="50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D8A825-6094-F40C-3852-859E2E57EF50}" name="Paredes, Claudio" initials="CP" userId="S::Claudio.Paredes@ellucian.com::fb4c8112-fb4f-4a31-afa3-9cde86169bd8" providerId="AD"/>
  <p188:author id="{0538742B-AA87-7862-DC8C-B887E2934E04}" name="Herrera Mejía, Faver" initials="FH" userId="S::Faver.HerreraMejia@ellucian.com::a216f920-99da-41f1-ba24-0851e945f311" providerId="AD"/>
  <p188:author id="{0E539551-222C-61D3-F57B-104FF550F0E9}" name="Daniela López Ospino" initials="DL" userId="S::daniela.lopez@cesa.edu.co::e5b24024-a4ca-41d6-bb62-8d441da97dac" providerId="AD"/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012771-5EE2-4958-BE48-A7EE2FA5C7F7}" v="9" dt="2026-07-22T00:24:24.496"/>
    <p1510:client id="{265E96A2-EAD5-4EF7-A622-85AF07A71460}" v="40" dt="2026-07-22T01:59:49.802"/>
    <p1510:client id="{6600845F-8681-4AE0-B631-875381CC2E11}" v="111" dt="2026-07-22T00:06:13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8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45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Molina" userId="20636364146_tp_box_2" providerId="OAuth2" clId="{44CDD4FA-DF07-4B69-BC01-0B2B69272B43}"/>
    <pc:docChg chg="undo redo custSel addSld delSld modSld sldOrd">
      <pc:chgData name="Sergio Molina" userId="20636364146_tp_box_2" providerId="OAuth2" clId="{44CDD4FA-DF07-4B69-BC01-0B2B69272B43}" dt="2026-07-22T02:00:04.920" v="5978" actId="12"/>
      <pc:docMkLst>
        <pc:docMk/>
      </pc:docMkLst>
      <pc:sldChg chg="modSp mod">
        <pc:chgData name="Sergio Molina" userId="20636364146_tp_box_2" providerId="OAuth2" clId="{44CDD4FA-DF07-4B69-BC01-0B2B69272B43}" dt="2026-07-22T00:18:15.633" v="5064" actId="20577"/>
        <pc:sldMkLst>
          <pc:docMk/>
          <pc:sldMk cId="3353114955" sldId="257"/>
        </pc:sldMkLst>
        <pc:spChg chg="mod">
          <ac:chgData name="Sergio Molina" userId="20636364146_tp_box_2" providerId="OAuth2" clId="{44CDD4FA-DF07-4B69-BC01-0B2B69272B43}" dt="2026-07-22T00:18:15.633" v="5064" actId="20577"/>
          <ac:spMkLst>
            <pc:docMk/>
            <pc:sldMk cId="3353114955" sldId="257"/>
            <ac:spMk id="2" creationId="{1C775F30-4948-8625-4D18-95EE2803BD83}"/>
          </ac:spMkLst>
        </pc:spChg>
      </pc:sldChg>
      <pc:sldChg chg="modSp mod">
        <pc:chgData name="Sergio Molina" userId="20636364146_tp_box_2" providerId="OAuth2" clId="{44CDD4FA-DF07-4B69-BC01-0B2B69272B43}" dt="2026-07-22T02:00:04.920" v="5978" actId="12"/>
        <pc:sldMkLst>
          <pc:docMk/>
          <pc:sldMk cId="3113485635" sldId="345"/>
        </pc:sldMkLst>
        <pc:spChg chg="mod">
          <ac:chgData name="Sergio Molina" userId="20636364146_tp_box_2" providerId="OAuth2" clId="{44CDD4FA-DF07-4B69-BC01-0B2B69272B43}" dt="2026-07-22T02:00:04.920" v="5978" actId="12"/>
          <ac:spMkLst>
            <pc:docMk/>
            <pc:sldMk cId="3113485635" sldId="345"/>
            <ac:spMk id="2" creationId="{5E636CD3-9D55-E7D6-7F08-EB5DED1D28F1}"/>
          </ac:spMkLst>
        </pc:spChg>
      </pc:sldChg>
      <pc:sldChg chg="modSp mod">
        <pc:chgData name="Sergio Molina" userId="20636364146_tp_box_2" providerId="OAuth2" clId="{44CDD4FA-DF07-4B69-BC01-0B2B69272B43}" dt="2026-07-22T00:19:16.090" v="5109"/>
        <pc:sldMkLst>
          <pc:docMk/>
          <pc:sldMk cId="167875606" sldId="350"/>
        </pc:sldMkLst>
        <pc:spChg chg="mod">
          <ac:chgData name="Sergio Molina" userId="20636364146_tp_box_2" providerId="OAuth2" clId="{44CDD4FA-DF07-4B69-BC01-0B2B69272B43}" dt="2026-07-22T00:19:16.090" v="5109"/>
          <ac:spMkLst>
            <pc:docMk/>
            <pc:sldMk cId="167875606" sldId="350"/>
            <ac:spMk id="2" creationId="{21D2E5BD-8D92-BBEB-6DE7-7F46E2C205E5}"/>
          </ac:spMkLst>
        </pc:spChg>
      </pc:sldChg>
      <pc:sldChg chg="addSp delSp modSp mod">
        <pc:chgData name="Sergio Molina" userId="20636364146_tp_box_2" providerId="OAuth2" clId="{44CDD4FA-DF07-4B69-BC01-0B2B69272B43}" dt="2026-07-22T01:58:29.328" v="5962" actId="20577"/>
        <pc:sldMkLst>
          <pc:docMk/>
          <pc:sldMk cId="3328105554" sldId="355"/>
        </pc:sldMkLst>
        <pc:spChg chg="del">
          <ac:chgData name="Sergio Molina" userId="20636364146_tp_box_2" providerId="OAuth2" clId="{44CDD4FA-DF07-4B69-BC01-0B2B69272B43}" dt="2026-07-21T20:56:22.532" v="33" actId="478"/>
          <ac:spMkLst>
            <pc:docMk/>
            <pc:sldMk cId="3328105554" sldId="355"/>
            <ac:spMk id="2" creationId="{66B95C6A-E511-576E-4CF2-2BEE52A44E25}"/>
          </ac:spMkLst>
        </pc:spChg>
        <pc:spChg chg="mod">
          <ac:chgData name="Sergio Molina" userId="20636364146_tp_box_2" providerId="OAuth2" clId="{44CDD4FA-DF07-4B69-BC01-0B2B69272B43}" dt="2026-07-22T01:25:53.285" v="5607" actId="20577"/>
          <ac:spMkLst>
            <pc:docMk/>
            <pc:sldMk cId="3328105554" sldId="355"/>
            <ac:spMk id="4" creationId="{2E231CC3-C7F7-D8DF-D8FF-168ACB91E38A}"/>
          </ac:spMkLst>
        </pc:spChg>
        <pc:spChg chg="del">
          <ac:chgData name="Sergio Molina" userId="20636364146_tp_box_2" providerId="OAuth2" clId="{44CDD4FA-DF07-4B69-BC01-0B2B69272B43}" dt="2026-07-21T20:56:26.357" v="38" actId="478"/>
          <ac:spMkLst>
            <pc:docMk/>
            <pc:sldMk cId="3328105554" sldId="355"/>
            <ac:spMk id="7" creationId="{711C5B95-0895-1AE6-F0AC-FFB2F845379E}"/>
          </ac:spMkLst>
        </pc:spChg>
        <pc:spChg chg="add mod">
          <ac:chgData name="Sergio Molina" userId="20636364146_tp_box_2" providerId="OAuth2" clId="{44CDD4FA-DF07-4B69-BC01-0B2B69272B43}" dt="2026-07-22T01:58:29.328" v="5962" actId="20577"/>
          <ac:spMkLst>
            <pc:docMk/>
            <pc:sldMk cId="3328105554" sldId="355"/>
            <ac:spMk id="7" creationId="{B672690C-1F08-45A9-0A23-771FE5E05A4A}"/>
          </ac:spMkLst>
        </pc:spChg>
        <pc:spChg chg="mod">
          <ac:chgData name="Sergio Molina" userId="20636364146_tp_box_2" providerId="OAuth2" clId="{44CDD4FA-DF07-4B69-BC01-0B2B69272B43}" dt="2026-07-22T01:22:32.931" v="5412" actId="113"/>
          <ac:spMkLst>
            <pc:docMk/>
            <pc:sldMk cId="3328105554" sldId="355"/>
            <ac:spMk id="8" creationId="{5122A535-8FC4-917D-A68F-E70F2D72205F}"/>
          </ac:spMkLst>
        </pc:spChg>
        <pc:spChg chg="mod">
          <ac:chgData name="Sergio Molina" userId="20636364146_tp_box_2" providerId="OAuth2" clId="{44CDD4FA-DF07-4B69-BC01-0B2B69272B43}" dt="2026-07-22T01:22:43.726" v="5415" actId="1076"/>
          <ac:spMkLst>
            <pc:docMk/>
            <pc:sldMk cId="3328105554" sldId="355"/>
            <ac:spMk id="9" creationId="{4DAE54D3-2752-F947-E65C-E60024E8BF7F}"/>
          </ac:spMkLst>
        </pc:spChg>
        <pc:spChg chg="del">
          <ac:chgData name="Sergio Molina" userId="20636364146_tp_box_2" providerId="OAuth2" clId="{44CDD4FA-DF07-4B69-BC01-0B2B69272B43}" dt="2026-07-21T20:56:11.358" v="26" actId="478"/>
          <ac:spMkLst>
            <pc:docMk/>
            <pc:sldMk cId="3328105554" sldId="355"/>
            <ac:spMk id="10" creationId="{67374D74-D989-F6A3-35AE-49F04BBAA145}"/>
          </ac:spMkLst>
        </pc:spChg>
        <pc:spChg chg="del mod">
          <ac:chgData name="Sergio Molina" userId="20636364146_tp_box_2" providerId="OAuth2" clId="{44CDD4FA-DF07-4B69-BC01-0B2B69272B43}" dt="2026-07-21T20:56:23.116" v="35" actId="478"/>
          <ac:spMkLst>
            <pc:docMk/>
            <pc:sldMk cId="3328105554" sldId="355"/>
            <ac:spMk id="11" creationId="{E29F1A9A-6237-24F4-0090-C3170F22EE49}"/>
          </ac:spMkLst>
        </pc:spChg>
        <pc:spChg chg="del mod">
          <ac:chgData name="Sergio Molina" userId="20636364146_tp_box_2" providerId="OAuth2" clId="{44CDD4FA-DF07-4B69-BC01-0B2B69272B43}" dt="2026-07-21T20:56:29.795" v="41" actId="478"/>
          <ac:spMkLst>
            <pc:docMk/>
            <pc:sldMk cId="3328105554" sldId="355"/>
            <ac:spMk id="12" creationId="{EBFBF872-F340-7E43-B427-681DA6F5E8AE}"/>
          </ac:spMkLst>
        </pc:spChg>
        <pc:spChg chg="del">
          <ac:chgData name="Sergio Molina" userId="20636364146_tp_box_2" providerId="OAuth2" clId="{44CDD4FA-DF07-4B69-BC01-0B2B69272B43}" dt="2026-07-21T20:56:09.757" v="24" actId="478"/>
          <ac:spMkLst>
            <pc:docMk/>
            <pc:sldMk cId="3328105554" sldId="355"/>
            <ac:spMk id="13" creationId="{3998CE8B-BD2C-023B-0822-F5FF8D09383A}"/>
          </ac:spMkLst>
        </pc:spChg>
        <pc:spChg chg="mod">
          <ac:chgData name="Sergio Molina" userId="20636364146_tp_box_2" providerId="OAuth2" clId="{44CDD4FA-DF07-4B69-BC01-0B2B69272B43}" dt="2026-07-22T01:22:49.409" v="5419" actId="1036"/>
          <ac:spMkLst>
            <pc:docMk/>
            <pc:sldMk cId="3328105554" sldId="355"/>
            <ac:spMk id="14" creationId="{5C84312C-D0E1-682C-4776-621401CEC65D}"/>
          </ac:spMkLst>
        </pc:spChg>
        <pc:spChg chg="add del mod">
          <ac:chgData name="Sergio Molina" userId="20636364146_tp_box_2" providerId="OAuth2" clId="{44CDD4FA-DF07-4B69-BC01-0B2B69272B43}" dt="2026-07-22T00:21:46.806" v="5250" actId="478"/>
          <ac:spMkLst>
            <pc:docMk/>
            <pc:sldMk cId="3328105554" sldId="355"/>
            <ac:spMk id="17" creationId="{2819035D-EA19-F0DA-4B9C-F00AE858EB57}"/>
          </ac:spMkLst>
        </pc:spChg>
        <pc:spChg chg="add del mod">
          <ac:chgData name="Sergio Molina" userId="20636364146_tp_box_2" providerId="OAuth2" clId="{44CDD4FA-DF07-4B69-BC01-0B2B69272B43}" dt="2026-07-22T01:55:30.642" v="5912" actId="478"/>
          <ac:spMkLst>
            <pc:docMk/>
            <pc:sldMk cId="3328105554" sldId="355"/>
            <ac:spMk id="18" creationId="{A101AF85-8245-EAF3-4EE0-978A9A18AD8B}"/>
          </ac:spMkLst>
        </pc:spChg>
        <pc:spChg chg="add del mod">
          <ac:chgData name="Sergio Molina" userId="20636364146_tp_box_2" providerId="OAuth2" clId="{44CDD4FA-DF07-4B69-BC01-0B2B69272B43}" dt="2026-07-22T00:21:49.758" v="5253" actId="478"/>
          <ac:spMkLst>
            <pc:docMk/>
            <pc:sldMk cId="3328105554" sldId="355"/>
            <ac:spMk id="19" creationId="{2844F720-EE01-B63C-409C-88A50BC18510}"/>
          </ac:spMkLst>
        </pc:spChg>
        <pc:spChg chg="add del mod">
          <ac:chgData name="Sergio Molina" userId="20636364146_tp_box_2" providerId="OAuth2" clId="{44CDD4FA-DF07-4B69-BC01-0B2B69272B43}" dt="2026-07-22T00:21:47.725" v="5251" actId="478"/>
          <ac:spMkLst>
            <pc:docMk/>
            <pc:sldMk cId="3328105554" sldId="355"/>
            <ac:spMk id="20" creationId="{C77F7EDC-71DB-202F-BBA9-D45ABA952E0E}"/>
          </ac:spMkLst>
        </pc:spChg>
        <pc:spChg chg="del">
          <ac:chgData name="Sergio Molina" userId="20636364146_tp_box_2" providerId="OAuth2" clId="{44CDD4FA-DF07-4B69-BC01-0B2B69272B43}" dt="2026-07-21T20:56:10.582" v="25" actId="478"/>
          <ac:spMkLst>
            <pc:docMk/>
            <pc:sldMk cId="3328105554" sldId="355"/>
            <ac:spMk id="21" creationId="{14802DD9-7388-52C7-C2F5-67A5A33D32F5}"/>
          </ac:spMkLst>
        </pc:spChg>
        <pc:picChg chg="add mod ord">
          <ac:chgData name="Sergio Molina" userId="20636364146_tp_box_2" providerId="OAuth2" clId="{44CDD4FA-DF07-4B69-BC01-0B2B69272B43}" dt="2026-07-22T01:22:18.685" v="5409" actId="1076"/>
          <ac:picMkLst>
            <pc:docMk/>
            <pc:sldMk cId="3328105554" sldId="355"/>
            <ac:picMk id="6" creationId="{19A5ED6E-5E22-7B68-E08C-4E4A934577BD}"/>
          </ac:picMkLst>
        </pc:picChg>
        <pc:picChg chg="add del mod ord">
          <ac:chgData name="Sergio Molina" userId="20636364146_tp_box_2" providerId="OAuth2" clId="{44CDD4FA-DF07-4B69-BC01-0B2B69272B43}" dt="2026-07-22T00:21:45.439" v="5249" actId="478"/>
          <ac:picMkLst>
            <pc:docMk/>
            <pc:sldMk cId="3328105554" sldId="355"/>
            <ac:picMk id="15" creationId="{C48CC09B-64B4-5AE9-09FD-F4005DA72FE8}"/>
          </ac:picMkLst>
        </pc:picChg>
        <pc:picChg chg="del">
          <ac:chgData name="Sergio Molina" userId="20636364146_tp_box_2" providerId="OAuth2" clId="{44CDD4FA-DF07-4B69-BC01-0B2B69272B43}" dt="2026-07-21T20:56:07.828" v="23" actId="478"/>
          <ac:picMkLst>
            <pc:docMk/>
            <pc:sldMk cId="3328105554" sldId="355"/>
            <ac:picMk id="16" creationId="{5600FA52-41C7-5242-6C19-BFBAB67133F8}"/>
          </ac:picMkLst>
        </pc:picChg>
      </pc:sldChg>
      <pc:sldChg chg="addSp delSp modSp mod">
        <pc:chgData name="Sergio Molina" userId="20636364146_tp_box_2" providerId="OAuth2" clId="{44CDD4FA-DF07-4B69-BC01-0B2B69272B43}" dt="2026-07-22T00:20:35.399" v="5177" actId="20577"/>
        <pc:sldMkLst>
          <pc:docMk/>
          <pc:sldMk cId="675546951" sldId="421"/>
        </pc:sldMkLst>
        <pc:spChg chg="mod">
          <ac:chgData name="Sergio Molina" userId="20636364146_tp_box_2" providerId="OAuth2" clId="{44CDD4FA-DF07-4B69-BC01-0B2B69272B43}" dt="2026-07-22T00:20:35.399" v="5177" actId="20577"/>
          <ac:spMkLst>
            <pc:docMk/>
            <pc:sldMk cId="675546951" sldId="421"/>
            <ac:spMk id="6" creationId="{CCA54959-6279-D1AE-349E-8840E0B3CBEC}"/>
          </ac:spMkLst>
        </pc:spChg>
        <pc:picChg chg="add mod">
          <ac:chgData name="Sergio Molina" userId="20636364146_tp_box_2" providerId="OAuth2" clId="{44CDD4FA-DF07-4B69-BC01-0B2B69272B43}" dt="2026-07-22T00:19:58.762" v="5114" actId="14100"/>
          <ac:picMkLst>
            <pc:docMk/>
            <pc:sldMk cId="675546951" sldId="421"/>
            <ac:picMk id="2" creationId="{5567F7B2-1780-A96E-7D44-D81D4603ED53}"/>
          </ac:picMkLst>
        </pc:picChg>
        <pc:picChg chg="del">
          <ac:chgData name="Sergio Molina" userId="20636364146_tp_box_2" providerId="OAuth2" clId="{44CDD4FA-DF07-4B69-BC01-0B2B69272B43}" dt="2026-07-22T00:19:53.713" v="5110" actId="478"/>
          <ac:picMkLst>
            <pc:docMk/>
            <pc:sldMk cId="675546951" sldId="421"/>
            <ac:picMk id="1026" creationId="{BFA7DC40-4D7D-4041-C1F7-2B84C93D1FB4}"/>
          </ac:picMkLst>
        </pc:picChg>
      </pc:sldChg>
      <pc:sldChg chg="modSp mod">
        <pc:chgData name="Sergio Molina" userId="20636364146_tp_box_2" providerId="OAuth2" clId="{44CDD4FA-DF07-4B69-BC01-0B2B69272B43}" dt="2026-07-22T00:18:38.896" v="5108" actId="20577"/>
        <pc:sldMkLst>
          <pc:docMk/>
          <pc:sldMk cId="4251571145" sldId="423"/>
        </pc:sldMkLst>
        <pc:graphicFrameChg chg="modGraphic">
          <ac:chgData name="Sergio Molina" userId="20636364146_tp_box_2" providerId="OAuth2" clId="{44CDD4FA-DF07-4B69-BC01-0B2B69272B43}" dt="2026-07-22T00:18:38.896" v="5108" actId="20577"/>
          <ac:graphicFrameMkLst>
            <pc:docMk/>
            <pc:sldMk cId="4251571145" sldId="423"/>
            <ac:graphicFrameMk id="4" creationId="{86028BF8-A141-2E97-2FAA-0A37BCE60D2D}"/>
          </ac:graphicFrameMkLst>
        </pc:graphicFrameChg>
      </pc:sldChg>
      <pc:sldChg chg="del">
        <pc:chgData name="Sergio Molina" userId="20636364146_tp_box_2" providerId="OAuth2" clId="{44CDD4FA-DF07-4B69-BC01-0B2B69272B43}" dt="2026-07-21T21:25:49.076" v="446" actId="2696"/>
        <pc:sldMkLst>
          <pc:docMk/>
          <pc:sldMk cId="690636011" sldId="469"/>
        </pc:sldMkLst>
      </pc:sldChg>
      <pc:sldChg chg="add del">
        <pc:chgData name="Sergio Molina" userId="20636364146_tp_box_2" providerId="OAuth2" clId="{44CDD4FA-DF07-4B69-BC01-0B2B69272B43}" dt="2026-07-22T00:22:31.910" v="5258" actId="47"/>
        <pc:sldMkLst>
          <pc:docMk/>
          <pc:sldMk cId="4083516065" sldId="469"/>
        </pc:sldMkLst>
      </pc:sldChg>
      <pc:sldChg chg="modSp del mod">
        <pc:chgData name="Sergio Molina" userId="20636364146_tp_box_2" providerId="OAuth2" clId="{44CDD4FA-DF07-4B69-BC01-0B2B69272B43}" dt="2026-07-22T00:22:31.910" v="5258" actId="47"/>
        <pc:sldMkLst>
          <pc:docMk/>
          <pc:sldMk cId="3441899831" sldId="475"/>
        </pc:sldMkLst>
        <pc:spChg chg="mod">
          <ac:chgData name="Sergio Molina" userId="20636364146_tp_box_2" providerId="OAuth2" clId="{44CDD4FA-DF07-4B69-BC01-0B2B69272B43}" dt="2026-07-21T21:36:12.756" v="451" actId="108"/>
          <ac:spMkLst>
            <pc:docMk/>
            <pc:sldMk cId="3441899831" sldId="475"/>
            <ac:spMk id="17" creationId="{EBFE1B0C-4638-DE97-13BD-C9362AE782B5}"/>
          </ac:spMkLst>
        </pc:spChg>
      </pc:sldChg>
      <pc:sldChg chg="modSp del mod">
        <pc:chgData name="Sergio Molina" userId="20636364146_tp_box_2" providerId="OAuth2" clId="{44CDD4FA-DF07-4B69-BC01-0B2B69272B43}" dt="2026-07-22T00:22:31.910" v="5258" actId="47"/>
        <pc:sldMkLst>
          <pc:docMk/>
          <pc:sldMk cId="180545007" sldId="483"/>
        </pc:sldMkLst>
        <pc:spChg chg="mod">
          <ac:chgData name="Sergio Molina" userId="20636364146_tp_box_2" providerId="OAuth2" clId="{44CDD4FA-DF07-4B69-BC01-0B2B69272B43}" dt="2026-07-21T21:37:37.712" v="487" actId="14100"/>
          <ac:spMkLst>
            <pc:docMk/>
            <pc:sldMk cId="180545007" sldId="483"/>
            <ac:spMk id="9" creationId="{25895338-6AD8-85D2-759F-32B6D24AB159}"/>
          </ac:spMkLst>
        </pc:spChg>
        <pc:spChg chg="mod">
          <ac:chgData name="Sergio Molina" userId="20636364146_tp_box_2" providerId="OAuth2" clId="{44CDD4FA-DF07-4B69-BC01-0B2B69272B43}" dt="2026-07-21T21:37:36.385" v="485" actId="14100"/>
          <ac:spMkLst>
            <pc:docMk/>
            <pc:sldMk cId="180545007" sldId="483"/>
            <ac:spMk id="17" creationId="{EBFE1B0C-4638-DE97-13BD-C9362AE782B5}"/>
          </ac:spMkLst>
        </pc:spChg>
      </pc:sldChg>
      <pc:sldChg chg="modSp del mod">
        <pc:chgData name="Sergio Molina" userId="20636364146_tp_box_2" providerId="OAuth2" clId="{44CDD4FA-DF07-4B69-BC01-0B2B69272B43}" dt="2026-07-22T00:22:31.910" v="5258" actId="47"/>
        <pc:sldMkLst>
          <pc:docMk/>
          <pc:sldMk cId="3958182362" sldId="484"/>
        </pc:sldMkLst>
        <pc:spChg chg="mod">
          <ac:chgData name="Sergio Molina" userId="20636364146_tp_box_2" providerId="OAuth2" clId="{44CDD4FA-DF07-4B69-BC01-0B2B69272B43}" dt="2026-07-21T21:37:31.920" v="483" actId="14100"/>
          <ac:spMkLst>
            <pc:docMk/>
            <pc:sldMk cId="3958182362" sldId="484"/>
            <ac:spMk id="17" creationId="{EBFE1B0C-4638-DE97-13BD-C9362AE782B5}"/>
          </ac:spMkLst>
        </pc:spChg>
        <pc:spChg chg="mod">
          <ac:chgData name="Sergio Molina" userId="20636364146_tp_box_2" providerId="OAuth2" clId="{44CDD4FA-DF07-4B69-BC01-0B2B69272B43}" dt="2026-07-21T21:37:33.328" v="484" actId="14100"/>
          <ac:spMkLst>
            <pc:docMk/>
            <pc:sldMk cId="3958182362" sldId="484"/>
            <ac:spMk id="27" creationId="{BA07D5B0-113A-7C5F-AFD1-CED60B400873}"/>
          </ac:spMkLst>
        </pc:spChg>
        <pc:picChg chg="mod">
          <ac:chgData name="Sergio Molina" userId="20636364146_tp_box_2" providerId="OAuth2" clId="{44CDD4FA-DF07-4B69-BC01-0B2B69272B43}" dt="2026-07-21T21:36:17.026" v="454" actId="108"/>
          <ac:picMkLst>
            <pc:docMk/>
            <pc:sldMk cId="3958182362" sldId="484"/>
            <ac:picMk id="7" creationId="{C537831A-E9D5-22C8-5A01-AE6BC9C2EAA8}"/>
          </ac:picMkLst>
        </pc:picChg>
      </pc:sldChg>
      <pc:sldChg chg="del">
        <pc:chgData name="Sergio Molina" userId="20636364146_tp_box_2" providerId="OAuth2" clId="{44CDD4FA-DF07-4B69-BC01-0B2B69272B43}" dt="2026-07-22T00:22:31.910" v="5258" actId="47"/>
        <pc:sldMkLst>
          <pc:docMk/>
          <pc:sldMk cId="1852400381" sldId="485"/>
        </pc:sldMkLst>
      </pc:sldChg>
      <pc:sldChg chg="modSp del mod">
        <pc:chgData name="Sergio Molina" userId="20636364146_tp_box_2" providerId="OAuth2" clId="{44CDD4FA-DF07-4B69-BC01-0B2B69272B43}" dt="2026-07-22T00:22:31.910" v="5258" actId="47"/>
        <pc:sldMkLst>
          <pc:docMk/>
          <pc:sldMk cId="3398180166" sldId="486"/>
        </pc:sldMkLst>
        <pc:spChg chg="mod">
          <ac:chgData name="Sergio Molina" userId="20636364146_tp_box_2" providerId="OAuth2" clId="{44CDD4FA-DF07-4B69-BC01-0B2B69272B43}" dt="2026-07-21T21:37:40.205" v="488" actId="14100"/>
          <ac:spMkLst>
            <pc:docMk/>
            <pc:sldMk cId="3398180166" sldId="486"/>
            <ac:spMk id="8" creationId="{4B426BD4-51FB-55C6-79F7-9D3F22FBEC2D}"/>
          </ac:spMkLst>
        </pc:spChg>
        <pc:spChg chg="mod">
          <ac:chgData name="Sergio Molina" userId="20636364146_tp_box_2" providerId="OAuth2" clId="{44CDD4FA-DF07-4B69-BC01-0B2B69272B43}" dt="2026-07-21T21:37:42.827" v="490" actId="14100"/>
          <ac:spMkLst>
            <pc:docMk/>
            <pc:sldMk cId="3398180166" sldId="486"/>
            <ac:spMk id="11" creationId="{4998DE0E-6D43-1597-34EA-77E2871A8164}"/>
          </ac:spMkLst>
        </pc:spChg>
        <pc:spChg chg="mod">
          <ac:chgData name="Sergio Molina" userId="20636364146_tp_box_2" providerId="OAuth2" clId="{44CDD4FA-DF07-4B69-BC01-0B2B69272B43}" dt="2026-07-21T21:37:41.569" v="489" actId="14100"/>
          <ac:spMkLst>
            <pc:docMk/>
            <pc:sldMk cId="3398180166" sldId="486"/>
            <ac:spMk id="14" creationId="{8EA98619-1010-ED38-F4FE-617F6E2E1559}"/>
          </ac:spMkLst>
        </pc:spChg>
      </pc:sldChg>
      <pc:sldChg chg="modSp del mod">
        <pc:chgData name="Sergio Molina" userId="20636364146_tp_box_2" providerId="OAuth2" clId="{44CDD4FA-DF07-4B69-BC01-0B2B69272B43}" dt="2026-07-22T00:22:31.910" v="5258" actId="47"/>
        <pc:sldMkLst>
          <pc:docMk/>
          <pc:sldMk cId="2143987733" sldId="489"/>
        </pc:sldMkLst>
        <pc:spChg chg="mod">
          <ac:chgData name="Sergio Molina" userId="20636364146_tp_box_2" providerId="OAuth2" clId="{44CDD4FA-DF07-4B69-BC01-0B2B69272B43}" dt="2026-07-21T21:38:20.904" v="503" actId="14100"/>
          <ac:spMkLst>
            <pc:docMk/>
            <pc:sldMk cId="2143987733" sldId="489"/>
            <ac:spMk id="8" creationId="{4B426BD4-51FB-55C6-79F7-9D3F22FBEC2D}"/>
          </ac:spMkLst>
        </pc:spChg>
        <pc:spChg chg="mod">
          <ac:chgData name="Sergio Molina" userId="20636364146_tp_box_2" providerId="OAuth2" clId="{44CDD4FA-DF07-4B69-BC01-0B2B69272B43}" dt="2026-07-21T21:38:18.231" v="502" actId="14100"/>
          <ac:spMkLst>
            <pc:docMk/>
            <pc:sldMk cId="2143987733" sldId="489"/>
            <ac:spMk id="11" creationId="{4998DE0E-6D43-1597-34EA-77E2871A8164}"/>
          </ac:spMkLst>
        </pc:spChg>
      </pc:sldChg>
      <pc:sldChg chg="modSp del mod">
        <pc:chgData name="Sergio Molina" userId="20636364146_tp_box_2" providerId="OAuth2" clId="{44CDD4FA-DF07-4B69-BC01-0B2B69272B43}" dt="2026-07-22T00:22:31.910" v="5258" actId="47"/>
        <pc:sldMkLst>
          <pc:docMk/>
          <pc:sldMk cId="205942397" sldId="493"/>
        </pc:sldMkLst>
        <pc:spChg chg="mod">
          <ac:chgData name="Sergio Molina" userId="20636364146_tp_box_2" providerId="OAuth2" clId="{44CDD4FA-DF07-4B69-BC01-0B2B69272B43}" dt="2026-07-21T21:36:38.897" v="479" actId="108"/>
          <ac:spMkLst>
            <pc:docMk/>
            <pc:sldMk cId="205942397" sldId="493"/>
            <ac:spMk id="10" creationId="{D6C8B668-CC37-E5BB-9F1C-76AC403D9451}"/>
          </ac:spMkLst>
        </pc:spChg>
        <pc:spChg chg="mod">
          <ac:chgData name="Sergio Molina" userId="20636364146_tp_box_2" providerId="OAuth2" clId="{44CDD4FA-DF07-4B69-BC01-0B2B69272B43}" dt="2026-07-21T21:38:24.680" v="504" actId="14100"/>
          <ac:spMkLst>
            <pc:docMk/>
            <pc:sldMk cId="205942397" sldId="493"/>
            <ac:spMk id="11" creationId="{5E802EE9-AE6E-0A3D-9CD6-3ABF7E3396C2}"/>
          </ac:spMkLst>
        </pc:spChg>
        <pc:spChg chg="mod">
          <ac:chgData name="Sergio Molina" userId="20636364146_tp_box_2" providerId="OAuth2" clId="{44CDD4FA-DF07-4B69-BC01-0B2B69272B43}" dt="2026-07-21T21:36:39.574" v="480" actId="108"/>
          <ac:spMkLst>
            <pc:docMk/>
            <pc:sldMk cId="205942397" sldId="493"/>
            <ac:spMk id="14" creationId="{DF63A827-D11B-A34A-2B94-9E9A83EB4BAA}"/>
          </ac:spMkLst>
        </pc:spChg>
        <pc:spChg chg="mod">
          <ac:chgData name="Sergio Molina" userId="20636364146_tp_box_2" providerId="OAuth2" clId="{44CDD4FA-DF07-4B69-BC01-0B2B69272B43}" dt="2026-07-21T21:38:27.263" v="506" actId="1076"/>
          <ac:spMkLst>
            <pc:docMk/>
            <pc:sldMk cId="205942397" sldId="493"/>
            <ac:spMk id="16" creationId="{5E0A9312-075F-E374-A345-9FCCED89845F}"/>
          </ac:spMkLst>
        </pc:spChg>
        <pc:spChg chg="mod">
          <ac:chgData name="Sergio Molina" userId="20636364146_tp_box_2" providerId="OAuth2" clId="{44CDD4FA-DF07-4B69-BC01-0B2B69272B43}" dt="2026-07-21T21:36:38.514" v="478" actId="108"/>
          <ac:spMkLst>
            <pc:docMk/>
            <pc:sldMk cId="205942397" sldId="493"/>
            <ac:spMk id="19" creationId="{0E1F1CEE-E7B4-6CC3-DC27-D44FE7E12987}"/>
          </ac:spMkLst>
        </pc:spChg>
      </pc:sldChg>
      <pc:sldChg chg="modSp del mod">
        <pc:chgData name="Sergio Molina" userId="20636364146_tp_box_2" providerId="OAuth2" clId="{44CDD4FA-DF07-4B69-BC01-0B2B69272B43}" dt="2026-07-22T00:22:31.910" v="5258" actId="47"/>
        <pc:sldMkLst>
          <pc:docMk/>
          <pc:sldMk cId="3636451491" sldId="494"/>
        </pc:sldMkLst>
        <pc:spChg chg="mod">
          <ac:chgData name="Sergio Molina" userId="20636364146_tp_box_2" providerId="OAuth2" clId="{44CDD4FA-DF07-4B69-BC01-0B2B69272B43}" dt="2026-07-21T21:38:59.650" v="513" actId="113"/>
          <ac:spMkLst>
            <pc:docMk/>
            <pc:sldMk cId="3636451491" sldId="494"/>
            <ac:spMk id="16" creationId="{5E0A9312-075F-E374-A345-9FCCED89845F}"/>
          </ac:spMkLst>
        </pc:spChg>
        <pc:graphicFrameChg chg="modGraphic">
          <ac:chgData name="Sergio Molina" userId="20636364146_tp_box_2" providerId="OAuth2" clId="{44CDD4FA-DF07-4B69-BC01-0B2B69272B43}" dt="2026-07-21T21:38:34.508" v="507" actId="12385"/>
          <ac:graphicFrameMkLst>
            <pc:docMk/>
            <pc:sldMk cId="3636451491" sldId="494"/>
            <ac:graphicFrameMk id="6" creationId="{93225C7B-E4E1-1D44-1635-5A9FDCC0BE57}"/>
          </ac:graphicFrameMkLst>
        </pc:graphicFrameChg>
      </pc:sldChg>
      <pc:sldChg chg="modSp del mod">
        <pc:chgData name="Sergio Molina" userId="20636364146_tp_box_2" providerId="OAuth2" clId="{44CDD4FA-DF07-4B69-BC01-0B2B69272B43}" dt="2026-07-22T00:22:31.910" v="5258" actId="47"/>
        <pc:sldMkLst>
          <pc:docMk/>
          <pc:sldMk cId="24005451" sldId="496"/>
        </pc:sldMkLst>
        <pc:spChg chg="mod">
          <ac:chgData name="Sergio Molina" userId="20636364146_tp_box_2" providerId="OAuth2" clId="{44CDD4FA-DF07-4B69-BC01-0B2B69272B43}" dt="2026-07-21T21:36:30.090" v="468" actId="108"/>
          <ac:spMkLst>
            <pc:docMk/>
            <pc:sldMk cId="24005451" sldId="496"/>
            <ac:spMk id="2" creationId="{B68EE756-196B-276D-2D80-3EEB9ED099A6}"/>
          </ac:spMkLst>
        </pc:spChg>
        <pc:spChg chg="mod">
          <ac:chgData name="Sergio Molina" userId="20636364146_tp_box_2" providerId="OAuth2" clId="{44CDD4FA-DF07-4B69-BC01-0B2B69272B43}" dt="2026-07-21T21:36:29.286" v="466" actId="108"/>
          <ac:spMkLst>
            <pc:docMk/>
            <pc:sldMk cId="24005451" sldId="496"/>
            <ac:spMk id="17" creationId="{EBFE1B0C-4638-DE97-13BD-C9362AE782B5}"/>
          </ac:spMkLst>
        </pc:spChg>
        <pc:spChg chg="mod">
          <ac:chgData name="Sergio Molina" userId="20636364146_tp_box_2" providerId="OAuth2" clId="{44CDD4FA-DF07-4B69-BC01-0B2B69272B43}" dt="2026-07-21T21:36:29.707" v="467" actId="108"/>
          <ac:spMkLst>
            <pc:docMk/>
            <pc:sldMk cId="24005451" sldId="496"/>
            <ac:spMk id="21" creationId="{3A40B26F-9621-2FFF-AB45-05B2CE287193}"/>
          </ac:spMkLst>
        </pc:spChg>
        <pc:spChg chg="mod">
          <ac:chgData name="Sergio Molina" userId="20636364146_tp_box_2" providerId="OAuth2" clId="{44CDD4FA-DF07-4B69-BC01-0B2B69272B43}" dt="2026-07-21T21:36:30.497" v="469" actId="108"/>
          <ac:spMkLst>
            <pc:docMk/>
            <pc:sldMk cId="24005451" sldId="496"/>
            <ac:spMk id="24" creationId="{2193877E-8170-FA3C-6E5E-1AEAA64BA952}"/>
          </ac:spMkLst>
        </pc:spChg>
      </pc:sldChg>
      <pc:sldChg chg="modSp del mod">
        <pc:chgData name="Sergio Molina" userId="20636364146_tp_box_2" providerId="OAuth2" clId="{44CDD4FA-DF07-4B69-BC01-0B2B69272B43}" dt="2026-07-22T00:22:31.910" v="5258" actId="47"/>
        <pc:sldMkLst>
          <pc:docMk/>
          <pc:sldMk cId="2103410640" sldId="497"/>
        </pc:sldMkLst>
        <pc:spChg chg="mod">
          <ac:chgData name="Sergio Molina" userId="20636364146_tp_box_2" providerId="OAuth2" clId="{44CDD4FA-DF07-4B69-BC01-0B2B69272B43}" dt="2026-07-21T21:39:03.971" v="514" actId="14100"/>
          <ac:spMkLst>
            <pc:docMk/>
            <pc:sldMk cId="2103410640" sldId="497"/>
            <ac:spMk id="16" creationId="{5E0A9312-075F-E374-A345-9FCCED89845F}"/>
          </ac:spMkLst>
        </pc:spChg>
        <pc:graphicFrameChg chg="modGraphic">
          <ac:chgData name="Sergio Molina" userId="20636364146_tp_box_2" providerId="OAuth2" clId="{44CDD4FA-DF07-4B69-BC01-0B2B69272B43}" dt="2026-07-21T21:38:38.145" v="508" actId="12385"/>
          <ac:graphicFrameMkLst>
            <pc:docMk/>
            <pc:sldMk cId="2103410640" sldId="497"/>
            <ac:graphicFrameMk id="6" creationId="{93225C7B-E4E1-1D44-1635-5A9FDCC0BE57}"/>
          </ac:graphicFrameMkLst>
        </pc:graphicFrameChg>
      </pc:sldChg>
      <pc:sldChg chg="modSp del mod">
        <pc:chgData name="Sergio Molina" userId="20636364146_tp_box_2" providerId="OAuth2" clId="{44CDD4FA-DF07-4B69-BC01-0B2B69272B43}" dt="2026-07-22T00:22:31.910" v="5258" actId="47"/>
        <pc:sldMkLst>
          <pc:docMk/>
          <pc:sldMk cId="1099559396" sldId="503"/>
        </pc:sldMkLst>
        <pc:spChg chg="mod">
          <ac:chgData name="Sergio Molina" userId="20636364146_tp_box_2" providerId="OAuth2" clId="{44CDD4FA-DF07-4B69-BC01-0B2B69272B43}" dt="2026-07-21T21:36:32.515" v="471" actId="108"/>
          <ac:spMkLst>
            <pc:docMk/>
            <pc:sldMk cId="1099559396" sldId="503"/>
            <ac:spMk id="15" creationId="{23FA1109-8621-BF39-7BE6-FA88FA8BD3FE}"/>
          </ac:spMkLst>
        </pc:spChg>
        <pc:spChg chg="mod">
          <ac:chgData name="Sergio Molina" userId="20636364146_tp_box_2" providerId="OAuth2" clId="{44CDD4FA-DF07-4B69-BC01-0B2B69272B43}" dt="2026-07-21T21:36:32.954" v="472" actId="108"/>
          <ac:spMkLst>
            <pc:docMk/>
            <pc:sldMk cId="1099559396" sldId="503"/>
            <ac:spMk id="16" creationId="{275088CB-A587-4680-09BF-E096F235DA6C}"/>
          </ac:spMkLst>
        </pc:spChg>
        <pc:spChg chg="mod">
          <ac:chgData name="Sergio Molina" userId="20636364146_tp_box_2" providerId="OAuth2" clId="{44CDD4FA-DF07-4B69-BC01-0B2B69272B43}" dt="2026-07-21T21:36:32.259" v="470" actId="108"/>
          <ac:spMkLst>
            <pc:docMk/>
            <pc:sldMk cId="1099559396" sldId="503"/>
            <ac:spMk id="17" creationId="{EEC41153-67A5-BFB3-CC7E-40A2E219D39A}"/>
          </ac:spMkLst>
        </pc:spChg>
        <pc:spChg chg="mod">
          <ac:chgData name="Sergio Molina" userId="20636364146_tp_box_2" providerId="OAuth2" clId="{44CDD4FA-DF07-4B69-BC01-0B2B69272B43}" dt="2026-07-21T21:36:33.270" v="473" actId="108"/>
          <ac:spMkLst>
            <pc:docMk/>
            <pc:sldMk cId="1099559396" sldId="503"/>
            <ac:spMk id="20" creationId="{E5D5C91D-5957-D31F-2957-208F37976856}"/>
          </ac:spMkLst>
        </pc:spChg>
      </pc:sldChg>
      <pc:sldChg chg="modSp del mod">
        <pc:chgData name="Sergio Molina" userId="20636364146_tp_box_2" providerId="OAuth2" clId="{44CDD4FA-DF07-4B69-BC01-0B2B69272B43}" dt="2026-07-22T00:22:31.910" v="5258" actId="47"/>
        <pc:sldMkLst>
          <pc:docMk/>
          <pc:sldMk cId="707391592" sldId="505"/>
        </pc:sldMkLst>
        <pc:spChg chg="mod">
          <ac:chgData name="Sergio Molina" userId="20636364146_tp_box_2" providerId="OAuth2" clId="{44CDD4FA-DF07-4B69-BC01-0B2B69272B43}" dt="2026-07-21T21:36:24.716" v="461" actId="108"/>
          <ac:spMkLst>
            <pc:docMk/>
            <pc:sldMk cId="707391592" sldId="505"/>
            <ac:spMk id="8" creationId="{788C221A-59C0-3D69-B0B6-B6A40F026A75}"/>
          </ac:spMkLst>
        </pc:spChg>
        <pc:spChg chg="mod">
          <ac:chgData name="Sergio Molina" userId="20636364146_tp_box_2" providerId="OAuth2" clId="{44CDD4FA-DF07-4B69-BC01-0B2B69272B43}" dt="2026-07-21T21:38:03.156" v="500" actId="20577"/>
          <ac:spMkLst>
            <pc:docMk/>
            <pc:sldMk cId="707391592" sldId="505"/>
            <ac:spMk id="11" creationId="{AA49D2CA-F13C-47B9-8BFF-CFEBC09AAF0B}"/>
          </ac:spMkLst>
        </pc:spChg>
        <pc:spChg chg="mod">
          <ac:chgData name="Sergio Molina" userId="20636364146_tp_box_2" providerId="OAuth2" clId="{44CDD4FA-DF07-4B69-BC01-0B2B69272B43}" dt="2026-07-21T21:37:48.369" v="492" actId="14100"/>
          <ac:spMkLst>
            <pc:docMk/>
            <pc:sldMk cId="707391592" sldId="505"/>
            <ac:spMk id="14" creationId="{99C79DD6-D96D-4403-90CC-654E92188A71}"/>
          </ac:spMkLst>
        </pc:spChg>
        <pc:spChg chg="mod">
          <ac:chgData name="Sergio Molina" userId="20636364146_tp_box_2" providerId="OAuth2" clId="{44CDD4FA-DF07-4B69-BC01-0B2B69272B43}" dt="2026-07-21T21:37:51.424" v="493" actId="14100"/>
          <ac:spMkLst>
            <pc:docMk/>
            <pc:sldMk cId="707391592" sldId="505"/>
            <ac:spMk id="17" creationId="{1D55DDC8-D5B9-01CE-A82E-9BC19D9DC7DC}"/>
          </ac:spMkLst>
        </pc:spChg>
        <pc:spChg chg="mod">
          <ac:chgData name="Sergio Molina" userId="20636364146_tp_box_2" providerId="OAuth2" clId="{44CDD4FA-DF07-4B69-BC01-0B2B69272B43}" dt="2026-07-21T21:37:46.808" v="491" actId="14100"/>
          <ac:spMkLst>
            <pc:docMk/>
            <pc:sldMk cId="707391592" sldId="505"/>
            <ac:spMk id="18" creationId="{83635DEF-BAA2-FACE-1E3B-160BB3BD963F}"/>
          </ac:spMkLst>
        </pc:spChg>
      </pc:sldChg>
      <pc:sldChg chg="del">
        <pc:chgData name="Sergio Molina" userId="20636364146_tp_box_2" providerId="OAuth2" clId="{44CDD4FA-DF07-4B69-BC01-0B2B69272B43}" dt="2026-07-22T00:22:31.910" v="5258" actId="47"/>
        <pc:sldMkLst>
          <pc:docMk/>
          <pc:sldMk cId="383681715" sldId="524"/>
        </pc:sldMkLst>
      </pc:sldChg>
      <pc:sldChg chg="del">
        <pc:chgData name="Sergio Molina" userId="20636364146_tp_box_2" providerId="OAuth2" clId="{44CDD4FA-DF07-4B69-BC01-0B2B69272B43}" dt="2026-07-22T00:22:31.910" v="5258" actId="47"/>
        <pc:sldMkLst>
          <pc:docMk/>
          <pc:sldMk cId="1380338119" sldId="525"/>
        </pc:sldMkLst>
      </pc:sldChg>
      <pc:sldChg chg="del">
        <pc:chgData name="Sergio Molina" userId="20636364146_tp_box_2" providerId="OAuth2" clId="{44CDD4FA-DF07-4B69-BC01-0B2B69272B43}" dt="2026-07-22T00:22:31.910" v="5258" actId="47"/>
        <pc:sldMkLst>
          <pc:docMk/>
          <pc:sldMk cId="576807039" sldId="526"/>
        </pc:sldMkLst>
      </pc:sldChg>
      <pc:sldChg chg="modSp add mod">
        <pc:chgData name="Sergio Molina" userId="20636364146_tp_box_2" providerId="OAuth2" clId="{44CDD4FA-DF07-4B69-BC01-0B2B69272B43}" dt="2026-07-22T00:21:41.621" v="5248" actId="20577"/>
        <pc:sldMkLst>
          <pc:docMk/>
          <pc:sldMk cId="47805023" sldId="527"/>
        </pc:sldMkLst>
        <pc:spChg chg="mod">
          <ac:chgData name="Sergio Molina" userId="20636364146_tp_box_2" providerId="OAuth2" clId="{44CDD4FA-DF07-4B69-BC01-0B2B69272B43}" dt="2026-07-22T00:21:39.878" v="5247" actId="20577"/>
          <ac:spMkLst>
            <pc:docMk/>
            <pc:sldMk cId="47805023" sldId="527"/>
            <ac:spMk id="16" creationId="{753FD439-3251-7783-7D05-287C9A5B3E57}"/>
          </ac:spMkLst>
        </pc:spChg>
        <pc:spChg chg="mod">
          <ac:chgData name="Sergio Molina" userId="20636364146_tp_box_2" providerId="OAuth2" clId="{44CDD4FA-DF07-4B69-BC01-0B2B69272B43}" dt="2026-07-22T00:21:41.621" v="5248" actId="20577"/>
          <ac:spMkLst>
            <pc:docMk/>
            <pc:sldMk cId="47805023" sldId="527"/>
            <ac:spMk id="17" creationId="{6098EC5D-28B5-607A-7BEB-21E0348387E4}"/>
          </ac:spMkLst>
        </pc:spChg>
      </pc:sldChg>
      <pc:sldChg chg="modSp add del mod ord">
        <pc:chgData name="Sergio Molina" userId="20636364146_tp_box_2" providerId="OAuth2" clId="{44CDD4FA-DF07-4B69-BC01-0B2B69272B43}" dt="2026-07-22T00:22:31.910" v="5258" actId="47"/>
        <pc:sldMkLst>
          <pc:docMk/>
          <pc:sldMk cId="4111715580" sldId="528"/>
        </pc:sldMkLst>
        <pc:spChg chg="mod">
          <ac:chgData name="Sergio Molina" userId="20636364146_tp_box_2" providerId="OAuth2" clId="{44CDD4FA-DF07-4B69-BC01-0B2B69272B43}" dt="2026-07-21T21:36:09.175" v="448" actId="108"/>
          <ac:spMkLst>
            <pc:docMk/>
            <pc:sldMk cId="4111715580" sldId="528"/>
            <ac:spMk id="2" creationId="{D497A37A-2C35-0B91-E7A7-D5D5E9A708BC}"/>
          </ac:spMkLst>
        </pc:spChg>
        <pc:spChg chg="mod">
          <ac:chgData name="Sergio Molina" userId="20636364146_tp_box_2" providerId="OAuth2" clId="{44CDD4FA-DF07-4B69-BC01-0B2B69272B43}" dt="2026-07-21T21:36:09.765" v="449" actId="108"/>
          <ac:spMkLst>
            <pc:docMk/>
            <pc:sldMk cId="4111715580" sldId="528"/>
            <ac:spMk id="7" creationId="{DBA98777-60C8-291A-E4EA-E58D8CD4E11D}"/>
          </ac:spMkLst>
        </pc:spChg>
        <pc:spChg chg="mod">
          <ac:chgData name="Sergio Molina" userId="20636364146_tp_box_2" providerId="OAuth2" clId="{44CDD4FA-DF07-4B69-BC01-0B2B69272B43}" dt="2026-07-21T21:36:10.341" v="450" actId="108"/>
          <ac:spMkLst>
            <pc:docMk/>
            <pc:sldMk cId="4111715580" sldId="528"/>
            <ac:spMk id="11" creationId="{C86CFE5D-7E82-5850-F84F-27664D2B6718}"/>
          </ac:spMkLst>
        </pc:sp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254077990" sldId="529"/>
        </pc:sldMkLst>
        <pc:spChg chg="mod">
          <ac:chgData name="Sergio Molina" userId="20636364146_tp_box_2" providerId="OAuth2" clId="{44CDD4FA-DF07-4B69-BC01-0B2B69272B43}" dt="2026-07-21T20:58:26.522" v="114" actId="20577"/>
          <ac:spMkLst>
            <pc:docMk/>
            <pc:sldMk cId="254077990" sldId="529"/>
            <ac:spMk id="4" creationId="{B7DD181F-8C34-AB6E-BDE6-74A089DE4F0E}"/>
          </ac:spMkLst>
        </pc:spChg>
        <pc:spChg chg="del mod">
          <ac:chgData name="Sergio Molina" userId="20636364146_tp_box_2" providerId="OAuth2" clId="{44CDD4FA-DF07-4B69-BC01-0B2B69272B43}" dt="2026-07-21T20:58:13.475" v="77" actId="478"/>
          <ac:spMkLst>
            <pc:docMk/>
            <pc:sldMk cId="254077990" sldId="529"/>
            <ac:spMk id="8" creationId="{CBB8883A-1663-BF7C-29F6-3CF33D47A13B}"/>
          </ac:spMkLst>
        </pc:spChg>
        <pc:spChg chg="del">
          <ac:chgData name="Sergio Molina" userId="20636364146_tp_box_2" providerId="OAuth2" clId="{44CDD4FA-DF07-4B69-BC01-0B2B69272B43}" dt="2026-07-21T20:58:10.922" v="74" actId="478"/>
          <ac:spMkLst>
            <pc:docMk/>
            <pc:sldMk cId="254077990" sldId="529"/>
            <ac:spMk id="9" creationId="{8862F002-D7B4-A45C-D59B-AC7DB5822C97}"/>
          </ac:spMkLst>
        </pc:spChg>
        <pc:spChg chg="del">
          <ac:chgData name="Sergio Molina" userId="20636364146_tp_box_2" providerId="OAuth2" clId="{44CDD4FA-DF07-4B69-BC01-0B2B69272B43}" dt="2026-07-21T20:58:12.619" v="76" actId="478"/>
          <ac:spMkLst>
            <pc:docMk/>
            <pc:sldMk cId="254077990" sldId="529"/>
            <ac:spMk id="14" creationId="{825F0C36-5DB9-934C-1CF8-CBF62BA30801}"/>
          </ac:spMkLst>
        </pc:spChg>
        <pc:spChg chg="del">
          <ac:chgData name="Sergio Molina" userId="20636364146_tp_box_2" providerId="OAuth2" clId="{44CDD4FA-DF07-4B69-BC01-0B2B69272B43}" dt="2026-07-21T20:58:14.668" v="78" actId="478"/>
          <ac:spMkLst>
            <pc:docMk/>
            <pc:sldMk cId="254077990" sldId="529"/>
            <ac:spMk id="17" creationId="{B94A12DB-26BA-0DD0-85D4-796BFDCFDCC7}"/>
          </ac:spMkLst>
        </pc:spChg>
        <pc:spChg chg="del">
          <ac:chgData name="Sergio Molina" userId="20636364146_tp_box_2" providerId="OAuth2" clId="{44CDD4FA-DF07-4B69-BC01-0B2B69272B43}" dt="2026-07-21T20:58:09.079" v="71" actId="478"/>
          <ac:spMkLst>
            <pc:docMk/>
            <pc:sldMk cId="254077990" sldId="529"/>
            <ac:spMk id="18" creationId="{A8AD3135-0D64-4A02-8D01-0FDB69D776FF}"/>
          </ac:spMkLst>
        </pc:spChg>
        <pc:spChg chg="del">
          <ac:chgData name="Sergio Molina" userId="20636364146_tp_box_2" providerId="OAuth2" clId="{44CDD4FA-DF07-4B69-BC01-0B2B69272B43}" dt="2026-07-21T20:58:09.923" v="72" actId="478"/>
          <ac:spMkLst>
            <pc:docMk/>
            <pc:sldMk cId="254077990" sldId="529"/>
            <ac:spMk id="19" creationId="{3DE6E561-4C57-1D30-28B0-FC53D1232DF6}"/>
          </ac:spMkLst>
        </pc:spChg>
        <pc:spChg chg="del">
          <ac:chgData name="Sergio Molina" userId="20636364146_tp_box_2" providerId="OAuth2" clId="{44CDD4FA-DF07-4B69-BC01-0B2B69272B43}" dt="2026-07-21T20:58:10.318" v="73" actId="478"/>
          <ac:spMkLst>
            <pc:docMk/>
            <pc:sldMk cId="254077990" sldId="529"/>
            <ac:spMk id="20" creationId="{DA94347A-1428-F906-158B-B0A4FFA91FB9}"/>
          </ac:spMkLst>
        </pc:spChg>
        <pc:graphicFrameChg chg="add mod modGraphic">
          <ac:chgData name="Sergio Molina" userId="20636364146_tp_box_2" providerId="OAuth2" clId="{44CDD4FA-DF07-4B69-BC01-0B2B69272B43}" dt="2026-07-21T21:01:06.364" v="190" actId="14734"/>
          <ac:graphicFrameMkLst>
            <pc:docMk/>
            <pc:sldMk cId="254077990" sldId="529"/>
            <ac:graphicFrameMk id="2" creationId="{FCB3AA7A-5F3A-3A28-8B67-1761E1675EC7}"/>
          </ac:graphicFrameMkLst>
        </pc:graphicFrameChg>
        <pc:picChg chg="del">
          <ac:chgData name="Sergio Molina" userId="20636364146_tp_box_2" providerId="OAuth2" clId="{44CDD4FA-DF07-4B69-BC01-0B2B69272B43}" dt="2026-07-21T20:58:07.643" v="70" actId="478"/>
          <ac:picMkLst>
            <pc:docMk/>
            <pc:sldMk cId="254077990" sldId="529"/>
            <ac:picMk id="15" creationId="{239DFEF0-1481-04C2-E81D-77E83F88E712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544814220" sldId="530"/>
        </pc:sldMkLst>
        <pc:spChg chg="mod">
          <ac:chgData name="Sergio Molina" userId="20636364146_tp_box_2" providerId="OAuth2" clId="{44CDD4FA-DF07-4B69-BC01-0B2B69272B43}" dt="2026-07-21T20:59:17.915" v="156" actId="20577"/>
          <ac:spMkLst>
            <pc:docMk/>
            <pc:sldMk cId="544814220" sldId="530"/>
            <ac:spMk id="4" creationId="{8349A098-BEAD-D52F-B894-576068B32561}"/>
          </ac:spMkLst>
        </pc:spChg>
        <pc:graphicFrameChg chg="del">
          <ac:chgData name="Sergio Molina" userId="20636364146_tp_box_2" providerId="OAuth2" clId="{44CDD4FA-DF07-4B69-BC01-0B2B69272B43}" dt="2026-07-21T20:59:21.203" v="157" actId="478"/>
          <ac:graphicFrameMkLst>
            <pc:docMk/>
            <pc:sldMk cId="544814220" sldId="530"/>
            <ac:graphicFrameMk id="2" creationId="{282A2AD9-0C37-7913-AD44-0E3A0DDB3723}"/>
          </ac:graphicFrameMkLst>
        </pc:graphicFrameChg>
        <pc:graphicFrameChg chg="add mod modGraphic">
          <ac:chgData name="Sergio Molina" userId="20636364146_tp_box_2" providerId="OAuth2" clId="{44CDD4FA-DF07-4B69-BC01-0B2B69272B43}" dt="2026-07-21T20:59:53.852" v="174" actId="14734"/>
          <ac:graphicFrameMkLst>
            <pc:docMk/>
            <pc:sldMk cId="544814220" sldId="530"/>
            <ac:graphicFrameMk id="6" creationId="{030BA675-868B-7E52-3908-FB9ECC6B4845}"/>
          </ac:graphicFrameMkLst>
        </pc:graphicFrameChg>
      </pc:sldChg>
      <pc:sldChg chg="add del">
        <pc:chgData name="Sergio Molina" userId="20636364146_tp_box_2" providerId="OAuth2" clId="{44CDD4FA-DF07-4B69-BC01-0B2B69272B43}" dt="2026-07-21T20:58:32.119" v="116"/>
        <pc:sldMkLst>
          <pc:docMk/>
          <pc:sldMk cId="1183312394" sldId="530"/>
        </pc:sldMkLst>
      </pc:sldChg>
      <pc:sldChg chg="addSp delSp modSp add del mod ord">
        <pc:chgData name="Sergio Molina" userId="20636364146_tp_box_2" providerId="OAuth2" clId="{44CDD4FA-DF07-4B69-BC01-0B2B69272B43}" dt="2026-07-22T00:22:31.910" v="5258" actId="47"/>
        <pc:sldMkLst>
          <pc:docMk/>
          <pc:sldMk cId="600958494" sldId="531"/>
        </pc:sldMkLst>
        <pc:spChg chg="del">
          <ac:chgData name="Sergio Molina" userId="20636364146_tp_box_2" providerId="OAuth2" clId="{44CDD4FA-DF07-4B69-BC01-0B2B69272B43}" dt="2026-07-21T21:10:18.097" v="196" actId="478"/>
          <ac:spMkLst>
            <pc:docMk/>
            <pc:sldMk cId="600958494" sldId="531"/>
            <ac:spMk id="2" creationId="{CFA1AFC4-72D8-4CF4-1CD1-EE67FB53FCE5}"/>
          </ac:spMkLst>
        </pc:spChg>
        <pc:spChg chg="mod">
          <ac:chgData name="Sergio Molina" userId="20636364146_tp_box_2" providerId="OAuth2" clId="{44CDD4FA-DF07-4B69-BC01-0B2B69272B43}" dt="2026-07-21T21:10:36.560" v="208"/>
          <ac:spMkLst>
            <pc:docMk/>
            <pc:sldMk cId="600958494" sldId="531"/>
            <ac:spMk id="4" creationId="{9DD9D604-9F98-206D-9966-C147E3CC9C8D}"/>
          </ac:spMkLst>
        </pc:spChg>
        <pc:spChg chg="del mod">
          <ac:chgData name="Sergio Molina" userId="20636364146_tp_box_2" providerId="OAuth2" clId="{44CDD4FA-DF07-4B69-BC01-0B2B69272B43}" dt="2026-07-21T21:10:24.051" v="204" actId="478"/>
          <ac:spMkLst>
            <pc:docMk/>
            <pc:sldMk cId="600958494" sldId="531"/>
            <ac:spMk id="7" creationId="{A16D8B1B-345F-A992-5FED-16E0772BC8A4}"/>
          </ac:spMkLst>
        </pc:spChg>
        <pc:spChg chg="del">
          <ac:chgData name="Sergio Molina" userId="20636364146_tp_box_2" providerId="OAuth2" clId="{44CDD4FA-DF07-4B69-BC01-0B2B69272B43}" dt="2026-07-21T21:10:24.923" v="205" actId="478"/>
          <ac:spMkLst>
            <pc:docMk/>
            <pc:sldMk cId="600958494" sldId="531"/>
            <ac:spMk id="8" creationId="{76C0F75C-B0C1-22AA-F027-23F7DD74B7C6}"/>
          </ac:spMkLst>
        </pc:spChg>
        <pc:spChg chg="mod">
          <ac:chgData name="Sergio Molina" userId="20636364146_tp_box_2" providerId="OAuth2" clId="{44CDD4FA-DF07-4B69-BC01-0B2B69272B43}" dt="2026-07-21T21:12:23.494" v="222" actId="1076"/>
          <ac:spMkLst>
            <pc:docMk/>
            <pc:sldMk cId="600958494" sldId="531"/>
            <ac:spMk id="9" creationId="{7E5C0A0D-8B55-C9E8-D831-B4870929FA63}"/>
          </ac:spMkLst>
        </pc:spChg>
        <pc:spChg chg="del">
          <ac:chgData name="Sergio Molina" userId="20636364146_tp_box_2" providerId="OAuth2" clId="{44CDD4FA-DF07-4B69-BC01-0B2B69272B43}" dt="2026-07-21T21:10:21.041" v="200" actId="478"/>
          <ac:spMkLst>
            <pc:docMk/>
            <pc:sldMk cId="600958494" sldId="531"/>
            <ac:spMk id="10" creationId="{F3934E2A-3335-5521-9A6E-2B8DB2CB0017}"/>
          </ac:spMkLst>
        </pc:spChg>
        <pc:spChg chg="del">
          <ac:chgData name="Sergio Molina" userId="20636364146_tp_box_2" providerId="OAuth2" clId="{44CDD4FA-DF07-4B69-BC01-0B2B69272B43}" dt="2026-07-21T21:10:19.018" v="197" actId="478"/>
          <ac:spMkLst>
            <pc:docMk/>
            <pc:sldMk cId="600958494" sldId="531"/>
            <ac:spMk id="11" creationId="{030ED657-2617-FD67-2F12-2568FC027939}"/>
          </ac:spMkLst>
        </pc:spChg>
        <pc:spChg chg="del mod">
          <ac:chgData name="Sergio Molina" userId="20636364146_tp_box_2" providerId="OAuth2" clId="{44CDD4FA-DF07-4B69-BC01-0B2B69272B43}" dt="2026-07-21T21:10:20.290" v="199" actId="478"/>
          <ac:spMkLst>
            <pc:docMk/>
            <pc:sldMk cId="600958494" sldId="531"/>
            <ac:spMk id="12" creationId="{3A4A2C6C-C0F2-B3B3-2D6D-CD7F7253B80A}"/>
          </ac:spMkLst>
        </pc:spChg>
        <pc:spChg chg="del">
          <ac:chgData name="Sergio Molina" userId="20636364146_tp_box_2" providerId="OAuth2" clId="{44CDD4FA-DF07-4B69-BC01-0B2B69272B43}" dt="2026-07-21T21:10:23.185" v="203" actId="478"/>
          <ac:spMkLst>
            <pc:docMk/>
            <pc:sldMk cId="600958494" sldId="531"/>
            <ac:spMk id="13" creationId="{27CEB9AD-FE21-CE12-FE5F-1D71E82B5EA6}"/>
          </ac:spMkLst>
        </pc:spChg>
        <pc:spChg chg="del">
          <ac:chgData name="Sergio Molina" userId="20636364146_tp_box_2" providerId="OAuth2" clId="{44CDD4FA-DF07-4B69-BC01-0B2B69272B43}" dt="2026-07-21T21:10:25.690" v="206" actId="478"/>
          <ac:spMkLst>
            <pc:docMk/>
            <pc:sldMk cId="600958494" sldId="531"/>
            <ac:spMk id="14" creationId="{41568810-DEA4-EE28-DC82-869D1A0A13EB}"/>
          </ac:spMkLst>
        </pc:spChg>
        <pc:spChg chg="add mod">
          <ac:chgData name="Sergio Molina" userId="20636364146_tp_box_2" providerId="OAuth2" clId="{44CDD4FA-DF07-4B69-BC01-0B2B69272B43}" dt="2026-07-21T21:12:15.556" v="219" actId="1076"/>
          <ac:spMkLst>
            <pc:docMk/>
            <pc:sldMk cId="600958494" sldId="531"/>
            <ac:spMk id="17" creationId="{F51F7710-5F90-129E-6AE7-0DA357DD4DFD}"/>
          </ac:spMkLst>
        </pc:spChg>
        <pc:spChg chg="add mod">
          <ac:chgData name="Sergio Molina" userId="20636364146_tp_box_2" providerId="OAuth2" clId="{44CDD4FA-DF07-4B69-BC01-0B2B69272B43}" dt="2026-07-21T21:12:20.760" v="221" actId="1076"/>
          <ac:spMkLst>
            <pc:docMk/>
            <pc:sldMk cId="600958494" sldId="531"/>
            <ac:spMk id="18" creationId="{8ADC046B-0EF5-DC1F-DCA2-81F629E87CF1}"/>
          </ac:spMkLst>
        </pc:spChg>
        <pc:spChg chg="del">
          <ac:chgData name="Sergio Molina" userId="20636364146_tp_box_2" providerId="OAuth2" clId="{44CDD4FA-DF07-4B69-BC01-0B2B69272B43}" dt="2026-07-21T21:10:28.964" v="207" actId="478"/>
          <ac:spMkLst>
            <pc:docMk/>
            <pc:sldMk cId="600958494" sldId="531"/>
            <ac:spMk id="21" creationId="{E4C743EA-F9D8-33AB-9E63-4075467EAD51}"/>
          </ac:spMkLst>
        </pc:spChg>
        <pc:picChg chg="add mod ord">
          <ac:chgData name="Sergio Molina" userId="20636364146_tp_box_2" providerId="OAuth2" clId="{44CDD4FA-DF07-4B69-BC01-0B2B69272B43}" dt="2026-07-21T21:11:17.256" v="212" actId="1076"/>
          <ac:picMkLst>
            <pc:docMk/>
            <pc:sldMk cId="600958494" sldId="531"/>
            <ac:picMk id="15" creationId="{935D914B-6EE9-69B4-ACAC-4798CC265B22}"/>
          </ac:picMkLst>
        </pc:picChg>
        <pc:picChg chg="del">
          <ac:chgData name="Sergio Molina" userId="20636364146_tp_box_2" providerId="OAuth2" clId="{44CDD4FA-DF07-4B69-BC01-0B2B69272B43}" dt="2026-07-21T21:10:22.586" v="202" actId="478"/>
          <ac:picMkLst>
            <pc:docMk/>
            <pc:sldMk cId="600958494" sldId="531"/>
            <ac:picMk id="16" creationId="{6A552E94-B6E7-DE55-A3E2-347313E2205F}"/>
          </ac:picMkLst>
        </pc:picChg>
      </pc:sldChg>
      <pc:sldChg chg="new del">
        <pc:chgData name="Sergio Molina" userId="20636364146_tp_box_2" providerId="OAuth2" clId="{44CDD4FA-DF07-4B69-BC01-0B2B69272B43}" dt="2026-07-21T21:10:08.547" v="192" actId="680"/>
        <pc:sldMkLst>
          <pc:docMk/>
          <pc:sldMk cId="621248592" sldId="531"/>
        </pc:sldMkLst>
      </pc:sldChg>
      <pc:sldChg chg="add del">
        <pc:chgData name="Sergio Molina" userId="20636364146_tp_box_2" providerId="OAuth2" clId="{44CDD4FA-DF07-4B69-BC01-0B2B69272B43}" dt="2026-07-21T21:16:07.925" v="257" actId="47"/>
        <pc:sldMkLst>
          <pc:docMk/>
          <pc:sldMk cId="2499900728" sldId="1262"/>
        </pc:sldMkLst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3574548114" sldId="1263"/>
        </pc:sldMkLst>
        <pc:spChg chg="add mod">
          <ac:chgData name="Sergio Molina" userId="20636364146_tp_box_2" providerId="OAuth2" clId="{44CDD4FA-DF07-4B69-BC01-0B2B69272B43}" dt="2026-07-21T21:15:40.279" v="254" actId="20577"/>
          <ac:spMkLst>
            <pc:docMk/>
            <pc:sldMk cId="3574548114" sldId="1263"/>
            <ac:spMk id="7" creationId="{12D053E2-7936-F2C9-60B0-8C1DC55E58F5}"/>
          </ac:spMkLst>
        </pc:spChg>
        <pc:spChg chg="add mod">
          <ac:chgData name="Sergio Molina" userId="20636364146_tp_box_2" providerId="OAuth2" clId="{44CDD4FA-DF07-4B69-BC01-0B2B69272B43}" dt="2026-07-21T21:15:43.518" v="256" actId="20577"/>
          <ac:spMkLst>
            <pc:docMk/>
            <pc:sldMk cId="3574548114" sldId="1263"/>
            <ac:spMk id="8" creationId="{13A089BF-15E7-5B53-3A59-39954F9D06C7}"/>
          </ac:spMkLst>
        </pc:spChg>
        <pc:spChg chg="mod">
          <ac:chgData name="Sergio Molina" userId="20636364146_tp_box_2" providerId="OAuth2" clId="{44CDD4FA-DF07-4B69-BC01-0B2B69272B43}" dt="2026-07-21T21:15:38.240" v="252" actId="20577"/>
          <ac:spMkLst>
            <pc:docMk/>
            <pc:sldMk cId="3574548114" sldId="1263"/>
            <ac:spMk id="9" creationId="{57F60AEA-419C-C593-FFC3-7FA429E7EE47}"/>
          </ac:spMkLst>
        </pc:spChg>
        <pc:spChg chg="add mod">
          <ac:chgData name="Sergio Molina" userId="20636364146_tp_box_2" providerId="OAuth2" clId="{44CDD4FA-DF07-4B69-BC01-0B2B69272B43}" dt="2026-07-21T21:15:24.008" v="242" actId="1076"/>
          <ac:spMkLst>
            <pc:docMk/>
            <pc:sldMk cId="3574548114" sldId="1263"/>
            <ac:spMk id="10" creationId="{62EE89C0-29DC-5C04-8A6C-F375B7AF7A61}"/>
          </ac:spMkLst>
        </pc:spChg>
        <pc:spChg chg="add mod">
          <ac:chgData name="Sergio Molina" userId="20636364146_tp_box_2" providerId="OAuth2" clId="{44CDD4FA-DF07-4B69-BC01-0B2B69272B43}" dt="2026-07-21T21:15:31.011" v="246" actId="1076"/>
          <ac:spMkLst>
            <pc:docMk/>
            <pc:sldMk cId="3574548114" sldId="1263"/>
            <ac:spMk id="11" creationId="{802401C1-5894-754B-FD38-7EDC919C7730}"/>
          </ac:spMkLst>
        </pc:spChg>
        <pc:spChg chg="add mod">
          <ac:chgData name="Sergio Molina" userId="20636364146_tp_box_2" providerId="OAuth2" clId="{44CDD4FA-DF07-4B69-BC01-0B2B69272B43}" dt="2026-07-21T21:15:35.489" v="248" actId="1076"/>
          <ac:spMkLst>
            <pc:docMk/>
            <pc:sldMk cId="3574548114" sldId="1263"/>
            <ac:spMk id="12" creationId="{FF899CE5-4AD2-382B-A333-6C9D3D518A12}"/>
          </ac:spMkLst>
        </pc:spChg>
        <pc:spChg chg="add mod">
          <ac:chgData name="Sergio Molina" userId="20636364146_tp_box_2" providerId="OAuth2" clId="{44CDD4FA-DF07-4B69-BC01-0B2B69272B43}" dt="2026-07-21T21:16:10.166" v="258"/>
          <ac:spMkLst>
            <pc:docMk/>
            <pc:sldMk cId="3574548114" sldId="1263"/>
            <ac:spMk id="13" creationId="{3BACA284-349C-C509-E6A5-19393A4B80DB}"/>
          </ac:spMkLst>
        </pc:spChg>
        <pc:spChg chg="del">
          <ac:chgData name="Sergio Molina" userId="20636364146_tp_box_2" providerId="OAuth2" clId="{44CDD4FA-DF07-4B69-BC01-0B2B69272B43}" dt="2026-07-21T21:15:04.272" v="231" actId="478"/>
          <ac:spMkLst>
            <pc:docMk/>
            <pc:sldMk cId="3574548114" sldId="1263"/>
            <ac:spMk id="17" creationId="{C7E16259-61A6-498E-3EF5-53AC9E03B9A4}"/>
          </ac:spMkLst>
        </pc:spChg>
        <pc:spChg chg="del">
          <ac:chgData name="Sergio Molina" userId="20636364146_tp_box_2" providerId="OAuth2" clId="{44CDD4FA-DF07-4B69-BC01-0B2B69272B43}" dt="2026-07-21T21:15:03.159" v="230" actId="478"/>
          <ac:spMkLst>
            <pc:docMk/>
            <pc:sldMk cId="3574548114" sldId="1263"/>
            <ac:spMk id="18" creationId="{D7191D92-6A5A-28D2-CD63-4AF7DA9571F2}"/>
          </ac:spMkLst>
        </pc:spChg>
        <pc:picChg chg="add mod ord">
          <ac:chgData name="Sergio Molina" userId="20636364146_tp_box_2" providerId="OAuth2" clId="{44CDD4FA-DF07-4B69-BC01-0B2B69272B43}" dt="2026-07-21T21:15:28.728" v="245" actId="1076"/>
          <ac:picMkLst>
            <pc:docMk/>
            <pc:sldMk cId="3574548114" sldId="1263"/>
            <ac:picMk id="6" creationId="{0BDE4FC1-D6FE-4132-FC46-F8FABA4CFB69}"/>
          </ac:picMkLst>
        </pc:picChg>
        <pc:picChg chg="del">
          <ac:chgData name="Sergio Molina" userId="20636364146_tp_box_2" providerId="OAuth2" clId="{44CDD4FA-DF07-4B69-BC01-0B2B69272B43}" dt="2026-07-21T21:14:55.367" v="225" actId="478"/>
          <ac:picMkLst>
            <pc:docMk/>
            <pc:sldMk cId="3574548114" sldId="1263"/>
            <ac:picMk id="15" creationId="{9C90CF18-0275-F37A-4961-35DFE92B9E97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2887978945" sldId="1264"/>
        </pc:sldMkLst>
        <pc:spChg chg="mod">
          <ac:chgData name="Sergio Molina" userId="20636364146_tp_box_2" providerId="OAuth2" clId="{44CDD4FA-DF07-4B69-BC01-0B2B69272B43}" dt="2026-07-21T21:17:29.056" v="273" actId="20577"/>
          <ac:spMkLst>
            <pc:docMk/>
            <pc:sldMk cId="2887978945" sldId="1264"/>
            <ac:spMk id="7" creationId="{FD550E6A-1C57-BF28-4357-100948983C68}"/>
          </ac:spMkLst>
        </pc:spChg>
        <pc:spChg chg="mod">
          <ac:chgData name="Sergio Molina" userId="20636364146_tp_box_2" providerId="OAuth2" clId="{44CDD4FA-DF07-4B69-BC01-0B2B69272B43}" dt="2026-07-21T21:17:31.502" v="275" actId="20577"/>
          <ac:spMkLst>
            <pc:docMk/>
            <pc:sldMk cId="2887978945" sldId="1264"/>
            <ac:spMk id="8" creationId="{13A2F520-3AED-B1BE-1F13-F97BBEAA904D}"/>
          </ac:spMkLst>
        </pc:spChg>
        <pc:spChg chg="del">
          <ac:chgData name="Sergio Molina" userId="20636364146_tp_box_2" providerId="OAuth2" clId="{44CDD4FA-DF07-4B69-BC01-0B2B69272B43}" dt="2026-07-21T21:17:13.094" v="267" actId="478"/>
          <ac:spMkLst>
            <pc:docMk/>
            <pc:sldMk cId="2887978945" sldId="1264"/>
            <ac:spMk id="9" creationId="{E1A9C31F-F525-1E3C-5F29-6EB74C1B224B}"/>
          </ac:spMkLst>
        </pc:spChg>
        <pc:spChg chg="del">
          <ac:chgData name="Sergio Molina" userId="20636364146_tp_box_2" providerId="OAuth2" clId="{44CDD4FA-DF07-4B69-BC01-0B2B69272B43}" dt="2026-07-21T21:17:37.616" v="278" actId="478"/>
          <ac:spMkLst>
            <pc:docMk/>
            <pc:sldMk cId="2887978945" sldId="1264"/>
            <ac:spMk id="10" creationId="{BD6AEF7C-AF1D-61B4-C5B4-1344DD8D8F46}"/>
          </ac:spMkLst>
        </pc:spChg>
        <pc:spChg chg="del">
          <ac:chgData name="Sergio Molina" userId="20636364146_tp_box_2" providerId="OAuth2" clId="{44CDD4FA-DF07-4B69-BC01-0B2B69272B43}" dt="2026-07-21T21:17:38.453" v="279" actId="478"/>
          <ac:spMkLst>
            <pc:docMk/>
            <pc:sldMk cId="2887978945" sldId="1264"/>
            <ac:spMk id="11" creationId="{7AB55A58-FB3C-23E4-12A4-80CC7CDEBB54}"/>
          </ac:spMkLst>
        </pc:spChg>
        <pc:spChg chg="del">
          <ac:chgData name="Sergio Molina" userId="20636364146_tp_box_2" providerId="OAuth2" clId="{44CDD4FA-DF07-4B69-BC01-0B2B69272B43}" dt="2026-07-21T21:17:39.287" v="280" actId="478"/>
          <ac:spMkLst>
            <pc:docMk/>
            <pc:sldMk cId="2887978945" sldId="1264"/>
            <ac:spMk id="12" creationId="{E713E1BE-BD48-9D60-E7F4-952A13936C06}"/>
          </ac:spMkLst>
        </pc:spChg>
        <pc:spChg chg="add mod">
          <ac:chgData name="Sergio Molina" userId="20636364146_tp_box_2" providerId="OAuth2" clId="{44CDD4FA-DF07-4B69-BC01-0B2B69272B43}" dt="2026-07-21T21:17:33.751" v="277" actId="20577"/>
          <ac:spMkLst>
            <pc:docMk/>
            <pc:sldMk cId="2887978945" sldId="1264"/>
            <ac:spMk id="14" creationId="{6A40DC66-A491-85CE-F061-1780A4E9B5E2}"/>
          </ac:spMkLst>
        </pc:spChg>
        <pc:spChg chg="add mod">
          <ac:chgData name="Sergio Molina" userId="20636364146_tp_box_2" providerId="OAuth2" clId="{44CDD4FA-DF07-4B69-BC01-0B2B69272B43}" dt="2026-07-21T21:17:52.123" v="286" actId="1076"/>
          <ac:spMkLst>
            <pc:docMk/>
            <pc:sldMk cId="2887978945" sldId="1264"/>
            <ac:spMk id="15" creationId="{E3A9E589-CA46-70C1-4B84-1CCCD6271446}"/>
          </ac:spMkLst>
        </pc:spChg>
        <pc:spChg chg="add mod">
          <ac:chgData name="Sergio Molina" userId="20636364146_tp_box_2" providerId="OAuth2" clId="{44CDD4FA-DF07-4B69-BC01-0B2B69272B43}" dt="2026-07-21T21:17:57.268" v="288" actId="1076"/>
          <ac:spMkLst>
            <pc:docMk/>
            <pc:sldMk cId="2887978945" sldId="1264"/>
            <ac:spMk id="16" creationId="{F13E5C77-FCCE-5AB9-74AA-BD587CFEF795}"/>
          </ac:spMkLst>
        </pc:spChg>
        <pc:spChg chg="add mod">
          <ac:chgData name="Sergio Molina" userId="20636364146_tp_box_2" providerId="OAuth2" clId="{44CDD4FA-DF07-4B69-BC01-0B2B69272B43}" dt="2026-07-21T21:18:04.747" v="291" actId="1076"/>
          <ac:spMkLst>
            <pc:docMk/>
            <pc:sldMk cId="2887978945" sldId="1264"/>
            <ac:spMk id="17" creationId="{DB0C077C-483C-E009-A073-9165E645BB6A}"/>
          </ac:spMkLst>
        </pc:spChg>
        <pc:picChg chg="del">
          <ac:chgData name="Sergio Molina" userId="20636364146_tp_box_2" providerId="OAuth2" clId="{44CDD4FA-DF07-4B69-BC01-0B2B69272B43}" dt="2026-07-21T21:17:00.310" v="260" actId="478"/>
          <ac:picMkLst>
            <pc:docMk/>
            <pc:sldMk cId="2887978945" sldId="1264"/>
            <ac:picMk id="6" creationId="{496E5002-8A8D-0EC0-3865-1278CB959DB9}"/>
          </ac:picMkLst>
        </pc:picChg>
        <pc:picChg chg="add mod ord">
          <ac:chgData name="Sergio Molina" userId="20636364146_tp_box_2" providerId="OAuth2" clId="{44CDD4FA-DF07-4B69-BC01-0B2B69272B43}" dt="2026-07-21T21:17:08.301" v="266" actId="1076"/>
          <ac:picMkLst>
            <pc:docMk/>
            <pc:sldMk cId="2887978945" sldId="1264"/>
            <ac:picMk id="13" creationId="{5736D00A-AD0E-A977-F25F-C04B5952E16C}"/>
          </ac:picMkLst>
        </pc:picChg>
      </pc:sldChg>
      <pc:sldChg chg="modSp add del mod">
        <pc:chgData name="Sergio Molina" userId="20636364146_tp_box_2" providerId="OAuth2" clId="{44CDD4FA-DF07-4B69-BC01-0B2B69272B43}" dt="2026-07-22T00:22:31.910" v="5258" actId="47"/>
        <pc:sldMkLst>
          <pc:docMk/>
          <pc:sldMk cId="3540991273" sldId="1265"/>
        </pc:sldMkLst>
        <pc:spChg chg="mod">
          <ac:chgData name="Sergio Molina" userId="20636364146_tp_box_2" providerId="OAuth2" clId="{44CDD4FA-DF07-4B69-BC01-0B2B69272B43}" dt="2026-07-21T21:19:42.427" v="293"/>
          <ac:spMkLst>
            <pc:docMk/>
            <pc:sldMk cId="3540991273" sldId="1265"/>
            <ac:spMk id="16" creationId="{FD9D077E-D21D-87ED-B859-710637871EAD}"/>
          </ac:spMkLst>
        </pc:spChg>
        <pc:spChg chg="mod">
          <ac:chgData name="Sergio Molina" userId="20636364146_tp_box_2" providerId="OAuth2" clId="{44CDD4FA-DF07-4B69-BC01-0B2B69272B43}" dt="2026-07-21T21:19:46.975" v="294"/>
          <ac:spMkLst>
            <pc:docMk/>
            <pc:sldMk cId="3540991273" sldId="1265"/>
            <ac:spMk id="17" creationId="{ED08D512-FB86-E798-1B6A-D387D1C6C616}"/>
          </ac:spMkLst>
        </pc:spChg>
      </pc:sldChg>
      <pc:sldChg chg="addSp delSp modSp add del mod ord">
        <pc:chgData name="Sergio Molina" userId="20636364146_tp_box_2" providerId="OAuth2" clId="{44CDD4FA-DF07-4B69-BC01-0B2B69272B43}" dt="2026-07-22T00:22:31.910" v="5258" actId="47"/>
        <pc:sldMkLst>
          <pc:docMk/>
          <pc:sldMk cId="1838998978" sldId="1266"/>
        </pc:sldMkLst>
        <pc:spChg chg="add mod">
          <ac:chgData name="Sergio Molina" userId="20636364146_tp_box_2" providerId="OAuth2" clId="{44CDD4FA-DF07-4B69-BC01-0B2B69272B43}" dt="2026-07-21T21:20:19.951" v="310" actId="1076"/>
          <ac:spMkLst>
            <pc:docMk/>
            <pc:sldMk cId="1838998978" sldId="1266"/>
            <ac:spMk id="2" creationId="{2DE0B388-95BE-6A61-092B-CB330D1AF2CD}"/>
          </ac:spMkLst>
        </pc:spChg>
        <pc:spChg chg="mod">
          <ac:chgData name="Sergio Molina" userId="20636364146_tp_box_2" providerId="OAuth2" clId="{44CDD4FA-DF07-4B69-BC01-0B2B69272B43}" dt="2026-07-21T21:20:06.624" v="298"/>
          <ac:spMkLst>
            <pc:docMk/>
            <pc:sldMk cId="1838998978" sldId="1266"/>
            <ac:spMk id="4" creationId="{EC56922B-3CB1-5FE8-B1DF-CAF6C8E9B33F}"/>
          </ac:spMkLst>
        </pc:spChg>
        <pc:spChg chg="add mod">
          <ac:chgData name="Sergio Molina" userId="20636364146_tp_box_2" providerId="OAuth2" clId="{44CDD4FA-DF07-4B69-BC01-0B2B69272B43}" dt="2026-07-21T21:20:31.569" v="316" actId="20577"/>
          <ac:spMkLst>
            <pc:docMk/>
            <pc:sldMk cId="1838998978" sldId="1266"/>
            <ac:spMk id="6" creationId="{2BD90682-DE6D-BE04-8853-8075350D06A6}"/>
          </ac:spMkLst>
        </pc:spChg>
        <pc:spChg chg="del">
          <ac:chgData name="Sergio Molina" userId="20636364146_tp_box_2" providerId="OAuth2" clId="{44CDD4FA-DF07-4B69-BC01-0B2B69272B43}" dt="2026-07-21T21:20:10.871" v="301" actId="478"/>
          <ac:spMkLst>
            <pc:docMk/>
            <pc:sldMk cId="1838998978" sldId="1266"/>
            <ac:spMk id="7" creationId="{5DC51D04-DD28-7C54-3333-4FD902E0364A}"/>
          </ac:spMkLst>
        </pc:spChg>
        <pc:spChg chg="del mod">
          <ac:chgData name="Sergio Molina" userId="20636364146_tp_box_2" providerId="OAuth2" clId="{44CDD4FA-DF07-4B69-BC01-0B2B69272B43}" dt="2026-07-21T21:20:11.501" v="303" actId="478"/>
          <ac:spMkLst>
            <pc:docMk/>
            <pc:sldMk cId="1838998978" sldId="1266"/>
            <ac:spMk id="8" creationId="{7F9689B6-F78D-D07D-6039-811782EF4132}"/>
          </ac:spMkLst>
        </pc:spChg>
        <pc:spChg chg="del">
          <ac:chgData name="Sergio Molina" userId="20636364146_tp_box_2" providerId="OAuth2" clId="{44CDD4FA-DF07-4B69-BC01-0B2B69272B43}" dt="2026-07-21T21:20:13.671" v="307" actId="478"/>
          <ac:spMkLst>
            <pc:docMk/>
            <pc:sldMk cId="1838998978" sldId="1266"/>
            <ac:spMk id="14" creationId="{6421AC7C-AA3D-AFBD-3422-C940A02A0522}"/>
          </ac:spMkLst>
        </pc:spChg>
        <pc:spChg chg="del">
          <ac:chgData name="Sergio Molina" userId="20636364146_tp_box_2" providerId="OAuth2" clId="{44CDD4FA-DF07-4B69-BC01-0B2B69272B43}" dt="2026-07-21T21:20:10.406" v="300" actId="478"/>
          <ac:spMkLst>
            <pc:docMk/>
            <pc:sldMk cId="1838998978" sldId="1266"/>
            <ac:spMk id="15" creationId="{31B0C5D7-8515-C18D-24BA-D1E06997903D}"/>
          </ac:spMkLst>
        </pc:spChg>
        <pc:spChg chg="del mod">
          <ac:chgData name="Sergio Molina" userId="20636364146_tp_box_2" providerId="OAuth2" clId="{44CDD4FA-DF07-4B69-BC01-0B2B69272B43}" dt="2026-07-21T21:20:12.447" v="305" actId="478"/>
          <ac:spMkLst>
            <pc:docMk/>
            <pc:sldMk cId="1838998978" sldId="1266"/>
            <ac:spMk id="16" creationId="{1D34F254-AD67-A6B0-C418-C450DDD3E687}"/>
          </ac:spMkLst>
        </pc:spChg>
        <pc:spChg chg="del mod">
          <ac:chgData name="Sergio Molina" userId="20636364146_tp_box_2" providerId="OAuth2" clId="{44CDD4FA-DF07-4B69-BC01-0B2B69272B43}" dt="2026-07-21T21:20:14.231" v="308" actId="478"/>
          <ac:spMkLst>
            <pc:docMk/>
            <pc:sldMk cId="1838998978" sldId="1266"/>
            <ac:spMk id="17" creationId="{9BF24645-14D5-5401-7A4C-1B2279BEDE7F}"/>
          </ac:spMkLst>
        </pc:spChg>
        <pc:picChg chg="add mod ord">
          <ac:chgData name="Sergio Molina" userId="20636364146_tp_box_2" providerId="OAuth2" clId="{44CDD4FA-DF07-4B69-BC01-0B2B69272B43}" dt="2026-07-21T21:21:30.834" v="320" actId="1076"/>
          <ac:picMkLst>
            <pc:docMk/>
            <pc:sldMk cId="1838998978" sldId="1266"/>
            <ac:picMk id="10" creationId="{047F0BDD-3722-0B91-61C6-2991BD1708F5}"/>
          </ac:picMkLst>
        </pc:picChg>
        <pc:picChg chg="del">
          <ac:chgData name="Sergio Molina" userId="20636364146_tp_box_2" providerId="OAuth2" clId="{44CDD4FA-DF07-4B69-BC01-0B2B69272B43}" dt="2026-07-21T21:20:09.358" v="299" actId="478"/>
          <ac:picMkLst>
            <pc:docMk/>
            <pc:sldMk cId="1838998978" sldId="1266"/>
            <ac:picMk id="13" creationId="{AF4D72F2-2111-45FE-01FD-04F406D6A38D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1817929501" sldId="1267"/>
        </pc:sldMkLst>
        <pc:spChg chg="del">
          <ac:chgData name="Sergio Molina" userId="20636364146_tp_box_2" providerId="OAuth2" clId="{44CDD4FA-DF07-4B69-BC01-0B2B69272B43}" dt="2026-07-21T21:22:08.334" v="323" actId="478"/>
          <ac:spMkLst>
            <pc:docMk/>
            <pc:sldMk cId="1817929501" sldId="1267"/>
            <ac:spMk id="2" creationId="{929CB68E-473F-0C6D-3672-DEB9CBA90A43}"/>
          </ac:spMkLst>
        </pc:spChg>
        <pc:spChg chg="add mod">
          <ac:chgData name="Sergio Molina" userId="20636364146_tp_box_2" providerId="OAuth2" clId="{44CDD4FA-DF07-4B69-BC01-0B2B69272B43}" dt="2026-07-21T21:22:56.111" v="342" actId="6549"/>
          <ac:spMkLst>
            <pc:docMk/>
            <pc:sldMk cId="1817929501" sldId="1267"/>
            <ac:spMk id="7" creationId="{E6FB7972-E4CD-277B-043F-4DF461DB1CBE}"/>
          </ac:spMkLst>
        </pc:spChg>
        <pc:spChg chg="add mod">
          <ac:chgData name="Sergio Molina" userId="20636364146_tp_box_2" providerId="OAuth2" clId="{44CDD4FA-DF07-4B69-BC01-0B2B69272B43}" dt="2026-07-21T21:22:59.719" v="346" actId="6549"/>
          <ac:spMkLst>
            <pc:docMk/>
            <pc:sldMk cId="1817929501" sldId="1267"/>
            <ac:spMk id="8" creationId="{5BB187F2-6E80-B8AC-4EA6-FA0105EFC166}"/>
          </ac:spMkLst>
        </pc:spChg>
        <pc:spChg chg="add mod">
          <ac:chgData name="Sergio Molina" userId="20636364146_tp_box_2" providerId="OAuth2" clId="{44CDD4FA-DF07-4B69-BC01-0B2B69272B43}" dt="2026-07-21T21:22:26.997" v="331" actId="20577"/>
          <ac:spMkLst>
            <pc:docMk/>
            <pc:sldMk cId="1817929501" sldId="1267"/>
            <ac:spMk id="9" creationId="{B67DF1E6-51D6-D760-D7C8-33DC173AA47D}"/>
          </ac:spMkLst>
        </pc:spChg>
        <pc:picChg chg="del">
          <ac:chgData name="Sergio Molina" userId="20636364146_tp_box_2" providerId="OAuth2" clId="{44CDD4FA-DF07-4B69-BC01-0B2B69272B43}" dt="2026-07-21T21:22:07.622" v="322" actId="478"/>
          <ac:picMkLst>
            <pc:docMk/>
            <pc:sldMk cId="1817929501" sldId="1267"/>
            <ac:picMk id="10" creationId="{9440A285-D7BA-896E-1743-9373069C4126}"/>
          </ac:picMkLst>
        </pc:picChg>
        <pc:picChg chg="add mod ord">
          <ac:chgData name="Sergio Molina" userId="20636364146_tp_box_2" providerId="OAuth2" clId="{44CDD4FA-DF07-4B69-BC01-0B2B69272B43}" dt="2026-07-21T21:22:49.469" v="335" actId="1076"/>
          <ac:picMkLst>
            <pc:docMk/>
            <pc:sldMk cId="1817929501" sldId="1267"/>
            <ac:picMk id="12" creationId="{3618C9D9-ABC6-95F8-874F-8BA7282B5727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4097008759" sldId="1268"/>
        </pc:sldMkLst>
        <pc:spChg chg="add mod">
          <ac:chgData name="Sergio Molina" userId="20636364146_tp_box_2" providerId="OAuth2" clId="{44CDD4FA-DF07-4B69-BC01-0B2B69272B43}" dt="2026-07-21T21:25:26.510" v="445" actId="5793"/>
          <ac:spMkLst>
            <pc:docMk/>
            <pc:sldMk cId="4097008759" sldId="1268"/>
            <ac:spMk id="2" creationId="{FDF59D01-C160-44E8-A236-C1BE59A4B0B9}"/>
          </ac:spMkLst>
        </pc:spChg>
        <pc:spChg chg="del">
          <ac:chgData name="Sergio Molina" userId="20636364146_tp_box_2" providerId="OAuth2" clId="{44CDD4FA-DF07-4B69-BC01-0B2B69272B43}" dt="2026-07-21T21:23:17.398" v="350" actId="478"/>
          <ac:spMkLst>
            <pc:docMk/>
            <pc:sldMk cId="4097008759" sldId="1268"/>
            <ac:spMk id="6" creationId="{E4A1AFCF-75ED-4D3C-2CA3-1775793D965D}"/>
          </ac:spMkLst>
        </pc:spChg>
        <pc:spChg chg="del">
          <ac:chgData name="Sergio Molina" userId="20636364146_tp_box_2" providerId="OAuth2" clId="{44CDD4FA-DF07-4B69-BC01-0B2B69272B43}" dt="2026-07-21T21:23:16.663" v="349" actId="478"/>
          <ac:spMkLst>
            <pc:docMk/>
            <pc:sldMk cId="4097008759" sldId="1268"/>
            <ac:spMk id="7" creationId="{5CA19435-AEF6-5BD3-0301-B00316E0933F}"/>
          </ac:spMkLst>
        </pc:spChg>
        <pc:spChg chg="del">
          <ac:chgData name="Sergio Molina" userId="20636364146_tp_box_2" providerId="OAuth2" clId="{44CDD4FA-DF07-4B69-BC01-0B2B69272B43}" dt="2026-07-21T21:23:20.005" v="352" actId="478"/>
          <ac:spMkLst>
            <pc:docMk/>
            <pc:sldMk cId="4097008759" sldId="1268"/>
            <ac:spMk id="8" creationId="{6D9C556F-2ACC-6F48-B701-A4609BEEC954}"/>
          </ac:spMkLst>
        </pc:spChg>
        <pc:spChg chg="del">
          <ac:chgData name="Sergio Molina" userId="20636364146_tp_box_2" providerId="OAuth2" clId="{44CDD4FA-DF07-4B69-BC01-0B2B69272B43}" dt="2026-07-21T21:23:18.253" v="351" actId="478"/>
          <ac:spMkLst>
            <pc:docMk/>
            <pc:sldMk cId="4097008759" sldId="1268"/>
            <ac:spMk id="9" creationId="{C371BCD8-684A-D919-D808-F8DDEB1F9399}"/>
          </ac:spMkLst>
        </pc:spChg>
        <pc:spChg chg="add mod">
          <ac:chgData name="Sergio Molina" userId="20636364146_tp_box_2" providerId="OAuth2" clId="{44CDD4FA-DF07-4B69-BC01-0B2B69272B43}" dt="2026-07-21T21:25:23.676" v="443" actId="5793"/>
          <ac:spMkLst>
            <pc:docMk/>
            <pc:sldMk cId="4097008759" sldId="1268"/>
            <ac:spMk id="10" creationId="{998A13AE-0424-E7C0-D5C4-CC4EE264F2D6}"/>
          </ac:spMkLst>
        </pc:spChg>
        <pc:graphicFrameChg chg="add mod modGraphic">
          <ac:chgData name="Sergio Molina" userId="20636364146_tp_box_2" providerId="OAuth2" clId="{44CDD4FA-DF07-4B69-BC01-0B2B69272B43}" dt="2026-07-21T21:25:15.516" v="439" actId="1076"/>
          <ac:graphicFrameMkLst>
            <pc:docMk/>
            <pc:sldMk cId="4097008759" sldId="1268"/>
            <ac:graphicFrameMk id="11" creationId="{BB604032-521A-3FB7-8E0E-ACE4EAF33E3F}"/>
          </ac:graphicFrameMkLst>
        </pc:graphicFrameChg>
        <pc:picChg chg="del">
          <ac:chgData name="Sergio Molina" userId="20636364146_tp_box_2" providerId="OAuth2" clId="{44CDD4FA-DF07-4B69-BC01-0B2B69272B43}" dt="2026-07-21T21:23:15.735" v="348" actId="478"/>
          <ac:picMkLst>
            <pc:docMk/>
            <pc:sldMk cId="4097008759" sldId="1268"/>
            <ac:picMk id="12" creationId="{16CC03C8-902B-8B1E-3569-38D0C786EE42}"/>
          </ac:picMkLst>
        </pc:picChg>
      </pc:sldChg>
      <pc:sldChg chg="modSp add del mod">
        <pc:chgData name="Sergio Molina" userId="20636364146_tp_box_2" providerId="OAuth2" clId="{44CDD4FA-DF07-4B69-BC01-0B2B69272B43}" dt="2026-07-22T00:22:31.910" v="5258" actId="47"/>
        <pc:sldMkLst>
          <pc:docMk/>
          <pc:sldMk cId="2439957543" sldId="1269"/>
        </pc:sldMkLst>
        <pc:spChg chg="mod">
          <ac:chgData name="Sergio Molina" userId="20636364146_tp_box_2" providerId="OAuth2" clId="{44CDD4FA-DF07-4B69-BC01-0B2B69272B43}" dt="2026-07-21T21:39:32.213" v="529" actId="20577"/>
          <ac:spMkLst>
            <pc:docMk/>
            <pc:sldMk cId="2439957543" sldId="1269"/>
            <ac:spMk id="16" creationId="{9F7E2EB1-179F-BB36-1832-33DD73CC8E74}"/>
          </ac:spMkLst>
        </pc:spChg>
        <pc:spChg chg="mod">
          <ac:chgData name="Sergio Molina" userId="20636364146_tp_box_2" providerId="OAuth2" clId="{44CDD4FA-DF07-4B69-BC01-0B2B69272B43}" dt="2026-07-21T21:39:43.725" v="564" actId="20577"/>
          <ac:spMkLst>
            <pc:docMk/>
            <pc:sldMk cId="2439957543" sldId="1269"/>
            <ac:spMk id="17" creationId="{BCC02FC4-D833-AD04-55A6-030BABA7FCAA}"/>
          </ac:spMkLst>
        </pc:sp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2104602802" sldId="1270"/>
        </pc:sldMkLst>
        <pc:spChg chg="mod">
          <ac:chgData name="Sergio Molina" userId="20636364146_tp_box_2" providerId="OAuth2" clId="{44CDD4FA-DF07-4B69-BC01-0B2B69272B43}" dt="2026-07-21T21:42:57.969" v="573"/>
          <ac:spMkLst>
            <pc:docMk/>
            <pc:sldMk cId="2104602802" sldId="1270"/>
            <ac:spMk id="4" creationId="{C34A3462-CE81-3D36-430E-33403BD35209}"/>
          </ac:spMkLst>
        </pc:spChg>
        <pc:spChg chg="del">
          <ac:chgData name="Sergio Molina" userId="20636364146_tp_box_2" providerId="OAuth2" clId="{44CDD4FA-DF07-4B69-BC01-0B2B69272B43}" dt="2026-07-21T21:42:41.424" v="567" actId="478"/>
          <ac:spMkLst>
            <pc:docMk/>
            <pc:sldMk cId="2104602802" sldId="1270"/>
            <ac:spMk id="8" creationId="{DE9D5DE2-174B-3F3D-3286-5BCABBF5DE36}"/>
          </ac:spMkLst>
        </pc:spChg>
        <pc:spChg chg="del">
          <ac:chgData name="Sergio Molina" userId="20636364146_tp_box_2" providerId="OAuth2" clId="{44CDD4FA-DF07-4B69-BC01-0B2B69272B43}" dt="2026-07-21T21:42:42.319" v="568" actId="478"/>
          <ac:spMkLst>
            <pc:docMk/>
            <pc:sldMk cId="2104602802" sldId="1270"/>
            <ac:spMk id="9" creationId="{1F61341D-3CD5-0D7F-EFB6-971D7927FEB1}"/>
          </ac:spMkLst>
        </pc:spChg>
        <pc:spChg chg="del">
          <ac:chgData name="Sergio Molina" userId="20636364146_tp_box_2" providerId="OAuth2" clId="{44CDD4FA-DF07-4B69-BC01-0B2B69272B43}" dt="2026-07-21T21:42:44.319" v="571" actId="478"/>
          <ac:spMkLst>
            <pc:docMk/>
            <pc:sldMk cId="2104602802" sldId="1270"/>
            <ac:spMk id="10" creationId="{B75AC9D3-616E-683F-DE86-8488F2C4ECCB}"/>
          </ac:spMkLst>
        </pc:spChg>
        <pc:spChg chg="del">
          <ac:chgData name="Sergio Molina" userId="20636364146_tp_box_2" providerId="OAuth2" clId="{44CDD4FA-DF07-4B69-BC01-0B2B69272B43}" dt="2026-07-21T21:42:44.785" v="572" actId="478"/>
          <ac:spMkLst>
            <pc:docMk/>
            <pc:sldMk cId="2104602802" sldId="1270"/>
            <ac:spMk id="11" creationId="{91818A27-AE40-298D-9A3A-9094B104C74E}"/>
          </ac:spMkLst>
        </pc:spChg>
        <pc:spChg chg="del">
          <ac:chgData name="Sergio Molina" userId="20636364146_tp_box_2" providerId="OAuth2" clId="{44CDD4FA-DF07-4B69-BC01-0B2B69272B43}" dt="2026-07-21T21:42:42.863" v="569" actId="478"/>
          <ac:spMkLst>
            <pc:docMk/>
            <pc:sldMk cId="2104602802" sldId="1270"/>
            <ac:spMk id="12" creationId="{7BD48F47-3253-C196-891B-365B63498ECC}"/>
          </ac:spMkLst>
        </pc:spChg>
        <pc:spChg chg="del">
          <ac:chgData name="Sergio Molina" userId="20636364146_tp_box_2" providerId="OAuth2" clId="{44CDD4FA-DF07-4B69-BC01-0B2B69272B43}" dt="2026-07-21T21:42:43.865" v="570" actId="478"/>
          <ac:spMkLst>
            <pc:docMk/>
            <pc:sldMk cId="2104602802" sldId="1270"/>
            <ac:spMk id="13" creationId="{E0FFB492-7AD8-03E3-FA43-2B7DE17E6639}"/>
          </ac:spMkLst>
        </pc:spChg>
        <pc:spChg chg="add mod">
          <ac:chgData name="Sergio Molina" userId="20636364146_tp_box_2" providerId="OAuth2" clId="{44CDD4FA-DF07-4B69-BC01-0B2B69272B43}" dt="2026-07-21T21:43:34.838" v="580" actId="1076"/>
          <ac:spMkLst>
            <pc:docMk/>
            <pc:sldMk cId="2104602802" sldId="1270"/>
            <ac:spMk id="14" creationId="{624A8165-8797-A484-DD3F-FCA1B1AAB3AF}"/>
          </ac:spMkLst>
        </pc:spChg>
        <pc:spChg chg="add mod">
          <ac:chgData name="Sergio Molina" userId="20636364146_tp_box_2" providerId="OAuth2" clId="{44CDD4FA-DF07-4B69-BC01-0B2B69272B43}" dt="2026-07-21T21:44:08.523" v="660" actId="113"/>
          <ac:spMkLst>
            <pc:docMk/>
            <pc:sldMk cId="2104602802" sldId="1270"/>
            <ac:spMk id="15" creationId="{5ECE61A5-D7CA-8243-D524-180F14A83C5A}"/>
          </ac:spMkLst>
        </pc:spChg>
        <pc:picChg chg="add mod">
          <ac:chgData name="Sergio Molina" userId="20636364146_tp_box_2" providerId="OAuth2" clId="{44CDD4FA-DF07-4B69-BC01-0B2B69272B43}" dt="2026-07-21T21:43:21.039" v="577" actId="14100"/>
          <ac:picMkLst>
            <pc:docMk/>
            <pc:sldMk cId="2104602802" sldId="1270"/>
            <ac:picMk id="6" creationId="{30E8855B-0110-4080-375F-F48E6ED3B887}"/>
          </ac:picMkLst>
        </pc:picChg>
        <pc:picChg chg="del">
          <ac:chgData name="Sergio Molina" userId="20636364146_tp_box_2" providerId="OAuth2" clId="{44CDD4FA-DF07-4B69-BC01-0B2B69272B43}" dt="2026-07-21T21:42:40.736" v="566" actId="478"/>
          <ac:picMkLst>
            <pc:docMk/>
            <pc:sldMk cId="2104602802" sldId="1270"/>
            <ac:picMk id="7" creationId="{E5CB2FF7-C55C-1C2E-2F39-D358669118E4}"/>
          </ac:picMkLst>
        </pc:picChg>
        <pc:picChg chg="add del">
          <ac:chgData name="Sergio Molina" userId="20636364146_tp_box_2" providerId="OAuth2" clId="{44CDD4FA-DF07-4B69-BC01-0B2B69272B43}" dt="2026-07-21T21:45:55.876" v="669" actId="478"/>
          <ac:picMkLst>
            <pc:docMk/>
            <pc:sldMk cId="2104602802" sldId="1270"/>
            <ac:picMk id="17" creationId="{2B1D3279-5835-5D94-9733-524D03174A92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2759101984" sldId="1271"/>
        </pc:sldMkLst>
        <pc:spChg chg="add mod">
          <ac:chgData name="Sergio Molina" userId="20636364146_tp_box_2" providerId="OAuth2" clId="{44CDD4FA-DF07-4B69-BC01-0B2B69272B43}" dt="2026-07-21T22:05:45.550" v="1165" actId="1076"/>
          <ac:spMkLst>
            <pc:docMk/>
            <pc:sldMk cId="2759101984" sldId="1271"/>
            <ac:spMk id="2" creationId="{6A2CF1B9-2367-C673-5F91-2E96A8A984C9}"/>
          </ac:spMkLst>
        </pc:spChg>
        <pc:spChg chg="add del mod">
          <ac:chgData name="Sergio Molina" userId="20636364146_tp_box_2" providerId="OAuth2" clId="{44CDD4FA-DF07-4B69-BC01-0B2B69272B43}" dt="2026-07-21T21:46:17.220" v="681" actId="478"/>
          <ac:spMkLst>
            <pc:docMk/>
            <pc:sldMk cId="2759101984" sldId="1271"/>
            <ac:spMk id="7" creationId="{F0975928-BFD1-2A50-B291-0C9FC8FBBFB7}"/>
          </ac:spMkLst>
        </pc:spChg>
        <pc:spChg chg="add mod">
          <ac:chgData name="Sergio Molina" userId="20636364146_tp_box_2" providerId="OAuth2" clId="{44CDD4FA-DF07-4B69-BC01-0B2B69272B43}" dt="2026-07-21T22:03:35.959" v="1141" actId="14100"/>
          <ac:spMkLst>
            <pc:docMk/>
            <pc:sldMk cId="2759101984" sldId="1271"/>
            <ac:spMk id="8" creationId="{CE33A4B1-C718-FDA2-4F11-C59ECF92D2B8}"/>
          </ac:spMkLst>
        </pc:spChg>
        <pc:spChg chg="mod">
          <ac:chgData name="Sergio Molina" userId="20636364146_tp_box_2" providerId="OAuth2" clId="{44CDD4FA-DF07-4B69-BC01-0B2B69272B43}" dt="2026-07-21T22:05:14.332" v="1159" actId="113"/>
          <ac:spMkLst>
            <pc:docMk/>
            <pc:sldMk cId="2759101984" sldId="1271"/>
            <ac:spMk id="14" creationId="{F36E270E-A225-17CE-EF57-21CE7DE2D3C3}"/>
          </ac:spMkLst>
        </pc:spChg>
        <pc:spChg chg="del mod">
          <ac:chgData name="Sergio Molina" userId="20636364146_tp_box_2" providerId="OAuth2" clId="{44CDD4FA-DF07-4B69-BC01-0B2B69272B43}" dt="2026-07-21T22:02:17.537" v="1001" actId="478"/>
          <ac:spMkLst>
            <pc:docMk/>
            <pc:sldMk cId="2759101984" sldId="1271"/>
            <ac:spMk id="15" creationId="{1DAC4C35-C14F-1A46-50AF-7C8ACF170EBF}"/>
          </ac:spMkLst>
        </pc:spChg>
        <pc:spChg chg="add mod">
          <ac:chgData name="Sergio Molina" userId="20636364146_tp_box_2" providerId="OAuth2" clId="{44CDD4FA-DF07-4B69-BC01-0B2B69272B43}" dt="2026-07-21T22:05:22.147" v="1161" actId="108"/>
          <ac:spMkLst>
            <pc:docMk/>
            <pc:sldMk cId="2759101984" sldId="1271"/>
            <ac:spMk id="18" creationId="{F1E1AC71-D5CC-49ED-D87F-13C78C0BD3A7}"/>
          </ac:spMkLst>
        </pc:spChg>
        <pc:spChg chg="add mod">
          <ac:chgData name="Sergio Molina" userId="20636364146_tp_box_2" providerId="OAuth2" clId="{44CDD4FA-DF07-4B69-BC01-0B2B69272B43}" dt="2026-07-21T22:03:47.613" v="1142"/>
          <ac:spMkLst>
            <pc:docMk/>
            <pc:sldMk cId="2759101984" sldId="1271"/>
            <ac:spMk id="19" creationId="{D61091BB-B00E-5B07-286B-A11ADE7836B0}"/>
          </ac:spMkLst>
        </pc:spChg>
        <pc:picChg chg="del">
          <ac:chgData name="Sergio Molina" userId="20636364146_tp_box_2" providerId="OAuth2" clId="{44CDD4FA-DF07-4B69-BC01-0B2B69272B43}" dt="2026-07-21T21:45:45.852" v="664" actId="478"/>
          <ac:picMkLst>
            <pc:docMk/>
            <pc:sldMk cId="2759101984" sldId="1271"/>
            <ac:picMk id="6" creationId="{97945621-0901-9031-4D74-4E0E53BD7B65}"/>
          </ac:picMkLst>
        </pc:picChg>
        <pc:picChg chg="add del mod ord">
          <ac:chgData name="Sergio Molina" userId="20636364146_tp_box_2" providerId="OAuth2" clId="{44CDD4FA-DF07-4B69-BC01-0B2B69272B43}" dt="2026-07-21T22:01:24.775" v="985" actId="478"/>
          <ac:picMkLst>
            <pc:docMk/>
            <pc:sldMk cId="2759101984" sldId="1271"/>
            <ac:picMk id="10" creationId="{27417377-2E3B-FD35-B7A1-48405B3B3D6E}"/>
          </ac:picMkLst>
        </pc:picChg>
        <pc:picChg chg="add del mod ord">
          <ac:chgData name="Sergio Molina" userId="20636364146_tp_box_2" providerId="OAuth2" clId="{44CDD4FA-DF07-4B69-BC01-0B2B69272B43}" dt="2026-07-21T22:02:01.176" v="991" actId="478"/>
          <ac:picMkLst>
            <pc:docMk/>
            <pc:sldMk cId="2759101984" sldId="1271"/>
            <ac:picMk id="12" creationId="{8C65B84F-A4AD-0DB7-5105-62AC6AFEA71E}"/>
          </ac:picMkLst>
        </pc:picChg>
        <pc:picChg chg="add mod ord">
          <ac:chgData name="Sergio Molina" userId="20636364146_tp_box_2" providerId="OAuth2" clId="{44CDD4FA-DF07-4B69-BC01-0B2B69272B43}" dt="2026-07-21T22:02:07.087" v="996" actId="1076"/>
          <ac:picMkLst>
            <pc:docMk/>
            <pc:sldMk cId="2759101984" sldId="1271"/>
            <ac:picMk id="16" creationId="{BEBA4B2D-0797-040B-9BC1-F93211A560A3}"/>
          </ac:picMkLst>
        </pc:picChg>
        <pc:picChg chg="del mod">
          <ac:chgData name="Sergio Molina" userId="20636364146_tp_box_2" providerId="OAuth2" clId="{44CDD4FA-DF07-4B69-BC01-0B2B69272B43}" dt="2026-07-21T21:54:42.118" v="971" actId="478"/>
          <ac:picMkLst>
            <pc:docMk/>
            <pc:sldMk cId="2759101984" sldId="1271"/>
            <ac:picMk id="17" creationId="{C8B6682F-C6CE-6440-A3AA-732D58BF54E8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817930555" sldId="1272"/>
        </pc:sldMkLst>
        <pc:spChg chg="del">
          <ac:chgData name="Sergio Molina" userId="20636364146_tp_box_2" providerId="OAuth2" clId="{44CDD4FA-DF07-4B69-BC01-0B2B69272B43}" dt="2026-07-21T22:05:37.174" v="1163" actId="478"/>
          <ac:spMkLst>
            <pc:docMk/>
            <pc:sldMk cId="817930555" sldId="1272"/>
            <ac:spMk id="2" creationId="{CE99A508-A438-2556-EE45-6783E245312A}"/>
          </ac:spMkLst>
        </pc:spChg>
        <pc:spChg chg="mod">
          <ac:chgData name="Sergio Molina" userId="20636364146_tp_box_2" providerId="OAuth2" clId="{44CDD4FA-DF07-4B69-BC01-0B2B69272B43}" dt="2026-07-21T22:06:20.333" v="1188" actId="20577"/>
          <ac:spMkLst>
            <pc:docMk/>
            <pc:sldMk cId="817930555" sldId="1272"/>
            <ac:spMk id="8" creationId="{BD2CB5AF-CA57-0899-FF36-7219292072E0}"/>
          </ac:spMkLst>
        </pc:spChg>
        <pc:spChg chg="add mod">
          <ac:chgData name="Sergio Molina" userId="20636364146_tp_box_2" providerId="OAuth2" clId="{44CDD4FA-DF07-4B69-BC01-0B2B69272B43}" dt="2026-07-21T22:06:01.226" v="1167" actId="1076"/>
          <ac:spMkLst>
            <pc:docMk/>
            <pc:sldMk cId="817930555" sldId="1272"/>
            <ac:spMk id="9" creationId="{97F544B7-F88A-3675-ECDB-88FDB8C902AA}"/>
          </ac:spMkLst>
        </pc:spChg>
        <pc:spChg chg="add mod">
          <ac:chgData name="Sergio Molina" userId="20636364146_tp_box_2" providerId="OAuth2" clId="{44CDD4FA-DF07-4B69-BC01-0B2B69272B43}" dt="2026-07-21T22:06:04.273" v="1168" actId="1076"/>
          <ac:spMkLst>
            <pc:docMk/>
            <pc:sldMk cId="817930555" sldId="1272"/>
            <ac:spMk id="10" creationId="{B8F0A307-7F04-A131-3CD0-7D6475B861D4}"/>
          </ac:spMkLst>
        </pc:spChg>
        <pc:spChg chg="add mod">
          <ac:chgData name="Sergio Molina" userId="20636364146_tp_box_2" providerId="OAuth2" clId="{44CDD4FA-DF07-4B69-BC01-0B2B69272B43}" dt="2026-07-21T22:06:06.961" v="1169" actId="1076"/>
          <ac:spMkLst>
            <pc:docMk/>
            <pc:sldMk cId="817930555" sldId="1272"/>
            <ac:spMk id="11" creationId="{21EB6689-2953-DFB4-BE38-040044FC13EE}"/>
          </ac:spMkLst>
        </pc:spChg>
        <pc:spChg chg="del">
          <ac:chgData name="Sergio Molina" userId="20636364146_tp_box_2" providerId="OAuth2" clId="{44CDD4FA-DF07-4B69-BC01-0B2B69272B43}" dt="2026-07-21T22:05:35.469" v="1162" actId="478"/>
          <ac:spMkLst>
            <pc:docMk/>
            <pc:sldMk cId="817930555" sldId="1272"/>
            <ac:spMk id="14" creationId="{5897AB8F-B402-9A79-9A1D-00CCC740E06F}"/>
          </ac:spMkLst>
        </pc:spChg>
        <pc:spChg chg="del">
          <ac:chgData name="Sergio Molina" userId="20636364146_tp_box_2" providerId="OAuth2" clId="{44CDD4FA-DF07-4B69-BC01-0B2B69272B43}" dt="2026-07-21T22:05:37.874" v="1164" actId="478"/>
          <ac:spMkLst>
            <pc:docMk/>
            <pc:sldMk cId="817930555" sldId="1272"/>
            <ac:spMk id="18" creationId="{ACCD5FF3-DDD8-4ECC-295D-D247220081E2}"/>
          </ac:spMkLst>
        </pc:spChg>
        <pc:picChg chg="add mod ord">
          <ac:chgData name="Sergio Molina" userId="20636364146_tp_box_2" providerId="OAuth2" clId="{44CDD4FA-DF07-4B69-BC01-0B2B69272B43}" dt="2026-07-21T22:04:13.235" v="1148" actId="1076"/>
          <ac:picMkLst>
            <pc:docMk/>
            <pc:sldMk cId="817930555" sldId="1272"/>
            <ac:picMk id="7" creationId="{270AB175-1C25-6A1D-957B-9AA2C524E6A4}"/>
          </ac:picMkLst>
        </pc:picChg>
        <pc:picChg chg="del">
          <ac:chgData name="Sergio Molina" userId="20636364146_tp_box_2" providerId="OAuth2" clId="{44CDD4FA-DF07-4B69-BC01-0B2B69272B43}" dt="2026-07-21T22:03:52.360" v="1144" actId="478"/>
          <ac:picMkLst>
            <pc:docMk/>
            <pc:sldMk cId="817930555" sldId="1272"/>
            <ac:picMk id="16" creationId="{D8173CEA-5C6E-405D-DEA2-779261C3EFC2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1343754842" sldId="1273"/>
        </pc:sldMkLst>
        <pc:spChg chg="del">
          <ac:chgData name="Sergio Molina" userId="20636364146_tp_box_2" providerId="OAuth2" clId="{44CDD4FA-DF07-4B69-BC01-0B2B69272B43}" dt="2026-07-21T22:06:30.468" v="1190" actId="478"/>
          <ac:spMkLst>
            <pc:docMk/>
            <pc:sldMk cId="1343754842" sldId="1273"/>
            <ac:spMk id="2" creationId="{85BD8917-15C4-25B1-9BB8-9A5680FD318B}"/>
          </ac:spMkLst>
        </pc:spChg>
        <pc:spChg chg="mod">
          <ac:chgData name="Sergio Molina" userId="20636364146_tp_box_2" providerId="OAuth2" clId="{44CDD4FA-DF07-4B69-BC01-0B2B69272B43}" dt="2026-07-21T22:09:37.638" v="1273" actId="1076"/>
          <ac:spMkLst>
            <pc:docMk/>
            <pc:sldMk cId="1343754842" sldId="1273"/>
            <ac:spMk id="8" creationId="{F9AAEFAC-976A-6E4E-A40B-3CD69B4ACA61}"/>
          </ac:spMkLst>
        </pc:spChg>
        <pc:spChg chg="add mod">
          <ac:chgData name="Sergio Molina" userId="20636364146_tp_box_2" providerId="OAuth2" clId="{44CDD4FA-DF07-4B69-BC01-0B2B69272B43}" dt="2026-07-21T22:06:35.170" v="1193" actId="1076"/>
          <ac:spMkLst>
            <pc:docMk/>
            <pc:sldMk cId="1343754842" sldId="1273"/>
            <ac:spMk id="10" creationId="{E0F85090-71C8-24D4-5182-74D36E16ED04}"/>
          </ac:spMkLst>
        </pc:spChg>
        <pc:spChg chg="add mod">
          <ac:chgData name="Sergio Molina" userId="20636364146_tp_box_2" providerId="OAuth2" clId="{44CDD4FA-DF07-4B69-BC01-0B2B69272B43}" dt="2026-07-21T22:06:38" v="1194" actId="1076"/>
          <ac:spMkLst>
            <pc:docMk/>
            <pc:sldMk cId="1343754842" sldId="1273"/>
            <ac:spMk id="11" creationId="{2E99B5D9-79F9-3046-5B5B-00B12201BD08}"/>
          </ac:spMkLst>
        </pc:spChg>
        <pc:spChg chg="add mod">
          <ac:chgData name="Sergio Molina" userId="20636364146_tp_box_2" providerId="OAuth2" clId="{44CDD4FA-DF07-4B69-BC01-0B2B69272B43}" dt="2026-07-21T22:06:40.625" v="1195" actId="1076"/>
          <ac:spMkLst>
            <pc:docMk/>
            <pc:sldMk cId="1343754842" sldId="1273"/>
            <ac:spMk id="12" creationId="{6B0FD9D7-D432-AC88-B24A-96789625CC00}"/>
          </ac:spMkLst>
        </pc:spChg>
        <pc:spChg chg="del">
          <ac:chgData name="Sergio Molina" userId="20636364146_tp_box_2" providerId="OAuth2" clId="{44CDD4FA-DF07-4B69-BC01-0B2B69272B43}" dt="2026-07-21T22:06:29.716" v="1189" actId="478"/>
          <ac:spMkLst>
            <pc:docMk/>
            <pc:sldMk cId="1343754842" sldId="1273"/>
            <ac:spMk id="14" creationId="{890155EB-70D5-2659-6377-969D7A207D8D}"/>
          </ac:spMkLst>
        </pc:spChg>
        <pc:spChg chg="del">
          <ac:chgData name="Sergio Molina" userId="20636364146_tp_box_2" providerId="OAuth2" clId="{44CDD4FA-DF07-4B69-BC01-0B2B69272B43}" dt="2026-07-21T22:06:31.380" v="1191" actId="478"/>
          <ac:spMkLst>
            <pc:docMk/>
            <pc:sldMk cId="1343754842" sldId="1273"/>
            <ac:spMk id="18" creationId="{8AFE1F01-1BCF-F45D-1EEC-8053C0B21774}"/>
          </ac:spMkLst>
        </pc:spChg>
        <pc:picChg chg="del">
          <ac:chgData name="Sergio Molina" userId="20636364146_tp_box_2" providerId="OAuth2" clId="{44CDD4FA-DF07-4B69-BC01-0B2B69272B43}" dt="2026-07-21T22:04:16.326" v="1150" actId="478"/>
          <ac:picMkLst>
            <pc:docMk/>
            <pc:sldMk cId="1343754842" sldId="1273"/>
            <ac:picMk id="7" creationId="{6878CBB3-8CEF-6160-009E-9663CACB8042}"/>
          </ac:picMkLst>
        </pc:picChg>
        <pc:picChg chg="add mod ord">
          <ac:chgData name="Sergio Molina" userId="20636364146_tp_box_2" providerId="OAuth2" clId="{44CDD4FA-DF07-4B69-BC01-0B2B69272B43}" dt="2026-07-21T22:04:50.543" v="1154" actId="1076"/>
          <ac:picMkLst>
            <pc:docMk/>
            <pc:sldMk cId="1343754842" sldId="1273"/>
            <ac:picMk id="9" creationId="{28FBD107-89D7-5B35-A72A-D22B7326BDB6}"/>
          </ac:picMkLst>
        </pc:picChg>
        <pc:picChg chg="add del">
          <ac:chgData name="Sergio Molina" userId="20636364146_tp_box_2" providerId="OAuth2" clId="{44CDD4FA-DF07-4B69-BC01-0B2B69272B43}" dt="2026-07-21T22:18:08.531" v="1451" actId="478"/>
          <ac:picMkLst>
            <pc:docMk/>
            <pc:sldMk cId="1343754842" sldId="1273"/>
            <ac:picMk id="15" creationId="{F88296E4-A069-6A56-2C07-8361907E9129}"/>
          </ac:picMkLst>
        </pc:picChg>
      </pc:sldChg>
      <pc:sldChg chg="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2610135815" sldId="1274"/>
        </pc:sldMkLst>
        <pc:spChg chg="mod">
          <ac:chgData name="Sergio Molina" userId="20636364146_tp_box_2" providerId="OAuth2" clId="{44CDD4FA-DF07-4B69-BC01-0B2B69272B43}" dt="2026-07-21T22:20:00.062" v="1591" actId="1076"/>
          <ac:spMkLst>
            <pc:docMk/>
            <pc:sldMk cId="2610135815" sldId="1274"/>
            <ac:spMk id="8" creationId="{F6FD8C21-D0CA-73F8-EB92-3F398E1733B3}"/>
          </ac:spMkLst>
        </pc:spChg>
        <pc:spChg chg="del mod">
          <ac:chgData name="Sergio Molina" userId="20636364146_tp_box_2" providerId="OAuth2" clId="{44CDD4FA-DF07-4B69-BC01-0B2B69272B43}" dt="2026-07-21T22:15:47.382" v="1287" actId="478"/>
          <ac:spMkLst>
            <pc:docMk/>
            <pc:sldMk cId="2610135815" sldId="1274"/>
            <ac:spMk id="10" creationId="{FE2CEAF5-5EE4-3FEF-2D0B-85F9FA1D6EFB}"/>
          </ac:spMkLst>
        </pc:spChg>
        <pc:spChg chg="del">
          <ac:chgData name="Sergio Molina" userId="20636364146_tp_box_2" providerId="OAuth2" clId="{44CDD4FA-DF07-4B69-BC01-0B2B69272B43}" dt="2026-07-21T22:15:45.517" v="1285" actId="478"/>
          <ac:spMkLst>
            <pc:docMk/>
            <pc:sldMk cId="2610135815" sldId="1274"/>
            <ac:spMk id="11" creationId="{36AE02CF-FECC-0A7C-3C15-A9056F3EAE74}"/>
          </ac:spMkLst>
        </pc:spChg>
        <pc:spChg chg="mod">
          <ac:chgData name="Sergio Molina" userId="20636364146_tp_box_2" providerId="OAuth2" clId="{44CDD4FA-DF07-4B69-BC01-0B2B69272B43}" dt="2026-07-21T22:16:59.361" v="1448" actId="1076"/>
          <ac:spMkLst>
            <pc:docMk/>
            <pc:sldMk cId="2610135815" sldId="1274"/>
            <ac:spMk id="12" creationId="{16D1FE3B-1943-8598-A2FD-6B502A6E18F4}"/>
          </ac:spMkLst>
        </pc:spChg>
        <pc:picChg chg="del">
          <ac:chgData name="Sergio Molina" userId="20636364146_tp_box_2" providerId="OAuth2" clId="{44CDD4FA-DF07-4B69-BC01-0B2B69272B43}" dt="2026-07-21T22:10:51.665" v="1277" actId="478"/>
          <ac:picMkLst>
            <pc:docMk/>
            <pc:sldMk cId="2610135815" sldId="1274"/>
            <ac:picMk id="9" creationId="{B78BC282-28F3-BC91-9151-27DAB86A4674}"/>
          </ac:picMkLst>
        </pc:picChg>
        <pc:picChg chg="mod ord">
          <ac:chgData name="Sergio Molina" userId="20636364146_tp_box_2" providerId="OAuth2" clId="{44CDD4FA-DF07-4B69-BC01-0B2B69272B43}" dt="2026-07-21T22:11:02.078" v="1283" actId="14100"/>
          <ac:picMkLst>
            <pc:docMk/>
            <pc:sldMk cId="2610135815" sldId="1274"/>
            <ac:picMk id="15" creationId="{1D3B1E2C-073A-528A-ABEC-39A56732A65D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4288931028" sldId="1275"/>
        </pc:sldMkLst>
        <pc:spChg chg="add mod">
          <ac:chgData name="Sergio Molina" userId="20636364146_tp_box_2" providerId="OAuth2" clId="{44CDD4FA-DF07-4B69-BC01-0B2B69272B43}" dt="2026-07-21T22:19:34.379" v="1583" actId="1076"/>
          <ac:spMkLst>
            <pc:docMk/>
            <pc:sldMk cId="4288931028" sldId="1275"/>
            <ac:spMk id="7" creationId="{88D4417B-D068-AF7A-7AB4-D5584AC71D0C}"/>
          </ac:spMkLst>
        </pc:spChg>
        <pc:spChg chg="del">
          <ac:chgData name="Sergio Molina" userId="20636364146_tp_box_2" providerId="OAuth2" clId="{44CDD4FA-DF07-4B69-BC01-0B2B69272B43}" dt="2026-07-21T22:18:15.068" v="1454" actId="478"/>
          <ac:spMkLst>
            <pc:docMk/>
            <pc:sldMk cId="4288931028" sldId="1275"/>
            <ac:spMk id="8" creationId="{F5B58028-A08A-7681-59F9-77DBCCF324C2}"/>
          </ac:spMkLst>
        </pc:spChg>
        <pc:spChg chg="add mod">
          <ac:chgData name="Sergio Molina" userId="20636364146_tp_box_2" providerId="OAuth2" clId="{44CDD4FA-DF07-4B69-BC01-0B2B69272B43}" dt="2026-07-21T22:19:45.131" v="1587" actId="1076"/>
          <ac:spMkLst>
            <pc:docMk/>
            <pc:sldMk cId="4288931028" sldId="1275"/>
            <ac:spMk id="9" creationId="{100C02FE-4CA6-B914-240E-B38AA79CA450}"/>
          </ac:spMkLst>
        </pc:spChg>
        <pc:spChg chg="del">
          <ac:chgData name="Sergio Molina" userId="20636364146_tp_box_2" providerId="OAuth2" clId="{44CDD4FA-DF07-4B69-BC01-0B2B69272B43}" dt="2026-07-21T22:18:15.878" v="1455" actId="478"/>
          <ac:spMkLst>
            <pc:docMk/>
            <pc:sldMk cId="4288931028" sldId="1275"/>
            <ac:spMk id="12" creationId="{E5558638-AB02-259C-93F6-C06DF4E6949F}"/>
          </ac:spMkLst>
        </pc:spChg>
        <pc:picChg chg="add mod ord">
          <ac:chgData name="Sergio Molina" userId="20636364146_tp_box_2" providerId="OAuth2" clId="{44CDD4FA-DF07-4B69-BC01-0B2B69272B43}" dt="2026-07-21T22:18:28.256" v="1460" actId="1076"/>
          <ac:picMkLst>
            <pc:docMk/>
            <pc:sldMk cId="4288931028" sldId="1275"/>
            <ac:picMk id="6" creationId="{D4B1C37C-5626-44C5-BE73-6561A18EF4B9}"/>
          </ac:picMkLst>
        </pc:picChg>
        <pc:picChg chg="add del">
          <ac:chgData name="Sergio Molina" userId="20636364146_tp_box_2" providerId="OAuth2" clId="{44CDD4FA-DF07-4B69-BC01-0B2B69272B43}" dt="2026-07-21T22:22:45.225" v="1593" actId="22"/>
          <ac:picMkLst>
            <pc:docMk/>
            <pc:sldMk cId="4288931028" sldId="1275"/>
            <ac:picMk id="11" creationId="{5FE8E102-1892-4313-B6F6-9BE6A80C7182}"/>
          </ac:picMkLst>
        </pc:picChg>
        <pc:picChg chg="add del mod">
          <ac:chgData name="Sergio Molina" userId="20636364146_tp_box_2" providerId="OAuth2" clId="{44CDD4FA-DF07-4B69-BC01-0B2B69272B43}" dt="2026-07-21T22:23:39.072" v="1735" actId="478"/>
          <ac:picMkLst>
            <pc:docMk/>
            <pc:sldMk cId="4288931028" sldId="1275"/>
            <ac:picMk id="13" creationId="{D0B200B7-FAB6-6222-0C96-AF31DA9AB947}"/>
          </ac:picMkLst>
        </pc:picChg>
        <pc:picChg chg="del">
          <ac:chgData name="Sergio Molina" userId="20636364146_tp_box_2" providerId="OAuth2" clId="{44CDD4FA-DF07-4B69-BC01-0B2B69272B43}" dt="2026-07-21T22:18:13.949" v="1453" actId="478"/>
          <ac:picMkLst>
            <pc:docMk/>
            <pc:sldMk cId="4288931028" sldId="1275"/>
            <ac:picMk id="15" creationId="{2FD8B779-9E11-24E6-BAD6-D3FA0380809E}"/>
          </ac:picMkLst>
        </pc:picChg>
      </pc:sldChg>
      <pc:sldChg chg="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21630315" sldId="1276"/>
        </pc:sldMkLst>
        <pc:spChg chg="mod">
          <ac:chgData name="Sergio Molina" userId="20636364146_tp_box_2" providerId="OAuth2" clId="{44CDD4FA-DF07-4B69-BC01-0B2B69272B43}" dt="2026-07-21T22:23:47.104" v="1738" actId="14100"/>
          <ac:spMkLst>
            <pc:docMk/>
            <pc:sldMk cId="21630315" sldId="1276"/>
            <ac:spMk id="7" creationId="{430D1A13-FC68-F90C-7195-73803BB541EB}"/>
          </ac:spMkLst>
        </pc:spChg>
        <pc:spChg chg="mod">
          <ac:chgData name="Sergio Molina" userId="20636364146_tp_box_2" providerId="OAuth2" clId="{44CDD4FA-DF07-4B69-BC01-0B2B69272B43}" dt="2026-07-21T22:23:43.821" v="1736" actId="1076"/>
          <ac:spMkLst>
            <pc:docMk/>
            <pc:sldMk cId="21630315" sldId="1276"/>
            <ac:spMk id="9" creationId="{C61CDB1C-CCDF-7CED-38D7-5353EC4006AD}"/>
          </ac:spMkLst>
        </pc:spChg>
        <pc:picChg chg="del">
          <ac:chgData name="Sergio Molina" userId="20636364146_tp_box_2" providerId="OAuth2" clId="{44CDD4FA-DF07-4B69-BC01-0B2B69272B43}" dt="2026-07-21T22:22:50.329" v="1597" actId="478"/>
          <ac:picMkLst>
            <pc:docMk/>
            <pc:sldMk cId="21630315" sldId="1276"/>
            <ac:picMk id="6" creationId="{BAEA6EA8-F7BB-D988-6957-8DE294C84702}"/>
          </ac:picMkLst>
        </pc:picChg>
        <pc:picChg chg="mod ord">
          <ac:chgData name="Sergio Molina" userId="20636364146_tp_box_2" providerId="OAuth2" clId="{44CDD4FA-DF07-4B69-BC01-0B2B69272B43}" dt="2026-07-21T22:22:55.454" v="1602" actId="1076"/>
          <ac:picMkLst>
            <pc:docMk/>
            <pc:sldMk cId="21630315" sldId="1276"/>
            <ac:picMk id="13" creationId="{E4C6F8D2-692F-FBAF-3E32-10332BE4DC8A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4099683217" sldId="1277"/>
        </pc:sldMkLst>
        <pc:spChg chg="mod">
          <ac:chgData name="Sergio Molina" userId="20636364146_tp_box_2" providerId="OAuth2" clId="{44CDD4FA-DF07-4B69-BC01-0B2B69272B43}" dt="2026-07-21T22:27:34.599" v="1932" actId="20577"/>
          <ac:spMkLst>
            <pc:docMk/>
            <pc:sldMk cId="4099683217" sldId="1277"/>
            <ac:spMk id="7" creationId="{29191201-9C61-B305-B816-64B6C1976198}"/>
          </ac:spMkLst>
        </pc:spChg>
        <pc:spChg chg="mod">
          <ac:chgData name="Sergio Molina" userId="20636364146_tp_box_2" providerId="OAuth2" clId="{44CDD4FA-DF07-4B69-BC01-0B2B69272B43}" dt="2026-07-21T22:25:18.616" v="1747" actId="20577"/>
          <ac:spMkLst>
            <pc:docMk/>
            <pc:sldMk cId="4099683217" sldId="1277"/>
            <ac:spMk id="9" creationId="{92F314F1-235E-EEB3-0595-B691F63984EA}"/>
          </ac:spMkLst>
        </pc:spChg>
        <pc:picChg chg="add mod ord">
          <ac:chgData name="Sergio Molina" userId="20636364146_tp_box_2" providerId="OAuth2" clId="{44CDD4FA-DF07-4B69-BC01-0B2B69272B43}" dt="2026-07-21T22:25:05.976" v="1745" actId="1076"/>
          <ac:picMkLst>
            <pc:docMk/>
            <pc:sldMk cId="4099683217" sldId="1277"/>
            <ac:picMk id="6" creationId="{FE826C96-4369-85C4-6761-28426516EB20}"/>
          </ac:picMkLst>
        </pc:picChg>
        <pc:picChg chg="del">
          <ac:chgData name="Sergio Molina" userId="20636364146_tp_box_2" providerId="OAuth2" clId="{44CDD4FA-DF07-4B69-BC01-0B2B69272B43}" dt="2026-07-21T22:23:52.730" v="1740" actId="478"/>
          <ac:picMkLst>
            <pc:docMk/>
            <pc:sldMk cId="4099683217" sldId="1277"/>
            <ac:picMk id="13" creationId="{A25E0526-F151-06A6-1262-82D2D680BB63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4059197215" sldId="1278"/>
        </pc:sldMkLst>
        <pc:spChg chg="mod">
          <ac:chgData name="Sergio Molina" userId="20636364146_tp_box_2" providerId="OAuth2" clId="{44CDD4FA-DF07-4B69-BC01-0B2B69272B43}" dt="2026-07-21T22:31:01.181" v="2219" actId="20577"/>
          <ac:spMkLst>
            <pc:docMk/>
            <pc:sldMk cId="4059197215" sldId="1278"/>
            <ac:spMk id="4" creationId="{C205908F-CC4D-25CF-9089-5E2CD56554C1}"/>
          </ac:spMkLst>
        </pc:spChg>
        <pc:spChg chg="mod">
          <ac:chgData name="Sergio Molina" userId="20636364146_tp_box_2" providerId="OAuth2" clId="{44CDD4FA-DF07-4B69-BC01-0B2B69272B43}" dt="2026-07-21T22:29:00.558" v="2035" actId="20577"/>
          <ac:spMkLst>
            <pc:docMk/>
            <pc:sldMk cId="4059197215" sldId="1278"/>
            <ac:spMk id="7" creationId="{DFC86880-8B46-BFAB-29C5-9BCC48C23B46}"/>
          </ac:spMkLst>
        </pc:spChg>
        <pc:spChg chg="mod">
          <ac:chgData name="Sergio Molina" userId="20636364146_tp_box_2" providerId="OAuth2" clId="{44CDD4FA-DF07-4B69-BC01-0B2B69272B43}" dt="2026-07-21T22:28:57.110" v="2032" actId="20577"/>
          <ac:spMkLst>
            <pc:docMk/>
            <pc:sldMk cId="4059197215" sldId="1278"/>
            <ac:spMk id="9" creationId="{E02A950B-0357-CB11-54D3-02FA4776D25B}"/>
          </ac:spMkLst>
        </pc:spChg>
        <pc:picChg chg="del">
          <ac:chgData name="Sergio Molina" userId="20636364146_tp_box_2" providerId="OAuth2" clId="{44CDD4FA-DF07-4B69-BC01-0B2B69272B43}" dt="2026-07-21T22:27:38.878" v="1933" actId="478"/>
          <ac:picMkLst>
            <pc:docMk/>
            <pc:sldMk cId="4059197215" sldId="1278"/>
            <ac:picMk id="6" creationId="{BF8ADB84-E97C-CD39-5E94-E8DD5D62ACBA}"/>
          </ac:picMkLst>
        </pc:picChg>
        <pc:picChg chg="add mod ord">
          <ac:chgData name="Sergio Molina" userId="20636364146_tp_box_2" providerId="OAuth2" clId="{44CDD4FA-DF07-4B69-BC01-0B2B69272B43}" dt="2026-07-21T22:28:05.662" v="1937" actId="1076"/>
          <ac:picMkLst>
            <pc:docMk/>
            <pc:sldMk cId="4059197215" sldId="1278"/>
            <ac:picMk id="8" creationId="{F51BC126-5D77-7D4E-CA81-8533B3559A38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460797491" sldId="1279"/>
        </pc:sldMkLst>
        <pc:spChg chg="mod">
          <ac:chgData name="Sergio Molina" userId="20636364146_tp_box_2" providerId="OAuth2" clId="{44CDD4FA-DF07-4B69-BC01-0B2B69272B43}" dt="2026-07-21T22:30:04.332" v="2184" actId="20577"/>
          <ac:spMkLst>
            <pc:docMk/>
            <pc:sldMk cId="460797491" sldId="1279"/>
            <ac:spMk id="7" creationId="{B1ED932D-86DC-49C5-E1A2-A594C9D9C159}"/>
          </ac:spMkLst>
        </pc:spChg>
        <pc:spChg chg="mod">
          <ac:chgData name="Sergio Molina" userId="20636364146_tp_box_2" providerId="OAuth2" clId="{44CDD4FA-DF07-4B69-BC01-0B2B69272B43}" dt="2026-07-21T22:29:18.918" v="2039" actId="20577"/>
          <ac:spMkLst>
            <pc:docMk/>
            <pc:sldMk cId="460797491" sldId="1279"/>
            <ac:spMk id="9" creationId="{0E4EB0AA-1D38-9BB8-373C-2984E5451C82}"/>
          </ac:spMkLst>
        </pc:spChg>
        <pc:picChg chg="add mod ord">
          <ac:chgData name="Sergio Molina" userId="20636364146_tp_box_2" providerId="OAuth2" clId="{44CDD4FA-DF07-4B69-BC01-0B2B69272B43}" dt="2026-07-21T22:29:36.165" v="2045" actId="1076"/>
          <ac:picMkLst>
            <pc:docMk/>
            <pc:sldMk cId="460797491" sldId="1279"/>
            <ac:picMk id="6" creationId="{8F258271-5966-54C7-F8BA-66093CD1A8EF}"/>
          </ac:picMkLst>
        </pc:picChg>
        <pc:picChg chg="del">
          <ac:chgData name="Sergio Molina" userId="20636364146_tp_box_2" providerId="OAuth2" clId="{44CDD4FA-DF07-4B69-BC01-0B2B69272B43}" dt="2026-07-21T22:29:17.191" v="2037" actId="478"/>
          <ac:picMkLst>
            <pc:docMk/>
            <pc:sldMk cId="460797491" sldId="1279"/>
            <ac:picMk id="8" creationId="{191CDD86-EFCC-5651-F2E9-E6FFA2E70967}"/>
          </ac:picMkLst>
        </pc:picChg>
      </pc:sldChg>
      <pc:sldChg chg="addSp delSp modSp add del mod ord">
        <pc:chgData name="Sergio Molina" userId="20636364146_tp_box_2" providerId="OAuth2" clId="{44CDD4FA-DF07-4B69-BC01-0B2B69272B43}" dt="2026-07-22T00:22:31.910" v="5258" actId="47"/>
        <pc:sldMkLst>
          <pc:docMk/>
          <pc:sldMk cId="3379277784" sldId="1280"/>
        </pc:sldMkLst>
        <pc:spChg chg="mod">
          <ac:chgData name="Sergio Molina" userId="20636364146_tp_box_2" providerId="OAuth2" clId="{44CDD4FA-DF07-4B69-BC01-0B2B69272B43}" dt="2026-07-21T22:32:20.868" v="2241" actId="20577"/>
          <ac:spMkLst>
            <pc:docMk/>
            <pc:sldMk cId="3379277784" sldId="1280"/>
            <ac:spMk id="7" creationId="{882C3D79-AA32-5683-EA52-F163FB951187}"/>
          </ac:spMkLst>
        </pc:spChg>
        <pc:picChg chg="add mod ord">
          <ac:chgData name="Sergio Molina" userId="20636364146_tp_box_2" providerId="OAuth2" clId="{44CDD4FA-DF07-4B69-BC01-0B2B69272B43}" dt="2026-07-21T22:31:45.938" v="2227" actId="1076"/>
          <ac:picMkLst>
            <pc:docMk/>
            <pc:sldMk cId="3379277784" sldId="1280"/>
            <ac:picMk id="6" creationId="{203B1EC1-41A4-1A14-D2F4-741683956C7E}"/>
          </ac:picMkLst>
        </pc:picChg>
        <pc:picChg chg="del">
          <ac:chgData name="Sergio Molina" userId="20636364146_tp_box_2" providerId="OAuth2" clId="{44CDD4FA-DF07-4B69-BC01-0B2B69272B43}" dt="2026-07-21T22:31:09.836" v="2223" actId="478"/>
          <ac:picMkLst>
            <pc:docMk/>
            <pc:sldMk cId="3379277784" sldId="1280"/>
            <ac:picMk id="8" creationId="{2DB035F5-E861-BE7D-75CD-943796BF1BF5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2848382265" sldId="1281"/>
        </pc:sldMkLst>
        <pc:spChg chg="mod">
          <ac:chgData name="Sergio Molina" userId="20636364146_tp_box_2" providerId="OAuth2" clId="{44CDD4FA-DF07-4B69-BC01-0B2B69272B43}" dt="2026-07-21T22:32:59.941" v="2276" actId="20577"/>
          <ac:spMkLst>
            <pc:docMk/>
            <pc:sldMk cId="2848382265" sldId="1281"/>
            <ac:spMk id="4" creationId="{723B4C99-8687-5DB2-F6F7-5EF486F91AC2}"/>
          </ac:spMkLst>
        </pc:spChg>
        <pc:spChg chg="mod">
          <ac:chgData name="Sergio Molina" userId="20636364146_tp_box_2" providerId="OAuth2" clId="{44CDD4FA-DF07-4B69-BC01-0B2B69272B43}" dt="2026-07-21T22:33:45.428" v="2359" actId="20577"/>
          <ac:spMkLst>
            <pc:docMk/>
            <pc:sldMk cId="2848382265" sldId="1281"/>
            <ac:spMk id="7" creationId="{230034D2-947E-8ED4-ABA5-665F9624472E}"/>
          </ac:spMkLst>
        </pc:spChg>
        <pc:spChg chg="mod">
          <ac:chgData name="Sergio Molina" userId="20636364146_tp_box_2" providerId="OAuth2" clId="{44CDD4FA-DF07-4B69-BC01-0B2B69272B43}" dt="2026-07-21T22:33:27.983" v="2283" actId="1076"/>
          <ac:spMkLst>
            <pc:docMk/>
            <pc:sldMk cId="2848382265" sldId="1281"/>
            <ac:spMk id="9" creationId="{5EC75B82-4845-CCB0-0CD7-9D08F384D6A9}"/>
          </ac:spMkLst>
        </pc:spChg>
        <pc:picChg chg="del">
          <ac:chgData name="Sergio Molina" userId="20636364146_tp_box_2" providerId="OAuth2" clId="{44CDD4FA-DF07-4B69-BC01-0B2B69272B43}" dt="2026-07-21T22:33:02.174" v="2277" actId="478"/>
          <ac:picMkLst>
            <pc:docMk/>
            <pc:sldMk cId="2848382265" sldId="1281"/>
            <ac:picMk id="6" creationId="{E9843106-B535-5ECE-B568-663121555967}"/>
          </ac:picMkLst>
        </pc:picChg>
        <pc:picChg chg="add mod ord">
          <ac:chgData name="Sergio Molina" userId="20636364146_tp_box_2" providerId="OAuth2" clId="{44CDD4FA-DF07-4B69-BC01-0B2B69272B43}" dt="2026-07-21T22:33:24.524" v="2282" actId="14100"/>
          <ac:picMkLst>
            <pc:docMk/>
            <pc:sldMk cId="2848382265" sldId="1281"/>
            <ac:picMk id="8" creationId="{0A90E9F0-43D4-750F-BEBA-E6DD72790783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875520713" sldId="1282"/>
        </pc:sldMkLst>
        <pc:spChg chg="mod">
          <ac:chgData name="Sergio Molina" userId="20636364146_tp_box_2" providerId="OAuth2" clId="{44CDD4FA-DF07-4B69-BC01-0B2B69272B43}" dt="2026-07-21T22:34:44.779" v="2449" actId="20577"/>
          <ac:spMkLst>
            <pc:docMk/>
            <pc:sldMk cId="875520713" sldId="1282"/>
            <ac:spMk id="4" creationId="{FF6BE423-25BE-EECC-9706-6F9FFA2A492C}"/>
          </ac:spMkLst>
        </pc:spChg>
        <pc:spChg chg="mod">
          <ac:chgData name="Sergio Molina" userId="20636364146_tp_box_2" providerId="OAuth2" clId="{44CDD4FA-DF07-4B69-BC01-0B2B69272B43}" dt="2026-07-21T22:36:21.423" v="2548" actId="1076"/>
          <ac:spMkLst>
            <pc:docMk/>
            <pc:sldMk cId="875520713" sldId="1282"/>
            <ac:spMk id="7" creationId="{AF916DA2-4176-5470-7C37-2259518C5245}"/>
          </ac:spMkLst>
        </pc:spChg>
        <pc:spChg chg="mod">
          <ac:chgData name="Sergio Molina" userId="20636364146_tp_box_2" providerId="OAuth2" clId="{44CDD4FA-DF07-4B69-BC01-0B2B69272B43}" dt="2026-07-21T22:36:25.106" v="2549" actId="1076"/>
          <ac:spMkLst>
            <pc:docMk/>
            <pc:sldMk cId="875520713" sldId="1282"/>
            <ac:spMk id="9" creationId="{3E1FE15D-E9E6-A866-0746-CF8302F84271}"/>
          </ac:spMkLst>
        </pc:spChg>
        <pc:picChg chg="add mod ord">
          <ac:chgData name="Sergio Molina" userId="20636364146_tp_box_2" providerId="OAuth2" clId="{44CDD4FA-DF07-4B69-BC01-0B2B69272B43}" dt="2026-07-21T22:36:17.510" v="2545" actId="1076"/>
          <ac:picMkLst>
            <pc:docMk/>
            <pc:sldMk cId="875520713" sldId="1282"/>
            <ac:picMk id="6" creationId="{28694868-3EA2-1004-8FE2-2A711AF8F56B}"/>
          </ac:picMkLst>
        </pc:picChg>
        <pc:picChg chg="del">
          <ac:chgData name="Sergio Molina" userId="20636364146_tp_box_2" providerId="OAuth2" clId="{44CDD4FA-DF07-4B69-BC01-0B2B69272B43}" dt="2026-07-21T22:34:47.042" v="2450" actId="478"/>
          <ac:picMkLst>
            <pc:docMk/>
            <pc:sldMk cId="875520713" sldId="1282"/>
            <ac:picMk id="8" creationId="{93CE0941-A2BD-FAE7-3618-CFAAE27B1A28}"/>
          </ac:picMkLst>
        </pc:picChg>
        <pc:picChg chg="add mod ord">
          <ac:chgData name="Sergio Molina" userId="20636364146_tp_box_2" providerId="OAuth2" clId="{44CDD4FA-DF07-4B69-BC01-0B2B69272B43}" dt="2026-07-21T22:36:19.522" v="2546" actId="1076"/>
          <ac:picMkLst>
            <pc:docMk/>
            <pc:sldMk cId="875520713" sldId="1282"/>
            <ac:picMk id="11" creationId="{9E5ECD91-3712-B823-76A1-789AC38CC5FD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4146817153" sldId="1283"/>
        </pc:sldMkLst>
        <pc:spChg chg="mod">
          <ac:chgData name="Sergio Molina" userId="20636364146_tp_box_2" providerId="OAuth2" clId="{44CDD4FA-DF07-4B69-BC01-0B2B69272B43}" dt="2026-07-21T22:37:19.618" v="2585" actId="20577"/>
          <ac:spMkLst>
            <pc:docMk/>
            <pc:sldMk cId="4146817153" sldId="1283"/>
            <ac:spMk id="4" creationId="{823FB1CD-9E14-674E-E8C3-AC407D86EA02}"/>
          </ac:spMkLst>
        </pc:spChg>
        <pc:spChg chg="mod">
          <ac:chgData name="Sergio Molina" userId="20636364146_tp_box_2" providerId="OAuth2" clId="{44CDD4FA-DF07-4B69-BC01-0B2B69272B43}" dt="2026-07-21T22:38:30.953" v="2661" actId="20577"/>
          <ac:spMkLst>
            <pc:docMk/>
            <pc:sldMk cId="4146817153" sldId="1283"/>
            <ac:spMk id="7" creationId="{F5F34A74-E1AE-D0BF-9004-B4014B72B2C1}"/>
          </ac:spMkLst>
        </pc:spChg>
        <pc:spChg chg="mod">
          <ac:chgData name="Sergio Molina" userId="20636364146_tp_box_2" providerId="OAuth2" clId="{44CDD4FA-DF07-4B69-BC01-0B2B69272B43}" dt="2026-07-21T22:38:11.508" v="2596" actId="20577"/>
          <ac:spMkLst>
            <pc:docMk/>
            <pc:sldMk cId="4146817153" sldId="1283"/>
            <ac:spMk id="9" creationId="{B7E72940-733F-8B62-A76A-0C188D1BA1B7}"/>
          </ac:spMkLst>
        </pc:spChg>
        <pc:picChg chg="del">
          <ac:chgData name="Sergio Molina" userId="20636364146_tp_box_2" providerId="OAuth2" clId="{44CDD4FA-DF07-4B69-BC01-0B2B69272B43}" dt="2026-07-21T22:37:22.584" v="2587" actId="478"/>
          <ac:picMkLst>
            <pc:docMk/>
            <pc:sldMk cId="4146817153" sldId="1283"/>
            <ac:picMk id="6" creationId="{BB84EEA4-61E8-2BD4-5FDD-9CD1816AFC99}"/>
          </ac:picMkLst>
        </pc:picChg>
        <pc:picChg chg="add del mod">
          <ac:chgData name="Sergio Molina" userId="20636364146_tp_box_2" providerId="OAuth2" clId="{44CDD4FA-DF07-4B69-BC01-0B2B69272B43}" dt="2026-07-21T22:38:08.072" v="2594" actId="478"/>
          <ac:picMkLst>
            <pc:docMk/>
            <pc:sldMk cId="4146817153" sldId="1283"/>
            <ac:picMk id="8" creationId="{E685CC92-C2EB-55BB-58E3-D95A24549901}"/>
          </ac:picMkLst>
        </pc:picChg>
        <pc:picChg chg="del">
          <ac:chgData name="Sergio Molina" userId="20636364146_tp_box_2" providerId="OAuth2" clId="{44CDD4FA-DF07-4B69-BC01-0B2B69272B43}" dt="2026-07-21T22:37:21.842" v="2586" actId="478"/>
          <ac:picMkLst>
            <pc:docMk/>
            <pc:sldMk cId="4146817153" sldId="1283"/>
            <ac:picMk id="11" creationId="{5390901F-396A-F717-0AA6-404AC3EB7DC5}"/>
          </ac:picMkLst>
        </pc:picChg>
        <pc:picChg chg="add mod ord">
          <ac:chgData name="Sergio Molina" userId="20636364146_tp_box_2" providerId="OAuth2" clId="{44CDD4FA-DF07-4B69-BC01-0B2B69272B43}" dt="2026-07-21T22:38:06.833" v="2593" actId="1076"/>
          <ac:picMkLst>
            <pc:docMk/>
            <pc:sldMk cId="4146817153" sldId="1283"/>
            <ac:picMk id="12" creationId="{F90F2ADF-A373-6485-EA1A-183796E69463}"/>
          </ac:picMkLst>
        </pc:picChg>
      </pc:sldChg>
      <pc:sldChg chg="modSp add del mod">
        <pc:chgData name="Sergio Molina" userId="20636364146_tp_box_2" providerId="OAuth2" clId="{44CDD4FA-DF07-4B69-BC01-0B2B69272B43}" dt="2026-07-22T00:22:31.910" v="5258" actId="47"/>
        <pc:sldMkLst>
          <pc:docMk/>
          <pc:sldMk cId="2325818688" sldId="1284"/>
        </pc:sldMkLst>
        <pc:spChg chg="mod">
          <ac:chgData name="Sergio Molina" userId="20636364146_tp_box_2" providerId="OAuth2" clId="{44CDD4FA-DF07-4B69-BC01-0B2B69272B43}" dt="2026-07-21T22:39:49.136" v="2691" actId="20577"/>
          <ac:spMkLst>
            <pc:docMk/>
            <pc:sldMk cId="2325818688" sldId="1284"/>
            <ac:spMk id="16" creationId="{29448CB7-54D2-143E-9929-3BA3D4460D89}"/>
          </ac:spMkLst>
        </pc:sp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4064836786" sldId="1285"/>
        </pc:sldMkLst>
        <pc:spChg chg="mod">
          <ac:chgData name="Sergio Molina" userId="20636364146_tp_box_2" providerId="OAuth2" clId="{44CDD4FA-DF07-4B69-BC01-0B2B69272B43}" dt="2026-07-21T22:41:27.695" v="2802" actId="1076"/>
          <ac:spMkLst>
            <pc:docMk/>
            <pc:sldMk cId="4064836786" sldId="1285"/>
            <ac:spMk id="7" creationId="{1E5B8066-4799-DDE0-4A0E-CE21B79BCA55}"/>
          </ac:spMkLst>
        </pc:spChg>
        <pc:spChg chg="mod">
          <ac:chgData name="Sergio Molina" userId="20636364146_tp_box_2" providerId="OAuth2" clId="{44CDD4FA-DF07-4B69-BC01-0B2B69272B43}" dt="2026-07-21T22:41:00.672" v="2700" actId="1076"/>
          <ac:spMkLst>
            <pc:docMk/>
            <pc:sldMk cId="4064836786" sldId="1285"/>
            <ac:spMk id="9" creationId="{6453E128-6E73-DCBB-66C2-AFFBEE948FDC}"/>
          </ac:spMkLst>
        </pc:spChg>
        <pc:picChg chg="add mod ord">
          <ac:chgData name="Sergio Molina" userId="20636364146_tp_box_2" providerId="OAuth2" clId="{44CDD4FA-DF07-4B69-BC01-0B2B69272B43}" dt="2026-07-21T22:40:55.174" v="2697" actId="1076"/>
          <ac:picMkLst>
            <pc:docMk/>
            <pc:sldMk cId="4064836786" sldId="1285"/>
            <ac:picMk id="6" creationId="{65C04C6B-909B-EF11-8F36-16015ED6C318}"/>
          </ac:picMkLst>
        </pc:picChg>
        <pc:picChg chg="del">
          <ac:chgData name="Sergio Molina" userId="20636364146_tp_box_2" providerId="OAuth2" clId="{44CDD4FA-DF07-4B69-BC01-0B2B69272B43}" dt="2026-07-21T22:39:54.921" v="2693" actId="478"/>
          <ac:picMkLst>
            <pc:docMk/>
            <pc:sldMk cId="4064836786" sldId="1285"/>
            <ac:picMk id="12" creationId="{C4D6415D-E5BB-F03D-660C-688873BE7DA5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3769872565" sldId="1286"/>
        </pc:sldMkLst>
        <pc:spChg chg="mod">
          <ac:chgData name="Sergio Molina" userId="20636364146_tp_box_2" providerId="OAuth2" clId="{44CDD4FA-DF07-4B69-BC01-0B2B69272B43}" dt="2026-07-21T22:42:47.844" v="2850" actId="14100"/>
          <ac:spMkLst>
            <pc:docMk/>
            <pc:sldMk cId="3769872565" sldId="1286"/>
            <ac:spMk id="7" creationId="{18998A00-E165-DC73-B918-776416B43032}"/>
          </ac:spMkLst>
        </pc:spChg>
        <pc:spChg chg="mod">
          <ac:chgData name="Sergio Molina" userId="20636364146_tp_box_2" providerId="OAuth2" clId="{44CDD4FA-DF07-4B69-BC01-0B2B69272B43}" dt="2026-07-21T22:42:28.686" v="2811" actId="20577"/>
          <ac:spMkLst>
            <pc:docMk/>
            <pc:sldMk cId="3769872565" sldId="1286"/>
            <ac:spMk id="9" creationId="{16B9CF2E-133D-95E7-FBB9-20A95996BDD8}"/>
          </ac:spMkLst>
        </pc:spChg>
        <pc:picChg chg="del">
          <ac:chgData name="Sergio Molina" userId="20636364146_tp_box_2" providerId="OAuth2" clId="{44CDD4FA-DF07-4B69-BC01-0B2B69272B43}" dt="2026-07-21T22:42:07.094" v="2804" actId="478"/>
          <ac:picMkLst>
            <pc:docMk/>
            <pc:sldMk cId="3769872565" sldId="1286"/>
            <ac:picMk id="6" creationId="{383B904D-36ED-C2F6-8FEC-FF854F8E2375}"/>
          </ac:picMkLst>
        </pc:picChg>
        <pc:picChg chg="add mod ord modCrop">
          <ac:chgData name="Sergio Molina" userId="20636364146_tp_box_2" providerId="OAuth2" clId="{44CDD4FA-DF07-4B69-BC01-0B2B69272B43}" dt="2026-07-21T22:42:14.875" v="2809" actId="1076"/>
          <ac:picMkLst>
            <pc:docMk/>
            <pc:sldMk cId="3769872565" sldId="1286"/>
            <ac:picMk id="8" creationId="{BF64347F-D59C-E2B3-DB9F-72245764F607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3323923613" sldId="1287"/>
        </pc:sldMkLst>
        <pc:spChg chg="mod">
          <ac:chgData name="Sergio Molina" userId="20636364146_tp_box_2" providerId="OAuth2" clId="{44CDD4FA-DF07-4B69-BC01-0B2B69272B43}" dt="2026-07-21T22:43:14.278" v="2880" actId="20577"/>
          <ac:spMkLst>
            <pc:docMk/>
            <pc:sldMk cId="3323923613" sldId="1287"/>
            <ac:spMk id="4" creationId="{BA86BBB2-03ED-F944-2D00-A6B6C9C31BDC}"/>
          </ac:spMkLst>
        </pc:spChg>
        <pc:spChg chg="mod">
          <ac:chgData name="Sergio Molina" userId="20636364146_tp_box_2" providerId="OAuth2" clId="{44CDD4FA-DF07-4B69-BC01-0B2B69272B43}" dt="2026-07-21T22:44:38.835" v="3098" actId="1076"/>
          <ac:spMkLst>
            <pc:docMk/>
            <pc:sldMk cId="3323923613" sldId="1287"/>
            <ac:spMk id="7" creationId="{6CFC3613-EF8F-556C-4F6B-80339F694763}"/>
          </ac:spMkLst>
        </pc:spChg>
        <pc:spChg chg="mod">
          <ac:chgData name="Sergio Molina" userId="20636364146_tp_box_2" providerId="OAuth2" clId="{44CDD4FA-DF07-4B69-BC01-0B2B69272B43}" dt="2026-07-21T22:43:53.789" v="2888" actId="1076"/>
          <ac:spMkLst>
            <pc:docMk/>
            <pc:sldMk cId="3323923613" sldId="1287"/>
            <ac:spMk id="9" creationId="{F4862D3D-3833-BF53-9C24-D61AF10ACD58}"/>
          </ac:spMkLst>
        </pc:spChg>
        <pc:picChg chg="add mod ord">
          <ac:chgData name="Sergio Molina" userId="20636364146_tp_box_2" providerId="OAuth2" clId="{44CDD4FA-DF07-4B69-BC01-0B2B69272B43}" dt="2026-07-21T22:43:47.070" v="2885" actId="1076"/>
          <ac:picMkLst>
            <pc:docMk/>
            <pc:sldMk cId="3323923613" sldId="1287"/>
            <ac:picMk id="6" creationId="{5C87584F-A52F-137E-91B6-AE1CBAB88ACA}"/>
          </ac:picMkLst>
        </pc:picChg>
        <pc:picChg chg="del">
          <ac:chgData name="Sergio Molina" userId="20636364146_tp_box_2" providerId="OAuth2" clId="{44CDD4FA-DF07-4B69-BC01-0B2B69272B43}" dt="2026-07-21T22:43:16.645" v="2881" actId="478"/>
          <ac:picMkLst>
            <pc:docMk/>
            <pc:sldMk cId="3323923613" sldId="1287"/>
            <ac:picMk id="12" creationId="{3DDEC454-8300-CDD6-9D14-D3E628DFE21F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3171862717" sldId="1288"/>
        </pc:sldMkLst>
        <pc:spChg chg="mod">
          <ac:chgData name="Sergio Molina" userId="20636364146_tp_box_2" providerId="OAuth2" clId="{44CDD4FA-DF07-4B69-BC01-0B2B69272B43}" dt="2026-07-21T22:45:34.326" v="3138" actId="20577"/>
          <ac:spMkLst>
            <pc:docMk/>
            <pc:sldMk cId="3171862717" sldId="1288"/>
            <ac:spMk id="4" creationId="{C603C608-6DF9-2677-54DD-341111F0327F}"/>
          </ac:spMkLst>
        </pc:spChg>
        <pc:spChg chg="mod">
          <ac:chgData name="Sergio Molina" userId="20636364146_tp_box_2" providerId="OAuth2" clId="{44CDD4FA-DF07-4B69-BC01-0B2B69272B43}" dt="2026-07-21T22:46:14.861" v="3215" actId="20577"/>
          <ac:spMkLst>
            <pc:docMk/>
            <pc:sldMk cId="3171862717" sldId="1288"/>
            <ac:spMk id="7" creationId="{8CC6FB43-6EF0-088E-2EFA-FF15A6B9FF0F}"/>
          </ac:spMkLst>
        </pc:spChg>
        <pc:spChg chg="mod">
          <ac:chgData name="Sergio Molina" userId="20636364146_tp_box_2" providerId="OAuth2" clId="{44CDD4FA-DF07-4B69-BC01-0B2B69272B43}" dt="2026-07-21T22:45:57.300" v="3145" actId="20577"/>
          <ac:spMkLst>
            <pc:docMk/>
            <pc:sldMk cId="3171862717" sldId="1288"/>
            <ac:spMk id="9" creationId="{3D423040-74FF-26A5-54D0-42910B08DC94}"/>
          </ac:spMkLst>
        </pc:spChg>
        <pc:picChg chg="del">
          <ac:chgData name="Sergio Molina" userId="20636364146_tp_box_2" providerId="OAuth2" clId="{44CDD4FA-DF07-4B69-BC01-0B2B69272B43}" dt="2026-07-21T22:45:48.388" v="3139" actId="478"/>
          <ac:picMkLst>
            <pc:docMk/>
            <pc:sldMk cId="3171862717" sldId="1288"/>
            <ac:picMk id="6" creationId="{C6E22F67-D716-FC90-E6E6-125E748962D7}"/>
          </ac:picMkLst>
        </pc:picChg>
        <pc:picChg chg="add mod ord">
          <ac:chgData name="Sergio Molina" userId="20636364146_tp_box_2" providerId="OAuth2" clId="{44CDD4FA-DF07-4B69-BC01-0B2B69272B43}" dt="2026-07-21T22:45:52.625" v="3143" actId="1076"/>
          <ac:picMkLst>
            <pc:docMk/>
            <pc:sldMk cId="3171862717" sldId="1288"/>
            <ac:picMk id="8" creationId="{41791B84-373A-9FCB-93CF-8C87E712E136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4128497571" sldId="1289"/>
        </pc:sldMkLst>
        <pc:spChg chg="mod">
          <ac:chgData name="Sergio Molina" userId="20636364146_tp_box_2" providerId="OAuth2" clId="{44CDD4FA-DF07-4B69-BC01-0B2B69272B43}" dt="2026-07-21T22:47:52.412" v="3368" actId="20577"/>
          <ac:spMkLst>
            <pc:docMk/>
            <pc:sldMk cId="4128497571" sldId="1289"/>
            <ac:spMk id="7" creationId="{3F5045F9-1A70-C5B1-1589-6884EB17B26D}"/>
          </ac:spMkLst>
        </pc:spChg>
        <pc:spChg chg="mod">
          <ac:chgData name="Sergio Molina" userId="20636364146_tp_box_2" providerId="OAuth2" clId="{44CDD4FA-DF07-4B69-BC01-0B2B69272B43}" dt="2026-07-21T22:47:08.575" v="3224" actId="1076"/>
          <ac:spMkLst>
            <pc:docMk/>
            <pc:sldMk cId="4128497571" sldId="1289"/>
            <ac:spMk id="9" creationId="{6349C269-0852-0064-4B02-3A08BF8C05BC}"/>
          </ac:spMkLst>
        </pc:spChg>
        <pc:spChg chg="add mod">
          <ac:chgData name="Sergio Molina" userId="20636364146_tp_box_2" providerId="OAuth2" clId="{44CDD4FA-DF07-4B69-BC01-0B2B69272B43}" dt="2026-07-21T22:47:13.436" v="3228" actId="20577"/>
          <ac:spMkLst>
            <pc:docMk/>
            <pc:sldMk cId="4128497571" sldId="1289"/>
            <ac:spMk id="10" creationId="{618B29BF-1B1F-585D-3C34-6BC781C0E091}"/>
          </ac:spMkLst>
        </pc:spChg>
        <pc:picChg chg="add mod ord">
          <ac:chgData name="Sergio Molina" userId="20636364146_tp_box_2" providerId="OAuth2" clId="{44CDD4FA-DF07-4B69-BC01-0B2B69272B43}" dt="2026-07-21T22:46:58.916" v="3221" actId="1076"/>
          <ac:picMkLst>
            <pc:docMk/>
            <pc:sldMk cId="4128497571" sldId="1289"/>
            <ac:picMk id="6" creationId="{F0FBDC39-0AD4-847E-A0E7-E270C64DF551}"/>
          </ac:picMkLst>
        </pc:picChg>
        <pc:picChg chg="del">
          <ac:chgData name="Sergio Molina" userId="20636364146_tp_box_2" providerId="OAuth2" clId="{44CDD4FA-DF07-4B69-BC01-0B2B69272B43}" dt="2026-07-21T22:46:19.308" v="3217" actId="478"/>
          <ac:picMkLst>
            <pc:docMk/>
            <pc:sldMk cId="4128497571" sldId="1289"/>
            <ac:picMk id="8" creationId="{EF2D5740-0CE1-6AA7-7732-7CECA1E4C82B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2019806628" sldId="1290"/>
        </pc:sldMkLst>
        <pc:spChg chg="mod">
          <ac:chgData name="Sergio Molina" userId="20636364146_tp_box_2" providerId="OAuth2" clId="{44CDD4FA-DF07-4B69-BC01-0B2B69272B43}" dt="2026-07-21T22:48:50.214" v="3445" actId="20577"/>
          <ac:spMkLst>
            <pc:docMk/>
            <pc:sldMk cId="2019806628" sldId="1290"/>
            <ac:spMk id="7" creationId="{93A30268-9249-C510-7C36-0A8E68D16D0F}"/>
          </ac:spMkLst>
        </pc:spChg>
        <pc:spChg chg="del">
          <ac:chgData name="Sergio Molina" userId="20636364146_tp_box_2" providerId="OAuth2" clId="{44CDD4FA-DF07-4B69-BC01-0B2B69272B43}" dt="2026-07-21T22:48:06.267" v="3371" actId="478"/>
          <ac:spMkLst>
            <pc:docMk/>
            <pc:sldMk cId="2019806628" sldId="1290"/>
            <ac:spMk id="9" creationId="{30AA90A6-50E8-CFE2-6E98-34F3901605C7}"/>
          </ac:spMkLst>
        </pc:spChg>
        <pc:spChg chg="mod">
          <ac:chgData name="Sergio Molina" userId="20636364146_tp_box_2" providerId="OAuth2" clId="{44CDD4FA-DF07-4B69-BC01-0B2B69272B43}" dt="2026-07-21T22:48:32.099" v="3377" actId="20577"/>
          <ac:spMkLst>
            <pc:docMk/>
            <pc:sldMk cId="2019806628" sldId="1290"/>
            <ac:spMk id="10" creationId="{89F6774B-A81D-D113-C2A8-41737DDA5462}"/>
          </ac:spMkLst>
        </pc:spChg>
        <pc:spChg chg="add del">
          <ac:chgData name="Sergio Molina" userId="20636364146_tp_box_2" providerId="OAuth2" clId="{44CDD4FA-DF07-4B69-BC01-0B2B69272B43}" dt="2026-07-21T22:57:04.667" v="3447" actId="22"/>
          <ac:spMkLst>
            <pc:docMk/>
            <pc:sldMk cId="2019806628" sldId="1290"/>
            <ac:spMk id="12" creationId="{3438DF66-AB59-F237-9F87-8A76B1443959}"/>
          </ac:spMkLst>
        </pc:spChg>
        <pc:picChg chg="del">
          <ac:chgData name="Sergio Molina" userId="20636364146_tp_box_2" providerId="OAuth2" clId="{44CDD4FA-DF07-4B69-BC01-0B2B69272B43}" dt="2026-07-21T22:48:04.907" v="3370" actId="478"/>
          <ac:picMkLst>
            <pc:docMk/>
            <pc:sldMk cId="2019806628" sldId="1290"/>
            <ac:picMk id="6" creationId="{62B2857F-01DC-A999-9235-269ECB98BD60}"/>
          </ac:picMkLst>
        </pc:picChg>
        <pc:picChg chg="add mod ord">
          <ac:chgData name="Sergio Molina" userId="20636364146_tp_box_2" providerId="OAuth2" clId="{44CDD4FA-DF07-4B69-BC01-0B2B69272B43}" dt="2026-07-21T22:48:27.048" v="3375" actId="1076"/>
          <ac:picMkLst>
            <pc:docMk/>
            <pc:sldMk cId="2019806628" sldId="1290"/>
            <ac:picMk id="8" creationId="{2811F031-BC5D-DC3F-6706-1CAF3DC559C2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3735950755" sldId="1291"/>
        </pc:sldMkLst>
        <pc:spChg chg="mod">
          <ac:chgData name="Sergio Molina" userId="20636364146_tp_box_2" providerId="OAuth2" clId="{44CDD4FA-DF07-4B69-BC01-0B2B69272B43}" dt="2026-07-21T23:00:19.821" v="3817" actId="1076"/>
          <ac:spMkLst>
            <pc:docMk/>
            <pc:sldMk cId="3735950755" sldId="1291"/>
            <ac:spMk id="7" creationId="{3AEEB61A-B650-E096-17CB-8D53D8FF4644}"/>
          </ac:spMkLst>
        </pc:spChg>
        <pc:spChg chg="del">
          <ac:chgData name="Sergio Molina" userId="20636364146_tp_box_2" providerId="OAuth2" clId="{44CDD4FA-DF07-4B69-BC01-0B2B69272B43}" dt="2026-07-21T23:00:22.326" v="3818" actId="478"/>
          <ac:spMkLst>
            <pc:docMk/>
            <pc:sldMk cId="3735950755" sldId="1291"/>
            <ac:spMk id="10" creationId="{8572FBEC-2BA3-E7A4-B9D6-3C88CD99586C}"/>
          </ac:spMkLst>
        </pc:spChg>
        <pc:picChg chg="add mod">
          <ac:chgData name="Sergio Molina" userId="20636364146_tp_box_2" providerId="OAuth2" clId="{44CDD4FA-DF07-4B69-BC01-0B2B69272B43}" dt="2026-07-21T22:58:31.626" v="3460" actId="1076"/>
          <ac:picMkLst>
            <pc:docMk/>
            <pc:sldMk cId="3735950755" sldId="1291"/>
            <ac:picMk id="6" creationId="{D7392D82-AB8C-45A7-914D-4971AB031894}"/>
          </ac:picMkLst>
        </pc:picChg>
        <pc:picChg chg="del">
          <ac:chgData name="Sergio Molina" userId="20636364146_tp_box_2" providerId="OAuth2" clId="{44CDD4FA-DF07-4B69-BC01-0B2B69272B43}" dt="2026-07-21T22:57:08.527" v="3449" actId="478"/>
          <ac:picMkLst>
            <pc:docMk/>
            <pc:sldMk cId="3735950755" sldId="1291"/>
            <ac:picMk id="8" creationId="{F2220E61-8D42-BCDE-6E44-97DEFD79BD75}"/>
          </ac:picMkLst>
        </pc:picChg>
        <pc:picChg chg="add mod ord">
          <ac:chgData name="Sergio Molina" userId="20636364146_tp_box_2" providerId="OAuth2" clId="{44CDD4FA-DF07-4B69-BC01-0B2B69272B43}" dt="2026-07-21T22:58:56.846" v="3464" actId="1076"/>
          <ac:picMkLst>
            <pc:docMk/>
            <pc:sldMk cId="3735950755" sldId="1291"/>
            <ac:picMk id="11" creationId="{C3BF62DE-87A6-1EF3-A640-76D18B627A16}"/>
          </ac:picMkLst>
        </pc:picChg>
        <pc:picChg chg="add del mod">
          <ac:chgData name="Sergio Molina" userId="20636364146_tp_box_2" providerId="OAuth2" clId="{44CDD4FA-DF07-4B69-BC01-0B2B69272B43}" dt="2026-07-21T22:58:54.158" v="3463" actId="478"/>
          <ac:picMkLst>
            <pc:docMk/>
            <pc:sldMk cId="3735950755" sldId="1291"/>
            <ac:picMk id="12" creationId="{FC23FCE9-9211-BD65-F241-DE61BF12ED43}"/>
          </ac:picMkLst>
        </pc:picChg>
      </pc:sldChg>
      <pc:sldChg chg="modSp add del mod">
        <pc:chgData name="Sergio Molina" userId="20636364146_tp_box_2" providerId="OAuth2" clId="{44CDD4FA-DF07-4B69-BC01-0B2B69272B43}" dt="2026-07-22T00:22:31.910" v="5258" actId="47"/>
        <pc:sldMkLst>
          <pc:docMk/>
          <pc:sldMk cId="2522266411" sldId="1292"/>
        </pc:sldMkLst>
        <pc:spChg chg="mod">
          <ac:chgData name="Sergio Molina" userId="20636364146_tp_box_2" providerId="OAuth2" clId="{44CDD4FA-DF07-4B69-BC01-0B2B69272B43}" dt="2026-07-21T23:21:38.663" v="3893" actId="20577"/>
          <ac:spMkLst>
            <pc:docMk/>
            <pc:sldMk cId="2522266411" sldId="1292"/>
            <ac:spMk id="16" creationId="{89584331-DF54-8A33-0148-F7FEE025BC4A}"/>
          </ac:spMkLst>
        </pc:spChg>
        <pc:spChg chg="mod">
          <ac:chgData name="Sergio Molina" userId="20636364146_tp_box_2" providerId="OAuth2" clId="{44CDD4FA-DF07-4B69-BC01-0B2B69272B43}" dt="2026-07-21T23:21:50.871" v="3928" actId="20577"/>
          <ac:spMkLst>
            <pc:docMk/>
            <pc:sldMk cId="2522266411" sldId="1292"/>
            <ac:spMk id="17" creationId="{B6313F96-C955-9A86-238A-DEE3AC4CC86E}"/>
          </ac:spMkLst>
        </pc:sp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2387981801" sldId="1293"/>
        </pc:sldMkLst>
        <pc:spChg chg="mod">
          <ac:chgData name="Sergio Molina" userId="20636364146_tp_box_2" providerId="OAuth2" clId="{44CDD4FA-DF07-4B69-BC01-0B2B69272B43}" dt="2026-07-21T23:31:36.559" v="4203" actId="404"/>
          <ac:spMkLst>
            <pc:docMk/>
            <pc:sldMk cId="2387981801" sldId="1293"/>
            <ac:spMk id="4" creationId="{FCF676A3-7496-84C1-1DD8-C8C3CFA13EA4}"/>
          </ac:spMkLst>
        </pc:spChg>
        <pc:spChg chg="mod">
          <ac:chgData name="Sergio Molina" userId="20636364146_tp_box_2" providerId="OAuth2" clId="{44CDD4FA-DF07-4B69-BC01-0B2B69272B43}" dt="2026-07-21T23:26:58.340" v="4012" actId="14100"/>
          <ac:spMkLst>
            <pc:docMk/>
            <pc:sldMk cId="2387981801" sldId="1293"/>
            <ac:spMk id="7" creationId="{40E2F605-E39C-CBF1-CC95-FBBF20D80486}"/>
          </ac:spMkLst>
        </pc:spChg>
        <pc:spChg chg="mod">
          <ac:chgData name="Sergio Molina" userId="20636364146_tp_box_2" providerId="OAuth2" clId="{44CDD4FA-DF07-4B69-BC01-0B2B69272B43}" dt="2026-07-21T23:26:36.873" v="3940" actId="1076"/>
          <ac:spMkLst>
            <pc:docMk/>
            <pc:sldMk cId="2387981801" sldId="1293"/>
            <ac:spMk id="9" creationId="{4DCCDD53-17BA-C5A1-20C3-B4122E86E559}"/>
          </ac:spMkLst>
        </pc:spChg>
        <pc:picChg chg="add mod ord">
          <ac:chgData name="Sergio Molina" userId="20636364146_tp_box_2" providerId="OAuth2" clId="{44CDD4FA-DF07-4B69-BC01-0B2B69272B43}" dt="2026-07-21T23:26:32.657" v="3937" actId="1076"/>
          <ac:picMkLst>
            <pc:docMk/>
            <pc:sldMk cId="2387981801" sldId="1293"/>
            <ac:picMk id="6" creationId="{860AF8A4-6254-638F-C362-31437D266280}"/>
          </ac:picMkLst>
        </pc:picChg>
        <pc:picChg chg="del">
          <ac:chgData name="Sergio Molina" userId="20636364146_tp_box_2" providerId="OAuth2" clId="{44CDD4FA-DF07-4B69-BC01-0B2B69272B43}" dt="2026-07-21T23:25:46.237" v="3931" actId="478"/>
          <ac:picMkLst>
            <pc:docMk/>
            <pc:sldMk cId="2387981801" sldId="1293"/>
            <ac:picMk id="8" creationId="{ED50E7FA-FA16-8CE9-7636-2EF736B6C5B2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4015954435" sldId="1294"/>
        </pc:sldMkLst>
        <pc:spChg chg="mod">
          <ac:chgData name="Sergio Molina" userId="20636364146_tp_box_2" providerId="OAuth2" clId="{44CDD4FA-DF07-4B69-BC01-0B2B69272B43}" dt="2026-07-21T23:31:43.168" v="4205" actId="404"/>
          <ac:spMkLst>
            <pc:docMk/>
            <pc:sldMk cId="4015954435" sldId="1294"/>
            <ac:spMk id="4" creationId="{3C338BDC-0FCE-05EE-FD41-26DA61ACDC53}"/>
          </ac:spMkLst>
        </pc:spChg>
        <pc:spChg chg="mod">
          <ac:chgData name="Sergio Molina" userId="20636364146_tp_box_2" providerId="OAuth2" clId="{44CDD4FA-DF07-4B69-BC01-0B2B69272B43}" dt="2026-07-21T23:28:15.323" v="4062" actId="20577"/>
          <ac:spMkLst>
            <pc:docMk/>
            <pc:sldMk cId="4015954435" sldId="1294"/>
            <ac:spMk id="7" creationId="{2131D576-9F75-6AFB-A2EA-5B4E54F5DDCE}"/>
          </ac:spMkLst>
        </pc:spChg>
        <pc:spChg chg="mod">
          <ac:chgData name="Sergio Molina" userId="20636364146_tp_box_2" providerId="OAuth2" clId="{44CDD4FA-DF07-4B69-BC01-0B2B69272B43}" dt="2026-07-21T23:29:23.708" v="4072" actId="1076"/>
          <ac:spMkLst>
            <pc:docMk/>
            <pc:sldMk cId="4015954435" sldId="1294"/>
            <ac:spMk id="9" creationId="{36100F0E-DA6E-CB81-45A5-7F959FDDCBB1}"/>
          </ac:spMkLst>
        </pc:spChg>
        <pc:picChg chg="del">
          <ac:chgData name="Sergio Molina" userId="20636364146_tp_box_2" providerId="OAuth2" clId="{44CDD4FA-DF07-4B69-BC01-0B2B69272B43}" dt="2026-07-21T23:27:43.589" v="4014" actId="478"/>
          <ac:picMkLst>
            <pc:docMk/>
            <pc:sldMk cId="4015954435" sldId="1294"/>
            <ac:picMk id="6" creationId="{44107B2F-2C8D-E199-F2E2-A11022BEE2BA}"/>
          </ac:picMkLst>
        </pc:picChg>
        <pc:picChg chg="add mod ord">
          <ac:chgData name="Sergio Molina" userId="20636364146_tp_box_2" providerId="OAuth2" clId="{44CDD4FA-DF07-4B69-BC01-0B2B69272B43}" dt="2026-07-21T23:28:02.939" v="4018" actId="1076"/>
          <ac:picMkLst>
            <pc:docMk/>
            <pc:sldMk cId="4015954435" sldId="1294"/>
            <ac:picMk id="8" creationId="{66B24E1C-5B1A-1376-3C92-342365226EC7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1960795223" sldId="1295"/>
        </pc:sldMkLst>
        <pc:spChg chg="mod">
          <ac:chgData name="Sergio Molina" userId="20636364146_tp_box_2" providerId="OAuth2" clId="{44CDD4FA-DF07-4B69-BC01-0B2B69272B43}" dt="2026-07-21T23:31:29.989" v="4201" actId="404"/>
          <ac:spMkLst>
            <pc:docMk/>
            <pc:sldMk cId="1960795223" sldId="1295"/>
            <ac:spMk id="4" creationId="{BCB111E9-B2E5-6CCF-11E1-2E3AF0F203D0}"/>
          </ac:spMkLst>
        </pc:spChg>
        <pc:spChg chg="mod">
          <ac:chgData name="Sergio Molina" userId="20636364146_tp_box_2" providerId="OAuth2" clId="{44CDD4FA-DF07-4B69-BC01-0B2B69272B43}" dt="2026-07-21T23:29:55.689" v="4187" actId="1076"/>
          <ac:spMkLst>
            <pc:docMk/>
            <pc:sldMk cId="1960795223" sldId="1295"/>
            <ac:spMk id="7" creationId="{E64C01A8-4489-22A0-A97F-D65CB538C97A}"/>
          </ac:spMkLst>
        </pc:spChg>
        <pc:spChg chg="mod">
          <ac:chgData name="Sergio Molina" userId="20636364146_tp_box_2" providerId="OAuth2" clId="{44CDD4FA-DF07-4B69-BC01-0B2B69272B43}" dt="2026-07-21T23:29:29.363" v="4075" actId="1076"/>
          <ac:spMkLst>
            <pc:docMk/>
            <pc:sldMk cId="1960795223" sldId="1295"/>
            <ac:spMk id="9" creationId="{B59A5587-6E43-F8E9-9583-E76EE00416BE}"/>
          </ac:spMkLst>
        </pc:spChg>
        <pc:picChg chg="add mod ord">
          <ac:chgData name="Sergio Molina" userId="20636364146_tp_box_2" providerId="OAuth2" clId="{44CDD4FA-DF07-4B69-BC01-0B2B69272B43}" dt="2026-07-21T23:31:49.095" v="4206" actId="1076"/>
          <ac:picMkLst>
            <pc:docMk/>
            <pc:sldMk cId="1960795223" sldId="1295"/>
            <ac:picMk id="6" creationId="{362197D2-1138-4AE1-219E-2B6D4319A8CA}"/>
          </ac:picMkLst>
        </pc:picChg>
        <pc:picChg chg="del">
          <ac:chgData name="Sergio Molina" userId="20636364146_tp_box_2" providerId="OAuth2" clId="{44CDD4FA-DF07-4B69-BC01-0B2B69272B43}" dt="2026-07-21T23:28:45.653" v="4064" actId="478"/>
          <ac:picMkLst>
            <pc:docMk/>
            <pc:sldMk cId="1960795223" sldId="1295"/>
            <ac:picMk id="8" creationId="{52F2BE71-2041-F1AE-63BB-F853A0819446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2999953864" sldId="1296"/>
        </pc:sldMkLst>
        <pc:spChg chg="mod">
          <ac:chgData name="Sergio Molina" userId="20636364146_tp_box_2" providerId="OAuth2" clId="{44CDD4FA-DF07-4B69-BC01-0B2B69272B43}" dt="2026-07-21T23:31:22.300" v="4199" actId="404"/>
          <ac:spMkLst>
            <pc:docMk/>
            <pc:sldMk cId="2999953864" sldId="1296"/>
            <ac:spMk id="4" creationId="{3E748A35-B353-02F9-3538-1AB979022322}"/>
          </ac:spMkLst>
        </pc:spChg>
        <pc:spChg chg="mod">
          <ac:chgData name="Sergio Molina" userId="20636364146_tp_box_2" providerId="OAuth2" clId="{44CDD4FA-DF07-4B69-BC01-0B2B69272B43}" dt="2026-07-21T23:32:18.347" v="4262" actId="20577"/>
          <ac:spMkLst>
            <pc:docMk/>
            <pc:sldMk cId="2999953864" sldId="1296"/>
            <ac:spMk id="7" creationId="{A85C01D4-C5C7-5D5B-83B2-0035135D29AB}"/>
          </ac:spMkLst>
        </pc:spChg>
        <pc:spChg chg="mod">
          <ac:chgData name="Sergio Molina" userId="20636364146_tp_box_2" providerId="OAuth2" clId="{44CDD4FA-DF07-4B69-BC01-0B2B69272B43}" dt="2026-07-21T23:32:16.438" v="4260" actId="1076"/>
          <ac:spMkLst>
            <pc:docMk/>
            <pc:sldMk cId="2999953864" sldId="1296"/>
            <ac:spMk id="9" creationId="{433AE207-6D58-0A8B-96F5-B2A05C9D7A92}"/>
          </ac:spMkLst>
        </pc:spChg>
        <pc:picChg chg="del">
          <ac:chgData name="Sergio Molina" userId="20636364146_tp_box_2" providerId="OAuth2" clId="{44CDD4FA-DF07-4B69-BC01-0B2B69272B43}" dt="2026-07-21T23:30:52.459" v="4189" actId="478"/>
          <ac:picMkLst>
            <pc:docMk/>
            <pc:sldMk cId="2999953864" sldId="1296"/>
            <ac:picMk id="6" creationId="{810CEA70-70C2-416B-9B19-BC33739B3F6B}"/>
          </ac:picMkLst>
        </pc:picChg>
        <pc:picChg chg="add mod ord">
          <ac:chgData name="Sergio Molina" userId="20636364146_tp_box_2" providerId="OAuth2" clId="{44CDD4FA-DF07-4B69-BC01-0B2B69272B43}" dt="2026-07-21T23:31:51.111" v="4207" actId="1076"/>
          <ac:picMkLst>
            <pc:docMk/>
            <pc:sldMk cId="2999953864" sldId="1296"/>
            <ac:picMk id="8" creationId="{27F18D4C-80AA-0173-6732-D8696DBEE3F1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107979527" sldId="1297"/>
        </pc:sldMkLst>
        <pc:spChg chg="mod">
          <ac:chgData name="Sergio Molina" userId="20636364146_tp_box_2" providerId="OAuth2" clId="{44CDD4FA-DF07-4B69-BC01-0B2B69272B43}" dt="2026-07-21T23:35:10.257" v="4357" actId="20577"/>
          <ac:spMkLst>
            <pc:docMk/>
            <pc:sldMk cId="107979527" sldId="1297"/>
            <ac:spMk id="7" creationId="{6579133A-1089-E25F-38BF-A1248EC47F31}"/>
          </ac:spMkLst>
        </pc:spChg>
        <pc:spChg chg="mod">
          <ac:chgData name="Sergio Molina" userId="20636364146_tp_box_2" providerId="OAuth2" clId="{44CDD4FA-DF07-4B69-BC01-0B2B69272B43}" dt="2026-07-21T23:35:20.303" v="4367" actId="20577"/>
          <ac:spMkLst>
            <pc:docMk/>
            <pc:sldMk cId="107979527" sldId="1297"/>
            <ac:spMk id="9" creationId="{3FF59FFF-12B2-4BC6-204C-9D450CBE6AB1}"/>
          </ac:spMkLst>
        </pc:spChg>
        <pc:spChg chg="add mod">
          <ac:chgData name="Sergio Molina" userId="20636364146_tp_box_2" providerId="OAuth2" clId="{44CDD4FA-DF07-4B69-BC01-0B2B69272B43}" dt="2026-07-21T23:35:18.447" v="4365" actId="1036"/>
          <ac:spMkLst>
            <pc:docMk/>
            <pc:sldMk cId="107979527" sldId="1297"/>
            <ac:spMk id="10" creationId="{945C678D-8419-1B94-9B2A-0B76B2231FA7}"/>
          </ac:spMkLst>
        </pc:spChg>
        <pc:picChg chg="add mod ord">
          <ac:chgData name="Sergio Molina" userId="20636364146_tp_box_2" providerId="OAuth2" clId="{44CDD4FA-DF07-4B69-BC01-0B2B69272B43}" dt="2026-07-21T23:34:29.499" v="4268" actId="1076"/>
          <ac:picMkLst>
            <pc:docMk/>
            <pc:sldMk cId="107979527" sldId="1297"/>
            <ac:picMk id="6" creationId="{F35341F0-ED14-FEC4-933A-AC822F707642}"/>
          </ac:picMkLst>
        </pc:picChg>
        <pc:picChg chg="del">
          <ac:chgData name="Sergio Molina" userId="20636364146_tp_box_2" providerId="OAuth2" clId="{44CDD4FA-DF07-4B69-BC01-0B2B69272B43}" dt="2026-07-21T23:34:24.649" v="4264" actId="478"/>
          <ac:picMkLst>
            <pc:docMk/>
            <pc:sldMk cId="107979527" sldId="1297"/>
            <ac:picMk id="8" creationId="{BBEB34C7-349B-4186-3FF5-40DBF2C9A598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983046211" sldId="1298"/>
        </pc:sldMkLst>
        <pc:spChg chg="mod">
          <ac:chgData name="Sergio Molina" userId="20636364146_tp_box_2" providerId="OAuth2" clId="{44CDD4FA-DF07-4B69-BC01-0B2B69272B43}" dt="2026-07-21T23:36:18.240" v="4451" actId="20577"/>
          <ac:spMkLst>
            <pc:docMk/>
            <pc:sldMk cId="983046211" sldId="1298"/>
            <ac:spMk id="7" creationId="{C13665E3-EC31-3F43-8B32-C10CDFDEFCF1}"/>
          </ac:spMkLst>
        </pc:spChg>
        <pc:spChg chg="mod">
          <ac:chgData name="Sergio Molina" userId="20636364146_tp_box_2" providerId="OAuth2" clId="{44CDD4FA-DF07-4B69-BC01-0B2B69272B43}" dt="2026-07-21T23:35:58.764" v="4377" actId="1076"/>
          <ac:spMkLst>
            <pc:docMk/>
            <pc:sldMk cId="983046211" sldId="1298"/>
            <ac:spMk id="9" creationId="{6293E243-007B-189F-BB40-B9451F241DAA}"/>
          </ac:spMkLst>
        </pc:spChg>
        <pc:spChg chg="del">
          <ac:chgData name="Sergio Molina" userId="20636364146_tp_box_2" providerId="OAuth2" clId="{44CDD4FA-DF07-4B69-BC01-0B2B69272B43}" dt="2026-07-21T23:35:55.970" v="4376" actId="478"/>
          <ac:spMkLst>
            <pc:docMk/>
            <pc:sldMk cId="983046211" sldId="1298"/>
            <ac:spMk id="10" creationId="{36715077-600A-81EA-D6CE-CDE4B10A94ED}"/>
          </ac:spMkLst>
        </pc:spChg>
        <pc:picChg chg="del">
          <ac:chgData name="Sergio Molina" userId="20636364146_tp_box_2" providerId="OAuth2" clId="{44CDD4FA-DF07-4B69-BC01-0B2B69272B43}" dt="2026-07-21T23:35:32.205" v="4369" actId="478"/>
          <ac:picMkLst>
            <pc:docMk/>
            <pc:sldMk cId="983046211" sldId="1298"/>
            <ac:picMk id="6" creationId="{2AC560B1-B761-BEBD-14CB-812583076F79}"/>
          </ac:picMkLst>
        </pc:picChg>
        <pc:picChg chg="add mod ord">
          <ac:chgData name="Sergio Molina" userId="20636364146_tp_box_2" providerId="OAuth2" clId="{44CDD4FA-DF07-4B69-BC01-0B2B69272B43}" dt="2026-07-21T23:35:51.086" v="4373" actId="1076"/>
          <ac:picMkLst>
            <pc:docMk/>
            <pc:sldMk cId="983046211" sldId="1298"/>
            <ac:picMk id="8" creationId="{5A58D2FD-43BC-70D3-E00B-C8078CF7C8D9}"/>
          </ac:picMkLst>
        </pc:picChg>
        <pc:picChg chg="add">
          <ac:chgData name="Sergio Molina" userId="20636364146_tp_box_2" providerId="OAuth2" clId="{44CDD4FA-DF07-4B69-BC01-0B2B69272B43}" dt="2026-07-21T23:41:54.211" v="4483" actId="22"/>
          <ac:picMkLst>
            <pc:docMk/>
            <pc:sldMk cId="983046211" sldId="1298"/>
            <ac:picMk id="12" creationId="{3C653C45-694F-71C5-48E6-855A01514DE6}"/>
          </ac:picMkLst>
        </pc:picChg>
      </pc:sldChg>
      <pc:sldChg chg="modSp add del mod">
        <pc:chgData name="Sergio Molina" userId="20636364146_tp_box_2" providerId="OAuth2" clId="{44CDD4FA-DF07-4B69-BC01-0B2B69272B43}" dt="2026-07-22T00:22:31.910" v="5258" actId="47"/>
        <pc:sldMkLst>
          <pc:docMk/>
          <pc:sldMk cId="3506634986" sldId="1299"/>
        </pc:sldMkLst>
        <pc:spChg chg="mod">
          <ac:chgData name="Sergio Molina" userId="20636364146_tp_box_2" providerId="OAuth2" clId="{44CDD4FA-DF07-4B69-BC01-0B2B69272B43}" dt="2026-07-21T23:41:27.252" v="4480" actId="20577"/>
          <ac:spMkLst>
            <pc:docMk/>
            <pc:sldMk cId="3506634986" sldId="1299"/>
            <ac:spMk id="17" creationId="{43D32A86-0BCC-272D-9E63-C8A3E801EF20}"/>
          </ac:spMkLst>
        </pc:spChg>
      </pc:sldChg>
      <pc:sldChg chg="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34485554" sldId="1300"/>
        </pc:sldMkLst>
        <pc:spChg chg="mod">
          <ac:chgData name="Sergio Molina" userId="20636364146_tp_box_2" providerId="OAuth2" clId="{44CDD4FA-DF07-4B69-BC01-0B2B69272B43}" dt="2026-07-21T23:43:43.300" v="4591" actId="20577"/>
          <ac:spMkLst>
            <pc:docMk/>
            <pc:sldMk cId="34485554" sldId="1300"/>
            <ac:spMk id="4" creationId="{23E0762A-960C-057F-65E5-07167F8FF4DD}"/>
          </ac:spMkLst>
        </pc:spChg>
        <pc:spChg chg="mod">
          <ac:chgData name="Sergio Molina" userId="20636364146_tp_box_2" providerId="OAuth2" clId="{44CDD4FA-DF07-4B69-BC01-0B2B69272B43}" dt="2026-07-21T23:46:02.273" v="4705" actId="20577"/>
          <ac:spMkLst>
            <pc:docMk/>
            <pc:sldMk cId="34485554" sldId="1300"/>
            <ac:spMk id="7" creationId="{3A8B186A-8712-89EA-D4AB-77E347A9DB9E}"/>
          </ac:spMkLst>
        </pc:spChg>
        <pc:spChg chg="mod">
          <ac:chgData name="Sergio Molina" userId="20636364146_tp_box_2" providerId="OAuth2" clId="{44CDD4FA-DF07-4B69-BC01-0B2B69272B43}" dt="2026-07-22T00:04:33.254" v="4862" actId="20577"/>
          <ac:spMkLst>
            <pc:docMk/>
            <pc:sldMk cId="34485554" sldId="1300"/>
            <ac:spMk id="9" creationId="{CD4389A2-8C27-1029-EDB8-C5B92A3E7C82}"/>
          </ac:spMkLst>
        </pc:spChg>
        <pc:picChg chg="del">
          <ac:chgData name="Sergio Molina" userId="20636364146_tp_box_2" providerId="OAuth2" clId="{44CDD4FA-DF07-4B69-BC01-0B2B69272B43}" dt="2026-07-21T23:41:58.900" v="4486" actId="478"/>
          <ac:picMkLst>
            <pc:docMk/>
            <pc:sldMk cId="34485554" sldId="1300"/>
            <ac:picMk id="8" creationId="{357B57A5-AB98-6804-4436-3FD27DAFCCB5}"/>
          </ac:picMkLst>
        </pc:picChg>
        <pc:picChg chg="mod ord">
          <ac:chgData name="Sergio Molina" userId="20636364146_tp_box_2" providerId="OAuth2" clId="{44CDD4FA-DF07-4B69-BC01-0B2B69272B43}" dt="2026-07-21T23:42:05.528" v="4491" actId="1076"/>
          <ac:picMkLst>
            <pc:docMk/>
            <pc:sldMk cId="34485554" sldId="1300"/>
            <ac:picMk id="12" creationId="{BCD5BADA-65CE-E249-ECDD-9BF7E161A8F3}"/>
          </ac:picMkLst>
        </pc:picChg>
      </pc:sldChg>
      <pc:sldChg chg="add del">
        <pc:chgData name="Sergio Molina" userId="20636364146_tp_box_2" providerId="OAuth2" clId="{44CDD4FA-DF07-4B69-BC01-0B2B69272B43}" dt="2026-07-21T23:41:37.632" v="4482" actId="47"/>
        <pc:sldMkLst>
          <pc:docMk/>
          <pc:sldMk cId="1259685310" sldId="1300"/>
        </pc:sldMkLst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2235043558" sldId="1301"/>
        </pc:sldMkLst>
        <pc:spChg chg="mod">
          <ac:chgData name="Sergio Molina" userId="20636364146_tp_box_2" providerId="OAuth2" clId="{44CDD4FA-DF07-4B69-BC01-0B2B69272B43}" dt="2026-07-22T00:05:05.397" v="4949"/>
          <ac:spMkLst>
            <pc:docMk/>
            <pc:sldMk cId="2235043558" sldId="1301"/>
            <ac:spMk id="7" creationId="{3EEA4632-9ABC-E085-20F1-5049408F2876}"/>
          </ac:spMkLst>
        </pc:spChg>
        <pc:spChg chg="mod">
          <ac:chgData name="Sergio Molina" userId="20636364146_tp_box_2" providerId="OAuth2" clId="{44CDD4FA-DF07-4B69-BC01-0B2B69272B43}" dt="2026-07-22T00:04:37.919" v="4864" actId="20577"/>
          <ac:spMkLst>
            <pc:docMk/>
            <pc:sldMk cId="2235043558" sldId="1301"/>
            <ac:spMk id="9" creationId="{0913A1B5-76C6-A8EF-F6D8-DB9BC53FC4AC}"/>
          </ac:spMkLst>
        </pc:spChg>
        <pc:picChg chg="add mod ord">
          <ac:chgData name="Sergio Molina" userId="20636364146_tp_box_2" providerId="OAuth2" clId="{44CDD4FA-DF07-4B69-BC01-0B2B69272B43}" dt="2026-07-21T23:55:02.618" v="4838" actId="1076"/>
          <ac:picMkLst>
            <pc:docMk/>
            <pc:sldMk cId="2235043558" sldId="1301"/>
            <ac:picMk id="6" creationId="{FA77FD94-E22E-4957-EEC3-CE3073872EE1}"/>
          </ac:picMkLst>
        </pc:picChg>
        <pc:picChg chg="del">
          <ac:chgData name="Sergio Molina" userId="20636364146_tp_box_2" providerId="OAuth2" clId="{44CDD4FA-DF07-4B69-BC01-0B2B69272B43}" dt="2026-07-21T23:43:51.149" v="4593" actId="478"/>
          <ac:picMkLst>
            <pc:docMk/>
            <pc:sldMk cId="2235043558" sldId="1301"/>
            <ac:picMk id="12" creationId="{FB42580B-36DC-C8C5-2A4B-6A1F62BF0AC0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4053771749" sldId="1302"/>
        </pc:sldMkLst>
        <pc:spChg chg="mod">
          <ac:chgData name="Sergio Molina" userId="20636364146_tp_box_2" providerId="OAuth2" clId="{44CDD4FA-DF07-4B69-BC01-0B2B69272B43}" dt="2026-07-21T23:45:09.889" v="4595"/>
          <ac:spMkLst>
            <pc:docMk/>
            <pc:sldMk cId="4053771749" sldId="1302"/>
            <ac:spMk id="4" creationId="{49B8C843-98FE-90B0-A688-BD769C0443C9}"/>
          </ac:spMkLst>
        </pc:spChg>
        <pc:spChg chg="mod">
          <ac:chgData name="Sergio Molina" userId="20636364146_tp_box_2" providerId="OAuth2" clId="{44CDD4FA-DF07-4B69-BC01-0B2B69272B43}" dt="2026-07-21T23:45:53.459" v="4701" actId="20577"/>
          <ac:spMkLst>
            <pc:docMk/>
            <pc:sldMk cId="4053771749" sldId="1302"/>
            <ac:spMk id="7" creationId="{CDAE34FD-5DAB-4173-9F31-B93EF535A131}"/>
          </ac:spMkLst>
        </pc:spChg>
        <pc:spChg chg="mod">
          <ac:chgData name="Sergio Molina" userId="20636364146_tp_box_2" providerId="OAuth2" clId="{44CDD4FA-DF07-4B69-BC01-0B2B69272B43}" dt="2026-07-21T23:45:34.053" v="4602" actId="1076"/>
          <ac:spMkLst>
            <pc:docMk/>
            <pc:sldMk cId="4053771749" sldId="1302"/>
            <ac:spMk id="9" creationId="{248F1994-E59E-7E49-AC93-8CF02CA5403D}"/>
          </ac:spMkLst>
        </pc:spChg>
        <pc:picChg chg="add mod ord">
          <ac:chgData name="Sergio Molina" userId="20636364146_tp_box_2" providerId="OAuth2" clId="{44CDD4FA-DF07-4B69-BC01-0B2B69272B43}" dt="2026-07-21T23:45:31.484" v="4601" actId="14100"/>
          <ac:picMkLst>
            <pc:docMk/>
            <pc:sldMk cId="4053771749" sldId="1302"/>
            <ac:picMk id="6" creationId="{09449ACD-37F9-5E1C-5A0D-A2C7467D841E}"/>
          </ac:picMkLst>
        </pc:picChg>
        <pc:picChg chg="add del">
          <ac:chgData name="Sergio Molina" userId="20636364146_tp_box_2" providerId="OAuth2" clId="{44CDD4FA-DF07-4B69-BC01-0B2B69272B43}" dt="2026-07-21T23:48:17.960" v="4717" actId="478"/>
          <ac:picMkLst>
            <pc:docMk/>
            <pc:sldMk cId="4053771749" sldId="1302"/>
            <ac:picMk id="10" creationId="{26A122D3-0C22-BA0A-440B-1A1B3DA3002D}"/>
          </ac:picMkLst>
        </pc:picChg>
        <pc:picChg chg="del">
          <ac:chgData name="Sergio Molina" userId="20636364146_tp_box_2" providerId="OAuth2" clId="{44CDD4FA-DF07-4B69-BC01-0B2B69272B43}" dt="2026-07-21T23:45:26.617" v="4596" actId="478"/>
          <ac:picMkLst>
            <pc:docMk/>
            <pc:sldMk cId="4053771749" sldId="1302"/>
            <ac:picMk id="12" creationId="{6F007D8F-0EFB-0F2C-7948-F26E73A63069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1555576516" sldId="1303"/>
        </pc:sldMkLst>
        <pc:spChg chg="add mod">
          <ac:chgData name="Sergio Molina" userId="20636364146_tp_box_2" providerId="OAuth2" clId="{44CDD4FA-DF07-4B69-BC01-0B2B69272B43}" dt="2026-07-21T23:49:14.415" v="4725"/>
          <ac:spMkLst>
            <pc:docMk/>
            <pc:sldMk cId="1555576516" sldId="1303"/>
            <ac:spMk id="2" creationId="{0901A27F-8D2E-191A-ED5D-036171EC5A26}"/>
          </ac:spMkLst>
        </pc:spChg>
        <pc:spChg chg="mod">
          <ac:chgData name="Sergio Molina" userId="20636364146_tp_box_2" providerId="OAuth2" clId="{44CDD4FA-DF07-4B69-BC01-0B2B69272B43}" dt="2026-07-22T00:00:39.665" v="4855" actId="20577"/>
          <ac:spMkLst>
            <pc:docMk/>
            <pc:sldMk cId="1555576516" sldId="1303"/>
            <ac:spMk id="7" creationId="{3F886530-9314-E296-A1CD-56988143B211}"/>
          </ac:spMkLst>
        </pc:spChg>
        <pc:spChg chg="add mod">
          <ac:chgData name="Sergio Molina" userId="20636364146_tp_box_2" providerId="OAuth2" clId="{44CDD4FA-DF07-4B69-BC01-0B2B69272B43}" dt="2026-07-21T23:49:21.341" v="4728"/>
          <ac:spMkLst>
            <pc:docMk/>
            <pc:sldMk cId="1555576516" sldId="1303"/>
            <ac:spMk id="8" creationId="{9F5C9F92-DCF6-36A0-3C7D-7DDDCAA24E4C}"/>
          </ac:spMkLst>
        </pc:spChg>
        <pc:spChg chg="mod">
          <ac:chgData name="Sergio Molina" userId="20636364146_tp_box_2" providerId="OAuth2" clId="{44CDD4FA-DF07-4B69-BC01-0B2B69272B43}" dt="2026-07-21T23:48:34.487" v="4720" actId="1076"/>
          <ac:spMkLst>
            <pc:docMk/>
            <pc:sldMk cId="1555576516" sldId="1303"/>
            <ac:spMk id="9" creationId="{43335990-A418-8790-8D3D-A22B2E46B343}"/>
          </ac:spMkLst>
        </pc:spChg>
        <pc:spChg chg="add mod">
          <ac:chgData name="Sergio Molina" userId="20636364146_tp_box_2" providerId="OAuth2" clId="{44CDD4FA-DF07-4B69-BC01-0B2B69272B43}" dt="2026-07-21T23:49:29.711" v="4732" actId="27636"/>
          <ac:spMkLst>
            <pc:docMk/>
            <pc:sldMk cId="1555576516" sldId="1303"/>
            <ac:spMk id="11" creationId="{5703ED14-86A0-2938-CFB7-895578D3E60C}"/>
          </ac:spMkLst>
        </pc:spChg>
        <pc:picChg chg="del">
          <ac:chgData name="Sergio Molina" userId="20636364146_tp_box_2" providerId="OAuth2" clId="{44CDD4FA-DF07-4B69-BC01-0B2B69272B43}" dt="2026-07-21T23:48:07.047" v="4711" actId="478"/>
          <ac:picMkLst>
            <pc:docMk/>
            <pc:sldMk cId="1555576516" sldId="1303"/>
            <ac:picMk id="6" creationId="{F59B0ABC-4862-108E-D20B-4EE67AFE6391}"/>
          </ac:picMkLst>
        </pc:picChg>
        <pc:picChg chg="mod ord">
          <ac:chgData name="Sergio Molina" userId="20636364146_tp_box_2" providerId="OAuth2" clId="{44CDD4FA-DF07-4B69-BC01-0B2B69272B43}" dt="2026-07-21T23:48:15.282" v="4716" actId="1076"/>
          <ac:picMkLst>
            <pc:docMk/>
            <pc:sldMk cId="1555576516" sldId="1303"/>
            <ac:picMk id="10" creationId="{A10CA536-E50C-68E5-85A2-FCA5327204E4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3040372257" sldId="1304"/>
        </pc:sldMkLst>
        <pc:spChg chg="mod">
          <ac:chgData name="Sergio Molina" userId="20636364146_tp_box_2" providerId="OAuth2" clId="{44CDD4FA-DF07-4B69-BC01-0B2B69272B43}" dt="2026-07-21T23:53:00.591" v="4809" actId="20577"/>
          <ac:spMkLst>
            <pc:docMk/>
            <pc:sldMk cId="3040372257" sldId="1304"/>
            <ac:spMk id="4" creationId="{EFF66416-5F0B-914C-F031-B266DFC603A3}"/>
          </ac:spMkLst>
        </pc:spChg>
        <pc:spChg chg="mod">
          <ac:chgData name="Sergio Molina" userId="20636364146_tp_box_2" providerId="OAuth2" clId="{44CDD4FA-DF07-4B69-BC01-0B2B69272B43}" dt="2026-07-21T23:57:24.420" v="4843" actId="20577"/>
          <ac:spMkLst>
            <pc:docMk/>
            <pc:sldMk cId="3040372257" sldId="1304"/>
            <ac:spMk id="7" creationId="{D6CD11D6-80B7-8DD4-31FA-9555CF332A0F}"/>
          </ac:spMkLst>
        </pc:spChg>
        <pc:spChg chg="mod">
          <ac:chgData name="Sergio Molina" userId="20636364146_tp_box_2" providerId="OAuth2" clId="{44CDD4FA-DF07-4B69-BC01-0B2B69272B43}" dt="2026-07-21T23:53:32.789" v="4818" actId="1036"/>
          <ac:spMkLst>
            <pc:docMk/>
            <pc:sldMk cId="3040372257" sldId="1304"/>
            <ac:spMk id="9" creationId="{874674ED-BACC-E323-01EC-90173C0F85D5}"/>
          </ac:spMkLst>
        </pc:spChg>
        <pc:picChg chg="add del mod ord">
          <ac:chgData name="Sergio Molina" userId="20636364146_tp_box_2" providerId="OAuth2" clId="{44CDD4FA-DF07-4B69-BC01-0B2B69272B43}" dt="2026-07-22T00:04:08.474" v="4856" actId="478"/>
          <ac:picMkLst>
            <pc:docMk/>
            <pc:sldMk cId="3040372257" sldId="1304"/>
            <ac:picMk id="6" creationId="{80451B05-FB79-3C52-5836-60026AB4A194}"/>
          </ac:picMkLst>
        </pc:picChg>
        <pc:picChg chg="del">
          <ac:chgData name="Sergio Molina" userId="20636364146_tp_box_2" providerId="OAuth2" clId="{44CDD4FA-DF07-4B69-BC01-0B2B69272B43}" dt="2026-07-21T23:53:03.149" v="4810" actId="478"/>
          <ac:picMkLst>
            <pc:docMk/>
            <pc:sldMk cId="3040372257" sldId="1304"/>
            <ac:picMk id="10" creationId="{2586C7E1-E3C0-091C-57C9-A53FC8B269DB}"/>
          </ac:picMkLst>
        </pc:picChg>
        <pc:picChg chg="add mod ord">
          <ac:chgData name="Sergio Molina" userId="20636364146_tp_box_2" providerId="OAuth2" clId="{44CDD4FA-DF07-4B69-BC01-0B2B69272B43}" dt="2026-07-22T00:04:13.491" v="4860" actId="1076"/>
          <ac:picMkLst>
            <pc:docMk/>
            <pc:sldMk cId="3040372257" sldId="1304"/>
            <ac:picMk id="12" creationId="{0DE94D7C-6CA5-87BC-83CF-ED8C59A218F3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469589607" sldId="1305"/>
        </pc:sldMkLst>
        <pc:spChg chg="mod">
          <ac:chgData name="Sergio Molina" userId="20636364146_tp_box_2" providerId="OAuth2" clId="{44CDD4FA-DF07-4B69-BC01-0B2B69272B43}" dt="2026-07-22T00:07:28.238" v="5024" actId="20577"/>
          <ac:spMkLst>
            <pc:docMk/>
            <pc:sldMk cId="469589607" sldId="1305"/>
            <ac:spMk id="7" creationId="{0DDCF519-B6F5-2FD4-C796-62654E4E41FD}"/>
          </ac:spMkLst>
        </pc:spChg>
        <pc:spChg chg="mod">
          <ac:chgData name="Sergio Molina" userId="20636364146_tp_box_2" providerId="OAuth2" clId="{44CDD4FA-DF07-4B69-BC01-0B2B69272B43}" dt="2026-07-22T00:06:56.988" v="4962" actId="1076"/>
          <ac:spMkLst>
            <pc:docMk/>
            <pc:sldMk cId="469589607" sldId="1305"/>
            <ac:spMk id="9" creationId="{8B2756E4-4D91-0C12-5A9D-BCB8694535BF}"/>
          </ac:spMkLst>
        </pc:spChg>
        <pc:picChg chg="del">
          <ac:chgData name="Sergio Molina" userId="20636364146_tp_box_2" providerId="OAuth2" clId="{44CDD4FA-DF07-4B69-BC01-0B2B69272B43}" dt="2026-07-21T23:55:14.110" v="4841" actId="478"/>
          <ac:picMkLst>
            <pc:docMk/>
            <pc:sldMk cId="469589607" sldId="1305"/>
            <ac:picMk id="6" creationId="{EA5AFD05-9DDD-54A8-3E09-A0EA572A0313}"/>
          </ac:picMkLst>
        </pc:picChg>
        <pc:picChg chg="add mod ord">
          <ac:chgData name="Sergio Molina" userId="20636364146_tp_box_2" providerId="OAuth2" clId="{44CDD4FA-DF07-4B69-BC01-0B2B69272B43}" dt="2026-07-22T00:06:10.909" v="4953" actId="1076"/>
          <ac:picMkLst>
            <pc:docMk/>
            <pc:sldMk cId="469589607" sldId="1305"/>
            <ac:picMk id="8" creationId="{F36EEAB7-5C32-4CA5-FE4E-356464D3F57E}"/>
          </ac:picMkLst>
        </pc:picChg>
      </pc:sldChg>
      <pc:sldChg chg="addSp delSp modSp add del mod">
        <pc:chgData name="Sergio Molina" userId="20636364146_tp_box_2" providerId="OAuth2" clId="{44CDD4FA-DF07-4B69-BC01-0B2B69272B43}" dt="2026-07-22T00:22:31.910" v="5258" actId="47"/>
        <pc:sldMkLst>
          <pc:docMk/>
          <pc:sldMk cId="703112013" sldId="1306"/>
        </pc:sldMkLst>
        <pc:spChg chg="mod">
          <ac:chgData name="Sergio Molina" userId="20636364146_tp_box_2" providerId="OAuth2" clId="{44CDD4FA-DF07-4B69-BC01-0B2B69272B43}" dt="2026-07-22T00:07:17.796" v="5000" actId="20577"/>
          <ac:spMkLst>
            <pc:docMk/>
            <pc:sldMk cId="703112013" sldId="1306"/>
            <ac:spMk id="7" creationId="{EF824A7C-CE58-A4F6-9D0C-B7CA046AF438}"/>
          </ac:spMkLst>
        </pc:spChg>
        <pc:spChg chg="mod">
          <ac:chgData name="Sergio Molina" userId="20636364146_tp_box_2" providerId="OAuth2" clId="{44CDD4FA-DF07-4B69-BC01-0B2B69272B43}" dt="2026-07-22T00:07:03.234" v="4965" actId="1076"/>
          <ac:spMkLst>
            <pc:docMk/>
            <pc:sldMk cId="703112013" sldId="1306"/>
            <ac:spMk id="9" creationId="{D486B0AA-A5D7-2A97-CCC5-2DAF27F848B4}"/>
          </ac:spMkLst>
        </pc:spChg>
        <pc:picChg chg="add mod ord">
          <ac:chgData name="Sergio Molina" userId="20636364146_tp_box_2" providerId="OAuth2" clId="{44CDD4FA-DF07-4B69-BC01-0B2B69272B43}" dt="2026-07-22T00:06:50.622" v="4959" actId="1076"/>
          <ac:picMkLst>
            <pc:docMk/>
            <pc:sldMk cId="703112013" sldId="1306"/>
            <ac:picMk id="6" creationId="{1C4F4881-027B-F4A3-7FEF-1AA13D8920D8}"/>
          </ac:picMkLst>
        </pc:picChg>
        <pc:picChg chg="del">
          <ac:chgData name="Sergio Molina" userId="20636364146_tp_box_2" providerId="OAuth2" clId="{44CDD4FA-DF07-4B69-BC01-0B2B69272B43}" dt="2026-07-22T00:06:14.807" v="4955" actId="478"/>
          <ac:picMkLst>
            <pc:docMk/>
            <pc:sldMk cId="703112013" sldId="1306"/>
            <ac:picMk id="8" creationId="{157770FF-A370-9F76-3768-33DE6324BFDA}"/>
          </ac:picMkLst>
        </pc:picChg>
      </pc:sldChg>
      <pc:sldChg chg="addSp delSp modSp add mod">
        <pc:chgData name="Sergio Molina" userId="20636364146_tp_box_2" providerId="OAuth2" clId="{44CDD4FA-DF07-4B69-BC01-0B2B69272B43}" dt="2026-07-22T01:58:38.382" v="5963" actId="14100"/>
        <pc:sldMkLst>
          <pc:docMk/>
          <pc:sldMk cId="1532776555" sldId="1307"/>
        </pc:sldMkLst>
        <pc:spChg chg="mod">
          <ac:chgData name="Sergio Molina" userId="20636364146_tp_box_2" providerId="OAuth2" clId="{44CDD4FA-DF07-4B69-BC01-0B2B69272B43}" dt="2026-07-22T01:25:50.735" v="5606" actId="20577"/>
          <ac:spMkLst>
            <pc:docMk/>
            <pc:sldMk cId="1532776555" sldId="1307"/>
            <ac:spMk id="4" creationId="{73F5137F-376F-4496-C96D-DEB2128F1E2A}"/>
          </ac:spMkLst>
        </pc:spChg>
        <pc:spChg chg="add">
          <ac:chgData name="Sergio Molina" userId="20636364146_tp_box_2" providerId="OAuth2" clId="{44CDD4FA-DF07-4B69-BC01-0B2B69272B43}" dt="2026-07-22T01:55:18.794" v="5910"/>
          <ac:spMkLst>
            <pc:docMk/>
            <pc:sldMk cId="1532776555" sldId="1307"/>
            <ac:spMk id="7" creationId="{548545A0-A367-0728-67CD-478E766307C1}"/>
          </ac:spMkLst>
        </pc:spChg>
        <pc:spChg chg="mod">
          <ac:chgData name="Sergio Molina" userId="20636364146_tp_box_2" providerId="OAuth2" clId="{44CDD4FA-DF07-4B69-BC01-0B2B69272B43}" dt="2026-07-22T01:25:18.984" v="5600" actId="1076"/>
          <ac:spMkLst>
            <pc:docMk/>
            <pc:sldMk cId="1532776555" sldId="1307"/>
            <ac:spMk id="8" creationId="{B6B39AF5-6B92-8CAE-CAF9-B6AF35716A3C}"/>
          </ac:spMkLst>
        </pc:spChg>
        <pc:spChg chg="mod">
          <ac:chgData name="Sergio Molina" userId="20636364146_tp_box_2" providerId="OAuth2" clId="{44CDD4FA-DF07-4B69-BC01-0B2B69272B43}" dt="2026-07-22T01:25:23.045" v="5601" actId="1076"/>
          <ac:spMkLst>
            <pc:docMk/>
            <pc:sldMk cId="1532776555" sldId="1307"/>
            <ac:spMk id="9" creationId="{F4C92B02-A0FC-D6FC-C4B3-75E6BE7BC145}"/>
          </ac:spMkLst>
        </pc:spChg>
        <pc:spChg chg="add del mod">
          <ac:chgData name="Sergio Molina" userId="20636364146_tp_box_2" providerId="OAuth2" clId="{44CDD4FA-DF07-4B69-BC01-0B2B69272B43}" dt="2026-07-22T01:57:32.094" v="5937" actId="478"/>
          <ac:spMkLst>
            <pc:docMk/>
            <pc:sldMk cId="1532776555" sldId="1307"/>
            <ac:spMk id="10" creationId="{D7EFD87B-622C-5AE1-4B13-DC0D20D4F357}"/>
          </ac:spMkLst>
        </pc:spChg>
        <pc:spChg chg="add mod">
          <ac:chgData name="Sergio Molina" userId="20636364146_tp_box_2" providerId="OAuth2" clId="{44CDD4FA-DF07-4B69-BC01-0B2B69272B43}" dt="2026-07-22T01:58:38.382" v="5963" actId="14100"/>
          <ac:spMkLst>
            <pc:docMk/>
            <pc:sldMk cId="1532776555" sldId="1307"/>
            <ac:spMk id="11" creationId="{354DFC62-A7A0-FC22-22C1-390BE0E0C80D}"/>
          </ac:spMkLst>
        </pc:spChg>
        <pc:spChg chg="mod">
          <ac:chgData name="Sergio Molina" userId="20636364146_tp_box_2" providerId="OAuth2" clId="{44CDD4FA-DF07-4B69-BC01-0B2B69272B43}" dt="2026-07-22T01:25:25.495" v="5602" actId="1076"/>
          <ac:spMkLst>
            <pc:docMk/>
            <pc:sldMk cId="1532776555" sldId="1307"/>
            <ac:spMk id="14" creationId="{169DE31F-D12C-0B61-E8B3-872CA3167578}"/>
          </ac:spMkLst>
        </pc:spChg>
        <pc:spChg chg="del mod">
          <ac:chgData name="Sergio Molina" userId="20636364146_tp_box_2" providerId="OAuth2" clId="{44CDD4FA-DF07-4B69-BC01-0B2B69272B43}" dt="2026-07-22T01:55:21.004" v="5911" actId="478"/>
          <ac:spMkLst>
            <pc:docMk/>
            <pc:sldMk cId="1532776555" sldId="1307"/>
            <ac:spMk id="18" creationId="{A15EACE8-54BD-12EF-3311-FF2D5FB7160A}"/>
          </ac:spMkLst>
        </pc:spChg>
        <pc:picChg chg="add mod ord">
          <ac:chgData name="Sergio Molina" userId="20636364146_tp_box_2" providerId="OAuth2" clId="{44CDD4FA-DF07-4B69-BC01-0B2B69272B43}" dt="2026-07-22T01:25:03.775" v="5595" actId="1076"/>
          <ac:picMkLst>
            <pc:docMk/>
            <pc:sldMk cId="1532776555" sldId="1307"/>
            <ac:picMk id="6" creationId="{D96E288B-AD54-1DB3-037E-9F1A85728C10}"/>
          </ac:picMkLst>
        </pc:picChg>
      </pc:sldChg>
      <pc:sldChg chg="modSp add del mod">
        <pc:chgData name="Sergio Molina" userId="20636364146_tp_box_2" providerId="OAuth2" clId="{44CDD4FA-DF07-4B69-BC01-0B2B69272B43}" dt="2026-07-22T01:31:53.310" v="5609" actId="47"/>
        <pc:sldMkLst>
          <pc:docMk/>
          <pc:sldMk cId="3824774973" sldId="1308"/>
        </pc:sldMkLst>
        <pc:spChg chg="mod">
          <ac:chgData name="Sergio Molina" userId="20636364146_tp_box_2" providerId="OAuth2" clId="{44CDD4FA-DF07-4B69-BC01-0B2B69272B43}" dt="2026-07-22T01:25:57.714" v="5608" actId="20577"/>
          <ac:spMkLst>
            <pc:docMk/>
            <pc:sldMk cId="3824774973" sldId="1308"/>
            <ac:spMk id="4" creationId="{CDBCFFFF-5F13-3EB3-7316-17041E13FF01}"/>
          </ac:spMkLst>
        </pc:spChg>
      </pc:sldChg>
      <pc:sldChg chg="addSp delSp modSp add mod">
        <pc:chgData name="Sergio Molina" userId="20636364146_tp_box_2" providerId="OAuth2" clId="{44CDD4FA-DF07-4B69-BC01-0B2B69272B43}" dt="2026-07-22T01:33:34.072" v="5616" actId="1076"/>
        <pc:sldMkLst>
          <pc:docMk/>
          <pc:sldMk cId="1548651162" sldId="1309"/>
        </pc:sldMkLst>
        <pc:spChg chg="mod">
          <ac:chgData name="Sergio Molina" userId="20636364146_tp_box_2" providerId="OAuth2" clId="{44CDD4FA-DF07-4B69-BC01-0B2B69272B43}" dt="2026-07-22T00:23:48.517" v="5400" actId="20577"/>
          <ac:spMkLst>
            <pc:docMk/>
            <pc:sldMk cId="1548651162" sldId="1309"/>
            <ac:spMk id="4" creationId="{7CED59B1-3B31-8A4F-7254-70B40D4A8874}"/>
          </ac:spMkLst>
        </pc:spChg>
        <pc:spChg chg="del">
          <ac:chgData name="Sergio Molina" userId="20636364146_tp_box_2" providerId="OAuth2" clId="{44CDD4FA-DF07-4B69-BC01-0B2B69272B43}" dt="2026-07-22T01:33:22.923" v="5611" actId="478"/>
          <ac:spMkLst>
            <pc:docMk/>
            <pc:sldMk cId="1548651162" sldId="1309"/>
            <ac:spMk id="8" creationId="{D29E7D85-C867-50BC-331A-1F6B0957BAC6}"/>
          </ac:spMkLst>
        </pc:spChg>
        <pc:spChg chg="del">
          <ac:chgData name="Sergio Molina" userId="20636364146_tp_box_2" providerId="OAuth2" clId="{44CDD4FA-DF07-4B69-BC01-0B2B69272B43}" dt="2026-07-22T01:33:23.559" v="5612" actId="478"/>
          <ac:spMkLst>
            <pc:docMk/>
            <pc:sldMk cId="1548651162" sldId="1309"/>
            <ac:spMk id="9" creationId="{77DC9207-F28D-19DB-1418-F695FC1B3C8B}"/>
          </ac:spMkLst>
        </pc:spChg>
        <pc:spChg chg="del">
          <ac:chgData name="Sergio Molina" userId="20636364146_tp_box_2" providerId="OAuth2" clId="{44CDD4FA-DF07-4B69-BC01-0B2B69272B43}" dt="2026-07-22T01:33:24.438" v="5613" actId="478"/>
          <ac:spMkLst>
            <pc:docMk/>
            <pc:sldMk cId="1548651162" sldId="1309"/>
            <ac:spMk id="14" creationId="{D6FECCED-FC80-D0D1-B18D-A89DB86D7B44}"/>
          </ac:spMkLst>
        </pc:spChg>
        <pc:spChg chg="del">
          <ac:chgData name="Sergio Molina" userId="20636364146_tp_box_2" providerId="OAuth2" clId="{44CDD4FA-DF07-4B69-BC01-0B2B69272B43}" dt="2026-07-22T01:33:22.217" v="5610" actId="478"/>
          <ac:spMkLst>
            <pc:docMk/>
            <pc:sldMk cId="1548651162" sldId="1309"/>
            <ac:spMk id="18" creationId="{BE59B5D0-A3B7-3D1C-788E-9B68FD6E1B11}"/>
          </ac:spMkLst>
        </pc:spChg>
        <pc:picChg chg="add mod">
          <ac:chgData name="Sergio Molina" userId="20636364146_tp_box_2" providerId="OAuth2" clId="{44CDD4FA-DF07-4B69-BC01-0B2B69272B43}" dt="2026-07-22T01:33:34.072" v="5616" actId="1076"/>
          <ac:picMkLst>
            <pc:docMk/>
            <pc:sldMk cId="1548651162" sldId="1309"/>
            <ac:picMk id="2" creationId="{1F645251-AC5D-1A40-4D9C-8A50D366C6A1}"/>
          </ac:picMkLst>
        </pc:picChg>
      </pc:sldChg>
      <pc:sldChg chg="addSp delSp modSp add mod">
        <pc:chgData name="Sergio Molina" userId="20636364146_tp_box_2" providerId="OAuth2" clId="{44CDD4FA-DF07-4B69-BC01-0B2B69272B43}" dt="2026-07-22T01:51:52.574" v="5867" actId="113"/>
        <pc:sldMkLst>
          <pc:docMk/>
          <pc:sldMk cId="3176448939" sldId="1310"/>
        </pc:sldMkLst>
        <pc:spChg chg="add mod">
          <ac:chgData name="Sergio Molina" userId="20636364146_tp_box_2" providerId="OAuth2" clId="{44CDD4FA-DF07-4B69-BC01-0B2B69272B43}" dt="2026-07-22T01:44:31.653" v="5748" actId="1037"/>
          <ac:spMkLst>
            <pc:docMk/>
            <pc:sldMk cId="3176448939" sldId="1310"/>
            <ac:spMk id="8" creationId="{AF690C60-2ACD-5340-B77E-16C576516327}"/>
          </ac:spMkLst>
        </pc:spChg>
        <pc:spChg chg="add mod">
          <ac:chgData name="Sergio Molina" userId="20636364146_tp_box_2" providerId="OAuth2" clId="{44CDD4FA-DF07-4B69-BC01-0B2B69272B43}" dt="2026-07-22T01:41:32.528" v="5646" actId="1076"/>
          <ac:spMkLst>
            <pc:docMk/>
            <pc:sldMk cId="3176448939" sldId="1310"/>
            <ac:spMk id="9" creationId="{F2D8280A-6D06-288D-AEC4-1DC1A7C4689E}"/>
          </ac:spMkLst>
        </pc:spChg>
        <pc:spChg chg="add mod">
          <ac:chgData name="Sergio Molina" userId="20636364146_tp_box_2" providerId="OAuth2" clId="{44CDD4FA-DF07-4B69-BC01-0B2B69272B43}" dt="2026-07-22T01:44:34.836" v="5758" actId="1037"/>
          <ac:spMkLst>
            <pc:docMk/>
            <pc:sldMk cId="3176448939" sldId="1310"/>
            <ac:spMk id="10" creationId="{40DD2BD4-C877-A261-F443-E0F4C3006706}"/>
          </ac:spMkLst>
        </pc:spChg>
        <pc:spChg chg="add mod">
          <ac:chgData name="Sergio Molina" userId="20636364146_tp_box_2" providerId="OAuth2" clId="{44CDD4FA-DF07-4B69-BC01-0B2B69272B43}" dt="2026-07-22T01:51:52.574" v="5867" actId="113"/>
          <ac:spMkLst>
            <pc:docMk/>
            <pc:sldMk cId="3176448939" sldId="1310"/>
            <ac:spMk id="11" creationId="{35052D12-09FC-4ABE-15F2-6656A5F93898}"/>
          </ac:spMkLst>
        </pc:spChg>
        <pc:spChg chg="add">
          <ac:chgData name="Sergio Molina" userId="20636364146_tp_box_2" providerId="OAuth2" clId="{44CDD4FA-DF07-4B69-BC01-0B2B69272B43}" dt="2026-07-22T01:46:45.857" v="5774"/>
          <ac:spMkLst>
            <pc:docMk/>
            <pc:sldMk cId="3176448939" sldId="1310"/>
            <ac:spMk id="12" creationId="{E09A1FDB-EA9D-8214-9165-5ACE02C32A75}"/>
          </ac:spMkLst>
        </pc:spChg>
        <pc:picChg chg="del">
          <ac:chgData name="Sergio Molina" userId="20636364146_tp_box_2" providerId="OAuth2" clId="{44CDD4FA-DF07-4B69-BC01-0B2B69272B43}" dt="2026-07-22T01:33:37.493" v="5618" actId="478"/>
          <ac:picMkLst>
            <pc:docMk/>
            <pc:sldMk cId="3176448939" sldId="1310"/>
            <ac:picMk id="2" creationId="{53D7B7D0-CB4E-4D3F-3745-CF47B423D2DA}"/>
          </ac:picMkLst>
        </pc:picChg>
        <pc:picChg chg="add mod">
          <ac:chgData name="Sergio Molina" userId="20636364146_tp_box_2" providerId="OAuth2" clId="{44CDD4FA-DF07-4B69-BC01-0B2B69272B43}" dt="2026-07-22T01:44:25.809" v="5737" actId="14100"/>
          <ac:picMkLst>
            <pc:docMk/>
            <pc:sldMk cId="3176448939" sldId="1310"/>
            <ac:picMk id="7" creationId="{3DEFA996-F4EE-3F24-B558-6E08FC78E4E1}"/>
          </ac:picMkLst>
        </pc:picChg>
      </pc:sldChg>
      <pc:sldChg chg="addSp delSp modSp add mod">
        <pc:chgData name="Sergio Molina" userId="20636364146_tp_box_2" providerId="OAuth2" clId="{44CDD4FA-DF07-4B69-BC01-0B2B69272B43}" dt="2026-07-22T01:53:01.046" v="5883" actId="113"/>
        <pc:sldMkLst>
          <pc:docMk/>
          <pc:sldMk cId="1240180454" sldId="1311"/>
        </pc:sldMkLst>
        <pc:spChg chg="add mod">
          <ac:chgData name="Sergio Molina" userId="20636364146_tp_box_2" providerId="OAuth2" clId="{44CDD4FA-DF07-4B69-BC01-0B2B69272B43}" dt="2026-07-22T01:42:17.763" v="5676" actId="20577"/>
          <ac:spMkLst>
            <pc:docMk/>
            <pc:sldMk cId="1240180454" sldId="1311"/>
            <ac:spMk id="8" creationId="{000551E1-92CA-6BBC-71D1-0C932A03E6EB}"/>
          </ac:spMkLst>
        </pc:spChg>
        <pc:spChg chg="add mod">
          <ac:chgData name="Sergio Molina" userId="20636364146_tp_box_2" providerId="OAuth2" clId="{44CDD4FA-DF07-4B69-BC01-0B2B69272B43}" dt="2026-07-22T01:42:23.410" v="5680" actId="20577"/>
          <ac:spMkLst>
            <pc:docMk/>
            <pc:sldMk cId="1240180454" sldId="1311"/>
            <ac:spMk id="9" creationId="{346820A0-0D47-5C01-E551-0B69240B673A}"/>
          </ac:spMkLst>
        </pc:spChg>
        <pc:spChg chg="add mod">
          <ac:chgData name="Sergio Molina" userId="20636364146_tp_box_2" providerId="OAuth2" clId="{44CDD4FA-DF07-4B69-BC01-0B2B69272B43}" dt="2026-07-22T01:42:20.789" v="5678" actId="20577"/>
          <ac:spMkLst>
            <pc:docMk/>
            <pc:sldMk cId="1240180454" sldId="1311"/>
            <ac:spMk id="10" creationId="{52365218-C969-6F8E-198F-594EFFF14405}"/>
          </ac:spMkLst>
        </pc:spChg>
        <pc:spChg chg="add mod">
          <ac:chgData name="Sergio Molina" userId="20636364146_tp_box_2" providerId="OAuth2" clId="{44CDD4FA-DF07-4B69-BC01-0B2B69272B43}" dt="2026-07-22T01:42:28.139" v="5682" actId="6549"/>
          <ac:spMkLst>
            <pc:docMk/>
            <pc:sldMk cId="1240180454" sldId="1311"/>
            <ac:spMk id="11" creationId="{0A679007-E256-651E-7BA4-699A13E18114}"/>
          </ac:spMkLst>
        </pc:spChg>
        <pc:spChg chg="add mod">
          <ac:chgData name="Sergio Molina" userId="20636364146_tp_box_2" providerId="OAuth2" clId="{44CDD4FA-DF07-4B69-BC01-0B2B69272B43}" dt="2026-07-22T01:42:31.652" v="5684" actId="20577"/>
          <ac:spMkLst>
            <pc:docMk/>
            <pc:sldMk cId="1240180454" sldId="1311"/>
            <ac:spMk id="12" creationId="{0A3C3AE2-92A8-381D-4519-26087ACE288D}"/>
          </ac:spMkLst>
        </pc:spChg>
        <pc:spChg chg="add mod">
          <ac:chgData name="Sergio Molina" userId="20636364146_tp_box_2" providerId="OAuth2" clId="{44CDD4FA-DF07-4B69-BC01-0B2B69272B43}" dt="2026-07-22T01:42:36.726" v="5686" actId="20577"/>
          <ac:spMkLst>
            <pc:docMk/>
            <pc:sldMk cId="1240180454" sldId="1311"/>
            <ac:spMk id="13" creationId="{BFA3BB28-EE37-45D5-EC2F-63DB6B4CA92F}"/>
          </ac:spMkLst>
        </pc:spChg>
        <pc:spChg chg="add mod">
          <ac:chgData name="Sergio Molina" userId="20636364146_tp_box_2" providerId="OAuth2" clId="{44CDD4FA-DF07-4B69-BC01-0B2B69272B43}" dt="2026-07-22T01:42:39.765" v="5689" actId="20577"/>
          <ac:spMkLst>
            <pc:docMk/>
            <pc:sldMk cId="1240180454" sldId="1311"/>
            <ac:spMk id="14" creationId="{7B2AFB37-DFCB-1CB5-ADA6-329341A6FE4F}"/>
          </ac:spMkLst>
        </pc:spChg>
        <pc:spChg chg="add mod">
          <ac:chgData name="Sergio Molina" userId="20636364146_tp_box_2" providerId="OAuth2" clId="{44CDD4FA-DF07-4B69-BC01-0B2B69272B43}" dt="2026-07-22T01:53:01.046" v="5883" actId="113"/>
          <ac:spMkLst>
            <pc:docMk/>
            <pc:sldMk cId="1240180454" sldId="1311"/>
            <ac:spMk id="15" creationId="{901BFAF6-9A1D-319D-72C6-E6F23767DBD4}"/>
          </ac:spMkLst>
        </pc:spChg>
        <pc:spChg chg="add">
          <ac:chgData name="Sergio Molina" userId="20636364146_tp_box_2" providerId="OAuth2" clId="{44CDD4FA-DF07-4B69-BC01-0B2B69272B43}" dt="2026-07-22T01:48:05.931" v="5790"/>
          <ac:spMkLst>
            <pc:docMk/>
            <pc:sldMk cId="1240180454" sldId="1311"/>
            <ac:spMk id="16" creationId="{AEBB4A0D-890A-E0E0-9A31-81E7B3EB3905}"/>
          </ac:spMkLst>
        </pc:spChg>
        <pc:spChg chg="add">
          <ac:chgData name="Sergio Molina" userId="20636364146_tp_box_2" providerId="OAuth2" clId="{44CDD4FA-DF07-4B69-BC01-0B2B69272B43}" dt="2026-07-22T01:48:10.728" v="5792"/>
          <ac:spMkLst>
            <pc:docMk/>
            <pc:sldMk cId="1240180454" sldId="1311"/>
            <ac:spMk id="17" creationId="{5A49A8C0-ED86-E2DB-4B93-D053AB73A26D}"/>
          </ac:spMkLst>
        </pc:spChg>
        <pc:picChg chg="add mod">
          <ac:chgData name="Sergio Molina" userId="20636364146_tp_box_2" providerId="OAuth2" clId="{44CDD4FA-DF07-4B69-BC01-0B2B69272B43}" dt="2026-07-22T01:36:18.999" v="5626" actId="1076"/>
          <ac:picMkLst>
            <pc:docMk/>
            <pc:sldMk cId="1240180454" sldId="1311"/>
            <ac:picMk id="6" creationId="{F5FB972F-01B3-E7AD-0244-1D5F07302651}"/>
          </ac:picMkLst>
        </pc:picChg>
        <pc:picChg chg="del">
          <ac:chgData name="Sergio Molina" userId="20636364146_tp_box_2" providerId="OAuth2" clId="{44CDD4FA-DF07-4B69-BC01-0B2B69272B43}" dt="2026-07-22T01:35:21.741" v="5623" actId="478"/>
          <ac:picMkLst>
            <pc:docMk/>
            <pc:sldMk cId="1240180454" sldId="1311"/>
            <ac:picMk id="7" creationId="{3C2908E7-0CF7-0E25-65E3-446588F47076}"/>
          </ac:picMkLst>
        </pc:picChg>
      </pc:sldChg>
      <pc:sldChg chg="addSp delSp modSp add mod">
        <pc:chgData name="Sergio Molina" userId="20636364146_tp_box_2" providerId="OAuth2" clId="{44CDD4FA-DF07-4B69-BC01-0B2B69272B43}" dt="2026-07-22T01:51:36.410" v="5864" actId="1076"/>
        <pc:sldMkLst>
          <pc:docMk/>
          <pc:sldMk cId="2096535155" sldId="1312"/>
        </pc:sldMkLst>
        <pc:spChg chg="add mod">
          <ac:chgData name="Sergio Molina" userId="20636364146_tp_box_2" providerId="OAuth2" clId="{44CDD4FA-DF07-4B69-BC01-0B2B69272B43}" dt="2026-07-22T01:43:09.557" v="5695" actId="20577"/>
          <ac:spMkLst>
            <pc:docMk/>
            <pc:sldMk cId="2096535155" sldId="1312"/>
            <ac:spMk id="8" creationId="{850D5238-F45D-1BC7-E2F0-5D2B35FDABBF}"/>
          </ac:spMkLst>
        </pc:spChg>
        <pc:spChg chg="add mod">
          <ac:chgData name="Sergio Molina" userId="20636364146_tp_box_2" providerId="OAuth2" clId="{44CDD4FA-DF07-4B69-BC01-0B2B69272B43}" dt="2026-07-22T01:43:22.913" v="5705" actId="1037"/>
          <ac:spMkLst>
            <pc:docMk/>
            <pc:sldMk cId="2096535155" sldId="1312"/>
            <ac:spMk id="9" creationId="{810433BF-F3CD-32F8-391B-626E951946DE}"/>
          </ac:spMkLst>
        </pc:spChg>
        <pc:spChg chg="add mod">
          <ac:chgData name="Sergio Molina" userId="20636364146_tp_box_2" providerId="OAuth2" clId="{44CDD4FA-DF07-4B69-BC01-0B2B69272B43}" dt="2026-07-22T01:43:14.409" v="5699" actId="20577"/>
          <ac:spMkLst>
            <pc:docMk/>
            <pc:sldMk cId="2096535155" sldId="1312"/>
            <ac:spMk id="10" creationId="{8BEF2493-CFF5-5197-6A73-877E69DA8666}"/>
          </ac:spMkLst>
        </pc:spChg>
        <pc:spChg chg="add mod">
          <ac:chgData name="Sergio Molina" userId="20636364146_tp_box_2" providerId="OAuth2" clId="{44CDD4FA-DF07-4B69-BC01-0B2B69272B43}" dt="2026-07-22T01:44:14.316" v="5736" actId="1037"/>
          <ac:spMkLst>
            <pc:docMk/>
            <pc:sldMk cId="2096535155" sldId="1312"/>
            <ac:spMk id="11" creationId="{EA82F8F0-1F0A-AD14-8251-5684F09CB3C8}"/>
          </ac:spMkLst>
        </pc:spChg>
        <pc:spChg chg="add mod">
          <ac:chgData name="Sergio Molina" userId="20636364146_tp_box_2" providerId="OAuth2" clId="{44CDD4FA-DF07-4B69-BC01-0B2B69272B43}" dt="2026-07-22T01:43:53.481" v="5715" actId="14100"/>
          <ac:spMkLst>
            <pc:docMk/>
            <pc:sldMk cId="2096535155" sldId="1312"/>
            <ac:spMk id="12" creationId="{67DEB8D5-D3B0-8BEF-7EB2-6E2A637E3692}"/>
          </ac:spMkLst>
        </pc:spChg>
        <pc:spChg chg="add mod">
          <ac:chgData name="Sergio Molina" userId="20636364146_tp_box_2" providerId="OAuth2" clId="{44CDD4FA-DF07-4B69-BC01-0B2B69272B43}" dt="2026-07-22T01:51:36.410" v="5864" actId="1076"/>
          <ac:spMkLst>
            <pc:docMk/>
            <pc:sldMk cId="2096535155" sldId="1312"/>
            <ac:spMk id="13" creationId="{B60E326E-190B-0736-B05F-EEC9E5A13F8F}"/>
          </ac:spMkLst>
        </pc:spChg>
        <pc:picChg chg="del">
          <ac:chgData name="Sergio Molina" userId="20636364146_tp_box_2" providerId="OAuth2" clId="{44CDD4FA-DF07-4B69-BC01-0B2B69272B43}" dt="2026-07-22T01:36:23.404" v="5628" actId="478"/>
          <ac:picMkLst>
            <pc:docMk/>
            <pc:sldMk cId="2096535155" sldId="1312"/>
            <ac:picMk id="6" creationId="{23B0F329-3F9A-BD1E-A958-F3B3E4C3DC8E}"/>
          </ac:picMkLst>
        </pc:picChg>
        <pc:picChg chg="add mod ord">
          <ac:chgData name="Sergio Molina" userId="20636364146_tp_box_2" providerId="OAuth2" clId="{44CDD4FA-DF07-4B69-BC01-0B2B69272B43}" dt="2026-07-22T01:38:35.941" v="5632" actId="1076"/>
          <ac:picMkLst>
            <pc:docMk/>
            <pc:sldMk cId="2096535155" sldId="1312"/>
            <ac:picMk id="7" creationId="{8230C452-5817-0088-990B-3F89D160CF6F}"/>
          </ac:picMkLst>
        </pc:picChg>
      </pc:sldChg>
      <pc:sldChg chg="addSp delSp modSp add mod">
        <pc:chgData name="Sergio Molina" userId="20636364146_tp_box_2" providerId="OAuth2" clId="{44CDD4FA-DF07-4B69-BC01-0B2B69272B43}" dt="2026-07-22T01:58:55.315" v="5965" actId="1076"/>
        <pc:sldMkLst>
          <pc:docMk/>
          <pc:sldMk cId="4140977794" sldId="1313"/>
        </pc:sldMkLst>
        <pc:spChg chg="add mod">
          <ac:chgData name="Sergio Molina" userId="20636364146_tp_box_2" providerId="OAuth2" clId="{44CDD4FA-DF07-4B69-BC01-0B2B69272B43}" dt="2026-07-22T01:45:04.445" v="5760" actId="1076"/>
          <ac:spMkLst>
            <pc:docMk/>
            <pc:sldMk cId="4140977794" sldId="1313"/>
            <ac:spMk id="8" creationId="{844D2B16-DE8F-7A53-E59D-3D8102CC666E}"/>
          </ac:spMkLst>
        </pc:spChg>
        <pc:spChg chg="add mod">
          <ac:chgData name="Sergio Molina" userId="20636364146_tp_box_2" providerId="OAuth2" clId="{44CDD4FA-DF07-4B69-BC01-0B2B69272B43}" dt="2026-07-22T01:53:17.009" v="5885" actId="1076"/>
          <ac:spMkLst>
            <pc:docMk/>
            <pc:sldMk cId="4140977794" sldId="1313"/>
            <ac:spMk id="9" creationId="{90A8ABEC-6127-7704-7CE6-739AC122D5ED}"/>
          </ac:spMkLst>
        </pc:spChg>
        <pc:spChg chg="add mod">
          <ac:chgData name="Sergio Molina" userId="20636364146_tp_box_2" providerId="OAuth2" clId="{44CDD4FA-DF07-4B69-BC01-0B2B69272B43}" dt="2026-07-22T01:58:55.315" v="5965" actId="1076"/>
          <ac:spMkLst>
            <pc:docMk/>
            <pc:sldMk cId="4140977794" sldId="1313"/>
            <ac:spMk id="10" creationId="{D8C8C514-7D14-9395-12E3-02C33CFD4653}"/>
          </ac:spMkLst>
        </pc:spChg>
        <pc:spChg chg="add del mod">
          <ac:chgData name="Sergio Molina" userId="20636364146_tp_box_2" providerId="OAuth2" clId="{44CDD4FA-DF07-4B69-BC01-0B2B69272B43}" dt="2026-07-22T01:53:47.249" v="5897" actId="20577"/>
          <ac:spMkLst>
            <pc:docMk/>
            <pc:sldMk cId="4140977794" sldId="1313"/>
            <ac:spMk id="11" creationId="{F5185B0C-084E-05B1-B27E-CB6C892404A3}"/>
          </ac:spMkLst>
        </pc:spChg>
        <pc:picChg chg="add mod ord">
          <ac:chgData name="Sergio Molina" userId="20636364146_tp_box_2" providerId="OAuth2" clId="{44CDD4FA-DF07-4B69-BC01-0B2B69272B43}" dt="2026-07-22T01:53:13.529" v="5884" actId="14100"/>
          <ac:picMkLst>
            <pc:docMk/>
            <pc:sldMk cId="4140977794" sldId="1313"/>
            <ac:picMk id="6" creationId="{276827BE-2686-1854-43FB-9EE98B61FE4A}"/>
          </ac:picMkLst>
        </pc:picChg>
        <pc:picChg chg="del">
          <ac:chgData name="Sergio Molina" userId="20636364146_tp_box_2" providerId="OAuth2" clId="{44CDD4FA-DF07-4B69-BC01-0B2B69272B43}" dt="2026-07-22T01:38:43.941" v="5634" actId="478"/>
          <ac:picMkLst>
            <pc:docMk/>
            <pc:sldMk cId="4140977794" sldId="1313"/>
            <ac:picMk id="7" creationId="{C0FA4564-9B6E-A618-5982-FB22EAFA2EA8}"/>
          </ac:picMkLst>
        </pc:picChg>
      </pc:sldChg>
      <pc:sldMasterChg chg="delSldLayout">
        <pc:chgData name="Sergio Molina" userId="20636364146_tp_box_2" providerId="OAuth2" clId="{44CDD4FA-DF07-4B69-BC01-0B2B69272B43}" dt="2026-07-21T21:16:07.925" v="257" actId="47"/>
        <pc:sldMasterMkLst>
          <pc:docMk/>
          <pc:sldMasterMk cId="2670397025" sldId="2147483711"/>
        </pc:sldMasterMkLst>
        <pc:sldLayoutChg chg="del">
          <pc:chgData name="Sergio Molina" userId="20636364146_tp_box_2" providerId="OAuth2" clId="{44CDD4FA-DF07-4B69-BC01-0B2B69272B43}" dt="2026-07-21T21:16:07.925" v="257" actId="47"/>
          <pc:sldLayoutMkLst>
            <pc:docMk/>
            <pc:sldMasterMk cId="2670397025" sldId="2147483711"/>
            <pc:sldLayoutMk cId="3034122562" sldId="2147483771"/>
          </pc:sldLayoutMkLst>
        </pc:sldLayoutChg>
      </pc:sldMasterChg>
    </pc:docChg>
  </pc:docChgLst>
  <pc:docChgLst>
    <pc:chgData name="Desarrollo Profesoral" userId="bG7Iqd0GevsgT0YWW3IR9NQqKT6okUrwzSg3+qfPa24=" providerId="None" clId="Web-{E9B0A696-FEDB-48FF-BFC3-E4BF8ABDDB87}"/>
    <pc:docChg chg="addSld modSld">
      <pc:chgData name="Desarrollo Profesoral" userId="bG7Iqd0GevsgT0YWW3IR9NQqKT6okUrwzSg3+qfPa24=" providerId="None" clId="Web-{E9B0A696-FEDB-48FF-BFC3-E4BF8ABDDB87}" dt="2024-10-23T16:51:00.620" v="22" actId="1076"/>
      <pc:docMkLst>
        <pc:docMk/>
      </pc:docMkLst>
      <pc:sldChg chg="addSp modSp new">
        <pc:chgData name="Desarrollo Profesoral" userId="bG7Iqd0GevsgT0YWW3IR9NQqKT6okUrwzSg3+qfPa24=" providerId="None" clId="Web-{E9B0A696-FEDB-48FF-BFC3-E4BF8ABDDB87}" dt="2024-10-23T16:29:59.608" v="5" actId="14100"/>
        <pc:sldMkLst>
          <pc:docMk/>
          <pc:sldMk cId="2504070049" sldId="504"/>
        </pc:sldMkLst>
      </pc:sldChg>
      <pc:sldChg chg="addSp modSp new">
        <pc:chgData name="Desarrollo Profesoral" userId="bG7Iqd0GevsgT0YWW3IR9NQqKT6okUrwzSg3+qfPa24=" providerId="None" clId="Web-{E9B0A696-FEDB-48FF-BFC3-E4BF8ABDDB87}" dt="2024-10-23T16:51:00.620" v="22" actId="1076"/>
        <pc:sldMkLst>
          <pc:docMk/>
          <pc:sldMk cId="3737191814" sldId="5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21-07-2026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4835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7432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60025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3903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73444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54862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33091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891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172372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5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44040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563120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673477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67435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016549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3989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038003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00711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4414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483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24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111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10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926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1927908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8064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4939829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639191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634756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002125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051948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724525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339225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713131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3656297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6AF51A5-9CA6-61FB-33F9-E5584338402E}"/>
              </a:ext>
            </a:extLst>
          </p:cNvPr>
          <p:cNvSpPr/>
          <p:nvPr userDrawn="1"/>
        </p:nvSpPr>
        <p:spPr>
          <a:xfrm>
            <a:off x="9201150" y="6467475"/>
            <a:ext cx="2390775" cy="253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00A761-7396-F6BD-D4CE-9F0D3B2E5AD1}"/>
              </a:ext>
            </a:extLst>
          </p:cNvPr>
          <p:cNvSpPr txBox="1"/>
          <p:nvPr userDrawn="1"/>
        </p:nvSpPr>
        <p:spPr>
          <a:xfrm>
            <a:off x="9710428" y="6578538"/>
            <a:ext cx="1966885" cy="4001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/>
                </a:solidFill>
              </a:rPr>
              <a:t>©2026 Ellucian. Confidential and Proprietary</a:t>
            </a:r>
          </a:p>
          <a:p>
            <a:pPr algn="l"/>
            <a:endParaRPr lang="es-419" dirty="0" err="1"/>
          </a:p>
        </p:txBody>
      </p:sp>
    </p:spTree>
    <p:extLst>
      <p:ext uri="{BB962C8B-B14F-4D97-AF65-F5344CB8AC3E}">
        <p14:creationId xmlns:p14="http://schemas.microsoft.com/office/powerpoint/2010/main" val="17575930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68993BC-CA68-BF70-F06D-2F7DF44BF673}"/>
              </a:ext>
            </a:extLst>
          </p:cNvPr>
          <p:cNvSpPr/>
          <p:nvPr userDrawn="1"/>
        </p:nvSpPr>
        <p:spPr>
          <a:xfrm>
            <a:off x="9248775" y="6505575"/>
            <a:ext cx="2333622" cy="352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8F18FE8-8029-33D1-3181-0824D23C8FCC}"/>
              </a:ext>
            </a:extLst>
          </p:cNvPr>
          <p:cNvSpPr txBox="1"/>
          <p:nvPr userDrawn="1"/>
        </p:nvSpPr>
        <p:spPr>
          <a:xfrm>
            <a:off x="9710428" y="6578538"/>
            <a:ext cx="1966885" cy="4001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/>
                </a:solidFill>
              </a:rPr>
              <a:t>©2026 Ellucian. Confidential and Proprietary</a:t>
            </a:r>
          </a:p>
          <a:p>
            <a:pPr algn="l"/>
            <a:endParaRPr lang="es-419" dirty="0" err="1"/>
          </a:p>
        </p:txBody>
      </p:sp>
    </p:spTree>
    <p:extLst>
      <p:ext uri="{BB962C8B-B14F-4D97-AF65-F5344CB8AC3E}">
        <p14:creationId xmlns:p14="http://schemas.microsoft.com/office/powerpoint/2010/main" val="5691985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16811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6615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479620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62753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931418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06167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924015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661916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622007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110032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18957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820446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316681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240462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418804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9709905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117207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973711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4467577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240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7039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8" r:id="rId37"/>
    <p:sldLayoutId id="2147483749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898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7891" y="3933003"/>
            <a:ext cx="5427132" cy="278794"/>
          </a:xfrm>
        </p:spPr>
        <p:txBody>
          <a:bodyPr/>
          <a:lstStyle/>
          <a:p>
            <a:r>
              <a:rPr lang="es-CL" sz="2000" b="0" dirty="0"/>
              <a:t>Instructivo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CBBAD33-723F-BD62-B3A9-45D0D938FA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Mes, Año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775F30-4948-8625-4D18-95EE2803BD8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7594" y="1757818"/>
            <a:ext cx="5828406" cy="1167179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419" sz="4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Gestión de Prácticas Profesionales</a:t>
            </a:r>
            <a:endParaRPr lang="es-CL" sz="4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Marcador de texto 5">
            <a:extLst>
              <a:ext uri="{FF2B5EF4-FFF2-40B4-BE49-F238E27FC236}">
                <a16:creationId xmlns:a16="http://schemas.microsoft.com/office/drawing/2014/main" id="{D6122DEC-097C-1D49-9DBA-7893A47981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7213" y="5610225"/>
            <a:ext cx="3032125" cy="396875"/>
          </a:xfrm>
        </p:spPr>
        <p:txBody>
          <a:bodyPr/>
          <a:lstStyle/>
          <a:p>
            <a:r>
              <a:rPr lang="es-CL" dirty="0"/>
              <a:t>Consultor</a:t>
            </a:r>
          </a:p>
          <a:p>
            <a:r>
              <a:rPr lang="es-CL" dirty="0"/>
              <a:t>Cargo</a:t>
            </a:r>
          </a:p>
        </p:txBody>
      </p:sp>
      <p:pic>
        <p:nvPicPr>
          <p:cNvPr id="13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AAEC9C98-BB68-A9CA-D4BD-25A3D59288A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xfrm>
            <a:off x="6689725" y="574675"/>
            <a:ext cx="5502275" cy="5710238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5311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66937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Gestión de Prácticas Profesionales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 dirty="0">
                <a:solidFill>
                  <a:schemeClr val="accent1"/>
                </a:solidFill>
              </a:rPr>
              <a:t>Overview: </a:t>
            </a:r>
            <a:r>
              <a:rPr lang="es-419" sz="3200" b="0" noProof="0" dirty="0">
                <a:solidFill>
                  <a:schemeClr val="accent1"/>
                </a:solidFill>
              </a:rPr>
              <a:t>Mapa de capacidades</a:t>
            </a:r>
            <a:endParaRPr lang="es-419" b="0" noProof="0" dirty="0">
              <a:solidFill>
                <a:schemeClr val="accent1"/>
              </a:solidFill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030689"/>
            <a:ext cx="10180101" cy="4796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5486969" y="4038600"/>
            <a:ext cx="1828231" cy="63817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11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" sz="2400" dirty="0"/>
              <a:t>Gestionar el aprendizaje en el aula y la práctica profesional, permitiendo a los estudiantes aplicar conocimientos teóricos y desarrollar habilidades esenciales en un entorno de apoyo.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Overview: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la carga de trabajo docente</a:t>
            </a:r>
            <a:endParaRPr lang="es-CL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4900" y="68580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Overview: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la Experiencia Formativa en Entornos Laborales</a:t>
            </a:r>
            <a:endParaRPr lang="es-CL" b="0" dirty="0">
              <a:solidFill>
                <a:schemeClr val="accent1"/>
              </a:solidFill>
            </a:endParaRPr>
          </a:p>
        </p:txBody>
      </p:sp>
      <p:pic>
        <p:nvPicPr>
          <p:cNvPr id="2" name="Imagen 9" descr="Diagrama&#10;&#10;Descripción generada automáticamente">
            <a:extLst>
              <a:ext uri="{FF2B5EF4-FFF2-40B4-BE49-F238E27FC236}">
                <a16:creationId xmlns:a16="http://schemas.microsoft.com/office/drawing/2014/main" id="{5567F7B2-1780-A96E-7D44-D81D4603ED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1" t="3558" r="4438" b="4349"/>
          <a:stretch/>
        </p:blipFill>
        <p:spPr bwMode="auto">
          <a:xfrm>
            <a:off x="1336930" y="2634378"/>
            <a:ext cx="9757789" cy="218146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6939975" y="2743200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/>
              <a:t>Todo LAC</a:t>
            </a: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41A78240-C607-71D5-FFEE-AC493BD21BE1}"/>
              </a:ext>
            </a:extLst>
          </p:cNvPr>
          <p:cNvSpPr txBox="1">
            <a:spLocks/>
          </p:cNvSpPr>
          <p:nvPr/>
        </p:nvSpPr>
        <p:spPr>
          <a:xfrm>
            <a:off x="1104900" y="27672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Overview: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la carga de trabajo docente</a:t>
            </a:r>
            <a:endParaRPr lang="es-CL" b="0" dirty="0">
              <a:solidFill>
                <a:schemeClr val="accent1"/>
              </a:solidFill>
            </a:endParaRPr>
          </a:p>
        </p:txBody>
      </p:sp>
      <p:pic>
        <p:nvPicPr>
          <p:cNvPr id="2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0F5A9C6B-C223-C29C-3F30-7DF0D95E5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84" y="1277421"/>
            <a:ext cx="5219641" cy="521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9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A1F63-6012-0772-208B-C98D3CDC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B761893-582D-479F-8099-567484207FBA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53FD439-3251-7783-7D05-287C9A5B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098EC5D-28B5-607A-7BEB-21E0348387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45D75DE-03B6-4224-6F9E-6C5B681B2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5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A5ED6E-5E22-7B68-E08C-4E4A93457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43" y="960593"/>
            <a:ext cx="10533162" cy="521160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STVEMPL </a:t>
            </a:r>
            <a:r>
              <a:rPr lang="es-ES_tradnl" b="0" dirty="0">
                <a:solidFill>
                  <a:schemeClr val="accent1"/>
                </a:solidFill>
              </a:rPr>
              <a:t>Código del Empleador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122A535-8FC4-917D-A68F-E70F2D72205F}"/>
              </a:ext>
            </a:extLst>
          </p:cNvPr>
          <p:cNvSpPr/>
          <p:nvPr/>
        </p:nvSpPr>
        <p:spPr>
          <a:xfrm>
            <a:off x="10004328" y="1522310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5C84312C-D0E1-682C-4776-621401CEC65D}"/>
              </a:ext>
            </a:extLst>
          </p:cNvPr>
          <p:cNvSpPr/>
          <p:nvPr/>
        </p:nvSpPr>
        <p:spPr>
          <a:xfrm>
            <a:off x="10286323" y="5813936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4DAE54D3-2752-F947-E65C-E60024E8BF7F}"/>
              </a:ext>
            </a:extLst>
          </p:cNvPr>
          <p:cNvSpPr/>
          <p:nvPr/>
        </p:nvSpPr>
        <p:spPr>
          <a:xfrm>
            <a:off x="2526692" y="1522309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8">
            <a:extLst>
              <a:ext uri="{FF2B5EF4-FFF2-40B4-BE49-F238E27FC236}">
                <a16:creationId xmlns:a16="http://schemas.microsoft.com/office/drawing/2014/main" id="{B672690C-1F08-45A9-0A23-771FE5E05A4A}"/>
              </a:ext>
            </a:extLst>
          </p:cNvPr>
          <p:cNvSpPr/>
          <p:nvPr/>
        </p:nvSpPr>
        <p:spPr>
          <a:xfrm>
            <a:off x="1131671" y="3718920"/>
            <a:ext cx="9950459" cy="139453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/>
              <a:t>1. Agregar un nuevo registro.</a:t>
            </a:r>
            <a:r>
              <a:rPr lang="es-ES" sz="1100" dirty="0"/>
              <a:t> Haga clic en el botón </a:t>
            </a:r>
            <a:r>
              <a:rPr lang="es-ES" sz="1100" b="1" dirty="0"/>
              <a:t>Insertar (+)</a:t>
            </a:r>
            <a:r>
              <a:rPr lang="es-ES" sz="1100" dirty="0"/>
              <a:t>. </a:t>
            </a:r>
          </a:p>
          <a:p>
            <a:r>
              <a:rPr lang="es-ES" sz="1100" b="1" dirty="0"/>
              <a:t>2. Registrar la información del empleador.</a:t>
            </a:r>
            <a:r>
              <a:rPr lang="es-ES" sz="1100" dirty="0"/>
              <a:t> Ingrese el código, nombre, dirección, ubicación y teléfono del empleador. </a:t>
            </a:r>
          </a:p>
          <a:p>
            <a:r>
              <a:rPr lang="es-ES" sz="1100" b="1" dirty="0"/>
              <a:t>3. Guardar los cambios.</a:t>
            </a:r>
            <a:r>
              <a:rPr lang="es-ES" sz="1100" dirty="0"/>
              <a:t> Haga clic en </a:t>
            </a:r>
            <a:r>
              <a:rPr lang="es-ES" sz="1100" b="1" dirty="0"/>
              <a:t>Guardar</a:t>
            </a:r>
            <a:r>
              <a:rPr lang="es-ES" sz="1100" dirty="0"/>
              <a:t> para registrar la información.  </a:t>
            </a:r>
          </a:p>
          <a:p>
            <a:endParaRPr lang="es-ES" sz="1100" dirty="0"/>
          </a:p>
          <a:p>
            <a:r>
              <a:rPr lang="es-ES" sz="1100" b="1" dirty="0"/>
              <a:t>Nota:</a:t>
            </a:r>
            <a:r>
              <a:rPr lang="es-ES" sz="1100" dirty="0"/>
              <a:t> Los empleadores registrados en la validación </a:t>
            </a:r>
            <a:r>
              <a:rPr lang="es-ES" sz="1100" b="1" dirty="0"/>
              <a:t>STVEMPL</a:t>
            </a:r>
            <a:r>
              <a:rPr lang="es-ES" sz="1100" dirty="0"/>
              <a:t> estarán disponibles para su selección en el formulario </a:t>
            </a:r>
            <a:r>
              <a:rPr lang="es-ES" sz="1100" b="1" dirty="0"/>
              <a:t>SGACOOP</a:t>
            </a:r>
            <a:r>
              <a:rPr lang="es-ES" sz="1100" dirty="0"/>
              <a:t> mediante el campo </a:t>
            </a:r>
            <a:r>
              <a:rPr lang="es-ES" sz="1100" b="1" dirty="0"/>
              <a:t>Código de empleador</a:t>
            </a:r>
            <a:r>
              <a:rPr lang="es-ES" sz="1100" dirty="0"/>
              <a:t>. Se recomienda mantener esta información actualizada para garantizar la correcta asociación de los estudiantes con las organizaciones donde realizan su educación cooperativa.</a:t>
            </a:r>
          </a:p>
          <a:p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3328105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13EF2-E97D-1D31-AA17-E5D856428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6E288B-AD54-1DB3-037E-9F1A85728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79" y="954157"/>
            <a:ext cx="10929668" cy="539933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F01DA0-F13A-DA1E-DE1E-FAD137A7D6B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BA4CC219-45B5-2086-F8B7-694EECC7C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3F5137F-376F-4496-C96D-DEB2128F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STVCOPC</a:t>
            </a:r>
            <a:r>
              <a:rPr lang="es-ES_tradnl" dirty="0">
                <a:solidFill>
                  <a:schemeClr val="accent1"/>
                </a:solidFill>
              </a:rPr>
              <a:t> </a:t>
            </a:r>
            <a:r>
              <a:rPr lang="es-ES_tradnl" b="0" dirty="0">
                <a:solidFill>
                  <a:schemeClr val="accent1"/>
                </a:solidFill>
              </a:rPr>
              <a:t>Código de educación cooperativa 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B6B39AF5-6B92-8CAE-CAF9-B6AF35716A3C}"/>
              </a:ext>
            </a:extLst>
          </p:cNvPr>
          <p:cNvSpPr/>
          <p:nvPr/>
        </p:nvSpPr>
        <p:spPr>
          <a:xfrm>
            <a:off x="10452902" y="1580322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169DE31F-D12C-0B61-E8B3-872CA3167578}"/>
              </a:ext>
            </a:extLst>
          </p:cNvPr>
          <p:cNvSpPr/>
          <p:nvPr/>
        </p:nvSpPr>
        <p:spPr>
          <a:xfrm>
            <a:off x="10901919" y="6062850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F4C92B02-A0FC-D6FC-C4B3-75E6BE7BC145}"/>
              </a:ext>
            </a:extLst>
          </p:cNvPr>
          <p:cNvSpPr/>
          <p:nvPr/>
        </p:nvSpPr>
        <p:spPr>
          <a:xfrm>
            <a:off x="494340" y="1922635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354DFC62-A7A0-FC22-22C1-390BE0E0C80D}"/>
              </a:ext>
            </a:extLst>
          </p:cNvPr>
          <p:cNvSpPr/>
          <p:nvPr/>
        </p:nvSpPr>
        <p:spPr>
          <a:xfrm>
            <a:off x="1131671" y="3907766"/>
            <a:ext cx="9950459" cy="120568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/>
              <a:t>1. Agregar un nuevo registro.</a:t>
            </a:r>
            <a:r>
              <a:rPr lang="es-ES" sz="1100" dirty="0"/>
              <a:t> Haga clic en el botón </a:t>
            </a:r>
            <a:r>
              <a:rPr lang="es-ES" sz="1100" b="1" dirty="0"/>
              <a:t>Insertar (+)</a:t>
            </a:r>
            <a:r>
              <a:rPr lang="es-ES" sz="1100" dirty="0"/>
              <a:t>. </a:t>
            </a:r>
          </a:p>
          <a:p>
            <a:r>
              <a:rPr lang="es-ES" sz="1100" b="1" dirty="0"/>
              <a:t>2. Registrar el código y la descripción.</a:t>
            </a:r>
            <a:r>
              <a:rPr lang="es-ES" sz="1100" dirty="0"/>
              <a:t> Ingrese el código de educación cooperativa y su descripción. </a:t>
            </a:r>
          </a:p>
          <a:p>
            <a:r>
              <a:rPr lang="es-ES" sz="1100" b="1" dirty="0"/>
              <a:t>3. Guardar los cambios.</a:t>
            </a:r>
            <a:r>
              <a:rPr lang="es-ES" sz="1100" dirty="0"/>
              <a:t> Haga clic en </a:t>
            </a:r>
            <a:r>
              <a:rPr lang="es-ES" sz="1100" b="1" dirty="0"/>
              <a:t>Guardar</a:t>
            </a:r>
            <a:r>
              <a:rPr lang="es-ES" sz="1100" dirty="0"/>
              <a:t> para registrar la información. </a:t>
            </a:r>
          </a:p>
          <a:p>
            <a:r>
              <a:rPr lang="es-ES" sz="1100" b="1" dirty="0"/>
              <a:t>Nota:</a:t>
            </a:r>
            <a:r>
              <a:rPr lang="es-ES" sz="1100" dirty="0"/>
              <a:t> Los códigos registrados en la validación </a:t>
            </a:r>
            <a:r>
              <a:rPr lang="es-ES" sz="1100" b="1" dirty="0"/>
              <a:t>STVCOPC</a:t>
            </a:r>
            <a:r>
              <a:rPr lang="es-ES" sz="1100" dirty="0"/>
              <a:t> estarán disponibles para su selección en el formulario </a:t>
            </a:r>
            <a:r>
              <a:rPr lang="es-ES" sz="1100" b="1" dirty="0"/>
              <a:t>SGACOOP</a:t>
            </a:r>
            <a:r>
              <a:rPr lang="es-ES" sz="1100" dirty="0"/>
              <a:t>, durante el proceso de asignación de educación cooperativa a los estudiantes. Esto garantiza la estandarización de los tipos de educación cooperativa utilizados por la institución.</a:t>
            </a:r>
          </a:p>
        </p:txBody>
      </p:sp>
    </p:spTree>
    <p:extLst>
      <p:ext uri="{BB962C8B-B14F-4D97-AF65-F5344CB8AC3E}">
        <p14:creationId xmlns:p14="http://schemas.microsoft.com/office/powerpoint/2010/main" val="1532776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F78B3-81DB-895D-A445-E2075F1E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8BE1B3-4470-1743-801D-D937BC46433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FBC2C0DB-0905-8713-14AA-67D6160D6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CED59B1-3B31-8A4F-7254-70B40D4A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  <a:effectLst/>
              </a:rPr>
              <a:t>A</a:t>
            </a:r>
            <a:r>
              <a:rPr lang="es-ES_tradnl" dirty="0">
                <a:solidFill>
                  <a:schemeClr val="accent1"/>
                </a:solidFill>
              </a:rPr>
              <a:t>signación de educación cooperativa SGACOOP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pic>
        <p:nvPicPr>
          <p:cNvPr id="2" name="Imagen 7">
            <a:extLst>
              <a:ext uri="{FF2B5EF4-FFF2-40B4-BE49-F238E27FC236}">
                <a16:creationId xmlns:a16="http://schemas.microsoft.com/office/drawing/2014/main" id="{1F645251-AC5D-1A40-4D9C-8A50D366C6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946" y="1996056"/>
            <a:ext cx="9492107" cy="28658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8651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AA4D8-6CA0-7C6D-C683-2A6FC82A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44C152-82A5-FCC2-EA2C-7CD637A8F9A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6CBA60CB-7AF6-E060-8D55-AF1C92B77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04D76E9-85AA-D985-C7FB-7730B4D36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  <a:effectLst/>
              </a:rPr>
              <a:t>A</a:t>
            </a:r>
            <a:r>
              <a:rPr lang="es-ES_tradnl" dirty="0">
                <a:solidFill>
                  <a:schemeClr val="accent1"/>
                </a:solidFill>
              </a:rPr>
              <a:t>signación de educación cooperativa SGACOOP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EFA996-F4EE-3F24-B558-6E08FC78E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259" y="1043795"/>
            <a:ext cx="10353425" cy="5092999"/>
          </a:xfrm>
          <a:prstGeom prst="rect">
            <a:avLst/>
          </a:prstGeom>
        </p:spPr>
      </p:pic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AF690C60-2ACD-5340-B77E-16C576516327}"/>
              </a:ext>
            </a:extLst>
          </p:cNvPr>
          <p:cNvSpPr/>
          <p:nvPr/>
        </p:nvSpPr>
        <p:spPr>
          <a:xfrm>
            <a:off x="1412423" y="1608575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F2D8280A-6D06-288D-AEC4-1DC1A7C4689E}"/>
              </a:ext>
            </a:extLst>
          </p:cNvPr>
          <p:cNvSpPr/>
          <p:nvPr/>
        </p:nvSpPr>
        <p:spPr>
          <a:xfrm>
            <a:off x="10683320" y="1661829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40DD2BD4-C877-A261-F443-E0F4C3006706}"/>
              </a:ext>
            </a:extLst>
          </p:cNvPr>
          <p:cNvSpPr/>
          <p:nvPr/>
        </p:nvSpPr>
        <p:spPr>
          <a:xfrm>
            <a:off x="5829529" y="1608574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35052D12-09FC-4ABE-15F2-6656A5F93898}"/>
              </a:ext>
            </a:extLst>
          </p:cNvPr>
          <p:cNvSpPr/>
          <p:nvPr/>
        </p:nvSpPr>
        <p:spPr>
          <a:xfrm>
            <a:off x="1592633" y="2956880"/>
            <a:ext cx="8370876" cy="75490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lang="es-ES" sz="1100" b="1" dirty="0"/>
              <a:t>Ingresar el ID del estudiante. </a:t>
            </a:r>
            <a:r>
              <a:rPr lang="es-ES" sz="1100" dirty="0"/>
              <a:t>Digite o busque el ID del estudiante que será objeto de la asignación.</a:t>
            </a:r>
          </a:p>
          <a:p>
            <a:pPr marL="228600" indent="-228600">
              <a:buAutoNum type="arabicPeriod"/>
            </a:pPr>
            <a:r>
              <a:rPr lang="es-ES" sz="1100" b="1" dirty="0"/>
              <a:t>Seleccionar el período académico</a:t>
            </a:r>
            <a:r>
              <a:rPr lang="es-ES" sz="1100" dirty="0"/>
              <a:t>. Indique el período en el que se realizará la asignación de la educación cooperativa.</a:t>
            </a:r>
          </a:p>
          <a:p>
            <a:pPr marL="228600" indent="-228600">
              <a:buAutoNum type="arabicPeriod"/>
            </a:pPr>
            <a:r>
              <a:rPr lang="es-ES" sz="1100" b="1" dirty="0"/>
              <a:t>Hacer clic en "Ir". </a:t>
            </a:r>
            <a:r>
              <a:rPr lang="es-ES" sz="1100" dirty="0"/>
              <a:t>Presione el botón Ir para consultar la información y continuar con el proceso.</a:t>
            </a:r>
            <a:endParaRPr lang="es-MX" sz="1100" dirty="0"/>
          </a:p>
        </p:txBody>
      </p:sp>
    </p:spTree>
    <p:extLst>
      <p:ext uri="{BB962C8B-B14F-4D97-AF65-F5344CB8AC3E}">
        <p14:creationId xmlns:p14="http://schemas.microsoft.com/office/powerpoint/2010/main" val="3176448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5FB49-B125-6E9F-0283-15DB2C40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862386-CF3C-ECDD-FACD-95370CCAFBC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D5418BA-6D98-2428-516C-020A6EC23B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EA86493-F0E3-1CA1-D4FA-890439BAA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  <a:effectLst/>
              </a:rPr>
              <a:t>A</a:t>
            </a:r>
            <a:r>
              <a:rPr lang="es-ES_tradnl" dirty="0">
                <a:solidFill>
                  <a:schemeClr val="accent1"/>
                </a:solidFill>
              </a:rPr>
              <a:t>signación de educación cooperativa SGACOOP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FB972F-01B3-E7AD-0244-1D5F07302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32" y="954157"/>
            <a:ext cx="10558732" cy="5227041"/>
          </a:xfrm>
          <a:prstGeom prst="rect">
            <a:avLst/>
          </a:prstGeom>
        </p:spPr>
      </p:pic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000551E1-92CA-6BBC-71D1-0C932A03E6EB}"/>
              </a:ext>
            </a:extLst>
          </p:cNvPr>
          <p:cNvSpPr/>
          <p:nvPr/>
        </p:nvSpPr>
        <p:spPr>
          <a:xfrm>
            <a:off x="886207" y="2039896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346820A0-0D47-5C01-E551-0B69240B673A}"/>
              </a:ext>
            </a:extLst>
          </p:cNvPr>
          <p:cNvSpPr/>
          <p:nvPr/>
        </p:nvSpPr>
        <p:spPr>
          <a:xfrm>
            <a:off x="3474512" y="2529821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52365218-C969-6F8E-198F-594EFFF14405}"/>
              </a:ext>
            </a:extLst>
          </p:cNvPr>
          <p:cNvSpPr/>
          <p:nvPr/>
        </p:nvSpPr>
        <p:spPr>
          <a:xfrm>
            <a:off x="3474513" y="2258593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0A679007-E256-651E-7BA4-699A13E18114}"/>
              </a:ext>
            </a:extLst>
          </p:cNvPr>
          <p:cNvSpPr/>
          <p:nvPr/>
        </p:nvSpPr>
        <p:spPr>
          <a:xfrm>
            <a:off x="2936798" y="2872002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0A3C3AE2-92A8-381D-4519-26087ACE288D}"/>
              </a:ext>
            </a:extLst>
          </p:cNvPr>
          <p:cNvSpPr/>
          <p:nvPr/>
        </p:nvSpPr>
        <p:spPr>
          <a:xfrm>
            <a:off x="8176857" y="2065774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BFA3BB28-EE37-45D5-EC2F-63DB6B4CA92F}"/>
              </a:ext>
            </a:extLst>
          </p:cNvPr>
          <p:cNvSpPr/>
          <p:nvPr/>
        </p:nvSpPr>
        <p:spPr>
          <a:xfrm>
            <a:off x="8176857" y="2596965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9</a:t>
            </a: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7B2AFB37-DFCB-1CB5-ADA6-329341A6FE4F}"/>
              </a:ext>
            </a:extLst>
          </p:cNvPr>
          <p:cNvSpPr/>
          <p:nvPr/>
        </p:nvSpPr>
        <p:spPr>
          <a:xfrm>
            <a:off x="8194109" y="2858792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10</a:t>
            </a:r>
          </a:p>
        </p:txBody>
      </p:sp>
      <p:sp>
        <p:nvSpPr>
          <p:cNvPr id="15" name="Rectángulo redondeado 8">
            <a:extLst>
              <a:ext uri="{FF2B5EF4-FFF2-40B4-BE49-F238E27FC236}">
                <a16:creationId xmlns:a16="http://schemas.microsoft.com/office/drawing/2014/main" id="{901BFAF6-9A1D-319D-72C6-E6F23767DBD4}"/>
              </a:ext>
            </a:extLst>
          </p:cNvPr>
          <p:cNvSpPr/>
          <p:nvPr/>
        </p:nvSpPr>
        <p:spPr>
          <a:xfrm>
            <a:off x="1246628" y="4324181"/>
            <a:ext cx="8370876" cy="184801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/>
              <a:t>4</a:t>
            </a:r>
            <a:r>
              <a:rPr lang="es-ES" sz="1100" dirty="0"/>
              <a:t>. </a:t>
            </a:r>
            <a:r>
              <a:rPr lang="es-ES" sz="1100" b="1" dirty="0"/>
              <a:t>Seleccionar el nivel académico. </a:t>
            </a:r>
            <a:r>
              <a:rPr lang="es-ES" sz="1100" dirty="0"/>
              <a:t>Elija el nivel al que pertenece el estudiante.</a:t>
            </a:r>
          </a:p>
          <a:p>
            <a:r>
              <a:rPr lang="es-ES" sz="1100" b="1" dirty="0"/>
              <a:t>5</a:t>
            </a:r>
            <a:r>
              <a:rPr lang="es-ES" sz="1100" dirty="0"/>
              <a:t>. </a:t>
            </a:r>
            <a:r>
              <a:rPr lang="es-ES" sz="1100" b="1" dirty="0"/>
              <a:t>Seleccionar el código de educación cooperativa</a:t>
            </a:r>
            <a:r>
              <a:rPr lang="es-ES" sz="1100" dirty="0"/>
              <a:t>. Seleccione el código correspondiente a la actividad que será asignada.</a:t>
            </a:r>
          </a:p>
          <a:p>
            <a:r>
              <a:rPr lang="es-ES" sz="1100" b="1" dirty="0"/>
              <a:t>6</a:t>
            </a:r>
            <a:r>
              <a:rPr lang="es-ES" sz="1100" dirty="0"/>
              <a:t>. </a:t>
            </a:r>
            <a:r>
              <a:rPr lang="es-ES" sz="1100" b="1" dirty="0"/>
              <a:t>Seleccionar el NRC</a:t>
            </a:r>
            <a:r>
              <a:rPr lang="es-ES" sz="1100" dirty="0"/>
              <a:t>. Elija el NRC de la sección de educación cooperativa.</a:t>
            </a:r>
          </a:p>
          <a:p>
            <a:r>
              <a:rPr lang="es-ES" sz="1100" b="1" dirty="0"/>
              <a:t>7</a:t>
            </a:r>
            <a:r>
              <a:rPr lang="es-ES" sz="1100" dirty="0"/>
              <a:t>. </a:t>
            </a:r>
            <a:r>
              <a:rPr lang="es-ES" sz="1100" b="1" dirty="0"/>
              <a:t>Registrar la fecha de inicio</a:t>
            </a:r>
            <a:r>
              <a:rPr lang="es-ES" sz="1100" dirty="0"/>
              <a:t>. Ingrese la fecha de inicio de la actividad.</a:t>
            </a:r>
          </a:p>
          <a:p>
            <a:r>
              <a:rPr lang="es-ES" sz="1100" b="1" dirty="0"/>
              <a:t>8.</a:t>
            </a:r>
            <a:r>
              <a:rPr lang="es-ES" sz="1100" dirty="0"/>
              <a:t> </a:t>
            </a:r>
            <a:r>
              <a:rPr lang="es-ES" sz="1100" b="1" dirty="0"/>
              <a:t>Registrar la fecha de finalización</a:t>
            </a:r>
            <a:r>
              <a:rPr lang="es-ES" sz="1100" dirty="0"/>
              <a:t>. Ingrese la fecha de fin de la actividad. </a:t>
            </a:r>
          </a:p>
          <a:p>
            <a:r>
              <a:rPr lang="es-ES" sz="1100" dirty="0"/>
              <a:t>	Si aplica, marque la opción Sobrepasar.</a:t>
            </a:r>
          </a:p>
          <a:p>
            <a:r>
              <a:rPr lang="es-ES" sz="1100" b="1" dirty="0"/>
              <a:t>9.</a:t>
            </a:r>
            <a:r>
              <a:rPr lang="es-ES" sz="1100" dirty="0"/>
              <a:t> </a:t>
            </a:r>
            <a:r>
              <a:rPr lang="es-ES" sz="1100" b="1" dirty="0"/>
              <a:t>Registrar la fecha de evaluación preparada</a:t>
            </a:r>
            <a:r>
              <a:rPr lang="es-ES" sz="1100" dirty="0"/>
              <a:t>. Ingrese la fecha en la que la evaluación fue preparada.</a:t>
            </a:r>
          </a:p>
          <a:p>
            <a:r>
              <a:rPr lang="es-ES" sz="1100" b="1" dirty="0"/>
              <a:t>10.</a:t>
            </a:r>
            <a:r>
              <a:rPr lang="es-ES" sz="1100" dirty="0"/>
              <a:t> </a:t>
            </a:r>
            <a:r>
              <a:rPr lang="es-ES" sz="1100" b="1" dirty="0"/>
              <a:t>Registrar la fecha de evaluación recibida</a:t>
            </a:r>
            <a:r>
              <a:rPr lang="es-ES" sz="1100" dirty="0"/>
              <a:t>. Ingrese la fecha en la que se recibió la evaluación.</a:t>
            </a:r>
            <a:endParaRPr lang="es-MX" sz="1100" dirty="0"/>
          </a:p>
        </p:txBody>
      </p:sp>
    </p:spTree>
    <p:extLst>
      <p:ext uri="{BB962C8B-B14F-4D97-AF65-F5344CB8AC3E}">
        <p14:creationId xmlns:p14="http://schemas.microsoft.com/office/powerpoint/2010/main" val="1240180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BD4DA-5D0C-3000-6EA3-D825D5EEC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30C452-5817-0088-990B-3F89D160C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72" y="954157"/>
            <a:ext cx="10852030" cy="531008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D0ABE4-022C-2602-3FA6-F35D16E6743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5534DDD8-43F6-F644-644A-80F4769CD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B8F696F-4DE5-DD9E-C7F2-D4E673EC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  <a:effectLst/>
              </a:rPr>
              <a:t>A</a:t>
            </a:r>
            <a:r>
              <a:rPr lang="es-ES_tradnl" dirty="0">
                <a:solidFill>
                  <a:schemeClr val="accent1"/>
                </a:solidFill>
              </a:rPr>
              <a:t>signación de educación cooperativa SGACOOP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850D5238-F45D-1BC7-E2F0-5D2B35FDABBF}"/>
              </a:ext>
            </a:extLst>
          </p:cNvPr>
          <p:cNvSpPr/>
          <p:nvPr/>
        </p:nvSpPr>
        <p:spPr>
          <a:xfrm>
            <a:off x="3646660" y="3154230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11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810433BF-F3CD-32F8-391B-626E951946DE}"/>
              </a:ext>
            </a:extLst>
          </p:cNvPr>
          <p:cNvSpPr/>
          <p:nvPr/>
        </p:nvSpPr>
        <p:spPr>
          <a:xfrm>
            <a:off x="400635" y="3827897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13</a:t>
            </a:r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8BEF2493-CFF5-5197-6A73-877E69DA8666}"/>
              </a:ext>
            </a:extLst>
          </p:cNvPr>
          <p:cNvSpPr/>
          <p:nvPr/>
        </p:nvSpPr>
        <p:spPr>
          <a:xfrm>
            <a:off x="3356597" y="3609200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12</a:t>
            </a:r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EA82F8F0-1F0A-AD14-8251-5684F09CB3C8}"/>
              </a:ext>
            </a:extLst>
          </p:cNvPr>
          <p:cNvSpPr/>
          <p:nvPr/>
        </p:nvSpPr>
        <p:spPr>
          <a:xfrm>
            <a:off x="3201328" y="3980699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14</a:t>
            </a:r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67DEB8D5-D3B0-8BEF-7EB2-6E2A637E3692}"/>
              </a:ext>
            </a:extLst>
          </p:cNvPr>
          <p:cNvSpPr/>
          <p:nvPr/>
        </p:nvSpPr>
        <p:spPr>
          <a:xfrm>
            <a:off x="2344430" y="4417773"/>
            <a:ext cx="381517" cy="231866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15</a:t>
            </a:r>
          </a:p>
        </p:txBody>
      </p:sp>
      <p:sp>
        <p:nvSpPr>
          <p:cNvPr id="13" name="Rectángulo redondeado 8">
            <a:extLst>
              <a:ext uri="{FF2B5EF4-FFF2-40B4-BE49-F238E27FC236}">
                <a16:creationId xmlns:a16="http://schemas.microsoft.com/office/drawing/2014/main" id="{B60E326E-190B-0736-B05F-EEC9E5A13F8F}"/>
              </a:ext>
            </a:extLst>
          </p:cNvPr>
          <p:cNvSpPr/>
          <p:nvPr/>
        </p:nvSpPr>
        <p:spPr>
          <a:xfrm>
            <a:off x="1120770" y="4690894"/>
            <a:ext cx="9950459" cy="184801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/>
              <a:t>11. Seleccionar el ID del empleador.</a:t>
            </a:r>
            <a:r>
              <a:rPr lang="es-ES" sz="1100" dirty="0"/>
              <a:t> Busque y seleccione el empleador asociado a la educación cooperativa. </a:t>
            </a:r>
          </a:p>
          <a:p>
            <a:r>
              <a:rPr lang="es-ES" sz="1100" b="1" dirty="0"/>
              <a:t>12. Seleccionar el código del empleador.</a:t>
            </a:r>
            <a:r>
              <a:rPr lang="es-ES" sz="1100" dirty="0"/>
              <a:t> Elija el código correspondiente a la empresa donde el estudiante realizará la actividad. </a:t>
            </a:r>
          </a:p>
          <a:p>
            <a:r>
              <a:rPr lang="es-ES" sz="1100" b="1" dirty="0"/>
              <a:t>13. Registrar el nombre del contacto.</a:t>
            </a:r>
            <a:r>
              <a:rPr lang="es-ES" sz="1100" dirty="0"/>
              <a:t> Ingrese el nombre de la persona de contacto del empleador. </a:t>
            </a:r>
          </a:p>
          <a:p>
            <a:r>
              <a:rPr lang="es-ES" sz="1100" b="1" dirty="0"/>
              <a:t>14. Registrar el cargo del contacto.</a:t>
            </a:r>
            <a:r>
              <a:rPr lang="es-ES" sz="1100" dirty="0"/>
              <a:t> Ingrese el cargo o título de la persona de contacto. </a:t>
            </a:r>
          </a:p>
          <a:p>
            <a:r>
              <a:rPr lang="es-ES" sz="1100" b="1" dirty="0"/>
              <a:t>15. Registrar el teléfono de contacto.</a:t>
            </a:r>
            <a:r>
              <a:rPr lang="es-ES" sz="1100" dirty="0"/>
              <a:t> Ingrese el número telefónico de la persona de contacto. </a:t>
            </a:r>
          </a:p>
          <a:p>
            <a:endParaRPr lang="es-ES" sz="1100" dirty="0"/>
          </a:p>
          <a:p>
            <a:r>
              <a:rPr lang="es-ES" sz="1100" b="1" dirty="0"/>
              <a:t>Nota:</a:t>
            </a:r>
            <a:r>
              <a:rPr lang="es-ES" sz="1100" dirty="0"/>
              <a:t> Si el empleador ya se encuentra registrado en Banner, al seleccionar el </a:t>
            </a:r>
            <a:r>
              <a:rPr lang="es-ES" sz="1100" b="1" dirty="0"/>
              <a:t>ID del empleador</a:t>
            </a:r>
            <a:r>
              <a:rPr lang="es-ES" sz="1100" dirty="0"/>
              <a:t> el sistema completará automáticamente la información de contacto y dirección asociada. Solo será necesario actualizar los datos cuando corresponda. Esta nota puede incluirse al final de la sección del instructivo para orientar al usuario sobre el comportamiento del sistema.</a:t>
            </a:r>
          </a:p>
        </p:txBody>
      </p:sp>
    </p:spTree>
    <p:extLst>
      <p:ext uri="{BB962C8B-B14F-4D97-AF65-F5344CB8AC3E}">
        <p14:creationId xmlns:p14="http://schemas.microsoft.com/office/powerpoint/2010/main" val="2096535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7A91F-503B-1608-1622-84F8BC4C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6827BE-2686-1854-43FB-9EE98B61F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289" y="884693"/>
            <a:ext cx="10772441" cy="531875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A61485-38AD-F698-113F-AE40859C33A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4D7CCC65-477C-9734-339E-6F18792C4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8FC28E7-542F-1F47-A6B4-B80A73E3F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  <a:effectLst/>
              </a:rPr>
              <a:t>A</a:t>
            </a:r>
            <a:r>
              <a:rPr lang="es-ES_tradnl" dirty="0">
                <a:solidFill>
                  <a:schemeClr val="accent1"/>
                </a:solidFill>
              </a:rPr>
              <a:t>signación de educación cooperativa SGACOOP</a:t>
            </a:r>
            <a:br>
              <a:rPr lang="es-CL" dirty="0">
                <a:solidFill>
                  <a:schemeClr val="accent1"/>
                </a:solidFill>
                <a:effectLst/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844D2B16-DE8F-7A53-E59D-3D8102CC666E}"/>
              </a:ext>
            </a:extLst>
          </p:cNvPr>
          <p:cNvSpPr/>
          <p:nvPr/>
        </p:nvSpPr>
        <p:spPr>
          <a:xfrm>
            <a:off x="10383894" y="1717922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90A8ABEC-6127-7704-7CE6-739AC122D5ED}"/>
              </a:ext>
            </a:extLst>
          </p:cNvPr>
          <p:cNvSpPr/>
          <p:nvPr/>
        </p:nvSpPr>
        <p:spPr>
          <a:xfrm>
            <a:off x="919289" y="2945669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D8C8C514-7D14-9395-12E3-02C33CFD4653}"/>
              </a:ext>
            </a:extLst>
          </p:cNvPr>
          <p:cNvSpPr/>
          <p:nvPr/>
        </p:nvSpPr>
        <p:spPr>
          <a:xfrm>
            <a:off x="1099499" y="4114799"/>
            <a:ext cx="9950459" cy="129903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/>
              <a:t>1. Agregar un nuevo registro.</a:t>
            </a:r>
            <a:r>
              <a:rPr lang="es-ES" sz="1100" dirty="0"/>
              <a:t> Haga clic en el botón </a:t>
            </a:r>
            <a:r>
              <a:rPr lang="es-ES" sz="1100" b="1" dirty="0"/>
              <a:t>Agregar (+)</a:t>
            </a:r>
            <a:r>
              <a:rPr lang="es-ES" sz="1100" dirty="0"/>
              <a:t> para crear un deber de educación cooperativa. </a:t>
            </a:r>
          </a:p>
          <a:p>
            <a:r>
              <a:rPr lang="es-ES" sz="1100" b="1" dirty="0"/>
              <a:t>2. Seleccionar el deber.</a:t>
            </a:r>
            <a:r>
              <a:rPr lang="es-ES" sz="1100" dirty="0"/>
              <a:t> Elija el deber de educación cooperativa que será asignado al estudiante. </a:t>
            </a:r>
          </a:p>
          <a:p>
            <a:r>
              <a:rPr lang="es-ES" sz="1100" b="1" dirty="0"/>
              <a:t>3. Guardar los cambios.</a:t>
            </a:r>
            <a:r>
              <a:rPr lang="es-ES" sz="1100" dirty="0"/>
              <a:t> Haga clic en </a:t>
            </a:r>
            <a:r>
              <a:rPr lang="es-ES" sz="1100" b="1" dirty="0"/>
              <a:t>Guardar</a:t>
            </a:r>
            <a:r>
              <a:rPr lang="es-ES" sz="1100" dirty="0"/>
              <a:t> para registrar la información.  </a:t>
            </a:r>
          </a:p>
          <a:p>
            <a:endParaRPr lang="es-ES" sz="1100" dirty="0"/>
          </a:p>
          <a:p>
            <a:r>
              <a:rPr lang="es-ES" sz="1100" b="1" dirty="0"/>
              <a:t>Nota:</a:t>
            </a:r>
            <a:r>
              <a:rPr lang="es-ES" sz="1100" dirty="0"/>
              <a:t> Si el estudiante tiene varios deberes de educación cooperativa, repita los pasos </a:t>
            </a:r>
            <a:r>
              <a:rPr lang="es-ES" sz="1100" b="1" dirty="0"/>
              <a:t>1</a:t>
            </a:r>
            <a:r>
              <a:rPr lang="es-ES" sz="1100" dirty="0"/>
              <a:t> y </a:t>
            </a:r>
            <a:r>
              <a:rPr lang="es-ES" sz="1100" b="1" dirty="0"/>
              <a:t>2</a:t>
            </a:r>
            <a:r>
              <a:rPr lang="es-ES" sz="1100" dirty="0"/>
              <a:t> para cada uno de ellos y, al finalizar, haga clic en </a:t>
            </a:r>
            <a:r>
              <a:rPr lang="es-ES" sz="1100" b="1" dirty="0"/>
              <a:t>Guardar</a:t>
            </a:r>
            <a:r>
              <a:rPr lang="es-ES" sz="1100" dirty="0"/>
              <a:t> para conservar todos los registros. Este tipo de nota suele ser útil en los instructivos porque aclara que la pantalla permite registrar múltiples deberes.</a:t>
            </a:r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F5185B0C-084E-05B1-B27E-CB6C892404A3}"/>
              </a:ext>
            </a:extLst>
          </p:cNvPr>
          <p:cNvSpPr/>
          <p:nvPr/>
        </p:nvSpPr>
        <p:spPr>
          <a:xfrm>
            <a:off x="10592984" y="5918066"/>
            <a:ext cx="360421" cy="218697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40977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Definición y gestión de la asesoría de estudiantes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7" y="2008765"/>
            <a:ext cx="9720118" cy="4022580"/>
          </a:xfrm>
        </p:spPr>
        <p:txBody>
          <a:bodyPr/>
          <a:lstStyle/>
          <a:p>
            <a:r>
              <a:rPr lang="es-ES" sz="2000" b="1" dirty="0"/>
              <a:t>Gestionar el proceso de educación cooperativa de estudiantes:</a:t>
            </a:r>
            <a:endParaRPr lang="es-E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000" dirty="0"/>
              <a:t>Configurar los códigos de educación cooperativa (</a:t>
            </a:r>
            <a:r>
              <a:rPr lang="es-ES" sz="2000" b="1" dirty="0"/>
              <a:t>STVCOPC</a:t>
            </a:r>
            <a:r>
              <a:rPr lang="es-ES" sz="2000" dirty="0"/>
              <a:t>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000" dirty="0"/>
              <a:t>Registrar y mantener los empleadores (</a:t>
            </a:r>
            <a:r>
              <a:rPr lang="es-ES" sz="2000" b="1" dirty="0"/>
              <a:t>STVEMPL</a:t>
            </a:r>
            <a:r>
              <a:rPr lang="es-ES" sz="2000" dirty="0"/>
              <a:t>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000" dirty="0"/>
              <a:t>Asignar la educación cooperativa al estudiante, definiendo período, NRC, empleador y fechas (</a:t>
            </a:r>
            <a:r>
              <a:rPr lang="es-ES" sz="2000" b="1" dirty="0"/>
              <a:t>SGACOOP</a:t>
            </a:r>
            <a:r>
              <a:rPr lang="es-ES" sz="2000" dirty="0"/>
              <a:t>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000" dirty="0"/>
              <a:t>Registrar los deberes y requisitos asociados a la educación cooperativa (</a:t>
            </a:r>
            <a:r>
              <a:rPr lang="es-ES" sz="2000" b="1" dirty="0"/>
              <a:t>SGACOOP</a:t>
            </a:r>
            <a:r>
              <a:rPr lang="es-ES" sz="2000" dirty="0"/>
              <a:t>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000" dirty="0"/>
              <a:t>Realizar el seguimiento del cumplimiento de las actividades de educación cooperativa hasta la finalización del proceso.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Consultor</a:t>
            </a:r>
          </a:p>
          <a:p>
            <a:r>
              <a:rPr lang="en-US" dirty="0"/>
              <a:t>Correo@ellucian.com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4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543" y="4028176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09066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8E342B2F-0662-4103-A2D9-0955199F3085}" vid="{C5F4BFEF-EBA5-4449-9DDB-9D044EAA59E9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8E342B2F-0662-4103-A2D9-0955199F3085}" vid="{D5A50C3E-685D-4ADD-B93A-1035FFFC57E2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NUEVO TEMPLATE</Template>
  <TotalTime>5888</TotalTime>
  <Words>1024</Words>
  <Application>Microsoft Office PowerPoint</Application>
  <PresentationFormat>Widescreen</PresentationFormat>
  <Paragraphs>121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Gestión de Prácticas Profesionales</vt:lpstr>
      <vt:lpstr>PowerPoint Presentation</vt:lpstr>
      <vt:lpstr>Overview</vt:lpstr>
      <vt:lpstr>Overview: Mapa de capacidades</vt:lpstr>
      <vt:lpstr>Overview: Proceso gestionar la carga de trabajo docente</vt:lpstr>
      <vt:lpstr>PowerPoint Presentation</vt:lpstr>
      <vt:lpstr>PowerPoint Presentation</vt:lpstr>
      <vt:lpstr>Configuraciones</vt:lpstr>
      <vt:lpstr>STVEMPL Código del Empleador </vt:lpstr>
      <vt:lpstr>STVCOPC Código de educación cooperativa  </vt:lpstr>
      <vt:lpstr>Asignación de educación cooperativa SGACOOP </vt:lpstr>
      <vt:lpstr>Asignación de educación cooperativa SGACOOP </vt:lpstr>
      <vt:lpstr>Asignación de educación cooperativa SGACOOP </vt:lpstr>
      <vt:lpstr>Asignación de educación cooperativa SGACOOP </vt:lpstr>
      <vt:lpstr>Asignación de educación cooperativa SGACOOP 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Molina, Sergio</cp:lastModifiedBy>
  <cp:revision>291</cp:revision>
  <dcterms:created xsi:type="dcterms:W3CDTF">2023-07-17T20:07:38Z</dcterms:created>
  <dcterms:modified xsi:type="dcterms:W3CDTF">2026-07-22T02:00:07Z</dcterms:modified>
</cp:coreProperties>
</file>