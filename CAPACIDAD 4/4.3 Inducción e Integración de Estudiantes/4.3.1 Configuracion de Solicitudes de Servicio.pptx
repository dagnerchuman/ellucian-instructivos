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736" r:id="rId5"/>
    <p:sldId id="712" r:id="rId6"/>
    <p:sldId id="1174" r:id="rId7"/>
    <p:sldId id="1175" r:id="rId8"/>
    <p:sldId id="1251" r:id="rId9"/>
    <p:sldId id="1259" r:id="rId10"/>
    <p:sldId id="1250" r:id="rId11"/>
    <p:sldId id="1240" r:id="rId12"/>
    <p:sldId id="1252" r:id="rId13"/>
    <p:sldId id="1271" r:id="rId14"/>
    <p:sldId id="1278" r:id="rId15"/>
    <p:sldId id="1279" r:id="rId16"/>
    <p:sldId id="1280" r:id="rId17"/>
    <p:sldId id="1281" r:id="rId18"/>
    <p:sldId id="1282" r:id="rId19"/>
    <p:sldId id="1283" r:id="rId20"/>
    <p:sldId id="1290" r:id="rId21"/>
    <p:sldId id="1284" r:id="rId22"/>
    <p:sldId id="1285" r:id="rId23"/>
    <p:sldId id="1287" r:id="rId24"/>
    <p:sldId id="1288" r:id="rId25"/>
    <p:sldId id="1289" r:id="rId26"/>
    <p:sldId id="1286" r:id="rId27"/>
    <p:sldId id="1221" r:id="rId28"/>
    <p:sldId id="1222" r:id="rId29"/>
    <p:sldId id="741" r:id="rId30"/>
  </p:sldIdLst>
  <p:sldSz cx="9144000" cy="5143500" type="screen16x9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0C076E0D-1BCA-496C-9B08-0F159B0D92DC}">
          <p14:sldIdLst>
            <p14:sldId id="736"/>
            <p14:sldId id="712"/>
            <p14:sldId id="1174"/>
            <p14:sldId id="1175"/>
            <p14:sldId id="1251"/>
            <p14:sldId id="1259"/>
            <p14:sldId id="1250"/>
            <p14:sldId id="1240"/>
            <p14:sldId id="1252"/>
            <p14:sldId id="1271"/>
            <p14:sldId id="1278"/>
            <p14:sldId id="1279"/>
            <p14:sldId id="1280"/>
            <p14:sldId id="1281"/>
            <p14:sldId id="1282"/>
            <p14:sldId id="1283"/>
            <p14:sldId id="1290"/>
            <p14:sldId id="1284"/>
            <p14:sldId id="1285"/>
            <p14:sldId id="1287"/>
            <p14:sldId id="1288"/>
            <p14:sldId id="1289"/>
            <p14:sldId id="1286"/>
            <p14:sldId id="1221"/>
            <p14:sldId id="1222"/>
            <p14:sldId id="7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264">
          <p15:clr>
            <a:srgbClr val="A4A3A4"/>
          </p15:clr>
        </p15:guide>
        <p15:guide id="6" pos="2883">
          <p15:clr>
            <a:srgbClr val="A4A3A4"/>
          </p15:clr>
        </p15:guide>
        <p15:guide id="10" orient="horz" pos="27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milla Sullivan" initials="" lastIdx="43" clrIdx="0"/>
  <p:cmAuthor id="1" name="Brent Morris" initials="" lastIdx="0" clrIdx="1"/>
  <p:cmAuthor id="2" name="Carmody, Debbie" initials="CD" lastIdx="16" clrIdx="2"/>
  <p:cmAuthor id="3" name="Rakowski, Emily" initials="RE" lastIdx="3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9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CFA"/>
    <a:srgbClr val="DF1C5A"/>
    <a:srgbClr val="45A1AA"/>
    <a:srgbClr val="6B6F72"/>
    <a:srgbClr val="C5D81F"/>
    <a:srgbClr val="A1ABD7"/>
    <a:srgbClr val="FF9900"/>
    <a:srgbClr val="462F89"/>
    <a:srgbClr val="642673"/>
    <a:srgbClr val="DCD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2" autoAdjust="0"/>
    <p:restoredTop sz="95102" autoAdjust="0"/>
  </p:normalViewPr>
  <p:slideViewPr>
    <p:cSldViewPr snapToGrid="0" snapToObjects="1" showGuides="1">
      <p:cViewPr varScale="1">
        <p:scale>
          <a:sx n="143" d="100"/>
          <a:sy n="143" d="100"/>
        </p:scale>
        <p:origin x="564" y="114"/>
      </p:cViewPr>
      <p:guideLst>
        <p:guide orient="horz" pos="4264"/>
        <p:guide pos="2883"/>
        <p:guide orient="horz" pos="2724"/>
      </p:guideLst>
    </p:cSldViewPr>
  </p:slideViewPr>
  <p:outlineViewPr>
    <p:cViewPr>
      <p:scale>
        <a:sx n="33" d="100"/>
        <a:sy n="33" d="100"/>
      </p:scale>
      <p:origin x="0" y="-41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napToObjects="1" showGuides="1">
      <p:cViewPr>
        <p:scale>
          <a:sx n="75" d="100"/>
          <a:sy n="75" d="100"/>
        </p:scale>
        <p:origin x="2755" y="-413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7A92C477-285A-664E-866F-D0B5150B495E}" type="datetime1">
              <a:rPr lang="en-US" smtClean="0"/>
              <a:pPr/>
              <a:t>7/15/2020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A79B3CB2-D278-FD48-95CA-B8E3879CB9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06794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3439AD16-6639-F84C-8424-7D4A5B5B9ECB}" type="datetime1">
              <a:rPr lang="en-US" smtClean="0"/>
              <a:pPr/>
              <a:t>7/15/2020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53" tIns="48327" rIns="96653" bIns="4832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CF541D2A-E99A-2F4F-B8C9-28142709F8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82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852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191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564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28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91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9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51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19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129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303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3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349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406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273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0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6616" y="3198174"/>
            <a:ext cx="5730384" cy="1192271"/>
          </a:xfrm>
        </p:spPr>
        <p:txBody>
          <a:bodyPr anchor="b">
            <a:noAutofit/>
          </a:bodyPr>
          <a:lstStyle>
            <a:lvl1pPr>
              <a:buNone/>
              <a:defRPr sz="1700" b="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NAME, Title, </a:t>
            </a:r>
            <a:r>
              <a:rPr lang="en-US" dirty="0" err="1"/>
              <a:t>Ellucian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356616" y="435881"/>
            <a:ext cx="4478528" cy="263525"/>
          </a:xfrm>
        </p:spPr>
        <p:txBody>
          <a:bodyPr>
            <a:noAutofit/>
          </a:bodyPr>
          <a:lstStyle>
            <a:lvl1pPr>
              <a:buNone/>
              <a:defRPr sz="1600" spc="1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WEBINAR [optional]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356616" y="838081"/>
            <a:ext cx="4478528" cy="2843177"/>
          </a:xfrm>
        </p:spPr>
        <p:txBody>
          <a:bodyPr tIns="0" bIns="0" anchor="t">
            <a:noAutofit/>
          </a:bodyPr>
          <a:lstStyle>
            <a:lvl1pPr algn="l">
              <a:lnSpc>
                <a:spcPct val="90000"/>
              </a:lnSpc>
              <a:defRPr sz="3700" b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pic>
        <p:nvPicPr>
          <p:cNvPr id="5" name="Picture 4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8555" y="4168939"/>
            <a:ext cx="1623521" cy="332435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717479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7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0D606AED-DD8D-9B4B-A5A1-B57A5083C0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122" y="193780"/>
            <a:ext cx="5033934" cy="5143500"/>
          </a:xfrm>
          <a:prstGeom prst="rect">
            <a:avLst/>
          </a:prstGeom>
        </p:spPr>
      </p:pic>
      <p:sp>
        <p:nvSpPr>
          <p:cNvPr id="4" name="Trapezoid 3"/>
          <p:cNvSpPr/>
          <p:nvPr userDrawn="1"/>
        </p:nvSpPr>
        <p:spPr>
          <a:xfrm>
            <a:off x="0" y="0"/>
            <a:ext cx="6858000" cy="5155629"/>
          </a:xfrm>
          <a:custGeom>
            <a:avLst/>
            <a:gdLst>
              <a:gd name="connsiteX0" fmla="*/ 0 w 6858000"/>
              <a:gd name="connsiteY0" fmla="*/ 5148072 h 5148072"/>
              <a:gd name="connsiteX1" fmla="*/ 0 w 6858000"/>
              <a:gd name="connsiteY1" fmla="*/ 0 h 5148072"/>
              <a:gd name="connsiteX2" fmla="*/ 6858000 w 6858000"/>
              <a:gd name="connsiteY2" fmla="*/ 0 h 5148072"/>
              <a:gd name="connsiteX3" fmla="*/ 6858000 w 6858000"/>
              <a:gd name="connsiteY3" fmla="*/ 5148072 h 5148072"/>
              <a:gd name="connsiteX4" fmla="*/ 0 w 6858000"/>
              <a:gd name="connsiteY4" fmla="*/ 5148072 h 5148072"/>
              <a:gd name="connsiteX0" fmla="*/ 0 w 6858000"/>
              <a:gd name="connsiteY0" fmla="*/ 5148072 h 5155629"/>
              <a:gd name="connsiteX1" fmla="*/ 0 w 6858000"/>
              <a:gd name="connsiteY1" fmla="*/ 0 h 5155629"/>
              <a:gd name="connsiteX2" fmla="*/ 6858000 w 6858000"/>
              <a:gd name="connsiteY2" fmla="*/ 0 h 5155629"/>
              <a:gd name="connsiteX3" fmla="*/ 4840275 w 6858000"/>
              <a:gd name="connsiteY3" fmla="*/ 5155629 h 5155629"/>
              <a:gd name="connsiteX4" fmla="*/ 0 w 6858000"/>
              <a:gd name="connsiteY4" fmla="*/ 5148072 h 5155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5155629">
                <a:moveTo>
                  <a:pt x="0" y="5148072"/>
                </a:moveTo>
                <a:lnTo>
                  <a:pt x="0" y="0"/>
                </a:lnTo>
                <a:lnTo>
                  <a:pt x="6858000" y="0"/>
                </a:lnTo>
                <a:lnTo>
                  <a:pt x="4840275" y="5155629"/>
                </a:ln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345982" y="1942352"/>
            <a:ext cx="4988018" cy="1613647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ellucian_purpl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982" y="1223683"/>
            <a:ext cx="1745783" cy="359319"/>
          </a:xfrm>
          <a:prstGeom prst="rect">
            <a:avLst/>
          </a:prstGeom>
        </p:spPr>
      </p:pic>
      <p:sp>
        <p:nvSpPr>
          <p:cNvPr id="10" name="Text Placeholder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42900" y="4157665"/>
            <a:ext cx="4797294" cy="506563"/>
          </a:xfrm>
        </p:spPr>
        <p:txBody>
          <a:bodyPr anchor="t" anchorCtr="0">
            <a:noAutofit/>
          </a:bodyPr>
          <a:lstStyle>
            <a:lvl1pPr>
              <a:buNone/>
              <a:defRPr sz="1700" b="0" spc="0" baseline="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Presenter’s title</a:t>
            </a:r>
            <a:br>
              <a:rPr lang="en-US" dirty="0"/>
            </a:br>
            <a:r>
              <a:rPr lang="en-US" dirty="0" err="1"/>
              <a:t>Ellucian</a:t>
            </a:r>
            <a:endParaRPr lang="en-US" dirty="0"/>
          </a:p>
        </p:txBody>
      </p:sp>
      <p:sp>
        <p:nvSpPr>
          <p:cNvPr id="3" name="Right Triangle 2"/>
          <p:cNvSpPr/>
          <p:nvPr userDrawn="1"/>
        </p:nvSpPr>
        <p:spPr>
          <a:xfrm flipH="1" flipV="1">
            <a:off x="4953000" y="-2"/>
            <a:ext cx="4191000" cy="4206240"/>
          </a:xfrm>
          <a:prstGeom prst="rtTriangle">
            <a:avLst/>
          </a:prstGeom>
          <a:solidFill>
            <a:srgbClr val="45A1AA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42900" y="3539694"/>
            <a:ext cx="4992624" cy="626438"/>
          </a:xfrm>
        </p:spPr>
        <p:txBody>
          <a:bodyPr anchor="b">
            <a:noAutofit/>
          </a:bodyPr>
          <a:lstStyle>
            <a:lvl1pPr>
              <a:buNone/>
              <a:defRPr sz="1700" b="1" cap="all" spc="0" baseline="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445407426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2747" userDrawn="1">
          <p15:clr>
            <a:srgbClr val="FBAE40"/>
          </p15:clr>
        </p15:guide>
        <p15:guide id="2" pos="304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54636" y="743947"/>
            <a:ext cx="8449876" cy="1268322"/>
          </a:xfrm>
        </p:spPr>
        <p:txBody>
          <a:bodyPr tIns="0" bIns="0" anchor="b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354636" y="987655"/>
            <a:ext cx="3974217" cy="263525"/>
          </a:xfrm>
        </p:spPr>
        <p:txBody>
          <a:bodyPr>
            <a:normAutofit/>
          </a:bodyPr>
          <a:lstStyle>
            <a:lvl1pPr>
              <a:buNone/>
              <a:defRPr sz="1600" spc="100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 dirty="0"/>
              <a:t>SECTION # [optional]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54636" y="2334456"/>
            <a:ext cx="5331154" cy="1847042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0" name="Footer Placeholder 4"/>
          <p:cNvSpPr txBox="1">
            <a:spLocks/>
          </p:cNvSpPr>
          <p:nvPr userDrawn="1"/>
        </p:nvSpPr>
        <p:spPr>
          <a:xfrm>
            <a:off x="5156431" y="4943871"/>
            <a:ext cx="3319549" cy="107722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2018 Ellucian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21" name="Picture 20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808" y="4923038"/>
            <a:ext cx="737850" cy="151083"/>
          </a:xfrm>
          <a:prstGeom prst="rect">
            <a:avLst/>
          </a:prstGeom>
        </p:spPr>
      </p:pic>
      <p:sp>
        <p:nvSpPr>
          <p:cNvPr id="9" name="Slide Number Placeholder 3"/>
          <p:cNvSpPr txBox="1">
            <a:spLocks/>
          </p:cNvSpPr>
          <p:nvPr userDrawn="1"/>
        </p:nvSpPr>
        <p:spPr>
          <a:xfrm>
            <a:off x="8402405" y="4851610"/>
            <a:ext cx="403267" cy="20604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457200" rtl="0" eaLnBrk="1" latinLnBrk="0" hangingPunct="1">
              <a:defRPr sz="1100" b="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085A0-3A3D-6540-B0AC-0588E66301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717479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 userDrawn="1"/>
        </p:nvSpPr>
        <p:spPr>
          <a:xfrm flipH="1">
            <a:off x="7002462" y="0"/>
            <a:ext cx="2141537" cy="5143500"/>
          </a:xfrm>
          <a:prstGeom prst="rt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6" name="Picture 5" descr="ellucian_purple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472" y="4920570"/>
            <a:ext cx="755258" cy="155448"/>
          </a:xfrm>
          <a:prstGeom prst="rect">
            <a:avLst/>
          </a:prstGeom>
        </p:spPr>
      </p:pic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56616" y="2334456"/>
            <a:ext cx="5337346" cy="1847042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356616" y="743947"/>
            <a:ext cx="6889524" cy="1268322"/>
          </a:xfrm>
        </p:spPr>
        <p:txBody>
          <a:bodyPr tIns="0" bIns="0" anchor="b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Footer Placeholder 4"/>
          <p:cNvSpPr txBox="1">
            <a:spLocks/>
          </p:cNvSpPr>
          <p:nvPr userDrawn="1"/>
        </p:nvSpPr>
        <p:spPr>
          <a:xfrm>
            <a:off x="5156431" y="4943871"/>
            <a:ext cx="3319549" cy="107722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2018 Ellucian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356616" y="987655"/>
            <a:ext cx="3969020" cy="263525"/>
          </a:xfrm>
        </p:spPr>
        <p:txBody>
          <a:bodyPr>
            <a:noAutofit/>
          </a:bodyPr>
          <a:lstStyle>
            <a:lvl1pPr>
              <a:buNone/>
              <a:defRPr sz="1600" spc="100" baseline="0">
                <a:solidFill>
                  <a:srgbClr val="45A1AA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 dirty="0"/>
              <a:t>SECTION # [optional]</a:t>
            </a:r>
          </a:p>
        </p:txBody>
      </p:sp>
      <p:sp>
        <p:nvSpPr>
          <p:cNvPr id="16" name="Right Triangle 15"/>
          <p:cNvSpPr/>
          <p:nvPr userDrawn="1"/>
        </p:nvSpPr>
        <p:spPr>
          <a:xfrm flipH="1" flipV="1">
            <a:off x="7156449" y="-6121"/>
            <a:ext cx="1987550" cy="1987552"/>
          </a:xfrm>
          <a:prstGeom prst="rtTriangle">
            <a:avLst/>
          </a:prstGeom>
          <a:solidFill>
            <a:schemeClr val="accent4">
              <a:alpha val="7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5" name="Slide Number Placeholder 3"/>
          <p:cNvSpPr txBox="1">
            <a:spLocks/>
          </p:cNvSpPr>
          <p:nvPr userDrawn="1"/>
        </p:nvSpPr>
        <p:spPr>
          <a:xfrm>
            <a:off x="8402405" y="4851610"/>
            <a:ext cx="403267" cy="20604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457200" rtl="0" eaLnBrk="1" latinLnBrk="0" hangingPunct="1">
              <a:defRPr sz="1100" b="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085A0-3A3D-6540-B0AC-0588E66301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535780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pos="441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56616" y="365760"/>
            <a:ext cx="8450544" cy="43700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200717479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616" y="1200150"/>
            <a:ext cx="8450544" cy="3257550"/>
          </a:xfrm>
        </p:spPr>
        <p:txBody>
          <a:bodyPr>
            <a:noAutofit/>
          </a:bodyPr>
          <a:lstStyle>
            <a:lvl1pPr marL="0" indent="0" algn="l" defTabSz="457200" rtl="0" eaLnBrk="1" latinLnBrk="0" hangingPunct="1">
              <a:spcBef>
                <a:spcPts val="900"/>
              </a:spcBef>
              <a:buFontTx/>
              <a:buNone/>
              <a:defRPr lang="en-US" sz="1600" b="1" kern="1200" dirty="0" smtClean="0">
                <a:solidFill>
                  <a:srgbClr val="45A1AA"/>
                </a:solidFill>
                <a:latin typeface="Arial"/>
                <a:ea typeface="+mn-ea"/>
                <a:cs typeface="Arial"/>
              </a:defRPr>
            </a:lvl1pPr>
            <a:lvl2pPr marL="285750" indent="-285750" algn="l" defTabSz="457200" rtl="0" eaLnBrk="1" latinLnBrk="0" hangingPunct="1">
              <a:lnSpc>
                <a:spcPct val="95000"/>
              </a:lnSpc>
              <a:spcBef>
                <a:spcPts val="900"/>
              </a:spcBef>
              <a:buClr>
                <a:schemeClr val="tx1"/>
              </a:buCl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12763" indent="-285750" algn="l" defTabSz="457200" rtl="0" eaLnBrk="1" latinLnBrk="0" hangingPunct="1">
              <a:spcBef>
                <a:spcPts val="900"/>
              </a:spcBef>
              <a:buClr>
                <a:srgbClr val="642673"/>
              </a:buClr>
              <a:buFont typeface="Arial"/>
              <a:buChar char="•"/>
              <a:defRPr lang="en-US" sz="1400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3pPr>
            <a:lvl4pPr marL="687387" indent="-285750" algn="l" defTabSz="457200" rtl="0" eaLnBrk="1" latinLnBrk="0" hangingPunct="1">
              <a:spcBef>
                <a:spcPts val="900"/>
              </a:spcBef>
              <a:buClr>
                <a:srgbClr val="45A1AA"/>
              </a:buClr>
              <a:buFont typeface="Arial" panose="020B0604020202020204" pitchFamily="34" charset="0"/>
              <a:buChar char="•"/>
              <a:defRPr lang="en-US" sz="1200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4pPr>
            <a:lvl5pPr marL="687387" indent="-285750" algn="l" defTabSz="457200" rtl="0" eaLnBrk="1" latinLnBrk="0" hangingPunct="1">
              <a:spcBef>
                <a:spcPts val="900"/>
              </a:spcBef>
              <a:buClr>
                <a:srgbClr val="414042"/>
              </a:buClr>
              <a:buFont typeface="Arial" panose="020B0604020202020204" pitchFamily="34" charset="0"/>
              <a:buChar char="̶"/>
              <a:defRPr lang="en-US" sz="1200" kern="1200" dirty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5pPr>
          </a:lstStyle>
          <a:p>
            <a:pPr marL="342900" lvl="0" indent="-342900" algn="l" defTabSz="457200" rtl="0" eaLnBrk="1" latinLnBrk="0" hangingPunct="1">
              <a:spcBef>
                <a:spcPts val="1200"/>
              </a:spcBef>
              <a:buFontTx/>
              <a:buNone/>
            </a:pPr>
            <a:r>
              <a:rPr lang="en-US" dirty="0"/>
              <a:t>Click to edit Master text styles</a:t>
            </a:r>
          </a:p>
          <a:p>
            <a:pPr marL="173038" lvl="1" indent="-173038" algn="l" defTabSz="457200" rtl="0" eaLnBrk="1" latinLnBrk="0" hangingPunct="1">
              <a:lnSpc>
                <a:spcPct val="95000"/>
              </a:lnSpc>
              <a:spcBef>
                <a:spcPts val="9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401638" lvl="2" indent="-174625" algn="l" defTabSz="457200" rtl="0" eaLnBrk="1" latinLnBrk="0" hangingPunct="1">
              <a:spcBef>
                <a:spcPts val="900"/>
              </a:spcBef>
              <a:buClr>
                <a:srgbClr val="642673"/>
              </a:buClr>
              <a:buFont typeface="Arial"/>
              <a:buChar char="•"/>
            </a:pPr>
            <a:r>
              <a:rPr lang="en-US" dirty="0"/>
              <a:t>Third level</a:t>
            </a:r>
          </a:p>
          <a:p>
            <a:pPr marL="574675" lvl="3" indent="-173038" algn="l" defTabSz="457200" rtl="0" eaLnBrk="1" latinLnBrk="0" hangingPunct="1">
              <a:spcBef>
                <a:spcPts val="900"/>
              </a:spcBef>
              <a:buClr>
                <a:srgbClr val="45A1AA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803275" lvl="4" indent="-173038" algn="l" defTabSz="457200" rtl="0" eaLnBrk="1" latinLnBrk="0" hangingPunct="1">
              <a:spcBef>
                <a:spcPts val="900"/>
              </a:spcBef>
              <a:buClr>
                <a:srgbClr val="414042"/>
              </a:buClr>
              <a:buFont typeface="Arial" panose="020B0604020202020204" pitchFamily="34" charset="0"/>
              <a:buChar char="̶"/>
            </a:pPr>
            <a:r>
              <a:rPr lang="en-US" dirty="0"/>
              <a:t>Fifth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356616" y="365760"/>
            <a:ext cx="8450544" cy="4370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0957724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692425" y="454236"/>
            <a:ext cx="5113247" cy="402424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300"/>
              </a:spcBef>
              <a:buFontTx/>
              <a:buNone/>
              <a:defRPr sz="1600" b="1">
                <a:solidFill>
                  <a:schemeClr val="accent2"/>
                </a:solidFill>
              </a:defRPr>
            </a:lvl1pPr>
            <a:lvl2pPr marL="285750" indent="-285750" algn="l" defTabSz="457200" rtl="0" eaLnBrk="1" latinLnBrk="0" hangingPunct="1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lang="en-US" sz="1400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17525" indent="-285750" algn="l" defTabSz="4572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Font typeface="Arial"/>
              <a:buChar char="•"/>
              <a:defRPr lang="en-US" sz="1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85750" algn="l" defTabSz="4572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Font typeface="Arial"/>
              <a:buChar char="•"/>
              <a:defRPr lang="en-US" sz="1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58837" indent="-171450" algn="l" defTabSz="4572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Arial" panose="020B0604020202020204" pitchFamily="34" charset="0"/>
              <a:buChar char="̶"/>
              <a:defRPr lang="en-US" sz="11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227013" lvl="1" indent="-227013" algn="l" defTabSz="457200" rtl="0" eaLnBrk="1" latinLnBrk="0" hangingPunct="1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400050" lvl="2" indent="-168275" algn="l" defTabSz="457200" rtl="0" eaLnBrk="1" latinLnBrk="0" hangingPunct="1">
              <a:spcBef>
                <a:spcPts val="300"/>
              </a:spcBef>
              <a:buClr>
                <a:schemeClr val="accent1"/>
              </a:buClr>
              <a:buFont typeface="Arial"/>
              <a:buChar char="•"/>
            </a:pPr>
            <a:r>
              <a:rPr lang="en-US" dirty="0"/>
              <a:t>Third level</a:t>
            </a:r>
          </a:p>
          <a:p>
            <a:pPr marL="574675" lvl="3" indent="-174625" algn="l" defTabSz="457200" rtl="0" eaLnBrk="1" latinLnBrk="0" hangingPunct="1"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854075" lvl="4" indent="-166688" algn="l" defTabSz="457200" rtl="0" eaLnBrk="1" latinLnBrk="0" hangingPunct="1">
              <a:spcBef>
                <a:spcPts val="300"/>
              </a:spcBef>
              <a:buClr>
                <a:schemeClr val="tx1"/>
              </a:buClr>
              <a:buFont typeface="Arial" panose="020B0604020202020204" pitchFamily="34" charset="0"/>
              <a:buChar char="̶"/>
            </a:pPr>
            <a:r>
              <a:rPr lang="en-US" dirty="0"/>
              <a:t>Fifth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356616" y="365760"/>
            <a:ext cx="2923824" cy="28673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9450939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6616" y="1200150"/>
            <a:ext cx="4023360" cy="3257550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600" b="1" kern="1200">
                <a:solidFill>
                  <a:srgbClr val="45A1AA"/>
                </a:solidFill>
                <a:latin typeface="Arial"/>
                <a:ea typeface="+mn-ea"/>
                <a:cs typeface="Arial"/>
              </a:defRPr>
            </a:lvl1pPr>
            <a:lvl2pPr marL="173038" marR="0" indent="-173038" algn="l" defTabSz="457200" rtl="0" eaLnBrk="1" fontAlgn="auto" latinLnBrk="0" hangingPunct="1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414042"/>
              </a:buClr>
              <a:buSzTx/>
              <a:buFont typeface="Arial" panose="020B0604020202020204" pitchFamily="34" charset="0"/>
              <a:buChar char="•"/>
              <a:tabLst/>
              <a:defRPr lang="en-US" sz="1600" b="0" kern="1200" noProof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401638" marR="0" indent="-174625" algn="l" defTabSz="457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42673"/>
              </a:buClr>
              <a:buSzTx/>
              <a:buFont typeface="Arial"/>
              <a:buChar char="•"/>
              <a:tabLst/>
              <a:defRPr lang="en-US" sz="1400" kern="1200" noProof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3pPr>
            <a:lvl4pPr marL="574675" marR="0" indent="-173038" algn="l" defTabSz="457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5A1AA"/>
              </a:buClr>
              <a:buSzTx/>
              <a:buFont typeface="Arial" panose="020B0604020202020204" pitchFamily="34" charset="0"/>
              <a:buChar char="•"/>
              <a:tabLst/>
              <a:defRPr lang="en-US" sz="1200" kern="1200" noProof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4pPr>
            <a:lvl5pPr marL="803275" marR="0" indent="-173038" algn="l" defTabSz="457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14042"/>
              </a:buClr>
              <a:buSzTx/>
              <a:buFont typeface="Arial" panose="020B0604020202020204" pitchFamily="34" charset="0"/>
              <a:buChar char="̶"/>
              <a:tabLst/>
              <a:defRPr lang="en-US" sz="1200" kern="1200" noProof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5A1A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Click to edit Master text styles</a:t>
            </a:r>
          </a:p>
          <a:p>
            <a:pPr marL="173038" marR="0" lvl="1" indent="-173038" algn="l" defTabSz="457200" rtl="0" eaLnBrk="1" fontAlgn="auto" latinLnBrk="0" hangingPunct="1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41404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1404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Second level</a:t>
            </a:r>
          </a:p>
          <a:p>
            <a:pPr marL="401638" marR="0" lvl="2" indent="-174625" algn="l" defTabSz="457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42673"/>
              </a:buClr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1404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Third level</a:t>
            </a:r>
          </a:p>
          <a:p>
            <a:pPr marL="574675" marR="0" lvl="3" indent="-173038" algn="l" defTabSz="457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5A1A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1404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Fourth level</a:t>
            </a:r>
          </a:p>
          <a:p>
            <a:pPr marL="803275" marR="0" lvl="4" indent="-173038" algn="l" defTabSz="457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14042"/>
              </a:buClr>
              <a:buSzTx/>
              <a:buFont typeface="Arial" panose="020B0604020202020204" pitchFamily="34" charset="0"/>
              <a:buChar char="̶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1404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Fifth level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41404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6" y="1200150"/>
            <a:ext cx="4023360" cy="3257550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600" b="1" kern="1200" dirty="0" smtClean="0">
                <a:solidFill>
                  <a:srgbClr val="45A1AA"/>
                </a:solidFill>
                <a:latin typeface="Arial"/>
                <a:ea typeface="+mn-ea"/>
                <a:cs typeface="Arial"/>
              </a:defRPr>
            </a:lvl1pPr>
            <a:lvl2pPr marL="173038" marR="0" indent="-173038" algn="l" defTabSz="457200" rtl="0" eaLnBrk="1" fontAlgn="auto" latinLnBrk="0" hangingPunct="1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414042"/>
              </a:buClr>
              <a:buSzTx/>
              <a:buFont typeface="Arial" panose="020B0604020202020204" pitchFamily="34" charset="0"/>
              <a:buChar char="•"/>
              <a:tabLst/>
              <a:defRPr lang="en-US" sz="1600" b="0" kern="1200" noProof="0" dirty="0" smtClean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401638" marR="0" indent="-174625" algn="l" defTabSz="457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42673"/>
              </a:buClr>
              <a:buSzTx/>
              <a:buFont typeface="Arial"/>
              <a:buChar char="•"/>
              <a:tabLst/>
              <a:defRPr lang="en-US" sz="1200" kern="1200" dirty="0" smtClean="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3pPr>
            <a:lvl4pPr marL="574675" marR="0" indent="-173038" algn="l" defTabSz="457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5A1AA"/>
              </a:buClr>
              <a:buSzTx/>
              <a:buFont typeface="Arial" panose="020B0604020202020204" pitchFamily="34" charset="0"/>
              <a:buChar char="•"/>
              <a:tabLst/>
              <a:defRPr lang="en-US" sz="1500" kern="1200" dirty="0" smtClean="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4pPr>
            <a:lvl5pPr marL="917575" marR="0" indent="0" algn="l" defTabSz="457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14042"/>
              </a:buClr>
              <a:buSzTx/>
              <a:buFont typeface="Arial" panose="020B0604020202020204" pitchFamily="34" charset="0"/>
              <a:buNone/>
              <a:tabLst/>
              <a:defRPr lang="en-US" sz="1200" kern="1200" dirty="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5A1A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Click to edit Master text styles</a:t>
            </a:r>
          </a:p>
          <a:p>
            <a:pPr marL="173038" marR="0" lvl="1" indent="-173038" algn="l" defTabSz="457200" rtl="0" eaLnBrk="1" fontAlgn="auto" latinLnBrk="0" hangingPunct="1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41404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1404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Second level</a:t>
            </a:r>
          </a:p>
          <a:p>
            <a:pPr marL="401638" marR="0" lvl="2" indent="-174625" algn="l" defTabSz="457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42673"/>
              </a:buClr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1404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Third level</a:t>
            </a:r>
          </a:p>
          <a:p>
            <a:pPr marL="574675" marR="0" lvl="3" indent="-173038" algn="l" defTabSz="457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5A1A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1404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Fourth level</a:t>
            </a:r>
          </a:p>
          <a:p>
            <a:pPr marL="803275" marR="0" lvl="4" indent="-173038" algn="l" defTabSz="457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14042"/>
              </a:buClr>
              <a:buSzTx/>
              <a:buFont typeface="Arial" panose="020B0604020202020204" pitchFamily="34" charset="0"/>
              <a:buChar char="̶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1404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Fifth level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41404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356616" y="365760"/>
            <a:ext cx="8450544" cy="43700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0889898"/>
      </p:ext>
    </p:extLst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0066" y="0"/>
            <a:ext cx="5033934" cy="5143500"/>
          </a:xfrm>
          <a:prstGeom prst="rect">
            <a:avLst/>
          </a:prstGeom>
        </p:spPr>
      </p:pic>
      <p:sp>
        <p:nvSpPr>
          <p:cNvPr id="15" name="Trapezoid 3"/>
          <p:cNvSpPr/>
          <p:nvPr userDrawn="1"/>
        </p:nvSpPr>
        <p:spPr>
          <a:xfrm>
            <a:off x="0" y="0"/>
            <a:ext cx="7227081" cy="5148072"/>
          </a:xfrm>
          <a:custGeom>
            <a:avLst/>
            <a:gdLst>
              <a:gd name="connsiteX0" fmla="*/ 0 w 6858000"/>
              <a:gd name="connsiteY0" fmla="*/ 5148072 h 5148072"/>
              <a:gd name="connsiteX1" fmla="*/ 0 w 6858000"/>
              <a:gd name="connsiteY1" fmla="*/ 0 h 5148072"/>
              <a:gd name="connsiteX2" fmla="*/ 6858000 w 6858000"/>
              <a:gd name="connsiteY2" fmla="*/ 0 h 5148072"/>
              <a:gd name="connsiteX3" fmla="*/ 6858000 w 6858000"/>
              <a:gd name="connsiteY3" fmla="*/ 5148072 h 5148072"/>
              <a:gd name="connsiteX4" fmla="*/ 0 w 6858000"/>
              <a:gd name="connsiteY4" fmla="*/ 5148072 h 5148072"/>
              <a:gd name="connsiteX0" fmla="*/ 0 w 6858000"/>
              <a:gd name="connsiteY0" fmla="*/ 5148072 h 5155629"/>
              <a:gd name="connsiteX1" fmla="*/ 0 w 6858000"/>
              <a:gd name="connsiteY1" fmla="*/ 0 h 5155629"/>
              <a:gd name="connsiteX2" fmla="*/ 6858000 w 6858000"/>
              <a:gd name="connsiteY2" fmla="*/ 0 h 5155629"/>
              <a:gd name="connsiteX3" fmla="*/ 4840275 w 6858000"/>
              <a:gd name="connsiteY3" fmla="*/ 5155629 h 5155629"/>
              <a:gd name="connsiteX4" fmla="*/ 0 w 6858000"/>
              <a:gd name="connsiteY4" fmla="*/ 5148072 h 5155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5155629">
                <a:moveTo>
                  <a:pt x="0" y="5148072"/>
                </a:moveTo>
                <a:lnTo>
                  <a:pt x="0" y="0"/>
                </a:lnTo>
                <a:lnTo>
                  <a:pt x="6858000" y="0"/>
                </a:lnTo>
                <a:lnTo>
                  <a:pt x="4840275" y="5155629"/>
                </a:ln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Content Placeholder 15"/>
          <p:cNvSpPr>
            <a:spLocks noGrp="1"/>
          </p:cNvSpPr>
          <p:nvPr userDrawn="1">
            <p:ph sz="quarter" idx="11"/>
          </p:nvPr>
        </p:nvSpPr>
        <p:spPr>
          <a:xfrm>
            <a:off x="346075" y="1200150"/>
            <a:ext cx="4697413" cy="3257550"/>
          </a:xfrm>
        </p:spPr>
        <p:txBody>
          <a:bodyPr>
            <a:noAutofit/>
          </a:bodyPr>
          <a:lstStyle>
            <a:lvl1pPr>
              <a:buNone/>
              <a:defRPr/>
            </a:lvl1pPr>
            <a:lvl2pPr marL="285750" indent="-285750">
              <a:spcBef>
                <a:spcPts val="1200"/>
              </a:spcBef>
              <a:buNone/>
              <a:defRPr lang="en-US" sz="1600" b="0" kern="1200" dirty="0" smtClean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12763" indent="-285750">
              <a:spcBef>
                <a:spcPts val="1200"/>
              </a:spcBef>
              <a:buNone/>
              <a:defRPr lang="en-US" sz="1400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3pPr>
            <a:lvl4pPr marL="3175" indent="0">
              <a:spcBef>
                <a:spcPts val="1200"/>
              </a:spcBef>
              <a:buNone/>
              <a:defRPr lang="en-US" sz="1200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4pPr>
            <a:lvl5pPr marL="3175" indent="0">
              <a:spcBef>
                <a:spcPts val="1200"/>
              </a:spcBef>
              <a:buNone/>
              <a:defRPr lang="en-US" sz="1200" kern="1200" dirty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173038" lvl="1" indent="-173038" algn="l" defTabSz="457200" rtl="0" eaLnBrk="1" latinLnBrk="0" hangingPunct="1">
              <a:lnSpc>
                <a:spcPct val="95000"/>
              </a:lnSpc>
              <a:spcBef>
                <a:spcPts val="900"/>
              </a:spcBef>
              <a:buClr>
                <a:schemeClr val="tx1"/>
              </a:buClr>
              <a:buFont typeface="Arial" pitchFamily="34" charset="0"/>
              <a:buChar char="•"/>
            </a:pPr>
            <a:r>
              <a:rPr lang="en-US" dirty="0"/>
              <a:t>Second level</a:t>
            </a:r>
          </a:p>
          <a:p>
            <a:pPr marL="401638" lvl="2" indent="-174625" algn="l" defTabSz="457200" rtl="0" eaLnBrk="1" latinLnBrk="0" hangingPunct="1">
              <a:spcBef>
                <a:spcPts val="900"/>
              </a:spcBef>
              <a:buClr>
                <a:srgbClr val="642673"/>
              </a:buClr>
              <a:buFont typeface="Arial"/>
              <a:buChar char="•"/>
            </a:pPr>
            <a:r>
              <a:rPr lang="en-US" dirty="0"/>
              <a:t>Third level</a:t>
            </a:r>
          </a:p>
          <a:p>
            <a:pPr marL="574675" lvl="3" indent="-173038" algn="l" defTabSz="457200" rtl="0" eaLnBrk="1" latinLnBrk="0" hangingPunct="1">
              <a:spcBef>
                <a:spcPts val="900"/>
              </a:spcBef>
              <a:buClr>
                <a:srgbClr val="45A1AA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803275" lvl="4" indent="-173038" algn="l" defTabSz="457200" rtl="0" eaLnBrk="1" latinLnBrk="0" hangingPunct="1">
              <a:spcBef>
                <a:spcPts val="900"/>
              </a:spcBef>
              <a:buClr>
                <a:srgbClr val="414042"/>
              </a:buClr>
              <a:buFont typeface="Arial" panose="020B0604020202020204" pitchFamily="34" charset="0"/>
              <a:buChar char="̶"/>
            </a:pPr>
            <a:r>
              <a:rPr lang="en-US" dirty="0"/>
              <a:t>Fifth level</a:t>
            </a:r>
          </a:p>
        </p:txBody>
      </p:sp>
      <p:pic>
        <p:nvPicPr>
          <p:cNvPr id="17" name="Picture 16" descr="ellucian_purpl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472" y="4920570"/>
            <a:ext cx="755258" cy="155448"/>
          </a:xfrm>
          <a:prstGeom prst="rect">
            <a:avLst/>
          </a:prstGeom>
        </p:spPr>
      </p:pic>
      <p:sp>
        <p:nvSpPr>
          <p:cNvPr id="18" name="Slide Number Placeholder 3"/>
          <p:cNvSpPr>
            <a:spLocks noGrp="1"/>
          </p:cNvSpPr>
          <p:nvPr userDrawn="1">
            <p:ph type="sldNum" sz="quarter" idx="4"/>
          </p:nvPr>
        </p:nvSpPr>
        <p:spPr>
          <a:xfrm>
            <a:off x="8402405" y="4783806"/>
            <a:ext cx="403267" cy="27384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100" b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40A085A0-3A3D-6540-B0AC-0588E66301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ooter Placeholder 4"/>
          <p:cNvSpPr txBox="1">
            <a:spLocks/>
          </p:cNvSpPr>
          <p:nvPr userDrawn="1"/>
        </p:nvSpPr>
        <p:spPr>
          <a:xfrm>
            <a:off x="5156431" y="4943871"/>
            <a:ext cx="3319549" cy="107722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2017 </a:t>
            </a:r>
            <a:r>
              <a:rPr kumimoji="0" lang="en-U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Ellucian</a:t>
            </a:r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itle Placeholder 1"/>
          <p:cNvSpPr>
            <a:spLocks noGrp="1"/>
          </p:cNvSpPr>
          <p:nvPr userDrawn="1">
            <p:ph type="title"/>
          </p:nvPr>
        </p:nvSpPr>
        <p:spPr>
          <a:xfrm>
            <a:off x="345982" y="365760"/>
            <a:ext cx="5979248" cy="4370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0" name="Right Triangle 19"/>
          <p:cNvSpPr/>
          <p:nvPr userDrawn="1"/>
        </p:nvSpPr>
        <p:spPr>
          <a:xfrm flipH="1" flipV="1">
            <a:off x="6019800" y="-2"/>
            <a:ext cx="3124200" cy="3098802"/>
          </a:xfrm>
          <a:prstGeom prst="rtTriangle">
            <a:avLst/>
          </a:prstGeom>
          <a:solidFill>
            <a:schemeClr val="accent4">
              <a:alpha val="4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71108"/>
      </p:ext>
    </p:extLst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616" y="1200150"/>
            <a:ext cx="8450544" cy="325755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spcBef>
                <a:spcPts val="1200"/>
              </a:spcBef>
              <a:buFontTx/>
              <a:buNone/>
              <a:defRPr lang="en-US" sz="2000" b="0" kern="1200" dirty="0">
                <a:solidFill>
                  <a:schemeClr val="tx2"/>
                </a:solidFill>
                <a:latin typeface="Arial"/>
                <a:ea typeface="+mn-ea"/>
                <a:cs typeface="Arial"/>
              </a:defRPr>
            </a:lvl1pPr>
            <a:lvl2pPr marL="342900" indent="-342900" algn="l" defTabSz="4572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sz="1800">
                <a:solidFill>
                  <a:schemeClr val="tx2"/>
                </a:solidFill>
              </a:defRPr>
            </a:lvl2pPr>
            <a:lvl3pPr marL="342900" indent="-342900" algn="l" defTabSz="4572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2"/>
              </a:buClr>
              <a:buFontTx/>
              <a:buNone/>
              <a:defRPr sz="1600"/>
            </a:lvl3pPr>
            <a:lvl4pPr marL="342900" indent="-342900" algn="l" defTabSz="4572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sz="1500"/>
            </a:lvl4pPr>
            <a:lvl5pPr marL="342900" indent="-342900" algn="l" defTabSz="4572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Tx/>
              <a:buNone/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342900" lvl="1" indent="-342900" algn="l" defTabSz="457200" rtl="0" eaLnBrk="1" latinLnBrk="0" hangingPunct="1">
              <a:spcBef>
                <a:spcPts val="1200"/>
              </a:spcBef>
              <a:buFontTx/>
              <a:buNone/>
            </a:pPr>
            <a:r>
              <a:rPr lang="en-US" dirty="0"/>
              <a:t>Second level</a:t>
            </a:r>
          </a:p>
          <a:p>
            <a:pPr marL="342900" lvl="2" indent="-342900" algn="l" defTabSz="457200" rtl="0" eaLnBrk="1" latinLnBrk="0" hangingPunct="1">
              <a:spcBef>
                <a:spcPts val="1200"/>
              </a:spcBef>
              <a:buFontTx/>
              <a:buNone/>
            </a:pPr>
            <a:r>
              <a:rPr lang="en-US" dirty="0"/>
              <a:t>Third level</a:t>
            </a:r>
          </a:p>
          <a:p>
            <a:pPr marL="342900" lvl="3" indent="-342900" algn="l" defTabSz="457200" rtl="0" eaLnBrk="1" latinLnBrk="0" hangingPunct="1">
              <a:spcBef>
                <a:spcPts val="1200"/>
              </a:spcBef>
              <a:buFontTx/>
              <a:buNone/>
            </a:pPr>
            <a:r>
              <a:rPr lang="en-US" dirty="0"/>
              <a:t>Fourth level</a:t>
            </a:r>
          </a:p>
          <a:p>
            <a:pPr marL="342900" lvl="4" indent="-342900" algn="l" defTabSz="457200" rtl="0" eaLnBrk="1" latinLnBrk="0" hangingPunct="1">
              <a:spcBef>
                <a:spcPts val="1200"/>
              </a:spcBef>
              <a:buFontTx/>
              <a:buNone/>
            </a:pPr>
            <a:r>
              <a:rPr lang="en-US" dirty="0"/>
              <a:t>Fifth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56616" y="365760"/>
            <a:ext cx="8450544" cy="4370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 dirty="0"/>
              <a:t>Disclaimer</a:t>
            </a:r>
          </a:p>
        </p:txBody>
      </p:sp>
    </p:spTree>
    <p:extLst>
      <p:ext uri="{BB962C8B-B14F-4D97-AF65-F5344CB8AC3E}">
        <p14:creationId xmlns:p14="http://schemas.microsoft.com/office/powerpoint/2010/main" val="1825362241"/>
      </p:ext>
    </p:extLst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356616" y="365760"/>
            <a:ext cx="8450544" cy="4370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0957724"/>
      </p:ext>
    </p:extLst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72815" y="235185"/>
            <a:ext cx="8636000" cy="206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469916"/>
      </p:ext>
    </p:extLst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47634926"/>
      </p:ext>
    </p:extLst>
  </p:cSld>
  <p:clrMapOvr>
    <a:masterClrMapping/>
  </p:clrMapOvr>
  <p:transition spd="slow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ight Triangle 21"/>
          <p:cNvSpPr/>
          <p:nvPr userDrawn="1"/>
        </p:nvSpPr>
        <p:spPr>
          <a:xfrm flipH="1">
            <a:off x="5724071" y="-5861"/>
            <a:ext cx="3419928" cy="5149361"/>
          </a:xfrm>
          <a:custGeom>
            <a:avLst/>
            <a:gdLst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3419928 w 3419928"/>
              <a:gd name="connsiteY2" fmla="*/ 5143500 h 5143500"/>
              <a:gd name="connsiteX3" fmla="*/ 0 w 3419928"/>
              <a:gd name="connsiteY3" fmla="*/ 5143500 h 5143500"/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992980 w 3419928"/>
              <a:gd name="connsiteY2" fmla="*/ 1485900 h 5143500"/>
              <a:gd name="connsiteX3" fmla="*/ 3419928 w 3419928"/>
              <a:gd name="connsiteY3" fmla="*/ 5143500 h 5143500"/>
              <a:gd name="connsiteX4" fmla="*/ 0 w 3419928"/>
              <a:gd name="connsiteY4" fmla="*/ 5143500 h 5143500"/>
              <a:gd name="connsiteX0" fmla="*/ 0 w 3419928"/>
              <a:gd name="connsiteY0" fmla="*/ 5157788 h 5157788"/>
              <a:gd name="connsiteX1" fmla="*/ 0 w 3419928"/>
              <a:gd name="connsiteY1" fmla="*/ 14288 h 5157788"/>
              <a:gd name="connsiteX2" fmla="*/ 1257299 w 3419928"/>
              <a:gd name="connsiteY2" fmla="*/ 0 h 5157788"/>
              <a:gd name="connsiteX3" fmla="*/ 3419928 w 3419928"/>
              <a:gd name="connsiteY3" fmla="*/ 5157788 h 5157788"/>
              <a:gd name="connsiteX4" fmla="*/ 0 w 3419928"/>
              <a:gd name="connsiteY4" fmla="*/ 5157788 h 5157788"/>
              <a:gd name="connsiteX0" fmla="*/ 0 w 3419928"/>
              <a:gd name="connsiteY0" fmla="*/ 5145147 h 5145147"/>
              <a:gd name="connsiteX1" fmla="*/ 0 w 3419928"/>
              <a:gd name="connsiteY1" fmla="*/ 1647 h 5145147"/>
              <a:gd name="connsiteX2" fmla="*/ 1263619 w 3419928"/>
              <a:gd name="connsiteY2" fmla="*/ 0 h 5145147"/>
              <a:gd name="connsiteX3" fmla="*/ 3419928 w 3419928"/>
              <a:gd name="connsiteY3" fmla="*/ 5145147 h 5145147"/>
              <a:gd name="connsiteX4" fmla="*/ 0 w 3419928"/>
              <a:gd name="connsiteY4" fmla="*/ 5145147 h 5145147"/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1200412 w 3419928"/>
              <a:gd name="connsiteY2" fmla="*/ 103699 h 5143500"/>
              <a:gd name="connsiteX3" fmla="*/ 3419928 w 3419928"/>
              <a:gd name="connsiteY3" fmla="*/ 5143500 h 5143500"/>
              <a:gd name="connsiteX4" fmla="*/ 0 w 3419928"/>
              <a:gd name="connsiteY4" fmla="*/ 5143500 h 5143500"/>
              <a:gd name="connsiteX0" fmla="*/ 0 w 3419928"/>
              <a:gd name="connsiteY0" fmla="*/ 5151467 h 5151467"/>
              <a:gd name="connsiteX1" fmla="*/ 0 w 3419928"/>
              <a:gd name="connsiteY1" fmla="*/ 7967 h 5151467"/>
              <a:gd name="connsiteX2" fmla="*/ 1261512 w 3419928"/>
              <a:gd name="connsiteY2" fmla="*/ 0 h 5151467"/>
              <a:gd name="connsiteX3" fmla="*/ 3419928 w 3419928"/>
              <a:gd name="connsiteY3" fmla="*/ 5151467 h 5151467"/>
              <a:gd name="connsiteX4" fmla="*/ 0 w 3419928"/>
              <a:gd name="connsiteY4" fmla="*/ 5151467 h 5151467"/>
              <a:gd name="connsiteX0" fmla="*/ 0 w 3419928"/>
              <a:gd name="connsiteY0" fmla="*/ 5149361 h 5149361"/>
              <a:gd name="connsiteX1" fmla="*/ 0 w 3419928"/>
              <a:gd name="connsiteY1" fmla="*/ 5861 h 5149361"/>
              <a:gd name="connsiteX2" fmla="*/ 1261512 w 3419928"/>
              <a:gd name="connsiteY2" fmla="*/ 0 h 5149361"/>
              <a:gd name="connsiteX3" fmla="*/ 3419928 w 3419928"/>
              <a:gd name="connsiteY3" fmla="*/ 5149361 h 5149361"/>
              <a:gd name="connsiteX4" fmla="*/ 0 w 3419928"/>
              <a:gd name="connsiteY4" fmla="*/ 5149361 h 5149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9928" h="5149361">
                <a:moveTo>
                  <a:pt x="0" y="5149361"/>
                </a:moveTo>
                <a:lnTo>
                  <a:pt x="0" y="5861"/>
                </a:lnTo>
                <a:lnTo>
                  <a:pt x="1261512" y="0"/>
                </a:lnTo>
                <a:lnTo>
                  <a:pt x="3419928" y="5149361"/>
                </a:lnTo>
                <a:lnTo>
                  <a:pt x="0" y="514936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3" name="Right Triangle 22"/>
          <p:cNvSpPr/>
          <p:nvPr userDrawn="1"/>
        </p:nvSpPr>
        <p:spPr>
          <a:xfrm flipH="1" flipV="1">
            <a:off x="7156449" y="-6121"/>
            <a:ext cx="1987550" cy="1987552"/>
          </a:xfrm>
          <a:prstGeom prst="rtTriangle">
            <a:avLst/>
          </a:prstGeom>
          <a:solidFill>
            <a:schemeClr val="accent4">
              <a:alpha val="7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499" y="1282580"/>
            <a:ext cx="4635501" cy="2572777"/>
          </a:xfrm>
        </p:spPr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Oval 12"/>
          <p:cNvSpPr/>
          <p:nvPr userDrawn="1"/>
        </p:nvSpPr>
        <p:spPr>
          <a:xfrm>
            <a:off x="5642429" y="3002643"/>
            <a:ext cx="1501638" cy="1501638"/>
          </a:xfrm>
          <a:prstGeom prst="ellipse">
            <a:avLst/>
          </a:prstGeom>
          <a:solidFill>
            <a:srgbClr val="FFFFFF"/>
          </a:solidFill>
          <a:ln w="2857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ellucian_purple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472" y="4920570"/>
            <a:ext cx="755258" cy="155448"/>
          </a:xfrm>
          <a:prstGeom prst="rect">
            <a:avLst/>
          </a:prstGeom>
        </p:spPr>
      </p:pic>
      <p:sp>
        <p:nvSpPr>
          <p:cNvPr id="16" name="Footer Placeholder 4"/>
          <p:cNvSpPr txBox="1">
            <a:spLocks/>
          </p:cNvSpPr>
          <p:nvPr userDrawn="1"/>
        </p:nvSpPr>
        <p:spPr>
          <a:xfrm>
            <a:off x="5156431" y="4943871"/>
            <a:ext cx="3319549" cy="107722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2017 </a:t>
            </a:r>
            <a:r>
              <a:rPr kumimoji="0" lang="en-U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Ellucian</a:t>
            </a:r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7276900" y="3002643"/>
            <a:ext cx="1528771" cy="1501638"/>
          </a:xfrm>
        </p:spPr>
        <p:txBody>
          <a:bodyPr anchor="ctr">
            <a:noAutofit/>
          </a:bodyPr>
          <a:lstStyle>
            <a:lvl1pPr algn="l">
              <a:spcBef>
                <a:spcPts val="0"/>
              </a:spcBef>
              <a:buNone/>
              <a:defRPr sz="1200" b="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l"/>
            <a:r>
              <a:rPr lang="en-US" sz="1200" b="1" dirty="0">
                <a:solidFill>
                  <a:srgbClr val="FFFFFF"/>
                </a:solidFill>
              </a:rPr>
              <a:t>ATTRIBUTION NAME, </a:t>
            </a:r>
            <a:r>
              <a:rPr lang="en-US" sz="1200" dirty="0">
                <a:solidFill>
                  <a:srgbClr val="FFFFFF"/>
                </a:solidFill>
              </a:rPr>
              <a:t>Title, Organization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347472" y="1114230"/>
            <a:ext cx="405457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4800">
                <a:solidFill>
                  <a:schemeClr val="accent2">
                    <a:lumMod val="40000"/>
                    <a:lumOff val="60000"/>
                  </a:schemeClr>
                </a:solidFill>
                <a:latin typeface="Arial Black"/>
                <a:cs typeface="Arial Black"/>
              </a:rPr>
              <a:t>“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3828928" y="3196693"/>
            <a:ext cx="499569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4800">
                <a:solidFill>
                  <a:schemeClr val="accent2">
                    <a:lumMod val="40000"/>
                    <a:lumOff val="60000"/>
                  </a:schemeClr>
                </a:solidFill>
                <a:latin typeface="Arial Black"/>
                <a:cs typeface="Arial Black"/>
              </a:rPr>
              <a:t>”</a:t>
            </a:r>
          </a:p>
        </p:txBody>
      </p:sp>
      <p:sp>
        <p:nvSpPr>
          <p:cNvPr id="19" name="Slide Number Placeholder 3"/>
          <p:cNvSpPr txBox="1">
            <a:spLocks/>
          </p:cNvSpPr>
          <p:nvPr userDrawn="1"/>
        </p:nvSpPr>
        <p:spPr>
          <a:xfrm>
            <a:off x="8402405" y="4851610"/>
            <a:ext cx="403267" cy="20604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457200" rtl="0" eaLnBrk="1" latinLnBrk="0" hangingPunct="1">
              <a:defRPr sz="1100" b="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085A0-3A3D-6540-B0AC-0588E66301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5633962" y="3002643"/>
            <a:ext cx="1501638" cy="1501638"/>
          </a:xfrm>
          <a:prstGeom prst="ellipse">
            <a:avLst/>
          </a:prstGeom>
        </p:spPr>
        <p:txBody>
          <a:bodyPr wrap="none" anchor="ctr" anchorCtr="0"/>
          <a:lstStyle>
            <a:lvl1pPr algn="ctr">
              <a:buFontTx/>
              <a:buNone/>
              <a:defRPr lang="en-US" sz="120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Partner/ </a:t>
            </a:r>
            <a:br>
              <a:rPr lang="en-US"/>
            </a:br>
            <a:r>
              <a:rPr lang="en-US"/>
              <a:t>institution </a:t>
            </a:r>
            <a:br>
              <a:rPr lang="en-US"/>
            </a:br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656005815"/>
      </p:ext>
    </p:extLst>
  </p:cSld>
  <p:clrMapOvr>
    <a:masterClrMapping/>
  </p:clrMapOvr>
  <p:transition spd="slow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lygon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4"/>
          <p:cNvSpPr txBox="1">
            <a:spLocks/>
          </p:cNvSpPr>
          <p:nvPr userDrawn="1"/>
        </p:nvSpPr>
        <p:spPr>
          <a:xfrm>
            <a:off x="5156431" y="4943871"/>
            <a:ext cx="3319549" cy="107722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2017 </a:t>
            </a:r>
            <a:r>
              <a:rPr kumimoji="0" lang="en-U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Ellucian</a:t>
            </a:r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19" name="Picture 18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808" y="4923038"/>
            <a:ext cx="737850" cy="151083"/>
          </a:xfrm>
          <a:prstGeom prst="rect">
            <a:avLst/>
          </a:prstGeom>
        </p:spPr>
      </p:pic>
      <p:sp>
        <p:nvSpPr>
          <p:cNvPr id="6" name="Slide Number Placeholder 3"/>
          <p:cNvSpPr txBox="1">
            <a:spLocks/>
          </p:cNvSpPr>
          <p:nvPr userDrawn="1"/>
        </p:nvSpPr>
        <p:spPr>
          <a:xfrm>
            <a:off x="8402405" y="4851610"/>
            <a:ext cx="403267" cy="20604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457200" rtl="0" eaLnBrk="1" latinLnBrk="0" hangingPunct="1">
              <a:defRPr sz="1100" b="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085A0-3A3D-6540-B0AC-0588E66301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63101"/>
      </p:ext>
    </p:extLst>
  </p:cSld>
  <p:clrMapOvr>
    <a:masterClrMapping/>
  </p:clrMapOvr>
  <p:transition spd="slow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Stock-646457628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6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834"/>
            <a:ext cx="9144000" cy="5143500"/>
          </a:xfrm>
          <a:prstGeom prst="rect">
            <a:avLst/>
          </a:prstGeom>
          <a:solidFill>
            <a:schemeClr val="accent4">
              <a:alpha val="6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Triangle 21"/>
          <p:cNvSpPr/>
          <p:nvPr userDrawn="1"/>
        </p:nvSpPr>
        <p:spPr>
          <a:xfrm flipH="1">
            <a:off x="5724071" y="-5861"/>
            <a:ext cx="3419928" cy="5149361"/>
          </a:xfrm>
          <a:custGeom>
            <a:avLst/>
            <a:gdLst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3419928 w 3419928"/>
              <a:gd name="connsiteY2" fmla="*/ 5143500 h 5143500"/>
              <a:gd name="connsiteX3" fmla="*/ 0 w 3419928"/>
              <a:gd name="connsiteY3" fmla="*/ 5143500 h 5143500"/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992980 w 3419928"/>
              <a:gd name="connsiteY2" fmla="*/ 1485900 h 5143500"/>
              <a:gd name="connsiteX3" fmla="*/ 3419928 w 3419928"/>
              <a:gd name="connsiteY3" fmla="*/ 5143500 h 5143500"/>
              <a:gd name="connsiteX4" fmla="*/ 0 w 3419928"/>
              <a:gd name="connsiteY4" fmla="*/ 5143500 h 5143500"/>
              <a:gd name="connsiteX0" fmla="*/ 0 w 3419928"/>
              <a:gd name="connsiteY0" fmla="*/ 5157788 h 5157788"/>
              <a:gd name="connsiteX1" fmla="*/ 0 w 3419928"/>
              <a:gd name="connsiteY1" fmla="*/ 14288 h 5157788"/>
              <a:gd name="connsiteX2" fmla="*/ 1257299 w 3419928"/>
              <a:gd name="connsiteY2" fmla="*/ 0 h 5157788"/>
              <a:gd name="connsiteX3" fmla="*/ 3419928 w 3419928"/>
              <a:gd name="connsiteY3" fmla="*/ 5157788 h 5157788"/>
              <a:gd name="connsiteX4" fmla="*/ 0 w 3419928"/>
              <a:gd name="connsiteY4" fmla="*/ 5157788 h 5157788"/>
              <a:gd name="connsiteX0" fmla="*/ 0 w 3419928"/>
              <a:gd name="connsiteY0" fmla="*/ 5145147 h 5145147"/>
              <a:gd name="connsiteX1" fmla="*/ 0 w 3419928"/>
              <a:gd name="connsiteY1" fmla="*/ 1647 h 5145147"/>
              <a:gd name="connsiteX2" fmla="*/ 1263619 w 3419928"/>
              <a:gd name="connsiteY2" fmla="*/ 0 h 5145147"/>
              <a:gd name="connsiteX3" fmla="*/ 3419928 w 3419928"/>
              <a:gd name="connsiteY3" fmla="*/ 5145147 h 5145147"/>
              <a:gd name="connsiteX4" fmla="*/ 0 w 3419928"/>
              <a:gd name="connsiteY4" fmla="*/ 5145147 h 5145147"/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1200412 w 3419928"/>
              <a:gd name="connsiteY2" fmla="*/ 103699 h 5143500"/>
              <a:gd name="connsiteX3" fmla="*/ 3419928 w 3419928"/>
              <a:gd name="connsiteY3" fmla="*/ 5143500 h 5143500"/>
              <a:gd name="connsiteX4" fmla="*/ 0 w 3419928"/>
              <a:gd name="connsiteY4" fmla="*/ 5143500 h 5143500"/>
              <a:gd name="connsiteX0" fmla="*/ 0 w 3419928"/>
              <a:gd name="connsiteY0" fmla="*/ 5151467 h 5151467"/>
              <a:gd name="connsiteX1" fmla="*/ 0 w 3419928"/>
              <a:gd name="connsiteY1" fmla="*/ 7967 h 5151467"/>
              <a:gd name="connsiteX2" fmla="*/ 1261512 w 3419928"/>
              <a:gd name="connsiteY2" fmla="*/ 0 h 5151467"/>
              <a:gd name="connsiteX3" fmla="*/ 3419928 w 3419928"/>
              <a:gd name="connsiteY3" fmla="*/ 5151467 h 5151467"/>
              <a:gd name="connsiteX4" fmla="*/ 0 w 3419928"/>
              <a:gd name="connsiteY4" fmla="*/ 5151467 h 5151467"/>
              <a:gd name="connsiteX0" fmla="*/ 0 w 3419928"/>
              <a:gd name="connsiteY0" fmla="*/ 5149361 h 5149361"/>
              <a:gd name="connsiteX1" fmla="*/ 0 w 3419928"/>
              <a:gd name="connsiteY1" fmla="*/ 5861 h 5149361"/>
              <a:gd name="connsiteX2" fmla="*/ 1261512 w 3419928"/>
              <a:gd name="connsiteY2" fmla="*/ 0 h 5149361"/>
              <a:gd name="connsiteX3" fmla="*/ 3419928 w 3419928"/>
              <a:gd name="connsiteY3" fmla="*/ 5149361 h 5149361"/>
              <a:gd name="connsiteX4" fmla="*/ 0 w 3419928"/>
              <a:gd name="connsiteY4" fmla="*/ 5149361 h 5149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9928" h="5149361">
                <a:moveTo>
                  <a:pt x="0" y="5149361"/>
                </a:moveTo>
                <a:lnTo>
                  <a:pt x="0" y="5861"/>
                </a:lnTo>
                <a:lnTo>
                  <a:pt x="1261512" y="0"/>
                </a:lnTo>
                <a:lnTo>
                  <a:pt x="3419928" y="5149361"/>
                </a:lnTo>
                <a:lnTo>
                  <a:pt x="0" y="5149361"/>
                </a:lnTo>
                <a:close/>
              </a:path>
            </a:pathLst>
          </a:custGeom>
          <a:solidFill>
            <a:schemeClr val="accent2">
              <a:alpha val="6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5" name="Right Triangle 14"/>
          <p:cNvSpPr/>
          <p:nvPr userDrawn="1"/>
        </p:nvSpPr>
        <p:spPr>
          <a:xfrm flipH="1" flipV="1">
            <a:off x="6204857" y="-6121"/>
            <a:ext cx="2939142" cy="2929430"/>
          </a:xfrm>
          <a:prstGeom prst="rtTriangle">
            <a:avLst/>
          </a:prstGeom>
          <a:solidFill>
            <a:schemeClr val="accent4">
              <a:alpha val="7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982" y="2719133"/>
            <a:ext cx="4271375" cy="870857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3" name="Picture 12" descr="ellucian_white.png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982" y="650156"/>
            <a:ext cx="1623521" cy="332435"/>
          </a:xfrm>
          <a:prstGeom prst="rect">
            <a:avLst/>
          </a:prstGeom>
        </p:spPr>
      </p:pic>
      <p:sp>
        <p:nvSpPr>
          <p:cNvPr id="12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347473" y="3683524"/>
            <a:ext cx="5730384" cy="1192271"/>
          </a:xfrm>
        </p:spPr>
        <p:txBody>
          <a:bodyPr anchor="t" anchorCtr="0">
            <a:normAutofit/>
          </a:bodyPr>
          <a:lstStyle>
            <a:lvl1pPr>
              <a:spcBef>
                <a:spcPts val="0"/>
              </a:spcBef>
              <a:buNone/>
              <a:defRPr sz="1700" b="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 title title, </a:t>
            </a:r>
            <a:r>
              <a:rPr lang="en-US" dirty="0" err="1"/>
              <a:t>Ellucian</a:t>
            </a:r>
            <a:br>
              <a:rPr lang="en-US" dirty="0"/>
            </a:br>
            <a:r>
              <a:rPr lang="en-US" dirty="0" err="1"/>
              <a:t>firstname.lastname@ellucian.com</a:t>
            </a:r>
            <a:endParaRPr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42900" y="3040158"/>
            <a:ext cx="4992624" cy="626438"/>
          </a:xfrm>
        </p:spPr>
        <p:txBody>
          <a:bodyPr anchor="b">
            <a:noAutofit/>
          </a:bodyPr>
          <a:lstStyle>
            <a:lvl1pPr>
              <a:buNone/>
              <a:defRPr sz="1700" b="1" cap="all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069412640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orient="horz" pos="245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6616" y="3198174"/>
            <a:ext cx="5730384" cy="1192271"/>
          </a:xfrm>
        </p:spPr>
        <p:txBody>
          <a:bodyPr anchor="b">
            <a:noAutofit/>
          </a:bodyPr>
          <a:lstStyle>
            <a:lvl1pPr>
              <a:buNone/>
              <a:defRPr sz="1700" b="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NAME, Title, </a:t>
            </a:r>
            <a:r>
              <a:rPr lang="en-US" dirty="0" err="1"/>
              <a:t>Ellucian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356616" y="435881"/>
            <a:ext cx="4478528" cy="263525"/>
          </a:xfrm>
        </p:spPr>
        <p:txBody>
          <a:bodyPr>
            <a:noAutofit/>
          </a:bodyPr>
          <a:lstStyle>
            <a:lvl1pPr>
              <a:buNone/>
              <a:defRPr sz="1600" spc="1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WEBINAR [optional]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356616" y="838081"/>
            <a:ext cx="4478528" cy="2843177"/>
          </a:xfrm>
        </p:spPr>
        <p:txBody>
          <a:bodyPr tIns="0" bIns="0" anchor="t">
            <a:noAutofit/>
          </a:bodyPr>
          <a:lstStyle>
            <a:lvl1pPr algn="l">
              <a:lnSpc>
                <a:spcPct val="90000"/>
              </a:lnSpc>
              <a:defRPr sz="3700" b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pic>
        <p:nvPicPr>
          <p:cNvPr id="5" name="Picture 4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8555" y="4168939"/>
            <a:ext cx="1623521" cy="332435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235497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7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6616" y="3198174"/>
            <a:ext cx="5730384" cy="1192271"/>
          </a:xfrm>
        </p:spPr>
        <p:txBody>
          <a:bodyPr anchor="b">
            <a:noAutofit/>
          </a:bodyPr>
          <a:lstStyle>
            <a:lvl1pPr>
              <a:buNone/>
              <a:defRPr sz="1700" b="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NAME, Title, </a:t>
            </a:r>
            <a:r>
              <a:rPr lang="en-US" dirty="0" err="1"/>
              <a:t>Ellucian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356616" y="435881"/>
            <a:ext cx="4478528" cy="263525"/>
          </a:xfrm>
        </p:spPr>
        <p:txBody>
          <a:bodyPr>
            <a:noAutofit/>
          </a:bodyPr>
          <a:lstStyle>
            <a:lvl1pPr>
              <a:buNone/>
              <a:defRPr sz="1600" spc="1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WEBINAR [optional]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356616" y="838081"/>
            <a:ext cx="4478528" cy="2843177"/>
          </a:xfrm>
        </p:spPr>
        <p:txBody>
          <a:bodyPr tIns="0" bIns="0" anchor="t">
            <a:noAutofit/>
          </a:bodyPr>
          <a:lstStyle>
            <a:lvl1pPr algn="l">
              <a:lnSpc>
                <a:spcPct val="90000"/>
              </a:lnSpc>
              <a:defRPr sz="3700" b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pic>
        <p:nvPicPr>
          <p:cNvPr id="5" name="Picture 4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8555" y="4168939"/>
            <a:ext cx="1623521" cy="332435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699818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7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6616" y="3198174"/>
            <a:ext cx="5730384" cy="1192271"/>
          </a:xfrm>
        </p:spPr>
        <p:txBody>
          <a:bodyPr anchor="b">
            <a:noAutofit/>
          </a:bodyPr>
          <a:lstStyle>
            <a:lvl1pPr>
              <a:buNone/>
              <a:defRPr sz="1700" b="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NAME, Title, </a:t>
            </a:r>
            <a:r>
              <a:rPr lang="en-US" dirty="0" err="1"/>
              <a:t>Ellucian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356616" y="435881"/>
            <a:ext cx="4478528" cy="263525"/>
          </a:xfrm>
        </p:spPr>
        <p:txBody>
          <a:bodyPr>
            <a:noAutofit/>
          </a:bodyPr>
          <a:lstStyle>
            <a:lvl1pPr>
              <a:buNone/>
              <a:defRPr sz="1600" spc="1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WEBINAR [optional]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356616" y="838081"/>
            <a:ext cx="4478528" cy="2843177"/>
          </a:xfrm>
        </p:spPr>
        <p:txBody>
          <a:bodyPr tIns="0" bIns="0" anchor="t">
            <a:noAutofit/>
          </a:bodyPr>
          <a:lstStyle>
            <a:lvl1pPr algn="l">
              <a:lnSpc>
                <a:spcPct val="90000"/>
              </a:lnSpc>
              <a:defRPr sz="3700" b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pic>
        <p:nvPicPr>
          <p:cNvPr id="5" name="Picture 4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8555" y="4168939"/>
            <a:ext cx="1623521" cy="332435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66783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7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6616" y="3198174"/>
            <a:ext cx="5730384" cy="1192271"/>
          </a:xfrm>
        </p:spPr>
        <p:txBody>
          <a:bodyPr anchor="b">
            <a:noAutofit/>
          </a:bodyPr>
          <a:lstStyle>
            <a:lvl1pPr>
              <a:buNone/>
              <a:defRPr sz="1700" b="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NAME, Title, </a:t>
            </a:r>
            <a:r>
              <a:rPr lang="en-US" dirty="0" err="1"/>
              <a:t>Ellucian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356616" y="435881"/>
            <a:ext cx="4478528" cy="263525"/>
          </a:xfrm>
        </p:spPr>
        <p:txBody>
          <a:bodyPr>
            <a:noAutofit/>
          </a:bodyPr>
          <a:lstStyle>
            <a:lvl1pPr>
              <a:buNone/>
              <a:defRPr sz="1600" spc="1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WEBINAR [optional]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356616" y="838081"/>
            <a:ext cx="4478528" cy="2843177"/>
          </a:xfrm>
        </p:spPr>
        <p:txBody>
          <a:bodyPr tIns="0" bIns="0" anchor="t">
            <a:noAutofit/>
          </a:bodyPr>
          <a:lstStyle>
            <a:lvl1pPr algn="l">
              <a:lnSpc>
                <a:spcPct val="90000"/>
              </a:lnSpc>
              <a:defRPr sz="3700" b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pic>
        <p:nvPicPr>
          <p:cNvPr id="5" name="Picture 4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8555" y="4168939"/>
            <a:ext cx="1623521" cy="332435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629507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7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6616" y="3198174"/>
            <a:ext cx="5730384" cy="1192271"/>
          </a:xfrm>
        </p:spPr>
        <p:txBody>
          <a:bodyPr anchor="b">
            <a:noAutofit/>
          </a:bodyPr>
          <a:lstStyle>
            <a:lvl1pPr>
              <a:buNone/>
              <a:defRPr sz="1700" b="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NAME, Title, </a:t>
            </a:r>
            <a:r>
              <a:rPr lang="en-US" dirty="0" err="1"/>
              <a:t>Ellucian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356616" y="435881"/>
            <a:ext cx="4478528" cy="263525"/>
          </a:xfrm>
        </p:spPr>
        <p:txBody>
          <a:bodyPr>
            <a:noAutofit/>
          </a:bodyPr>
          <a:lstStyle>
            <a:lvl1pPr>
              <a:buNone/>
              <a:defRPr sz="1600" spc="1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WEBINAR [optional]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356616" y="838081"/>
            <a:ext cx="4478528" cy="2843177"/>
          </a:xfrm>
        </p:spPr>
        <p:txBody>
          <a:bodyPr tIns="0" bIns="0" anchor="t">
            <a:noAutofit/>
          </a:bodyPr>
          <a:lstStyle>
            <a:lvl1pPr algn="l">
              <a:lnSpc>
                <a:spcPct val="90000"/>
              </a:lnSpc>
              <a:defRPr sz="3700" b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pic>
        <p:nvPicPr>
          <p:cNvPr id="5" name="Picture 4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8555" y="4168939"/>
            <a:ext cx="1623521" cy="332435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528198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7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6616" y="3198174"/>
            <a:ext cx="5730384" cy="1192271"/>
          </a:xfrm>
        </p:spPr>
        <p:txBody>
          <a:bodyPr anchor="b">
            <a:noAutofit/>
          </a:bodyPr>
          <a:lstStyle>
            <a:lvl1pPr>
              <a:buNone/>
              <a:defRPr sz="1700" b="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NAME, Title, </a:t>
            </a:r>
            <a:r>
              <a:rPr lang="en-US" dirty="0" err="1"/>
              <a:t>Ellucian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356616" y="435881"/>
            <a:ext cx="4478528" cy="263525"/>
          </a:xfrm>
        </p:spPr>
        <p:txBody>
          <a:bodyPr>
            <a:noAutofit/>
          </a:bodyPr>
          <a:lstStyle>
            <a:lvl1pPr>
              <a:buNone/>
              <a:defRPr sz="1600" spc="1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WEBINAR [optional]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356616" y="838081"/>
            <a:ext cx="4478528" cy="2843177"/>
          </a:xfrm>
        </p:spPr>
        <p:txBody>
          <a:bodyPr tIns="0" bIns="0" anchor="t">
            <a:noAutofit/>
          </a:bodyPr>
          <a:lstStyle>
            <a:lvl1pPr algn="l">
              <a:lnSpc>
                <a:spcPct val="90000"/>
              </a:lnSpc>
              <a:defRPr sz="3700" b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pic>
        <p:nvPicPr>
          <p:cNvPr id="5" name="Picture 4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8555" y="4168939"/>
            <a:ext cx="1623521" cy="332435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94221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7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828032"/>
            <a:ext cx="9144000" cy="31699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6616" y="365760"/>
            <a:ext cx="8450544" cy="4370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6616" y="1200150"/>
            <a:ext cx="8447659" cy="32575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342900" lvl="0" indent="-342900" algn="l" defTabSz="457200" rtl="0" eaLnBrk="1" latinLnBrk="0" hangingPunct="1">
              <a:spcBef>
                <a:spcPts val="1200"/>
              </a:spcBef>
              <a:buFontTx/>
              <a:buNone/>
            </a:pPr>
            <a:r>
              <a:rPr lang="en-US" dirty="0"/>
              <a:t>Click to edit Master text styles</a:t>
            </a:r>
          </a:p>
          <a:p>
            <a:pPr marL="173038" lvl="1" indent="-173038" algn="l" defTabSz="457200" rtl="0" eaLnBrk="1" latinLnBrk="0" hangingPunct="1">
              <a:lnSpc>
                <a:spcPct val="95000"/>
              </a:lnSpc>
              <a:spcBef>
                <a:spcPts val="9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401638" lvl="2" indent="-174625" algn="l" defTabSz="457200" rtl="0" eaLnBrk="1" latinLnBrk="0" hangingPunct="1">
              <a:spcBef>
                <a:spcPts val="900"/>
              </a:spcBef>
              <a:buClr>
                <a:srgbClr val="642673"/>
              </a:buClr>
              <a:buFont typeface="Arial"/>
              <a:buChar char="•"/>
            </a:pPr>
            <a:r>
              <a:rPr lang="en-US" dirty="0"/>
              <a:t>Third level</a:t>
            </a:r>
          </a:p>
          <a:p>
            <a:pPr marL="574675" lvl="3" indent="-173038" algn="l" defTabSz="457200" rtl="0" eaLnBrk="1" latinLnBrk="0" hangingPunct="1">
              <a:spcBef>
                <a:spcPts val="900"/>
              </a:spcBef>
              <a:buClr>
                <a:srgbClr val="45A1AA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803275" lvl="4" indent="-173038" algn="l" defTabSz="457200" rtl="0" eaLnBrk="1" latinLnBrk="0" hangingPunct="1">
              <a:spcBef>
                <a:spcPts val="900"/>
              </a:spcBef>
              <a:buClr>
                <a:srgbClr val="414042"/>
              </a:buClr>
              <a:buFont typeface="Arial" panose="020B0604020202020204" pitchFamily="34" charset="0"/>
              <a:buChar char="̶"/>
            </a:pPr>
            <a:r>
              <a:rPr lang="en-US" dirty="0"/>
              <a:t>Fifth level</a:t>
            </a:r>
          </a:p>
        </p:txBody>
      </p:sp>
      <p:sp>
        <p:nvSpPr>
          <p:cNvPr id="16" name="Footer Placeholder 4"/>
          <p:cNvSpPr txBox="1">
            <a:spLocks/>
          </p:cNvSpPr>
          <p:nvPr userDrawn="1"/>
        </p:nvSpPr>
        <p:spPr>
          <a:xfrm>
            <a:off x="5156431" y="4943871"/>
            <a:ext cx="3319549" cy="107722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2018 Ellucian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17" name="Picture 16" descr="ellucian_white.png"/>
          <p:cNvPicPr>
            <a:picLocks noChangeAspect="1"/>
          </p:cNvPicPr>
          <p:nvPr userDrawn="1"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808" y="4923038"/>
            <a:ext cx="737850" cy="151083"/>
          </a:xfrm>
          <a:prstGeom prst="rect">
            <a:avLst/>
          </a:prstGeom>
        </p:spPr>
      </p:pic>
      <p:sp>
        <p:nvSpPr>
          <p:cNvPr id="9" name="Slide Number Placeholder 3"/>
          <p:cNvSpPr txBox="1">
            <a:spLocks/>
          </p:cNvSpPr>
          <p:nvPr userDrawn="1"/>
        </p:nvSpPr>
        <p:spPr>
          <a:xfrm>
            <a:off x="8402405" y="4851610"/>
            <a:ext cx="403267" cy="20604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457200" rtl="0" eaLnBrk="1" latinLnBrk="0" hangingPunct="1">
              <a:defRPr sz="1100" b="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085A0-3A3D-6540-B0AC-0588E66301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38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22" r:id="rId2"/>
    <p:sldLayoutId id="2147483717" r:id="rId3"/>
    <p:sldLayoutId id="2147483724" r:id="rId4"/>
    <p:sldLayoutId id="2147483649" r:id="rId5"/>
    <p:sldLayoutId id="2147483650" r:id="rId6"/>
    <p:sldLayoutId id="2147483721" r:id="rId7"/>
    <p:sldLayoutId id="2147483652" r:id="rId8"/>
    <p:sldLayoutId id="2147483723" r:id="rId9"/>
    <p:sldLayoutId id="2147483735" r:id="rId10"/>
    <p:sldLayoutId id="2147483700" r:id="rId11"/>
    <p:sldLayoutId id="2147483734" r:id="rId12"/>
    <p:sldLayoutId id="2147483716" r:id="rId13"/>
    <p:sldLayoutId id="2147483725" r:id="rId14"/>
    <p:sldLayoutId id="2147483720" r:id="rId15"/>
    <p:sldLayoutId id="2147483726" r:id="rId16"/>
    <p:sldLayoutId id="2147483738" r:id="rId17"/>
    <p:sldLayoutId id="2147483740" r:id="rId18"/>
    <p:sldLayoutId id="2147483741" r:id="rId19"/>
    <p:sldLayoutId id="2147483742" r:id="rId20"/>
    <p:sldLayoutId id="2147483743" r:id="rId21"/>
    <p:sldLayoutId id="2147483744" r:id="rId22"/>
  </p:sldLayoutIdLst>
  <p:transition spd="slow">
    <p:wipe dir="r"/>
  </p:transition>
  <p:hf hdr="0" ft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600" b="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spcBef>
          <a:spcPts val="900"/>
        </a:spcBef>
        <a:buFontTx/>
        <a:buNone/>
        <a:defRPr lang="en-US" sz="1600" b="1" kern="1200" dirty="0" smtClean="0">
          <a:solidFill>
            <a:srgbClr val="45A1AA"/>
          </a:solidFill>
          <a:latin typeface="Arial"/>
          <a:ea typeface="+mn-ea"/>
          <a:cs typeface="Arial"/>
        </a:defRPr>
      </a:lvl1pPr>
      <a:lvl2pPr marL="285750" indent="-285750" algn="l" defTabSz="457200" rtl="0" eaLnBrk="1" latinLnBrk="0" hangingPunct="1">
        <a:spcBef>
          <a:spcPts val="900"/>
        </a:spcBef>
        <a:buFont typeface="Arial" panose="020B0604020202020204" pitchFamily="34" charset="0"/>
        <a:buChar char="•"/>
        <a:defRPr lang="en-US" sz="1600" b="0" kern="1200" dirty="0" smtClean="0">
          <a:solidFill>
            <a:schemeClr val="tx1"/>
          </a:solidFill>
          <a:latin typeface="Arial"/>
          <a:ea typeface="+mn-ea"/>
          <a:cs typeface="Arial"/>
        </a:defRPr>
      </a:lvl2pPr>
      <a:lvl3pPr marL="512763" indent="-285750" algn="l" defTabSz="457200" rtl="0" eaLnBrk="1" latinLnBrk="0" hangingPunct="1">
        <a:spcBef>
          <a:spcPts val="900"/>
        </a:spcBef>
        <a:buFont typeface="Arial"/>
        <a:buChar char="•"/>
        <a:defRPr lang="en-US" sz="1400" kern="1200" dirty="0" smtClean="0">
          <a:solidFill>
            <a:srgbClr val="414042"/>
          </a:solidFill>
          <a:latin typeface="Arial"/>
          <a:ea typeface="+mn-ea"/>
          <a:cs typeface="Arial"/>
        </a:defRPr>
      </a:lvl3pPr>
      <a:lvl4pPr marL="855663" indent="-855663" algn="l" defTabSz="457200" rtl="0" eaLnBrk="1" latinLnBrk="0" hangingPunct="1">
        <a:spcBef>
          <a:spcPts val="900"/>
        </a:spcBef>
        <a:buFont typeface="Arial" panose="020B0604020202020204" pitchFamily="34" charset="0"/>
        <a:buChar char="•"/>
        <a:defRPr lang="en-US" sz="1200" kern="1200" dirty="0" smtClean="0">
          <a:solidFill>
            <a:srgbClr val="414042"/>
          </a:solidFill>
          <a:latin typeface="Arial"/>
          <a:ea typeface="+mn-ea"/>
          <a:cs typeface="Arial"/>
        </a:defRPr>
      </a:lvl4pPr>
      <a:lvl5pPr marL="1201738" indent="-339725" algn="l" defTabSz="457200" rtl="0" eaLnBrk="1" latinLnBrk="0" hangingPunct="1">
        <a:spcBef>
          <a:spcPts val="900"/>
        </a:spcBef>
        <a:buFont typeface="Arial" panose="020B0604020202020204" pitchFamily="34" charset="0"/>
        <a:buChar char="•"/>
        <a:defRPr lang="en-US" sz="1200" kern="1200" dirty="0">
          <a:solidFill>
            <a:srgbClr val="414042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28" userDrawn="1">
          <p15:clr>
            <a:srgbClr val="F26B43"/>
          </p15:clr>
        </p15:guide>
        <p15:guide id="3" orient="horz" pos="400" userDrawn="1">
          <p15:clr>
            <a:srgbClr val="F26B43"/>
          </p15:clr>
        </p15:guide>
        <p15:guide id="5" pos="5546" userDrawn="1">
          <p15:clr>
            <a:srgbClr val="F26B43"/>
          </p15:clr>
        </p15:guide>
        <p15:guide id="6" orient="horz" pos="78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Excel_Worksheet.xls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244325"/>
            <a:ext cx="5074490" cy="1613647"/>
          </a:xfrm>
        </p:spPr>
        <p:txBody>
          <a:bodyPr/>
          <a:lstStyle/>
          <a:p>
            <a:r>
              <a:rPr lang="es-ES" sz="3600" dirty="0"/>
              <a:t>Configuración de Solicitudes de Servicio</a:t>
            </a:r>
            <a:br>
              <a:rPr lang="es-ES" sz="3600" dirty="0"/>
            </a:br>
            <a:r>
              <a:rPr lang="es-ES" sz="1400" dirty="0"/>
              <a:t>Instructivo</a:t>
            </a:r>
            <a:endParaRPr lang="es-ES_tradnl" sz="36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Consultant</a:t>
            </a:r>
          </a:p>
          <a:p>
            <a:r>
              <a:rPr lang="en-US" dirty="0"/>
              <a:t>Ellucian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Patricio </a:t>
            </a:r>
            <a:r>
              <a:rPr lang="en-US" dirty="0" err="1"/>
              <a:t>rojas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117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Contenido</a:t>
            </a:r>
            <a:endParaRPr lang="es-ES_tradnl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243541"/>
              </p:ext>
            </p:extLst>
          </p:nvPr>
        </p:nvGraphicFramePr>
        <p:xfrm>
          <a:off x="345982" y="1177761"/>
          <a:ext cx="8450544" cy="240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7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2125">
                <a:tc>
                  <a:txBody>
                    <a:bodyPr/>
                    <a:lstStyle/>
                    <a:p>
                      <a:r>
                        <a:rPr lang="es-ES_tradnl" sz="2300" b="1" kern="1200" noProof="0" dirty="0">
                          <a:solidFill>
                            <a:schemeClr val="accent2"/>
                          </a:solidFill>
                          <a:latin typeface="Arial"/>
                          <a:ea typeface="+mn-ea"/>
                          <a:cs typeface="Arial"/>
                        </a:rPr>
                        <a:t>1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 sz="1500" b="0" kern="1200" noProof="0" dirty="0">
                        <a:solidFill>
                          <a:srgbClr val="414042"/>
                        </a:solidFill>
                        <a:latin typeface="Arial"/>
                        <a:ea typeface="+mn-ea"/>
                        <a:cs typeface="Arial"/>
                      </a:endParaRPr>
                    </a:p>
                    <a:p>
                      <a:r>
                        <a:rPr lang="es-ES_tradnl" sz="1500" b="0" kern="1200" noProof="0" dirty="0" err="1">
                          <a:solidFill>
                            <a:srgbClr val="414042"/>
                          </a:solidFill>
                          <a:latin typeface="Arial"/>
                          <a:ea typeface="+mn-ea"/>
                          <a:cs typeface="Arial"/>
                        </a:rPr>
                        <a:t>Overview</a:t>
                      </a:r>
                      <a:endParaRPr lang="es-ES_tradnl" sz="1500" b="0" kern="1200" noProof="0" dirty="0">
                        <a:solidFill>
                          <a:srgbClr val="414042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B="73152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125">
                <a:tc>
                  <a:txBody>
                    <a:bodyPr/>
                    <a:lstStyle/>
                    <a:p>
                      <a:r>
                        <a:rPr lang="es-ES_tradnl" sz="2300" b="1" kern="1200" noProof="0" dirty="0">
                          <a:solidFill>
                            <a:schemeClr val="accent2"/>
                          </a:solidFill>
                          <a:latin typeface="Arial"/>
                          <a:ea typeface="+mn-ea"/>
                          <a:cs typeface="Arial"/>
                        </a:rPr>
                        <a:t>2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500" b="0" kern="1200" noProof="0" dirty="0">
                          <a:solidFill>
                            <a:srgbClr val="414042"/>
                          </a:solidFill>
                          <a:latin typeface="+mn-lt"/>
                          <a:ea typeface="+mn-ea"/>
                          <a:cs typeface="Arial"/>
                        </a:rPr>
                        <a:t>Configuración de Solicitudes de Servicio</a:t>
                      </a:r>
                    </a:p>
                  </a:txBody>
                  <a:tcPr marB="73152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125">
                <a:tc>
                  <a:txBody>
                    <a:bodyPr/>
                    <a:lstStyle/>
                    <a:p>
                      <a:r>
                        <a:rPr lang="es-ES_tradnl" sz="2300" b="1" kern="1200" noProof="0" dirty="0">
                          <a:solidFill>
                            <a:schemeClr val="accent2"/>
                          </a:solidFill>
                          <a:latin typeface="Arial"/>
                          <a:ea typeface="+mn-ea"/>
                          <a:cs typeface="Arial"/>
                        </a:rPr>
                        <a:t>3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500" b="0" kern="1200" noProof="0" dirty="0">
                          <a:solidFill>
                            <a:srgbClr val="414042"/>
                          </a:solidFill>
                          <a:latin typeface="+mn-lt"/>
                          <a:ea typeface="+mn-ea"/>
                          <a:cs typeface="Arial"/>
                        </a:rPr>
                        <a:t>Resumen</a:t>
                      </a:r>
                    </a:p>
                  </a:txBody>
                  <a:tcPr marB="73152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873710"/>
                  </a:ext>
                </a:extLst>
              </a:tr>
              <a:tr h="602125">
                <a:tc>
                  <a:txBody>
                    <a:bodyPr/>
                    <a:lstStyle/>
                    <a:p>
                      <a:endParaRPr lang="es-ES_tradnl" sz="2300" b="1" kern="1200" noProof="0" dirty="0">
                        <a:solidFill>
                          <a:schemeClr val="accent2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500" b="0" kern="1200" noProof="0" dirty="0">
                        <a:solidFill>
                          <a:srgbClr val="414042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marB="73152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27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555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endParaRPr lang="es-ES_tradnl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Configuraciones de Solicitudes de Servicio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393894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</a:t>
            </a:r>
            <a:r>
              <a:rPr lang="es-ES_tradnl" b="1" dirty="0"/>
              <a:t>Mapa de procesos de negocio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AB546D9-8B09-544B-9C71-6E01B12F82D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2227" y="1719426"/>
            <a:ext cx="7913569" cy="192766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931B519-6E40-5046-A182-817FD6225C7E}"/>
              </a:ext>
            </a:extLst>
          </p:cNvPr>
          <p:cNvSpPr/>
          <p:nvPr/>
        </p:nvSpPr>
        <p:spPr>
          <a:xfrm>
            <a:off x="2119771" y="2276002"/>
            <a:ext cx="1229711" cy="485645"/>
          </a:xfrm>
          <a:prstGeom prst="rect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9761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</a:t>
            </a:r>
            <a:r>
              <a:rPr lang="es-ES_tradnl" b="1" dirty="0"/>
              <a:t>Procedimiento- Configuración de Solicitudes de Servicio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83E7ABE-A191-4071-AC41-8700942A7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55" y="1351108"/>
            <a:ext cx="7374673" cy="321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803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72533" y="411724"/>
            <a:ext cx="8450544" cy="437009"/>
          </a:xfrm>
        </p:spPr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</a:t>
            </a:r>
            <a:r>
              <a:rPr lang="es-ES_tradnl" b="1" dirty="0"/>
              <a:t>Región donde aplica</a:t>
            </a:r>
          </a:p>
        </p:txBody>
      </p:sp>
      <p:pic>
        <p:nvPicPr>
          <p:cNvPr id="10" name="Imagen 9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5D50085D-118F-B94E-BE3F-717D53C8C1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649"/>
          <a:stretch/>
        </p:blipFill>
        <p:spPr>
          <a:xfrm>
            <a:off x="2238131" y="1141434"/>
            <a:ext cx="3585613" cy="336132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67F9A8D2-DB8A-9348-9C89-4582AE2EB894}"/>
              </a:ext>
            </a:extLst>
          </p:cNvPr>
          <p:cNvSpPr txBox="1"/>
          <p:nvPr/>
        </p:nvSpPr>
        <p:spPr>
          <a:xfrm>
            <a:off x="6306955" y="2387084"/>
            <a:ext cx="119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Todo LAC</a:t>
            </a:r>
          </a:p>
        </p:txBody>
      </p:sp>
    </p:spTree>
    <p:extLst>
      <p:ext uri="{BB962C8B-B14F-4D97-AF65-F5344CB8AC3E}">
        <p14:creationId xmlns:p14="http://schemas.microsoft.com/office/powerpoint/2010/main" val="140520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/>
            <a:r>
              <a:rPr lang="es-ES_tradnl" dirty="0"/>
              <a:t>La institución entrega diversos servicios</a:t>
            </a:r>
          </a:p>
          <a:p>
            <a:pPr lvl="1" algn="just"/>
            <a:r>
              <a:rPr lang="es-ES_tradnl" dirty="0"/>
              <a:t>Un estudiante, docente o usuario interno de la institución puede solicitar un servicio</a:t>
            </a:r>
          </a:p>
          <a:p>
            <a:pPr lvl="1" algn="just"/>
            <a:r>
              <a:rPr lang="es-ES_tradnl" dirty="0"/>
              <a:t>Se deben realizar diversas configuraciones para </a:t>
            </a:r>
            <a:r>
              <a:rPr lang="es-ES_tradnl" dirty="0" err="1"/>
              <a:t>disponibilizar</a:t>
            </a:r>
            <a:r>
              <a:rPr lang="es-ES_tradnl" dirty="0"/>
              <a:t> los servicios</a:t>
            </a:r>
          </a:p>
          <a:p>
            <a:pPr lvl="1" algn="just"/>
            <a:endParaRPr lang="es-ES_tradnl" dirty="0"/>
          </a:p>
          <a:p>
            <a:pPr lvl="1" algn="just"/>
            <a:endParaRPr lang="es-ES_tradnl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</a:t>
            </a:r>
            <a:r>
              <a:rPr lang="es-ES_tradnl" b="1" dirty="0"/>
              <a:t>Configuración de Solicitudes de Servicio</a:t>
            </a:r>
          </a:p>
        </p:txBody>
      </p:sp>
    </p:spTree>
    <p:extLst>
      <p:ext uri="{BB962C8B-B14F-4D97-AF65-F5344CB8AC3E}">
        <p14:creationId xmlns:p14="http://schemas.microsoft.com/office/powerpoint/2010/main" val="1491982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s-ES_tradnl" b="1" dirty="0"/>
              <a:t>Diccionario general</a:t>
            </a:r>
            <a:r>
              <a:rPr lang="es-ES_tradnl" dirty="0"/>
              <a:t>:</a:t>
            </a:r>
          </a:p>
          <a:p>
            <a:pPr lvl="2" algn="just"/>
            <a:r>
              <a:rPr lang="es-ES_tradnl" b="1" dirty="0">
                <a:solidFill>
                  <a:schemeClr val="accent4"/>
                </a:solidFill>
              </a:rPr>
              <a:t>Servicio:</a:t>
            </a:r>
            <a:r>
              <a:rPr lang="es-ES_tradnl" dirty="0"/>
              <a:t> Servicio que la institución permite que sea gestionado por los docentes, estudiantes y usuarios internos.</a:t>
            </a:r>
            <a:endParaRPr lang="es-ES_tradnl" b="1" dirty="0">
              <a:solidFill>
                <a:schemeClr val="accent4"/>
              </a:solidFill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</a:t>
            </a:r>
            <a:r>
              <a:rPr lang="es-ES_tradnl" b="1" dirty="0"/>
              <a:t>Configuración de Solicitudes de Servicio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4BAD0FCF-D169-3143-B795-F77B8A291565}"/>
              </a:ext>
            </a:extLst>
          </p:cNvPr>
          <p:cNvSpPr/>
          <p:nvPr/>
        </p:nvSpPr>
        <p:spPr>
          <a:xfrm>
            <a:off x="3676208" y="3897040"/>
            <a:ext cx="1791583" cy="51614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¡Comencemos!</a:t>
            </a:r>
            <a:endParaRPr lang="es-ES_tradnl" sz="1100" dirty="0"/>
          </a:p>
        </p:txBody>
      </p:sp>
    </p:spTree>
    <p:extLst>
      <p:ext uri="{BB962C8B-B14F-4D97-AF65-F5344CB8AC3E}">
        <p14:creationId xmlns:p14="http://schemas.microsoft.com/office/powerpoint/2010/main" val="154894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13D474-EF59-2D48-B7C0-03A42597CAB9}"/>
              </a:ext>
            </a:extLst>
          </p:cNvPr>
          <p:cNvSpPr txBox="1">
            <a:spLocks/>
          </p:cNvSpPr>
          <p:nvPr/>
        </p:nvSpPr>
        <p:spPr>
          <a:xfrm>
            <a:off x="356616" y="2269719"/>
            <a:ext cx="4055896" cy="12759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900"/>
              </a:spcBef>
              <a:buFontTx/>
              <a:buNone/>
              <a:defRPr lang="en-US" sz="1600" b="1" kern="1200" spc="100">
                <a:solidFill>
                  <a:schemeClr val="bg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None/>
              <a:defRPr lang="en-US" sz="1600" b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914400" indent="0" algn="l" defTabSz="457200" rtl="0" eaLnBrk="1" latinLnBrk="0" hangingPunct="1">
              <a:spcBef>
                <a:spcPts val="900"/>
              </a:spcBef>
              <a:buFont typeface="Arial"/>
              <a:buNone/>
              <a:defRPr lang="en-US" sz="1400" kern="120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3pPr>
            <a:lvl4pPr marL="1371600" indent="0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None/>
              <a:defRPr lang="en-US" sz="1200" kern="120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4pPr>
            <a:lvl5pPr marL="1828800" indent="0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None/>
              <a:defRPr lang="en-US" sz="1200" kern="120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4A62112F-A3AA-3C4D-A267-97DF7410D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615" y="1800000"/>
            <a:ext cx="5707854" cy="639840"/>
          </a:xfrm>
        </p:spPr>
        <p:txBody>
          <a:bodyPr/>
          <a:lstStyle/>
          <a:p>
            <a:r>
              <a:rPr lang="es-ES" dirty="0"/>
              <a:t>Configuración de Solicitudes de Servicio</a:t>
            </a:r>
            <a:endParaRPr lang="es-ES_tradnl" dirty="0"/>
          </a:p>
        </p:txBody>
      </p:sp>
      <p:sp>
        <p:nvSpPr>
          <p:cNvPr id="4" name="Subtitle 5">
            <a:extLst>
              <a:ext uri="{FF2B5EF4-FFF2-40B4-BE49-F238E27FC236}">
                <a16:creationId xmlns:a16="http://schemas.microsoft.com/office/drawing/2014/main" id="{AC2A02EA-8544-4D0E-941F-1CEAA505668E}"/>
              </a:ext>
            </a:extLst>
          </p:cNvPr>
          <p:cNvSpPr txBox="1">
            <a:spLocks/>
          </p:cNvSpPr>
          <p:nvPr/>
        </p:nvSpPr>
        <p:spPr>
          <a:xfrm>
            <a:off x="272862" y="2780497"/>
            <a:ext cx="5331154" cy="1847042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ts val="900"/>
              </a:spcBef>
              <a:buFontTx/>
              <a:buNone/>
              <a:defRPr lang="en-US" sz="1600" b="1" kern="1200" dirty="0" smtClean="0">
                <a:solidFill>
                  <a:srgbClr val="45A1AA"/>
                </a:solidFill>
                <a:latin typeface="Arial"/>
                <a:ea typeface="+mn-ea"/>
                <a:cs typeface="Arial"/>
              </a:defRPr>
            </a:lvl1pPr>
            <a:lvl2pPr marL="285750" indent="-285750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12763" indent="-285750" algn="l" defTabSz="457200" rtl="0" eaLnBrk="1" latinLnBrk="0" hangingPunct="1">
              <a:spcBef>
                <a:spcPts val="900"/>
              </a:spcBef>
              <a:buFont typeface="Arial"/>
              <a:buChar char="•"/>
              <a:defRPr lang="en-US" sz="1400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3pPr>
            <a:lvl4pPr marL="855663" indent="-855663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4pPr>
            <a:lvl5pPr marL="1201738" indent="-339725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Char char="•"/>
              <a:defRPr lang="en-US" sz="1200" kern="1200" dirty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 sz="2200" b="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12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A1986F1-7DAC-4FAE-82E3-90E6071ED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60" y="871360"/>
            <a:ext cx="8113574" cy="3906379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Configuración de Solicitudes de servicio: </a:t>
            </a:r>
            <a:r>
              <a:rPr lang="es-ES_tradnl" b="1" dirty="0"/>
              <a:t>Categoría</a:t>
            </a: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7AA43F7D-6D7B-4F80-A4C8-8FAC0B3BBEEF}"/>
              </a:ext>
            </a:extLst>
          </p:cNvPr>
          <p:cNvSpPr/>
          <p:nvPr/>
        </p:nvSpPr>
        <p:spPr>
          <a:xfrm>
            <a:off x="550125" y="1993075"/>
            <a:ext cx="1597967" cy="61251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Crear un código de categoría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9A333DC-3B3F-41FC-94E1-47BD20395EA3}"/>
              </a:ext>
            </a:extLst>
          </p:cNvPr>
          <p:cNvSpPr/>
          <p:nvPr/>
        </p:nvSpPr>
        <p:spPr>
          <a:xfrm>
            <a:off x="608897" y="1224176"/>
            <a:ext cx="1777462" cy="32250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redondeado 7">
            <a:extLst>
              <a:ext uri="{FF2B5EF4-FFF2-40B4-BE49-F238E27FC236}">
                <a16:creationId xmlns:a16="http://schemas.microsoft.com/office/drawing/2014/main" id="{221EB574-2714-4012-8BE0-85F5619D4748}"/>
              </a:ext>
            </a:extLst>
          </p:cNvPr>
          <p:cNvSpPr/>
          <p:nvPr/>
        </p:nvSpPr>
        <p:spPr>
          <a:xfrm>
            <a:off x="1149256" y="1621472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194D8C0-6668-4A23-8C6C-7C674FAAC735}"/>
              </a:ext>
            </a:extLst>
          </p:cNvPr>
          <p:cNvSpPr/>
          <p:nvPr/>
        </p:nvSpPr>
        <p:spPr>
          <a:xfrm>
            <a:off x="2531323" y="1213709"/>
            <a:ext cx="2181924" cy="33297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redondeado 8">
            <a:extLst>
              <a:ext uri="{FF2B5EF4-FFF2-40B4-BE49-F238E27FC236}">
                <a16:creationId xmlns:a16="http://schemas.microsoft.com/office/drawing/2014/main" id="{FB7E7121-50F2-4B73-968A-D6E3889A5244}"/>
              </a:ext>
            </a:extLst>
          </p:cNvPr>
          <p:cNvSpPr/>
          <p:nvPr/>
        </p:nvSpPr>
        <p:spPr>
          <a:xfrm>
            <a:off x="2591477" y="1970787"/>
            <a:ext cx="1980524" cy="63480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Crear una descripción para la categoría</a:t>
            </a:r>
          </a:p>
        </p:txBody>
      </p:sp>
      <p:sp>
        <p:nvSpPr>
          <p:cNvPr id="14" name="Rectángulo redondeado 7">
            <a:extLst>
              <a:ext uri="{FF2B5EF4-FFF2-40B4-BE49-F238E27FC236}">
                <a16:creationId xmlns:a16="http://schemas.microsoft.com/office/drawing/2014/main" id="{61DBB3DB-71F3-4031-8D02-962476F1BE2B}"/>
              </a:ext>
            </a:extLst>
          </p:cNvPr>
          <p:cNvSpPr/>
          <p:nvPr/>
        </p:nvSpPr>
        <p:spPr>
          <a:xfrm>
            <a:off x="3472281" y="1621472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5" name="Rectángulo redondeado 7">
            <a:extLst>
              <a:ext uri="{FF2B5EF4-FFF2-40B4-BE49-F238E27FC236}">
                <a16:creationId xmlns:a16="http://schemas.microsoft.com/office/drawing/2014/main" id="{9BA4DAF1-47DB-437D-B7E1-AD503616BBA2}"/>
              </a:ext>
            </a:extLst>
          </p:cNvPr>
          <p:cNvSpPr/>
          <p:nvPr/>
        </p:nvSpPr>
        <p:spPr>
          <a:xfrm>
            <a:off x="7579110" y="4426206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F7EA5BD6-DA3E-4B18-AD55-07910C5006BD}"/>
              </a:ext>
            </a:extLst>
          </p:cNvPr>
          <p:cNvSpPr/>
          <p:nvPr/>
        </p:nvSpPr>
        <p:spPr>
          <a:xfrm>
            <a:off x="6503480" y="3687979"/>
            <a:ext cx="2050919" cy="62902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Luego de completar, hacer </a:t>
            </a:r>
            <a:r>
              <a:rPr lang="es-ES_tradnl" sz="1100" dirty="0" err="1"/>
              <a:t>clcik</a:t>
            </a:r>
            <a:r>
              <a:rPr lang="es-ES_tradnl" sz="1100" dirty="0"/>
              <a:t> en “Guardar”</a:t>
            </a:r>
          </a:p>
        </p:txBody>
      </p:sp>
    </p:spTree>
    <p:extLst>
      <p:ext uri="{BB962C8B-B14F-4D97-AF65-F5344CB8AC3E}">
        <p14:creationId xmlns:p14="http://schemas.microsoft.com/office/powerpoint/2010/main" val="2740856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104DBB9-6774-468F-B188-822938F03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30" y="900290"/>
            <a:ext cx="8051180" cy="3867930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Configuración de Solicitudes de servicio: </a:t>
            </a:r>
            <a:r>
              <a:rPr lang="es-ES_tradnl" b="1" dirty="0"/>
              <a:t>Servicio</a:t>
            </a: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7AA43F7D-6D7B-4F80-A4C8-8FAC0B3BBEEF}"/>
              </a:ext>
            </a:extLst>
          </p:cNvPr>
          <p:cNvSpPr/>
          <p:nvPr/>
        </p:nvSpPr>
        <p:spPr>
          <a:xfrm>
            <a:off x="550125" y="1993075"/>
            <a:ext cx="1597967" cy="61251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Crear un código y descripción de un servicio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9A333DC-3B3F-41FC-94E1-47BD20395EA3}"/>
              </a:ext>
            </a:extLst>
          </p:cNvPr>
          <p:cNvSpPr/>
          <p:nvPr/>
        </p:nvSpPr>
        <p:spPr>
          <a:xfrm>
            <a:off x="608897" y="1224176"/>
            <a:ext cx="1777462" cy="32250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redondeado 7">
            <a:extLst>
              <a:ext uri="{FF2B5EF4-FFF2-40B4-BE49-F238E27FC236}">
                <a16:creationId xmlns:a16="http://schemas.microsoft.com/office/drawing/2014/main" id="{221EB574-2714-4012-8BE0-85F5619D4748}"/>
              </a:ext>
            </a:extLst>
          </p:cNvPr>
          <p:cNvSpPr/>
          <p:nvPr/>
        </p:nvSpPr>
        <p:spPr>
          <a:xfrm>
            <a:off x="1149256" y="1621472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194D8C0-6668-4A23-8C6C-7C674FAAC735}"/>
              </a:ext>
            </a:extLst>
          </p:cNvPr>
          <p:cNvSpPr/>
          <p:nvPr/>
        </p:nvSpPr>
        <p:spPr>
          <a:xfrm>
            <a:off x="3549797" y="1213709"/>
            <a:ext cx="2181924" cy="33297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redondeado 8">
            <a:extLst>
              <a:ext uri="{FF2B5EF4-FFF2-40B4-BE49-F238E27FC236}">
                <a16:creationId xmlns:a16="http://schemas.microsoft.com/office/drawing/2014/main" id="{FB7E7121-50F2-4B73-968A-D6E3889A5244}"/>
              </a:ext>
            </a:extLst>
          </p:cNvPr>
          <p:cNvSpPr/>
          <p:nvPr/>
        </p:nvSpPr>
        <p:spPr>
          <a:xfrm>
            <a:off x="3609951" y="1970787"/>
            <a:ext cx="1980524" cy="63480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Seleccionar una categoría para el servicio</a:t>
            </a:r>
          </a:p>
        </p:txBody>
      </p:sp>
      <p:sp>
        <p:nvSpPr>
          <p:cNvPr id="14" name="Rectángulo redondeado 7">
            <a:extLst>
              <a:ext uri="{FF2B5EF4-FFF2-40B4-BE49-F238E27FC236}">
                <a16:creationId xmlns:a16="http://schemas.microsoft.com/office/drawing/2014/main" id="{61DBB3DB-71F3-4031-8D02-962476F1BE2B}"/>
              </a:ext>
            </a:extLst>
          </p:cNvPr>
          <p:cNvSpPr/>
          <p:nvPr/>
        </p:nvSpPr>
        <p:spPr>
          <a:xfrm>
            <a:off x="4490755" y="1621472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5" name="Rectángulo redondeado 7">
            <a:extLst>
              <a:ext uri="{FF2B5EF4-FFF2-40B4-BE49-F238E27FC236}">
                <a16:creationId xmlns:a16="http://schemas.microsoft.com/office/drawing/2014/main" id="{9BA4DAF1-47DB-437D-B7E1-AD503616BBA2}"/>
              </a:ext>
            </a:extLst>
          </p:cNvPr>
          <p:cNvSpPr/>
          <p:nvPr/>
        </p:nvSpPr>
        <p:spPr>
          <a:xfrm>
            <a:off x="7579110" y="4426206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F7EA5BD6-DA3E-4B18-AD55-07910C5006BD}"/>
              </a:ext>
            </a:extLst>
          </p:cNvPr>
          <p:cNvSpPr/>
          <p:nvPr/>
        </p:nvSpPr>
        <p:spPr>
          <a:xfrm>
            <a:off x="6503480" y="3687979"/>
            <a:ext cx="2050919" cy="62902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Luego de completar, hacer </a:t>
            </a:r>
            <a:r>
              <a:rPr lang="es-ES_tradnl" sz="1100" dirty="0" err="1"/>
              <a:t>clcik</a:t>
            </a:r>
            <a:r>
              <a:rPr lang="es-ES_tradnl" sz="1100" dirty="0"/>
              <a:t> en “Guardar”</a:t>
            </a:r>
          </a:p>
        </p:txBody>
      </p:sp>
    </p:spTree>
    <p:extLst>
      <p:ext uri="{BB962C8B-B14F-4D97-AF65-F5344CB8AC3E}">
        <p14:creationId xmlns:p14="http://schemas.microsoft.com/office/powerpoint/2010/main" val="34877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C87C12F-86EB-4D89-AE28-F321DA80B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01" y="767444"/>
            <a:ext cx="8351875" cy="4010295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Configuración de Solicitudes de servicio: </a:t>
            </a:r>
            <a:r>
              <a:rPr lang="es-ES_tradnl" b="1" dirty="0"/>
              <a:t>Estados</a:t>
            </a: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7AA43F7D-6D7B-4F80-A4C8-8FAC0B3BBEEF}"/>
              </a:ext>
            </a:extLst>
          </p:cNvPr>
          <p:cNvSpPr/>
          <p:nvPr/>
        </p:nvSpPr>
        <p:spPr>
          <a:xfrm>
            <a:off x="572427" y="1896433"/>
            <a:ext cx="1597967" cy="73525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Crear un código y descripción del estado de los servicios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9A333DC-3B3F-41FC-94E1-47BD20395EA3}"/>
              </a:ext>
            </a:extLst>
          </p:cNvPr>
          <p:cNvSpPr/>
          <p:nvPr/>
        </p:nvSpPr>
        <p:spPr>
          <a:xfrm>
            <a:off x="631199" y="1127534"/>
            <a:ext cx="2662128" cy="32250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redondeado 7">
            <a:extLst>
              <a:ext uri="{FF2B5EF4-FFF2-40B4-BE49-F238E27FC236}">
                <a16:creationId xmlns:a16="http://schemas.microsoft.com/office/drawing/2014/main" id="{221EB574-2714-4012-8BE0-85F5619D4748}"/>
              </a:ext>
            </a:extLst>
          </p:cNvPr>
          <p:cNvSpPr/>
          <p:nvPr/>
        </p:nvSpPr>
        <p:spPr>
          <a:xfrm>
            <a:off x="1171558" y="1524830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194D8C0-6668-4A23-8C6C-7C674FAAC735}"/>
              </a:ext>
            </a:extLst>
          </p:cNvPr>
          <p:cNvSpPr/>
          <p:nvPr/>
        </p:nvSpPr>
        <p:spPr>
          <a:xfrm>
            <a:off x="5119996" y="1127534"/>
            <a:ext cx="1271802" cy="33297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redondeado 8">
            <a:extLst>
              <a:ext uri="{FF2B5EF4-FFF2-40B4-BE49-F238E27FC236}">
                <a16:creationId xmlns:a16="http://schemas.microsoft.com/office/drawing/2014/main" id="{FB7E7121-50F2-4B73-968A-D6E3889A5244}"/>
              </a:ext>
            </a:extLst>
          </p:cNvPr>
          <p:cNvSpPr/>
          <p:nvPr/>
        </p:nvSpPr>
        <p:spPr>
          <a:xfrm>
            <a:off x="4498523" y="1893726"/>
            <a:ext cx="1980524" cy="63480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Al hacer </a:t>
            </a:r>
            <a:r>
              <a:rPr lang="es-ES_tradnl" sz="1100" dirty="0" err="1"/>
              <a:t>click</a:t>
            </a:r>
            <a:r>
              <a:rPr lang="es-ES_tradnl" sz="1100" dirty="0"/>
              <a:t> en la casilla, se impedirá el uso de este estado</a:t>
            </a:r>
          </a:p>
        </p:txBody>
      </p:sp>
      <p:sp>
        <p:nvSpPr>
          <p:cNvPr id="14" name="Rectángulo redondeado 7">
            <a:extLst>
              <a:ext uri="{FF2B5EF4-FFF2-40B4-BE49-F238E27FC236}">
                <a16:creationId xmlns:a16="http://schemas.microsoft.com/office/drawing/2014/main" id="{61DBB3DB-71F3-4031-8D02-962476F1BE2B}"/>
              </a:ext>
            </a:extLst>
          </p:cNvPr>
          <p:cNvSpPr/>
          <p:nvPr/>
        </p:nvSpPr>
        <p:spPr>
          <a:xfrm>
            <a:off x="5379327" y="1544411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5" name="Rectángulo redondeado 7">
            <a:extLst>
              <a:ext uri="{FF2B5EF4-FFF2-40B4-BE49-F238E27FC236}">
                <a16:creationId xmlns:a16="http://schemas.microsoft.com/office/drawing/2014/main" id="{9BA4DAF1-47DB-437D-B7E1-AD503616BBA2}"/>
              </a:ext>
            </a:extLst>
          </p:cNvPr>
          <p:cNvSpPr/>
          <p:nvPr/>
        </p:nvSpPr>
        <p:spPr>
          <a:xfrm>
            <a:off x="7579110" y="4426206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F7EA5BD6-DA3E-4B18-AD55-07910C5006BD}"/>
              </a:ext>
            </a:extLst>
          </p:cNvPr>
          <p:cNvSpPr/>
          <p:nvPr/>
        </p:nvSpPr>
        <p:spPr>
          <a:xfrm>
            <a:off x="6503480" y="3687979"/>
            <a:ext cx="2050919" cy="62902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Luego de completar, hacer </a:t>
            </a:r>
            <a:r>
              <a:rPr lang="es-ES_tradnl" sz="1100" dirty="0" err="1"/>
              <a:t>clcik</a:t>
            </a:r>
            <a:r>
              <a:rPr lang="es-ES_tradnl" sz="1100" dirty="0"/>
              <a:t> en “Guardar”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821DB17-03CB-41A8-A28B-7B59200E951B}"/>
              </a:ext>
            </a:extLst>
          </p:cNvPr>
          <p:cNvSpPr/>
          <p:nvPr/>
        </p:nvSpPr>
        <p:spPr>
          <a:xfrm>
            <a:off x="6935494" y="1127534"/>
            <a:ext cx="1271803" cy="33297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 redondeado 8">
            <a:extLst>
              <a:ext uri="{FF2B5EF4-FFF2-40B4-BE49-F238E27FC236}">
                <a16:creationId xmlns:a16="http://schemas.microsoft.com/office/drawing/2014/main" id="{92A409EF-0284-4427-9207-179D084D6944}"/>
              </a:ext>
            </a:extLst>
          </p:cNvPr>
          <p:cNvSpPr/>
          <p:nvPr/>
        </p:nvSpPr>
        <p:spPr>
          <a:xfrm>
            <a:off x="6920574" y="1893726"/>
            <a:ext cx="1980524" cy="63480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Al hacer </a:t>
            </a:r>
            <a:r>
              <a:rPr lang="es-ES_tradnl" sz="1100" dirty="0" err="1"/>
              <a:t>click</a:t>
            </a:r>
            <a:r>
              <a:rPr lang="es-ES_tradnl" sz="1100" dirty="0"/>
              <a:t> en la casilla, se permitirá su uso en las paginas de </a:t>
            </a:r>
            <a:r>
              <a:rPr lang="es-ES_tradnl" sz="1100" dirty="0" err="1"/>
              <a:t>admin</a:t>
            </a:r>
            <a:r>
              <a:rPr lang="es-ES_tradnl" sz="1100" dirty="0"/>
              <a:t> </a:t>
            </a:r>
            <a:r>
              <a:rPr lang="es-ES_tradnl" sz="1100" dirty="0" err="1"/>
              <a:t>pages</a:t>
            </a:r>
            <a:endParaRPr lang="es-ES_tradnl" sz="1100" dirty="0"/>
          </a:p>
        </p:txBody>
      </p:sp>
      <p:sp>
        <p:nvSpPr>
          <p:cNvPr id="19" name="Rectángulo redondeado 7">
            <a:extLst>
              <a:ext uri="{FF2B5EF4-FFF2-40B4-BE49-F238E27FC236}">
                <a16:creationId xmlns:a16="http://schemas.microsoft.com/office/drawing/2014/main" id="{E8B2234C-8806-4840-A6C0-D0A62FEFF07A}"/>
              </a:ext>
            </a:extLst>
          </p:cNvPr>
          <p:cNvSpPr/>
          <p:nvPr/>
        </p:nvSpPr>
        <p:spPr>
          <a:xfrm>
            <a:off x="7124871" y="1544411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482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47A9C83-8102-4DF3-B23E-6FD6EF90C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02" y="802769"/>
            <a:ext cx="8073483" cy="3876620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Configuración de Solicitudes de servicio: </a:t>
            </a:r>
            <a:r>
              <a:rPr lang="es-ES_tradnl" b="1" dirty="0"/>
              <a:t>Canal</a:t>
            </a: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7AA43F7D-6D7B-4F80-A4C8-8FAC0B3BBEEF}"/>
              </a:ext>
            </a:extLst>
          </p:cNvPr>
          <p:cNvSpPr/>
          <p:nvPr/>
        </p:nvSpPr>
        <p:spPr>
          <a:xfrm>
            <a:off x="572427" y="1896433"/>
            <a:ext cx="1597967" cy="73525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Crear un código y descripción del canal de asistencia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9A333DC-3B3F-41FC-94E1-47BD20395EA3}"/>
              </a:ext>
            </a:extLst>
          </p:cNvPr>
          <p:cNvSpPr/>
          <p:nvPr/>
        </p:nvSpPr>
        <p:spPr>
          <a:xfrm>
            <a:off x="608897" y="1149836"/>
            <a:ext cx="2662128" cy="32250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redondeado 7">
            <a:extLst>
              <a:ext uri="{FF2B5EF4-FFF2-40B4-BE49-F238E27FC236}">
                <a16:creationId xmlns:a16="http://schemas.microsoft.com/office/drawing/2014/main" id="{221EB574-2714-4012-8BE0-85F5619D4748}"/>
              </a:ext>
            </a:extLst>
          </p:cNvPr>
          <p:cNvSpPr/>
          <p:nvPr/>
        </p:nvSpPr>
        <p:spPr>
          <a:xfrm>
            <a:off x="1171558" y="1524830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5" name="Rectángulo redondeado 7">
            <a:extLst>
              <a:ext uri="{FF2B5EF4-FFF2-40B4-BE49-F238E27FC236}">
                <a16:creationId xmlns:a16="http://schemas.microsoft.com/office/drawing/2014/main" id="{9BA4DAF1-47DB-437D-B7E1-AD503616BBA2}"/>
              </a:ext>
            </a:extLst>
          </p:cNvPr>
          <p:cNvSpPr/>
          <p:nvPr/>
        </p:nvSpPr>
        <p:spPr>
          <a:xfrm>
            <a:off x="7579110" y="4426206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F7EA5BD6-DA3E-4B18-AD55-07910C5006BD}"/>
              </a:ext>
            </a:extLst>
          </p:cNvPr>
          <p:cNvSpPr/>
          <p:nvPr/>
        </p:nvSpPr>
        <p:spPr>
          <a:xfrm>
            <a:off x="6503480" y="3687979"/>
            <a:ext cx="2050919" cy="62902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Luego de completar, hacer </a:t>
            </a:r>
            <a:r>
              <a:rPr lang="es-ES_tradnl" sz="1100" dirty="0" err="1"/>
              <a:t>clcik</a:t>
            </a:r>
            <a:r>
              <a:rPr lang="es-ES_tradnl" sz="1100" dirty="0"/>
              <a:t> en “Guardar”</a:t>
            </a:r>
          </a:p>
        </p:txBody>
      </p:sp>
    </p:spTree>
    <p:extLst>
      <p:ext uri="{BB962C8B-B14F-4D97-AF65-F5344CB8AC3E}">
        <p14:creationId xmlns:p14="http://schemas.microsoft.com/office/powerpoint/2010/main" val="547457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5357FDE-B341-436E-81DF-242DFCFA8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92" y="789322"/>
            <a:ext cx="8259337" cy="3984882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Configuración de Solicitudes de servicio: </a:t>
            </a:r>
            <a:r>
              <a:rPr lang="es-ES_tradnl" b="1" dirty="0"/>
              <a:t>Tipos</a:t>
            </a: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7AA43F7D-6D7B-4F80-A4C8-8FAC0B3BBEEF}"/>
              </a:ext>
            </a:extLst>
          </p:cNvPr>
          <p:cNvSpPr/>
          <p:nvPr/>
        </p:nvSpPr>
        <p:spPr>
          <a:xfrm>
            <a:off x="572427" y="1896433"/>
            <a:ext cx="1597967" cy="73525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Crear un código y descripción de tipo de solicitud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9A333DC-3B3F-41FC-94E1-47BD20395EA3}"/>
              </a:ext>
            </a:extLst>
          </p:cNvPr>
          <p:cNvSpPr/>
          <p:nvPr/>
        </p:nvSpPr>
        <p:spPr>
          <a:xfrm>
            <a:off x="608897" y="1149836"/>
            <a:ext cx="2662128" cy="32250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redondeado 7">
            <a:extLst>
              <a:ext uri="{FF2B5EF4-FFF2-40B4-BE49-F238E27FC236}">
                <a16:creationId xmlns:a16="http://schemas.microsoft.com/office/drawing/2014/main" id="{221EB574-2714-4012-8BE0-85F5619D4748}"/>
              </a:ext>
            </a:extLst>
          </p:cNvPr>
          <p:cNvSpPr/>
          <p:nvPr/>
        </p:nvSpPr>
        <p:spPr>
          <a:xfrm>
            <a:off x="1171558" y="1524830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5" name="Rectángulo redondeado 7">
            <a:extLst>
              <a:ext uri="{FF2B5EF4-FFF2-40B4-BE49-F238E27FC236}">
                <a16:creationId xmlns:a16="http://schemas.microsoft.com/office/drawing/2014/main" id="{9BA4DAF1-47DB-437D-B7E1-AD503616BBA2}"/>
              </a:ext>
            </a:extLst>
          </p:cNvPr>
          <p:cNvSpPr/>
          <p:nvPr/>
        </p:nvSpPr>
        <p:spPr>
          <a:xfrm>
            <a:off x="7579110" y="4426206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F7EA5BD6-DA3E-4B18-AD55-07910C5006BD}"/>
              </a:ext>
            </a:extLst>
          </p:cNvPr>
          <p:cNvSpPr/>
          <p:nvPr/>
        </p:nvSpPr>
        <p:spPr>
          <a:xfrm>
            <a:off x="6503480" y="3687979"/>
            <a:ext cx="2050919" cy="62902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Luego de completar, hacer </a:t>
            </a:r>
            <a:r>
              <a:rPr lang="es-ES_tradnl" sz="1100" dirty="0" err="1"/>
              <a:t>clcik</a:t>
            </a:r>
            <a:r>
              <a:rPr lang="es-ES_tradnl" sz="1100" dirty="0"/>
              <a:t> en “Guardar”</a:t>
            </a:r>
          </a:p>
        </p:txBody>
      </p:sp>
    </p:spTree>
    <p:extLst>
      <p:ext uri="{BB962C8B-B14F-4D97-AF65-F5344CB8AC3E}">
        <p14:creationId xmlns:p14="http://schemas.microsoft.com/office/powerpoint/2010/main" val="3204530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89E7083-75E0-43A7-A5F1-D3FEEBD10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95" y="826492"/>
            <a:ext cx="8184995" cy="3932551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Configuración de Solicitudes de servicio: </a:t>
            </a:r>
            <a:r>
              <a:rPr lang="es-ES_tradnl" b="1" dirty="0"/>
              <a:t>Opciones</a:t>
            </a: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7AA43F7D-6D7B-4F80-A4C8-8FAC0B3BBEEF}"/>
              </a:ext>
            </a:extLst>
          </p:cNvPr>
          <p:cNvSpPr/>
          <p:nvPr/>
        </p:nvSpPr>
        <p:spPr>
          <a:xfrm>
            <a:off x="3501464" y="1896433"/>
            <a:ext cx="1932897" cy="8765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Crear un código y descripción de opciones de entrega que se desplegarán en autoservicio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9A333DC-3B3F-41FC-94E1-47BD20395EA3}"/>
              </a:ext>
            </a:extLst>
          </p:cNvPr>
          <p:cNvSpPr/>
          <p:nvPr/>
        </p:nvSpPr>
        <p:spPr>
          <a:xfrm>
            <a:off x="608897" y="1172138"/>
            <a:ext cx="2662128" cy="107297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redondeado 7">
            <a:extLst>
              <a:ext uri="{FF2B5EF4-FFF2-40B4-BE49-F238E27FC236}">
                <a16:creationId xmlns:a16="http://schemas.microsoft.com/office/drawing/2014/main" id="{221EB574-2714-4012-8BE0-85F5619D4748}"/>
              </a:ext>
            </a:extLst>
          </p:cNvPr>
          <p:cNvSpPr/>
          <p:nvPr/>
        </p:nvSpPr>
        <p:spPr>
          <a:xfrm>
            <a:off x="3401786" y="1524830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5" name="Rectángulo redondeado 7">
            <a:extLst>
              <a:ext uri="{FF2B5EF4-FFF2-40B4-BE49-F238E27FC236}">
                <a16:creationId xmlns:a16="http://schemas.microsoft.com/office/drawing/2014/main" id="{9BA4DAF1-47DB-437D-B7E1-AD503616BBA2}"/>
              </a:ext>
            </a:extLst>
          </p:cNvPr>
          <p:cNvSpPr/>
          <p:nvPr/>
        </p:nvSpPr>
        <p:spPr>
          <a:xfrm>
            <a:off x="7579110" y="4426206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F7EA5BD6-DA3E-4B18-AD55-07910C5006BD}"/>
              </a:ext>
            </a:extLst>
          </p:cNvPr>
          <p:cNvSpPr/>
          <p:nvPr/>
        </p:nvSpPr>
        <p:spPr>
          <a:xfrm>
            <a:off x="6503480" y="3687979"/>
            <a:ext cx="2050919" cy="62902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Luego de completar, hacer </a:t>
            </a:r>
            <a:r>
              <a:rPr lang="es-ES_tradnl" sz="1100" dirty="0" err="1"/>
              <a:t>clcik</a:t>
            </a:r>
            <a:r>
              <a:rPr lang="es-ES_tradnl" sz="1100" dirty="0"/>
              <a:t> en “Guardar”</a:t>
            </a:r>
          </a:p>
        </p:txBody>
      </p:sp>
    </p:spTree>
    <p:extLst>
      <p:ext uri="{BB962C8B-B14F-4D97-AF65-F5344CB8AC3E}">
        <p14:creationId xmlns:p14="http://schemas.microsoft.com/office/powerpoint/2010/main" val="2462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C90BB21-B86A-43ED-8A20-5D825FC98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40" y="778009"/>
            <a:ext cx="8199863" cy="3941914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Configuración de Solicitudes de servicio: </a:t>
            </a:r>
            <a:r>
              <a:rPr lang="es-ES_tradnl" b="1" dirty="0"/>
              <a:t>Controles</a:t>
            </a: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7AA43F7D-6D7B-4F80-A4C8-8FAC0B3BBEEF}"/>
              </a:ext>
            </a:extLst>
          </p:cNvPr>
          <p:cNvSpPr/>
          <p:nvPr/>
        </p:nvSpPr>
        <p:spPr>
          <a:xfrm>
            <a:off x="6430518" y="1606502"/>
            <a:ext cx="1932897" cy="8765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Modificar en caso de ser necesario, los valores correspondientes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9A333DC-3B3F-41FC-94E1-47BD20395EA3}"/>
              </a:ext>
            </a:extLst>
          </p:cNvPr>
          <p:cNvSpPr/>
          <p:nvPr/>
        </p:nvSpPr>
        <p:spPr>
          <a:xfrm>
            <a:off x="698105" y="1120100"/>
            <a:ext cx="5628354" cy="302072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redondeado 7">
            <a:extLst>
              <a:ext uri="{FF2B5EF4-FFF2-40B4-BE49-F238E27FC236}">
                <a16:creationId xmlns:a16="http://schemas.microsoft.com/office/drawing/2014/main" id="{221EB574-2714-4012-8BE0-85F5619D4748}"/>
              </a:ext>
            </a:extLst>
          </p:cNvPr>
          <p:cNvSpPr/>
          <p:nvPr/>
        </p:nvSpPr>
        <p:spPr>
          <a:xfrm>
            <a:off x="6430518" y="1304428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5" name="Rectángulo redondeado 7">
            <a:extLst>
              <a:ext uri="{FF2B5EF4-FFF2-40B4-BE49-F238E27FC236}">
                <a16:creationId xmlns:a16="http://schemas.microsoft.com/office/drawing/2014/main" id="{9BA4DAF1-47DB-437D-B7E1-AD503616BBA2}"/>
              </a:ext>
            </a:extLst>
          </p:cNvPr>
          <p:cNvSpPr/>
          <p:nvPr/>
        </p:nvSpPr>
        <p:spPr>
          <a:xfrm>
            <a:off x="7579110" y="4426206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F7EA5BD6-DA3E-4B18-AD55-07910C5006BD}"/>
              </a:ext>
            </a:extLst>
          </p:cNvPr>
          <p:cNvSpPr/>
          <p:nvPr/>
        </p:nvSpPr>
        <p:spPr>
          <a:xfrm>
            <a:off x="6503480" y="3687979"/>
            <a:ext cx="2050919" cy="62902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Luego de completar, hacer </a:t>
            </a:r>
            <a:r>
              <a:rPr lang="es-ES_tradnl" sz="1100" dirty="0" err="1"/>
              <a:t>clcik</a:t>
            </a:r>
            <a:r>
              <a:rPr lang="es-ES_tradnl" sz="1100" dirty="0"/>
              <a:t> en “Guardar”</a:t>
            </a:r>
          </a:p>
        </p:txBody>
      </p:sp>
    </p:spTree>
    <p:extLst>
      <p:ext uri="{BB962C8B-B14F-4D97-AF65-F5344CB8AC3E}">
        <p14:creationId xmlns:p14="http://schemas.microsoft.com/office/powerpoint/2010/main" val="72252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Configuración de Solicitudes de servicio: </a:t>
            </a:r>
            <a:r>
              <a:rPr lang="es-ES_tradnl" b="1" dirty="0"/>
              <a:t>Controles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75153E6E-EEA3-44B4-83E2-F493A32C3B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449455"/>
              </p:ext>
            </p:extLst>
          </p:nvPr>
        </p:nvGraphicFramePr>
        <p:xfrm>
          <a:off x="1403350" y="990163"/>
          <a:ext cx="6096000" cy="337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Worksheet" r:id="rId4" imgW="11439765" imgH="6343452" progId="Excel.Sheet.12">
                  <p:embed/>
                </p:oleObj>
              </mc:Choice>
              <mc:Fallback>
                <p:oleObj name="Worksheet" r:id="rId4" imgW="11439765" imgH="634345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03350" y="990163"/>
                        <a:ext cx="6096000" cy="3379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2279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0A0C93E-8B30-4486-84DF-E01C8143D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61" y="817624"/>
            <a:ext cx="8207298" cy="3942764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Configuración de Solicitudes de servicio: </a:t>
            </a:r>
            <a:r>
              <a:rPr lang="es-ES_tradnl" b="1" dirty="0"/>
              <a:t>Roles</a:t>
            </a: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7AA43F7D-6D7B-4F80-A4C8-8FAC0B3BBEEF}"/>
              </a:ext>
            </a:extLst>
          </p:cNvPr>
          <p:cNvSpPr/>
          <p:nvPr/>
        </p:nvSpPr>
        <p:spPr>
          <a:xfrm>
            <a:off x="3501464" y="1896433"/>
            <a:ext cx="1932897" cy="8765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Crear un código y descripción de los roles administrativos que serán usados en la configuración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9A333DC-3B3F-41FC-94E1-47BD20395EA3}"/>
              </a:ext>
            </a:extLst>
          </p:cNvPr>
          <p:cNvSpPr/>
          <p:nvPr/>
        </p:nvSpPr>
        <p:spPr>
          <a:xfrm>
            <a:off x="608897" y="1172138"/>
            <a:ext cx="2662128" cy="107297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redondeado 7">
            <a:extLst>
              <a:ext uri="{FF2B5EF4-FFF2-40B4-BE49-F238E27FC236}">
                <a16:creationId xmlns:a16="http://schemas.microsoft.com/office/drawing/2014/main" id="{221EB574-2714-4012-8BE0-85F5619D4748}"/>
              </a:ext>
            </a:extLst>
          </p:cNvPr>
          <p:cNvSpPr/>
          <p:nvPr/>
        </p:nvSpPr>
        <p:spPr>
          <a:xfrm>
            <a:off x="3401786" y="1524830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5" name="Rectángulo redondeado 7">
            <a:extLst>
              <a:ext uri="{FF2B5EF4-FFF2-40B4-BE49-F238E27FC236}">
                <a16:creationId xmlns:a16="http://schemas.microsoft.com/office/drawing/2014/main" id="{9BA4DAF1-47DB-437D-B7E1-AD503616BBA2}"/>
              </a:ext>
            </a:extLst>
          </p:cNvPr>
          <p:cNvSpPr/>
          <p:nvPr/>
        </p:nvSpPr>
        <p:spPr>
          <a:xfrm>
            <a:off x="7579110" y="4426206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F7EA5BD6-DA3E-4B18-AD55-07910C5006BD}"/>
              </a:ext>
            </a:extLst>
          </p:cNvPr>
          <p:cNvSpPr/>
          <p:nvPr/>
        </p:nvSpPr>
        <p:spPr>
          <a:xfrm>
            <a:off x="6503480" y="3687979"/>
            <a:ext cx="2050919" cy="62902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Luego de completar, hacer </a:t>
            </a:r>
            <a:r>
              <a:rPr lang="es-ES_tradnl" sz="1100" dirty="0" err="1"/>
              <a:t>clcik</a:t>
            </a:r>
            <a:r>
              <a:rPr lang="es-ES_tradnl" sz="1100" dirty="0"/>
              <a:t> en “Guardar”</a:t>
            </a:r>
          </a:p>
        </p:txBody>
      </p:sp>
    </p:spTree>
    <p:extLst>
      <p:ext uri="{BB962C8B-B14F-4D97-AF65-F5344CB8AC3E}">
        <p14:creationId xmlns:p14="http://schemas.microsoft.com/office/powerpoint/2010/main" val="52327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0113141-C83C-4831-8E11-3BFFEA4CE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39" y="700606"/>
            <a:ext cx="8450545" cy="4077134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Configuración de Solicitudes de servicio: </a:t>
            </a:r>
            <a:r>
              <a:rPr lang="es-ES_tradnl" b="1" dirty="0"/>
              <a:t>Configuración</a:t>
            </a: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7AA43F7D-6D7B-4F80-A4C8-8FAC0B3BBEEF}"/>
              </a:ext>
            </a:extLst>
          </p:cNvPr>
          <p:cNvSpPr/>
          <p:nvPr/>
        </p:nvSpPr>
        <p:spPr>
          <a:xfrm>
            <a:off x="4096196" y="806968"/>
            <a:ext cx="1932897" cy="51223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Seleccionar un servicio a configurar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9A333DC-3B3F-41FC-94E1-47BD20395EA3}"/>
              </a:ext>
            </a:extLst>
          </p:cNvPr>
          <p:cNvSpPr/>
          <p:nvPr/>
        </p:nvSpPr>
        <p:spPr>
          <a:xfrm>
            <a:off x="541989" y="850204"/>
            <a:ext cx="2662128" cy="21287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redondeado 7">
            <a:extLst>
              <a:ext uri="{FF2B5EF4-FFF2-40B4-BE49-F238E27FC236}">
                <a16:creationId xmlns:a16="http://schemas.microsoft.com/office/drawing/2014/main" id="{221EB574-2714-4012-8BE0-85F5619D4748}"/>
              </a:ext>
            </a:extLst>
          </p:cNvPr>
          <p:cNvSpPr/>
          <p:nvPr/>
        </p:nvSpPr>
        <p:spPr>
          <a:xfrm>
            <a:off x="3545325" y="859072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5" name="Rectángulo redondeado 7">
            <a:extLst>
              <a:ext uri="{FF2B5EF4-FFF2-40B4-BE49-F238E27FC236}">
                <a16:creationId xmlns:a16="http://schemas.microsoft.com/office/drawing/2014/main" id="{9BA4DAF1-47DB-437D-B7E1-AD503616BBA2}"/>
              </a:ext>
            </a:extLst>
          </p:cNvPr>
          <p:cNvSpPr/>
          <p:nvPr/>
        </p:nvSpPr>
        <p:spPr>
          <a:xfrm>
            <a:off x="7579110" y="4426206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F7EA5BD6-DA3E-4B18-AD55-07910C5006BD}"/>
              </a:ext>
            </a:extLst>
          </p:cNvPr>
          <p:cNvSpPr/>
          <p:nvPr/>
        </p:nvSpPr>
        <p:spPr>
          <a:xfrm>
            <a:off x="7031301" y="3687979"/>
            <a:ext cx="2050919" cy="62902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Luego de completar, hacer </a:t>
            </a:r>
            <a:r>
              <a:rPr lang="es-ES_tradnl" sz="1100" dirty="0" err="1"/>
              <a:t>clcik</a:t>
            </a:r>
            <a:r>
              <a:rPr lang="es-ES_tradnl" sz="1100" dirty="0"/>
              <a:t> en “Guardar”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EBAFABA-B271-4601-8865-F380795B7791}"/>
              </a:ext>
            </a:extLst>
          </p:cNvPr>
          <p:cNvSpPr/>
          <p:nvPr/>
        </p:nvSpPr>
        <p:spPr>
          <a:xfrm>
            <a:off x="877229" y="1820360"/>
            <a:ext cx="1122556" cy="27606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redondeado 7">
            <a:extLst>
              <a:ext uri="{FF2B5EF4-FFF2-40B4-BE49-F238E27FC236}">
                <a16:creationId xmlns:a16="http://schemas.microsoft.com/office/drawing/2014/main" id="{0A7237FA-9B75-4C82-8305-DAE21751742D}"/>
              </a:ext>
            </a:extLst>
          </p:cNvPr>
          <p:cNvSpPr/>
          <p:nvPr/>
        </p:nvSpPr>
        <p:spPr>
          <a:xfrm>
            <a:off x="541989" y="1827559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4" name="Rectángulo redondeado 5">
            <a:extLst>
              <a:ext uri="{FF2B5EF4-FFF2-40B4-BE49-F238E27FC236}">
                <a16:creationId xmlns:a16="http://schemas.microsoft.com/office/drawing/2014/main" id="{4BED75B8-5B8F-44DF-8283-F6EB61572C99}"/>
              </a:ext>
            </a:extLst>
          </p:cNvPr>
          <p:cNvSpPr/>
          <p:nvPr/>
        </p:nvSpPr>
        <p:spPr>
          <a:xfrm>
            <a:off x="2163299" y="1874263"/>
            <a:ext cx="1932897" cy="51223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Indicar las fechas en las cuales estará disponible el servicio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9F51516-B5A6-46EE-BEF6-762DED849822}"/>
              </a:ext>
            </a:extLst>
          </p:cNvPr>
          <p:cNvSpPr/>
          <p:nvPr/>
        </p:nvSpPr>
        <p:spPr>
          <a:xfrm>
            <a:off x="5047804" y="1556938"/>
            <a:ext cx="1122556" cy="70304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 redondeado 7">
            <a:extLst>
              <a:ext uri="{FF2B5EF4-FFF2-40B4-BE49-F238E27FC236}">
                <a16:creationId xmlns:a16="http://schemas.microsoft.com/office/drawing/2014/main" id="{F0FF5FA6-4BAE-454E-8700-43514941EC48}"/>
              </a:ext>
            </a:extLst>
          </p:cNvPr>
          <p:cNvSpPr/>
          <p:nvPr/>
        </p:nvSpPr>
        <p:spPr>
          <a:xfrm>
            <a:off x="4712564" y="1593873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9" name="Rectángulo redondeado 5">
            <a:extLst>
              <a:ext uri="{FF2B5EF4-FFF2-40B4-BE49-F238E27FC236}">
                <a16:creationId xmlns:a16="http://schemas.microsoft.com/office/drawing/2014/main" id="{E8AA7183-9182-40B1-B3EA-8783E754C98D}"/>
              </a:ext>
            </a:extLst>
          </p:cNvPr>
          <p:cNvSpPr/>
          <p:nvPr/>
        </p:nvSpPr>
        <p:spPr>
          <a:xfrm>
            <a:off x="6333874" y="1477029"/>
            <a:ext cx="1932897" cy="93163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Indicar si el servicio permite duplicados, copias, si estará disponible en SSB, y si esta o no activo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F4466D6-618D-4DCB-8DF9-D4D2E53C08FF}"/>
              </a:ext>
            </a:extLst>
          </p:cNvPr>
          <p:cNvSpPr/>
          <p:nvPr/>
        </p:nvSpPr>
        <p:spPr>
          <a:xfrm>
            <a:off x="958597" y="1487174"/>
            <a:ext cx="1122556" cy="27606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Rectángulo redondeado 7">
            <a:extLst>
              <a:ext uri="{FF2B5EF4-FFF2-40B4-BE49-F238E27FC236}">
                <a16:creationId xmlns:a16="http://schemas.microsoft.com/office/drawing/2014/main" id="{368444AD-71B5-4017-AC1F-06DC77EB5EA1}"/>
              </a:ext>
            </a:extLst>
          </p:cNvPr>
          <p:cNvSpPr/>
          <p:nvPr/>
        </p:nvSpPr>
        <p:spPr>
          <a:xfrm>
            <a:off x="623357" y="1494373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22" name="Rectángulo redondeado 5">
            <a:extLst>
              <a:ext uri="{FF2B5EF4-FFF2-40B4-BE49-F238E27FC236}">
                <a16:creationId xmlns:a16="http://schemas.microsoft.com/office/drawing/2014/main" id="{5ADC6733-23DC-47CC-A8C3-0CD96972A559}"/>
              </a:ext>
            </a:extLst>
          </p:cNvPr>
          <p:cNvSpPr/>
          <p:nvPr/>
        </p:nvSpPr>
        <p:spPr>
          <a:xfrm>
            <a:off x="2288175" y="1308130"/>
            <a:ext cx="1932897" cy="51223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Indicar para qué tipo de persona estará disponible el servicio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09AB92E-F94F-4920-A038-D081D37ACC30}"/>
              </a:ext>
            </a:extLst>
          </p:cNvPr>
          <p:cNvSpPr/>
          <p:nvPr/>
        </p:nvSpPr>
        <p:spPr>
          <a:xfrm>
            <a:off x="546090" y="2567931"/>
            <a:ext cx="5557344" cy="112004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Rectángulo redondeado 7">
            <a:extLst>
              <a:ext uri="{FF2B5EF4-FFF2-40B4-BE49-F238E27FC236}">
                <a16:creationId xmlns:a16="http://schemas.microsoft.com/office/drawing/2014/main" id="{F6DAC353-3D4A-418C-97C9-E9D76E5EF5D9}"/>
              </a:ext>
            </a:extLst>
          </p:cNvPr>
          <p:cNvSpPr/>
          <p:nvPr/>
        </p:nvSpPr>
        <p:spPr>
          <a:xfrm>
            <a:off x="210850" y="2575130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25" name="Rectángulo redondeado 5">
            <a:extLst>
              <a:ext uri="{FF2B5EF4-FFF2-40B4-BE49-F238E27FC236}">
                <a16:creationId xmlns:a16="http://schemas.microsoft.com/office/drawing/2014/main" id="{B2287BF7-3682-4FF0-BABB-D06860D37BD0}"/>
              </a:ext>
            </a:extLst>
          </p:cNvPr>
          <p:cNvSpPr/>
          <p:nvPr/>
        </p:nvSpPr>
        <p:spPr>
          <a:xfrm>
            <a:off x="6371907" y="2723517"/>
            <a:ext cx="1932897" cy="71881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Se puede </a:t>
            </a:r>
            <a:r>
              <a:rPr lang="es-ES_tradnl" sz="1100" dirty="0" err="1"/>
              <a:t>disponibilizar</a:t>
            </a:r>
            <a:r>
              <a:rPr lang="es-ES_tradnl" sz="1100" dirty="0"/>
              <a:t> el servicio a ciertos tipos de Estudiantes, de acuerdo a su registro de estudiante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8BE54F6-2B35-4FEC-9CD9-E09757C8CAB6}"/>
              </a:ext>
            </a:extLst>
          </p:cNvPr>
          <p:cNvSpPr/>
          <p:nvPr/>
        </p:nvSpPr>
        <p:spPr>
          <a:xfrm>
            <a:off x="541989" y="3742950"/>
            <a:ext cx="5557344" cy="83648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7" name="Rectángulo redondeado 7">
            <a:extLst>
              <a:ext uri="{FF2B5EF4-FFF2-40B4-BE49-F238E27FC236}">
                <a16:creationId xmlns:a16="http://schemas.microsoft.com/office/drawing/2014/main" id="{15D5C7BC-FE01-4693-9643-EF0D8040851A}"/>
              </a:ext>
            </a:extLst>
          </p:cNvPr>
          <p:cNvSpPr/>
          <p:nvPr/>
        </p:nvSpPr>
        <p:spPr>
          <a:xfrm>
            <a:off x="7966351" y="4426206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28" name="Rectángulo redondeado 7">
            <a:extLst>
              <a:ext uri="{FF2B5EF4-FFF2-40B4-BE49-F238E27FC236}">
                <a16:creationId xmlns:a16="http://schemas.microsoft.com/office/drawing/2014/main" id="{CE3D5EF0-E7C3-46E2-A160-5E37061ECDF2}"/>
              </a:ext>
            </a:extLst>
          </p:cNvPr>
          <p:cNvSpPr/>
          <p:nvPr/>
        </p:nvSpPr>
        <p:spPr>
          <a:xfrm>
            <a:off x="2497871" y="4435550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29" name="Rectángulo redondeado 5">
            <a:extLst>
              <a:ext uri="{FF2B5EF4-FFF2-40B4-BE49-F238E27FC236}">
                <a16:creationId xmlns:a16="http://schemas.microsoft.com/office/drawing/2014/main" id="{E78F94A9-8543-41BF-8A90-49B718A2BECC}"/>
              </a:ext>
            </a:extLst>
          </p:cNvPr>
          <p:cNvSpPr/>
          <p:nvPr/>
        </p:nvSpPr>
        <p:spPr>
          <a:xfrm>
            <a:off x="3066746" y="4559593"/>
            <a:ext cx="1932897" cy="51223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Indicar los estados que tendrá el servicio</a:t>
            </a:r>
          </a:p>
        </p:txBody>
      </p:sp>
    </p:spTree>
    <p:extLst>
      <p:ext uri="{BB962C8B-B14F-4D97-AF65-F5344CB8AC3E}">
        <p14:creationId xmlns:p14="http://schemas.microsoft.com/office/powerpoint/2010/main" val="2114255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4156005-8C37-480A-A92B-92D106A79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40" y="742674"/>
            <a:ext cx="8370849" cy="4030409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Configuración de Solicitudes de servicio: </a:t>
            </a:r>
            <a:r>
              <a:rPr lang="es-ES_tradnl" b="1" dirty="0"/>
              <a:t>Configuración</a:t>
            </a:r>
          </a:p>
        </p:txBody>
      </p:sp>
      <p:sp>
        <p:nvSpPr>
          <p:cNvPr id="15" name="Rectángulo redondeado 7">
            <a:extLst>
              <a:ext uri="{FF2B5EF4-FFF2-40B4-BE49-F238E27FC236}">
                <a16:creationId xmlns:a16="http://schemas.microsoft.com/office/drawing/2014/main" id="{9BA4DAF1-47DB-437D-B7E1-AD503616BBA2}"/>
              </a:ext>
            </a:extLst>
          </p:cNvPr>
          <p:cNvSpPr/>
          <p:nvPr/>
        </p:nvSpPr>
        <p:spPr>
          <a:xfrm>
            <a:off x="7883907" y="4426206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F7EA5BD6-DA3E-4B18-AD55-07910C5006BD}"/>
              </a:ext>
            </a:extLst>
          </p:cNvPr>
          <p:cNvSpPr/>
          <p:nvPr/>
        </p:nvSpPr>
        <p:spPr>
          <a:xfrm>
            <a:off x="7031301" y="3687979"/>
            <a:ext cx="2050919" cy="62902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Luego de completar, hacer </a:t>
            </a:r>
            <a:r>
              <a:rPr lang="es-ES_tradnl" sz="1100" dirty="0" err="1"/>
              <a:t>clcik</a:t>
            </a:r>
            <a:r>
              <a:rPr lang="es-ES_tradnl" sz="1100" dirty="0"/>
              <a:t> en “Guardar”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8BE54F6-2B35-4FEC-9CD9-E09757C8CAB6}"/>
              </a:ext>
            </a:extLst>
          </p:cNvPr>
          <p:cNvSpPr/>
          <p:nvPr/>
        </p:nvSpPr>
        <p:spPr>
          <a:xfrm>
            <a:off x="541989" y="3742950"/>
            <a:ext cx="5557344" cy="83648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8" name="Rectángulo redondeado 7">
            <a:extLst>
              <a:ext uri="{FF2B5EF4-FFF2-40B4-BE49-F238E27FC236}">
                <a16:creationId xmlns:a16="http://schemas.microsoft.com/office/drawing/2014/main" id="{CE3D5EF0-E7C3-46E2-A160-5E37061ECDF2}"/>
              </a:ext>
            </a:extLst>
          </p:cNvPr>
          <p:cNvSpPr/>
          <p:nvPr/>
        </p:nvSpPr>
        <p:spPr>
          <a:xfrm>
            <a:off x="1137423" y="3270758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29" name="Rectángulo redondeado 5">
            <a:extLst>
              <a:ext uri="{FF2B5EF4-FFF2-40B4-BE49-F238E27FC236}">
                <a16:creationId xmlns:a16="http://schemas.microsoft.com/office/drawing/2014/main" id="{E78F94A9-8543-41BF-8A90-49B718A2BECC}"/>
              </a:ext>
            </a:extLst>
          </p:cNvPr>
          <p:cNvSpPr/>
          <p:nvPr/>
        </p:nvSpPr>
        <p:spPr>
          <a:xfrm>
            <a:off x="2040834" y="2408663"/>
            <a:ext cx="1932897" cy="118596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Indicar los diversos tipos de entrega del servicio, se puede definir un código de detalle y un monto, que seria lo que se cobra por el servicio</a:t>
            </a:r>
          </a:p>
        </p:txBody>
      </p:sp>
    </p:spTree>
    <p:extLst>
      <p:ext uri="{BB962C8B-B14F-4D97-AF65-F5344CB8AC3E}">
        <p14:creationId xmlns:p14="http://schemas.microsoft.com/office/powerpoint/2010/main" val="198231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48FF18F-5FC5-45E8-A4DB-4B3395762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28" y="728968"/>
            <a:ext cx="8378283" cy="4048772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Configuración de Solicitudes de servicio: </a:t>
            </a:r>
            <a:r>
              <a:rPr lang="es-ES_tradnl" b="1" dirty="0"/>
              <a:t>Configuración</a:t>
            </a:r>
          </a:p>
        </p:txBody>
      </p:sp>
      <p:sp>
        <p:nvSpPr>
          <p:cNvPr id="15" name="Rectángulo redondeado 7">
            <a:extLst>
              <a:ext uri="{FF2B5EF4-FFF2-40B4-BE49-F238E27FC236}">
                <a16:creationId xmlns:a16="http://schemas.microsoft.com/office/drawing/2014/main" id="{9BA4DAF1-47DB-437D-B7E1-AD503616BBA2}"/>
              </a:ext>
            </a:extLst>
          </p:cNvPr>
          <p:cNvSpPr/>
          <p:nvPr/>
        </p:nvSpPr>
        <p:spPr>
          <a:xfrm>
            <a:off x="7883907" y="4426206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F7EA5BD6-DA3E-4B18-AD55-07910C5006BD}"/>
              </a:ext>
            </a:extLst>
          </p:cNvPr>
          <p:cNvSpPr/>
          <p:nvPr/>
        </p:nvSpPr>
        <p:spPr>
          <a:xfrm>
            <a:off x="7031301" y="3687979"/>
            <a:ext cx="2050919" cy="62902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Luego de completar, hacer </a:t>
            </a:r>
            <a:r>
              <a:rPr lang="es-ES_tradnl" sz="1100" dirty="0" err="1"/>
              <a:t>clcik</a:t>
            </a:r>
            <a:r>
              <a:rPr lang="es-ES_tradnl" sz="1100" dirty="0"/>
              <a:t> en “Guardar”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8BE54F6-2B35-4FEC-9CD9-E09757C8CAB6}"/>
              </a:ext>
            </a:extLst>
          </p:cNvPr>
          <p:cNvSpPr/>
          <p:nvPr/>
        </p:nvSpPr>
        <p:spPr>
          <a:xfrm>
            <a:off x="541989" y="3742950"/>
            <a:ext cx="5557344" cy="83648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8" name="Rectángulo redondeado 7">
            <a:extLst>
              <a:ext uri="{FF2B5EF4-FFF2-40B4-BE49-F238E27FC236}">
                <a16:creationId xmlns:a16="http://schemas.microsoft.com/office/drawing/2014/main" id="{CE3D5EF0-E7C3-46E2-A160-5E37061ECDF2}"/>
              </a:ext>
            </a:extLst>
          </p:cNvPr>
          <p:cNvSpPr/>
          <p:nvPr/>
        </p:nvSpPr>
        <p:spPr>
          <a:xfrm>
            <a:off x="1137423" y="3270758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29" name="Rectángulo redondeado 5">
            <a:extLst>
              <a:ext uri="{FF2B5EF4-FFF2-40B4-BE49-F238E27FC236}">
                <a16:creationId xmlns:a16="http://schemas.microsoft.com/office/drawing/2014/main" id="{E78F94A9-8543-41BF-8A90-49B718A2BECC}"/>
              </a:ext>
            </a:extLst>
          </p:cNvPr>
          <p:cNvSpPr/>
          <p:nvPr/>
        </p:nvSpPr>
        <p:spPr>
          <a:xfrm>
            <a:off x="2040834" y="2408663"/>
            <a:ext cx="1932897" cy="118596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Se puede indicar el código de retención que impedirá que el estudiante presente la solicitud en SSB</a:t>
            </a:r>
          </a:p>
        </p:txBody>
      </p:sp>
    </p:spTree>
    <p:extLst>
      <p:ext uri="{BB962C8B-B14F-4D97-AF65-F5344CB8AC3E}">
        <p14:creationId xmlns:p14="http://schemas.microsoft.com/office/powerpoint/2010/main" val="133794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B619D25-636C-4FA1-B447-7150F4523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31" y="769907"/>
            <a:ext cx="8333678" cy="4007833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Configuración de Solicitudes de servicio: </a:t>
            </a:r>
            <a:r>
              <a:rPr lang="es-ES_tradnl" b="1" dirty="0"/>
              <a:t>Configuración</a:t>
            </a:r>
          </a:p>
        </p:txBody>
      </p:sp>
      <p:sp>
        <p:nvSpPr>
          <p:cNvPr id="15" name="Rectángulo redondeado 7">
            <a:extLst>
              <a:ext uri="{FF2B5EF4-FFF2-40B4-BE49-F238E27FC236}">
                <a16:creationId xmlns:a16="http://schemas.microsoft.com/office/drawing/2014/main" id="{9BA4DAF1-47DB-437D-B7E1-AD503616BBA2}"/>
              </a:ext>
            </a:extLst>
          </p:cNvPr>
          <p:cNvSpPr/>
          <p:nvPr/>
        </p:nvSpPr>
        <p:spPr>
          <a:xfrm>
            <a:off x="7883907" y="4426206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F7EA5BD6-DA3E-4B18-AD55-07910C5006BD}"/>
              </a:ext>
            </a:extLst>
          </p:cNvPr>
          <p:cNvSpPr/>
          <p:nvPr/>
        </p:nvSpPr>
        <p:spPr>
          <a:xfrm>
            <a:off x="7031301" y="3687979"/>
            <a:ext cx="2050919" cy="62902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Luego de completar, hacer </a:t>
            </a:r>
            <a:r>
              <a:rPr lang="es-ES_tradnl" sz="1100" dirty="0" err="1"/>
              <a:t>clcik</a:t>
            </a:r>
            <a:r>
              <a:rPr lang="es-ES_tradnl" sz="1100" dirty="0"/>
              <a:t> en “Guardar”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8BE54F6-2B35-4FEC-9CD9-E09757C8CAB6}"/>
              </a:ext>
            </a:extLst>
          </p:cNvPr>
          <p:cNvSpPr/>
          <p:nvPr/>
        </p:nvSpPr>
        <p:spPr>
          <a:xfrm>
            <a:off x="541989" y="3742950"/>
            <a:ext cx="5557344" cy="83648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8" name="Rectángulo redondeado 7">
            <a:extLst>
              <a:ext uri="{FF2B5EF4-FFF2-40B4-BE49-F238E27FC236}">
                <a16:creationId xmlns:a16="http://schemas.microsoft.com/office/drawing/2014/main" id="{CE3D5EF0-E7C3-46E2-A160-5E37061ECDF2}"/>
              </a:ext>
            </a:extLst>
          </p:cNvPr>
          <p:cNvSpPr/>
          <p:nvPr/>
        </p:nvSpPr>
        <p:spPr>
          <a:xfrm>
            <a:off x="1137423" y="3270758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29" name="Rectángulo redondeado 5">
            <a:extLst>
              <a:ext uri="{FF2B5EF4-FFF2-40B4-BE49-F238E27FC236}">
                <a16:creationId xmlns:a16="http://schemas.microsoft.com/office/drawing/2014/main" id="{E78F94A9-8543-41BF-8A90-49B718A2BECC}"/>
              </a:ext>
            </a:extLst>
          </p:cNvPr>
          <p:cNvSpPr/>
          <p:nvPr/>
        </p:nvSpPr>
        <p:spPr>
          <a:xfrm>
            <a:off x="2040834" y="2408663"/>
            <a:ext cx="2441956" cy="118596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En caso de que el tipo de acceso no sea “cualquier usuario interno”, se puede definir un rol. Sólo las personas que tengan asignado este rol podrán presentar el servicio</a:t>
            </a:r>
          </a:p>
        </p:txBody>
      </p:sp>
    </p:spTree>
    <p:extLst>
      <p:ext uri="{BB962C8B-B14F-4D97-AF65-F5344CB8AC3E}">
        <p14:creationId xmlns:p14="http://schemas.microsoft.com/office/powerpoint/2010/main" val="243083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2E9CA0F-31C0-4EBA-A6FD-A034B8B84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35" y="808500"/>
            <a:ext cx="8244468" cy="3969240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Configuración de Solicitudes de servicio: </a:t>
            </a:r>
            <a:r>
              <a:rPr lang="es-ES_tradnl" b="1" dirty="0"/>
              <a:t>Datos extras</a:t>
            </a: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7AA43F7D-6D7B-4F80-A4C8-8FAC0B3BBEEF}"/>
              </a:ext>
            </a:extLst>
          </p:cNvPr>
          <p:cNvSpPr/>
          <p:nvPr/>
        </p:nvSpPr>
        <p:spPr>
          <a:xfrm>
            <a:off x="1092028" y="2372738"/>
            <a:ext cx="1932897" cy="8765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Se pueden crear los campos que la persona debe seleccionar o completar en autoservicio para generar la solicitud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9A333DC-3B3F-41FC-94E1-47BD20395EA3}"/>
              </a:ext>
            </a:extLst>
          </p:cNvPr>
          <p:cNvSpPr/>
          <p:nvPr/>
        </p:nvSpPr>
        <p:spPr>
          <a:xfrm>
            <a:off x="608896" y="1172138"/>
            <a:ext cx="3331201" cy="63123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redondeado 7">
            <a:extLst>
              <a:ext uri="{FF2B5EF4-FFF2-40B4-BE49-F238E27FC236}">
                <a16:creationId xmlns:a16="http://schemas.microsoft.com/office/drawing/2014/main" id="{221EB574-2714-4012-8BE0-85F5619D4748}"/>
              </a:ext>
            </a:extLst>
          </p:cNvPr>
          <p:cNvSpPr/>
          <p:nvPr/>
        </p:nvSpPr>
        <p:spPr>
          <a:xfrm>
            <a:off x="1840596" y="1966830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5" name="Rectángulo redondeado 7">
            <a:extLst>
              <a:ext uri="{FF2B5EF4-FFF2-40B4-BE49-F238E27FC236}">
                <a16:creationId xmlns:a16="http://schemas.microsoft.com/office/drawing/2014/main" id="{9BA4DAF1-47DB-437D-B7E1-AD503616BBA2}"/>
              </a:ext>
            </a:extLst>
          </p:cNvPr>
          <p:cNvSpPr/>
          <p:nvPr/>
        </p:nvSpPr>
        <p:spPr>
          <a:xfrm>
            <a:off x="7579110" y="4426206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F7EA5BD6-DA3E-4B18-AD55-07910C5006BD}"/>
              </a:ext>
            </a:extLst>
          </p:cNvPr>
          <p:cNvSpPr/>
          <p:nvPr/>
        </p:nvSpPr>
        <p:spPr>
          <a:xfrm>
            <a:off x="6503480" y="3687979"/>
            <a:ext cx="2050919" cy="62902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Luego de completar, hacer </a:t>
            </a:r>
            <a:r>
              <a:rPr lang="es-ES_tradnl" sz="1100" dirty="0" err="1"/>
              <a:t>clcik</a:t>
            </a:r>
            <a:r>
              <a:rPr lang="es-ES_tradnl" sz="1100" dirty="0"/>
              <a:t> en “Guardar”</a:t>
            </a:r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2B1C8410-D170-4A4E-B9EB-16BBA68C1F2E}"/>
              </a:ext>
            </a:extLst>
          </p:cNvPr>
          <p:cNvSpPr/>
          <p:nvPr/>
        </p:nvSpPr>
        <p:spPr>
          <a:xfrm>
            <a:off x="4887160" y="2397773"/>
            <a:ext cx="1932897" cy="8765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Configurar si los campos son requeridos, si estarán disponibles en SSB y si serán datos jerarquizados</a:t>
            </a:r>
          </a:p>
        </p:txBody>
      </p:sp>
      <p:sp>
        <p:nvSpPr>
          <p:cNvPr id="12" name="Rectángulo redondeado 7">
            <a:extLst>
              <a:ext uri="{FF2B5EF4-FFF2-40B4-BE49-F238E27FC236}">
                <a16:creationId xmlns:a16="http://schemas.microsoft.com/office/drawing/2014/main" id="{97380629-19FA-4E52-8C89-1442A0ACDDA7}"/>
              </a:ext>
            </a:extLst>
          </p:cNvPr>
          <p:cNvSpPr/>
          <p:nvPr/>
        </p:nvSpPr>
        <p:spPr>
          <a:xfrm>
            <a:off x="5635728" y="1991865"/>
            <a:ext cx="287079" cy="2785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9CC49AD-BC0D-4FE6-A97F-3A2F34DA0930}"/>
              </a:ext>
            </a:extLst>
          </p:cNvPr>
          <p:cNvSpPr/>
          <p:nvPr/>
        </p:nvSpPr>
        <p:spPr>
          <a:xfrm>
            <a:off x="4024887" y="1172138"/>
            <a:ext cx="4510216" cy="63123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3094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dirty="0"/>
              <a:t>Resumen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Configuración de Solicitudes de Servicio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05177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2997" y="1056490"/>
            <a:ext cx="8450544" cy="3721250"/>
          </a:xfrm>
        </p:spPr>
        <p:txBody>
          <a:bodyPr/>
          <a:lstStyle/>
          <a:p>
            <a:pPr lvl="1"/>
            <a:r>
              <a:rPr lang="es-ES_tradnl" dirty="0"/>
              <a:t>Una persona o estudiante puede presentar diversas solicitudes</a:t>
            </a:r>
          </a:p>
          <a:p>
            <a:pPr lvl="1"/>
            <a:r>
              <a:rPr lang="es-ES_tradnl" dirty="0"/>
              <a:t>Se deben crear los códigos de categoría en </a:t>
            </a:r>
            <a:r>
              <a:rPr lang="es-ES_tradnl" dirty="0">
                <a:solidFill>
                  <a:schemeClr val="accent5"/>
                </a:solidFill>
              </a:rPr>
              <a:t>SVVSRCA</a:t>
            </a:r>
          </a:p>
          <a:p>
            <a:pPr lvl="1"/>
            <a:r>
              <a:rPr lang="es-ES_tradnl" dirty="0"/>
              <a:t>Los códigos de servicio se crean en </a:t>
            </a:r>
            <a:r>
              <a:rPr lang="es-ES_tradnl" dirty="0">
                <a:solidFill>
                  <a:schemeClr val="accent5"/>
                </a:solidFill>
              </a:rPr>
              <a:t>SVVSRVC</a:t>
            </a:r>
          </a:p>
          <a:p>
            <a:pPr lvl="1"/>
            <a:r>
              <a:rPr lang="es-ES_tradnl" dirty="0"/>
              <a:t>Los estados de la solicitud se crean en </a:t>
            </a:r>
            <a:r>
              <a:rPr lang="es-ES_tradnl" dirty="0">
                <a:solidFill>
                  <a:schemeClr val="accent5"/>
                </a:solidFill>
              </a:rPr>
              <a:t>SVVSRVS</a:t>
            </a:r>
          </a:p>
          <a:p>
            <a:pPr lvl="1"/>
            <a:r>
              <a:rPr lang="es-ES_tradnl" dirty="0"/>
              <a:t>El canal de asistencia se configura en </a:t>
            </a:r>
            <a:r>
              <a:rPr lang="es-ES_tradnl" dirty="0">
                <a:solidFill>
                  <a:schemeClr val="accent5"/>
                </a:solidFill>
              </a:rPr>
              <a:t>SVVCHNL</a:t>
            </a:r>
          </a:p>
          <a:p>
            <a:pPr lvl="1"/>
            <a:r>
              <a:rPr lang="es-ES_tradnl" dirty="0"/>
              <a:t>Los tipos de solicitud se crean en </a:t>
            </a:r>
            <a:r>
              <a:rPr lang="es-ES_tradnl" dirty="0">
                <a:solidFill>
                  <a:schemeClr val="accent5"/>
                </a:solidFill>
              </a:rPr>
              <a:t>SVVRQST</a:t>
            </a:r>
          </a:p>
          <a:p>
            <a:pPr lvl="1"/>
            <a:r>
              <a:rPr lang="es-ES_tradnl" dirty="0"/>
              <a:t>Las opciones de autoservicio se crean en </a:t>
            </a:r>
            <a:r>
              <a:rPr lang="es-ES_tradnl" dirty="0">
                <a:solidFill>
                  <a:schemeClr val="accent5"/>
                </a:solidFill>
              </a:rPr>
              <a:t>STVWSSO</a:t>
            </a:r>
          </a:p>
          <a:p>
            <a:pPr lvl="1"/>
            <a:r>
              <a:rPr lang="es-ES_tradnl" dirty="0"/>
              <a:t>El control de los servicios se configura en </a:t>
            </a:r>
            <a:r>
              <a:rPr lang="es-ES_tradnl" dirty="0">
                <a:solidFill>
                  <a:schemeClr val="accent5"/>
                </a:solidFill>
              </a:rPr>
              <a:t>SVVSRCT</a:t>
            </a:r>
          </a:p>
          <a:p>
            <a:pPr lvl="1"/>
            <a:r>
              <a:rPr lang="es-ES_tradnl" dirty="0"/>
              <a:t>Los roles administrativos se crean en </a:t>
            </a:r>
            <a:r>
              <a:rPr lang="es-ES_tradnl" dirty="0">
                <a:solidFill>
                  <a:schemeClr val="accent5"/>
                </a:solidFill>
              </a:rPr>
              <a:t>STVRADM</a:t>
            </a:r>
          </a:p>
          <a:p>
            <a:pPr lvl="1"/>
            <a:r>
              <a:rPr lang="es-ES_tradnl" dirty="0"/>
              <a:t>Las solicitudes se configuran en </a:t>
            </a:r>
            <a:r>
              <a:rPr lang="es-ES_tradnl" dirty="0">
                <a:solidFill>
                  <a:schemeClr val="accent5"/>
                </a:solidFill>
              </a:rPr>
              <a:t>SVARSRV</a:t>
            </a:r>
          </a:p>
          <a:p>
            <a:pPr lvl="1"/>
            <a:r>
              <a:rPr lang="es-ES_tradnl" dirty="0"/>
              <a:t>Se definen datos adicionales para la solicitud en </a:t>
            </a:r>
            <a:r>
              <a:rPr lang="es-ES_tradnl" dirty="0">
                <a:solidFill>
                  <a:schemeClr val="accent5"/>
                </a:solidFill>
              </a:rPr>
              <a:t>SVASRAD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Resumen: </a:t>
            </a:r>
            <a:r>
              <a:rPr lang="es-ES_tradnl" b="1" dirty="0"/>
              <a:t>Configuración de solicitudes de servicio</a:t>
            </a:r>
          </a:p>
        </p:txBody>
      </p:sp>
    </p:spTree>
    <p:extLst>
      <p:ext uri="{BB962C8B-B14F-4D97-AF65-F5344CB8AC3E}">
        <p14:creationId xmlns:p14="http://schemas.microsoft.com/office/powerpoint/2010/main" val="18381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Gracias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Consultant</a:t>
            </a:r>
          </a:p>
          <a:p>
            <a:r>
              <a:rPr lang="en-US" dirty="0"/>
              <a:t>Patricio.rojas@ellucian.com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Patricio </a:t>
            </a:r>
            <a:r>
              <a:rPr lang="en-US" dirty="0" err="1"/>
              <a:t>rojas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114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IDN - Ellucian PowerPoint Template">
  <a:themeElements>
    <a:clrScheme name="Ellucian 2017">
      <a:dk1>
        <a:srgbClr val="414042"/>
      </a:dk1>
      <a:lt1>
        <a:sysClr val="window" lastClr="FFFFFF"/>
      </a:lt1>
      <a:dk2>
        <a:srgbClr val="414042"/>
      </a:dk2>
      <a:lt2>
        <a:srgbClr val="E2ECEC"/>
      </a:lt2>
      <a:accent1>
        <a:srgbClr val="642673"/>
      </a:accent1>
      <a:accent2>
        <a:srgbClr val="45A1AA"/>
      </a:accent2>
      <a:accent3>
        <a:srgbClr val="68C184"/>
      </a:accent3>
      <a:accent4>
        <a:srgbClr val="462F89"/>
      </a:accent4>
      <a:accent5>
        <a:srgbClr val="B61F5D"/>
      </a:accent5>
      <a:accent6>
        <a:srgbClr val="63A8E2"/>
      </a:accent6>
      <a:hlink>
        <a:srgbClr val="462F89"/>
      </a:hlink>
      <a:folHlink>
        <a:srgbClr val="A1ABD7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A4D75B72D09C48A0B207C578DAA39F" ma:contentTypeVersion="13" ma:contentTypeDescription="Create a new document." ma:contentTypeScope="" ma:versionID="f170c636f9472013954aef5dc6fe5f81">
  <xsd:schema xmlns:xsd="http://www.w3.org/2001/XMLSchema" xmlns:xs="http://www.w3.org/2001/XMLSchema" xmlns:p="http://schemas.microsoft.com/office/2006/metadata/properties" xmlns:ns2="bc8f0762-49e5-4893-a544-41ac2fd47b32" targetNamespace="http://schemas.microsoft.com/office/2006/metadata/properties" ma:root="true" ma:fieldsID="6b3bc67cd3e2f3057e64763250833248" ns2:_="">
    <xsd:import namespace="bc8f0762-49e5-4893-a544-41ac2fd47b32"/>
    <xsd:element name="properties">
      <xsd:complexType>
        <xsd:sequence>
          <xsd:element name="documentManagement">
            <xsd:complexType>
              <xsd:all>
                <xsd:element ref="ns2:Type_x0020_of_x0020_Content"/>
                <xsd:element ref="ns2:Use_x0020_this_x0020_to_x0020__x002e__x0020__x002e__x0020__x002e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f0762-49e5-4893-a544-41ac2fd47b32" elementFormDefault="qualified">
    <xsd:import namespace="http://schemas.microsoft.com/office/2006/documentManagement/types"/>
    <xsd:import namespace="http://schemas.microsoft.com/office/infopath/2007/PartnerControls"/>
    <xsd:element name="Type_x0020_of_x0020_Content" ma:index="10" ma:displayName="Type of Content" ma:format="Dropdown" ma:internalName="Type_x0020_of_x0020_Content">
      <xsd:simpleType>
        <xsd:restriction base="dms:Choice">
          <xsd:enumeration value="Accessories (ACC)"/>
          <xsd:enumeration value="Ads &amp; Advertorials (ADV)"/>
          <xsd:enumeration value="Articulate Training (ARC)"/>
          <xsd:enumeration value="Battle Card (BCD)"/>
          <xsd:enumeration value="Brochure (BRC)"/>
          <xsd:enumeration value="Case Study (ECS)"/>
          <xsd:enumeration value="Competitive Information (CMP)"/>
          <xsd:enumeration value="Customer Experience (ECE)"/>
          <xsd:enumeration value="Demo (DEM)"/>
          <xsd:enumeration value="eBook (EEB)"/>
          <xsd:enumeration value="FAQ (FAQ)"/>
          <xsd:enumeration value="Identity / Brand Materials (IDN)"/>
          <xsd:enumeration value="Institution Profile (EIP)"/>
          <xsd:enumeration value="Lead Card (LDC)"/>
          <xsd:enumeration value="Miscellaneous (MSC)"/>
          <xsd:enumeration value="Position or Technical Paper (EPP)"/>
          <xsd:enumeration value="Presentation (PWP)"/>
          <xsd:enumeration value="Press Release (EPR)"/>
          <xsd:enumeration value="Print Item (PRN)"/>
          <xsd:enumeration value="Publication / Article (PBL)"/>
          <xsd:enumeration value="Reference Material (REF)"/>
          <xsd:enumeration value="Research (RES)"/>
          <xsd:enumeration value="Roadmap (RMP)"/>
          <xsd:enumeration value="Solution Sheet (ESS)"/>
          <xsd:enumeration value="Solution Summary (SUM)"/>
          <xsd:enumeration value="Statement of Work (SOW)"/>
          <xsd:enumeration value="Video (VID)"/>
          <xsd:enumeration value="Web Site (WEB)"/>
          <xsd:enumeration value="Webinar (WBR)"/>
          <xsd:enumeration value="White Paper (WHT)"/>
        </xsd:restriction>
      </xsd:simpleType>
    </xsd:element>
    <xsd:element name="Use_x0020_this_x0020_to_x0020__x002e__x0020__x002e__x0020__x002e_" ma:index="11" nillable="true" ma:displayName="Use this to . . ." ma:internalName="Use_x0020_this_x0020_to_x0020__x002e__x0020__x002e__x0020__x002e_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Use_x0020_this_x0020_to_x0020__x002e__x0020__x002e__x0020__x002e_ xmlns="bc8f0762-49e5-4893-a544-41ac2fd47b32" xsi:nil="true"/>
    <Type_x0020_of_x0020_Content xmlns="bc8f0762-49e5-4893-a544-41ac2fd47b32">Presentation (PWP)</Type_x0020_of_x0020_Content>
  </documentManagement>
</p:properties>
</file>

<file path=customXml/itemProps1.xml><?xml version="1.0" encoding="utf-8"?>
<ds:datastoreItem xmlns:ds="http://schemas.openxmlformats.org/officeDocument/2006/customXml" ds:itemID="{812DC0F9-52FD-4F92-B114-AD014A263A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8f0762-49e5-4893-a544-41ac2fd47b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81F83F-5663-4D15-824E-380D8047FB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F9A6B4-579C-44B2-93D3-08AD4EDE8CAD}">
  <ds:schemaRefs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dcmitype/"/>
    <ds:schemaRef ds:uri="bc8f0762-49e5-4893-a544-41ac2fd47b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IDN - Ellucian PowerPoint Template</Template>
  <TotalTime>20792</TotalTime>
  <Words>824</Words>
  <Application>Microsoft Office PowerPoint</Application>
  <PresentationFormat>On-screen Show (16:9)</PresentationFormat>
  <Paragraphs>147</Paragraphs>
  <Slides>26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Arial Black</vt:lpstr>
      <vt:lpstr>Calibri</vt:lpstr>
      <vt:lpstr>IDN - Ellucian PowerPoint Template</vt:lpstr>
      <vt:lpstr>Microsoft Excel Worksheet</vt:lpstr>
      <vt:lpstr>Configuración de Solicitudes de Servicio Instructivo</vt:lpstr>
      <vt:lpstr>Contenido</vt:lpstr>
      <vt:lpstr>Overview</vt:lpstr>
      <vt:lpstr>Overview: Mapa de procesos de negocio</vt:lpstr>
      <vt:lpstr>Overview: Procedimiento- Configuración de Solicitudes de Servicio</vt:lpstr>
      <vt:lpstr>Overview: Región donde aplica</vt:lpstr>
      <vt:lpstr>Overview: Configuración de Solicitudes de Servicio</vt:lpstr>
      <vt:lpstr>Overview: Configuración de Solicitudes de Servicio</vt:lpstr>
      <vt:lpstr>Configuración de Solicitudes de Servicio</vt:lpstr>
      <vt:lpstr>Configuración de Solicitudes de servicio: Categoría</vt:lpstr>
      <vt:lpstr>Configuración de Solicitudes de servicio: Servicio</vt:lpstr>
      <vt:lpstr>Configuración de Solicitudes de servicio: Estados</vt:lpstr>
      <vt:lpstr>Configuración de Solicitudes de servicio: Canal</vt:lpstr>
      <vt:lpstr>Configuración de Solicitudes de servicio: Tipos</vt:lpstr>
      <vt:lpstr>Configuración de Solicitudes de servicio: Opciones</vt:lpstr>
      <vt:lpstr>Configuración de Solicitudes de servicio: Controles</vt:lpstr>
      <vt:lpstr>Configuración de Solicitudes de servicio: Controles</vt:lpstr>
      <vt:lpstr>Configuración de Solicitudes de servicio: Roles</vt:lpstr>
      <vt:lpstr>Configuración de Solicitudes de servicio: Configuración</vt:lpstr>
      <vt:lpstr>Configuración de Solicitudes de servicio: Configuración</vt:lpstr>
      <vt:lpstr>Configuración de Solicitudes de servicio: Configuración</vt:lpstr>
      <vt:lpstr>Configuración de Solicitudes de servicio: Configuración</vt:lpstr>
      <vt:lpstr>Configuración de Solicitudes de servicio: Datos extras</vt:lpstr>
      <vt:lpstr>Resumen</vt:lpstr>
      <vt:lpstr>Resumen: Configuración de solicitudes de servicio</vt:lpstr>
      <vt:lpstr>Gracias</vt:lpstr>
    </vt:vector>
  </TitlesOfParts>
  <Manager/>
  <Company>Ellucian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hecha por Carlos Contreras</dc:title>
  <dc:subject/>
  <dc:creator>Carlos Contreras</dc:creator>
  <cp:keywords/>
  <dc:description/>
  <cp:lastModifiedBy>Pineda, Mauricio</cp:lastModifiedBy>
  <cp:revision>1559</cp:revision>
  <cp:lastPrinted>2018-03-28T14:46:14Z</cp:lastPrinted>
  <dcterms:created xsi:type="dcterms:W3CDTF">2015-01-30T16:14:07Z</dcterms:created>
  <dcterms:modified xsi:type="dcterms:W3CDTF">2020-07-15T22:14:28Z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orkflowChangePath">
    <vt:lpwstr>7c8400d0-a84f-403e-a8ca-37de6a498fe8,26;</vt:lpwstr>
  </property>
  <property fmtid="{D5CDD505-2E9C-101B-9397-08002B2CF9AE}" pid="3" name="ContentTypeId">
    <vt:lpwstr>0x01010080A4D75B72D09C48A0B207C578DAA39F</vt:lpwstr>
  </property>
  <property fmtid="{D5CDD505-2E9C-101B-9397-08002B2CF9AE}" pid="4" name="_NewReviewCycle">
    <vt:lpwstr/>
  </property>
  <property fmtid="{D5CDD505-2E9C-101B-9397-08002B2CF9AE}" pid="5" name="Order">
    <vt:r8>10000</vt:r8>
  </property>
</Properties>
</file>