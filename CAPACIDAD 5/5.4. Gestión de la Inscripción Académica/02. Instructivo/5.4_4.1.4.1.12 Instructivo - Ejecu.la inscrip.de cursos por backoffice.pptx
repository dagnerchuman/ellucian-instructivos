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3.xml" ContentType="application/vnd.openxmlformats-officedocument.theme+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theme/theme4.xml" ContentType="application/vnd.openxmlformats-officedocument.theme+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theme/theme5.xml" ContentType="application/vnd.openxmlformats-officedocument.theme+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theme/theme6.xml" ContentType="application/vnd.openxmlformats-officedocument.theme+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theme/theme7.xml" ContentType="application/vnd.openxmlformats-officedocument.theme+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theme/theme8.xml" ContentType="application/vnd.openxmlformats-officedocument.theme+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theme/theme9.xml" ContentType="application/vnd.openxmlformats-officedocument.theme+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2" r:id="rId2"/>
    <p:sldMasterId id="2147483772" r:id="rId3"/>
    <p:sldMasterId id="2147483810" r:id="rId4"/>
    <p:sldMasterId id="2147483849" r:id="rId5"/>
    <p:sldMasterId id="2147483869" r:id="rId6"/>
    <p:sldMasterId id="2147483909" r:id="rId7"/>
    <p:sldMasterId id="2147483929" r:id="rId8"/>
    <p:sldMasterId id="2147483968" r:id="rId9"/>
    <p:sldMasterId id="2147483988" r:id="rId10"/>
  </p:sldMasterIdLst>
  <p:notesMasterIdLst>
    <p:notesMasterId r:id="rId59"/>
  </p:notesMasterIdLst>
  <p:sldIdLst>
    <p:sldId id="1597" r:id="rId11"/>
    <p:sldId id="423" r:id="rId12"/>
    <p:sldId id="476" r:id="rId13"/>
    <p:sldId id="1861" r:id="rId14"/>
    <p:sldId id="1862" r:id="rId15"/>
    <p:sldId id="1886" r:id="rId16"/>
    <p:sldId id="1867" r:id="rId17"/>
    <p:sldId id="1887" r:id="rId18"/>
    <p:sldId id="421" r:id="rId19"/>
    <p:sldId id="566" r:id="rId20"/>
    <p:sldId id="469" r:id="rId21"/>
    <p:sldId id="1843" r:id="rId22"/>
    <p:sldId id="1529" r:id="rId23"/>
    <p:sldId id="1728" r:id="rId24"/>
    <p:sldId id="1729" r:id="rId25"/>
    <p:sldId id="1730" r:id="rId26"/>
    <p:sldId id="1731" r:id="rId27"/>
    <p:sldId id="1732" r:id="rId28"/>
    <p:sldId id="1733" r:id="rId29"/>
    <p:sldId id="1844" r:id="rId30"/>
    <p:sldId id="1652" r:id="rId31"/>
    <p:sldId id="1845" r:id="rId32"/>
    <p:sldId id="1748" r:id="rId33"/>
    <p:sldId id="1749" r:id="rId34"/>
    <p:sldId id="1846" r:id="rId35"/>
    <p:sldId id="1847" r:id="rId36"/>
    <p:sldId id="1880" r:id="rId37"/>
    <p:sldId id="1881" r:id="rId38"/>
    <p:sldId id="1752" r:id="rId39"/>
    <p:sldId id="1848" r:id="rId40"/>
    <p:sldId id="1670" r:id="rId41"/>
    <p:sldId id="1882" r:id="rId42"/>
    <p:sldId id="1883" r:id="rId43"/>
    <p:sldId id="543" r:id="rId44"/>
    <p:sldId id="1817" r:id="rId45"/>
    <p:sldId id="1850" r:id="rId46"/>
    <p:sldId id="1851" r:id="rId47"/>
    <p:sldId id="1852" r:id="rId48"/>
    <p:sldId id="1853" r:id="rId49"/>
    <p:sldId id="1855" r:id="rId50"/>
    <p:sldId id="1854" r:id="rId51"/>
    <p:sldId id="1856" r:id="rId52"/>
    <p:sldId id="1857" r:id="rId53"/>
    <p:sldId id="1858" r:id="rId54"/>
    <p:sldId id="1859" r:id="rId55"/>
    <p:sldId id="345" r:id="rId56"/>
    <p:sldId id="1860" r:id="rId57"/>
    <p:sldId id="552"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00B0"/>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FBEC8E-BD76-4E54-B6D0-A507CD851251}" v="16" dt="2024-11-08T15:28:32.201"/>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53" autoAdjust="0"/>
    <p:restoredTop sz="95107" autoAdjust="0"/>
  </p:normalViewPr>
  <p:slideViewPr>
    <p:cSldViewPr snapToGrid="0">
      <p:cViewPr varScale="1">
        <p:scale>
          <a:sx n="105" d="100"/>
          <a:sy n="105" d="100"/>
        </p:scale>
        <p:origin x="1068" y="10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slide" Target="slides/slide40.xml"/><Relationship Id="rId55" Type="http://schemas.openxmlformats.org/officeDocument/2006/relationships/slide" Target="slides/slide45.xml"/><Relationship Id="rId63"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slide" Target="slides/slide48.xml"/><Relationship Id="rId5" Type="http://schemas.openxmlformats.org/officeDocument/2006/relationships/slideMaster" Target="slideMasters/slideMaster5.xml"/><Relationship Id="rId61" Type="http://schemas.openxmlformats.org/officeDocument/2006/relationships/viewProps" Target="viewProps.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microsoft.com/office/2015/10/relationships/revisionInfo" Target="revisionInfo.xml"/><Relationship Id="rId8" Type="http://schemas.openxmlformats.org/officeDocument/2006/relationships/slideMaster" Target="slideMasters/slideMaster8.xml"/><Relationship Id="rId51" Type="http://schemas.openxmlformats.org/officeDocument/2006/relationships/slide" Target="slides/slide41.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notesMaster" Target="notesMasters/notesMaster1.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10.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presProps" Target="presProps.xml"/><Relationship Id="rId65" Type="http://schemas.microsoft.com/office/2018/10/relationships/authors" Target="author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15-07-2026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‹Nº›</a:t>
            </a:fld>
            <a:endParaRPr lang="es-CL"/>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A5FC1-2DE3-40DD-5C13-5E74F2B874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979C20D-5AA8-7312-3B16-5324513309F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A529332-547F-5B13-6617-B7325AE1D7E5}"/>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CE5C181B-BCD4-504F-7F2E-70CAB78791CD}"/>
              </a:ext>
            </a:extLst>
          </p:cNvPr>
          <p:cNvSpPr>
            <a:spLocks noGrp="1"/>
          </p:cNvSpPr>
          <p:nvPr>
            <p:ph type="sldNum" sz="quarter" idx="5"/>
          </p:nvPr>
        </p:nvSpPr>
        <p:spPr/>
        <p:txBody>
          <a:bodyPr/>
          <a:lstStyle/>
          <a:p>
            <a:fld id="{CF541D2A-E99A-2F4F-B8C9-28142709F87F}" type="slidenum">
              <a:rPr lang="en-US" smtClean="0"/>
              <a:pPr/>
              <a:t>13</a:t>
            </a:fld>
            <a:endParaRPr lang="en-US"/>
          </a:p>
        </p:txBody>
      </p:sp>
    </p:spTree>
    <p:extLst>
      <p:ext uri="{BB962C8B-B14F-4D97-AF65-F5344CB8AC3E}">
        <p14:creationId xmlns:p14="http://schemas.microsoft.com/office/powerpoint/2010/main" val="269233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8CE8A-4C56-CE24-D548-39EB924BD0C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BB3C15C-A130-A058-4150-9BA29A48A43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A54384-2A8A-F12A-75FE-6D36DD4018B1}"/>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58C9947C-073C-0995-D430-477E41BFC695}"/>
              </a:ext>
            </a:extLst>
          </p:cNvPr>
          <p:cNvSpPr>
            <a:spLocks noGrp="1"/>
          </p:cNvSpPr>
          <p:nvPr>
            <p:ph type="sldNum" sz="quarter" idx="5"/>
          </p:nvPr>
        </p:nvSpPr>
        <p:spPr/>
        <p:txBody>
          <a:bodyPr/>
          <a:lstStyle/>
          <a:p>
            <a:fld id="{CF541D2A-E99A-2F4F-B8C9-28142709F87F}" type="slidenum">
              <a:rPr lang="en-US" smtClean="0"/>
              <a:pPr/>
              <a:t>14</a:t>
            </a:fld>
            <a:endParaRPr lang="en-US"/>
          </a:p>
        </p:txBody>
      </p:sp>
    </p:spTree>
    <p:extLst>
      <p:ext uri="{BB962C8B-B14F-4D97-AF65-F5344CB8AC3E}">
        <p14:creationId xmlns:p14="http://schemas.microsoft.com/office/powerpoint/2010/main" val="32061343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606A5-E0D0-A435-61DB-548929D975C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8B55B66-F8A9-C316-A40B-BADA79D8BAB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37CD8EC-E2C5-D10D-F646-346CA6B4B7C1}"/>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656FD9C-BFD1-6095-8A90-7DAEB1A21512}"/>
              </a:ext>
            </a:extLst>
          </p:cNvPr>
          <p:cNvSpPr>
            <a:spLocks noGrp="1"/>
          </p:cNvSpPr>
          <p:nvPr>
            <p:ph type="sldNum" sz="quarter" idx="5"/>
          </p:nvPr>
        </p:nvSpPr>
        <p:spPr/>
        <p:txBody>
          <a:bodyPr/>
          <a:lstStyle/>
          <a:p>
            <a:fld id="{CF541D2A-E99A-2F4F-B8C9-28142709F87F}" type="slidenum">
              <a:rPr lang="en-US" smtClean="0"/>
              <a:pPr/>
              <a:t>15</a:t>
            </a:fld>
            <a:endParaRPr lang="en-US"/>
          </a:p>
        </p:txBody>
      </p:sp>
    </p:spTree>
    <p:extLst>
      <p:ext uri="{BB962C8B-B14F-4D97-AF65-F5344CB8AC3E}">
        <p14:creationId xmlns:p14="http://schemas.microsoft.com/office/powerpoint/2010/main" val="7617710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7AA82-7EEF-702E-33E5-50395D6D1B1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E1FE66D-62C0-D23C-4614-A61127B7E4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F73C078-2FCA-8795-AD47-0B87D763A92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92E3A215-72E5-27AF-00C8-72A8792205A5}"/>
              </a:ext>
            </a:extLst>
          </p:cNvPr>
          <p:cNvSpPr>
            <a:spLocks noGrp="1"/>
          </p:cNvSpPr>
          <p:nvPr>
            <p:ph type="sldNum" sz="quarter" idx="5"/>
          </p:nvPr>
        </p:nvSpPr>
        <p:spPr/>
        <p:txBody>
          <a:bodyPr/>
          <a:lstStyle/>
          <a:p>
            <a:fld id="{CF541D2A-E99A-2F4F-B8C9-28142709F87F}" type="slidenum">
              <a:rPr lang="en-US" smtClean="0"/>
              <a:pPr/>
              <a:t>16</a:t>
            </a:fld>
            <a:endParaRPr lang="en-US"/>
          </a:p>
        </p:txBody>
      </p:sp>
    </p:spTree>
    <p:extLst>
      <p:ext uri="{BB962C8B-B14F-4D97-AF65-F5344CB8AC3E}">
        <p14:creationId xmlns:p14="http://schemas.microsoft.com/office/powerpoint/2010/main" val="140933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82FC7-FFA7-025A-CB68-2B7A7DE015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B75E17B-E416-6039-A5F9-EC25FB0844F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CF68D2-D097-DEF4-8C74-1AE016E8615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366989C-742A-4052-33FC-1C6C5131C442}"/>
              </a:ext>
            </a:extLst>
          </p:cNvPr>
          <p:cNvSpPr>
            <a:spLocks noGrp="1"/>
          </p:cNvSpPr>
          <p:nvPr>
            <p:ph type="sldNum" sz="quarter" idx="5"/>
          </p:nvPr>
        </p:nvSpPr>
        <p:spPr/>
        <p:txBody>
          <a:bodyPr/>
          <a:lstStyle/>
          <a:p>
            <a:fld id="{CF541D2A-E99A-2F4F-B8C9-28142709F87F}" type="slidenum">
              <a:rPr lang="en-US" smtClean="0"/>
              <a:pPr/>
              <a:t>17</a:t>
            </a:fld>
            <a:endParaRPr lang="en-US"/>
          </a:p>
        </p:txBody>
      </p:sp>
    </p:spTree>
    <p:extLst>
      <p:ext uri="{BB962C8B-B14F-4D97-AF65-F5344CB8AC3E}">
        <p14:creationId xmlns:p14="http://schemas.microsoft.com/office/powerpoint/2010/main" val="2248607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12325-1F6D-5B64-F950-6B01A213FFA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1EC5246-28EA-1759-FB69-BB7B883B6FE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D0FD39B-01DA-E3FA-B518-A7E4D90628E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4E91B30-5319-72B9-0963-58493612FC41}"/>
              </a:ext>
            </a:extLst>
          </p:cNvPr>
          <p:cNvSpPr>
            <a:spLocks noGrp="1"/>
          </p:cNvSpPr>
          <p:nvPr>
            <p:ph type="sldNum" sz="quarter" idx="5"/>
          </p:nvPr>
        </p:nvSpPr>
        <p:spPr/>
        <p:txBody>
          <a:bodyPr/>
          <a:lstStyle/>
          <a:p>
            <a:fld id="{CF541D2A-E99A-2F4F-B8C9-28142709F87F}" type="slidenum">
              <a:rPr lang="en-US" smtClean="0"/>
              <a:pPr/>
              <a:t>18</a:t>
            </a:fld>
            <a:endParaRPr lang="en-US"/>
          </a:p>
        </p:txBody>
      </p:sp>
    </p:spTree>
    <p:extLst>
      <p:ext uri="{BB962C8B-B14F-4D97-AF65-F5344CB8AC3E}">
        <p14:creationId xmlns:p14="http://schemas.microsoft.com/office/powerpoint/2010/main" val="3096720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7C1D0-66AD-ACC1-6E6A-2C631DEFB65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E7DFF31-EB9E-096B-37B9-E8FD6058600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5F26B72-DAD3-EC67-5D1B-4177A5A83CD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84BA5E2C-F56B-464C-3544-E506A33EDB92}"/>
              </a:ext>
            </a:extLst>
          </p:cNvPr>
          <p:cNvSpPr>
            <a:spLocks noGrp="1"/>
          </p:cNvSpPr>
          <p:nvPr>
            <p:ph type="sldNum" sz="quarter" idx="5"/>
          </p:nvPr>
        </p:nvSpPr>
        <p:spPr/>
        <p:txBody>
          <a:bodyPr/>
          <a:lstStyle/>
          <a:p>
            <a:fld id="{CF541D2A-E99A-2F4F-B8C9-28142709F87F}" type="slidenum">
              <a:rPr lang="en-US" smtClean="0"/>
              <a:pPr/>
              <a:t>19</a:t>
            </a:fld>
            <a:endParaRPr lang="en-US"/>
          </a:p>
        </p:txBody>
      </p:sp>
    </p:spTree>
    <p:extLst>
      <p:ext uri="{BB962C8B-B14F-4D97-AF65-F5344CB8AC3E}">
        <p14:creationId xmlns:p14="http://schemas.microsoft.com/office/powerpoint/2010/main" val="3543587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EA759-72F8-7D65-6048-BF23BFC8689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016741-D0D8-1791-FA70-C101FCE5A52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188146A-2027-96DD-D01F-F435FA24013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320FC4D2-D7F9-D307-C6D2-782A95B436EB}"/>
              </a:ext>
            </a:extLst>
          </p:cNvPr>
          <p:cNvSpPr>
            <a:spLocks noGrp="1"/>
          </p:cNvSpPr>
          <p:nvPr>
            <p:ph type="sldNum" sz="quarter" idx="5"/>
          </p:nvPr>
        </p:nvSpPr>
        <p:spPr/>
        <p:txBody>
          <a:bodyPr/>
          <a:lstStyle/>
          <a:p>
            <a:fld id="{CF541D2A-E99A-2F4F-B8C9-28142709F87F}" type="slidenum">
              <a:rPr lang="en-US" smtClean="0"/>
              <a:pPr/>
              <a:t>21</a:t>
            </a:fld>
            <a:endParaRPr lang="en-US"/>
          </a:p>
        </p:txBody>
      </p:sp>
    </p:spTree>
    <p:extLst>
      <p:ext uri="{BB962C8B-B14F-4D97-AF65-F5344CB8AC3E}">
        <p14:creationId xmlns:p14="http://schemas.microsoft.com/office/powerpoint/2010/main" val="1305412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CE10A-EF64-C9C3-F51A-FD71A8F62F1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5DA93B3-F9A3-4B8F-BB4A-28056D24149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5643158-AF07-A017-B9AF-C6937D1FC01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BEEEF089-16B0-4669-B993-D72BAA536D2D}"/>
              </a:ext>
            </a:extLst>
          </p:cNvPr>
          <p:cNvSpPr>
            <a:spLocks noGrp="1"/>
          </p:cNvSpPr>
          <p:nvPr>
            <p:ph type="sldNum" sz="quarter" idx="5"/>
          </p:nvPr>
        </p:nvSpPr>
        <p:spPr/>
        <p:txBody>
          <a:bodyPr/>
          <a:lstStyle/>
          <a:p>
            <a:fld id="{CF541D2A-E99A-2F4F-B8C9-28142709F87F}" type="slidenum">
              <a:rPr lang="en-US" smtClean="0"/>
              <a:pPr/>
              <a:t>22</a:t>
            </a:fld>
            <a:endParaRPr lang="en-US"/>
          </a:p>
        </p:txBody>
      </p:sp>
    </p:spTree>
    <p:extLst>
      <p:ext uri="{BB962C8B-B14F-4D97-AF65-F5344CB8AC3E}">
        <p14:creationId xmlns:p14="http://schemas.microsoft.com/office/powerpoint/2010/main" val="2640881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3EA3F-777E-02DE-6CE1-A6324F58730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6E6002E-5174-E4C7-6877-736DEFDC49A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195DB5B-34BF-C72A-65B4-0B61CCA47B3A}"/>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0F3EAB96-B508-407C-88B4-AACE3AB65D6A}"/>
              </a:ext>
            </a:extLst>
          </p:cNvPr>
          <p:cNvSpPr>
            <a:spLocks noGrp="1"/>
          </p:cNvSpPr>
          <p:nvPr>
            <p:ph type="sldNum" sz="quarter" idx="5"/>
          </p:nvPr>
        </p:nvSpPr>
        <p:spPr/>
        <p:txBody>
          <a:bodyPr/>
          <a:lstStyle/>
          <a:p>
            <a:fld id="{CF541D2A-E99A-2F4F-B8C9-28142709F87F}" type="slidenum">
              <a:rPr lang="en-US" smtClean="0"/>
              <a:pPr/>
              <a:t>23</a:t>
            </a:fld>
            <a:endParaRPr lang="en-US"/>
          </a:p>
        </p:txBody>
      </p:sp>
    </p:spTree>
    <p:extLst>
      <p:ext uri="{BB962C8B-B14F-4D97-AF65-F5344CB8AC3E}">
        <p14:creationId xmlns:p14="http://schemas.microsoft.com/office/powerpoint/2010/main" val="1364330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7129C-B6FC-C692-FA18-D3CA2832D9A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5E3CF11-818B-1A3F-A08A-9B00D7F1EBD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0420BCF-F8A9-00C3-8DC0-1844DE28C2D5}"/>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33AF0CBD-9C11-209A-731E-C923B35C011B}"/>
              </a:ext>
            </a:extLst>
          </p:cNvPr>
          <p:cNvSpPr>
            <a:spLocks noGrp="1"/>
          </p:cNvSpPr>
          <p:nvPr>
            <p:ph type="sldNum" sz="quarter" idx="5"/>
          </p:nvPr>
        </p:nvSpPr>
        <p:spPr/>
        <p:txBody>
          <a:bodyPr/>
          <a:lstStyle/>
          <a:p>
            <a:fld id="{CF541D2A-E99A-2F4F-B8C9-28142709F87F}" type="slidenum">
              <a:rPr lang="en-US" smtClean="0"/>
              <a:pPr/>
              <a:t>24</a:t>
            </a:fld>
            <a:endParaRPr lang="en-US"/>
          </a:p>
        </p:txBody>
      </p:sp>
    </p:spTree>
    <p:extLst>
      <p:ext uri="{BB962C8B-B14F-4D97-AF65-F5344CB8AC3E}">
        <p14:creationId xmlns:p14="http://schemas.microsoft.com/office/powerpoint/2010/main" val="4965110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C1F14-6CB3-8C72-9C40-268E930E819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26F33FF-0C0F-121A-2BD2-ADDD60E063B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7581ABE-C45B-A05F-5D03-86889FDD43F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E712E502-5E62-8BA9-EF09-2BE87F2E0286}"/>
              </a:ext>
            </a:extLst>
          </p:cNvPr>
          <p:cNvSpPr>
            <a:spLocks noGrp="1"/>
          </p:cNvSpPr>
          <p:nvPr>
            <p:ph type="sldNum" sz="quarter" idx="5"/>
          </p:nvPr>
        </p:nvSpPr>
        <p:spPr/>
        <p:txBody>
          <a:bodyPr/>
          <a:lstStyle/>
          <a:p>
            <a:fld id="{CF541D2A-E99A-2F4F-B8C9-28142709F87F}" type="slidenum">
              <a:rPr lang="en-US" smtClean="0"/>
              <a:pPr/>
              <a:t>26</a:t>
            </a:fld>
            <a:endParaRPr lang="en-US"/>
          </a:p>
        </p:txBody>
      </p:sp>
    </p:spTree>
    <p:extLst>
      <p:ext uri="{BB962C8B-B14F-4D97-AF65-F5344CB8AC3E}">
        <p14:creationId xmlns:p14="http://schemas.microsoft.com/office/powerpoint/2010/main" val="19313838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353DF-DEB3-B32F-C925-8CE49751E9B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4A7D3AC-6EB6-6F38-5388-8976E500E99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1507C1B-5883-CC5D-976D-EEA39E61482E}"/>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0DB23168-CAE0-DDCA-F430-DD08C551C10C}"/>
              </a:ext>
            </a:extLst>
          </p:cNvPr>
          <p:cNvSpPr>
            <a:spLocks noGrp="1"/>
          </p:cNvSpPr>
          <p:nvPr>
            <p:ph type="sldNum" sz="quarter" idx="5"/>
          </p:nvPr>
        </p:nvSpPr>
        <p:spPr/>
        <p:txBody>
          <a:bodyPr/>
          <a:lstStyle/>
          <a:p>
            <a:fld id="{CF541D2A-E99A-2F4F-B8C9-28142709F87F}" type="slidenum">
              <a:rPr lang="en-US" smtClean="0"/>
              <a:pPr/>
              <a:t>27</a:t>
            </a:fld>
            <a:endParaRPr lang="en-US"/>
          </a:p>
        </p:txBody>
      </p:sp>
    </p:spTree>
    <p:extLst>
      <p:ext uri="{BB962C8B-B14F-4D97-AF65-F5344CB8AC3E}">
        <p14:creationId xmlns:p14="http://schemas.microsoft.com/office/powerpoint/2010/main" val="36012943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C20FD-E890-4560-C1C6-DFE2C067495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2571873-D7EB-84D3-9581-4D5CB7407AA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F1B4C40-6F29-C598-5115-C423EEFEBF8F}"/>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AAD172A-D3E4-F2A4-5F9F-7E208FF80E89}"/>
              </a:ext>
            </a:extLst>
          </p:cNvPr>
          <p:cNvSpPr>
            <a:spLocks noGrp="1"/>
          </p:cNvSpPr>
          <p:nvPr>
            <p:ph type="sldNum" sz="quarter" idx="5"/>
          </p:nvPr>
        </p:nvSpPr>
        <p:spPr/>
        <p:txBody>
          <a:bodyPr/>
          <a:lstStyle/>
          <a:p>
            <a:fld id="{CF541D2A-E99A-2F4F-B8C9-28142709F87F}" type="slidenum">
              <a:rPr lang="en-US" smtClean="0"/>
              <a:pPr/>
              <a:t>28</a:t>
            </a:fld>
            <a:endParaRPr lang="en-US"/>
          </a:p>
        </p:txBody>
      </p:sp>
    </p:spTree>
    <p:extLst>
      <p:ext uri="{BB962C8B-B14F-4D97-AF65-F5344CB8AC3E}">
        <p14:creationId xmlns:p14="http://schemas.microsoft.com/office/powerpoint/2010/main" val="21824791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398CA-735E-C1D2-3F2C-0DF01BB398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8B0FAA0-D16E-EB3E-404D-2AC8544ED23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E333CC-55FC-8A1C-424A-3274B8761E4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9CEE4BAB-ABA6-8BF3-7976-5C8A3FB0A7CA}"/>
              </a:ext>
            </a:extLst>
          </p:cNvPr>
          <p:cNvSpPr>
            <a:spLocks noGrp="1"/>
          </p:cNvSpPr>
          <p:nvPr>
            <p:ph type="sldNum" sz="quarter" idx="5"/>
          </p:nvPr>
        </p:nvSpPr>
        <p:spPr/>
        <p:txBody>
          <a:bodyPr/>
          <a:lstStyle/>
          <a:p>
            <a:fld id="{CF541D2A-E99A-2F4F-B8C9-28142709F87F}" type="slidenum">
              <a:rPr lang="en-US" smtClean="0"/>
              <a:pPr/>
              <a:t>29</a:t>
            </a:fld>
            <a:endParaRPr lang="en-US"/>
          </a:p>
        </p:txBody>
      </p:sp>
    </p:spTree>
    <p:extLst>
      <p:ext uri="{BB962C8B-B14F-4D97-AF65-F5344CB8AC3E}">
        <p14:creationId xmlns:p14="http://schemas.microsoft.com/office/powerpoint/2010/main" val="36602318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65B77-D34F-92BC-EC08-BF5A5888C83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DE10E68-FFE0-495A-D202-687CDA99155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0675EE6-51EB-009A-897A-65DDA47509E1}"/>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8BA4F0F1-29D6-8D15-5CD7-127F0E351513}"/>
              </a:ext>
            </a:extLst>
          </p:cNvPr>
          <p:cNvSpPr>
            <a:spLocks noGrp="1"/>
          </p:cNvSpPr>
          <p:nvPr>
            <p:ph type="sldNum" sz="quarter" idx="5"/>
          </p:nvPr>
        </p:nvSpPr>
        <p:spPr/>
        <p:txBody>
          <a:bodyPr/>
          <a:lstStyle/>
          <a:p>
            <a:fld id="{CF541D2A-E99A-2F4F-B8C9-28142709F87F}" type="slidenum">
              <a:rPr lang="en-US" smtClean="0"/>
              <a:pPr/>
              <a:t>31</a:t>
            </a:fld>
            <a:endParaRPr lang="en-US"/>
          </a:p>
        </p:txBody>
      </p:sp>
    </p:spTree>
    <p:extLst>
      <p:ext uri="{BB962C8B-B14F-4D97-AF65-F5344CB8AC3E}">
        <p14:creationId xmlns:p14="http://schemas.microsoft.com/office/powerpoint/2010/main" val="26721887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881F8-3D8E-065D-D116-F9BC3C6F83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84469C8-F6CD-5901-9354-21794479D6B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82F1C8C-A967-B3B6-0D13-86C373357CE2}"/>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2340B7AE-3B80-3773-A858-E210D2EF90F8}"/>
              </a:ext>
            </a:extLst>
          </p:cNvPr>
          <p:cNvSpPr>
            <a:spLocks noGrp="1"/>
          </p:cNvSpPr>
          <p:nvPr>
            <p:ph type="sldNum" sz="quarter" idx="5"/>
          </p:nvPr>
        </p:nvSpPr>
        <p:spPr/>
        <p:txBody>
          <a:bodyPr/>
          <a:lstStyle/>
          <a:p>
            <a:fld id="{CF541D2A-E99A-2F4F-B8C9-28142709F87F}" type="slidenum">
              <a:rPr lang="en-US" smtClean="0"/>
              <a:pPr/>
              <a:t>32</a:t>
            </a:fld>
            <a:endParaRPr lang="en-US"/>
          </a:p>
        </p:txBody>
      </p:sp>
    </p:spTree>
    <p:extLst>
      <p:ext uri="{BB962C8B-B14F-4D97-AF65-F5344CB8AC3E}">
        <p14:creationId xmlns:p14="http://schemas.microsoft.com/office/powerpoint/2010/main" val="33804564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D5110-EF9E-8D02-D09D-F9B8A361AB4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E1D8D2C-F6E3-2D2F-32F4-5BAB4EDDB61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F1556CD-E30F-FCB2-9339-D27DF2BA092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1F5C5F1-C7C4-5ACE-A8E6-729BCACAFF20}"/>
              </a:ext>
            </a:extLst>
          </p:cNvPr>
          <p:cNvSpPr>
            <a:spLocks noGrp="1"/>
          </p:cNvSpPr>
          <p:nvPr>
            <p:ph type="sldNum" sz="quarter" idx="5"/>
          </p:nvPr>
        </p:nvSpPr>
        <p:spPr/>
        <p:txBody>
          <a:bodyPr/>
          <a:lstStyle/>
          <a:p>
            <a:fld id="{CF541D2A-E99A-2F4F-B8C9-28142709F87F}" type="slidenum">
              <a:rPr lang="en-US" smtClean="0"/>
              <a:pPr/>
              <a:t>33</a:t>
            </a:fld>
            <a:endParaRPr lang="en-US"/>
          </a:p>
        </p:txBody>
      </p:sp>
    </p:spTree>
    <p:extLst>
      <p:ext uri="{BB962C8B-B14F-4D97-AF65-F5344CB8AC3E}">
        <p14:creationId xmlns:p14="http://schemas.microsoft.com/office/powerpoint/2010/main" val="39818714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40A45-9222-6A05-1AED-B268BB6E8E2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D63ECE0-504B-282C-8FE0-F18BB737287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8E57F9B-A4AD-9962-3545-C581179D472E}"/>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99B5946-635D-A28A-F955-160A280D3867}"/>
              </a:ext>
            </a:extLst>
          </p:cNvPr>
          <p:cNvSpPr>
            <a:spLocks noGrp="1"/>
          </p:cNvSpPr>
          <p:nvPr>
            <p:ph type="sldNum" sz="quarter" idx="5"/>
          </p:nvPr>
        </p:nvSpPr>
        <p:spPr/>
        <p:txBody>
          <a:bodyPr/>
          <a:lstStyle/>
          <a:p>
            <a:fld id="{CF541D2A-E99A-2F4F-B8C9-28142709F87F}" type="slidenum">
              <a:rPr lang="en-US" smtClean="0"/>
              <a:pPr/>
              <a:t>35</a:t>
            </a:fld>
            <a:endParaRPr lang="en-US"/>
          </a:p>
        </p:txBody>
      </p:sp>
    </p:spTree>
    <p:extLst>
      <p:ext uri="{BB962C8B-B14F-4D97-AF65-F5344CB8AC3E}">
        <p14:creationId xmlns:p14="http://schemas.microsoft.com/office/powerpoint/2010/main" val="20274866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B0457-1086-805D-7B8C-4552C6B24EC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AD44F6-CF37-7DA4-B233-114AF92DAF7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6E29664-E6EC-D589-E4C5-F47217EB93CD}"/>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231DF38-3535-26FC-9F20-F2F3AE30940A}"/>
              </a:ext>
            </a:extLst>
          </p:cNvPr>
          <p:cNvSpPr>
            <a:spLocks noGrp="1"/>
          </p:cNvSpPr>
          <p:nvPr>
            <p:ph type="sldNum" sz="quarter" idx="5"/>
          </p:nvPr>
        </p:nvSpPr>
        <p:spPr/>
        <p:txBody>
          <a:bodyPr/>
          <a:lstStyle/>
          <a:p>
            <a:fld id="{CF541D2A-E99A-2F4F-B8C9-28142709F87F}" type="slidenum">
              <a:rPr lang="en-US" smtClean="0"/>
              <a:pPr/>
              <a:t>36</a:t>
            </a:fld>
            <a:endParaRPr lang="en-US"/>
          </a:p>
        </p:txBody>
      </p:sp>
    </p:spTree>
    <p:extLst>
      <p:ext uri="{BB962C8B-B14F-4D97-AF65-F5344CB8AC3E}">
        <p14:creationId xmlns:p14="http://schemas.microsoft.com/office/powerpoint/2010/main" val="15900586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93269-B6FC-2DE5-661E-97B5924D829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9A45502-AB3F-6132-2A06-CC7EE6087B0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8947943-AF35-76D7-1090-2AEEC90BC46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377F2EFC-C250-80EF-A2B4-12D559B48276}"/>
              </a:ext>
            </a:extLst>
          </p:cNvPr>
          <p:cNvSpPr>
            <a:spLocks noGrp="1"/>
          </p:cNvSpPr>
          <p:nvPr>
            <p:ph type="sldNum" sz="quarter" idx="5"/>
          </p:nvPr>
        </p:nvSpPr>
        <p:spPr/>
        <p:txBody>
          <a:bodyPr/>
          <a:lstStyle/>
          <a:p>
            <a:fld id="{CF541D2A-E99A-2F4F-B8C9-28142709F87F}" type="slidenum">
              <a:rPr lang="en-US" smtClean="0"/>
              <a:pPr/>
              <a:t>37</a:t>
            </a:fld>
            <a:endParaRPr lang="en-US"/>
          </a:p>
        </p:txBody>
      </p:sp>
    </p:spTree>
    <p:extLst>
      <p:ext uri="{BB962C8B-B14F-4D97-AF65-F5344CB8AC3E}">
        <p14:creationId xmlns:p14="http://schemas.microsoft.com/office/powerpoint/2010/main" val="42823543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17BEF-F269-C386-09FF-20AA024685B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573FD18-8B5E-C994-6BB1-D6BBAE3464B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632B52A-10E3-C065-413C-5ACB1D0011DE}"/>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56D0F855-5751-1C4F-8476-EE28DBB46FC0}"/>
              </a:ext>
            </a:extLst>
          </p:cNvPr>
          <p:cNvSpPr>
            <a:spLocks noGrp="1"/>
          </p:cNvSpPr>
          <p:nvPr>
            <p:ph type="sldNum" sz="quarter" idx="5"/>
          </p:nvPr>
        </p:nvSpPr>
        <p:spPr/>
        <p:txBody>
          <a:bodyPr/>
          <a:lstStyle/>
          <a:p>
            <a:fld id="{CF541D2A-E99A-2F4F-B8C9-28142709F87F}" type="slidenum">
              <a:rPr lang="en-US" smtClean="0"/>
              <a:pPr/>
              <a:t>38</a:t>
            </a:fld>
            <a:endParaRPr lang="en-US"/>
          </a:p>
        </p:txBody>
      </p:sp>
    </p:spTree>
    <p:extLst>
      <p:ext uri="{BB962C8B-B14F-4D97-AF65-F5344CB8AC3E}">
        <p14:creationId xmlns:p14="http://schemas.microsoft.com/office/powerpoint/2010/main" val="41154930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A0C5A-0E59-8AD1-991A-434BE0DF2C2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11BE82A-8E48-E1FF-F561-B9738DD82C1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508F942-BCBF-DD9D-C391-3E260AD46E1A}"/>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F80AE43-561A-2794-C1F5-B200A50D4D93}"/>
              </a:ext>
            </a:extLst>
          </p:cNvPr>
          <p:cNvSpPr>
            <a:spLocks noGrp="1"/>
          </p:cNvSpPr>
          <p:nvPr>
            <p:ph type="sldNum" sz="quarter" idx="5"/>
          </p:nvPr>
        </p:nvSpPr>
        <p:spPr/>
        <p:txBody>
          <a:bodyPr/>
          <a:lstStyle/>
          <a:p>
            <a:fld id="{CF541D2A-E99A-2F4F-B8C9-28142709F87F}" type="slidenum">
              <a:rPr lang="en-US" smtClean="0"/>
              <a:pPr/>
              <a:t>39</a:t>
            </a:fld>
            <a:endParaRPr lang="en-US"/>
          </a:p>
        </p:txBody>
      </p:sp>
    </p:spTree>
    <p:extLst>
      <p:ext uri="{BB962C8B-B14F-4D97-AF65-F5344CB8AC3E}">
        <p14:creationId xmlns:p14="http://schemas.microsoft.com/office/powerpoint/2010/main" val="32517716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B6A08-AC50-DB2A-D76B-6D57449DC24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1A8AA6B-2937-67AE-7B03-00499613A39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E035C43-5262-B2BE-8A08-AC8CBBBC8B5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27B19181-BCB4-F57F-0EF3-994323DAE822}"/>
              </a:ext>
            </a:extLst>
          </p:cNvPr>
          <p:cNvSpPr>
            <a:spLocks noGrp="1"/>
          </p:cNvSpPr>
          <p:nvPr>
            <p:ph type="sldNum" sz="quarter" idx="5"/>
          </p:nvPr>
        </p:nvSpPr>
        <p:spPr/>
        <p:txBody>
          <a:bodyPr/>
          <a:lstStyle/>
          <a:p>
            <a:fld id="{CF541D2A-E99A-2F4F-B8C9-28142709F87F}" type="slidenum">
              <a:rPr lang="en-US" smtClean="0"/>
              <a:pPr/>
              <a:t>40</a:t>
            </a:fld>
            <a:endParaRPr lang="en-US"/>
          </a:p>
        </p:txBody>
      </p:sp>
    </p:spTree>
    <p:extLst>
      <p:ext uri="{BB962C8B-B14F-4D97-AF65-F5344CB8AC3E}">
        <p14:creationId xmlns:p14="http://schemas.microsoft.com/office/powerpoint/2010/main" val="34990033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21D5F-85DD-C7EC-9B4E-68C24E415EA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7970D0-3138-FD5B-C805-220E5BD9EE9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F5633D9-BFB4-17CD-A6CB-EE01DF167562}"/>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E225AB49-F1D8-4969-0E67-BA6A11D5B7FF}"/>
              </a:ext>
            </a:extLst>
          </p:cNvPr>
          <p:cNvSpPr>
            <a:spLocks noGrp="1"/>
          </p:cNvSpPr>
          <p:nvPr>
            <p:ph type="sldNum" sz="quarter" idx="5"/>
          </p:nvPr>
        </p:nvSpPr>
        <p:spPr/>
        <p:txBody>
          <a:bodyPr/>
          <a:lstStyle/>
          <a:p>
            <a:fld id="{CF541D2A-E99A-2F4F-B8C9-28142709F87F}" type="slidenum">
              <a:rPr lang="en-US" smtClean="0"/>
              <a:pPr/>
              <a:t>41</a:t>
            </a:fld>
            <a:endParaRPr lang="en-US"/>
          </a:p>
        </p:txBody>
      </p:sp>
    </p:spTree>
    <p:extLst>
      <p:ext uri="{BB962C8B-B14F-4D97-AF65-F5344CB8AC3E}">
        <p14:creationId xmlns:p14="http://schemas.microsoft.com/office/powerpoint/2010/main" val="13058122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2EAC2-AE6C-9C13-25CF-B057499E2EF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EE8629D-471D-4550-0C8F-8D96BB2E5CB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6F9B3E9-8316-A873-EF4F-E5B0F3D6A515}"/>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5F58897-ECA8-0894-F063-7A6440DA8ECF}"/>
              </a:ext>
            </a:extLst>
          </p:cNvPr>
          <p:cNvSpPr>
            <a:spLocks noGrp="1"/>
          </p:cNvSpPr>
          <p:nvPr>
            <p:ph type="sldNum" sz="quarter" idx="5"/>
          </p:nvPr>
        </p:nvSpPr>
        <p:spPr/>
        <p:txBody>
          <a:bodyPr/>
          <a:lstStyle/>
          <a:p>
            <a:fld id="{CF541D2A-E99A-2F4F-B8C9-28142709F87F}" type="slidenum">
              <a:rPr lang="en-US" smtClean="0"/>
              <a:pPr/>
              <a:t>42</a:t>
            </a:fld>
            <a:endParaRPr lang="en-US"/>
          </a:p>
        </p:txBody>
      </p:sp>
    </p:spTree>
    <p:extLst>
      <p:ext uri="{BB962C8B-B14F-4D97-AF65-F5344CB8AC3E}">
        <p14:creationId xmlns:p14="http://schemas.microsoft.com/office/powerpoint/2010/main" val="26434466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0F025-D845-39FC-1AF7-93166006A5C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31565BE-0E45-1AD6-76E3-49BB9F11557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65703AA-938F-DDB0-9C4E-E9A89002828D}"/>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70822D83-876E-1257-079F-563A1059AD2E}"/>
              </a:ext>
            </a:extLst>
          </p:cNvPr>
          <p:cNvSpPr>
            <a:spLocks noGrp="1"/>
          </p:cNvSpPr>
          <p:nvPr>
            <p:ph type="sldNum" sz="quarter" idx="5"/>
          </p:nvPr>
        </p:nvSpPr>
        <p:spPr/>
        <p:txBody>
          <a:bodyPr/>
          <a:lstStyle/>
          <a:p>
            <a:fld id="{CF541D2A-E99A-2F4F-B8C9-28142709F87F}" type="slidenum">
              <a:rPr lang="en-US" smtClean="0"/>
              <a:pPr/>
              <a:t>43</a:t>
            </a:fld>
            <a:endParaRPr lang="en-US"/>
          </a:p>
        </p:txBody>
      </p:sp>
    </p:spTree>
    <p:extLst>
      <p:ext uri="{BB962C8B-B14F-4D97-AF65-F5344CB8AC3E}">
        <p14:creationId xmlns:p14="http://schemas.microsoft.com/office/powerpoint/2010/main" val="37078675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98BA2-0963-F692-F6E3-90DD38E4466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DBE948-C110-0175-AE22-7EE9ABD7BA8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22A62FE-4832-9546-7B71-4958BE740C8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791217A-895F-F709-D2D5-D4B3CA38DDF6}"/>
              </a:ext>
            </a:extLst>
          </p:cNvPr>
          <p:cNvSpPr>
            <a:spLocks noGrp="1"/>
          </p:cNvSpPr>
          <p:nvPr>
            <p:ph type="sldNum" sz="quarter" idx="5"/>
          </p:nvPr>
        </p:nvSpPr>
        <p:spPr/>
        <p:txBody>
          <a:bodyPr/>
          <a:lstStyle/>
          <a:p>
            <a:fld id="{CF541D2A-E99A-2F4F-B8C9-28142709F87F}" type="slidenum">
              <a:rPr lang="en-US" smtClean="0"/>
              <a:pPr/>
              <a:t>44</a:t>
            </a:fld>
            <a:endParaRPr lang="en-US"/>
          </a:p>
        </p:txBody>
      </p:sp>
    </p:spTree>
    <p:extLst>
      <p:ext uri="{BB962C8B-B14F-4D97-AF65-F5344CB8AC3E}">
        <p14:creationId xmlns:p14="http://schemas.microsoft.com/office/powerpoint/2010/main" val="7611021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E2F39-9D23-6196-001C-117DD6C65CD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EF59035-E95A-BAAC-BA8F-ED5C1CF559C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1B18B34-41BB-2EEE-EB13-92A09A6340D3}"/>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D96F176-1D61-DB6A-09F6-445029C21B4D}"/>
              </a:ext>
            </a:extLst>
          </p:cNvPr>
          <p:cNvSpPr>
            <a:spLocks noGrp="1"/>
          </p:cNvSpPr>
          <p:nvPr>
            <p:ph type="sldNum" sz="quarter" idx="5"/>
          </p:nvPr>
        </p:nvSpPr>
        <p:spPr/>
        <p:txBody>
          <a:bodyPr/>
          <a:lstStyle/>
          <a:p>
            <a:fld id="{CF541D2A-E99A-2F4F-B8C9-28142709F87F}" type="slidenum">
              <a:rPr lang="en-US" smtClean="0"/>
              <a:pPr/>
              <a:t>45</a:t>
            </a:fld>
            <a:endParaRPr lang="en-US"/>
          </a:p>
        </p:txBody>
      </p:sp>
    </p:spTree>
    <p:extLst>
      <p:ext uri="{BB962C8B-B14F-4D97-AF65-F5344CB8AC3E}">
        <p14:creationId xmlns:p14="http://schemas.microsoft.com/office/powerpoint/2010/main" val="27213180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6.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6.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7.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7.xml"/></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20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7.xml"/></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20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7.xml"/></Relationships>
</file>

<file path=ppt/slideLayouts/_rels/slideLayout20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7.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7.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7.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8.xml"/></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8.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8.xml"/></Relationships>
</file>

<file path=ppt/slideLayouts/_rels/slideLayout2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8.xml"/></Relationships>
</file>

<file path=ppt/slideLayouts/_rels/slideLayout21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8.xml"/></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8.xml"/></Relationships>
</file>

<file path=ppt/slideLayouts/_rels/slideLayout21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8.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8.xml"/></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8.xml"/></Relationships>
</file>

<file path=ppt/slideLayouts/_rels/slideLayout22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8.xml"/></Relationships>
</file>

<file path=ppt/slideLayouts/_rels/slideLayout22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8.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8.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8.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8.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8.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8.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8.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8.xml"/></Relationships>
</file>

<file path=ppt/slideLayouts/_rels/slideLayout23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8.xml"/></Relationships>
</file>

<file path=ppt/slideLayouts/_rels/slideLayout23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8.xml"/></Relationships>
</file>

<file path=ppt/slideLayouts/_rels/slideLayout24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8.xml"/></Relationships>
</file>

<file path=ppt/slideLayouts/_rels/slideLayout24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8.xml"/></Relationships>
</file>

<file path=ppt/slideLayouts/_rels/slideLayout24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8.xml"/></Relationships>
</file>

<file path=ppt/slideLayouts/_rels/slideLayout24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8.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9.xml"/></Relationships>
</file>

<file path=ppt/slideLayouts/_rels/slideLayout25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9.xml"/></Relationships>
</file>

<file path=ppt/slideLayouts/_rels/slideLayout25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9.xml"/></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9.xml"/></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9.xml"/></Relationships>
</file>

<file path=ppt/slideLayouts/_rels/slideLayout25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9.xml"/></Relationships>
</file>

<file path=ppt/slideLayouts/_rels/slideLayout25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9.xml"/></Relationships>
</file>

<file path=ppt/slideLayouts/_rels/slideLayout25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9.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9.xml"/></Relationships>
</file>

<file path=ppt/slideLayouts/_rels/slideLayout25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9.xml"/></Relationships>
</file>

<file path=ppt/slideLayouts/_rels/slideLayout26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9.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9.xml"/></Relationships>
</file>

<file path=ppt/slideLayouts/_rels/slideLayout26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9.xml"/></Relationships>
</file>

<file path=ppt/slideLayouts/_rels/slideLayout26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9.xml"/></Relationships>
</file>

<file path=ppt/slideLayouts/_rels/slideLayout26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9.xml"/></Relationships>
</file>

<file path=ppt/slideLayouts/_rels/slideLayout26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9.xml"/></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9.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0.xml"/></Relationships>
</file>

<file path=ppt/slideLayouts/_rels/slideLayout27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0.xml"/></Relationships>
</file>

<file path=ppt/slideLayouts/_rels/slideLayout27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0.xml"/></Relationships>
</file>

<file path=ppt/slideLayouts/_rels/slideLayout27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0.xml"/></Relationships>
</file>

<file path=ppt/slideLayouts/_rels/slideLayout27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0.xml"/></Relationships>
</file>

<file path=ppt/slideLayouts/_rels/slideLayout27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0.xml"/></Relationships>
</file>

<file path=ppt/slideLayouts/_rels/slideLayout27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0.xml"/></Relationships>
</file>

<file path=ppt/slideLayouts/_rels/slideLayout27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0.xml"/></Relationships>
</file>

<file path=ppt/slideLayouts/_rels/slideLayout27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0.xml"/></Relationships>
</file>

<file path=ppt/slideLayouts/_rels/slideLayout27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0.xml"/></Relationships>
</file>

<file path=ppt/slideLayouts/_rels/slideLayout27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0.xml"/></Relationships>
</file>

<file path=ppt/slideLayouts/_rels/slideLayout28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0.xml"/></Relationships>
</file>

<file path=ppt/slideLayouts/_rels/slideLayout28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0.xml"/></Relationships>
</file>

<file path=ppt/slideLayouts/_rels/slideLayout28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0.xml"/></Relationships>
</file>

<file path=ppt/slideLayouts/_rels/slideLayout28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0.xml"/></Relationships>
</file>

<file path=ppt/slideLayouts/_rels/slideLayout28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0.xml"/></Relationships>
</file>

<file path=ppt/slideLayouts/_rels/slideLayout28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0.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714541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662074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887855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84752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57563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217660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85238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99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2869772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027169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40759076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8014559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42043994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13800083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127420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407094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6220635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919084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8683408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9130155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6217230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8243262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2940606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3277762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5762252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229887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9831669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285059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4384643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9876544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2758798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739202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16961797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15-07-2026</a:t>
            </a:fld>
            <a:endParaRPr lang="es-CL"/>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‹Nº›</a:t>
            </a:fld>
            <a:endParaRPr lang="es-CL"/>
          </a:p>
        </p:txBody>
      </p:sp>
    </p:spTree>
    <p:extLst>
      <p:ext uri="{BB962C8B-B14F-4D97-AF65-F5344CB8AC3E}">
        <p14:creationId xmlns:p14="http://schemas.microsoft.com/office/powerpoint/2010/main" val="4691787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2215312942"/>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2529812309"/>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712601189"/>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ub-section Divider">
    <p:bg>
      <p:bgPr>
        <a:solidFill>
          <a:schemeClr val="tx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Sub-section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3335209424"/>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3238620072"/>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451445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2599480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0343872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2994904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5141815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2534519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77555436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87031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6499375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75653687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4929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16937944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3785194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46682084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18848819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7339614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78316136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52320612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124028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42071362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1387679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50455884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27209886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09629623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23480552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83537516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690789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3196340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Tree>
    <p:extLst>
      <p:ext uri="{BB962C8B-B14F-4D97-AF65-F5344CB8AC3E}">
        <p14:creationId xmlns:p14="http://schemas.microsoft.com/office/powerpoint/2010/main" val="366311780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373264954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270109503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396685687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417626293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95699224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0420291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18999982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02822270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8010034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89830485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30027615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34376657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03112977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55681671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5754301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Tree>
    <p:extLst>
      <p:ext uri="{BB962C8B-B14F-4D97-AF65-F5344CB8AC3E}">
        <p14:creationId xmlns:p14="http://schemas.microsoft.com/office/powerpoint/2010/main" val="398038956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9043089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80179323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36624081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93426269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7310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30487453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9113147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72468237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21875235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1646848426"/>
      </p:ext>
    </p:extLst>
  </p:cSld>
  <p:clrMapOvr>
    <a:masterClrMapping/>
  </p:clrMapOvr>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2059274379"/>
      </p:ext>
    </p:extLst>
  </p:cSld>
  <p:clrMapOvr>
    <a:masterClrMapping/>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2894645912"/>
      </p:ext>
    </p:extLst>
  </p:cSld>
  <p:clrMapOvr>
    <a:masterClrMapping/>
  </p:clrMapOvr>
  <p:extLst>
    <p:ext uri="{DCECCB84-F9BA-43D5-87BE-67443E8EF086}">
      <p15:sldGuideLst xmlns:p15="http://schemas.microsoft.com/office/powerpoint/2012/main"/>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21485566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323218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17511761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46347106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35046177"/>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21881283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68341716"/>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012643"/>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181279051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340471833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3662881652"/>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1830648362"/>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545551891"/>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309599341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910958812"/>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656179964"/>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7829614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128509865"/>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38925085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230604812"/>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382793540"/>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80876512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63381970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674200135"/>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Tree>
    <p:extLst>
      <p:ext uri="{BB962C8B-B14F-4D97-AF65-F5344CB8AC3E}">
        <p14:creationId xmlns:p14="http://schemas.microsoft.com/office/powerpoint/2010/main" val="3053663773"/>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87108479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8030867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454720042"/>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699584274"/>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23543355"/>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7492954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5099906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771550926"/>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15-07-2026</a:t>
            </a:fld>
            <a:endParaRPr lang="es-CL"/>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‹Nº›</a:t>
            </a:fld>
            <a:endParaRPr lang="es-CL"/>
          </a:p>
        </p:txBody>
      </p:sp>
    </p:spTree>
    <p:extLst>
      <p:ext uri="{BB962C8B-B14F-4D97-AF65-F5344CB8AC3E}">
        <p14:creationId xmlns:p14="http://schemas.microsoft.com/office/powerpoint/2010/main" val="44151892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4067808216"/>
      </p:ext>
    </p:extLst>
  </p:cSld>
  <p:clrMapOvr>
    <a:masterClrMapping/>
  </p:clrMapOvr>
  <p:extLst>
    <p:ext uri="{DCECCB84-F9BA-43D5-87BE-67443E8EF086}">
      <p15:sldGuideLst xmlns:p15="http://schemas.microsoft.com/office/powerpoint/2012/main"/>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1280794092"/>
      </p:ext>
    </p:extLst>
  </p:cSld>
  <p:clrMapOvr>
    <a:masterClrMapping/>
  </p:clrMapOvr>
  <p:extLst>
    <p:ext uri="{DCECCB84-F9BA-43D5-87BE-67443E8EF086}">
      <p15:sldGuideLst xmlns:p15="http://schemas.microsoft.com/office/powerpoint/2012/main"/>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3268608857"/>
      </p:ext>
    </p:extLst>
  </p:cSld>
  <p:clrMapOvr>
    <a:masterClrMapping/>
  </p:clrMapOvr>
  <p:extLst>
    <p:ext uri="{DCECCB84-F9BA-43D5-87BE-67443E8EF086}">
      <p15:sldGuideLst xmlns:p15="http://schemas.microsoft.com/office/powerpoint/2012/main"/>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4047401999"/>
      </p:ext>
    </p:extLst>
  </p:cSld>
  <p:clrMapOvr>
    <a:masterClrMapping/>
  </p:clrMapOvr>
  <p:extLst>
    <p:ext uri="{DCECCB84-F9BA-43D5-87BE-67443E8EF086}">
      <p15:sldGuideLst xmlns:p15="http://schemas.microsoft.com/office/powerpoint/2012/main"/>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4577719"/>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73797208"/>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504660267"/>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937468827"/>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20238850"/>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43089198"/>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050558820"/>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200317863"/>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823666762"/>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07185332"/>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160918824"/>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3080449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5424084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251787999"/>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28561552"/>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694498551"/>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08823674"/>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10302891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839914"/>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85977163"/>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19731186"/>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84000488"/>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801853537"/>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56263776"/>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542866990"/>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746405632"/>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1640183"/>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317659077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528129979"/>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3074221462"/>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639739975"/>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1643153617"/>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4045425961"/>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70811139"/>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227866117"/>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07596349"/>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226801991"/>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589762393"/>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45104222"/>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230404436"/>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891447193"/>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87664602"/>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173947712"/>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Tree>
    <p:extLst>
      <p:ext uri="{BB962C8B-B14F-4D97-AF65-F5344CB8AC3E}">
        <p14:creationId xmlns:p14="http://schemas.microsoft.com/office/powerpoint/2010/main" val="1812381452"/>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08196359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235226829"/>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174439171"/>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99084955"/>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58093235"/>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695314653"/>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168910998"/>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6515019"/>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15-07-2026</a:t>
            </a:fld>
            <a:endParaRPr lang="es-CL"/>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‹Nº›</a:t>
            </a:fld>
            <a:endParaRPr lang="es-CL"/>
          </a:p>
        </p:txBody>
      </p:sp>
    </p:spTree>
    <p:extLst>
      <p:ext uri="{BB962C8B-B14F-4D97-AF65-F5344CB8AC3E}">
        <p14:creationId xmlns:p14="http://schemas.microsoft.com/office/powerpoint/2010/main" val="1719081499"/>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3733248753"/>
      </p:ext>
    </p:extLst>
  </p:cSld>
  <p:clrMapOvr>
    <a:masterClrMapping/>
  </p:clrMapOvr>
  <p:extLst>
    <p:ext uri="{DCECCB84-F9BA-43D5-87BE-67443E8EF086}">
      <p15:sldGuideLst xmlns:p15="http://schemas.microsoft.com/office/powerpoint/2012/main"/>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648519263"/>
      </p:ext>
    </p:extLst>
  </p:cSld>
  <p:clrMapOvr>
    <a:masterClrMapping/>
  </p:clrMapOvr>
  <p:extLst>
    <p:ext uri="{DCECCB84-F9BA-43D5-87BE-67443E8EF086}">
      <p15:sldGuideLst xmlns:p15="http://schemas.microsoft.com/office/powerpoint/2012/main"/>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1039562268"/>
      </p:ext>
    </p:extLst>
  </p:cSld>
  <p:clrMapOvr>
    <a:masterClrMapping/>
  </p:clrMapOvr>
  <p:extLst>
    <p:ext uri="{DCECCB84-F9BA-43D5-87BE-67443E8EF086}">
      <p15:sldGuideLst xmlns:p15="http://schemas.microsoft.com/office/powerpoint/2012/main"/>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p:cSld name="Sub-section Divider">
    <p:bg>
      <p:bgPr>
        <a:solidFill>
          <a:schemeClr val="tx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Sub-section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1796217882"/>
      </p:ext>
    </p:extLst>
  </p:cSld>
  <p:clrMapOvr>
    <a:masterClrMapping/>
  </p:clrMapOvr>
  <p:extLst>
    <p:ext uri="{DCECCB84-F9BA-43D5-87BE-67443E8EF086}">
      <p15:sldGuideLst xmlns:p15="http://schemas.microsoft.com/office/powerpoint/2012/main"/>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319687709"/>
      </p:ext>
    </p:extLst>
  </p:cSld>
  <p:clrMapOvr>
    <a:masterClrMapping/>
  </p:clrMapOvr>
  <p:extLst>
    <p:ext uri="{DCECCB84-F9BA-43D5-87BE-67443E8EF086}">
      <p15:sldGuideLst xmlns:p15="http://schemas.microsoft.com/office/powerpoint/2012/main"/>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1549452"/>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56660300"/>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566421326"/>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854799634"/>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00574462"/>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729309463"/>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71218441"/>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32383485"/>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744094356"/>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650695615"/>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84874702"/>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550919677"/>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143218123"/>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02294589"/>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65419453"/>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991261504"/>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219142112"/>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959840071"/>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4220776"/>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446694773"/>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91017116"/>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37447216"/>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27834856"/>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79766459"/>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74266506"/>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52734896"/>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73552788"/>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469781278"/>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1624417814"/>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3145428023"/>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217651853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1495213584"/>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3477280156"/>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07465425"/>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42155995"/>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686224174"/>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003123714"/>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235272597"/>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203855574"/>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351430153"/>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262103030"/>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654596226"/>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139921557"/>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Tree>
    <p:extLst>
      <p:ext uri="{BB962C8B-B14F-4D97-AF65-F5344CB8AC3E}">
        <p14:creationId xmlns:p14="http://schemas.microsoft.com/office/powerpoint/2010/main" val="2072714301"/>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886594557"/>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01332628"/>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145450054"/>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250356071"/>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481225360"/>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34550199"/>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749482246"/>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575176885"/>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15-07-2026</a:t>
            </a:fld>
            <a:endParaRPr lang="es-CL"/>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‹Nº›</a:t>
            </a:fld>
            <a:endParaRPr lang="es-CL"/>
          </a:p>
        </p:txBody>
      </p:sp>
    </p:spTree>
    <p:extLst>
      <p:ext uri="{BB962C8B-B14F-4D97-AF65-F5344CB8AC3E}">
        <p14:creationId xmlns:p14="http://schemas.microsoft.com/office/powerpoint/2010/main" val="3796283032"/>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875967101"/>
      </p:ext>
    </p:extLst>
  </p:cSld>
  <p:clrMapOvr>
    <a:masterClrMapping/>
  </p:clrMapOvr>
  <p:extLst>
    <p:ext uri="{DCECCB84-F9BA-43D5-87BE-67443E8EF086}">
      <p15:sldGuideLst xmlns:p15="http://schemas.microsoft.com/office/powerpoint/2012/main"/>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931640681"/>
      </p:ext>
    </p:extLst>
  </p:cSld>
  <p:clrMapOvr>
    <a:masterClrMapping/>
  </p:clrMapOvr>
  <p:extLst>
    <p:ext uri="{DCECCB84-F9BA-43D5-87BE-67443E8EF086}">
      <p15:sldGuideLst xmlns:p15="http://schemas.microsoft.com/office/powerpoint/2012/main"/>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1019483390"/>
      </p:ext>
    </p:extLst>
  </p:cSld>
  <p:clrMapOvr>
    <a:masterClrMapping/>
  </p:clrMapOvr>
  <p:extLst>
    <p:ext uri="{DCECCB84-F9BA-43D5-87BE-67443E8EF086}">
      <p15:sldGuideLst xmlns:p15="http://schemas.microsoft.com/office/powerpoint/2012/main"/>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p:cSld name="Sub-section Divider">
    <p:bg>
      <p:bgPr>
        <a:solidFill>
          <a:schemeClr val="tx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Sub-section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3481035247"/>
      </p:ext>
    </p:extLst>
  </p:cSld>
  <p:clrMapOvr>
    <a:masterClrMapping/>
  </p:clrMapOvr>
  <p:extLst>
    <p:ext uri="{DCECCB84-F9BA-43D5-87BE-67443E8EF086}">
      <p15:sldGuideLst xmlns:p15="http://schemas.microsoft.com/office/powerpoint/2012/main"/>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2024633"/>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92211341"/>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64136168"/>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715705630"/>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675487239"/>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58668062"/>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372928699"/>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445593464"/>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794985278"/>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58563581"/>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234161847"/>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39336612"/>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212158198"/>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535051484"/>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714927770"/>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115014433"/>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50205271"/>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072122781"/>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4511561"/>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3117499"/>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587425263"/>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409006373"/>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136602393"/>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255637417"/>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808176489"/>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792607425"/>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137879603"/>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321485322"/>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001905039"/>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477206154"/>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170964754"/>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298930929"/>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691505153"/>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991852126"/>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645650187"/>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813680187"/>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583561268"/>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3216251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slideLayout" Target="../slideLayouts/slideLayout5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theme" Target="../theme/theme2.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1.xml"/><Relationship Id="rId18" Type="http://schemas.openxmlformats.org/officeDocument/2006/relationships/slideLayout" Target="../slideLayouts/slideLayout76.xml"/><Relationship Id="rId26" Type="http://schemas.openxmlformats.org/officeDocument/2006/relationships/slideLayout" Target="../slideLayouts/slideLayout84.xml"/><Relationship Id="rId39" Type="http://schemas.openxmlformats.org/officeDocument/2006/relationships/image" Target="../media/image1.svg"/><Relationship Id="rId21" Type="http://schemas.openxmlformats.org/officeDocument/2006/relationships/slideLayout" Target="../slideLayouts/slideLayout79.xml"/><Relationship Id="rId34" Type="http://schemas.openxmlformats.org/officeDocument/2006/relationships/slideLayout" Target="../slideLayouts/slideLayout92.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17" Type="http://schemas.openxmlformats.org/officeDocument/2006/relationships/slideLayout" Target="../slideLayouts/slideLayout75.xml"/><Relationship Id="rId25" Type="http://schemas.openxmlformats.org/officeDocument/2006/relationships/slideLayout" Target="../slideLayouts/slideLayout83.xml"/><Relationship Id="rId33" Type="http://schemas.openxmlformats.org/officeDocument/2006/relationships/slideLayout" Target="../slideLayouts/slideLayout91.xml"/><Relationship Id="rId38" Type="http://schemas.openxmlformats.org/officeDocument/2006/relationships/theme" Target="../theme/theme3.xml"/><Relationship Id="rId2" Type="http://schemas.openxmlformats.org/officeDocument/2006/relationships/slideLayout" Target="../slideLayouts/slideLayout60.xml"/><Relationship Id="rId16" Type="http://schemas.openxmlformats.org/officeDocument/2006/relationships/slideLayout" Target="../slideLayouts/slideLayout74.xml"/><Relationship Id="rId20" Type="http://schemas.openxmlformats.org/officeDocument/2006/relationships/slideLayout" Target="../slideLayouts/slideLayout78.xml"/><Relationship Id="rId29" Type="http://schemas.openxmlformats.org/officeDocument/2006/relationships/slideLayout" Target="../slideLayouts/slideLayout87.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24" Type="http://schemas.openxmlformats.org/officeDocument/2006/relationships/slideLayout" Target="../slideLayouts/slideLayout82.xml"/><Relationship Id="rId32" Type="http://schemas.openxmlformats.org/officeDocument/2006/relationships/slideLayout" Target="../slideLayouts/slideLayout90.xml"/><Relationship Id="rId37" Type="http://schemas.openxmlformats.org/officeDocument/2006/relationships/slideLayout" Target="../slideLayouts/slideLayout95.xml"/><Relationship Id="rId5" Type="http://schemas.openxmlformats.org/officeDocument/2006/relationships/slideLayout" Target="../slideLayouts/slideLayout63.xml"/><Relationship Id="rId15" Type="http://schemas.openxmlformats.org/officeDocument/2006/relationships/slideLayout" Target="../slideLayouts/slideLayout73.xml"/><Relationship Id="rId23" Type="http://schemas.openxmlformats.org/officeDocument/2006/relationships/slideLayout" Target="../slideLayouts/slideLayout81.xml"/><Relationship Id="rId28" Type="http://schemas.openxmlformats.org/officeDocument/2006/relationships/slideLayout" Target="../slideLayouts/slideLayout86.xml"/><Relationship Id="rId36" Type="http://schemas.openxmlformats.org/officeDocument/2006/relationships/slideLayout" Target="../slideLayouts/slideLayout94.xml"/><Relationship Id="rId10" Type="http://schemas.openxmlformats.org/officeDocument/2006/relationships/slideLayout" Target="../slideLayouts/slideLayout68.xml"/><Relationship Id="rId19" Type="http://schemas.openxmlformats.org/officeDocument/2006/relationships/slideLayout" Target="../slideLayouts/slideLayout77.xml"/><Relationship Id="rId31" Type="http://schemas.openxmlformats.org/officeDocument/2006/relationships/slideLayout" Target="../slideLayouts/slideLayout89.xml"/><Relationship Id="rId4" Type="http://schemas.openxmlformats.org/officeDocument/2006/relationships/slideLayout" Target="../slideLayouts/slideLayout62.xml"/><Relationship Id="rId9" Type="http://schemas.openxmlformats.org/officeDocument/2006/relationships/slideLayout" Target="../slideLayouts/slideLayout67.xml"/><Relationship Id="rId14" Type="http://schemas.openxmlformats.org/officeDocument/2006/relationships/slideLayout" Target="../slideLayouts/slideLayout72.xml"/><Relationship Id="rId22" Type="http://schemas.openxmlformats.org/officeDocument/2006/relationships/slideLayout" Target="../slideLayouts/slideLayout80.xml"/><Relationship Id="rId27" Type="http://schemas.openxmlformats.org/officeDocument/2006/relationships/slideLayout" Target="../slideLayouts/slideLayout85.xml"/><Relationship Id="rId30" Type="http://schemas.openxmlformats.org/officeDocument/2006/relationships/slideLayout" Target="../slideLayouts/slideLayout88.xml"/><Relationship Id="rId35" Type="http://schemas.openxmlformats.org/officeDocument/2006/relationships/slideLayout" Target="../slideLayouts/slideLayout93.xml"/><Relationship Id="rId8" Type="http://schemas.openxmlformats.org/officeDocument/2006/relationships/slideLayout" Target="../slideLayouts/slideLayout66.xml"/><Relationship Id="rId3" Type="http://schemas.openxmlformats.org/officeDocument/2006/relationships/slideLayout" Target="../slideLayouts/slideLayout61.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08.xml"/><Relationship Id="rId18" Type="http://schemas.openxmlformats.org/officeDocument/2006/relationships/slideLayout" Target="../slideLayouts/slideLayout113.xml"/><Relationship Id="rId26" Type="http://schemas.openxmlformats.org/officeDocument/2006/relationships/slideLayout" Target="../slideLayouts/slideLayout121.xml"/><Relationship Id="rId39" Type="http://schemas.openxmlformats.org/officeDocument/2006/relationships/theme" Target="../theme/theme4.xml"/><Relationship Id="rId21" Type="http://schemas.openxmlformats.org/officeDocument/2006/relationships/slideLayout" Target="../slideLayouts/slideLayout116.xml"/><Relationship Id="rId34" Type="http://schemas.openxmlformats.org/officeDocument/2006/relationships/slideLayout" Target="../slideLayouts/slideLayout129.xml"/><Relationship Id="rId7" Type="http://schemas.openxmlformats.org/officeDocument/2006/relationships/slideLayout" Target="../slideLayouts/slideLayout102.xml"/><Relationship Id="rId12" Type="http://schemas.openxmlformats.org/officeDocument/2006/relationships/slideLayout" Target="../slideLayouts/slideLayout107.xml"/><Relationship Id="rId17" Type="http://schemas.openxmlformats.org/officeDocument/2006/relationships/slideLayout" Target="../slideLayouts/slideLayout112.xml"/><Relationship Id="rId25" Type="http://schemas.openxmlformats.org/officeDocument/2006/relationships/slideLayout" Target="../slideLayouts/slideLayout120.xml"/><Relationship Id="rId33" Type="http://schemas.openxmlformats.org/officeDocument/2006/relationships/slideLayout" Target="../slideLayouts/slideLayout128.xml"/><Relationship Id="rId38" Type="http://schemas.openxmlformats.org/officeDocument/2006/relationships/slideLayout" Target="../slideLayouts/slideLayout133.xml"/><Relationship Id="rId2" Type="http://schemas.openxmlformats.org/officeDocument/2006/relationships/slideLayout" Target="../slideLayouts/slideLayout97.xml"/><Relationship Id="rId16" Type="http://schemas.openxmlformats.org/officeDocument/2006/relationships/slideLayout" Target="../slideLayouts/slideLayout111.xml"/><Relationship Id="rId20" Type="http://schemas.openxmlformats.org/officeDocument/2006/relationships/slideLayout" Target="../slideLayouts/slideLayout115.xml"/><Relationship Id="rId29" Type="http://schemas.openxmlformats.org/officeDocument/2006/relationships/slideLayout" Target="../slideLayouts/slideLayout124.xml"/><Relationship Id="rId1" Type="http://schemas.openxmlformats.org/officeDocument/2006/relationships/slideLayout" Target="../slideLayouts/slideLayout96.xml"/><Relationship Id="rId6" Type="http://schemas.openxmlformats.org/officeDocument/2006/relationships/slideLayout" Target="../slideLayouts/slideLayout101.xml"/><Relationship Id="rId11" Type="http://schemas.openxmlformats.org/officeDocument/2006/relationships/slideLayout" Target="../slideLayouts/slideLayout106.xml"/><Relationship Id="rId24" Type="http://schemas.openxmlformats.org/officeDocument/2006/relationships/slideLayout" Target="../slideLayouts/slideLayout119.xml"/><Relationship Id="rId32" Type="http://schemas.openxmlformats.org/officeDocument/2006/relationships/slideLayout" Target="../slideLayouts/slideLayout127.xml"/><Relationship Id="rId37" Type="http://schemas.openxmlformats.org/officeDocument/2006/relationships/slideLayout" Target="../slideLayouts/slideLayout132.xml"/><Relationship Id="rId40" Type="http://schemas.openxmlformats.org/officeDocument/2006/relationships/image" Target="../media/image1.svg"/><Relationship Id="rId5" Type="http://schemas.openxmlformats.org/officeDocument/2006/relationships/slideLayout" Target="../slideLayouts/slideLayout100.xml"/><Relationship Id="rId15" Type="http://schemas.openxmlformats.org/officeDocument/2006/relationships/slideLayout" Target="../slideLayouts/slideLayout110.xml"/><Relationship Id="rId23" Type="http://schemas.openxmlformats.org/officeDocument/2006/relationships/slideLayout" Target="../slideLayouts/slideLayout118.xml"/><Relationship Id="rId28" Type="http://schemas.openxmlformats.org/officeDocument/2006/relationships/slideLayout" Target="../slideLayouts/slideLayout123.xml"/><Relationship Id="rId36" Type="http://schemas.openxmlformats.org/officeDocument/2006/relationships/slideLayout" Target="../slideLayouts/slideLayout131.xml"/><Relationship Id="rId10" Type="http://schemas.openxmlformats.org/officeDocument/2006/relationships/slideLayout" Target="../slideLayouts/slideLayout105.xml"/><Relationship Id="rId19" Type="http://schemas.openxmlformats.org/officeDocument/2006/relationships/slideLayout" Target="../slideLayouts/slideLayout114.xml"/><Relationship Id="rId31" Type="http://schemas.openxmlformats.org/officeDocument/2006/relationships/slideLayout" Target="../slideLayouts/slideLayout126.xml"/><Relationship Id="rId4" Type="http://schemas.openxmlformats.org/officeDocument/2006/relationships/slideLayout" Target="../slideLayouts/slideLayout99.xml"/><Relationship Id="rId9" Type="http://schemas.openxmlformats.org/officeDocument/2006/relationships/slideLayout" Target="../slideLayouts/slideLayout104.xml"/><Relationship Id="rId14" Type="http://schemas.openxmlformats.org/officeDocument/2006/relationships/slideLayout" Target="../slideLayouts/slideLayout109.xml"/><Relationship Id="rId22" Type="http://schemas.openxmlformats.org/officeDocument/2006/relationships/slideLayout" Target="../slideLayouts/slideLayout117.xml"/><Relationship Id="rId27" Type="http://schemas.openxmlformats.org/officeDocument/2006/relationships/slideLayout" Target="../slideLayouts/slideLayout122.xml"/><Relationship Id="rId30" Type="http://schemas.openxmlformats.org/officeDocument/2006/relationships/slideLayout" Target="../slideLayouts/slideLayout125.xml"/><Relationship Id="rId35" Type="http://schemas.openxmlformats.org/officeDocument/2006/relationships/slideLayout" Target="../slideLayouts/slideLayout130.xml"/><Relationship Id="rId8" Type="http://schemas.openxmlformats.org/officeDocument/2006/relationships/slideLayout" Target="../slideLayouts/slideLayout103.xml"/><Relationship Id="rId3" Type="http://schemas.openxmlformats.org/officeDocument/2006/relationships/slideLayout" Target="../slideLayouts/slideLayout9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41.xml"/><Relationship Id="rId13" Type="http://schemas.openxmlformats.org/officeDocument/2006/relationships/slideLayout" Target="../slideLayouts/slideLayout146.xml"/><Relationship Id="rId18" Type="http://schemas.openxmlformats.org/officeDocument/2006/relationships/slideLayout" Target="../slideLayouts/slideLayout151.xml"/><Relationship Id="rId3" Type="http://schemas.openxmlformats.org/officeDocument/2006/relationships/slideLayout" Target="../slideLayouts/slideLayout136.xml"/><Relationship Id="rId7" Type="http://schemas.openxmlformats.org/officeDocument/2006/relationships/slideLayout" Target="../slideLayouts/slideLayout140.xml"/><Relationship Id="rId12" Type="http://schemas.openxmlformats.org/officeDocument/2006/relationships/slideLayout" Target="../slideLayouts/slideLayout145.xml"/><Relationship Id="rId17" Type="http://schemas.openxmlformats.org/officeDocument/2006/relationships/slideLayout" Target="../slideLayouts/slideLayout150.xml"/><Relationship Id="rId2" Type="http://schemas.openxmlformats.org/officeDocument/2006/relationships/slideLayout" Target="../slideLayouts/slideLayout135.xml"/><Relationship Id="rId16" Type="http://schemas.openxmlformats.org/officeDocument/2006/relationships/slideLayout" Target="../slideLayouts/slideLayout149.xml"/><Relationship Id="rId20" Type="http://schemas.openxmlformats.org/officeDocument/2006/relationships/theme" Target="../theme/theme5.xml"/><Relationship Id="rId1" Type="http://schemas.openxmlformats.org/officeDocument/2006/relationships/slideLayout" Target="../slideLayouts/slideLayout134.xml"/><Relationship Id="rId6" Type="http://schemas.openxmlformats.org/officeDocument/2006/relationships/slideLayout" Target="../slideLayouts/slideLayout139.xml"/><Relationship Id="rId11" Type="http://schemas.openxmlformats.org/officeDocument/2006/relationships/slideLayout" Target="../slideLayouts/slideLayout144.xml"/><Relationship Id="rId5" Type="http://schemas.openxmlformats.org/officeDocument/2006/relationships/slideLayout" Target="../slideLayouts/slideLayout138.xml"/><Relationship Id="rId15" Type="http://schemas.openxmlformats.org/officeDocument/2006/relationships/slideLayout" Target="../slideLayouts/slideLayout148.xml"/><Relationship Id="rId10" Type="http://schemas.openxmlformats.org/officeDocument/2006/relationships/slideLayout" Target="../slideLayouts/slideLayout143.xml"/><Relationship Id="rId19" Type="http://schemas.openxmlformats.org/officeDocument/2006/relationships/slideLayout" Target="../slideLayouts/slideLayout152.xml"/><Relationship Id="rId4" Type="http://schemas.openxmlformats.org/officeDocument/2006/relationships/slideLayout" Target="../slideLayouts/slideLayout137.xml"/><Relationship Id="rId9" Type="http://schemas.openxmlformats.org/officeDocument/2006/relationships/slideLayout" Target="../slideLayouts/slideLayout142.xml"/><Relationship Id="rId14" Type="http://schemas.openxmlformats.org/officeDocument/2006/relationships/slideLayout" Target="../slideLayouts/slideLayout147.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65.xml"/><Relationship Id="rId18" Type="http://schemas.openxmlformats.org/officeDocument/2006/relationships/slideLayout" Target="../slideLayouts/slideLayout170.xml"/><Relationship Id="rId26" Type="http://schemas.openxmlformats.org/officeDocument/2006/relationships/slideLayout" Target="../slideLayouts/slideLayout178.xml"/><Relationship Id="rId39" Type="http://schemas.openxmlformats.org/officeDocument/2006/relationships/slideLayout" Target="../slideLayouts/slideLayout191.xml"/><Relationship Id="rId21" Type="http://schemas.openxmlformats.org/officeDocument/2006/relationships/slideLayout" Target="../slideLayouts/slideLayout173.xml"/><Relationship Id="rId34" Type="http://schemas.openxmlformats.org/officeDocument/2006/relationships/slideLayout" Target="../slideLayouts/slideLayout186.xml"/><Relationship Id="rId7" Type="http://schemas.openxmlformats.org/officeDocument/2006/relationships/slideLayout" Target="../slideLayouts/slideLayout159.xml"/><Relationship Id="rId2" Type="http://schemas.openxmlformats.org/officeDocument/2006/relationships/slideLayout" Target="../slideLayouts/slideLayout154.xml"/><Relationship Id="rId16" Type="http://schemas.openxmlformats.org/officeDocument/2006/relationships/slideLayout" Target="../slideLayouts/slideLayout168.xml"/><Relationship Id="rId20" Type="http://schemas.openxmlformats.org/officeDocument/2006/relationships/slideLayout" Target="../slideLayouts/slideLayout172.xml"/><Relationship Id="rId29" Type="http://schemas.openxmlformats.org/officeDocument/2006/relationships/slideLayout" Target="../slideLayouts/slideLayout181.xml"/><Relationship Id="rId41" Type="http://schemas.openxmlformats.org/officeDocument/2006/relationships/image" Target="../media/image1.svg"/><Relationship Id="rId1" Type="http://schemas.openxmlformats.org/officeDocument/2006/relationships/slideLayout" Target="../slideLayouts/slideLayout153.xml"/><Relationship Id="rId6" Type="http://schemas.openxmlformats.org/officeDocument/2006/relationships/slideLayout" Target="../slideLayouts/slideLayout158.xml"/><Relationship Id="rId11" Type="http://schemas.openxmlformats.org/officeDocument/2006/relationships/slideLayout" Target="../slideLayouts/slideLayout163.xml"/><Relationship Id="rId24" Type="http://schemas.openxmlformats.org/officeDocument/2006/relationships/slideLayout" Target="../slideLayouts/slideLayout176.xml"/><Relationship Id="rId32" Type="http://schemas.openxmlformats.org/officeDocument/2006/relationships/slideLayout" Target="../slideLayouts/slideLayout184.xml"/><Relationship Id="rId37" Type="http://schemas.openxmlformats.org/officeDocument/2006/relationships/slideLayout" Target="../slideLayouts/slideLayout189.xml"/><Relationship Id="rId40" Type="http://schemas.openxmlformats.org/officeDocument/2006/relationships/theme" Target="../theme/theme6.xml"/><Relationship Id="rId5" Type="http://schemas.openxmlformats.org/officeDocument/2006/relationships/slideLayout" Target="../slideLayouts/slideLayout157.xml"/><Relationship Id="rId15" Type="http://schemas.openxmlformats.org/officeDocument/2006/relationships/slideLayout" Target="../slideLayouts/slideLayout167.xml"/><Relationship Id="rId23" Type="http://schemas.openxmlformats.org/officeDocument/2006/relationships/slideLayout" Target="../slideLayouts/slideLayout175.xml"/><Relationship Id="rId28" Type="http://schemas.openxmlformats.org/officeDocument/2006/relationships/slideLayout" Target="../slideLayouts/slideLayout180.xml"/><Relationship Id="rId36" Type="http://schemas.openxmlformats.org/officeDocument/2006/relationships/slideLayout" Target="../slideLayouts/slideLayout188.xml"/><Relationship Id="rId10" Type="http://schemas.openxmlformats.org/officeDocument/2006/relationships/slideLayout" Target="../slideLayouts/slideLayout162.xml"/><Relationship Id="rId19" Type="http://schemas.openxmlformats.org/officeDocument/2006/relationships/slideLayout" Target="../slideLayouts/slideLayout171.xml"/><Relationship Id="rId31" Type="http://schemas.openxmlformats.org/officeDocument/2006/relationships/slideLayout" Target="../slideLayouts/slideLayout183.xml"/><Relationship Id="rId4" Type="http://schemas.openxmlformats.org/officeDocument/2006/relationships/slideLayout" Target="../slideLayouts/slideLayout156.xml"/><Relationship Id="rId9" Type="http://schemas.openxmlformats.org/officeDocument/2006/relationships/slideLayout" Target="../slideLayouts/slideLayout161.xml"/><Relationship Id="rId14" Type="http://schemas.openxmlformats.org/officeDocument/2006/relationships/slideLayout" Target="../slideLayouts/slideLayout166.xml"/><Relationship Id="rId22" Type="http://schemas.openxmlformats.org/officeDocument/2006/relationships/slideLayout" Target="../slideLayouts/slideLayout174.xml"/><Relationship Id="rId27" Type="http://schemas.openxmlformats.org/officeDocument/2006/relationships/slideLayout" Target="../slideLayouts/slideLayout179.xml"/><Relationship Id="rId30" Type="http://schemas.openxmlformats.org/officeDocument/2006/relationships/slideLayout" Target="../slideLayouts/slideLayout182.xml"/><Relationship Id="rId35" Type="http://schemas.openxmlformats.org/officeDocument/2006/relationships/slideLayout" Target="../slideLayouts/slideLayout187.xml"/><Relationship Id="rId8" Type="http://schemas.openxmlformats.org/officeDocument/2006/relationships/slideLayout" Target="../slideLayouts/slideLayout160.xml"/><Relationship Id="rId3" Type="http://schemas.openxmlformats.org/officeDocument/2006/relationships/slideLayout" Target="../slideLayouts/slideLayout155.xml"/><Relationship Id="rId12" Type="http://schemas.openxmlformats.org/officeDocument/2006/relationships/slideLayout" Target="../slideLayouts/slideLayout164.xml"/><Relationship Id="rId17" Type="http://schemas.openxmlformats.org/officeDocument/2006/relationships/slideLayout" Target="../slideLayouts/slideLayout169.xml"/><Relationship Id="rId25" Type="http://schemas.openxmlformats.org/officeDocument/2006/relationships/slideLayout" Target="../slideLayouts/slideLayout177.xml"/><Relationship Id="rId33" Type="http://schemas.openxmlformats.org/officeDocument/2006/relationships/slideLayout" Target="../slideLayouts/slideLayout185.xml"/><Relationship Id="rId38" Type="http://schemas.openxmlformats.org/officeDocument/2006/relationships/slideLayout" Target="../slideLayouts/slideLayout190.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99.xml"/><Relationship Id="rId13" Type="http://schemas.openxmlformats.org/officeDocument/2006/relationships/slideLayout" Target="../slideLayouts/slideLayout204.xml"/><Relationship Id="rId18" Type="http://schemas.openxmlformats.org/officeDocument/2006/relationships/slideLayout" Target="../slideLayouts/slideLayout209.xml"/><Relationship Id="rId3" Type="http://schemas.openxmlformats.org/officeDocument/2006/relationships/slideLayout" Target="../slideLayouts/slideLayout194.xml"/><Relationship Id="rId7" Type="http://schemas.openxmlformats.org/officeDocument/2006/relationships/slideLayout" Target="../slideLayouts/slideLayout198.xml"/><Relationship Id="rId12" Type="http://schemas.openxmlformats.org/officeDocument/2006/relationships/slideLayout" Target="../slideLayouts/slideLayout203.xml"/><Relationship Id="rId17" Type="http://schemas.openxmlformats.org/officeDocument/2006/relationships/slideLayout" Target="../slideLayouts/slideLayout208.xml"/><Relationship Id="rId2" Type="http://schemas.openxmlformats.org/officeDocument/2006/relationships/slideLayout" Target="../slideLayouts/slideLayout193.xml"/><Relationship Id="rId16" Type="http://schemas.openxmlformats.org/officeDocument/2006/relationships/slideLayout" Target="../slideLayouts/slideLayout207.xml"/><Relationship Id="rId20" Type="http://schemas.openxmlformats.org/officeDocument/2006/relationships/theme" Target="../theme/theme7.xml"/><Relationship Id="rId1" Type="http://schemas.openxmlformats.org/officeDocument/2006/relationships/slideLayout" Target="../slideLayouts/slideLayout192.xml"/><Relationship Id="rId6" Type="http://schemas.openxmlformats.org/officeDocument/2006/relationships/slideLayout" Target="../slideLayouts/slideLayout197.xml"/><Relationship Id="rId11" Type="http://schemas.openxmlformats.org/officeDocument/2006/relationships/slideLayout" Target="../slideLayouts/slideLayout202.xml"/><Relationship Id="rId5" Type="http://schemas.openxmlformats.org/officeDocument/2006/relationships/slideLayout" Target="../slideLayouts/slideLayout196.xml"/><Relationship Id="rId15" Type="http://schemas.openxmlformats.org/officeDocument/2006/relationships/slideLayout" Target="../slideLayouts/slideLayout206.xml"/><Relationship Id="rId10" Type="http://schemas.openxmlformats.org/officeDocument/2006/relationships/slideLayout" Target="../slideLayouts/slideLayout201.xml"/><Relationship Id="rId19" Type="http://schemas.openxmlformats.org/officeDocument/2006/relationships/slideLayout" Target="../slideLayouts/slideLayout210.xml"/><Relationship Id="rId4" Type="http://schemas.openxmlformats.org/officeDocument/2006/relationships/slideLayout" Target="../slideLayouts/slideLayout195.xml"/><Relationship Id="rId9" Type="http://schemas.openxmlformats.org/officeDocument/2006/relationships/slideLayout" Target="../slideLayouts/slideLayout200.xml"/><Relationship Id="rId14" Type="http://schemas.openxmlformats.org/officeDocument/2006/relationships/slideLayout" Target="../slideLayouts/slideLayout205.xml"/></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223.xml"/><Relationship Id="rId18" Type="http://schemas.openxmlformats.org/officeDocument/2006/relationships/slideLayout" Target="../slideLayouts/slideLayout228.xml"/><Relationship Id="rId26" Type="http://schemas.openxmlformats.org/officeDocument/2006/relationships/slideLayout" Target="../slideLayouts/slideLayout236.xml"/><Relationship Id="rId39" Type="http://schemas.openxmlformats.org/officeDocument/2006/relationships/theme" Target="../theme/theme8.xml"/><Relationship Id="rId21" Type="http://schemas.openxmlformats.org/officeDocument/2006/relationships/slideLayout" Target="../slideLayouts/slideLayout231.xml"/><Relationship Id="rId34" Type="http://schemas.openxmlformats.org/officeDocument/2006/relationships/slideLayout" Target="../slideLayouts/slideLayout244.xml"/><Relationship Id="rId7" Type="http://schemas.openxmlformats.org/officeDocument/2006/relationships/slideLayout" Target="../slideLayouts/slideLayout217.xml"/><Relationship Id="rId12" Type="http://schemas.openxmlformats.org/officeDocument/2006/relationships/slideLayout" Target="../slideLayouts/slideLayout222.xml"/><Relationship Id="rId17" Type="http://schemas.openxmlformats.org/officeDocument/2006/relationships/slideLayout" Target="../slideLayouts/slideLayout227.xml"/><Relationship Id="rId25" Type="http://schemas.openxmlformats.org/officeDocument/2006/relationships/slideLayout" Target="../slideLayouts/slideLayout235.xml"/><Relationship Id="rId33" Type="http://schemas.openxmlformats.org/officeDocument/2006/relationships/slideLayout" Target="../slideLayouts/slideLayout243.xml"/><Relationship Id="rId38" Type="http://schemas.openxmlformats.org/officeDocument/2006/relationships/slideLayout" Target="../slideLayouts/slideLayout248.xml"/><Relationship Id="rId2" Type="http://schemas.openxmlformats.org/officeDocument/2006/relationships/slideLayout" Target="../slideLayouts/slideLayout212.xml"/><Relationship Id="rId16" Type="http://schemas.openxmlformats.org/officeDocument/2006/relationships/slideLayout" Target="../slideLayouts/slideLayout226.xml"/><Relationship Id="rId20" Type="http://schemas.openxmlformats.org/officeDocument/2006/relationships/slideLayout" Target="../slideLayouts/slideLayout230.xml"/><Relationship Id="rId29" Type="http://schemas.openxmlformats.org/officeDocument/2006/relationships/slideLayout" Target="../slideLayouts/slideLayout239.xml"/><Relationship Id="rId1" Type="http://schemas.openxmlformats.org/officeDocument/2006/relationships/slideLayout" Target="../slideLayouts/slideLayout211.xml"/><Relationship Id="rId6" Type="http://schemas.openxmlformats.org/officeDocument/2006/relationships/slideLayout" Target="../slideLayouts/slideLayout216.xml"/><Relationship Id="rId11" Type="http://schemas.openxmlformats.org/officeDocument/2006/relationships/slideLayout" Target="../slideLayouts/slideLayout221.xml"/><Relationship Id="rId24" Type="http://schemas.openxmlformats.org/officeDocument/2006/relationships/slideLayout" Target="../slideLayouts/slideLayout234.xml"/><Relationship Id="rId32" Type="http://schemas.openxmlformats.org/officeDocument/2006/relationships/slideLayout" Target="../slideLayouts/slideLayout242.xml"/><Relationship Id="rId37" Type="http://schemas.openxmlformats.org/officeDocument/2006/relationships/slideLayout" Target="../slideLayouts/slideLayout247.xml"/><Relationship Id="rId40" Type="http://schemas.openxmlformats.org/officeDocument/2006/relationships/image" Target="../media/image1.svg"/><Relationship Id="rId5" Type="http://schemas.openxmlformats.org/officeDocument/2006/relationships/slideLayout" Target="../slideLayouts/slideLayout215.xml"/><Relationship Id="rId15" Type="http://schemas.openxmlformats.org/officeDocument/2006/relationships/slideLayout" Target="../slideLayouts/slideLayout225.xml"/><Relationship Id="rId23" Type="http://schemas.openxmlformats.org/officeDocument/2006/relationships/slideLayout" Target="../slideLayouts/slideLayout233.xml"/><Relationship Id="rId28" Type="http://schemas.openxmlformats.org/officeDocument/2006/relationships/slideLayout" Target="../slideLayouts/slideLayout238.xml"/><Relationship Id="rId36" Type="http://schemas.openxmlformats.org/officeDocument/2006/relationships/slideLayout" Target="../slideLayouts/slideLayout246.xml"/><Relationship Id="rId10" Type="http://schemas.openxmlformats.org/officeDocument/2006/relationships/slideLayout" Target="../slideLayouts/slideLayout220.xml"/><Relationship Id="rId19" Type="http://schemas.openxmlformats.org/officeDocument/2006/relationships/slideLayout" Target="../slideLayouts/slideLayout229.xml"/><Relationship Id="rId31" Type="http://schemas.openxmlformats.org/officeDocument/2006/relationships/slideLayout" Target="../slideLayouts/slideLayout241.xml"/><Relationship Id="rId4" Type="http://schemas.openxmlformats.org/officeDocument/2006/relationships/slideLayout" Target="../slideLayouts/slideLayout214.xml"/><Relationship Id="rId9" Type="http://schemas.openxmlformats.org/officeDocument/2006/relationships/slideLayout" Target="../slideLayouts/slideLayout219.xml"/><Relationship Id="rId14" Type="http://schemas.openxmlformats.org/officeDocument/2006/relationships/slideLayout" Target="../slideLayouts/slideLayout224.xml"/><Relationship Id="rId22" Type="http://schemas.openxmlformats.org/officeDocument/2006/relationships/slideLayout" Target="../slideLayouts/slideLayout232.xml"/><Relationship Id="rId27" Type="http://schemas.openxmlformats.org/officeDocument/2006/relationships/slideLayout" Target="../slideLayouts/slideLayout237.xml"/><Relationship Id="rId30" Type="http://schemas.openxmlformats.org/officeDocument/2006/relationships/slideLayout" Target="../slideLayouts/slideLayout240.xml"/><Relationship Id="rId35" Type="http://schemas.openxmlformats.org/officeDocument/2006/relationships/slideLayout" Target="../slideLayouts/slideLayout245.xml"/><Relationship Id="rId8" Type="http://schemas.openxmlformats.org/officeDocument/2006/relationships/slideLayout" Target="../slideLayouts/slideLayout218.xml"/><Relationship Id="rId3" Type="http://schemas.openxmlformats.org/officeDocument/2006/relationships/slideLayout" Target="../slideLayouts/slideLayout213.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256.xml"/><Relationship Id="rId13" Type="http://schemas.openxmlformats.org/officeDocument/2006/relationships/slideLayout" Target="../slideLayouts/slideLayout261.xml"/><Relationship Id="rId18" Type="http://schemas.openxmlformats.org/officeDocument/2006/relationships/slideLayout" Target="../slideLayouts/slideLayout266.xml"/><Relationship Id="rId3" Type="http://schemas.openxmlformats.org/officeDocument/2006/relationships/slideLayout" Target="../slideLayouts/slideLayout251.xml"/><Relationship Id="rId7" Type="http://schemas.openxmlformats.org/officeDocument/2006/relationships/slideLayout" Target="../slideLayouts/slideLayout255.xml"/><Relationship Id="rId12" Type="http://schemas.openxmlformats.org/officeDocument/2006/relationships/slideLayout" Target="../slideLayouts/slideLayout260.xml"/><Relationship Id="rId17" Type="http://schemas.openxmlformats.org/officeDocument/2006/relationships/slideLayout" Target="../slideLayouts/slideLayout265.xml"/><Relationship Id="rId2" Type="http://schemas.openxmlformats.org/officeDocument/2006/relationships/slideLayout" Target="../slideLayouts/slideLayout250.xml"/><Relationship Id="rId16" Type="http://schemas.openxmlformats.org/officeDocument/2006/relationships/slideLayout" Target="../slideLayouts/slideLayout264.xml"/><Relationship Id="rId20" Type="http://schemas.openxmlformats.org/officeDocument/2006/relationships/theme" Target="../theme/theme9.xml"/><Relationship Id="rId1" Type="http://schemas.openxmlformats.org/officeDocument/2006/relationships/slideLayout" Target="../slideLayouts/slideLayout249.xml"/><Relationship Id="rId6" Type="http://schemas.openxmlformats.org/officeDocument/2006/relationships/slideLayout" Target="../slideLayouts/slideLayout254.xml"/><Relationship Id="rId11" Type="http://schemas.openxmlformats.org/officeDocument/2006/relationships/slideLayout" Target="../slideLayouts/slideLayout259.xml"/><Relationship Id="rId5" Type="http://schemas.openxmlformats.org/officeDocument/2006/relationships/slideLayout" Target="../slideLayouts/slideLayout253.xml"/><Relationship Id="rId15" Type="http://schemas.openxmlformats.org/officeDocument/2006/relationships/slideLayout" Target="../slideLayouts/slideLayout263.xml"/><Relationship Id="rId10" Type="http://schemas.openxmlformats.org/officeDocument/2006/relationships/slideLayout" Target="../slideLayouts/slideLayout258.xml"/><Relationship Id="rId19" Type="http://schemas.openxmlformats.org/officeDocument/2006/relationships/slideLayout" Target="../slideLayouts/slideLayout267.xml"/><Relationship Id="rId4" Type="http://schemas.openxmlformats.org/officeDocument/2006/relationships/slideLayout" Target="../slideLayouts/slideLayout252.xml"/><Relationship Id="rId9" Type="http://schemas.openxmlformats.org/officeDocument/2006/relationships/slideLayout" Target="../slideLayouts/slideLayout257.xml"/><Relationship Id="rId14" Type="http://schemas.openxmlformats.org/officeDocument/2006/relationships/slideLayout" Target="../slideLayouts/slideLayout262.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275.xml"/><Relationship Id="rId13" Type="http://schemas.openxmlformats.org/officeDocument/2006/relationships/slideLayout" Target="../slideLayouts/slideLayout280.xml"/><Relationship Id="rId18" Type="http://schemas.openxmlformats.org/officeDocument/2006/relationships/slideLayout" Target="../slideLayouts/slideLayout285.xml"/><Relationship Id="rId3" Type="http://schemas.openxmlformats.org/officeDocument/2006/relationships/slideLayout" Target="../slideLayouts/slideLayout270.xml"/><Relationship Id="rId7" Type="http://schemas.openxmlformats.org/officeDocument/2006/relationships/slideLayout" Target="../slideLayouts/slideLayout274.xml"/><Relationship Id="rId12" Type="http://schemas.openxmlformats.org/officeDocument/2006/relationships/slideLayout" Target="../slideLayouts/slideLayout279.xml"/><Relationship Id="rId17" Type="http://schemas.openxmlformats.org/officeDocument/2006/relationships/slideLayout" Target="../slideLayouts/slideLayout284.xml"/><Relationship Id="rId2" Type="http://schemas.openxmlformats.org/officeDocument/2006/relationships/slideLayout" Target="../slideLayouts/slideLayout269.xml"/><Relationship Id="rId16" Type="http://schemas.openxmlformats.org/officeDocument/2006/relationships/slideLayout" Target="../slideLayouts/slideLayout283.xml"/><Relationship Id="rId20" Type="http://schemas.openxmlformats.org/officeDocument/2006/relationships/theme" Target="../theme/theme10.xml"/><Relationship Id="rId1" Type="http://schemas.openxmlformats.org/officeDocument/2006/relationships/slideLayout" Target="../slideLayouts/slideLayout268.xml"/><Relationship Id="rId6" Type="http://schemas.openxmlformats.org/officeDocument/2006/relationships/slideLayout" Target="../slideLayouts/slideLayout273.xml"/><Relationship Id="rId11" Type="http://schemas.openxmlformats.org/officeDocument/2006/relationships/slideLayout" Target="../slideLayouts/slideLayout278.xml"/><Relationship Id="rId5" Type="http://schemas.openxmlformats.org/officeDocument/2006/relationships/slideLayout" Target="../slideLayouts/slideLayout272.xml"/><Relationship Id="rId15" Type="http://schemas.openxmlformats.org/officeDocument/2006/relationships/slideLayout" Target="../slideLayouts/slideLayout282.xml"/><Relationship Id="rId10" Type="http://schemas.openxmlformats.org/officeDocument/2006/relationships/slideLayout" Target="../slideLayouts/slideLayout277.xml"/><Relationship Id="rId19" Type="http://schemas.openxmlformats.org/officeDocument/2006/relationships/slideLayout" Target="../slideLayouts/slideLayout286.xml"/><Relationship Id="rId4" Type="http://schemas.openxmlformats.org/officeDocument/2006/relationships/slideLayout" Target="../slideLayouts/slideLayout271.xml"/><Relationship Id="rId9" Type="http://schemas.openxmlformats.org/officeDocument/2006/relationships/slideLayout" Target="../slideLayouts/slideLayout276.xml"/><Relationship Id="rId14" Type="http://schemas.openxmlformats.org/officeDocument/2006/relationships/slideLayout" Target="../slideLayouts/slideLayout28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80676233"/>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8" r:id="rId37"/>
    <p:sldLayoutId id="2147483749" r:id="rId38"/>
    <p:sldLayoutId id="2147483750" r:id="rId3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2640987"/>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MX"/>
              <a:t>Haz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152423120"/>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 id="2147483786" r:id="rId14"/>
    <p:sldLayoutId id="2147483787" r:id="rId15"/>
    <p:sldLayoutId id="2147483788" r:id="rId16"/>
    <p:sldLayoutId id="2147483789" r:id="rId17"/>
    <p:sldLayoutId id="2147483790" r:id="rId18"/>
    <p:sldLayoutId id="2147483791" r:id="rId19"/>
    <p:sldLayoutId id="2147483792" r:id="rId20"/>
    <p:sldLayoutId id="2147483793" r:id="rId21"/>
    <p:sldLayoutId id="2147483794" r:id="rId22"/>
    <p:sldLayoutId id="2147483795" r:id="rId23"/>
    <p:sldLayoutId id="2147483796" r:id="rId24"/>
    <p:sldLayoutId id="2147483797" r:id="rId25"/>
    <p:sldLayoutId id="2147483798" r:id="rId26"/>
    <p:sldLayoutId id="2147483799" r:id="rId27"/>
    <p:sldLayoutId id="2147483800" r:id="rId28"/>
    <p:sldLayoutId id="2147483801" r:id="rId29"/>
    <p:sldLayoutId id="2147483802" r:id="rId30"/>
    <p:sldLayoutId id="2147483803" r:id="rId31"/>
    <p:sldLayoutId id="2147483804" r:id="rId32"/>
    <p:sldLayoutId id="2147483805" r:id="rId33"/>
    <p:sldLayoutId id="2147483806" r:id="rId34"/>
    <p:sldLayoutId id="2147483807" r:id="rId35"/>
    <p:sldLayoutId id="2147483808" r:id="rId36"/>
    <p:sldLayoutId id="2147483809" r:id="rId37"/>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816424185"/>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3" r:id="rId13"/>
    <p:sldLayoutId id="2147483824" r:id="rId14"/>
    <p:sldLayoutId id="2147483825" r:id="rId15"/>
    <p:sldLayoutId id="2147483826" r:id="rId16"/>
    <p:sldLayoutId id="2147483827" r:id="rId17"/>
    <p:sldLayoutId id="2147483828" r:id="rId18"/>
    <p:sldLayoutId id="2147483829" r:id="rId19"/>
    <p:sldLayoutId id="2147483830" r:id="rId20"/>
    <p:sldLayoutId id="2147483831" r:id="rId21"/>
    <p:sldLayoutId id="2147483832" r:id="rId22"/>
    <p:sldLayoutId id="2147483833" r:id="rId23"/>
    <p:sldLayoutId id="2147483834" r:id="rId24"/>
    <p:sldLayoutId id="2147483835" r:id="rId25"/>
    <p:sldLayoutId id="2147483836" r:id="rId26"/>
    <p:sldLayoutId id="2147483837" r:id="rId27"/>
    <p:sldLayoutId id="2147483838" r:id="rId28"/>
    <p:sldLayoutId id="2147483839" r:id="rId29"/>
    <p:sldLayoutId id="2147483840" r:id="rId30"/>
    <p:sldLayoutId id="2147483841" r:id="rId31"/>
    <p:sldLayoutId id="2147483842" r:id="rId32"/>
    <p:sldLayoutId id="2147483843" r:id="rId33"/>
    <p:sldLayoutId id="2147483844" r:id="rId34"/>
    <p:sldLayoutId id="2147483845" r:id="rId35"/>
    <p:sldLayoutId id="2147483846" r:id="rId36"/>
    <p:sldLayoutId id="2147483847" r:id="rId37"/>
    <p:sldLayoutId id="2147483848" r:id="rId38"/>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4692243"/>
      </p:ext>
    </p:extLst>
  </p:cSld>
  <p:clrMap bg1="lt1" tx1="dk1" bg2="lt2" tx2="dk2" accent1="accent1" accent2="accent2" accent3="accent3" accent4="accent4" accent5="accent5" accent6="accent6" hlink="hlink" folHlink="folHlink"/>
  <p:sldLayoutIdLst>
    <p:sldLayoutId id="2147483850" r:id="rId1"/>
    <p:sldLayoutId id="2147483851" r:id="rId2"/>
    <p:sldLayoutId id="2147483852" r:id="rId3"/>
    <p:sldLayoutId id="2147483853" r:id="rId4"/>
    <p:sldLayoutId id="2147483854" r:id="rId5"/>
    <p:sldLayoutId id="2147483855" r:id="rId6"/>
    <p:sldLayoutId id="2147483856" r:id="rId7"/>
    <p:sldLayoutId id="2147483857" r:id="rId8"/>
    <p:sldLayoutId id="2147483858" r:id="rId9"/>
    <p:sldLayoutId id="2147483859" r:id="rId10"/>
    <p:sldLayoutId id="2147483860" r:id="rId11"/>
    <p:sldLayoutId id="2147483861" r:id="rId12"/>
    <p:sldLayoutId id="2147483862" r:id="rId13"/>
    <p:sldLayoutId id="2147483863" r:id="rId14"/>
    <p:sldLayoutId id="2147483864" r:id="rId15"/>
    <p:sldLayoutId id="2147483865" r:id="rId16"/>
    <p:sldLayoutId id="2147483866" r:id="rId17"/>
    <p:sldLayoutId id="2147483867" r:id="rId18"/>
    <p:sldLayoutId id="2147483868"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19970460"/>
      </p:ext>
    </p:extLst>
  </p:cSld>
  <p:clrMap bg1="lt1" tx1="dk1" bg2="lt2" tx2="dk2" accent1="accent1" accent2="accent2" accent3="accent3" accent4="accent4" accent5="accent5" accent6="accent6" hlink="hlink" folHlink="folHlink"/>
  <p:sldLayoutIdLst>
    <p:sldLayoutId id="2147483870"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 id="2147483881" r:id="rId12"/>
    <p:sldLayoutId id="2147483882" r:id="rId13"/>
    <p:sldLayoutId id="2147483883" r:id="rId14"/>
    <p:sldLayoutId id="2147483884" r:id="rId15"/>
    <p:sldLayoutId id="2147483885" r:id="rId16"/>
    <p:sldLayoutId id="2147483886" r:id="rId17"/>
    <p:sldLayoutId id="2147483887" r:id="rId18"/>
    <p:sldLayoutId id="2147483888" r:id="rId19"/>
    <p:sldLayoutId id="2147483889" r:id="rId20"/>
    <p:sldLayoutId id="2147483890" r:id="rId21"/>
    <p:sldLayoutId id="2147483891" r:id="rId22"/>
    <p:sldLayoutId id="2147483892" r:id="rId23"/>
    <p:sldLayoutId id="2147483893" r:id="rId24"/>
    <p:sldLayoutId id="2147483894" r:id="rId25"/>
    <p:sldLayoutId id="2147483895" r:id="rId26"/>
    <p:sldLayoutId id="2147483896" r:id="rId27"/>
    <p:sldLayoutId id="2147483897" r:id="rId28"/>
    <p:sldLayoutId id="2147483898" r:id="rId29"/>
    <p:sldLayoutId id="2147483899" r:id="rId30"/>
    <p:sldLayoutId id="2147483900" r:id="rId31"/>
    <p:sldLayoutId id="2147483901" r:id="rId32"/>
    <p:sldLayoutId id="2147483902" r:id="rId33"/>
    <p:sldLayoutId id="2147483903" r:id="rId34"/>
    <p:sldLayoutId id="2147483904" r:id="rId35"/>
    <p:sldLayoutId id="2147483905" r:id="rId36"/>
    <p:sldLayoutId id="2147483906" r:id="rId37"/>
    <p:sldLayoutId id="2147483907" r:id="rId38"/>
    <p:sldLayoutId id="2147483908" r:id="rId3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8251586"/>
      </p:ext>
    </p:extLst>
  </p:cSld>
  <p:clrMap bg1="lt1" tx1="dk1" bg2="lt2" tx2="dk2" accent1="accent1" accent2="accent2" accent3="accent3" accent4="accent4" accent5="accent5" accent6="accent6" hlink="hlink" folHlink="folHlink"/>
  <p:sldLayoutIdLst>
    <p:sldLayoutId id="2147483910" r:id="rId1"/>
    <p:sldLayoutId id="2147483911" r:id="rId2"/>
    <p:sldLayoutId id="2147483912" r:id="rId3"/>
    <p:sldLayoutId id="2147483913" r:id="rId4"/>
    <p:sldLayoutId id="2147483914" r:id="rId5"/>
    <p:sldLayoutId id="2147483915" r:id="rId6"/>
    <p:sldLayoutId id="2147483916" r:id="rId7"/>
    <p:sldLayoutId id="2147483917" r:id="rId8"/>
    <p:sldLayoutId id="2147483918" r:id="rId9"/>
    <p:sldLayoutId id="2147483919" r:id="rId10"/>
    <p:sldLayoutId id="2147483920" r:id="rId11"/>
    <p:sldLayoutId id="2147483921" r:id="rId12"/>
    <p:sldLayoutId id="2147483922" r:id="rId13"/>
    <p:sldLayoutId id="2147483923" r:id="rId14"/>
    <p:sldLayoutId id="2147483924" r:id="rId15"/>
    <p:sldLayoutId id="2147483925" r:id="rId16"/>
    <p:sldLayoutId id="2147483926" r:id="rId17"/>
    <p:sldLayoutId id="2147483927" r:id="rId18"/>
    <p:sldLayoutId id="2147483928"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22245114"/>
      </p:ext>
    </p:extLst>
  </p:cSld>
  <p:clrMap bg1="lt1" tx1="dk1" bg2="lt2" tx2="dk2" accent1="accent1" accent2="accent2" accent3="accent3" accent4="accent4" accent5="accent5" accent6="accent6" hlink="hlink" folHlink="folHlink"/>
  <p:sldLayoutIdLst>
    <p:sldLayoutId id="2147483930" r:id="rId1"/>
    <p:sldLayoutId id="2147483931" r:id="rId2"/>
    <p:sldLayoutId id="2147483932" r:id="rId3"/>
    <p:sldLayoutId id="2147483933" r:id="rId4"/>
    <p:sldLayoutId id="2147483934" r:id="rId5"/>
    <p:sldLayoutId id="2147483935" r:id="rId6"/>
    <p:sldLayoutId id="2147483936" r:id="rId7"/>
    <p:sldLayoutId id="2147483937" r:id="rId8"/>
    <p:sldLayoutId id="2147483938" r:id="rId9"/>
    <p:sldLayoutId id="2147483939" r:id="rId10"/>
    <p:sldLayoutId id="2147483940" r:id="rId11"/>
    <p:sldLayoutId id="2147483941" r:id="rId12"/>
    <p:sldLayoutId id="2147483942" r:id="rId13"/>
    <p:sldLayoutId id="2147483943" r:id="rId14"/>
    <p:sldLayoutId id="2147483944" r:id="rId15"/>
    <p:sldLayoutId id="2147483945" r:id="rId16"/>
    <p:sldLayoutId id="2147483946" r:id="rId17"/>
    <p:sldLayoutId id="2147483947" r:id="rId18"/>
    <p:sldLayoutId id="2147483948" r:id="rId19"/>
    <p:sldLayoutId id="2147483949" r:id="rId20"/>
    <p:sldLayoutId id="2147483950" r:id="rId21"/>
    <p:sldLayoutId id="2147483951" r:id="rId22"/>
    <p:sldLayoutId id="2147483952" r:id="rId23"/>
    <p:sldLayoutId id="2147483953" r:id="rId24"/>
    <p:sldLayoutId id="2147483954" r:id="rId25"/>
    <p:sldLayoutId id="2147483955" r:id="rId26"/>
    <p:sldLayoutId id="2147483956" r:id="rId27"/>
    <p:sldLayoutId id="2147483957" r:id="rId28"/>
    <p:sldLayoutId id="2147483958" r:id="rId29"/>
    <p:sldLayoutId id="2147483959" r:id="rId30"/>
    <p:sldLayoutId id="2147483960" r:id="rId31"/>
    <p:sldLayoutId id="2147483961" r:id="rId32"/>
    <p:sldLayoutId id="2147483962" r:id="rId33"/>
    <p:sldLayoutId id="2147483963" r:id="rId34"/>
    <p:sldLayoutId id="2147483964" r:id="rId35"/>
    <p:sldLayoutId id="2147483965" r:id="rId36"/>
    <p:sldLayoutId id="2147483966" r:id="rId37"/>
    <p:sldLayoutId id="2147483967" r:id="rId38"/>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8938568"/>
      </p:ext>
    </p:extLst>
  </p:cSld>
  <p:clrMap bg1="lt1" tx1="dk1" bg2="lt2" tx2="dk2" accent1="accent1" accent2="accent2" accent3="accent3" accent4="accent4" accent5="accent5" accent6="accent6" hlink="hlink" folHlink="folHlink"/>
  <p:sldLayoutIdLst>
    <p:sldLayoutId id="2147483969" r:id="rId1"/>
    <p:sldLayoutId id="2147483970" r:id="rId2"/>
    <p:sldLayoutId id="2147483971" r:id="rId3"/>
    <p:sldLayoutId id="2147483972" r:id="rId4"/>
    <p:sldLayoutId id="2147483973" r:id="rId5"/>
    <p:sldLayoutId id="2147483974" r:id="rId6"/>
    <p:sldLayoutId id="2147483975" r:id="rId7"/>
    <p:sldLayoutId id="2147483976" r:id="rId8"/>
    <p:sldLayoutId id="2147483977" r:id="rId9"/>
    <p:sldLayoutId id="2147483978" r:id="rId10"/>
    <p:sldLayoutId id="2147483979" r:id="rId11"/>
    <p:sldLayoutId id="2147483980" r:id="rId12"/>
    <p:sldLayoutId id="2147483981" r:id="rId13"/>
    <p:sldLayoutId id="2147483982" r:id="rId14"/>
    <p:sldLayoutId id="2147483983" r:id="rId15"/>
    <p:sldLayoutId id="2147483984" r:id="rId16"/>
    <p:sldLayoutId id="2147483985" r:id="rId17"/>
    <p:sldLayoutId id="2147483986" r:id="rId18"/>
    <p:sldLayoutId id="2147483987"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6283975"/>
      </p:ext>
    </p:extLst>
  </p:cSld>
  <p:clrMap bg1="lt1" tx1="dk1" bg2="lt2" tx2="dk2" accent1="accent1" accent2="accent2" accent3="accent3" accent4="accent4" accent5="accent5" accent6="accent6" hlink="hlink" folHlink="folHlink"/>
  <p:sldLayoutIdLst>
    <p:sldLayoutId id="2147483989" r:id="rId1"/>
    <p:sldLayoutId id="2147483990" r:id="rId2"/>
    <p:sldLayoutId id="2147483991" r:id="rId3"/>
    <p:sldLayoutId id="2147483992" r:id="rId4"/>
    <p:sldLayoutId id="2147483993" r:id="rId5"/>
    <p:sldLayoutId id="2147483994" r:id="rId6"/>
    <p:sldLayoutId id="2147483995" r:id="rId7"/>
    <p:sldLayoutId id="2147483996" r:id="rId8"/>
    <p:sldLayoutId id="2147483997" r:id="rId9"/>
    <p:sldLayoutId id="2147483998" r:id="rId10"/>
    <p:sldLayoutId id="2147483999" r:id="rId11"/>
    <p:sldLayoutId id="2147484000" r:id="rId12"/>
    <p:sldLayoutId id="2147484001" r:id="rId13"/>
    <p:sldLayoutId id="2147484002" r:id="rId14"/>
    <p:sldLayoutId id="2147484003" r:id="rId15"/>
    <p:sldLayoutId id="2147484004" r:id="rId16"/>
    <p:sldLayoutId id="2147484005" r:id="rId17"/>
    <p:sldLayoutId id="2147484006" r:id="rId18"/>
    <p:sldLayoutId id="2147484007"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4.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4.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95.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9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5.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9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95.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95.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95.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9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95.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95.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95.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9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95.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95.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9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95.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95.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95.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95.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95.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95.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95.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95.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95.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95.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9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48.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svg"/><Relationship Id="rId1" Type="http://schemas.openxmlformats.org/officeDocument/2006/relationships/slideLayout" Target="../slideLayouts/slideLayout7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D381F98-39A1-4ACC-B642-A72023AF9BC1}"/>
              </a:ext>
            </a:extLst>
          </p:cNvPr>
          <p:cNvSpPr>
            <a:spLocks noGrp="1"/>
          </p:cNvSpPr>
          <p:nvPr>
            <p:ph type="body" sz="quarter" idx="10"/>
          </p:nvPr>
        </p:nvSpPr>
        <p:spPr>
          <a:xfrm>
            <a:off x="366780" y="1451687"/>
            <a:ext cx="6133324" cy="1832105"/>
          </a:xfrm>
        </p:spPr>
        <p:txBody>
          <a:bodyPr/>
          <a:lstStyle/>
          <a:p>
            <a:r>
              <a:rPr lang="es-419" sz="4400" dirty="0"/>
              <a:t>Ejecutar la inscripción de cursos por </a:t>
            </a:r>
            <a:r>
              <a:rPr lang="es-419" sz="4400" dirty="0" err="1"/>
              <a:t>backoffice</a:t>
            </a:r>
            <a:endParaRPr lang="es-CL" dirty="0"/>
          </a:p>
        </p:txBody>
      </p:sp>
      <p:sp>
        <p:nvSpPr>
          <p:cNvPr id="4" name="Marcador de texto 3">
            <a:extLst>
              <a:ext uri="{FF2B5EF4-FFF2-40B4-BE49-F238E27FC236}">
                <a16:creationId xmlns:a16="http://schemas.microsoft.com/office/drawing/2014/main" id="{A1EF17AF-28D3-D529-32AF-17D3B44889E9}"/>
              </a:ext>
            </a:extLst>
          </p:cNvPr>
          <p:cNvSpPr>
            <a:spLocks noGrp="1"/>
          </p:cNvSpPr>
          <p:nvPr>
            <p:ph type="body" sz="quarter" idx="11"/>
          </p:nvPr>
        </p:nvSpPr>
        <p:spPr>
          <a:xfrm>
            <a:off x="556902" y="4116116"/>
            <a:ext cx="5427132" cy="292452"/>
          </a:xfrm>
        </p:spPr>
        <p:txBody>
          <a:bodyPr/>
          <a:lstStyle/>
          <a:p>
            <a:r>
              <a:rPr lang="es-ES" sz="1800" dirty="0"/>
              <a:t>Instructivo</a:t>
            </a:r>
            <a:endParaRPr lang="es-CL" dirty="0"/>
          </a:p>
        </p:txBody>
      </p:sp>
      <p:sp>
        <p:nvSpPr>
          <p:cNvPr id="5" name="Marcador de texto 4">
            <a:extLst>
              <a:ext uri="{FF2B5EF4-FFF2-40B4-BE49-F238E27FC236}">
                <a16:creationId xmlns:a16="http://schemas.microsoft.com/office/drawing/2014/main" id="{2FA6B18F-EA2A-7CBC-3E93-C1F7F4E03498}"/>
              </a:ext>
            </a:extLst>
          </p:cNvPr>
          <p:cNvSpPr>
            <a:spLocks noGrp="1"/>
          </p:cNvSpPr>
          <p:nvPr>
            <p:ph type="body" sz="quarter" idx="12"/>
          </p:nvPr>
        </p:nvSpPr>
        <p:spPr>
          <a:xfrm>
            <a:off x="556902" y="5609784"/>
            <a:ext cx="3032274" cy="194925"/>
          </a:xfrm>
        </p:spPr>
        <p:txBody>
          <a:bodyPr/>
          <a:lstStyle/>
          <a:p>
            <a:r>
              <a:rPr lang="es-CL" dirty="0"/>
              <a:t>Universidad Señor de SIPAN</a:t>
            </a:r>
          </a:p>
        </p:txBody>
      </p:sp>
      <p:sp>
        <p:nvSpPr>
          <p:cNvPr id="6" name="Marcador de texto 5">
            <a:extLst>
              <a:ext uri="{FF2B5EF4-FFF2-40B4-BE49-F238E27FC236}">
                <a16:creationId xmlns:a16="http://schemas.microsoft.com/office/drawing/2014/main" id="{F96BAF96-9514-84DB-07B4-6B06C8F396EE}"/>
              </a:ext>
            </a:extLst>
          </p:cNvPr>
          <p:cNvSpPr>
            <a:spLocks noGrp="1"/>
          </p:cNvSpPr>
          <p:nvPr>
            <p:ph type="body" sz="quarter" idx="13"/>
          </p:nvPr>
        </p:nvSpPr>
        <p:spPr/>
        <p:txBody>
          <a:bodyPr/>
          <a:lstStyle/>
          <a:p>
            <a:r>
              <a:rPr lang="es-419" dirty="0"/>
              <a:t>julio, 2026</a:t>
            </a:r>
          </a:p>
        </p:txBody>
      </p:sp>
      <p:pic>
        <p:nvPicPr>
          <p:cNvPr id="9" name="Marcador de posición de imagen 8" descr="Hombre usando laptop en la mesa&#10;&#10;El contenido generado por IA puede ser incorrecto.">
            <a:extLst>
              <a:ext uri="{FF2B5EF4-FFF2-40B4-BE49-F238E27FC236}">
                <a16:creationId xmlns:a16="http://schemas.microsoft.com/office/drawing/2014/main" id="{553835C0-971A-5B48-F808-0631BC4D6285}"/>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15407" b="15407"/>
          <a:stretch>
            <a:fillRect/>
          </a:stretch>
        </p:blipFill>
        <p:spPr/>
      </p:pic>
    </p:spTree>
    <p:extLst>
      <p:ext uri="{BB962C8B-B14F-4D97-AF65-F5344CB8AC3E}">
        <p14:creationId xmlns:p14="http://schemas.microsoft.com/office/powerpoint/2010/main" val="329669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Ejecutar la inscripción de cursos por </a:t>
            </a:r>
            <a:r>
              <a:rPr lang="es-419" sz="1200" dirty="0" err="1"/>
              <a:t>backoffice</a:t>
            </a:r>
            <a:endParaRPr lang="es-419" dirty="0"/>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165586490"/>
              </p:ext>
            </p:extLst>
          </p:nvPr>
        </p:nvGraphicFramePr>
        <p:xfrm>
          <a:off x="786088" y="1651015"/>
          <a:ext cx="9058128" cy="3256796"/>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n-US" sz="2800" b="1"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2800" b="1"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n-US" sz="2800" b="1"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dirty="0">
                          <a:solidFill>
                            <a:schemeClr val="bg1"/>
                          </a:solidFill>
                        </a:rPr>
                        <a:t>Ejecutar la inscripción de cursos por </a:t>
                      </a:r>
                      <a:r>
                        <a:rPr lang="es-419" sz="2800" b="1" dirty="0" err="1">
                          <a:solidFill>
                            <a:schemeClr val="bg1"/>
                          </a:solidFill>
                        </a:rPr>
                        <a:t>backoffice</a:t>
                      </a:r>
                      <a:endParaRPr lang="es-419" sz="2800" b="1" dirty="0">
                        <a:solidFill>
                          <a:schemeClr val="bg1"/>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n-US" sz="2800" b="1"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Resumen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Ejecutar la inscripción de cursos por </a:t>
            </a:r>
            <a:r>
              <a:rPr lang="es-419" sz="1200" dirty="0" err="1"/>
              <a:t>backoffice</a:t>
            </a:r>
            <a:endParaRPr lang="es-419"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sz="3200" b="1" dirty="0">
                <a:solidFill>
                  <a:schemeClr val="bg1"/>
                </a:solidFill>
              </a:rPr>
              <a:t>Overview</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sz="1200" dirty="0"/>
              <a:t>´Gestión de la Inscripción Académica</a:t>
            </a:r>
          </a:p>
        </p:txBody>
      </p:sp>
      <p:sp>
        <p:nvSpPr>
          <p:cNvPr id="17" name="Slide Number Placeholder 16">
            <a:extLst>
              <a:ext uri="{FF2B5EF4-FFF2-40B4-BE49-F238E27FC236}">
                <a16:creationId xmlns:a16="http://schemas.microsoft.com/office/drawing/2014/main" id="{8AC1633D-9215-2128-452C-BEE52AEB6D5E}"/>
              </a:ext>
            </a:extLst>
          </p:cNvPr>
          <p:cNvSpPr>
            <a:spLocks noGrp="1"/>
          </p:cNvSpPr>
          <p:nvPr>
            <p:ph type="sldNum" sz="quarter" idx="4"/>
          </p:nvPr>
        </p:nvSpPr>
        <p:spPr/>
        <p:txBody>
          <a:bodyPr/>
          <a:lstStyle/>
          <a:p>
            <a:fld id="{4A16F8ED-7337-F64C-865A-41A1F48E54DF}" type="slidenum">
              <a:rPr lang="en-US" smtClean="0"/>
              <a:pPr/>
              <a:t>4</a:t>
            </a:fld>
            <a:endParaRPr lang="en-US"/>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ES_tradnl" sz="3200" dirty="0">
                <a:solidFill>
                  <a:schemeClr val="tx2"/>
                </a:solidFill>
              </a:rPr>
              <a:t>Overview: </a:t>
            </a:r>
            <a:r>
              <a:rPr lang="es-ES_tradnl" sz="3200" b="1" dirty="0">
                <a:solidFill>
                  <a:schemeClr val="tx2"/>
                </a:solidFill>
              </a:rPr>
              <a:t>Mapa de capacidades</a:t>
            </a:r>
            <a:endParaRPr lang="en-US" dirty="0"/>
          </a:p>
        </p:txBody>
      </p:sp>
      <p:pic>
        <p:nvPicPr>
          <p:cNvPr id="2" name="Imagen 2">
            <a:extLst>
              <a:ext uri="{FF2B5EF4-FFF2-40B4-BE49-F238E27FC236}">
                <a16:creationId xmlns:a16="http://schemas.microsoft.com/office/drawing/2014/main" id="{CD767F04-A4F8-7CF9-45B1-8070B88894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49" y="1166297"/>
            <a:ext cx="10180101" cy="4796619"/>
          </a:xfrm>
          <a:prstGeom prst="rect">
            <a:avLst/>
          </a:prstGeom>
        </p:spPr>
      </p:pic>
      <p:sp>
        <p:nvSpPr>
          <p:cNvPr id="6" name="Rectangle 5">
            <a:extLst>
              <a:ext uri="{FF2B5EF4-FFF2-40B4-BE49-F238E27FC236}">
                <a16:creationId xmlns:a16="http://schemas.microsoft.com/office/drawing/2014/main" id="{226A4735-976B-631C-3E5A-3509C44EC4B5}"/>
              </a:ext>
            </a:extLst>
          </p:cNvPr>
          <p:cNvSpPr/>
          <p:nvPr/>
        </p:nvSpPr>
        <p:spPr>
          <a:xfrm>
            <a:off x="1463336" y="4713818"/>
            <a:ext cx="3986487" cy="67286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29925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D552BA8-E40D-BE5E-B33E-255C974B1B45}"/>
              </a:ext>
            </a:extLst>
          </p:cNvPr>
          <p:cNvSpPr>
            <a:spLocks noGrp="1"/>
          </p:cNvSpPr>
          <p:nvPr>
            <p:ph type="body" sz="quarter" idx="18"/>
          </p:nvPr>
        </p:nvSpPr>
        <p:spPr>
          <a:xfrm>
            <a:off x="1031009" y="1584355"/>
            <a:ext cx="9698935" cy="3737745"/>
          </a:xfrm>
        </p:spPr>
        <p:txBody>
          <a:bodyPr anchor="ctr"/>
          <a:lstStyle/>
          <a:p>
            <a:pPr marL="0" lvl="0" indent="0" algn="just">
              <a:buClr>
                <a:srgbClr val="0CB4B4"/>
              </a:buClr>
              <a:buNone/>
            </a:pPr>
            <a:r>
              <a:rPr lang="es-CO" sz="2000" dirty="0"/>
              <a:t>Tiene como propósito </a:t>
            </a:r>
            <a:r>
              <a:rPr lang="es-CO" sz="2000" b="1" dirty="0"/>
              <a:t>administrar el registro y retiro de asignaturas</a:t>
            </a:r>
            <a:r>
              <a:rPr lang="es-CO" sz="2000" dirty="0"/>
              <a:t> que los estudiantes cursarán en un periodo académico. Para ello utiliza los distintos </a:t>
            </a:r>
            <a:r>
              <a:rPr lang="es-CO" sz="2000" b="1" dirty="0"/>
              <a:t>modelos de inscripción</a:t>
            </a:r>
            <a:r>
              <a:rPr lang="es-CO" sz="2000" dirty="0"/>
              <a:t> definidos por la institución —como inscripción básica, estructurada o proyectada— y opera en conjunto con funcionalidades complementarias como la </a:t>
            </a:r>
            <a:r>
              <a:rPr lang="es-CO" sz="2000" b="1" dirty="0"/>
              <a:t>gestión de turnos</a:t>
            </a:r>
            <a:r>
              <a:rPr lang="es-CO" sz="2000" dirty="0"/>
              <a:t>, </a:t>
            </a:r>
            <a:r>
              <a:rPr lang="es-CO" sz="2000" b="1" dirty="0"/>
              <a:t>inscripción por bloques</a:t>
            </a:r>
            <a:r>
              <a:rPr lang="es-CO" sz="2000" dirty="0"/>
              <a:t>, </a:t>
            </a:r>
            <a:r>
              <a:rPr lang="es-CO" sz="2000" b="1" dirty="0"/>
              <a:t>listas de espera</a:t>
            </a:r>
            <a:r>
              <a:rPr lang="es-CO" sz="2000" dirty="0"/>
              <a:t>, </a:t>
            </a:r>
            <a:r>
              <a:rPr lang="es-CO" sz="2000" b="1" dirty="0"/>
              <a:t>sobrepasos</a:t>
            </a:r>
            <a:r>
              <a:rPr lang="es-CO" sz="2000" dirty="0"/>
              <a:t>, entre otras herramientas que permiten controlar y organizar el proceso de matrícula de manera eficiente.</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p:txBody>
          <a:bodyPr/>
          <a:lstStyle/>
          <a:p>
            <a:r>
              <a:rPr lang="es-ES_tradnl" sz="3200" dirty="0" err="1">
                <a:solidFill>
                  <a:schemeClr val="tx2"/>
                </a:solidFill>
              </a:rPr>
              <a:t>Overview</a:t>
            </a:r>
            <a:r>
              <a:rPr lang="es-ES_tradnl" dirty="0">
                <a:solidFill>
                  <a:schemeClr val="tx2"/>
                </a:solidFill>
              </a:rPr>
              <a:t>: Capacidad operativa </a:t>
            </a:r>
            <a:r>
              <a:rPr lang="es-419" dirty="0">
                <a:solidFill>
                  <a:schemeClr val="tx2"/>
                </a:solidFill>
              </a:rPr>
              <a:t>Gestionar la inscripción de cursos</a:t>
            </a:r>
            <a:endParaRPr lang="es-CL" dirty="0">
              <a:solidFill>
                <a:schemeClr val="tx2"/>
              </a:solidFill>
            </a:endParaRPr>
          </a:p>
        </p:txBody>
      </p:sp>
      <p:sp>
        <p:nvSpPr>
          <p:cNvPr id="7" name="Vertical Text Placeholder 3">
            <a:extLst>
              <a:ext uri="{FF2B5EF4-FFF2-40B4-BE49-F238E27FC236}">
                <a16:creationId xmlns:a16="http://schemas.microsoft.com/office/drawing/2014/main" id="{7A5B615C-2E6F-63B7-AAC2-AA0545E94BBE}"/>
              </a:ext>
            </a:extLst>
          </p:cNvPr>
          <p:cNvSpPr>
            <a:spLocks noGrp="1"/>
          </p:cNvSpPr>
          <p:nvPr>
            <p:ph type="body" orient="vert" sz="quarter" idx="17"/>
          </p:nvPr>
        </p:nvSpPr>
        <p:spPr>
          <a:xfrm rot="10800000">
            <a:off x="0" y="685800"/>
            <a:ext cx="609600" cy="5486399"/>
          </a:xfrm>
        </p:spPr>
        <p:txBody>
          <a:bodyPr/>
          <a:lstStyle/>
          <a:p>
            <a:r>
              <a:rPr lang="es-419" sz="1200" dirty="0"/>
              <a:t>´Gestión de la Inscripción Académica</a:t>
            </a:r>
          </a:p>
        </p:txBody>
      </p:sp>
    </p:spTree>
    <p:extLst>
      <p:ext uri="{BB962C8B-B14F-4D97-AF65-F5344CB8AC3E}">
        <p14:creationId xmlns:p14="http://schemas.microsoft.com/office/powerpoint/2010/main" val="2653907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924354" y="1500996"/>
            <a:ext cx="10136257" cy="4671203"/>
          </a:xfrm>
        </p:spPr>
        <p:txBody>
          <a:bodyPr vert="horz" lIns="91440" tIns="45720" rIns="91440" bIns="45720" rtlCol="0" anchor="t">
            <a:noAutofit/>
          </a:bodyPr>
          <a:lstStyle/>
          <a:p>
            <a:pPr>
              <a:buClr>
                <a:schemeClr val="bg2">
                  <a:lumMod val="10000"/>
                </a:schemeClr>
              </a:buClr>
              <a:buFont typeface="Wingdings" panose="05000000000000000000" pitchFamily="2" charset="2"/>
              <a:buChar char="v"/>
            </a:pPr>
            <a:r>
              <a:rPr lang="es-ES" sz="2400" dirty="0">
                <a:solidFill>
                  <a:srgbClr val="7030A0"/>
                </a:solidFill>
              </a:rPr>
              <a:t> Ejecutar Proyección Académica</a:t>
            </a:r>
          </a:p>
          <a:p>
            <a:pPr>
              <a:buClr>
                <a:schemeClr val="bg2">
                  <a:lumMod val="10000"/>
                </a:schemeClr>
              </a:buClr>
              <a:buFont typeface="Wingdings" panose="05000000000000000000" pitchFamily="2" charset="2"/>
              <a:buChar char="v"/>
            </a:pPr>
            <a:r>
              <a:rPr lang="es-ES" sz="2400" b="1" dirty="0">
                <a:solidFill>
                  <a:srgbClr val="7030A0"/>
                </a:solidFill>
              </a:rPr>
              <a:t> </a:t>
            </a:r>
            <a:r>
              <a:rPr lang="es-ES" sz="2400" dirty="0">
                <a:solidFill>
                  <a:srgbClr val="7030A0"/>
                </a:solidFill>
              </a:rPr>
              <a:t>Ejecutar Planificación de cursos</a:t>
            </a:r>
          </a:p>
          <a:p>
            <a:pPr>
              <a:buClr>
                <a:schemeClr val="bg2">
                  <a:lumMod val="10000"/>
                </a:schemeClr>
              </a:buClr>
              <a:buFont typeface="Wingdings" panose="05000000000000000000" pitchFamily="2" charset="2"/>
              <a:buChar char="v"/>
            </a:pPr>
            <a:r>
              <a:rPr lang="es-ES" sz="2400" dirty="0">
                <a:solidFill>
                  <a:srgbClr val="7030A0"/>
                </a:solidFill>
              </a:rPr>
              <a:t>Inscripción de Cursos por Autoservicio Básico</a:t>
            </a:r>
          </a:p>
          <a:p>
            <a:pPr>
              <a:buClr>
                <a:schemeClr val="bg2">
                  <a:lumMod val="10000"/>
                </a:schemeClr>
              </a:buClr>
              <a:buFont typeface="Wingdings" panose="05000000000000000000" pitchFamily="2" charset="2"/>
              <a:buChar char="v"/>
            </a:pPr>
            <a:r>
              <a:rPr lang="es-ES" sz="2400" dirty="0">
                <a:solidFill>
                  <a:srgbClr val="7030A0"/>
                </a:solidFill>
              </a:rPr>
              <a:t>Inscripción de Cursos por Autoservicio por Bloques</a:t>
            </a:r>
          </a:p>
          <a:p>
            <a:pPr>
              <a:buClr>
                <a:schemeClr val="bg2">
                  <a:lumMod val="10000"/>
                </a:schemeClr>
              </a:buClr>
              <a:buFont typeface="Wingdings" panose="05000000000000000000" pitchFamily="2" charset="2"/>
              <a:buChar char="v"/>
            </a:pPr>
            <a:r>
              <a:rPr lang="es-ES" sz="2400" dirty="0">
                <a:solidFill>
                  <a:srgbClr val="7030A0"/>
                </a:solidFill>
              </a:rPr>
              <a:t>Inscripción de Cursos por Autoservicio Estructurado</a:t>
            </a:r>
          </a:p>
          <a:p>
            <a:pPr>
              <a:buClr>
                <a:schemeClr val="bg2">
                  <a:lumMod val="10000"/>
                </a:schemeClr>
              </a:buClr>
              <a:buFont typeface="Wingdings" panose="05000000000000000000" pitchFamily="2" charset="2"/>
              <a:buChar char="v"/>
            </a:pPr>
            <a:r>
              <a:rPr lang="es-ES" sz="2400" dirty="0">
                <a:solidFill>
                  <a:srgbClr val="7030A0"/>
                </a:solidFill>
              </a:rPr>
              <a:t>Inscripción de Cursos por Autoservicio por Proyecciones</a:t>
            </a:r>
          </a:p>
          <a:p>
            <a:pPr>
              <a:buClr>
                <a:schemeClr val="bg2">
                  <a:lumMod val="10000"/>
                </a:schemeClr>
              </a:buClr>
              <a:buFont typeface="Wingdings" panose="05000000000000000000" pitchFamily="2" charset="2"/>
              <a:buChar char="v"/>
            </a:pPr>
            <a:r>
              <a:rPr lang="es-CO" sz="2400" b="1" dirty="0">
                <a:solidFill>
                  <a:srgbClr val="7030A0"/>
                </a:solidFill>
              </a:rPr>
              <a:t>Inscripción de Cursos por </a:t>
            </a:r>
            <a:r>
              <a:rPr lang="es-CO" sz="2400" b="1" dirty="0" err="1">
                <a:solidFill>
                  <a:srgbClr val="7030A0"/>
                </a:solidFill>
              </a:rPr>
              <a:t>Backoffice</a:t>
            </a:r>
            <a:endParaRPr lang="es-CO" sz="2400" b="1" dirty="0">
              <a:solidFill>
                <a:srgbClr val="7030A0"/>
              </a:solidFill>
            </a:endParaRPr>
          </a:p>
          <a:p>
            <a:pPr>
              <a:buClr>
                <a:schemeClr val="bg2">
                  <a:lumMod val="10000"/>
                </a:schemeClr>
              </a:buClr>
              <a:buFont typeface="Wingdings" panose="05000000000000000000" pitchFamily="2" charset="2"/>
              <a:buChar char="v"/>
            </a:pPr>
            <a:r>
              <a:rPr lang="es-ES" sz="2400" dirty="0">
                <a:solidFill>
                  <a:srgbClr val="7030A0"/>
                </a:solidFill>
              </a:rPr>
              <a:t>Inscripción de cursos por </a:t>
            </a:r>
            <a:r>
              <a:rPr lang="es-ES" sz="2400" dirty="0" err="1">
                <a:solidFill>
                  <a:srgbClr val="7030A0"/>
                </a:solidFill>
              </a:rPr>
              <a:t>Backoffice</a:t>
            </a:r>
            <a:r>
              <a:rPr lang="es-ES" sz="2400" dirty="0">
                <a:solidFill>
                  <a:srgbClr val="7030A0"/>
                </a:solidFill>
              </a:rPr>
              <a:t> por Bloques</a:t>
            </a:r>
          </a:p>
          <a:p>
            <a:pPr>
              <a:buClr>
                <a:schemeClr val="bg2">
                  <a:lumMod val="10000"/>
                </a:schemeClr>
              </a:buClr>
              <a:buFont typeface="Wingdings" panose="05000000000000000000" pitchFamily="2" charset="2"/>
              <a:buChar char="v"/>
            </a:pPr>
            <a:r>
              <a:rPr lang="es-ES" sz="2400" dirty="0">
                <a:solidFill>
                  <a:srgbClr val="7030A0"/>
                </a:solidFill>
              </a:rPr>
              <a:t>Inscripción de cursos por Lista de Espera</a:t>
            </a:r>
          </a:p>
          <a:p>
            <a:pPr>
              <a:buClr>
                <a:schemeClr val="bg2">
                  <a:lumMod val="10000"/>
                </a:schemeClr>
              </a:buClr>
              <a:buFont typeface="Wingdings" panose="05000000000000000000" pitchFamily="2" charset="2"/>
              <a:buChar char="v"/>
            </a:pPr>
            <a:r>
              <a:rPr lang="es-ES" sz="2400" dirty="0">
                <a:solidFill>
                  <a:srgbClr val="7030A0"/>
                </a:solidFill>
              </a:rPr>
              <a:t>Gestionar Sobrepasos de Inscripción</a:t>
            </a:r>
          </a:p>
          <a:p>
            <a:pPr>
              <a:buClr>
                <a:schemeClr val="bg2">
                  <a:lumMod val="10000"/>
                </a:schemeClr>
              </a:buClr>
              <a:buFont typeface="Wingdings" panose="05000000000000000000" pitchFamily="2" charset="2"/>
              <a:buChar char="v"/>
            </a:pPr>
            <a:r>
              <a:rPr lang="es-ES" sz="2400" dirty="0">
                <a:solidFill>
                  <a:srgbClr val="7030A0"/>
                </a:solidFill>
              </a:rPr>
              <a:t>Gestionar Retiro de Cursos por Autoservicio</a:t>
            </a:r>
          </a:p>
          <a:p>
            <a:pPr marL="285750" indent="-285750">
              <a:buClr>
                <a:srgbClr val="0CB4B4"/>
              </a:buClr>
              <a:buFont typeface="Wingdings" panose="05000000000000000000" pitchFamily="2" charset="2"/>
              <a:buChar char="q"/>
            </a:pPr>
            <a:endParaRPr lang="es-ES" sz="2400" dirty="0">
              <a:solidFill>
                <a:srgbClr val="7030A0"/>
              </a:solidFill>
            </a:endParaRPr>
          </a:p>
          <a:p>
            <a:pPr marL="285750" indent="-285750">
              <a:buClr>
                <a:srgbClr val="0CB4B4"/>
              </a:buClr>
              <a:buFont typeface="Wingdings" panose="05000000000000000000" pitchFamily="2" charset="2"/>
              <a:buChar char="q"/>
            </a:pPr>
            <a:endParaRPr lang="es-ES" sz="2400" dirty="0">
              <a:solidFill>
                <a:srgbClr val="7030A0"/>
              </a:solidFill>
            </a:endParaRPr>
          </a:p>
          <a:p>
            <a:pPr marL="285750" indent="-285750">
              <a:buClr>
                <a:srgbClr val="0CB4B4"/>
              </a:buClr>
              <a:buFont typeface="Wingdings" panose="05000000000000000000" pitchFamily="2" charset="2"/>
              <a:buChar char="q"/>
            </a:pPr>
            <a:endParaRPr lang="es-ES" sz="2400" dirty="0">
              <a:solidFill>
                <a:srgbClr val="7030A0"/>
              </a:solidFill>
            </a:endParaRPr>
          </a:p>
          <a:p>
            <a:pPr marL="285750" indent="-285750">
              <a:buClr>
                <a:srgbClr val="0CB4B4"/>
              </a:buClr>
              <a:buFont typeface="Wingdings" panose="05000000000000000000" pitchFamily="2" charset="2"/>
              <a:buChar char="q"/>
            </a:pPr>
            <a:endParaRPr lang="es-ES" sz="2400" dirty="0">
              <a:solidFill>
                <a:srgbClr val="7030A0"/>
              </a:solidFill>
            </a:endParaRPr>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a:xfrm>
            <a:off x="924354" y="236522"/>
            <a:ext cx="10477497" cy="898555"/>
          </a:xfrm>
        </p:spPr>
        <p:txBody>
          <a:bodyPr/>
          <a:lstStyle/>
          <a:p>
            <a:r>
              <a:rPr lang="es-ES_tradnl" sz="3200" dirty="0" err="1">
                <a:solidFill>
                  <a:schemeClr val="tx2"/>
                </a:solidFill>
              </a:rPr>
              <a:t>Overview</a:t>
            </a:r>
            <a:r>
              <a:rPr lang="es-ES_tradnl" dirty="0">
                <a:solidFill>
                  <a:schemeClr val="tx2"/>
                </a:solidFill>
              </a:rPr>
              <a:t>: Capacidad operativa </a:t>
            </a:r>
            <a:r>
              <a:rPr lang="es-419" dirty="0">
                <a:solidFill>
                  <a:schemeClr val="tx2"/>
                </a:solidFill>
              </a:rPr>
              <a:t>Gestionar la inscripción de cursos</a:t>
            </a:r>
            <a:endParaRPr lang="es-CL" dirty="0">
              <a:solidFill>
                <a:schemeClr val="tx2"/>
              </a:solidFill>
            </a:endParaRPr>
          </a:p>
        </p:txBody>
      </p:sp>
      <p:sp>
        <p:nvSpPr>
          <p:cNvPr id="7" name="Vertical Text Placeholder 3">
            <a:extLst>
              <a:ext uri="{FF2B5EF4-FFF2-40B4-BE49-F238E27FC236}">
                <a16:creationId xmlns:a16="http://schemas.microsoft.com/office/drawing/2014/main" id="{C031A173-880F-0E1B-25E5-A1B03E6E36AE}"/>
              </a:ext>
            </a:extLst>
          </p:cNvPr>
          <p:cNvSpPr txBox="1">
            <a:spLocks/>
          </p:cNvSpPr>
          <p:nvPr/>
        </p:nvSpPr>
        <p:spPr>
          <a:xfrm rot="10800000">
            <a:off x="0" y="596660"/>
            <a:ext cx="609600" cy="5486399"/>
          </a:xfrm>
          <a:prstGeom prst="rect">
            <a:avLst/>
          </a:prstGeom>
        </p:spPr>
        <p:txBody>
          <a:bodyPr vert="eaVert" lIns="0" tIns="0" rIns="0" bIns="0" rtlCol="0" anchor="ctr">
            <a:noAutofit/>
          </a:bodyPr>
          <a:lstStyle>
            <a:lvl1pPr marL="0" indent="0" algn="ctr" defTabSz="914400" rtl="0" eaLnBrk="1" latinLnBrk="0" hangingPunct="1">
              <a:lnSpc>
                <a:spcPct val="110000"/>
              </a:lnSpc>
              <a:spcBef>
                <a:spcPts val="0"/>
              </a:spcBef>
              <a:spcAft>
                <a:spcPts val="600"/>
              </a:spcAft>
              <a:buFont typeface="Arial" panose="020B0604020202020204" pitchFamily="34" charset="0"/>
              <a:buNone/>
              <a:defRPr sz="1200" kern="1200" spc="300">
                <a:solidFill>
                  <a:schemeClr val="bg1">
                    <a:lumMod val="50000"/>
                  </a:schemeClr>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´Gestión de la Inscripción Académica</a:t>
            </a:r>
          </a:p>
        </p:txBody>
      </p:sp>
    </p:spTree>
    <p:extLst>
      <p:ext uri="{BB962C8B-B14F-4D97-AF65-F5344CB8AC3E}">
        <p14:creationId xmlns:p14="http://schemas.microsoft.com/office/powerpoint/2010/main" val="2010004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3">
            <a:extLst>
              <a:ext uri="{FF2B5EF4-FFF2-40B4-BE49-F238E27FC236}">
                <a16:creationId xmlns:a16="http://schemas.microsoft.com/office/drawing/2014/main" id="{CCA54959-6279-D1AE-349E-8840E0B3CBEC}"/>
              </a:ext>
            </a:extLst>
          </p:cNvPr>
          <p:cNvSpPr txBox="1">
            <a:spLocks/>
          </p:cNvSpPr>
          <p:nvPr/>
        </p:nvSpPr>
        <p:spPr>
          <a:xfrm>
            <a:off x="1104900" y="45212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err="1">
                <a:solidFill>
                  <a:schemeClr val="tx2"/>
                </a:solidFill>
              </a:rPr>
              <a:t>Overview</a:t>
            </a:r>
            <a:r>
              <a:rPr lang="es-ES_tradnl" dirty="0">
                <a:solidFill>
                  <a:schemeClr val="tx2"/>
                </a:solidFill>
              </a:rPr>
              <a:t>: Capacidad operativa </a:t>
            </a:r>
            <a:r>
              <a:rPr lang="es-419" dirty="0">
                <a:solidFill>
                  <a:schemeClr val="tx2"/>
                </a:solidFill>
              </a:rPr>
              <a:t>Gestionar la inscripción de cursos</a:t>
            </a:r>
            <a:endParaRPr lang="es-419" sz="3200" dirty="0"/>
          </a:p>
        </p:txBody>
      </p:sp>
      <p:pic>
        <p:nvPicPr>
          <p:cNvPr id="2" name="Picture 49">
            <a:extLst>
              <a:ext uri="{FF2B5EF4-FFF2-40B4-BE49-F238E27FC236}">
                <a16:creationId xmlns:a16="http://schemas.microsoft.com/office/drawing/2014/main" id="{F747E82D-4004-F481-DBFE-93BF2BFB3E5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34" r="840" b="2225"/>
          <a:stretch>
            <a:fillRect/>
          </a:stretch>
        </p:blipFill>
        <p:spPr bwMode="auto">
          <a:xfrm>
            <a:off x="1457864" y="1803624"/>
            <a:ext cx="9622905" cy="3372226"/>
          </a:xfrm>
          <a:prstGeom prst="rect">
            <a:avLst/>
          </a:prstGeom>
          <a:noFill/>
          <a:ln>
            <a:noFill/>
          </a:ln>
          <a:extLst>
            <a:ext uri="{53640926-AAD7-44D8-BBD7-CCE9431645EC}">
              <a14:shadowObscured xmlns:a14="http://schemas.microsoft.com/office/drawing/2010/main"/>
            </a:ext>
          </a:extLst>
        </p:spPr>
      </p:pic>
      <p:sp>
        <p:nvSpPr>
          <p:cNvPr id="7" name="Vertical Text Placeholder 3">
            <a:extLst>
              <a:ext uri="{FF2B5EF4-FFF2-40B4-BE49-F238E27FC236}">
                <a16:creationId xmlns:a16="http://schemas.microsoft.com/office/drawing/2014/main" id="{13913AA1-AF07-8DBA-ED4D-D5C0F670DEA1}"/>
              </a:ext>
            </a:extLst>
          </p:cNvPr>
          <p:cNvSpPr>
            <a:spLocks noGrp="1"/>
          </p:cNvSpPr>
          <p:nvPr>
            <p:ph type="body" orient="vert" sz="quarter" idx="17"/>
          </p:nvPr>
        </p:nvSpPr>
        <p:spPr>
          <a:xfrm rot="10800000">
            <a:off x="0" y="685800"/>
            <a:ext cx="609600" cy="5486399"/>
          </a:xfrm>
        </p:spPr>
        <p:txBody>
          <a:bodyPr/>
          <a:lstStyle/>
          <a:p>
            <a:r>
              <a:rPr lang="es-419" sz="1200" dirty="0"/>
              <a:t>´Gestión de la Inscripción Académica</a:t>
            </a:r>
          </a:p>
        </p:txBody>
      </p:sp>
    </p:spTree>
    <p:extLst>
      <p:ext uri="{BB962C8B-B14F-4D97-AF65-F5344CB8AC3E}">
        <p14:creationId xmlns:p14="http://schemas.microsoft.com/office/powerpoint/2010/main" val="1133054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descr="Imagen que contiene texto, mapa&#10;&#10;Descripción generada automáticamente">
            <a:extLst>
              <a:ext uri="{FF2B5EF4-FFF2-40B4-BE49-F238E27FC236}">
                <a16:creationId xmlns:a16="http://schemas.microsoft.com/office/drawing/2014/main" id="{171DEDFE-F050-E179-A066-C9F72BC68D9D}"/>
              </a:ext>
            </a:extLst>
          </p:cNvPr>
          <p:cNvPicPr>
            <a:picLocks noChangeAspect="1"/>
          </p:cNvPicPr>
          <p:nvPr/>
        </p:nvPicPr>
        <p:blipFill rotWithShape="1">
          <a:blip r:embed="rId2"/>
          <a:srcRect l="14657" t="34650" b="2103"/>
          <a:stretch/>
        </p:blipFill>
        <p:spPr>
          <a:xfrm>
            <a:off x="3832167" y="1425069"/>
            <a:ext cx="4750021" cy="5049719"/>
          </a:xfrm>
          <a:prstGeom prst="rect">
            <a:avLst/>
          </a:prstGeom>
        </p:spPr>
      </p:pic>
      <p:sp>
        <p:nvSpPr>
          <p:cNvPr id="9" name="CuadroTexto 8">
            <a:extLst>
              <a:ext uri="{FF2B5EF4-FFF2-40B4-BE49-F238E27FC236}">
                <a16:creationId xmlns:a16="http://schemas.microsoft.com/office/drawing/2014/main" id="{CDA0D89D-33DC-4151-D805-A43C6E21B822}"/>
              </a:ext>
            </a:extLst>
          </p:cNvPr>
          <p:cNvSpPr txBox="1"/>
          <p:nvPr/>
        </p:nvSpPr>
        <p:spPr>
          <a:xfrm>
            <a:off x="8921175" y="2785533"/>
            <a:ext cx="2111475" cy="584775"/>
          </a:xfrm>
          <a:prstGeom prst="rect">
            <a:avLst/>
          </a:prstGeom>
          <a:noFill/>
        </p:spPr>
        <p:txBody>
          <a:bodyPr wrap="none" rtlCol="0">
            <a:spAutoFit/>
          </a:bodyPr>
          <a:lstStyle/>
          <a:p>
            <a:r>
              <a:rPr lang="es-ES_tradnl" sz="3200" b="1" dirty="0"/>
              <a:t>Todo LAC</a:t>
            </a:r>
          </a:p>
        </p:txBody>
      </p:sp>
      <p:sp>
        <p:nvSpPr>
          <p:cNvPr id="7" name="Título 3">
            <a:extLst>
              <a:ext uri="{FF2B5EF4-FFF2-40B4-BE49-F238E27FC236}">
                <a16:creationId xmlns:a16="http://schemas.microsoft.com/office/drawing/2014/main" id="{41A78240-C607-71D5-FFEE-AC493BD21BE1}"/>
              </a:ext>
            </a:extLst>
          </p:cNvPr>
          <p:cNvSpPr txBox="1">
            <a:spLocks/>
          </p:cNvSpPr>
          <p:nvPr/>
        </p:nvSpPr>
        <p:spPr>
          <a:xfrm>
            <a:off x="1104900" y="276729"/>
            <a:ext cx="10477497" cy="104674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 Macroproceso </a:t>
            </a:r>
            <a:r>
              <a:rPr lang="es-419" dirty="0">
                <a:solidFill>
                  <a:schemeClr val="tx2"/>
                </a:solidFill>
              </a:rPr>
              <a:t>Gestionar la inscripción de cursos – Proyección Académica</a:t>
            </a:r>
          </a:p>
        </p:txBody>
      </p:sp>
      <p:sp>
        <p:nvSpPr>
          <p:cNvPr id="5" name="Vertical Text Placeholder 3">
            <a:extLst>
              <a:ext uri="{FF2B5EF4-FFF2-40B4-BE49-F238E27FC236}">
                <a16:creationId xmlns:a16="http://schemas.microsoft.com/office/drawing/2014/main" id="{E3F09ABA-D646-212F-379A-73C0460B3E8C}"/>
              </a:ext>
            </a:extLst>
          </p:cNvPr>
          <p:cNvSpPr>
            <a:spLocks noGrp="1"/>
          </p:cNvSpPr>
          <p:nvPr>
            <p:ph type="body" orient="vert" sz="quarter" idx="17"/>
          </p:nvPr>
        </p:nvSpPr>
        <p:spPr>
          <a:xfrm rot="10800000">
            <a:off x="0" y="685800"/>
            <a:ext cx="609600" cy="5486399"/>
          </a:xfrm>
        </p:spPr>
        <p:txBody>
          <a:bodyPr/>
          <a:lstStyle/>
          <a:p>
            <a:r>
              <a:rPr lang="es-419" sz="1200" dirty="0"/>
              <a:t>´Gestión de la Inscripción Académica</a:t>
            </a:r>
          </a:p>
        </p:txBody>
      </p:sp>
    </p:spTree>
    <p:extLst>
      <p:ext uri="{BB962C8B-B14F-4D97-AF65-F5344CB8AC3E}">
        <p14:creationId xmlns:p14="http://schemas.microsoft.com/office/powerpoint/2010/main" val="3515497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endParaRPr lang="es-419" dirty="0"/>
          </a:p>
        </p:txBody>
      </p:sp>
      <p:sp>
        <p:nvSpPr>
          <p:cNvPr id="6" name="Título 3">
            <a:extLst>
              <a:ext uri="{FF2B5EF4-FFF2-40B4-BE49-F238E27FC236}">
                <a16:creationId xmlns:a16="http://schemas.microsoft.com/office/drawing/2014/main" id="{CCA54959-6279-D1AE-349E-8840E0B3CBEC}"/>
              </a:ext>
            </a:extLst>
          </p:cNvPr>
          <p:cNvSpPr txBox="1">
            <a:spLocks/>
          </p:cNvSpPr>
          <p:nvPr/>
        </p:nvSpPr>
        <p:spPr>
          <a:xfrm>
            <a:off x="1104900" y="452120"/>
            <a:ext cx="10477497" cy="898555"/>
          </a:xfrm>
          <a:prstGeom prst="rect">
            <a:avLst/>
          </a:prstGeom>
        </p:spPr>
        <p:txBody>
          <a:bodyPr vert="horz" lIns="0" tIns="0" rIns="0" bIns="0" rtlCol="0" anchor="t" anchorCtr="0">
            <a:noAutofit/>
          </a:bodyPr>
          <a:lstStyle>
            <a:defPPr>
              <a:defRPr lang="en-US"/>
            </a:defPPr>
            <a:lvl1pPr>
              <a:lnSpc>
                <a:spcPct val="90000"/>
              </a:lnSpc>
              <a:spcBef>
                <a:spcPct val="0"/>
              </a:spcBef>
              <a:buNone/>
              <a:defRPr sz="3200" b="1">
                <a:solidFill>
                  <a:schemeClr val="tx2"/>
                </a:solidFill>
                <a:latin typeface="+mj-lt"/>
                <a:ea typeface="+mj-ea"/>
                <a:cs typeface="+mj-cs"/>
              </a:defRPr>
            </a:lvl1pPr>
          </a:lstStyle>
          <a:p>
            <a:r>
              <a:rPr lang="es-ES_tradnl" dirty="0"/>
              <a:t>Overview: </a:t>
            </a:r>
            <a:r>
              <a:rPr lang="es-CO" dirty="0"/>
              <a:t>Gestión de la Inscripción Académica</a:t>
            </a:r>
            <a:r>
              <a:rPr lang="es-419" dirty="0"/>
              <a:t>– Inscripción de Cursos - Ejecutar la inscripción de cursos por </a:t>
            </a:r>
            <a:r>
              <a:rPr lang="es-419" dirty="0" err="1"/>
              <a:t>backoffice</a:t>
            </a:r>
            <a:endParaRPr lang="es-419" dirty="0"/>
          </a:p>
          <a:p>
            <a:endParaRPr lang="es-419" dirty="0"/>
          </a:p>
        </p:txBody>
      </p:sp>
      <p:pic>
        <p:nvPicPr>
          <p:cNvPr id="2" name="Imagen 1" descr="Diagrama&#10;&#10;Descripción generada automáticamente">
            <a:extLst>
              <a:ext uri="{FF2B5EF4-FFF2-40B4-BE49-F238E27FC236}">
                <a16:creationId xmlns:a16="http://schemas.microsoft.com/office/drawing/2014/main" id="{6B9F4201-1243-5613-9769-9961205D3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341" t="3800" r="4240" b="3250"/>
          <a:stretch/>
        </p:blipFill>
        <p:spPr bwMode="auto">
          <a:xfrm>
            <a:off x="1104900" y="2244074"/>
            <a:ext cx="10251948" cy="2433891"/>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75546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5A6BF-A195-B50F-C3BB-73FFCB6357F8}"/>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51945B24-A53A-5B2A-A335-1B6099500175}"/>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endParaRPr lang="es-419" dirty="0"/>
          </a:p>
        </p:txBody>
      </p:sp>
      <p:sp>
        <p:nvSpPr>
          <p:cNvPr id="7" name="Título 3">
            <a:extLst>
              <a:ext uri="{FF2B5EF4-FFF2-40B4-BE49-F238E27FC236}">
                <a16:creationId xmlns:a16="http://schemas.microsoft.com/office/drawing/2014/main" id="{66B5A0C4-0379-D054-42EB-7E956BE2ED30}"/>
              </a:ext>
            </a:extLst>
          </p:cNvPr>
          <p:cNvSpPr txBox="1">
            <a:spLocks/>
          </p:cNvSpPr>
          <p:nvPr/>
        </p:nvSpPr>
        <p:spPr>
          <a:xfrm>
            <a:off x="1104900" y="452120"/>
            <a:ext cx="10477497" cy="898555"/>
          </a:xfrm>
          <a:prstGeom prst="rect">
            <a:avLst/>
          </a:prstGeom>
        </p:spPr>
        <p:txBody>
          <a:bodyPr vert="horz" lIns="0" tIns="0" rIns="0" bIns="0" rtlCol="0" anchor="t" anchorCtr="0">
            <a:noAutofit/>
          </a:bodyPr>
          <a:lstStyle>
            <a:defPPr>
              <a:defRPr lang="en-US"/>
            </a:defPPr>
            <a:lvl1pPr>
              <a:lnSpc>
                <a:spcPct val="90000"/>
              </a:lnSpc>
              <a:spcBef>
                <a:spcPct val="0"/>
              </a:spcBef>
              <a:buNone/>
              <a:defRPr sz="3200" b="1">
                <a:solidFill>
                  <a:schemeClr val="tx2"/>
                </a:solidFill>
                <a:latin typeface="+mj-lt"/>
                <a:ea typeface="+mj-ea"/>
                <a:cs typeface="+mj-cs"/>
              </a:defRPr>
            </a:lvl1pPr>
          </a:lstStyle>
          <a:p>
            <a:r>
              <a:rPr lang="es-ES_tradnl" dirty="0"/>
              <a:t>Overview: </a:t>
            </a:r>
            <a:r>
              <a:rPr lang="es-CO" dirty="0"/>
              <a:t>Procedimiento </a:t>
            </a:r>
            <a:r>
              <a:rPr lang="es-419" dirty="0"/>
              <a:t>Ejecutar la inscripción de cursos por </a:t>
            </a:r>
            <a:r>
              <a:rPr lang="es-419" dirty="0" err="1"/>
              <a:t>backoffice</a:t>
            </a:r>
            <a:endParaRPr lang="es-419" dirty="0"/>
          </a:p>
        </p:txBody>
      </p:sp>
      <p:sp>
        <p:nvSpPr>
          <p:cNvPr id="4" name="Marcador de texto 1">
            <a:extLst>
              <a:ext uri="{FF2B5EF4-FFF2-40B4-BE49-F238E27FC236}">
                <a16:creationId xmlns:a16="http://schemas.microsoft.com/office/drawing/2014/main" id="{07B16285-E536-FD06-1C3C-4C5E637169C0}"/>
              </a:ext>
            </a:extLst>
          </p:cNvPr>
          <p:cNvSpPr txBox="1">
            <a:spLocks/>
          </p:cNvSpPr>
          <p:nvPr/>
        </p:nvSpPr>
        <p:spPr>
          <a:xfrm>
            <a:off x="986952" y="1746043"/>
            <a:ext cx="10350709" cy="3725360"/>
          </a:xfrm>
          <a:prstGeom prst="rect">
            <a:avLst/>
          </a:prstGeom>
        </p:spPr>
        <p:txBody>
          <a:bodyPr vert="horz" lIns="91440" tIns="45720" rIns="91440" bIns="45720" rtlCol="0" anchor="ctr">
            <a:noAutofit/>
          </a:bodyPr>
          <a:lstStyle>
            <a:lvl1pPr marL="174625" indent="-174625" algn="l" defTabSz="914400" rtl="0" eaLnBrk="1" latinLnBrk="0" hangingPunct="1">
              <a:lnSpc>
                <a:spcPct val="100000"/>
              </a:lnSpc>
              <a:spcBef>
                <a:spcPts val="1000"/>
              </a:spcBef>
              <a:buClr>
                <a:schemeClr val="accent2"/>
              </a:buClr>
              <a:buFont typeface="Arial" panose="020B0604020202020204" pitchFamily="34" charset="0"/>
              <a:buChar char="•"/>
              <a:tabLst/>
              <a:defRPr sz="1600" kern="1200">
                <a:solidFill>
                  <a:schemeClr val="tx1"/>
                </a:solidFill>
                <a:latin typeface="+mn-lt"/>
                <a:ea typeface="+mn-ea"/>
                <a:cs typeface="+mn-cs"/>
              </a:defRPr>
            </a:lvl1pPr>
            <a:lvl2pPr marL="342900" indent="-168275" algn="l" defTabSz="914400" rtl="0" eaLnBrk="1" latinLnBrk="0" hangingPunct="1">
              <a:lnSpc>
                <a:spcPct val="100000"/>
              </a:lnSpc>
              <a:spcBef>
                <a:spcPts val="500"/>
              </a:spcBef>
              <a:buClr>
                <a:schemeClr val="accent2"/>
              </a:buClr>
              <a:buFont typeface="Arial" panose="020B0604020202020204" pitchFamily="34" charset="0"/>
              <a:buChar char="•"/>
              <a:tabLst/>
              <a:defRPr sz="1600" kern="1200">
                <a:solidFill>
                  <a:schemeClr val="tx1"/>
                </a:solidFill>
                <a:latin typeface="+mn-lt"/>
                <a:ea typeface="+mn-ea"/>
                <a:cs typeface="+mn-cs"/>
              </a:defRPr>
            </a:lvl2pPr>
            <a:lvl3pPr marL="519113" indent="-176213" algn="l" defTabSz="914400" rtl="0" eaLnBrk="1" latinLnBrk="0" hangingPunct="1">
              <a:lnSpc>
                <a:spcPct val="100000"/>
              </a:lnSpc>
              <a:spcBef>
                <a:spcPts val="500"/>
              </a:spcBef>
              <a:buClr>
                <a:schemeClr val="accent2"/>
              </a:buClr>
              <a:buFont typeface="Arial" panose="020B0604020202020204" pitchFamily="34" charset="0"/>
              <a:buChar char="•"/>
              <a:tabLst/>
              <a:defRPr sz="1600" kern="1200">
                <a:solidFill>
                  <a:schemeClr val="tx1"/>
                </a:solidFill>
                <a:latin typeface="+mn-lt"/>
                <a:ea typeface="+mn-ea"/>
                <a:cs typeface="+mn-cs"/>
              </a:defRPr>
            </a:lvl3pPr>
            <a:lvl4pPr marL="685800" indent="-166688" algn="l" defTabSz="914400" rtl="0" eaLnBrk="1" latinLnBrk="0" hangingPunct="1">
              <a:lnSpc>
                <a:spcPct val="100000"/>
              </a:lnSpc>
              <a:spcBef>
                <a:spcPts val="500"/>
              </a:spcBef>
              <a:buClr>
                <a:schemeClr val="accent2"/>
              </a:buClr>
              <a:buFont typeface="Arial" panose="020B0604020202020204" pitchFamily="34" charset="0"/>
              <a:buChar char="•"/>
              <a:tabLst/>
              <a:defRPr sz="1600" kern="1200">
                <a:solidFill>
                  <a:schemeClr val="tx1"/>
                </a:solidFill>
                <a:latin typeface="+mn-lt"/>
                <a:ea typeface="+mn-ea"/>
                <a:cs typeface="+mn-cs"/>
              </a:defRPr>
            </a:lvl4pPr>
            <a:lvl5pPr marL="862013" indent="-176213" algn="l" defTabSz="914400" rtl="0" eaLnBrk="1" latinLnBrk="0" hangingPunct="1">
              <a:lnSpc>
                <a:spcPct val="100000"/>
              </a:lnSpc>
              <a:spcBef>
                <a:spcPts val="500"/>
              </a:spcBef>
              <a:buClr>
                <a:schemeClr val="accent2"/>
              </a:buClr>
              <a:buFont typeface="Arial" panose="020B0604020202020204" pitchFamily="34" charset="0"/>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Clr>
                <a:schemeClr val="tx1"/>
              </a:buClr>
              <a:buFont typeface="Wingdings" panose="05000000000000000000" pitchFamily="2" charset="2"/>
              <a:buChar char="v"/>
            </a:pPr>
            <a:r>
              <a:rPr lang="es-419" sz="2400" dirty="0">
                <a:solidFill>
                  <a:srgbClr val="7030A0"/>
                </a:solidFill>
              </a:rPr>
              <a:t>La inscripción por </a:t>
            </a:r>
            <a:r>
              <a:rPr lang="es-419" sz="2400" dirty="0" err="1">
                <a:solidFill>
                  <a:srgbClr val="7030A0"/>
                </a:solidFill>
              </a:rPr>
              <a:t>backoffice</a:t>
            </a:r>
            <a:r>
              <a:rPr lang="es-419" sz="2400" dirty="0">
                <a:solidFill>
                  <a:srgbClr val="7030A0"/>
                </a:solidFill>
              </a:rPr>
              <a:t> permite que área administrativa realice la inscripción de los NRC del estudiante directamente a su carga académica de SFAREGS.</a:t>
            </a:r>
          </a:p>
          <a:p>
            <a:pPr algn="just">
              <a:buClr>
                <a:schemeClr val="tx1"/>
              </a:buClr>
              <a:buFont typeface="Wingdings" panose="05000000000000000000" pitchFamily="2" charset="2"/>
              <a:buChar char="v"/>
            </a:pPr>
            <a:r>
              <a:rPr lang="es-419" sz="2400" dirty="0">
                <a:solidFill>
                  <a:srgbClr val="7030A0"/>
                </a:solidFill>
              </a:rPr>
              <a:t>La inscripción por </a:t>
            </a:r>
            <a:r>
              <a:rPr lang="es-419" sz="2400" dirty="0" err="1">
                <a:solidFill>
                  <a:srgbClr val="7030A0"/>
                </a:solidFill>
              </a:rPr>
              <a:t>backoffice</a:t>
            </a:r>
            <a:r>
              <a:rPr lang="es-419" sz="2400" dirty="0">
                <a:solidFill>
                  <a:srgbClr val="7030A0"/>
                </a:solidFill>
              </a:rPr>
              <a:t>, Ellucian Student realiza la verificación de errores de inscripción, por ende, es responsabilidad de la institución abordar estos potenciales errores siendo la acción más frecuente la corrección de los mismos y no el sobrepaso a los errores identificados.</a:t>
            </a:r>
          </a:p>
        </p:txBody>
      </p:sp>
    </p:spTree>
    <p:extLst>
      <p:ext uri="{BB962C8B-B14F-4D97-AF65-F5344CB8AC3E}">
        <p14:creationId xmlns:p14="http://schemas.microsoft.com/office/powerpoint/2010/main" val="4032646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Ejecutar la inscripción de cursos por </a:t>
            </a:r>
            <a:r>
              <a:rPr lang="es-419" sz="1200" dirty="0" err="1"/>
              <a:t>backoffice</a:t>
            </a:r>
            <a:endParaRPr lang="es-419"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dirty="0"/>
              <a:t>CONFIGURACIONES</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690636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4143C752-CE26-5494-1CDC-DCEB0AE63DDC}"/>
              </a:ext>
            </a:extLst>
          </p:cNvPr>
          <p:cNvSpPr>
            <a:spLocks noGrp="1"/>
          </p:cNvSpPr>
          <p:nvPr>
            <p:ph type="body" sz="quarter" idx="10"/>
          </p:nvPr>
        </p:nvSpPr>
        <p:spPr>
          <a:xfrm>
            <a:off x="914399" y="2238843"/>
            <a:ext cx="10363202" cy="669094"/>
          </a:xfrm>
        </p:spPr>
        <p:txBody>
          <a:bodyPr/>
          <a:lstStyle/>
          <a:p>
            <a:r>
              <a:rPr lang="es-ES_tradnl" dirty="0"/>
              <a:t>Control de periodo</a:t>
            </a:r>
            <a:endParaRPr lang="es-419" dirty="0"/>
          </a:p>
        </p:txBody>
      </p:sp>
      <p:sp>
        <p:nvSpPr>
          <p:cNvPr id="2" name="Marcador de texto vertical 1">
            <a:extLst>
              <a:ext uri="{FF2B5EF4-FFF2-40B4-BE49-F238E27FC236}">
                <a16:creationId xmlns:a16="http://schemas.microsoft.com/office/drawing/2014/main" id="{0320B4EA-306B-0CB1-7AEB-BCE5B580A23E}"/>
              </a:ext>
            </a:extLst>
          </p:cNvPr>
          <p:cNvSpPr>
            <a:spLocks noGrp="1"/>
          </p:cNvSpPr>
          <p:nvPr>
            <p:ph type="body" sz="quarter" idx="11"/>
          </p:nvPr>
        </p:nvSpPr>
        <p:spPr/>
        <p:txBody>
          <a:bodyPr vert="horz" lIns="0" tIns="0" rIns="0" bIns="0" rtlCol="0">
            <a:spAutoFit/>
          </a:bodyPr>
          <a:lstStyle/>
          <a:p>
            <a:r>
              <a:rPr lang="es-419" dirty="0"/>
              <a:t>Ejecutar la inscripción de cursos por </a:t>
            </a:r>
            <a:r>
              <a:rPr lang="es-419" dirty="0" err="1"/>
              <a:t>backoffice</a:t>
            </a:r>
            <a:endParaRPr lang="es-419" dirty="0"/>
          </a:p>
        </p:txBody>
      </p:sp>
    </p:spTree>
    <p:extLst>
      <p:ext uri="{BB962C8B-B14F-4D97-AF65-F5344CB8AC3E}">
        <p14:creationId xmlns:p14="http://schemas.microsoft.com/office/powerpoint/2010/main" val="761672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88E27-D1EF-76A9-43F2-F81781626A52}"/>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CF506EBA-B7C9-D0EF-7E9B-5524BFEA17A8}"/>
              </a:ext>
            </a:extLst>
          </p:cNvPr>
          <p:cNvPicPr>
            <a:picLocks noChangeAspect="1"/>
          </p:cNvPicPr>
          <p:nvPr/>
        </p:nvPicPr>
        <p:blipFill>
          <a:blip r:embed="rId3"/>
          <a:stretch>
            <a:fillRect/>
          </a:stretch>
        </p:blipFill>
        <p:spPr>
          <a:xfrm>
            <a:off x="775507" y="887685"/>
            <a:ext cx="10812836" cy="4682405"/>
          </a:xfrm>
          <a:prstGeom prst="rect">
            <a:avLst/>
          </a:prstGeom>
        </p:spPr>
      </p:pic>
      <p:sp>
        <p:nvSpPr>
          <p:cNvPr id="2" name="Marcador de texto vertical 1">
            <a:extLst>
              <a:ext uri="{FF2B5EF4-FFF2-40B4-BE49-F238E27FC236}">
                <a16:creationId xmlns:a16="http://schemas.microsoft.com/office/drawing/2014/main" id="{2EED8686-52DA-1917-086A-EA6490D3F5DF}"/>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endParaRPr lang="es-419" dirty="0"/>
          </a:p>
        </p:txBody>
      </p:sp>
      <p:sp>
        <p:nvSpPr>
          <p:cNvPr id="13" name="Title 12">
            <a:extLst>
              <a:ext uri="{FF2B5EF4-FFF2-40B4-BE49-F238E27FC236}">
                <a16:creationId xmlns:a16="http://schemas.microsoft.com/office/drawing/2014/main" id="{35B8105D-8D46-2D08-C9AE-F099A1C09B58}"/>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p>
        </p:txBody>
      </p:sp>
      <p:sp>
        <p:nvSpPr>
          <p:cNvPr id="8" name="Rectángulo: esquinas redondeadas 7">
            <a:extLst>
              <a:ext uri="{FF2B5EF4-FFF2-40B4-BE49-F238E27FC236}">
                <a16:creationId xmlns:a16="http://schemas.microsoft.com/office/drawing/2014/main" id="{31EBFF20-A2A8-5E02-FF02-B269CD933106}"/>
              </a:ext>
            </a:extLst>
          </p:cNvPr>
          <p:cNvSpPr/>
          <p:nvPr/>
        </p:nvSpPr>
        <p:spPr>
          <a:xfrm>
            <a:off x="2860792" y="4554018"/>
            <a:ext cx="7629408" cy="1139872"/>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Para activar la inscripción básica para un periodo académico, en SOATERM, siga los siguientes pasos:</a:t>
            </a:r>
          </a:p>
          <a:p>
            <a:endParaRPr lang="es-ES_tradnl" sz="1200" dirty="0"/>
          </a:p>
          <a:p>
            <a:pPr marL="228600" indent="-228600">
              <a:buFont typeface="+mj-lt"/>
              <a:buAutoNum type="arabicPeriod"/>
            </a:pPr>
            <a:r>
              <a:rPr lang="es-ES_tradnl" sz="1200" dirty="0"/>
              <a:t>En la pestaña ‘Inscripción’ , active la casilla “</a:t>
            </a:r>
            <a:r>
              <a:rPr lang="es-ES_tradnl" sz="1200" b="1" dirty="0"/>
              <a:t>Permitir</a:t>
            </a:r>
            <a:r>
              <a:rPr lang="es-ES_tradnl" sz="1200" dirty="0"/>
              <a:t>’</a:t>
            </a:r>
          </a:p>
          <a:p>
            <a:pPr marL="228600" indent="-228600">
              <a:buFont typeface="+mj-lt"/>
              <a:buAutoNum type="arabicPeriod"/>
            </a:pPr>
            <a:r>
              <a:rPr lang="es-ES_tradnl" sz="1200" dirty="0"/>
              <a:t>Active la opción  ‘</a:t>
            </a:r>
            <a:r>
              <a:rPr lang="es-ES_tradnl" sz="1200" b="1" dirty="0"/>
              <a:t>Plan de estudios requerido</a:t>
            </a:r>
            <a:r>
              <a:rPr lang="es-ES_tradnl" sz="1200" dirty="0"/>
              <a:t>’ </a:t>
            </a:r>
          </a:p>
          <a:p>
            <a:pPr marL="228600" indent="-228600">
              <a:buFont typeface="+mj-lt"/>
              <a:buAutoNum type="arabicPeriod"/>
            </a:pPr>
            <a:r>
              <a:rPr lang="es-ES_tradnl" sz="1200" dirty="0"/>
              <a:t>Active el Modelo de Inscripción ‘</a:t>
            </a:r>
            <a:r>
              <a:rPr lang="es-ES_tradnl" sz="1200" b="1" dirty="0"/>
              <a:t>Básico</a:t>
            </a:r>
            <a:r>
              <a:rPr lang="es-ES_tradnl" sz="1200" dirty="0"/>
              <a:t>’.</a:t>
            </a:r>
          </a:p>
        </p:txBody>
      </p:sp>
      <p:sp>
        <p:nvSpPr>
          <p:cNvPr id="9" name="Rectángulo 8">
            <a:extLst>
              <a:ext uri="{FF2B5EF4-FFF2-40B4-BE49-F238E27FC236}">
                <a16:creationId xmlns:a16="http://schemas.microsoft.com/office/drawing/2014/main" id="{B860CBB7-52F1-E328-D134-4A44108B6B8D}"/>
              </a:ext>
            </a:extLst>
          </p:cNvPr>
          <p:cNvSpPr/>
          <p:nvPr/>
        </p:nvSpPr>
        <p:spPr>
          <a:xfrm>
            <a:off x="1678662" y="4335321"/>
            <a:ext cx="581938" cy="21869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7" name="Rectángulo 16">
            <a:extLst>
              <a:ext uri="{FF2B5EF4-FFF2-40B4-BE49-F238E27FC236}">
                <a16:creationId xmlns:a16="http://schemas.microsoft.com/office/drawing/2014/main" id="{4B9D6BBC-6F5A-A2E0-F8A2-87373DB3C85E}"/>
              </a:ext>
            </a:extLst>
          </p:cNvPr>
          <p:cNvSpPr/>
          <p:nvPr/>
        </p:nvSpPr>
        <p:spPr>
          <a:xfrm>
            <a:off x="1678662" y="2659896"/>
            <a:ext cx="581938" cy="21869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17">
            <a:extLst>
              <a:ext uri="{FF2B5EF4-FFF2-40B4-BE49-F238E27FC236}">
                <a16:creationId xmlns:a16="http://schemas.microsoft.com/office/drawing/2014/main" id="{F7189F7D-6BB1-7676-EB52-F820518DA08D}"/>
              </a:ext>
            </a:extLst>
          </p:cNvPr>
          <p:cNvSpPr/>
          <p:nvPr/>
        </p:nvSpPr>
        <p:spPr>
          <a:xfrm>
            <a:off x="5209262" y="2984791"/>
            <a:ext cx="1318538" cy="21869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9" name="Rectángulo redondeado 15">
            <a:extLst>
              <a:ext uri="{FF2B5EF4-FFF2-40B4-BE49-F238E27FC236}">
                <a16:creationId xmlns:a16="http://schemas.microsoft.com/office/drawing/2014/main" id="{1F0D4610-DC62-0DDD-C7F5-5D0D6F82BC86}"/>
              </a:ext>
            </a:extLst>
          </p:cNvPr>
          <p:cNvSpPr/>
          <p:nvPr/>
        </p:nvSpPr>
        <p:spPr>
          <a:xfrm>
            <a:off x="2297371" y="2579489"/>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20" name="Rectángulo redondeado 15">
            <a:extLst>
              <a:ext uri="{FF2B5EF4-FFF2-40B4-BE49-F238E27FC236}">
                <a16:creationId xmlns:a16="http://schemas.microsoft.com/office/drawing/2014/main" id="{EE3FAC36-53F4-5A7C-0B23-08EE10D19E12}"/>
              </a:ext>
            </a:extLst>
          </p:cNvPr>
          <p:cNvSpPr/>
          <p:nvPr/>
        </p:nvSpPr>
        <p:spPr>
          <a:xfrm>
            <a:off x="4914221" y="2891292"/>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21" name="Rectángulo redondeado 15">
            <a:extLst>
              <a:ext uri="{FF2B5EF4-FFF2-40B4-BE49-F238E27FC236}">
                <a16:creationId xmlns:a16="http://schemas.microsoft.com/office/drawing/2014/main" id="{15109762-B616-B0A8-DA61-C565FA5A0CBD}"/>
              </a:ext>
            </a:extLst>
          </p:cNvPr>
          <p:cNvSpPr/>
          <p:nvPr/>
        </p:nvSpPr>
        <p:spPr>
          <a:xfrm>
            <a:off x="1337439" y="4283855"/>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Tree>
    <p:extLst>
      <p:ext uri="{BB962C8B-B14F-4D97-AF65-F5344CB8AC3E}">
        <p14:creationId xmlns:p14="http://schemas.microsoft.com/office/powerpoint/2010/main" val="1725009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28A75-B353-F3AC-0889-50B2C9DBFCA3}"/>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7707397E-57D6-789B-D240-654A6F14F0DD}"/>
              </a:ext>
            </a:extLst>
          </p:cNvPr>
          <p:cNvPicPr>
            <a:picLocks noChangeAspect="1"/>
          </p:cNvPicPr>
          <p:nvPr/>
        </p:nvPicPr>
        <p:blipFill>
          <a:blip r:embed="rId3"/>
          <a:stretch>
            <a:fillRect/>
          </a:stretch>
        </p:blipFill>
        <p:spPr>
          <a:xfrm>
            <a:off x="775507" y="884449"/>
            <a:ext cx="10812836" cy="4672714"/>
          </a:xfrm>
          <a:prstGeom prst="rect">
            <a:avLst/>
          </a:prstGeom>
        </p:spPr>
      </p:pic>
      <p:sp>
        <p:nvSpPr>
          <p:cNvPr id="2" name="Marcador de texto vertical 1">
            <a:extLst>
              <a:ext uri="{FF2B5EF4-FFF2-40B4-BE49-F238E27FC236}">
                <a16:creationId xmlns:a16="http://schemas.microsoft.com/office/drawing/2014/main" id="{582C77CB-5DB3-EA38-751A-F546743CBC8A}"/>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endParaRPr lang="es-419" dirty="0"/>
          </a:p>
        </p:txBody>
      </p:sp>
      <p:sp>
        <p:nvSpPr>
          <p:cNvPr id="13" name="Title 12">
            <a:extLst>
              <a:ext uri="{FF2B5EF4-FFF2-40B4-BE49-F238E27FC236}">
                <a16:creationId xmlns:a16="http://schemas.microsoft.com/office/drawing/2014/main" id="{D3E2CF92-01EB-27F4-E2F0-1411752A91E9}"/>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p>
        </p:txBody>
      </p:sp>
      <p:sp>
        <p:nvSpPr>
          <p:cNvPr id="8" name="Rectángulo: esquinas redondeadas 7">
            <a:extLst>
              <a:ext uri="{FF2B5EF4-FFF2-40B4-BE49-F238E27FC236}">
                <a16:creationId xmlns:a16="http://schemas.microsoft.com/office/drawing/2014/main" id="{E2F5D371-D3D7-F543-31DB-742F83FFEC59}"/>
              </a:ext>
            </a:extLst>
          </p:cNvPr>
          <p:cNvSpPr/>
          <p:nvPr/>
        </p:nvSpPr>
        <p:spPr>
          <a:xfrm>
            <a:off x="2363040" y="5332691"/>
            <a:ext cx="7629408" cy="938807"/>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5"/>
            </a:pPr>
            <a:r>
              <a:rPr lang="es-ES_tradnl" sz="1200" dirty="0"/>
              <a:t>En la pestaña ‘Verificación de errores de inscripción’ , se deben configurar las distintas acciones que ha de realizar Banner si en el proceso de inscripción encuentra algún error asociado. Se sugiere colocar en fatal aquellos elementos que, según el modelo de UAI, se controlen desde la programación académica o desde el catálogo, según lo que se indica en las siguientes 4 diapositivas.</a:t>
            </a:r>
          </a:p>
        </p:txBody>
      </p:sp>
      <p:sp>
        <p:nvSpPr>
          <p:cNvPr id="17" name="Rectángulo 16">
            <a:extLst>
              <a:ext uri="{FF2B5EF4-FFF2-40B4-BE49-F238E27FC236}">
                <a16:creationId xmlns:a16="http://schemas.microsoft.com/office/drawing/2014/main" id="{F0AE4108-D870-75D2-2AF8-85194FBE3CF2}"/>
              </a:ext>
            </a:extLst>
          </p:cNvPr>
          <p:cNvSpPr/>
          <p:nvPr/>
        </p:nvSpPr>
        <p:spPr>
          <a:xfrm>
            <a:off x="775507" y="1638300"/>
            <a:ext cx="10812836" cy="342900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5" name="Rectángulo redondeado 15">
            <a:extLst>
              <a:ext uri="{FF2B5EF4-FFF2-40B4-BE49-F238E27FC236}">
                <a16:creationId xmlns:a16="http://schemas.microsoft.com/office/drawing/2014/main" id="{92AB4288-6358-5898-E289-E6AAF23F2E6D}"/>
              </a:ext>
            </a:extLst>
          </p:cNvPr>
          <p:cNvSpPr/>
          <p:nvPr/>
        </p:nvSpPr>
        <p:spPr>
          <a:xfrm>
            <a:off x="645163" y="1439386"/>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Tree>
    <p:extLst>
      <p:ext uri="{BB962C8B-B14F-4D97-AF65-F5344CB8AC3E}">
        <p14:creationId xmlns:p14="http://schemas.microsoft.com/office/powerpoint/2010/main" val="1323786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CE4E3-7480-9531-2C10-028AB2122397}"/>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D686F9F1-D52E-BD5A-36BA-FB1B3CF6CE58}"/>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r>
              <a:rPr lang="es-419" sz="1200" dirty="0"/>
              <a:t> por bloques</a:t>
            </a:r>
            <a:endParaRPr lang="es-419" dirty="0"/>
          </a:p>
        </p:txBody>
      </p:sp>
      <p:sp>
        <p:nvSpPr>
          <p:cNvPr id="13" name="Title 12">
            <a:extLst>
              <a:ext uri="{FF2B5EF4-FFF2-40B4-BE49-F238E27FC236}">
                <a16:creationId xmlns:a16="http://schemas.microsoft.com/office/drawing/2014/main" id="{17CB3015-E875-ED62-BE1F-538974F3AF75}"/>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p>
        </p:txBody>
      </p:sp>
      <p:graphicFrame>
        <p:nvGraphicFramePr>
          <p:cNvPr id="3" name="Tabla 2">
            <a:extLst>
              <a:ext uri="{FF2B5EF4-FFF2-40B4-BE49-F238E27FC236}">
                <a16:creationId xmlns:a16="http://schemas.microsoft.com/office/drawing/2014/main" id="{6E290DEE-E326-1D5C-1D8E-6CB652830B7A}"/>
              </a:ext>
            </a:extLst>
          </p:cNvPr>
          <p:cNvGraphicFramePr>
            <a:graphicFrameLocks noGrp="1"/>
          </p:cNvGraphicFramePr>
          <p:nvPr/>
        </p:nvGraphicFramePr>
        <p:xfrm>
          <a:off x="938996" y="753891"/>
          <a:ext cx="10477497" cy="5432072"/>
        </p:xfrm>
        <a:graphic>
          <a:graphicData uri="http://schemas.openxmlformats.org/drawingml/2006/table">
            <a:tbl>
              <a:tblPr firstRow="1" bandRow="1">
                <a:tableStyleId>{5C22544A-7EE6-4342-B048-85BDC9FD1C3A}</a:tableStyleId>
              </a:tblPr>
              <a:tblGrid>
                <a:gridCol w="3492499">
                  <a:extLst>
                    <a:ext uri="{9D8B030D-6E8A-4147-A177-3AD203B41FA5}">
                      <a16:colId xmlns:a16="http://schemas.microsoft.com/office/drawing/2014/main" val="324557172"/>
                    </a:ext>
                  </a:extLst>
                </a:gridCol>
                <a:gridCol w="3492499">
                  <a:extLst>
                    <a:ext uri="{9D8B030D-6E8A-4147-A177-3AD203B41FA5}">
                      <a16:colId xmlns:a16="http://schemas.microsoft.com/office/drawing/2014/main" val="2538440960"/>
                    </a:ext>
                  </a:extLst>
                </a:gridCol>
                <a:gridCol w="3492499">
                  <a:extLst>
                    <a:ext uri="{9D8B030D-6E8A-4147-A177-3AD203B41FA5}">
                      <a16:colId xmlns:a16="http://schemas.microsoft.com/office/drawing/2014/main" val="1321517792"/>
                    </a:ext>
                  </a:extLst>
                </a:gridCol>
              </a:tblGrid>
              <a:tr h="402872">
                <a:tc>
                  <a:txBody>
                    <a:bodyPr/>
                    <a:lstStyle/>
                    <a:p>
                      <a:r>
                        <a:rPr lang="es-419" sz="1400" dirty="0"/>
                        <a:t>Elemento</a:t>
                      </a:r>
                    </a:p>
                  </a:txBody>
                  <a:tcPr/>
                </a:tc>
                <a:tc>
                  <a:txBody>
                    <a:bodyPr/>
                    <a:lstStyle/>
                    <a:p>
                      <a:r>
                        <a:rPr lang="es-419" sz="1400" dirty="0"/>
                        <a:t>Descripción</a:t>
                      </a:r>
                    </a:p>
                  </a:txBody>
                  <a:tcPr/>
                </a:tc>
                <a:tc>
                  <a:txBody>
                    <a:bodyPr/>
                    <a:lstStyle/>
                    <a:p>
                      <a:r>
                        <a:rPr lang="es-419" sz="1400" dirty="0"/>
                        <a:t>Opciones</a:t>
                      </a:r>
                    </a:p>
                  </a:txBody>
                  <a:tcPr/>
                </a:tc>
                <a:extLst>
                  <a:ext uri="{0D108BD9-81ED-4DB2-BD59-A6C34878D82A}">
                    <a16:rowId xmlns:a16="http://schemas.microsoft.com/office/drawing/2014/main" val="3693566353"/>
                  </a:ext>
                </a:extLst>
              </a:tr>
              <a:tr h="402872">
                <a:tc>
                  <a:txBody>
                    <a:bodyPr/>
                    <a:lstStyle/>
                    <a:p>
                      <a:r>
                        <a:rPr lang="es-419" sz="1400" dirty="0"/>
                        <a:t>Duplicados</a:t>
                      </a:r>
                    </a:p>
                  </a:txBody>
                  <a:tcPr/>
                </a:tc>
                <a:tc>
                  <a:txBody>
                    <a:bodyPr/>
                    <a:lstStyle/>
                    <a:p>
                      <a:r>
                        <a:rPr lang="es-419" sz="1400" dirty="0"/>
                        <a:t>En la inscripción se valida si el estudiante inscribe dos o más veces el mismo curso</a:t>
                      </a:r>
                    </a:p>
                  </a:txBody>
                  <a:tcPr/>
                </a:tc>
                <a:tc>
                  <a:txBody>
                    <a:bodyPr/>
                    <a:lstStyle/>
                    <a:p>
                      <a:r>
                        <a:rPr lang="es-419" sz="1400" b="0" i="0" kern="1200" dirty="0">
                          <a:solidFill>
                            <a:schemeClr val="dk1"/>
                          </a:solidFill>
                          <a:effectLst/>
                          <a:latin typeface="+mn-lt"/>
                          <a:ea typeface="+mn-ea"/>
                          <a:cs typeface="+mn-cs"/>
                        </a:rPr>
                        <a:t> Fatal o No Verificar.</a:t>
                      </a:r>
                      <a:endParaRPr lang="es-419" sz="1400" b="0" dirty="0"/>
                    </a:p>
                  </a:txBody>
                  <a:tcPr/>
                </a:tc>
                <a:extLst>
                  <a:ext uri="{0D108BD9-81ED-4DB2-BD59-A6C34878D82A}">
                    <a16:rowId xmlns:a16="http://schemas.microsoft.com/office/drawing/2014/main" val="2372821979"/>
                  </a:ext>
                </a:extLst>
              </a:tr>
              <a:tr h="402872">
                <a:tc>
                  <a:txBody>
                    <a:bodyPr/>
                    <a:lstStyle/>
                    <a:p>
                      <a:r>
                        <a:rPr lang="es-419" sz="1400" dirty="0"/>
                        <a:t>Ligas</a:t>
                      </a:r>
                    </a:p>
                  </a:txBody>
                  <a:tcPr/>
                </a:tc>
                <a:tc>
                  <a:txBody>
                    <a:bodyPr/>
                    <a:lstStyle/>
                    <a:p>
                      <a:r>
                        <a:rPr lang="es-419" sz="1400" dirty="0"/>
                        <a:t>En la inscripción se valida  si los estudiantes tienen la obligatoriedad de inscribir los NRC ligados. </a:t>
                      </a:r>
                    </a:p>
                  </a:txBody>
                  <a:tcPr/>
                </a:tc>
                <a:tc>
                  <a:txBody>
                    <a:bodyPr/>
                    <a:lstStyle/>
                    <a:p>
                      <a:r>
                        <a:rPr lang="es-419" sz="1400" b="0" dirty="0"/>
                        <a:t>Fatal o No Verificar.</a:t>
                      </a:r>
                    </a:p>
                  </a:txBody>
                  <a:tcPr/>
                </a:tc>
                <a:extLst>
                  <a:ext uri="{0D108BD9-81ED-4DB2-BD59-A6C34878D82A}">
                    <a16:rowId xmlns:a16="http://schemas.microsoft.com/office/drawing/2014/main" val="109511402"/>
                  </a:ext>
                </a:extLst>
              </a:tr>
              <a:tr h="402872">
                <a:tc>
                  <a:txBody>
                    <a:bodyPr/>
                    <a:lstStyle/>
                    <a:p>
                      <a:r>
                        <a:rPr lang="es-419" sz="1400" dirty="0"/>
                        <a:t>Correquisitos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dirty="0"/>
                        <a:t>En la inscripción se valida  si los estudiantes tienen la obligatoriedad de inscribir los cursos o NRC que son correquisitos. </a:t>
                      </a:r>
                    </a:p>
                  </a:txBody>
                  <a:tcPr/>
                </a:tc>
                <a:tc>
                  <a:txBody>
                    <a:bodyPr/>
                    <a:lstStyle/>
                    <a:p>
                      <a:r>
                        <a:rPr lang="es-419" sz="1400" b="0" dirty="0"/>
                        <a:t>Fatal o No Verificar.</a:t>
                      </a:r>
                    </a:p>
                  </a:txBody>
                  <a:tcPr/>
                </a:tc>
                <a:extLst>
                  <a:ext uri="{0D108BD9-81ED-4DB2-BD59-A6C34878D82A}">
                    <a16:rowId xmlns:a16="http://schemas.microsoft.com/office/drawing/2014/main" val="106026169"/>
                  </a:ext>
                </a:extLst>
              </a:tr>
              <a:tr h="402872">
                <a:tc>
                  <a:txBody>
                    <a:bodyPr/>
                    <a:lstStyle/>
                    <a:p>
                      <a:r>
                        <a:rPr lang="es-419" sz="1400" dirty="0"/>
                        <a:t>Prerrequisitos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dirty="0"/>
                        <a:t>En la inscripción se valida  que el estudiante no inscriba cursos o NRC sin haber cumplido los prerrequisitos que le correspondan.</a:t>
                      </a:r>
                    </a:p>
                  </a:txBody>
                  <a:tcPr/>
                </a:tc>
                <a:tc>
                  <a:txBody>
                    <a:bodyPr/>
                    <a:lstStyle/>
                    <a:p>
                      <a:r>
                        <a:rPr lang="es-419" sz="1400" b="0" i="0" kern="1200" dirty="0">
                          <a:solidFill>
                            <a:schemeClr val="dk1"/>
                          </a:solidFill>
                          <a:effectLst/>
                          <a:latin typeface="+mn-lt"/>
                          <a:ea typeface="+mn-ea"/>
                          <a:cs typeface="+mn-cs"/>
                        </a:rPr>
                        <a:t>Fatal o No Verificar.</a:t>
                      </a:r>
                      <a:endParaRPr lang="es-419" sz="1400" b="0" dirty="0"/>
                    </a:p>
                  </a:txBody>
                  <a:tcPr/>
                </a:tc>
                <a:extLst>
                  <a:ext uri="{0D108BD9-81ED-4DB2-BD59-A6C34878D82A}">
                    <a16:rowId xmlns:a16="http://schemas.microsoft.com/office/drawing/2014/main" val="3754479394"/>
                  </a:ext>
                </a:extLst>
              </a:tr>
              <a:tr h="402872">
                <a:tc>
                  <a:txBody>
                    <a:bodyPr/>
                    <a:lstStyle/>
                    <a:p>
                      <a:r>
                        <a:rPr lang="es-419" sz="1400" dirty="0"/>
                        <a:t>Horas mínimas</a:t>
                      </a:r>
                    </a:p>
                  </a:txBody>
                  <a:tcPr/>
                </a:tc>
                <a:tc>
                  <a:txBody>
                    <a:bodyPr/>
                    <a:lstStyle/>
                    <a:p>
                      <a:r>
                        <a:rPr lang="es-419" sz="1400" dirty="0"/>
                        <a:t>En la inscripción se valida que el estudiante no pueda inscribir menos créditos que los configurados como mínimos en SFAMHRS.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b="0" i="0" kern="1200" dirty="0">
                          <a:solidFill>
                            <a:schemeClr val="dk1"/>
                          </a:solidFill>
                          <a:effectLst/>
                          <a:latin typeface="+mn-lt"/>
                          <a:ea typeface="+mn-ea"/>
                          <a:cs typeface="+mn-cs"/>
                        </a:rPr>
                        <a:t>Fatal o No Verificar.</a:t>
                      </a:r>
                      <a:endParaRPr lang="es-419" sz="1400" b="0" dirty="0"/>
                    </a:p>
                    <a:p>
                      <a:endParaRPr lang="es-419" sz="1400" b="0" dirty="0"/>
                    </a:p>
                  </a:txBody>
                  <a:tcPr/>
                </a:tc>
                <a:extLst>
                  <a:ext uri="{0D108BD9-81ED-4DB2-BD59-A6C34878D82A}">
                    <a16:rowId xmlns:a16="http://schemas.microsoft.com/office/drawing/2014/main" val="3164855438"/>
                  </a:ext>
                </a:extLst>
              </a:tr>
              <a:tr h="402872">
                <a:tc>
                  <a:txBody>
                    <a:bodyPr/>
                    <a:lstStyle/>
                    <a:p>
                      <a:r>
                        <a:rPr lang="es-419" sz="1400" dirty="0"/>
                        <a:t>Horas máximas</a:t>
                      </a:r>
                    </a:p>
                  </a:txBody>
                  <a:tcPr/>
                </a:tc>
                <a:tc>
                  <a:txBody>
                    <a:bodyPr/>
                    <a:lstStyle/>
                    <a:p>
                      <a:r>
                        <a:rPr lang="es-419" sz="1400" dirty="0"/>
                        <a:t>En la inscripción se valida que el estudiante no pueda inscribir más créditos que los configurados como máximos en SFAMHRS.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b="0" i="0" kern="1200" dirty="0">
                          <a:solidFill>
                            <a:schemeClr val="dk1"/>
                          </a:solidFill>
                          <a:effectLst/>
                          <a:latin typeface="+mn-lt"/>
                          <a:ea typeface="+mn-ea"/>
                          <a:cs typeface="+mn-cs"/>
                        </a:rPr>
                        <a:t>Fatal o No Verificar.</a:t>
                      </a:r>
                      <a:endParaRPr lang="es-419" sz="1400" b="0" dirty="0"/>
                    </a:p>
                  </a:txBody>
                  <a:tcPr/>
                </a:tc>
                <a:extLst>
                  <a:ext uri="{0D108BD9-81ED-4DB2-BD59-A6C34878D82A}">
                    <a16:rowId xmlns:a16="http://schemas.microsoft.com/office/drawing/2014/main" val="2910444943"/>
                  </a:ext>
                </a:extLst>
              </a:tr>
            </a:tbl>
          </a:graphicData>
        </a:graphic>
      </p:graphicFrame>
    </p:spTree>
    <p:extLst>
      <p:ext uri="{BB962C8B-B14F-4D97-AF65-F5344CB8AC3E}">
        <p14:creationId xmlns:p14="http://schemas.microsoft.com/office/powerpoint/2010/main" val="18408522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B6DD4-FD1F-B4F7-548A-896A5AD83189}"/>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72DD9CE1-FCE1-05F4-DBA2-8BE63FEB767D}"/>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r>
              <a:rPr lang="es-419" sz="1200" dirty="0"/>
              <a:t> por bloques</a:t>
            </a:r>
            <a:endParaRPr lang="es-419" dirty="0"/>
          </a:p>
        </p:txBody>
      </p:sp>
      <p:sp>
        <p:nvSpPr>
          <p:cNvPr id="13" name="Title 12">
            <a:extLst>
              <a:ext uri="{FF2B5EF4-FFF2-40B4-BE49-F238E27FC236}">
                <a16:creationId xmlns:a16="http://schemas.microsoft.com/office/drawing/2014/main" id="{100A6F35-1D06-458A-7C5C-F78A42E0E6CF}"/>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p>
        </p:txBody>
      </p:sp>
      <p:graphicFrame>
        <p:nvGraphicFramePr>
          <p:cNvPr id="3" name="Tabla 2">
            <a:extLst>
              <a:ext uri="{FF2B5EF4-FFF2-40B4-BE49-F238E27FC236}">
                <a16:creationId xmlns:a16="http://schemas.microsoft.com/office/drawing/2014/main" id="{28ED5A99-226C-9D3A-BEC5-843738E740B3}"/>
              </a:ext>
            </a:extLst>
          </p:cNvPr>
          <p:cNvGraphicFramePr>
            <a:graphicFrameLocks noGrp="1"/>
          </p:cNvGraphicFramePr>
          <p:nvPr/>
        </p:nvGraphicFramePr>
        <p:xfrm>
          <a:off x="938996" y="753891"/>
          <a:ext cx="10477497" cy="5218712"/>
        </p:xfrm>
        <a:graphic>
          <a:graphicData uri="http://schemas.openxmlformats.org/drawingml/2006/table">
            <a:tbl>
              <a:tblPr firstRow="1" bandRow="1">
                <a:tableStyleId>{5C22544A-7EE6-4342-B048-85BDC9FD1C3A}</a:tableStyleId>
              </a:tblPr>
              <a:tblGrid>
                <a:gridCol w="3492499">
                  <a:extLst>
                    <a:ext uri="{9D8B030D-6E8A-4147-A177-3AD203B41FA5}">
                      <a16:colId xmlns:a16="http://schemas.microsoft.com/office/drawing/2014/main" val="324557172"/>
                    </a:ext>
                  </a:extLst>
                </a:gridCol>
                <a:gridCol w="3492499">
                  <a:extLst>
                    <a:ext uri="{9D8B030D-6E8A-4147-A177-3AD203B41FA5}">
                      <a16:colId xmlns:a16="http://schemas.microsoft.com/office/drawing/2014/main" val="2538440960"/>
                    </a:ext>
                  </a:extLst>
                </a:gridCol>
                <a:gridCol w="3492499">
                  <a:extLst>
                    <a:ext uri="{9D8B030D-6E8A-4147-A177-3AD203B41FA5}">
                      <a16:colId xmlns:a16="http://schemas.microsoft.com/office/drawing/2014/main" val="1321517792"/>
                    </a:ext>
                  </a:extLst>
                </a:gridCol>
              </a:tblGrid>
              <a:tr h="402872">
                <a:tc>
                  <a:txBody>
                    <a:bodyPr/>
                    <a:lstStyle/>
                    <a:p>
                      <a:r>
                        <a:rPr lang="es-419" sz="1400" dirty="0"/>
                        <a:t>Elemento</a:t>
                      </a:r>
                    </a:p>
                  </a:txBody>
                  <a:tcPr/>
                </a:tc>
                <a:tc>
                  <a:txBody>
                    <a:bodyPr/>
                    <a:lstStyle/>
                    <a:p>
                      <a:r>
                        <a:rPr lang="es-419" sz="1400" dirty="0"/>
                        <a:t>Descripción</a:t>
                      </a:r>
                    </a:p>
                  </a:txBody>
                  <a:tcPr/>
                </a:tc>
                <a:tc>
                  <a:txBody>
                    <a:bodyPr/>
                    <a:lstStyle/>
                    <a:p>
                      <a:r>
                        <a:rPr lang="es-419" sz="1400" dirty="0"/>
                        <a:t>Opciones</a:t>
                      </a:r>
                    </a:p>
                  </a:txBody>
                  <a:tcPr/>
                </a:tc>
                <a:extLst>
                  <a:ext uri="{0D108BD9-81ED-4DB2-BD59-A6C34878D82A}">
                    <a16:rowId xmlns:a16="http://schemas.microsoft.com/office/drawing/2014/main" val="3693566353"/>
                  </a:ext>
                </a:extLst>
              </a:tr>
              <a:tr h="402872">
                <a:tc>
                  <a:txBody>
                    <a:bodyPr/>
                    <a:lstStyle/>
                    <a:p>
                      <a:r>
                        <a:rPr lang="es-419" sz="1400" dirty="0"/>
                        <a:t>Hora</a:t>
                      </a:r>
                    </a:p>
                  </a:txBody>
                  <a:tcPr/>
                </a:tc>
                <a:tc>
                  <a:txBody>
                    <a:bodyPr/>
                    <a:lstStyle/>
                    <a:p>
                      <a:r>
                        <a:rPr lang="es-419" sz="1400" dirty="0"/>
                        <a:t>En la inscripción se valida que el estudiante no inscriba NRC que tengan tope de horario.</a:t>
                      </a:r>
                    </a:p>
                  </a:txBody>
                  <a:tcPr/>
                </a:tc>
                <a:tc>
                  <a:txBody>
                    <a:bodyPr/>
                    <a:lstStyle/>
                    <a:p>
                      <a:r>
                        <a:rPr lang="es-419" sz="1400" b="0" i="0" kern="1200" dirty="0">
                          <a:solidFill>
                            <a:schemeClr val="dk1"/>
                          </a:solidFill>
                          <a:effectLst/>
                          <a:latin typeface="+mn-lt"/>
                          <a:ea typeface="+mn-ea"/>
                          <a:cs typeface="+mn-cs"/>
                        </a:rPr>
                        <a:t> Fatal o No Verificar.</a:t>
                      </a:r>
                      <a:endParaRPr lang="es-419" sz="1400" b="0" dirty="0"/>
                    </a:p>
                  </a:txBody>
                  <a:tcPr/>
                </a:tc>
                <a:extLst>
                  <a:ext uri="{0D108BD9-81ED-4DB2-BD59-A6C34878D82A}">
                    <a16:rowId xmlns:a16="http://schemas.microsoft.com/office/drawing/2014/main" val="2372821979"/>
                  </a:ext>
                </a:extLst>
              </a:tr>
              <a:tr h="402872">
                <a:tc>
                  <a:txBody>
                    <a:bodyPr/>
                    <a:lstStyle/>
                    <a:p>
                      <a:r>
                        <a:rPr lang="es-419" sz="1400" dirty="0"/>
                        <a:t>Exclusión mutua</a:t>
                      </a:r>
                    </a:p>
                  </a:txBody>
                  <a:tcPr/>
                </a:tc>
                <a:tc>
                  <a:txBody>
                    <a:bodyPr/>
                    <a:lstStyle/>
                    <a:p>
                      <a:r>
                        <a:rPr lang="es-419" sz="1400" dirty="0"/>
                        <a:t>En la inscripción se valida  que los estudiantes no inscriban cursos que son mutuamente excluyentes, según lo definido en el catálogo.</a:t>
                      </a:r>
                    </a:p>
                  </a:txBody>
                  <a:tcPr/>
                </a:tc>
                <a:tc>
                  <a:txBody>
                    <a:bodyPr/>
                    <a:lstStyle/>
                    <a:p>
                      <a:r>
                        <a:rPr lang="es-419" sz="1400" b="0" dirty="0"/>
                        <a:t>Fatal o No Verificar.</a:t>
                      </a:r>
                    </a:p>
                  </a:txBody>
                  <a:tcPr/>
                </a:tc>
                <a:extLst>
                  <a:ext uri="{0D108BD9-81ED-4DB2-BD59-A6C34878D82A}">
                    <a16:rowId xmlns:a16="http://schemas.microsoft.com/office/drawing/2014/main" val="109511402"/>
                  </a:ext>
                </a:extLst>
              </a:tr>
              <a:tr h="402872">
                <a:tc>
                  <a:txBody>
                    <a:bodyPr/>
                    <a:lstStyle/>
                    <a:p>
                      <a:r>
                        <a:rPr lang="es-419" sz="1400" dirty="0"/>
                        <a:t>Aprobación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dirty="0"/>
                        <a:t>En la inscripción se valida que el estudiante haya sido aprobado para que pueda inscribir un NRC. </a:t>
                      </a:r>
                    </a:p>
                  </a:txBody>
                  <a:tcPr/>
                </a:tc>
                <a:tc>
                  <a:txBody>
                    <a:bodyPr/>
                    <a:lstStyle/>
                    <a:p>
                      <a:r>
                        <a:rPr lang="pt-BR" sz="1400" b="0" dirty="0"/>
                        <a:t>Fatal, Alerta o No verificar.</a:t>
                      </a:r>
                      <a:endParaRPr lang="es-419" sz="1400" b="0" dirty="0"/>
                    </a:p>
                  </a:txBody>
                  <a:tcPr/>
                </a:tc>
                <a:extLst>
                  <a:ext uri="{0D108BD9-81ED-4DB2-BD59-A6C34878D82A}">
                    <a16:rowId xmlns:a16="http://schemas.microsoft.com/office/drawing/2014/main" val="106026169"/>
                  </a:ext>
                </a:extLst>
              </a:tr>
              <a:tr h="402872">
                <a:tc>
                  <a:txBody>
                    <a:bodyPr/>
                    <a:lstStyle/>
                    <a:p>
                      <a:r>
                        <a:rPr lang="es-419" sz="1400" dirty="0"/>
                        <a:t>Capacidad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dirty="0"/>
                        <a:t>En la inscripción se valida el cupo máximo del NRC cuando un estudiante lo inscribe.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p>
                      <a:endParaRPr lang="es-419" sz="1400" b="0" dirty="0"/>
                    </a:p>
                  </a:txBody>
                  <a:tcPr/>
                </a:tc>
                <a:extLst>
                  <a:ext uri="{0D108BD9-81ED-4DB2-BD59-A6C34878D82A}">
                    <a16:rowId xmlns:a16="http://schemas.microsoft.com/office/drawing/2014/main" val="3754479394"/>
                  </a:ext>
                </a:extLst>
              </a:tr>
              <a:tr h="402872">
                <a:tc>
                  <a:txBody>
                    <a:bodyPr/>
                    <a:lstStyle/>
                    <a:p>
                      <a:r>
                        <a:rPr lang="es-419" sz="1400" dirty="0"/>
                        <a:t>Campo de estudio</a:t>
                      </a:r>
                    </a:p>
                  </a:txBody>
                  <a:tcPr/>
                </a:tc>
                <a:tc>
                  <a:txBody>
                    <a:bodyPr/>
                    <a:lstStyle/>
                    <a:p>
                      <a:r>
                        <a:rPr lang="es-419" sz="1400" dirty="0"/>
                        <a:t>En la inscripción se valida si el estudiante pertenece al campo de estudios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p>
                      <a:endParaRPr lang="es-419" sz="1400" b="0" dirty="0"/>
                    </a:p>
                  </a:txBody>
                  <a:tcPr/>
                </a:tc>
                <a:extLst>
                  <a:ext uri="{0D108BD9-81ED-4DB2-BD59-A6C34878D82A}">
                    <a16:rowId xmlns:a16="http://schemas.microsoft.com/office/drawing/2014/main" val="3164855438"/>
                  </a:ext>
                </a:extLst>
              </a:tr>
              <a:tr h="402872">
                <a:tc>
                  <a:txBody>
                    <a:bodyPr/>
                    <a:lstStyle/>
                    <a:p>
                      <a:r>
                        <a:rPr lang="es-419" sz="1400" dirty="0"/>
                        <a:t>Departamento</a:t>
                      </a:r>
                    </a:p>
                  </a:txBody>
                  <a:tcPr/>
                </a:tc>
                <a:tc>
                  <a:txBody>
                    <a:bodyPr/>
                    <a:lstStyle/>
                    <a:p>
                      <a:r>
                        <a:rPr lang="es-419" sz="1400" dirty="0"/>
                        <a:t>En la inscripción se valida si el estudiante pertenece al departamento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txBody>
                  <a:tcPr/>
                </a:tc>
                <a:extLst>
                  <a:ext uri="{0D108BD9-81ED-4DB2-BD59-A6C34878D82A}">
                    <a16:rowId xmlns:a16="http://schemas.microsoft.com/office/drawing/2014/main" val="2910444943"/>
                  </a:ext>
                </a:extLst>
              </a:tr>
            </a:tbl>
          </a:graphicData>
        </a:graphic>
      </p:graphicFrame>
    </p:spTree>
    <p:extLst>
      <p:ext uri="{BB962C8B-B14F-4D97-AF65-F5344CB8AC3E}">
        <p14:creationId xmlns:p14="http://schemas.microsoft.com/office/powerpoint/2010/main" val="4151308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B84D6-8590-6245-0027-5ECD76DF8613}"/>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8D2E101D-E603-9E8F-6161-20717028C0E3}"/>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r>
              <a:rPr lang="es-419" sz="1200" dirty="0"/>
              <a:t> por bloques</a:t>
            </a:r>
            <a:endParaRPr lang="es-419" dirty="0"/>
          </a:p>
        </p:txBody>
      </p:sp>
      <p:sp>
        <p:nvSpPr>
          <p:cNvPr id="13" name="Title 12">
            <a:extLst>
              <a:ext uri="{FF2B5EF4-FFF2-40B4-BE49-F238E27FC236}">
                <a16:creationId xmlns:a16="http://schemas.microsoft.com/office/drawing/2014/main" id="{ABEF5BE6-D779-9E31-BD77-BE6BB1C43CBB}"/>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p>
        </p:txBody>
      </p:sp>
      <p:graphicFrame>
        <p:nvGraphicFramePr>
          <p:cNvPr id="3" name="Tabla 2">
            <a:extLst>
              <a:ext uri="{FF2B5EF4-FFF2-40B4-BE49-F238E27FC236}">
                <a16:creationId xmlns:a16="http://schemas.microsoft.com/office/drawing/2014/main" id="{79D70AC9-3768-F5BD-EFC3-D799CC787AA4}"/>
              </a:ext>
            </a:extLst>
          </p:cNvPr>
          <p:cNvGraphicFramePr>
            <a:graphicFrameLocks noGrp="1"/>
          </p:cNvGraphicFramePr>
          <p:nvPr/>
        </p:nvGraphicFramePr>
        <p:xfrm>
          <a:off x="938996" y="753891"/>
          <a:ext cx="10477497" cy="5432072"/>
        </p:xfrm>
        <a:graphic>
          <a:graphicData uri="http://schemas.openxmlformats.org/drawingml/2006/table">
            <a:tbl>
              <a:tblPr firstRow="1" bandRow="1">
                <a:tableStyleId>{5C22544A-7EE6-4342-B048-85BDC9FD1C3A}</a:tableStyleId>
              </a:tblPr>
              <a:tblGrid>
                <a:gridCol w="3492499">
                  <a:extLst>
                    <a:ext uri="{9D8B030D-6E8A-4147-A177-3AD203B41FA5}">
                      <a16:colId xmlns:a16="http://schemas.microsoft.com/office/drawing/2014/main" val="324557172"/>
                    </a:ext>
                  </a:extLst>
                </a:gridCol>
                <a:gridCol w="3517448">
                  <a:extLst>
                    <a:ext uri="{9D8B030D-6E8A-4147-A177-3AD203B41FA5}">
                      <a16:colId xmlns:a16="http://schemas.microsoft.com/office/drawing/2014/main" val="2538440960"/>
                    </a:ext>
                  </a:extLst>
                </a:gridCol>
                <a:gridCol w="3467550">
                  <a:extLst>
                    <a:ext uri="{9D8B030D-6E8A-4147-A177-3AD203B41FA5}">
                      <a16:colId xmlns:a16="http://schemas.microsoft.com/office/drawing/2014/main" val="1321517792"/>
                    </a:ext>
                  </a:extLst>
                </a:gridCol>
              </a:tblGrid>
              <a:tr h="402872">
                <a:tc>
                  <a:txBody>
                    <a:bodyPr/>
                    <a:lstStyle/>
                    <a:p>
                      <a:r>
                        <a:rPr lang="es-419" sz="1400" dirty="0"/>
                        <a:t>Elemento</a:t>
                      </a:r>
                    </a:p>
                  </a:txBody>
                  <a:tcPr/>
                </a:tc>
                <a:tc>
                  <a:txBody>
                    <a:bodyPr/>
                    <a:lstStyle/>
                    <a:p>
                      <a:r>
                        <a:rPr lang="es-419" sz="1400" dirty="0"/>
                        <a:t>Descripción</a:t>
                      </a:r>
                    </a:p>
                  </a:txBody>
                  <a:tcPr/>
                </a:tc>
                <a:tc>
                  <a:txBody>
                    <a:bodyPr/>
                    <a:lstStyle/>
                    <a:p>
                      <a:r>
                        <a:rPr lang="es-419" sz="1400" dirty="0"/>
                        <a:t>Opciones</a:t>
                      </a:r>
                    </a:p>
                  </a:txBody>
                  <a:tcPr/>
                </a:tc>
                <a:extLst>
                  <a:ext uri="{0D108BD9-81ED-4DB2-BD59-A6C34878D82A}">
                    <a16:rowId xmlns:a16="http://schemas.microsoft.com/office/drawing/2014/main" val="3693566353"/>
                  </a:ext>
                </a:extLst>
              </a:tr>
              <a:tr h="402872">
                <a:tc>
                  <a:txBody>
                    <a:bodyPr/>
                    <a:lstStyle/>
                    <a:p>
                      <a:r>
                        <a:rPr lang="es-419" sz="1400" dirty="0"/>
                        <a:t>Escuela</a:t>
                      </a:r>
                    </a:p>
                  </a:txBody>
                  <a:tcPr/>
                </a:tc>
                <a:tc>
                  <a:txBody>
                    <a:bodyPr/>
                    <a:lstStyle/>
                    <a:p>
                      <a:r>
                        <a:rPr lang="es-419" sz="1400" dirty="0"/>
                        <a:t>En la inscripción se valida si el estudiante pertenece a la Escuela o Unidad Académica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txBody>
                  <a:tcPr/>
                </a:tc>
                <a:extLst>
                  <a:ext uri="{0D108BD9-81ED-4DB2-BD59-A6C34878D82A}">
                    <a16:rowId xmlns:a16="http://schemas.microsoft.com/office/drawing/2014/main" val="2372821979"/>
                  </a:ext>
                </a:extLst>
              </a:tr>
              <a:tr h="402872">
                <a:tc>
                  <a:txBody>
                    <a:bodyPr/>
                    <a:lstStyle/>
                    <a:p>
                      <a:r>
                        <a:rPr lang="es-419" sz="1400" dirty="0"/>
                        <a:t>Nivel</a:t>
                      </a:r>
                    </a:p>
                  </a:txBody>
                  <a:tcPr/>
                </a:tc>
                <a:tc>
                  <a:txBody>
                    <a:bodyPr/>
                    <a:lstStyle/>
                    <a:p>
                      <a:r>
                        <a:rPr lang="es-419" sz="1400" dirty="0"/>
                        <a:t>En la inscripción se valida si el estudiante pertenece al Nivel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txBody>
                  <a:tcPr/>
                </a:tc>
                <a:extLst>
                  <a:ext uri="{0D108BD9-81ED-4DB2-BD59-A6C34878D82A}">
                    <a16:rowId xmlns:a16="http://schemas.microsoft.com/office/drawing/2014/main" val="109511402"/>
                  </a:ext>
                </a:extLst>
              </a:tr>
              <a:tr h="402872">
                <a:tc>
                  <a:txBody>
                    <a:bodyPr/>
                    <a:lstStyle/>
                    <a:p>
                      <a:r>
                        <a:rPr lang="es-419" sz="1400" dirty="0"/>
                        <a:t>Clase</a:t>
                      </a:r>
                    </a:p>
                  </a:txBody>
                  <a:tcPr/>
                </a:tc>
                <a:tc>
                  <a:txBody>
                    <a:bodyPr/>
                    <a:lstStyle/>
                    <a:p>
                      <a:r>
                        <a:rPr lang="es-419" sz="1400" dirty="0"/>
                        <a:t>En la inscripción se valida si el estudiante pertenece a la Clase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txBody>
                  <a:tcPr/>
                </a:tc>
                <a:extLst>
                  <a:ext uri="{0D108BD9-81ED-4DB2-BD59-A6C34878D82A}">
                    <a16:rowId xmlns:a16="http://schemas.microsoft.com/office/drawing/2014/main" val="106026169"/>
                  </a:ext>
                </a:extLst>
              </a:tr>
              <a:tr h="402872">
                <a:tc>
                  <a:txBody>
                    <a:bodyPr/>
                    <a:lstStyle/>
                    <a:p>
                      <a:r>
                        <a:rPr lang="es-419" sz="1400" dirty="0"/>
                        <a:t>Horas repetidas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dirty="0"/>
                        <a:t>En la inscripción se valida si se repite el curso, según las reglas de repetición de H.A.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p>
                      <a:endParaRPr lang="es-419" sz="1400" b="0" dirty="0"/>
                    </a:p>
                  </a:txBody>
                  <a:tcPr/>
                </a:tc>
                <a:extLst>
                  <a:ext uri="{0D108BD9-81ED-4DB2-BD59-A6C34878D82A}">
                    <a16:rowId xmlns:a16="http://schemas.microsoft.com/office/drawing/2014/main" val="3754479394"/>
                  </a:ext>
                </a:extLst>
              </a:tr>
              <a:tr h="402872">
                <a:tc>
                  <a:txBody>
                    <a:bodyPr/>
                    <a:lstStyle/>
                    <a:p>
                      <a:r>
                        <a:rPr lang="es-419" sz="1400" dirty="0"/>
                        <a:t>Retenciones</a:t>
                      </a:r>
                    </a:p>
                  </a:txBody>
                  <a:tcPr/>
                </a:tc>
                <a:tc>
                  <a:txBody>
                    <a:bodyPr/>
                    <a:lstStyle/>
                    <a:p>
                      <a:r>
                        <a:rPr lang="es-419" sz="1400" dirty="0"/>
                        <a:t>En la inscripción se valida si el estudiante tiene retenciones que impidan inscribir cursos.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p>
                      <a:endParaRPr lang="es-419" sz="1400" b="0" dirty="0"/>
                    </a:p>
                  </a:txBody>
                  <a:tcPr/>
                </a:tc>
                <a:extLst>
                  <a:ext uri="{0D108BD9-81ED-4DB2-BD59-A6C34878D82A}">
                    <a16:rowId xmlns:a16="http://schemas.microsoft.com/office/drawing/2014/main" val="3164855438"/>
                  </a:ext>
                </a:extLst>
              </a:tr>
              <a:tr h="402872">
                <a:tc>
                  <a:txBody>
                    <a:bodyPr/>
                    <a:lstStyle/>
                    <a:p>
                      <a:r>
                        <a:rPr lang="es-419" sz="1400" dirty="0"/>
                        <a:t>Límite de repetición</a:t>
                      </a:r>
                    </a:p>
                  </a:txBody>
                  <a:tcPr/>
                </a:tc>
                <a:tc>
                  <a:txBody>
                    <a:bodyPr/>
                    <a:lstStyle/>
                    <a:p>
                      <a:r>
                        <a:rPr lang="es-419" sz="1400" dirty="0"/>
                        <a:t>En la inscripción se valida si el estudiante ha cursado la asignatura el número máximo de repeticiones configurado en el catálogo.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a:t>
                      </a:r>
                      <a:r>
                        <a:rPr lang="pt-BR" sz="1400" b="1" dirty="0"/>
                        <a:t>No verificar</a:t>
                      </a:r>
                      <a:r>
                        <a:rPr lang="pt-BR" sz="1400" b="0" dirty="0"/>
                        <a:t>. Se debe marcar No verificar.</a:t>
                      </a:r>
                      <a:endParaRPr lang="es-419" sz="1400" b="0" dirty="0"/>
                    </a:p>
                  </a:txBody>
                  <a:tcPr/>
                </a:tc>
                <a:extLst>
                  <a:ext uri="{0D108BD9-81ED-4DB2-BD59-A6C34878D82A}">
                    <a16:rowId xmlns:a16="http://schemas.microsoft.com/office/drawing/2014/main" val="2910444943"/>
                  </a:ext>
                </a:extLst>
              </a:tr>
            </a:tbl>
          </a:graphicData>
        </a:graphic>
      </p:graphicFrame>
    </p:spTree>
    <p:extLst>
      <p:ext uri="{BB962C8B-B14F-4D97-AF65-F5344CB8AC3E}">
        <p14:creationId xmlns:p14="http://schemas.microsoft.com/office/powerpoint/2010/main" val="26258662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57E99-5541-F6D8-4047-01F11150CE88}"/>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D9FDBB0F-61AB-48C2-CEB0-20BFC52A6FE2}"/>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r>
              <a:rPr lang="es-419" sz="1200" dirty="0"/>
              <a:t> por bloques</a:t>
            </a:r>
            <a:endParaRPr lang="es-419" dirty="0"/>
          </a:p>
        </p:txBody>
      </p:sp>
      <p:sp>
        <p:nvSpPr>
          <p:cNvPr id="13" name="Title 12">
            <a:extLst>
              <a:ext uri="{FF2B5EF4-FFF2-40B4-BE49-F238E27FC236}">
                <a16:creationId xmlns:a16="http://schemas.microsoft.com/office/drawing/2014/main" id="{5790845F-4646-7ADE-ACEB-DAA789F00B80}"/>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p>
        </p:txBody>
      </p:sp>
      <p:graphicFrame>
        <p:nvGraphicFramePr>
          <p:cNvPr id="3" name="Tabla 2">
            <a:extLst>
              <a:ext uri="{FF2B5EF4-FFF2-40B4-BE49-F238E27FC236}">
                <a16:creationId xmlns:a16="http://schemas.microsoft.com/office/drawing/2014/main" id="{07A2AE6F-544D-4F2B-C3F7-2D739DD2DA5D}"/>
              </a:ext>
            </a:extLst>
          </p:cNvPr>
          <p:cNvGraphicFramePr>
            <a:graphicFrameLocks noGrp="1"/>
          </p:cNvGraphicFramePr>
          <p:nvPr/>
        </p:nvGraphicFramePr>
        <p:xfrm>
          <a:off x="938996" y="753891"/>
          <a:ext cx="10477497" cy="4700552"/>
        </p:xfrm>
        <a:graphic>
          <a:graphicData uri="http://schemas.openxmlformats.org/drawingml/2006/table">
            <a:tbl>
              <a:tblPr firstRow="1" bandRow="1">
                <a:tableStyleId>{5C22544A-7EE6-4342-B048-85BDC9FD1C3A}</a:tableStyleId>
              </a:tblPr>
              <a:tblGrid>
                <a:gridCol w="3492499">
                  <a:extLst>
                    <a:ext uri="{9D8B030D-6E8A-4147-A177-3AD203B41FA5}">
                      <a16:colId xmlns:a16="http://schemas.microsoft.com/office/drawing/2014/main" val="324557172"/>
                    </a:ext>
                  </a:extLst>
                </a:gridCol>
                <a:gridCol w="3492499">
                  <a:extLst>
                    <a:ext uri="{9D8B030D-6E8A-4147-A177-3AD203B41FA5}">
                      <a16:colId xmlns:a16="http://schemas.microsoft.com/office/drawing/2014/main" val="2538440960"/>
                    </a:ext>
                  </a:extLst>
                </a:gridCol>
                <a:gridCol w="3492499">
                  <a:extLst>
                    <a:ext uri="{9D8B030D-6E8A-4147-A177-3AD203B41FA5}">
                      <a16:colId xmlns:a16="http://schemas.microsoft.com/office/drawing/2014/main" val="1321517792"/>
                    </a:ext>
                  </a:extLst>
                </a:gridCol>
              </a:tblGrid>
              <a:tr h="402872">
                <a:tc>
                  <a:txBody>
                    <a:bodyPr/>
                    <a:lstStyle/>
                    <a:p>
                      <a:r>
                        <a:rPr lang="es-419" sz="1400" dirty="0"/>
                        <a:t>Elemento</a:t>
                      </a:r>
                    </a:p>
                  </a:txBody>
                  <a:tcPr/>
                </a:tc>
                <a:tc>
                  <a:txBody>
                    <a:bodyPr/>
                    <a:lstStyle/>
                    <a:p>
                      <a:r>
                        <a:rPr lang="es-419" sz="1400" dirty="0"/>
                        <a:t>Descripción</a:t>
                      </a:r>
                    </a:p>
                  </a:txBody>
                  <a:tcPr/>
                </a:tc>
                <a:tc>
                  <a:txBody>
                    <a:bodyPr/>
                    <a:lstStyle/>
                    <a:p>
                      <a:r>
                        <a:rPr lang="es-419" sz="1400" dirty="0"/>
                        <a:t>Opciones</a:t>
                      </a:r>
                    </a:p>
                  </a:txBody>
                  <a:tcPr/>
                </a:tc>
                <a:extLst>
                  <a:ext uri="{0D108BD9-81ED-4DB2-BD59-A6C34878D82A}">
                    <a16:rowId xmlns:a16="http://schemas.microsoft.com/office/drawing/2014/main" val="3693566353"/>
                  </a:ext>
                </a:extLst>
              </a:tr>
              <a:tr h="402872">
                <a:tc>
                  <a:txBody>
                    <a:bodyPr/>
                    <a:lstStyle/>
                    <a:p>
                      <a:r>
                        <a:rPr lang="es-419" sz="1400" dirty="0"/>
                        <a:t>Campus</a:t>
                      </a:r>
                    </a:p>
                  </a:txBody>
                  <a:tcPr/>
                </a:tc>
                <a:tc>
                  <a:txBody>
                    <a:bodyPr/>
                    <a:lstStyle/>
                    <a:p>
                      <a:r>
                        <a:rPr lang="es-419" sz="1400" dirty="0"/>
                        <a:t>En la inscripción se valida si el estudiante pertenece al campus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dirty="0"/>
                        <a:t>Fatal, Alerta o </a:t>
                      </a:r>
                      <a:r>
                        <a:rPr lang="pt-BR" sz="1400" b="0" dirty="0"/>
                        <a:t>No verificar</a:t>
                      </a:r>
                      <a:r>
                        <a:rPr lang="pt-BR" sz="1400" dirty="0"/>
                        <a:t>.</a:t>
                      </a:r>
                      <a:endParaRPr lang="es-419" sz="1400" dirty="0"/>
                    </a:p>
                  </a:txBody>
                  <a:tcPr/>
                </a:tc>
                <a:extLst>
                  <a:ext uri="{0D108BD9-81ED-4DB2-BD59-A6C34878D82A}">
                    <a16:rowId xmlns:a16="http://schemas.microsoft.com/office/drawing/2014/main" val="2372821979"/>
                  </a:ext>
                </a:extLst>
              </a:tr>
              <a:tr h="402872">
                <a:tc>
                  <a:txBody>
                    <a:bodyPr/>
                    <a:lstStyle/>
                    <a:p>
                      <a:r>
                        <a:rPr lang="es-419" sz="1400" dirty="0"/>
                        <a:t>Grado</a:t>
                      </a:r>
                    </a:p>
                  </a:txBody>
                  <a:tcPr/>
                </a:tc>
                <a:tc>
                  <a:txBody>
                    <a:bodyPr/>
                    <a:lstStyle/>
                    <a:p>
                      <a:r>
                        <a:rPr lang="es-419" sz="1400" dirty="0"/>
                        <a:t>En la inscripción se valida si el estudiante pertenece al Grado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dirty="0"/>
                        <a:t>Fatal, Alerta o </a:t>
                      </a:r>
                      <a:r>
                        <a:rPr lang="pt-BR" sz="1400" b="0" dirty="0"/>
                        <a:t>No verificar</a:t>
                      </a:r>
                      <a:r>
                        <a:rPr lang="pt-BR" sz="1400" dirty="0"/>
                        <a:t>.</a:t>
                      </a:r>
                      <a:endParaRPr lang="es-419" sz="1400" dirty="0"/>
                    </a:p>
                  </a:txBody>
                  <a:tcPr/>
                </a:tc>
                <a:extLst>
                  <a:ext uri="{0D108BD9-81ED-4DB2-BD59-A6C34878D82A}">
                    <a16:rowId xmlns:a16="http://schemas.microsoft.com/office/drawing/2014/main" val="109511402"/>
                  </a:ext>
                </a:extLst>
              </a:tr>
              <a:tr h="402872">
                <a:tc>
                  <a:txBody>
                    <a:bodyPr/>
                    <a:lstStyle/>
                    <a:p>
                      <a:r>
                        <a:rPr lang="es-419" sz="1400" dirty="0"/>
                        <a:t>Programa</a:t>
                      </a:r>
                    </a:p>
                  </a:txBody>
                  <a:tcPr/>
                </a:tc>
                <a:tc>
                  <a:txBody>
                    <a:bodyPr/>
                    <a:lstStyle/>
                    <a:p>
                      <a:r>
                        <a:rPr lang="es-419" sz="1400" dirty="0"/>
                        <a:t>En la inscripción se valida si el estudiante pertenece al Programa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dirty="0"/>
                        <a:t>Fatal, Alerta o </a:t>
                      </a:r>
                      <a:r>
                        <a:rPr lang="pt-BR" sz="1400" b="0" dirty="0"/>
                        <a:t>No verificar</a:t>
                      </a:r>
                      <a:r>
                        <a:rPr lang="pt-BR" sz="1400" dirty="0"/>
                        <a:t>.</a:t>
                      </a:r>
                      <a:endParaRPr lang="es-419" sz="1400" dirty="0"/>
                    </a:p>
                  </a:txBody>
                  <a:tcPr/>
                </a:tc>
                <a:extLst>
                  <a:ext uri="{0D108BD9-81ED-4DB2-BD59-A6C34878D82A}">
                    <a16:rowId xmlns:a16="http://schemas.microsoft.com/office/drawing/2014/main" val="106026169"/>
                  </a:ext>
                </a:extLst>
              </a:tr>
              <a:tr h="402872">
                <a:tc>
                  <a:txBody>
                    <a:bodyPr/>
                    <a:lstStyle/>
                    <a:p>
                      <a:r>
                        <a:rPr lang="es-419" sz="1400" dirty="0"/>
                        <a:t>Atributo de alumno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419" sz="1400" b="0" i="0" u="none" strike="noStrike" kern="1200" cap="none" spc="0" normalizeH="0" baseline="0" noProof="0" dirty="0">
                          <a:ln>
                            <a:noFill/>
                          </a:ln>
                          <a:solidFill>
                            <a:srgbClr val="000000"/>
                          </a:solidFill>
                          <a:effectLst/>
                          <a:uLnTx/>
                          <a:uFillTx/>
                          <a:latin typeface="Aptos" panose="02110004020202020204"/>
                          <a:ea typeface="+mn-ea"/>
                          <a:cs typeface="+mn-cs"/>
                        </a:rPr>
                        <a:t>En la inscripción se valida si el estudiante tiene el atributo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a:t>
                      </a:r>
                      <a:r>
                        <a:rPr lang="pt-BR" sz="1400" dirty="0"/>
                        <a:t>, Alerta o </a:t>
                      </a:r>
                      <a:r>
                        <a:rPr lang="pt-BR" sz="1400" b="0" dirty="0"/>
                        <a:t>No verificar</a:t>
                      </a:r>
                      <a:r>
                        <a:rPr lang="pt-BR" sz="1400" dirty="0"/>
                        <a:t>.</a:t>
                      </a:r>
                      <a:endParaRPr lang="es-419" sz="1400" dirty="0"/>
                    </a:p>
                    <a:p>
                      <a:endParaRPr lang="es-419" sz="1400" dirty="0"/>
                    </a:p>
                  </a:txBody>
                  <a:tcPr/>
                </a:tc>
                <a:extLst>
                  <a:ext uri="{0D108BD9-81ED-4DB2-BD59-A6C34878D82A}">
                    <a16:rowId xmlns:a16="http://schemas.microsoft.com/office/drawing/2014/main" val="3754479394"/>
                  </a:ext>
                </a:extLst>
              </a:tr>
              <a:tr h="402872">
                <a:tc>
                  <a:txBody>
                    <a:bodyPr/>
                    <a:lstStyle/>
                    <a:p>
                      <a:r>
                        <a:rPr lang="es-419" sz="1400" dirty="0"/>
                        <a:t>Cohorte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419" sz="1400" b="0" i="0" u="none" strike="noStrike" kern="1200" cap="none" spc="0" normalizeH="0" baseline="0" noProof="0" dirty="0">
                          <a:ln>
                            <a:noFill/>
                          </a:ln>
                          <a:solidFill>
                            <a:srgbClr val="000000"/>
                          </a:solidFill>
                          <a:effectLst/>
                          <a:uLnTx/>
                          <a:uFillTx/>
                          <a:latin typeface="Aptos" panose="02110004020202020204"/>
                          <a:ea typeface="+mn-ea"/>
                          <a:cs typeface="+mn-cs"/>
                        </a:rPr>
                        <a:t>En la inscripción se valida si el estudiante pertenece a la cohorte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a:t>
                      </a:r>
                      <a:r>
                        <a:rPr lang="pt-BR" sz="1400" dirty="0"/>
                        <a:t>, Alerta o </a:t>
                      </a:r>
                      <a:r>
                        <a:rPr lang="pt-BR" sz="1400" b="0" dirty="0"/>
                        <a:t>No verificar</a:t>
                      </a:r>
                      <a:r>
                        <a:rPr lang="pt-BR" sz="1400" dirty="0"/>
                        <a:t>.</a:t>
                      </a:r>
                      <a:endParaRPr lang="es-419" sz="1400" dirty="0"/>
                    </a:p>
                    <a:p>
                      <a:endParaRPr lang="es-419" sz="1400" dirty="0"/>
                    </a:p>
                  </a:txBody>
                  <a:tcPr/>
                </a:tc>
                <a:extLst>
                  <a:ext uri="{0D108BD9-81ED-4DB2-BD59-A6C34878D82A}">
                    <a16:rowId xmlns:a16="http://schemas.microsoft.com/office/drawing/2014/main" val="3164855438"/>
                  </a:ext>
                </a:extLst>
              </a:tr>
            </a:tbl>
          </a:graphicData>
        </a:graphic>
      </p:graphicFrame>
    </p:spTree>
    <p:extLst>
      <p:ext uri="{BB962C8B-B14F-4D97-AF65-F5344CB8AC3E}">
        <p14:creationId xmlns:p14="http://schemas.microsoft.com/office/powerpoint/2010/main" val="5664770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DBE00-ABD5-EAB4-C5E6-9C60ED54FAFE}"/>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8C712374-23DC-8F32-37B6-486177DEB156}"/>
              </a:ext>
            </a:extLst>
          </p:cNvPr>
          <p:cNvPicPr>
            <a:picLocks noChangeAspect="1"/>
          </p:cNvPicPr>
          <p:nvPr/>
        </p:nvPicPr>
        <p:blipFill>
          <a:blip r:embed="rId3"/>
          <a:stretch>
            <a:fillRect/>
          </a:stretch>
        </p:blipFill>
        <p:spPr>
          <a:xfrm>
            <a:off x="775507" y="884449"/>
            <a:ext cx="10812836" cy="4672714"/>
          </a:xfrm>
          <a:prstGeom prst="rect">
            <a:avLst/>
          </a:prstGeom>
        </p:spPr>
      </p:pic>
      <p:sp>
        <p:nvSpPr>
          <p:cNvPr id="2" name="Marcador de texto vertical 1">
            <a:extLst>
              <a:ext uri="{FF2B5EF4-FFF2-40B4-BE49-F238E27FC236}">
                <a16:creationId xmlns:a16="http://schemas.microsoft.com/office/drawing/2014/main" id="{60704876-51FC-F89A-1768-A5918ACFEF3D}"/>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endParaRPr lang="es-419" dirty="0"/>
          </a:p>
        </p:txBody>
      </p:sp>
      <p:sp>
        <p:nvSpPr>
          <p:cNvPr id="13" name="Title 12">
            <a:extLst>
              <a:ext uri="{FF2B5EF4-FFF2-40B4-BE49-F238E27FC236}">
                <a16:creationId xmlns:a16="http://schemas.microsoft.com/office/drawing/2014/main" id="{8367D269-83CE-84FC-EE90-B2CC36AE0B9C}"/>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p>
        </p:txBody>
      </p:sp>
      <p:sp>
        <p:nvSpPr>
          <p:cNvPr id="8" name="Rectángulo: esquinas redondeadas 7">
            <a:extLst>
              <a:ext uri="{FF2B5EF4-FFF2-40B4-BE49-F238E27FC236}">
                <a16:creationId xmlns:a16="http://schemas.microsoft.com/office/drawing/2014/main" id="{98DF7646-19E2-CE37-95F5-0BAC300A82E2}"/>
              </a:ext>
            </a:extLst>
          </p:cNvPr>
          <p:cNvSpPr/>
          <p:nvPr/>
        </p:nvSpPr>
        <p:spPr>
          <a:xfrm>
            <a:off x="2046749" y="4547593"/>
            <a:ext cx="7629408" cy="938807"/>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6"/>
            </a:pPr>
            <a:r>
              <a:rPr lang="es-ES_tradnl" sz="1200" dirty="0"/>
              <a:t>Guarde la información ingresada.</a:t>
            </a:r>
          </a:p>
        </p:txBody>
      </p:sp>
      <p:sp>
        <p:nvSpPr>
          <p:cNvPr id="17" name="Rectángulo 16">
            <a:extLst>
              <a:ext uri="{FF2B5EF4-FFF2-40B4-BE49-F238E27FC236}">
                <a16:creationId xmlns:a16="http://schemas.microsoft.com/office/drawing/2014/main" id="{E4435EAA-D828-9B29-2E5D-36061903C6C9}"/>
              </a:ext>
            </a:extLst>
          </p:cNvPr>
          <p:cNvSpPr/>
          <p:nvPr/>
        </p:nvSpPr>
        <p:spPr>
          <a:xfrm>
            <a:off x="10947399" y="5207000"/>
            <a:ext cx="717949" cy="27940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3" name="Rectángulo redondeado 15">
            <a:extLst>
              <a:ext uri="{FF2B5EF4-FFF2-40B4-BE49-F238E27FC236}">
                <a16:creationId xmlns:a16="http://schemas.microsoft.com/office/drawing/2014/main" id="{0152F55E-1163-B2DE-DD7A-76A3E13BAACC}"/>
              </a:ext>
            </a:extLst>
          </p:cNvPr>
          <p:cNvSpPr/>
          <p:nvPr/>
        </p:nvSpPr>
        <p:spPr>
          <a:xfrm>
            <a:off x="10689129" y="5016996"/>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6</a:t>
            </a:r>
            <a:endParaRPr lang="es-419" sz="1100" noProof="0" dirty="0"/>
          </a:p>
        </p:txBody>
      </p:sp>
    </p:spTree>
    <p:extLst>
      <p:ext uri="{BB962C8B-B14F-4D97-AF65-F5344CB8AC3E}">
        <p14:creationId xmlns:p14="http://schemas.microsoft.com/office/powerpoint/2010/main" val="3995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93737-F202-AAC3-1413-399F530B8FE4}"/>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D17079D0-8865-BC0C-40C6-818812C8C3CF}"/>
              </a:ext>
            </a:extLst>
          </p:cNvPr>
          <p:cNvSpPr>
            <a:spLocks noGrp="1"/>
          </p:cNvSpPr>
          <p:nvPr>
            <p:ph type="body" sz="quarter" idx="10"/>
          </p:nvPr>
        </p:nvSpPr>
        <p:spPr>
          <a:xfrm>
            <a:off x="914399" y="2238843"/>
            <a:ext cx="10363202" cy="669094"/>
          </a:xfrm>
        </p:spPr>
        <p:txBody>
          <a:bodyPr/>
          <a:lstStyle/>
          <a:p>
            <a:r>
              <a:rPr lang="es-419" dirty="0"/>
              <a:t>Control del estatus de ingreso</a:t>
            </a:r>
          </a:p>
        </p:txBody>
      </p:sp>
      <p:sp>
        <p:nvSpPr>
          <p:cNvPr id="2" name="Marcador de texto vertical 1">
            <a:extLst>
              <a:ext uri="{FF2B5EF4-FFF2-40B4-BE49-F238E27FC236}">
                <a16:creationId xmlns:a16="http://schemas.microsoft.com/office/drawing/2014/main" id="{7CC78A46-5247-EC1A-4CAD-44403113290D}"/>
              </a:ext>
            </a:extLst>
          </p:cNvPr>
          <p:cNvSpPr>
            <a:spLocks noGrp="1"/>
          </p:cNvSpPr>
          <p:nvPr>
            <p:ph type="body" sz="quarter" idx="11"/>
          </p:nvPr>
        </p:nvSpPr>
        <p:spPr/>
        <p:txBody>
          <a:bodyPr vert="horz" lIns="0" tIns="0" rIns="0" bIns="0" rtlCol="0">
            <a:spAutoFit/>
          </a:bodyPr>
          <a:lstStyle/>
          <a:p>
            <a:r>
              <a:rPr lang="es-419" dirty="0"/>
              <a:t>Ejecutar la inscripción de cursos por </a:t>
            </a:r>
            <a:r>
              <a:rPr lang="es-419" dirty="0" err="1"/>
              <a:t>backoffice</a:t>
            </a:r>
            <a:endParaRPr lang="es-419" dirty="0"/>
          </a:p>
        </p:txBody>
      </p:sp>
    </p:spTree>
    <p:extLst>
      <p:ext uri="{BB962C8B-B14F-4D97-AF65-F5344CB8AC3E}">
        <p14:creationId xmlns:p14="http://schemas.microsoft.com/office/powerpoint/2010/main" val="14105848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F6474-F06D-A6BA-ECB2-15F12E6D378C}"/>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D7E9E679-49E0-A5FD-0F8A-355707B2EFBF}"/>
              </a:ext>
            </a:extLst>
          </p:cNvPr>
          <p:cNvPicPr>
            <a:picLocks noChangeAspect="1"/>
          </p:cNvPicPr>
          <p:nvPr/>
        </p:nvPicPr>
        <p:blipFill>
          <a:blip r:embed="rId3"/>
          <a:stretch>
            <a:fillRect/>
          </a:stretch>
        </p:blipFill>
        <p:spPr>
          <a:xfrm>
            <a:off x="938996" y="1203170"/>
            <a:ext cx="10681504" cy="4615960"/>
          </a:xfrm>
          <a:prstGeom prst="rect">
            <a:avLst/>
          </a:prstGeom>
        </p:spPr>
      </p:pic>
      <p:sp>
        <p:nvSpPr>
          <p:cNvPr id="2" name="Marcador de texto vertical 1">
            <a:extLst>
              <a:ext uri="{FF2B5EF4-FFF2-40B4-BE49-F238E27FC236}">
                <a16:creationId xmlns:a16="http://schemas.microsoft.com/office/drawing/2014/main" id="{F27AA9DB-0034-9430-B41A-59BAA527BF05}"/>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endParaRPr lang="es-419" sz="1200" dirty="0"/>
          </a:p>
        </p:txBody>
      </p:sp>
      <p:sp>
        <p:nvSpPr>
          <p:cNvPr id="13" name="Title 12">
            <a:extLst>
              <a:ext uri="{FF2B5EF4-FFF2-40B4-BE49-F238E27FC236}">
                <a16:creationId xmlns:a16="http://schemas.microsoft.com/office/drawing/2014/main" id="{7EA8FE26-C45C-43B5-09E2-57115892AA8E}"/>
              </a:ext>
            </a:extLst>
          </p:cNvPr>
          <p:cNvSpPr>
            <a:spLocks noGrp="1"/>
          </p:cNvSpPr>
          <p:nvPr>
            <p:ph type="title"/>
          </p:nvPr>
        </p:nvSpPr>
        <p:spPr>
          <a:xfrm>
            <a:off x="938996" y="304614"/>
            <a:ext cx="10477497" cy="898555"/>
          </a:xfrm>
        </p:spPr>
        <p:txBody>
          <a:bodyPr/>
          <a:lstStyle/>
          <a:p>
            <a:r>
              <a:rPr lang="es-ES_tradnl" dirty="0">
                <a:solidFill>
                  <a:schemeClr val="tx2"/>
                </a:solidFill>
              </a:rPr>
              <a:t>Premisa: </a:t>
            </a:r>
            <a:r>
              <a:rPr lang="es-419" dirty="0">
                <a:solidFill>
                  <a:schemeClr val="tx2"/>
                </a:solidFill>
              </a:rPr>
              <a:t>Validación del código del estatus de ingreso (STVESTS)</a:t>
            </a:r>
            <a:br>
              <a:rPr lang="es-419" dirty="0">
                <a:solidFill>
                  <a:schemeClr val="tx2"/>
                </a:solidFill>
              </a:rPr>
            </a:br>
            <a:endParaRPr lang="es-ES_tradnl" dirty="0">
              <a:solidFill>
                <a:schemeClr val="tx2"/>
              </a:solidFill>
            </a:endParaRPr>
          </a:p>
        </p:txBody>
      </p:sp>
      <p:sp>
        <p:nvSpPr>
          <p:cNvPr id="11" name="Rectángulo 10">
            <a:extLst>
              <a:ext uri="{FF2B5EF4-FFF2-40B4-BE49-F238E27FC236}">
                <a16:creationId xmlns:a16="http://schemas.microsoft.com/office/drawing/2014/main" id="{1232D9D4-D173-D35C-9346-BF89EBFCA02C}"/>
              </a:ext>
            </a:extLst>
          </p:cNvPr>
          <p:cNvSpPr/>
          <p:nvPr/>
        </p:nvSpPr>
        <p:spPr>
          <a:xfrm>
            <a:off x="938996" y="2336800"/>
            <a:ext cx="10681504" cy="24130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5" name="Rectángulo: esquinas redondeadas 14">
            <a:extLst>
              <a:ext uri="{FF2B5EF4-FFF2-40B4-BE49-F238E27FC236}">
                <a16:creationId xmlns:a16="http://schemas.microsoft.com/office/drawing/2014/main" id="{0F4F0E81-623A-EFE2-8777-F1ECBEE2A705}"/>
              </a:ext>
            </a:extLst>
          </p:cNvPr>
          <p:cNvSpPr/>
          <p:nvPr/>
        </p:nvSpPr>
        <p:spPr>
          <a:xfrm>
            <a:off x="1883068" y="4083235"/>
            <a:ext cx="8425863" cy="92672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200" dirty="0"/>
              <a:t>Se espera que exista al menos un registro de estatus de ingreso que permita la inscripción de asignaturas (no debe poseer la casilla ‘Impedir Inscripción’ activa). En este caso el estado esperado sería “Elegible para inscripción “ (EL)</a:t>
            </a:r>
          </a:p>
        </p:txBody>
      </p:sp>
    </p:spTree>
    <p:extLst>
      <p:ext uri="{BB962C8B-B14F-4D97-AF65-F5344CB8AC3E}">
        <p14:creationId xmlns:p14="http://schemas.microsoft.com/office/powerpoint/2010/main" val="5489857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F42FE-A2EB-9E49-DD04-6346066F050C}"/>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58BBF35F-DCA9-43E3-39D4-FD0EEFA389FC}"/>
              </a:ext>
            </a:extLst>
          </p:cNvPr>
          <p:cNvPicPr>
            <a:picLocks noChangeAspect="1"/>
          </p:cNvPicPr>
          <p:nvPr/>
        </p:nvPicPr>
        <p:blipFill>
          <a:blip r:embed="rId3"/>
          <a:stretch>
            <a:fillRect/>
          </a:stretch>
        </p:blipFill>
        <p:spPr>
          <a:xfrm>
            <a:off x="938996" y="1557153"/>
            <a:ext cx="10630704" cy="1011814"/>
          </a:xfrm>
          <a:prstGeom prst="rect">
            <a:avLst/>
          </a:prstGeom>
        </p:spPr>
      </p:pic>
      <p:sp>
        <p:nvSpPr>
          <p:cNvPr id="2" name="Marcador de texto vertical 1">
            <a:extLst>
              <a:ext uri="{FF2B5EF4-FFF2-40B4-BE49-F238E27FC236}">
                <a16:creationId xmlns:a16="http://schemas.microsoft.com/office/drawing/2014/main" id="{951C8791-7527-E743-7C87-218CEF79FFCE}"/>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endParaRPr lang="es-419" sz="1200" dirty="0"/>
          </a:p>
        </p:txBody>
      </p:sp>
      <p:sp>
        <p:nvSpPr>
          <p:cNvPr id="13" name="Title 12">
            <a:extLst>
              <a:ext uri="{FF2B5EF4-FFF2-40B4-BE49-F238E27FC236}">
                <a16:creationId xmlns:a16="http://schemas.microsoft.com/office/drawing/2014/main" id="{5519F350-8461-2D36-BA16-4670FAFA6077}"/>
              </a:ext>
            </a:extLst>
          </p:cNvPr>
          <p:cNvSpPr>
            <a:spLocks noGrp="1"/>
          </p:cNvSpPr>
          <p:nvPr>
            <p:ph type="title"/>
          </p:nvPr>
        </p:nvSpPr>
        <p:spPr>
          <a:xfrm>
            <a:off x="938996" y="304614"/>
            <a:ext cx="10477497" cy="898555"/>
          </a:xfrm>
        </p:spPr>
        <p:txBody>
          <a:bodyPr/>
          <a:lstStyle/>
          <a:p>
            <a:r>
              <a:rPr lang="es-419" dirty="0">
                <a:solidFill>
                  <a:schemeClr val="tx2"/>
                </a:solidFill>
              </a:rPr>
              <a:t>Control del estatus de ingreso (SFAESTS)</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3353B795-29E6-EAF9-6F1C-905494160D5D}"/>
              </a:ext>
            </a:extLst>
          </p:cNvPr>
          <p:cNvSpPr/>
          <p:nvPr/>
        </p:nvSpPr>
        <p:spPr>
          <a:xfrm>
            <a:off x="2305637" y="3861171"/>
            <a:ext cx="8268101" cy="160903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Se requiere configurar SFAESTS, página administrativa donde se establecen los estatus de ingreso (STVESTS) que estarían habilitados para su asignación en un periodo académico determinado. Para ello se debe:</a:t>
            </a:r>
          </a:p>
          <a:p>
            <a:endParaRPr lang="es-ES_tradnl" sz="1200" dirty="0"/>
          </a:p>
          <a:p>
            <a:pPr marL="228600" indent="-228600">
              <a:buFont typeface="+mj-lt"/>
              <a:buAutoNum type="arabicPeriod"/>
            </a:pPr>
            <a:r>
              <a:rPr lang="es-ES_tradnl" sz="1200" dirty="0"/>
              <a:t>Ingresar el Periodo Académico para el cual se definirán las fechas de los estatus </a:t>
            </a:r>
          </a:p>
          <a:p>
            <a:pPr marL="228600" indent="-228600">
              <a:buFont typeface="+mj-lt"/>
              <a:buAutoNum type="arabicPeriod"/>
            </a:pPr>
            <a:r>
              <a:rPr lang="es-ES_tradnl" sz="1200" dirty="0"/>
              <a:t>Presionar el botón ‘Ir’.</a:t>
            </a:r>
          </a:p>
        </p:txBody>
      </p:sp>
      <p:sp>
        <p:nvSpPr>
          <p:cNvPr id="10" name="Rectángulo 9">
            <a:extLst>
              <a:ext uri="{FF2B5EF4-FFF2-40B4-BE49-F238E27FC236}">
                <a16:creationId xmlns:a16="http://schemas.microsoft.com/office/drawing/2014/main" id="{E8860C21-DA09-8F67-0718-41B6583D69F9}"/>
              </a:ext>
            </a:extLst>
          </p:cNvPr>
          <p:cNvSpPr/>
          <p:nvPr/>
        </p:nvSpPr>
        <p:spPr>
          <a:xfrm>
            <a:off x="1321471" y="1893828"/>
            <a:ext cx="1904329"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AC241E84-7049-03FD-4501-DDC6E39E4A61}"/>
              </a:ext>
            </a:extLst>
          </p:cNvPr>
          <p:cNvSpPr/>
          <p:nvPr/>
        </p:nvSpPr>
        <p:spPr>
          <a:xfrm>
            <a:off x="3225800" y="2183521"/>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16" name="Rectángulo redondeado 15">
            <a:extLst>
              <a:ext uri="{FF2B5EF4-FFF2-40B4-BE49-F238E27FC236}">
                <a16:creationId xmlns:a16="http://schemas.microsoft.com/office/drawing/2014/main" id="{5575EBED-1688-2F9E-9F70-7C51969869F7}"/>
              </a:ext>
            </a:extLst>
          </p:cNvPr>
          <p:cNvSpPr/>
          <p:nvPr/>
        </p:nvSpPr>
        <p:spPr>
          <a:xfrm>
            <a:off x="10994734" y="2183521"/>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17" name="Rectángulo 16">
            <a:extLst>
              <a:ext uri="{FF2B5EF4-FFF2-40B4-BE49-F238E27FC236}">
                <a16:creationId xmlns:a16="http://schemas.microsoft.com/office/drawing/2014/main" id="{C81540BE-C0DF-DBF4-3002-A24A7FF33BBF}"/>
              </a:ext>
            </a:extLst>
          </p:cNvPr>
          <p:cNvSpPr/>
          <p:nvPr/>
        </p:nvSpPr>
        <p:spPr>
          <a:xfrm>
            <a:off x="11123869" y="1895640"/>
            <a:ext cx="445831"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20212319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D6C31-9664-4143-B711-AFDD84DCD5C5}"/>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49E86945-0DA2-4872-A4DD-DE1EF215D6C9}"/>
              </a:ext>
            </a:extLst>
          </p:cNvPr>
          <p:cNvPicPr>
            <a:picLocks noChangeAspect="1"/>
          </p:cNvPicPr>
          <p:nvPr/>
        </p:nvPicPr>
        <p:blipFill>
          <a:blip r:embed="rId3"/>
          <a:stretch>
            <a:fillRect/>
          </a:stretch>
        </p:blipFill>
        <p:spPr>
          <a:xfrm>
            <a:off x="938996" y="1226814"/>
            <a:ext cx="10681504" cy="4615960"/>
          </a:xfrm>
          <a:prstGeom prst="rect">
            <a:avLst/>
          </a:prstGeom>
        </p:spPr>
      </p:pic>
      <p:sp>
        <p:nvSpPr>
          <p:cNvPr id="2" name="Marcador de texto vertical 1">
            <a:extLst>
              <a:ext uri="{FF2B5EF4-FFF2-40B4-BE49-F238E27FC236}">
                <a16:creationId xmlns:a16="http://schemas.microsoft.com/office/drawing/2014/main" id="{BEA3616C-8F42-95E2-F28E-74BF7D9AC097}"/>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endParaRPr lang="es-419" sz="1200" dirty="0"/>
          </a:p>
        </p:txBody>
      </p:sp>
      <p:sp>
        <p:nvSpPr>
          <p:cNvPr id="13" name="Title 12">
            <a:extLst>
              <a:ext uri="{FF2B5EF4-FFF2-40B4-BE49-F238E27FC236}">
                <a16:creationId xmlns:a16="http://schemas.microsoft.com/office/drawing/2014/main" id="{5F675E0A-B6AC-A94E-41DB-8A54EEAA0446}"/>
              </a:ext>
            </a:extLst>
          </p:cNvPr>
          <p:cNvSpPr>
            <a:spLocks noGrp="1"/>
          </p:cNvSpPr>
          <p:nvPr>
            <p:ph type="title"/>
          </p:nvPr>
        </p:nvSpPr>
        <p:spPr>
          <a:xfrm>
            <a:off x="938996" y="304614"/>
            <a:ext cx="10477497" cy="898555"/>
          </a:xfrm>
        </p:spPr>
        <p:txBody>
          <a:bodyPr/>
          <a:lstStyle/>
          <a:p>
            <a:r>
              <a:rPr lang="es-419" dirty="0">
                <a:solidFill>
                  <a:schemeClr val="tx2"/>
                </a:solidFill>
              </a:rPr>
              <a:t>Control del estatus de ingreso (SFAESTS)</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7A023096-0923-DD21-78F2-B1769992FCD4}"/>
              </a:ext>
            </a:extLst>
          </p:cNvPr>
          <p:cNvSpPr/>
          <p:nvPr/>
        </p:nvSpPr>
        <p:spPr>
          <a:xfrm>
            <a:off x="2305637" y="3861171"/>
            <a:ext cx="8268101" cy="160903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3"/>
            </a:pPr>
            <a:r>
              <a:rPr lang="es-ES_tradnl" sz="1200" dirty="0"/>
              <a:t>Para efectos de la inscripción de asignaturas se requiere que el Estatus de Ingreso (</a:t>
            </a:r>
            <a:r>
              <a:rPr lang="es-ES_tradnl" sz="1200" b="1" dirty="0"/>
              <a:t>EL</a:t>
            </a:r>
            <a:r>
              <a:rPr lang="es-ES_tradnl" sz="1200" dirty="0"/>
              <a:t>) se encuentre configurado con una ‘Fecha de inicio’ y ‘Fecha de fin’ definida. Este rango de tiempo corresponderá al periodo de tiempo en el cual se permitiría la inscripción o modificación de la carga académica del estudiante (Inscripción).</a:t>
            </a:r>
          </a:p>
          <a:p>
            <a:endParaRPr lang="es-ES_tradnl" sz="1200" dirty="0"/>
          </a:p>
          <a:p>
            <a:r>
              <a:rPr lang="es-ES_tradnl" sz="1100" dirty="0"/>
              <a:t>En caso de no estar presente el estado (EL), para ingresar el registro ser debe seleccionar la opción ‘</a:t>
            </a:r>
            <a:r>
              <a:rPr lang="es-ES_tradnl" sz="1100" b="1" dirty="0"/>
              <a:t>+</a:t>
            </a:r>
            <a:r>
              <a:rPr lang="es-ES_tradnl" sz="1100" dirty="0"/>
              <a:t>’, ingresar el código EL en el campo ‘Estatus’ y definir las fechas de inicio y fin respectivamente</a:t>
            </a:r>
          </a:p>
        </p:txBody>
      </p:sp>
      <p:sp>
        <p:nvSpPr>
          <p:cNvPr id="10" name="Rectángulo 9">
            <a:extLst>
              <a:ext uri="{FF2B5EF4-FFF2-40B4-BE49-F238E27FC236}">
                <a16:creationId xmlns:a16="http://schemas.microsoft.com/office/drawing/2014/main" id="{D1B05D9C-45EA-32F3-DD87-213B61612A03}"/>
              </a:ext>
            </a:extLst>
          </p:cNvPr>
          <p:cNvSpPr/>
          <p:nvPr/>
        </p:nvSpPr>
        <p:spPr>
          <a:xfrm>
            <a:off x="938996" y="2266301"/>
            <a:ext cx="10681504"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4AF42AF5-E880-99D5-630C-69090423E18C}"/>
              </a:ext>
            </a:extLst>
          </p:cNvPr>
          <p:cNvSpPr/>
          <p:nvPr/>
        </p:nvSpPr>
        <p:spPr>
          <a:xfrm>
            <a:off x="680726" y="2589921"/>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
        <p:nvSpPr>
          <p:cNvPr id="3" name="Rectángulo 2">
            <a:extLst>
              <a:ext uri="{FF2B5EF4-FFF2-40B4-BE49-F238E27FC236}">
                <a16:creationId xmlns:a16="http://schemas.microsoft.com/office/drawing/2014/main" id="{CEDAD311-5199-2B31-DB69-DFE07E1B7D7D}"/>
              </a:ext>
            </a:extLst>
          </p:cNvPr>
          <p:cNvSpPr/>
          <p:nvPr/>
        </p:nvSpPr>
        <p:spPr>
          <a:xfrm>
            <a:off x="10731500" y="1771159"/>
            <a:ext cx="242104"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21065434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CF675-60D0-40AA-D413-52B55404E716}"/>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05C77BD5-9213-43A1-EF72-D6C35B5015A3}"/>
              </a:ext>
            </a:extLst>
          </p:cNvPr>
          <p:cNvPicPr>
            <a:picLocks noChangeAspect="1"/>
          </p:cNvPicPr>
          <p:nvPr/>
        </p:nvPicPr>
        <p:blipFill>
          <a:blip r:embed="rId3"/>
          <a:stretch>
            <a:fillRect/>
          </a:stretch>
        </p:blipFill>
        <p:spPr>
          <a:xfrm>
            <a:off x="809861" y="1614384"/>
            <a:ext cx="10810639" cy="1156110"/>
          </a:xfrm>
          <a:prstGeom prst="rect">
            <a:avLst/>
          </a:prstGeom>
        </p:spPr>
      </p:pic>
      <p:sp>
        <p:nvSpPr>
          <p:cNvPr id="2" name="Marcador de texto vertical 1">
            <a:extLst>
              <a:ext uri="{FF2B5EF4-FFF2-40B4-BE49-F238E27FC236}">
                <a16:creationId xmlns:a16="http://schemas.microsoft.com/office/drawing/2014/main" id="{BD13C1EC-81D1-BCB3-0D0B-0DCACDC46DE3}"/>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endParaRPr lang="es-419" sz="1200" dirty="0"/>
          </a:p>
        </p:txBody>
      </p:sp>
      <p:sp>
        <p:nvSpPr>
          <p:cNvPr id="13" name="Title 12">
            <a:extLst>
              <a:ext uri="{FF2B5EF4-FFF2-40B4-BE49-F238E27FC236}">
                <a16:creationId xmlns:a16="http://schemas.microsoft.com/office/drawing/2014/main" id="{A8BCBAAE-1160-9117-40EF-0B670BBBD86F}"/>
              </a:ext>
            </a:extLst>
          </p:cNvPr>
          <p:cNvSpPr>
            <a:spLocks noGrp="1"/>
          </p:cNvSpPr>
          <p:nvPr>
            <p:ph type="title"/>
          </p:nvPr>
        </p:nvSpPr>
        <p:spPr>
          <a:xfrm>
            <a:off x="938996" y="304614"/>
            <a:ext cx="10477497" cy="898555"/>
          </a:xfrm>
        </p:spPr>
        <p:txBody>
          <a:bodyPr/>
          <a:lstStyle/>
          <a:p>
            <a:r>
              <a:rPr lang="es-419" dirty="0">
                <a:solidFill>
                  <a:schemeClr val="tx2"/>
                </a:solidFill>
              </a:rPr>
              <a:t>Control del estatus de ingreso (SFAESTS)</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19C877B3-6D9E-68D3-DAC1-A4D1F3AFA2A3}"/>
              </a:ext>
            </a:extLst>
          </p:cNvPr>
          <p:cNvSpPr/>
          <p:nvPr/>
        </p:nvSpPr>
        <p:spPr>
          <a:xfrm>
            <a:off x="2305637" y="3861171"/>
            <a:ext cx="8268101" cy="160903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Por medio del campo ‘Copiar del periodo’, se puede copiar la configuración del período que se ingrese en dicho campo a otro período, con lo cual solo deberá modificar las fechas que correspondan al nuevo período en cada uno de los estatus.</a:t>
            </a:r>
          </a:p>
        </p:txBody>
      </p:sp>
      <p:sp>
        <p:nvSpPr>
          <p:cNvPr id="10" name="Rectángulo 9">
            <a:extLst>
              <a:ext uri="{FF2B5EF4-FFF2-40B4-BE49-F238E27FC236}">
                <a16:creationId xmlns:a16="http://schemas.microsoft.com/office/drawing/2014/main" id="{71545AD6-7686-748B-5979-7D273A2AF9BB}"/>
              </a:ext>
            </a:extLst>
          </p:cNvPr>
          <p:cNvSpPr/>
          <p:nvPr/>
        </p:nvSpPr>
        <p:spPr>
          <a:xfrm>
            <a:off x="5632852" y="1962504"/>
            <a:ext cx="2368148"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25789967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5D092-969A-8BA6-0044-C19B96C2624D}"/>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AC26B074-EA88-DDAF-A507-269D8836AC5E}"/>
              </a:ext>
            </a:extLst>
          </p:cNvPr>
          <p:cNvSpPr>
            <a:spLocks noGrp="1"/>
          </p:cNvSpPr>
          <p:nvPr>
            <p:ph type="body" sz="quarter" idx="10"/>
          </p:nvPr>
        </p:nvSpPr>
        <p:spPr>
          <a:xfrm>
            <a:off x="914399" y="2238843"/>
            <a:ext cx="10363202" cy="669094"/>
          </a:xfrm>
        </p:spPr>
        <p:txBody>
          <a:bodyPr/>
          <a:lstStyle/>
          <a:p>
            <a:r>
              <a:rPr lang="es-419" dirty="0"/>
              <a:t>Estatus de inscripción al curso</a:t>
            </a:r>
          </a:p>
        </p:txBody>
      </p:sp>
      <p:sp>
        <p:nvSpPr>
          <p:cNvPr id="2" name="Marcador de texto vertical 1">
            <a:extLst>
              <a:ext uri="{FF2B5EF4-FFF2-40B4-BE49-F238E27FC236}">
                <a16:creationId xmlns:a16="http://schemas.microsoft.com/office/drawing/2014/main" id="{3CCDE5A6-A1F9-470F-6796-AA91B5C07EF9}"/>
              </a:ext>
            </a:extLst>
          </p:cNvPr>
          <p:cNvSpPr>
            <a:spLocks noGrp="1"/>
          </p:cNvSpPr>
          <p:nvPr>
            <p:ph type="body" sz="quarter" idx="11"/>
          </p:nvPr>
        </p:nvSpPr>
        <p:spPr/>
        <p:txBody>
          <a:bodyPr vert="horz" lIns="0" tIns="0" rIns="0" bIns="0" rtlCol="0">
            <a:spAutoFit/>
          </a:bodyPr>
          <a:lstStyle/>
          <a:p>
            <a:r>
              <a:rPr lang="es-419" dirty="0"/>
              <a:t>Ejecutar la inscripción de cursos por </a:t>
            </a:r>
            <a:r>
              <a:rPr lang="es-419" dirty="0" err="1"/>
              <a:t>backoffice</a:t>
            </a:r>
            <a:endParaRPr lang="es-419" dirty="0"/>
          </a:p>
        </p:txBody>
      </p:sp>
    </p:spTree>
    <p:extLst>
      <p:ext uri="{BB962C8B-B14F-4D97-AF65-F5344CB8AC3E}">
        <p14:creationId xmlns:p14="http://schemas.microsoft.com/office/powerpoint/2010/main" val="7744372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5C473-AE99-E9F0-6184-842FC09F1DCC}"/>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FD13D4F6-40D2-A6A1-9E19-1A5568EFBCFB}"/>
              </a:ext>
            </a:extLst>
          </p:cNvPr>
          <p:cNvPicPr>
            <a:picLocks noChangeAspect="1"/>
          </p:cNvPicPr>
          <p:nvPr/>
        </p:nvPicPr>
        <p:blipFill>
          <a:blip r:embed="rId3"/>
          <a:stretch>
            <a:fillRect/>
          </a:stretch>
        </p:blipFill>
        <p:spPr>
          <a:xfrm>
            <a:off x="938996" y="1575054"/>
            <a:ext cx="10668804" cy="4622926"/>
          </a:xfrm>
          <a:prstGeom prst="rect">
            <a:avLst/>
          </a:prstGeom>
        </p:spPr>
      </p:pic>
      <p:sp>
        <p:nvSpPr>
          <p:cNvPr id="2" name="Marcador de texto vertical 1">
            <a:extLst>
              <a:ext uri="{FF2B5EF4-FFF2-40B4-BE49-F238E27FC236}">
                <a16:creationId xmlns:a16="http://schemas.microsoft.com/office/drawing/2014/main" id="{1DADB18B-EE98-381A-FAA9-42C231C343EC}"/>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r>
              <a:rPr lang="es-419" sz="1200" dirty="0"/>
              <a:t> por bloques</a:t>
            </a:r>
          </a:p>
        </p:txBody>
      </p:sp>
      <p:sp>
        <p:nvSpPr>
          <p:cNvPr id="13" name="Title 12">
            <a:extLst>
              <a:ext uri="{FF2B5EF4-FFF2-40B4-BE49-F238E27FC236}">
                <a16:creationId xmlns:a16="http://schemas.microsoft.com/office/drawing/2014/main" id="{939B77A4-83FC-AEFF-4A48-BF44D22BAF93}"/>
              </a:ext>
            </a:extLst>
          </p:cNvPr>
          <p:cNvSpPr>
            <a:spLocks noGrp="1"/>
          </p:cNvSpPr>
          <p:nvPr>
            <p:ph type="title"/>
          </p:nvPr>
        </p:nvSpPr>
        <p:spPr>
          <a:xfrm>
            <a:off x="938996" y="304614"/>
            <a:ext cx="10477497" cy="898555"/>
          </a:xfrm>
        </p:spPr>
        <p:txBody>
          <a:bodyPr/>
          <a:lstStyle/>
          <a:p>
            <a:r>
              <a:rPr lang="es-ES_tradnl" dirty="0">
                <a:solidFill>
                  <a:schemeClr val="tx2"/>
                </a:solidFill>
              </a:rPr>
              <a:t> </a:t>
            </a:r>
            <a:r>
              <a:rPr lang="es-419" dirty="0">
                <a:solidFill>
                  <a:schemeClr val="tx2"/>
                </a:solidFill>
              </a:rPr>
              <a:t>Validación del código de estatus de la inscripción al curso (STVRSTS)</a:t>
            </a:r>
            <a:br>
              <a:rPr lang="es-419" dirty="0">
                <a:solidFill>
                  <a:schemeClr val="tx2"/>
                </a:solidFill>
              </a:rPr>
            </a:br>
            <a:endParaRPr lang="es-ES_tradnl" dirty="0">
              <a:solidFill>
                <a:schemeClr val="tx2"/>
              </a:solidFill>
            </a:endParaRPr>
          </a:p>
        </p:txBody>
      </p:sp>
      <p:sp>
        <p:nvSpPr>
          <p:cNvPr id="9" name="Rectángulo: esquinas redondeadas 8">
            <a:extLst>
              <a:ext uri="{FF2B5EF4-FFF2-40B4-BE49-F238E27FC236}">
                <a16:creationId xmlns:a16="http://schemas.microsoft.com/office/drawing/2014/main" id="{DF388ABA-0A04-0FFA-7F87-5F51604122F7}"/>
              </a:ext>
            </a:extLst>
          </p:cNvPr>
          <p:cNvSpPr/>
          <p:nvPr/>
        </p:nvSpPr>
        <p:spPr>
          <a:xfrm>
            <a:off x="1540168" y="4819581"/>
            <a:ext cx="8425863" cy="92672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200" dirty="0"/>
              <a:t>Esta tabla define los status de inscripción que pudieran tener los NRC inscritos del estudiante, mismos que son configurados y habilitados en SFARSTS para su posterior asignación en SFAREGS según corresponda al tipo de inscripción o retiro.</a:t>
            </a:r>
          </a:p>
        </p:txBody>
      </p:sp>
    </p:spTree>
    <p:extLst>
      <p:ext uri="{BB962C8B-B14F-4D97-AF65-F5344CB8AC3E}">
        <p14:creationId xmlns:p14="http://schemas.microsoft.com/office/powerpoint/2010/main" val="4729279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22FF9-E9D6-B666-BCAC-9DA81C3F98AD}"/>
            </a:ext>
          </a:extLst>
        </p:cNvPr>
        <p:cNvGrpSpPr/>
        <p:nvPr/>
      </p:nvGrpSpPr>
      <p:grpSpPr>
        <a:xfrm>
          <a:off x="0" y="0"/>
          <a:ext cx="0" cy="0"/>
          <a:chOff x="0" y="0"/>
          <a:chExt cx="0" cy="0"/>
        </a:xfrm>
      </p:grpSpPr>
      <p:pic>
        <p:nvPicPr>
          <p:cNvPr id="12" name="Imagen 11">
            <a:extLst>
              <a:ext uri="{FF2B5EF4-FFF2-40B4-BE49-F238E27FC236}">
                <a16:creationId xmlns:a16="http://schemas.microsoft.com/office/drawing/2014/main" id="{179E7985-C70C-758B-641A-AC1EAF5F280C}"/>
              </a:ext>
            </a:extLst>
          </p:cNvPr>
          <p:cNvPicPr>
            <a:picLocks noChangeAspect="1"/>
          </p:cNvPicPr>
          <p:nvPr/>
        </p:nvPicPr>
        <p:blipFill>
          <a:blip r:embed="rId3"/>
          <a:stretch>
            <a:fillRect/>
          </a:stretch>
        </p:blipFill>
        <p:spPr>
          <a:xfrm>
            <a:off x="864455" y="1456394"/>
            <a:ext cx="10626578" cy="1263611"/>
          </a:xfrm>
          <a:prstGeom prst="rect">
            <a:avLst/>
          </a:prstGeom>
        </p:spPr>
      </p:pic>
      <p:sp>
        <p:nvSpPr>
          <p:cNvPr id="13" name="Title 12">
            <a:extLst>
              <a:ext uri="{FF2B5EF4-FFF2-40B4-BE49-F238E27FC236}">
                <a16:creationId xmlns:a16="http://schemas.microsoft.com/office/drawing/2014/main" id="{CB016422-444F-0843-1530-900C479CACD7}"/>
              </a:ext>
            </a:extLst>
          </p:cNvPr>
          <p:cNvSpPr>
            <a:spLocks noGrp="1"/>
          </p:cNvSpPr>
          <p:nvPr>
            <p:ph type="title"/>
          </p:nvPr>
        </p:nvSpPr>
        <p:spPr>
          <a:xfrm>
            <a:off x="938996" y="304614"/>
            <a:ext cx="10477497" cy="898555"/>
          </a:xfrm>
        </p:spPr>
        <p:txBody>
          <a:bodyPr/>
          <a:lstStyle/>
          <a:p>
            <a:r>
              <a:rPr lang="es-419" dirty="0">
                <a:solidFill>
                  <a:schemeClr val="tx2"/>
                </a:solidFill>
              </a:rPr>
              <a:t>Estatus de inscripción a curso (SFARSTS)</a:t>
            </a:r>
            <a:endParaRPr lang="es-ES_tradnl" dirty="0">
              <a:solidFill>
                <a:schemeClr val="tx2"/>
              </a:solidFill>
            </a:endParaRPr>
          </a:p>
        </p:txBody>
      </p:sp>
      <p:sp>
        <p:nvSpPr>
          <p:cNvPr id="3" name="Rectángulo: esquinas redondeadas 2">
            <a:extLst>
              <a:ext uri="{FF2B5EF4-FFF2-40B4-BE49-F238E27FC236}">
                <a16:creationId xmlns:a16="http://schemas.microsoft.com/office/drawing/2014/main" id="{07CE779A-7EDF-B134-BFD6-631585A27A35}"/>
              </a:ext>
            </a:extLst>
          </p:cNvPr>
          <p:cNvSpPr/>
          <p:nvPr/>
        </p:nvSpPr>
        <p:spPr>
          <a:xfrm>
            <a:off x="2305637" y="3861171"/>
            <a:ext cx="8268101" cy="160903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Se requiere configurar SFARSTS, página administrativa donde se establecen los estatus de inscripción de los cursos  que estarían habilitados para su asignación en un periodo académico determinado. Para ello se debe:</a:t>
            </a:r>
          </a:p>
          <a:p>
            <a:endParaRPr lang="es-ES_tradnl" sz="1200" dirty="0"/>
          </a:p>
          <a:p>
            <a:pPr marL="228600" indent="-228600">
              <a:buFont typeface="+mj-lt"/>
              <a:buAutoNum type="arabicPeriod"/>
            </a:pPr>
            <a:r>
              <a:rPr lang="es-ES_tradnl" sz="1200" dirty="0"/>
              <a:t>Ingresar el Periodo Académico para el cual se definirán las fechas de los estatus de inscripción de cursos</a:t>
            </a:r>
          </a:p>
          <a:p>
            <a:pPr marL="228600" indent="-228600">
              <a:buFont typeface="+mj-lt"/>
              <a:buAutoNum type="arabicPeriod"/>
            </a:pPr>
            <a:r>
              <a:rPr lang="es-ES_tradnl" sz="1200" dirty="0"/>
              <a:t>Ingresar la parte de período en el cual están programadas las asignaturas para su inscripción. Se deben configurar los estatus para cada parte de período que esté habilitada en la página SOATERM para el período.</a:t>
            </a:r>
          </a:p>
          <a:p>
            <a:pPr marL="228600" indent="-228600">
              <a:buFont typeface="+mj-lt"/>
              <a:buAutoNum type="arabicPeriod"/>
            </a:pPr>
            <a:r>
              <a:rPr lang="es-ES_tradnl" sz="1200" dirty="0"/>
              <a:t>Presionar el botón ‘Ir’.</a:t>
            </a:r>
          </a:p>
        </p:txBody>
      </p:sp>
      <p:sp>
        <p:nvSpPr>
          <p:cNvPr id="5" name="Rectángulo 4">
            <a:extLst>
              <a:ext uri="{FF2B5EF4-FFF2-40B4-BE49-F238E27FC236}">
                <a16:creationId xmlns:a16="http://schemas.microsoft.com/office/drawing/2014/main" id="{04452D7E-542F-AFCE-7271-7E8BF66C840A}"/>
              </a:ext>
            </a:extLst>
          </p:cNvPr>
          <p:cNvSpPr/>
          <p:nvPr/>
        </p:nvSpPr>
        <p:spPr>
          <a:xfrm>
            <a:off x="1475129" y="1858754"/>
            <a:ext cx="1904329"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redondeado 15">
            <a:extLst>
              <a:ext uri="{FF2B5EF4-FFF2-40B4-BE49-F238E27FC236}">
                <a16:creationId xmlns:a16="http://schemas.microsoft.com/office/drawing/2014/main" id="{629A36AA-883A-F5F6-76DC-EC6F3B8C16CB}"/>
              </a:ext>
            </a:extLst>
          </p:cNvPr>
          <p:cNvSpPr/>
          <p:nvPr/>
        </p:nvSpPr>
        <p:spPr>
          <a:xfrm>
            <a:off x="3468358" y="2097647"/>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7" name="Rectángulo redondeado 15">
            <a:extLst>
              <a:ext uri="{FF2B5EF4-FFF2-40B4-BE49-F238E27FC236}">
                <a16:creationId xmlns:a16="http://schemas.microsoft.com/office/drawing/2014/main" id="{6AAA3B3F-6C04-D5A2-5DF3-83315470ABD7}"/>
              </a:ext>
            </a:extLst>
          </p:cNvPr>
          <p:cNvSpPr/>
          <p:nvPr/>
        </p:nvSpPr>
        <p:spPr>
          <a:xfrm>
            <a:off x="10924694" y="2097647"/>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8" name="Rectángulo 7">
            <a:extLst>
              <a:ext uri="{FF2B5EF4-FFF2-40B4-BE49-F238E27FC236}">
                <a16:creationId xmlns:a16="http://schemas.microsoft.com/office/drawing/2014/main" id="{148FD5E9-F7E8-B8BD-F692-C6B0B40D5DA1}"/>
              </a:ext>
            </a:extLst>
          </p:cNvPr>
          <p:cNvSpPr/>
          <p:nvPr/>
        </p:nvSpPr>
        <p:spPr>
          <a:xfrm>
            <a:off x="11104629" y="1868202"/>
            <a:ext cx="445831"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8">
            <a:extLst>
              <a:ext uri="{FF2B5EF4-FFF2-40B4-BE49-F238E27FC236}">
                <a16:creationId xmlns:a16="http://schemas.microsoft.com/office/drawing/2014/main" id="{B8465676-89C9-1724-4FCB-CE636ECE03CD}"/>
              </a:ext>
            </a:extLst>
          </p:cNvPr>
          <p:cNvSpPr/>
          <p:nvPr/>
        </p:nvSpPr>
        <p:spPr>
          <a:xfrm>
            <a:off x="6596080" y="1840876"/>
            <a:ext cx="1636979"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15AE44DC-215E-2C74-1EC0-404861207EB6}"/>
              </a:ext>
            </a:extLst>
          </p:cNvPr>
          <p:cNvSpPr/>
          <p:nvPr/>
        </p:nvSpPr>
        <p:spPr>
          <a:xfrm>
            <a:off x="8233059" y="2097647"/>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14" name="Marcador de texto vertical 1">
            <a:extLst>
              <a:ext uri="{FF2B5EF4-FFF2-40B4-BE49-F238E27FC236}">
                <a16:creationId xmlns:a16="http://schemas.microsoft.com/office/drawing/2014/main" id="{3BB33A64-39CA-E4C7-BD44-F4F8FF2C4A82}"/>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12887113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40E92-0F5C-DAFF-428B-EC4FDF16894B}"/>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9D8F29EF-CF08-9FB3-5AEE-3E6809F67A84}"/>
              </a:ext>
            </a:extLst>
          </p:cNvPr>
          <p:cNvPicPr>
            <a:picLocks noChangeAspect="1"/>
          </p:cNvPicPr>
          <p:nvPr/>
        </p:nvPicPr>
        <p:blipFill>
          <a:blip r:embed="rId3"/>
          <a:stretch>
            <a:fillRect/>
          </a:stretch>
        </p:blipFill>
        <p:spPr>
          <a:xfrm>
            <a:off x="609601" y="987411"/>
            <a:ext cx="11756277" cy="5184788"/>
          </a:xfrm>
          <a:prstGeom prst="rect">
            <a:avLst/>
          </a:prstGeom>
        </p:spPr>
      </p:pic>
      <p:sp>
        <p:nvSpPr>
          <p:cNvPr id="13" name="Title 12">
            <a:extLst>
              <a:ext uri="{FF2B5EF4-FFF2-40B4-BE49-F238E27FC236}">
                <a16:creationId xmlns:a16="http://schemas.microsoft.com/office/drawing/2014/main" id="{A60D5FA5-9C19-0BF1-9518-D48C246524EB}"/>
              </a:ext>
            </a:extLst>
          </p:cNvPr>
          <p:cNvSpPr>
            <a:spLocks noGrp="1"/>
          </p:cNvSpPr>
          <p:nvPr>
            <p:ph type="title"/>
          </p:nvPr>
        </p:nvSpPr>
        <p:spPr>
          <a:xfrm>
            <a:off x="938996" y="304614"/>
            <a:ext cx="10477497" cy="898555"/>
          </a:xfrm>
        </p:spPr>
        <p:txBody>
          <a:bodyPr/>
          <a:lstStyle/>
          <a:p>
            <a:r>
              <a:rPr lang="es-ES_tradnl" dirty="0">
                <a:solidFill>
                  <a:schemeClr val="tx2"/>
                </a:solidFill>
              </a:rPr>
              <a:t> </a:t>
            </a:r>
            <a:r>
              <a:rPr lang="es-419" dirty="0">
                <a:solidFill>
                  <a:schemeClr val="tx2"/>
                </a:solidFill>
              </a:rPr>
              <a:t>Estatus de inscripción a curso (SFARSTS)</a:t>
            </a:r>
            <a:br>
              <a:rPr lang="es-419" dirty="0">
                <a:solidFill>
                  <a:schemeClr val="tx2"/>
                </a:solidFill>
              </a:rPr>
            </a:br>
            <a:endParaRPr lang="es-ES_tradnl" dirty="0">
              <a:solidFill>
                <a:schemeClr val="tx2"/>
              </a:solidFill>
            </a:endParaRPr>
          </a:p>
        </p:txBody>
      </p:sp>
      <p:sp>
        <p:nvSpPr>
          <p:cNvPr id="6" name="Marcador de texto vertical 1">
            <a:extLst>
              <a:ext uri="{FF2B5EF4-FFF2-40B4-BE49-F238E27FC236}">
                <a16:creationId xmlns:a16="http://schemas.microsoft.com/office/drawing/2014/main" id="{FFFB9143-1489-D889-D0D4-1B03CD0D73EC}"/>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
        <p:nvSpPr>
          <p:cNvPr id="4" name="Rectángulo 3">
            <a:extLst>
              <a:ext uri="{FF2B5EF4-FFF2-40B4-BE49-F238E27FC236}">
                <a16:creationId xmlns:a16="http://schemas.microsoft.com/office/drawing/2014/main" id="{21831300-6796-4ADF-D27D-861C468DB2B5}"/>
              </a:ext>
            </a:extLst>
          </p:cNvPr>
          <p:cNvSpPr/>
          <p:nvPr/>
        </p:nvSpPr>
        <p:spPr>
          <a:xfrm>
            <a:off x="542352" y="1905224"/>
            <a:ext cx="10681504" cy="24130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7" name="Rectángulo: esquinas redondeadas 6">
            <a:extLst>
              <a:ext uri="{FF2B5EF4-FFF2-40B4-BE49-F238E27FC236}">
                <a16:creationId xmlns:a16="http://schemas.microsoft.com/office/drawing/2014/main" id="{F99114C7-4D8E-A7BE-D3AA-92578CDA1926}"/>
              </a:ext>
            </a:extLst>
          </p:cNvPr>
          <p:cNvSpPr/>
          <p:nvPr/>
        </p:nvSpPr>
        <p:spPr>
          <a:xfrm>
            <a:off x="1321728" y="3822239"/>
            <a:ext cx="8425863" cy="1647904"/>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200" dirty="0"/>
              <a:t>Para efectos de la inscripción de asignaturas se requiere que los estatus de inscripción de cursos RE y DD se encuentre habilitados dentro de los registros y con los campos ‘Fecha de inicio’ y ‘Fecha de fin’ definidos, dado que solo se permitirá una inscripción o retiro de asignaturas dentro del rango de tiempo que ambos campos indican.</a:t>
            </a:r>
          </a:p>
          <a:p>
            <a:pPr algn="ctr"/>
            <a:endParaRPr lang="es-ES_tradnl" sz="1200" dirty="0"/>
          </a:p>
          <a:p>
            <a:pPr marL="171450" indent="-171450">
              <a:buFont typeface="Arial" panose="020B0604020202020204" pitchFamily="34" charset="0"/>
              <a:buChar char="•"/>
            </a:pPr>
            <a:r>
              <a:rPr lang="es-ES_tradnl" sz="1100" dirty="0"/>
              <a:t>En caso de no estar presente el estado de inscripción de cursos, para ingresar el registro ser debe seleccionar la opción ‘</a:t>
            </a:r>
            <a:r>
              <a:rPr lang="es-ES_tradnl" sz="1100" b="1" dirty="0"/>
              <a:t>+</a:t>
            </a:r>
            <a:r>
              <a:rPr lang="es-ES_tradnl" sz="1100" dirty="0"/>
              <a:t>’, ingresar el código correspondiente en el campo ‘Estatus’ y definir las fechas de inicio y fin respectivamente</a:t>
            </a:r>
          </a:p>
          <a:p>
            <a:pPr algn="ctr"/>
            <a:endParaRPr lang="es-ES_tradnl" sz="1200" dirty="0"/>
          </a:p>
        </p:txBody>
      </p:sp>
      <p:sp>
        <p:nvSpPr>
          <p:cNvPr id="11" name="Rectángulo 10">
            <a:extLst>
              <a:ext uri="{FF2B5EF4-FFF2-40B4-BE49-F238E27FC236}">
                <a16:creationId xmlns:a16="http://schemas.microsoft.com/office/drawing/2014/main" id="{956BF0D8-7682-3D28-CBC9-2E723AD3C7BD}"/>
              </a:ext>
            </a:extLst>
          </p:cNvPr>
          <p:cNvSpPr/>
          <p:nvPr/>
        </p:nvSpPr>
        <p:spPr>
          <a:xfrm>
            <a:off x="538200" y="2376902"/>
            <a:ext cx="10681504" cy="24130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6695976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61F74-51A4-74F1-CA23-C0FAE307BF98}"/>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7FA50AD6-D699-A2A6-9B08-BA4FACBD0ACE}"/>
              </a:ext>
            </a:extLst>
          </p:cNvPr>
          <p:cNvPicPr>
            <a:picLocks noChangeAspect="1"/>
          </p:cNvPicPr>
          <p:nvPr/>
        </p:nvPicPr>
        <p:blipFill>
          <a:blip r:embed="rId3"/>
          <a:stretch>
            <a:fillRect/>
          </a:stretch>
        </p:blipFill>
        <p:spPr>
          <a:xfrm>
            <a:off x="720926" y="1600261"/>
            <a:ext cx="10899574" cy="1022474"/>
          </a:xfrm>
          <a:prstGeom prst="rect">
            <a:avLst/>
          </a:prstGeom>
        </p:spPr>
      </p:pic>
      <p:sp>
        <p:nvSpPr>
          <p:cNvPr id="2" name="Marcador de texto vertical 1">
            <a:extLst>
              <a:ext uri="{FF2B5EF4-FFF2-40B4-BE49-F238E27FC236}">
                <a16:creationId xmlns:a16="http://schemas.microsoft.com/office/drawing/2014/main" id="{302AA65D-2D37-C9FD-2105-BFE902E2CBA9}"/>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r>
              <a:rPr lang="es-419" sz="1200" dirty="0"/>
              <a:t> por bloques</a:t>
            </a:r>
          </a:p>
        </p:txBody>
      </p:sp>
      <p:sp>
        <p:nvSpPr>
          <p:cNvPr id="13" name="Title 12">
            <a:extLst>
              <a:ext uri="{FF2B5EF4-FFF2-40B4-BE49-F238E27FC236}">
                <a16:creationId xmlns:a16="http://schemas.microsoft.com/office/drawing/2014/main" id="{480A0A7B-A6C9-8CFD-3640-268391865F7D}"/>
              </a:ext>
            </a:extLst>
          </p:cNvPr>
          <p:cNvSpPr>
            <a:spLocks noGrp="1"/>
          </p:cNvSpPr>
          <p:nvPr>
            <p:ph type="title"/>
          </p:nvPr>
        </p:nvSpPr>
        <p:spPr>
          <a:xfrm>
            <a:off x="938996" y="304614"/>
            <a:ext cx="10477497" cy="898555"/>
          </a:xfrm>
        </p:spPr>
        <p:txBody>
          <a:bodyPr/>
          <a:lstStyle/>
          <a:p>
            <a:r>
              <a:rPr lang="es-419" dirty="0">
                <a:solidFill>
                  <a:schemeClr val="tx2"/>
                </a:solidFill>
              </a:rPr>
              <a:t>Estatus de inscripción a curso (SFARSTS)</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2A62D24F-46D6-7471-CE87-1F8A640FFCB5}"/>
              </a:ext>
            </a:extLst>
          </p:cNvPr>
          <p:cNvSpPr/>
          <p:nvPr/>
        </p:nvSpPr>
        <p:spPr>
          <a:xfrm>
            <a:off x="2305637" y="3861171"/>
            <a:ext cx="8268101" cy="160903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Por medio del campo ‘Copiar del periodo’, se puede copiar la configuración del período que se ingrese en dicho campo a la combinación período-parte de período que se está configurando. De esta manera solo deberá modificar las fechas que correspondan al nuevo período en cada uno de los estatus.</a:t>
            </a:r>
          </a:p>
          <a:p>
            <a:endParaRPr lang="es-ES_tradnl" sz="1200" dirty="0"/>
          </a:p>
          <a:p>
            <a:pPr marL="171450" indent="-171450">
              <a:buFont typeface="Arial" panose="020B0604020202020204" pitchFamily="34" charset="0"/>
              <a:buChar char="•"/>
            </a:pPr>
            <a:r>
              <a:rPr lang="es-ES_tradnl" sz="1100" dirty="0"/>
              <a:t>Solo podrá efectuarse la copia si la parte de período es la misma en ambos (origen y destino).</a:t>
            </a:r>
            <a:endParaRPr lang="es-ES_tradnl" sz="1050" dirty="0"/>
          </a:p>
        </p:txBody>
      </p:sp>
      <p:sp>
        <p:nvSpPr>
          <p:cNvPr id="10" name="Rectángulo 9">
            <a:extLst>
              <a:ext uri="{FF2B5EF4-FFF2-40B4-BE49-F238E27FC236}">
                <a16:creationId xmlns:a16="http://schemas.microsoft.com/office/drawing/2014/main" id="{F25E0C75-0634-37CE-BC05-B51FE4B0E9B4}"/>
              </a:ext>
            </a:extLst>
          </p:cNvPr>
          <p:cNvSpPr/>
          <p:nvPr/>
        </p:nvSpPr>
        <p:spPr>
          <a:xfrm>
            <a:off x="720926" y="2111498"/>
            <a:ext cx="2377874" cy="21260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38910682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E8601-AF3D-D5A2-1964-E9CEF4BDFCFD}"/>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0BD21D30-45AB-A537-0F3F-1F6DCC5C7CDF}"/>
              </a:ext>
            </a:extLst>
          </p:cNvPr>
          <p:cNvSpPr>
            <a:spLocks noGrp="1"/>
          </p:cNvSpPr>
          <p:nvPr>
            <p:ph type="body" sz="quarter" idx="10"/>
          </p:nvPr>
        </p:nvSpPr>
        <p:spPr/>
        <p:txBody>
          <a:bodyPr/>
          <a:lstStyle/>
          <a:p>
            <a:r>
              <a:rPr lang="es-419" dirty="0"/>
              <a:t>Horas mínimas/máximas de inscripción</a:t>
            </a:r>
          </a:p>
        </p:txBody>
      </p:sp>
      <p:sp>
        <p:nvSpPr>
          <p:cNvPr id="2" name="Marcador de texto vertical 1">
            <a:extLst>
              <a:ext uri="{FF2B5EF4-FFF2-40B4-BE49-F238E27FC236}">
                <a16:creationId xmlns:a16="http://schemas.microsoft.com/office/drawing/2014/main" id="{9E731781-FD5D-ADBD-3E94-01AE1374A5ED}"/>
              </a:ext>
            </a:extLst>
          </p:cNvPr>
          <p:cNvSpPr>
            <a:spLocks noGrp="1"/>
          </p:cNvSpPr>
          <p:nvPr>
            <p:ph type="body" sz="quarter" idx="11"/>
          </p:nvPr>
        </p:nvSpPr>
        <p:spPr/>
        <p:txBody>
          <a:bodyPr vert="horz" lIns="0" tIns="0" rIns="0" bIns="0" rtlCol="0">
            <a:spAutoFit/>
          </a:bodyPr>
          <a:lstStyle/>
          <a:p>
            <a:r>
              <a:rPr lang="es-419" dirty="0"/>
              <a:t>Ejecutar la inscripción de cursos por </a:t>
            </a:r>
            <a:r>
              <a:rPr lang="es-419" dirty="0" err="1"/>
              <a:t>backoffice</a:t>
            </a:r>
            <a:endParaRPr lang="es-419" dirty="0"/>
          </a:p>
        </p:txBody>
      </p:sp>
    </p:spTree>
    <p:extLst>
      <p:ext uri="{BB962C8B-B14F-4D97-AF65-F5344CB8AC3E}">
        <p14:creationId xmlns:p14="http://schemas.microsoft.com/office/powerpoint/2010/main" val="38220358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90720-4394-2C51-FD60-1ED17D124A52}"/>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9F9D8F36-C30D-00A9-F6B6-E1F2E766543C}"/>
              </a:ext>
            </a:extLst>
          </p:cNvPr>
          <p:cNvPicPr>
            <a:picLocks noChangeAspect="1"/>
          </p:cNvPicPr>
          <p:nvPr/>
        </p:nvPicPr>
        <p:blipFill>
          <a:blip r:embed="rId3"/>
          <a:stretch>
            <a:fillRect/>
          </a:stretch>
        </p:blipFill>
        <p:spPr>
          <a:xfrm>
            <a:off x="749144" y="1380155"/>
            <a:ext cx="10857199" cy="1225997"/>
          </a:xfrm>
          <a:prstGeom prst="rect">
            <a:avLst/>
          </a:prstGeom>
        </p:spPr>
      </p:pic>
      <p:sp>
        <p:nvSpPr>
          <p:cNvPr id="13" name="Title 12">
            <a:extLst>
              <a:ext uri="{FF2B5EF4-FFF2-40B4-BE49-F238E27FC236}">
                <a16:creationId xmlns:a16="http://schemas.microsoft.com/office/drawing/2014/main" id="{6E334514-A047-1510-329B-47A4563512F2}"/>
              </a:ext>
            </a:extLst>
          </p:cNvPr>
          <p:cNvSpPr>
            <a:spLocks noGrp="1"/>
          </p:cNvSpPr>
          <p:nvPr>
            <p:ph type="title"/>
          </p:nvPr>
        </p:nvSpPr>
        <p:spPr>
          <a:xfrm>
            <a:off x="938996" y="304614"/>
            <a:ext cx="10477497" cy="898555"/>
          </a:xfrm>
        </p:spPr>
        <p:txBody>
          <a:bodyPr/>
          <a:lstStyle/>
          <a:p>
            <a:r>
              <a:rPr lang="es-419" dirty="0">
                <a:solidFill>
                  <a:schemeClr val="tx2"/>
                </a:solidFill>
              </a:rPr>
              <a:t>Horas mínimas/máximas de inscripción (SFAMHRS)</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DCEBA0B5-3637-1E21-83C7-3C0A8AF2E3C1}"/>
              </a:ext>
            </a:extLst>
          </p:cNvPr>
          <p:cNvSpPr/>
          <p:nvPr/>
        </p:nvSpPr>
        <p:spPr>
          <a:xfrm>
            <a:off x="1477247" y="4251848"/>
            <a:ext cx="9237506" cy="137160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SFAMHRS es una página administrativa que permite restringir la cantidad mínima y/o máxima de créditos que un estudiante pudiera inscribir para un periodo académico en particular, en función a las variables académicas que lo definan. Para su configuración se requiere:</a:t>
            </a:r>
          </a:p>
          <a:p>
            <a:endParaRPr lang="es-ES_tradnl" sz="1200" dirty="0"/>
          </a:p>
          <a:p>
            <a:pPr marL="228600" indent="-228600">
              <a:buFont typeface="+mj-lt"/>
              <a:buAutoNum type="arabicPeriod"/>
            </a:pPr>
            <a:r>
              <a:rPr lang="es-ES_tradnl" sz="1200" dirty="0"/>
              <a:t>Ingresar el Periodo Académico a configurar</a:t>
            </a:r>
          </a:p>
          <a:p>
            <a:pPr marL="228600" indent="-228600">
              <a:buFont typeface="+mj-lt"/>
              <a:buAutoNum type="arabicPeriod"/>
            </a:pPr>
            <a:r>
              <a:rPr lang="es-ES_tradnl" sz="1200" dirty="0"/>
              <a:t>Presionar el botón ‘Ir’.</a:t>
            </a:r>
          </a:p>
        </p:txBody>
      </p:sp>
      <p:sp>
        <p:nvSpPr>
          <p:cNvPr id="5" name="Rectángulo 4">
            <a:extLst>
              <a:ext uri="{FF2B5EF4-FFF2-40B4-BE49-F238E27FC236}">
                <a16:creationId xmlns:a16="http://schemas.microsoft.com/office/drawing/2014/main" id="{E62779C2-025E-8DEB-8892-7737D7FB4EDB}"/>
              </a:ext>
            </a:extLst>
          </p:cNvPr>
          <p:cNvSpPr/>
          <p:nvPr/>
        </p:nvSpPr>
        <p:spPr>
          <a:xfrm>
            <a:off x="1334800" y="1821914"/>
            <a:ext cx="1904329"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redondeado 15">
            <a:extLst>
              <a:ext uri="{FF2B5EF4-FFF2-40B4-BE49-F238E27FC236}">
                <a16:creationId xmlns:a16="http://schemas.microsoft.com/office/drawing/2014/main" id="{AFDFE3C2-62AD-6134-DC0D-D6891C1E6DAF}"/>
              </a:ext>
            </a:extLst>
          </p:cNvPr>
          <p:cNvSpPr/>
          <p:nvPr/>
        </p:nvSpPr>
        <p:spPr>
          <a:xfrm>
            <a:off x="3328029" y="2060807"/>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7" name="Rectángulo redondeado 15">
            <a:extLst>
              <a:ext uri="{FF2B5EF4-FFF2-40B4-BE49-F238E27FC236}">
                <a16:creationId xmlns:a16="http://schemas.microsoft.com/office/drawing/2014/main" id="{E8F44079-EBE7-8DBC-EFF6-49C4AFC746E7}"/>
              </a:ext>
            </a:extLst>
          </p:cNvPr>
          <p:cNvSpPr/>
          <p:nvPr/>
        </p:nvSpPr>
        <p:spPr>
          <a:xfrm>
            <a:off x="10930427" y="2071748"/>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
        <p:nvSpPr>
          <p:cNvPr id="8" name="Rectángulo 7">
            <a:extLst>
              <a:ext uri="{FF2B5EF4-FFF2-40B4-BE49-F238E27FC236}">
                <a16:creationId xmlns:a16="http://schemas.microsoft.com/office/drawing/2014/main" id="{83584C26-D60E-DE21-970A-B5E979E0D65C}"/>
              </a:ext>
            </a:extLst>
          </p:cNvPr>
          <p:cNvSpPr/>
          <p:nvPr/>
        </p:nvSpPr>
        <p:spPr>
          <a:xfrm>
            <a:off x="11110362" y="1842303"/>
            <a:ext cx="445831"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Marcador de texto vertical 1">
            <a:extLst>
              <a:ext uri="{FF2B5EF4-FFF2-40B4-BE49-F238E27FC236}">
                <a16:creationId xmlns:a16="http://schemas.microsoft.com/office/drawing/2014/main" id="{BA6BAE97-C368-4F3A-19C6-3AC1317FE29D}"/>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16295265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567C4-34B2-05EF-93C7-0ED588C9EE65}"/>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390DF889-FBE2-B684-CF11-38602901A2ED}"/>
              </a:ext>
            </a:extLst>
          </p:cNvPr>
          <p:cNvPicPr>
            <a:picLocks noChangeAspect="1"/>
          </p:cNvPicPr>
          <p:nvPr/>
        </p:nvPicPr>
        <p:blipFill>
          <a:blip r:embed="rId3"/>
          <a:stretch>
            <a:fillRect/>
          </a:stretch>
        </p:blipFill>
        <p:spPr>
          <a:xfrm>
            <a:off x="775507" y="823865"/>
            <a:ext cx="11138443" cy="4714654"/>
          </a:xfrm>
          <a:prstGeom prst="rect">
            <a:avLst/>
          </a:prstGeom>
        </p:spPr>
      </p:pic>
      <p:sp>
        <p:nvSpPr>
          <p:cNvPr id="13" name="Title 12">
            <a:extLst>
              <a:ext uri="{FF2B5EF4-FFF2-40B4-BE49-F238E27FC236}">
                <a16:creationId xmlns:a16="http://schemas.microsoft.com/office/drawing/2014/main" id="{B56389BC-6BE5-2858-7937-CCD5841CECFD}"/>
              </a:ext>
            </a:extLst>
          </p:cNvPr>
          <p:cNvSpPr>
            <a:spLocks noGrp="1"/>
          </p:cNvSpPr>
          <p:nvPr>
            <p:ph type="title"/>
          </p:nvPr>
        </p:nvSpPr>
        <p:spPr>
          <a:xfrm>
            <a:off x="938996" y="304614"/>
            <a:ext cx="10477497" cy="898555"/>
          </a:xfrm>
        </p:spPr>
        <p:txBody>
          <a:bodyPr/>
          <a:lstStyle/>
          <a:p>
            <a:r>
              <a:rPr lang="es-419" dirty="0">
                <a:solidFill>
                  <a:schemeClr val="tx2"/>
                </a:solidFill>
              </a:rPr>
              <a:t>Horas mínimas/máximas de inscripción (SFAMHRS)</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9C540339-62A6-E69D-B52A-ADE174D3922E}"/>
              </a:ext>
            </a:extLst>
          </p:cNvPr>
          <p:cNvSpPr/>
          <p:nvPr/>
        </p:nvSpPr>
        <p:spPr>
          <a:xfrm>
            <a:off x="1477247" y="3724433"/>
            <a:ext cx="9237506" cy="1660368"/>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3"/>
            </a:pPr>
            <a:r>
              <a:rPr lang="es-ES_tradnl" sz="1200" dirty="0"/>
              <a:t>Para definir una regla de inscripción debe insertar un nuevo registro presionando el botón ‘+’</a:t>
            </a:r>
          </a:p>
          <a:p>
            <a:pPr marL="228600" indent="-228600">
              <a:buFont typeface="+mj-lt"/>
              <a:buAutoNum type="arabicPeriod" startAt="3"/>
            </a:pPr>
            <a:r>
              <a:rPr lang="es-ES_tradnl" sz="1200" dirty="0"/>
              <a:t>Definir la cantidad de créditos máximos y mínimos a inscribir en los campos ‘Horas mínimas’ y ‘Horas máximas’</a:t>
            </a:r>
          </a:p>
          <a:p>
            <a:pPr marL="228600" indent="-228600">
              <a:buFont typeface="+mj-lt"/>
              <a:buAutoNum type="arabicPeriod" startAt="3"/>
            </a:pPr>
            <a:r>
              <a:rPr lang="es-ES_tradnl" sz="1200" dirty="0"/>
              <a:t>Definir los parámetros académicos con los cuales se determinaría la aplicación de la regla (</a:t>
            </a:r>
            <a:r>
              <a:rPr lang="es-ES_tradnl" sz="1200" dirty="0" err="1"/>
              <a:t>ej</a:t>
            </a:r>
            <a:r>
              <a:rPr lang="es-ES_tradnl" sz="1200" dirty="0"/>
              <a:t>: Campus y Programa). </a:t>
            </a:r>
          </a:p>
          <a:p>
            <a:pPr marL="228600" indent="-228600">
              <a:buFont typeface="+mj-lt"/>
              <a:buAutoNum type="arabicPeriod" startAt="3"/>
            </a:pPr>
            <a:endParaRPr lang="es-ES_tradnl" sz="1200" dirty="0"/>
          </a:p>
          <a:p>
            <a:r>
              <a:rPr lang="es-ES_tradnl" sz="1100" dirty="0"/>
              <a:t>Las reglas de Horas Mínimas/Máximas, además del campo Nivel, pueden utilizar una serie de variables académicas para precisar de mejor forma los estudiantes a los cuáles aplicar dicha regla, entre los campos más destacados y utilizados son: Nivel, Programa, Código de Campo de Estudio, Cohorte y Atributo.</a:t>
            </a:r>
          </a:p>
        </p:txBody>
      </p:sp>
      <p:sp>
        <p:nvSpPr>
          <p:cNvPr id="5" name="Rectángulo 4">
            <a:extLst>
              <a:ext uri="{FF2B5EF4-FFF2-40B4-BE49-F238E27FC236}">
                <a16:creationId xmlns:a16="http://schemas.microsoft.com/office/drawing/2014/main" id="{C66B3D31-11C7-CB08-0D74-30D076667122}"/>
              </a:ext>
            </a:extLst>
          </p:cNvPr>
          <p:cNvSpPr/>
          <p:nvPr/>
        </p:nvSpPr>
        <p:spPr>
          <a:xfrm>
            <a:off x="7876163" y="2184934"/>
            <a:ext cx="1573500" cy="22282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redondeado 15">
            <a:extLst>
              <a:ext uri="{FF2B5EF4-FFF2-40B4-BE49-F238E27FC236}">
                <a16:creationId xmlns:a16="http://schemas.microsoft.com/office/drawing/2014/main" id="{9A79E96D-A468-8188-33EC-B157B8969ED7}"/>
              </a:ext>
            </a:extLst>
          </p:cNvPr>
          <p:cNvSpPr/>
          <p:nvPr/>
        </p:nvSpPr>
        <p:spPr>
          <a:xfrm>
            <a:off x="7546768" y="2327347"/>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7" name="Rectángulo redondeado 15">
            <a:extLst>
              <a:ext uri="{FF2B5EF4-FFF2-40B4-BE49-F238E27FC236}">
                <a16:creationId xmlns:a16="http://schemas.microsoft.com/office/drawing/2014/main" id="{C0868721-9F41-1B5A-46FF-98E16B6E8902}"/>
              </a:ext>
            </a:extLst>
          </p:cNvPr>
          <p:cNvSpPr/>
          <p:nvPr/>
        </p:nvSpPr>
        <p:spPr>
          <a:xfrm>
            <a:off x="10461390" y="1473199"/>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
        <p:nvSpPr>
          <p:cNvPr id="8" name="Rectángulo 7">
            <a:extLst>
              <a:ext uri="{FF2B5EF4-FFF2-40B4-BE49-F238E27FC236}">
                <a16:creationId xmlns:a16="http://schemas.microsoft.com/office/drawing/2014/main" id="{9493D546-8B0E-92D7-1FDD-498092B002D9}"/>
              </a:ext>
            </a:extLst>
          </p:cNvPr>
          <p:cNvSpPr/>
          <p:nvPr/>
        </p:nvSpPr>
        <p:spPr>
          <a:xfrm>
            <a:off x="10773174" y="1634013"/>
            <a:ext cx="258270" cy="1608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9">
            <a:extLst>
              <a:ext uri="{FF2B5EF4-FFF2-40B4-BE49-F238E27FC236}">
                <a16:creationId xmlns:a16="http://schemas.microsoft.com/office/drawing/2014/main" id="{97CA3990-F9FF-40C1-CC0C-95596FE1D561}"/>
              </a:ext>
            </a:extLst>
          </p:cNvPr>
          <p:cNvSpPr/>
          <p:nvPr/>
        </p:nvSpPr>
        <p:spPr>
          <a:xfrm>
            <a:off x="680726" y="2184933"/>
            <a:ext cx="3964507" cy="25450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E42060ED-D188-7EF6-374B-A22ADE367FAE}"/>
              </a:ext>
            </a:extLst>
          </p:cNvPr>
          <p:cNvSpPr/>
          <p:nvPr/>
        </p:nvSpPr>
        <p:spPr>
          <a:xfrm>
            <a:off x="1549434" y="2403424"/>
            <a:ext cx="393153"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
        <p:nvSpPr>
          <p:cNvPr id="12" name="Marcador de texto vertical 1">
            <a:extLst>
              <a:ext uri="{FF2B5EF4-FFF2-40B4-BE49-F238E27FC236}">
                <a16:creationId xmlns:a16="http://schemas.microsoft.com/office/drawing/2014/main" id="{CCA1BB26-ABC2-491D-2C12-BA099FC1653A}"/>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2196005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CB89B-DB09-16DF-0740-CBB314782EEA}"/>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226868C6-AE1A-9474-EC03-5A0DC057ACF6}"/>
              </a:ext>
            </a:extLst>
          </p:cNvPr>
          <p:cNvPicPr>
            <a:picLocks noChangeAspect="1"/>
          </p:cNvPicPr>
          <p:nvPr/>
        </p:nvPicPr>
        <p:blipFill>
          <a:blip r:embed="rId3"/>
          <a:stretch>
            <a:fillRect/>
          </a:stretch>
        </p:blipFill>
        <p:spPr>
          <a:xfrm>
            <a:off x="938996" y="1470839"/>
            <a:ext cx="10605304" cy="1114950"/>
          </a:xfrm>
          <a:prstGeom prst="rect">
            <a:avLst/>
          </a:prstGeom>
        </p:spPr>
      </p:pic>
      <p:sp>
        <p:nvSpPr>
          <p:cNvPr id="13" name="Title 12">
            <a:extLst>
              <a:ext uri="{FF2B5EF4-FFF2-40B4-BE49-F238E27FC236}">
                <a16:creationId xmlns:a16="http://schemas.microsoft.com/office/drawing/2014/main" id="{4662E7CD-0FCF-2847-6ED5-DCBDA9EDDA6A}"/>
              </a:ext>
            </a:extLst>
          </p:cNvPr>
          <p:cNvSpPr>
            <a:spLocks noGrp="1"/>
          </p:cNvSpPr>
          <p:nvPr>
            <p:ph type="title"/>
          </p:nvPr>
        </p:nvSpPr>
        <p:spPr>
          <a:xfrm>
            <a:off x="938996" y="304614"/>
            <a:ext cx="10477497" cy="898555"/>
          </a:xfrm>
        </p:spPr>
        <p:txBody>
          <a:bodyPr/>
          <a:lstStyle/>
          <a:p>
            <a:r>
              <a:rPr lang="es-419" dirty="0">
                <a:solidFill>
                  <a:schemeClr val="tx2"/>
                </a:solidFill>
              </a:rPr>
              <a:t>Horas mínimas/máximas de inscripción (SFAMHRS)</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D17A248A-DA5E-5758-ED2F-89FF2B8AE922}"/>
              </a:ext>
            </a:extLst>
          </p:cNvPr>
          <p:cNvSpPr/>
          <p:nvPr/>
        </p:nvSpPr>
        <p:spPr>
          <a:xfrm>
            <a:off x="2143273" y="2853459"/>
            <a:ext cx="7247653" cy="1018652"/>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200" dirty="0"/>
              <a:t>Por medio del campo ‘Copiar del periodo’, se puede copiar la configuración del período que se ingrese en dicho campo al período que se está configurando. </a:t>
            </a:r>
            <a:endParaRPr lang="es-ES_tradnl" sz="1050" dirty="0"/>
          </a:p>
        </p:txBody>
      </p:sp>
      <p:sp>
        <p:nvSpPr>
          <p:cNvPr id="5" name="Rectángulo 4">
            <a:extLst>
              <a:ext uri="{FF2B5EF4-FFF2-40B4-BE49-F238E27FC236}">
                <a16:creationId xmlns:a16="http://schemas.microsoft.com/office/drawing/2014/main" id="{3652FF69-AD42-ED67-73B6-27461626239B}"/>
              </a:ext>
            </a:extLst>
          </p:cNvPr>
          <p:cNvSpPr/>
          <p:nvPr/>
        </p:nvSpPr>
        <p:spPr>
          <a:xfrm>
            <a:off x="5767100" y="1845710"/>
            <a:ext cx="2170400" cy="21509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Marcador de texto vertical 1">
            <a:extLst>
              <a:ext uri="{FF2B5EF4-FFF2-40B4-BE49-F238E27FC236}">
                <a16:creationId xmlns:a16="http://schemas.microsoft.com/office/drawing/2014/main" id="{F2D07A2E-7B49-BAA0-287C-69663F3A127D}"/>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16808125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FC10B-3A05-57BF-1499-4BE443582F81}"/>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1A6F1F48-76C7-92EC-513B-6FABD60CCC9C}"/>
              </a:ext>
            </a:extLst>
          </p:cNvPr>
          <p:cNvSpPr>
            <a:spLocks noGrp="1"/>
          </p:cNvSpPr>
          <p:nvPr>
            <p:ph type="body" orient="vert" sz="quarter" idx="10"/>
          </p:nvPr>
        </p:nvSpPr>
        <p:spPr/>
        <p:txBody>
          <a:bodyPr/>
          <a:lstStyle/>
          <a:p>
            <a:r>
              <a:rPr lang="es-419" sz="1200" dirty="0"/>
              <a:t>Ejecutar la inscripción de cursos por </a:t>
            </a:r>
            <a:r>
              <a:rPr lang="es-419" sz="1200" dirty="0" err="1"/>
              <a:t>backoffice</a:t>
            </a:r>
            <a:endParaRPr lang="es-419" dirty="0"/>
          </a:p>
        </p:txBody>
      </p:sp>
      <p:sp>
        <p:nvSpPr>
          <p:cNvPr id="16" name="Title 15">
            <a:extLst>
              <a:ext uri="{FF2B5EF4-FFF2-40B4-BE49-F238E27FC236}">
                <a16:creationId xmlns:a16="http://schemas.microsoft.com/office/drawing/2014/main" id="{32E54CB5-4DB8-88B9-BEDB-F12BDD06B105}"/>
              </a:ext>
            </a:extLst>
          </p:cNvPr>
          <p:cNvSpPr>
            <a:spLocks noGrp="1"/>
          </p:cNvSpPr>
          <p:nvPr>
            <p:ph type="title"/>
          </p:nvPr>
        </p:nvSpPr>
        <p:spPr/>
        <p:txBody>
          <a:bodyPr/>
          <a:lstStyle/>
          <a:p>
            <a:r>
              <a:rPr lang="es-419" sz="3200" dirty="0"/>
              <a:t>Ejecutar la inscripción de cursos por </a:t>
            </a:r>
            <a:r>
              <a:rPr lang="es-419" sz="3200" dirty="0" err="1"/>
              <a:t>backoffice</a:t>
            </a:r>
            <a:endParaRPr lang="es-419" sz="3200" b="1" dirty="0">
              <a:solidFill>
                <a:schemeClr val="bg1"/>
              </a:solidFill>
            </a:endParaRPr>
          </a:p>
        </p:txBody>
      </p:sp>
      <p:sp>
        <p:nvSpPr>
          <p:cNvPr id="17" name="Text Placeholder 16">
            <a:extLst>
              <a:ext uri="{FF2B5EF4-FFF2-40B4-BE49-F238E27FC236}">
                <a16:creationId xmlns:a16="http://schemas.microsoft.com/office/drawing/2014/main" id="{0AF09F94-9072-B9D7-D1C7-F044184D1F1C}"/>
              </a:ext>
            </a:extLst>
          </p:cNvPr>
          <p:cNvSpPr>
            <a:spLocks noGrp="1"/>
          </p:cNvSpPr>
          <p:nvPr>
            <p:ph type="body" sz="quarter" idx="18"/>
          </p:nvPr>
        </p:nvSpPr>
        <p:spPr>
          <a:xfrm>
            <a:off x="962494" y="3577587"/>
            <a:ext cx="7092820" cy="774441"/>
          </a:xfrm>
        </p:spPr>
        <p:txBody>
          <a:bodyPr/>
          <a:lstStyle/>
          <a:p>
            <a:endParaRPr lang="en-US" dirty="0"/>
          </a:p>
        </p:txBody>
      </p:sp>
    </p:spTree>
    <p:extLst>
      <p:ext uri="{BB962C8B-B14F-4D97-AF65-F5344CB8AC3E}">
        <p14:creationId xmlns:p14="http://schemas.microsoft.com/office/powerpoint/2010/main" val="7266577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3985D-88C6-A724-3EBF-F60832E4A728}"/>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815D7756-86C7-1038-391F-9F295AC82A44}"/>
              </a:ext>
            </a:extLst>
          </p:cNvPr>
          <p:cNvPicPr>
            <a:picLocks noChangeAspect="1"/>
          </p:cNvPicPr>
          <p:nvPr/>
        </p:nvPicPr>
        <p:blipFill>
          <a:blip r:embed="rId3"/>
          <a:stretch>
            <a:fillRect/>
          </a:stretch>
        </p:blipFill>
        <p:spPr>
          <a:xfrm>
            <a:off x="801138" y="1453618"/>
            <a:ext cx="11176237" cy="2172184"/>
          </a:xfrm>
          <a:prstGeom prst="rect">
            <a:avLst/>
          </a:prstGeom>
        </p:spPr>
      </p:pic>
      <p:sp>
        <p:nvSpPr>
          <p:cNvPr id="2" name="Marcador de texto vertical 1">
            <a:extLst>
              <a:ext uri="{FF2B5EF4-FFF2-40B4-BE49-F238E27FC236}">
                <a16:creationId xmlns:a16="http://schemas.microsoft.com/office/drawing/2014/main" id="{C0C4907C-ADDB-0BF8-713B-5D3182CE5734}"/>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endParaRPr lang="es-419" dirty="0"/>
          </a:p>
        </p:txBody>
      </p:sp>
      <p:sp>
        <p:nvSpPr>
          <p:cNvPr id="13" name="Title 12">
            <a:extLst>
              <a:ext uri="{FF2B5EF4-FFF2-40B4-BE49-F238E27FC236}">
                <a16:creationId xmlns:a16="http://schemas.microsoft.com/office/drawing/2014/main" id="{F45F9117-A7E8-2586-1C79-9E9AF75B864F}"/>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0" name="Rectángulo 9">
            <a:extLst>
              <a:ext uri="{FF2B5EF4-FFF2-40B4-BE49-F238E27FC236}">
                <a16:creationId xmlns:a16="http://schemas.microsoft.com/office/drawing/2014/main" id="{1A599ABA-88F9-AA7B-AD4D-F6985F15B952}"/>
              </a:ext>
            </a:extLst>
          </p:cNvPr>
          <p:cNvSpPr/>
          <p:nvPr/>
        </p:nvSpPr>
        <p:spPr>
          <a:xfrm>
            <a:off x="1334800" y="1821914"/>
            <a:ext cx="1904329"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C28E6A12-60F4-25DC-FD03-1DFE9B1F0AC6}"/>
              </a:ext>
            </a:extLst>
          </p:cNvPr>
          <p:cNvSpPr/>
          <p:nvPr/>
        </p:nvSpPr>
        <p:spPr>
          <a:xfrm>
            <a:off x="3328029" y="2060807"/>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16" name="Rectángulo redondeado 15">
            <a:extLst>
              <a:ext uri="{FF2B5EF4-FFF2-40B4-BE49-F238E27FC236}">
                <a16:creationId xmlns:a16="http://schemas.microsoft.com/office/drawing/2014/main" id="{08DA3152-1484-392D-F703-A4EA6DB05751}"/>
              </a:ext>
            </a:extLst>
          </p:cNvPr>
          <p:cNvSpPr/>
          <p:nvPr/>
        </p:nvSpPr>
        <p:spPr>
          <a:xfrm>
            <a:off x="11233781" y="1956283"/>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
        <p:nvSpPr>
          <p:cNvPr id="17" name="Rectángulo 16">
            <a:extLst>
              <a:ext uri="{FF2B5EF4-FFF2-40B4-BE49-F238E27FC236}">
                <a16:creationId xmlns:a16="http://schemas.microsoft.com/office/drawing/2014/main" id="{0EDD4D35-6C45-A190-DDE9-FC846EA7D392}"/>
              </a:ext>
            </a:extLst>
          </p:cNvPr>
          <p:cNvSpPr/>
          <p:nvPr/>
        </p:nvSpPr>
        <p:spPr>
          <a:xfrm>
            <a:off x="11531544" y="1845406"/>
            <a:ext cx="445831"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esquinas redondeadas 17">
            <a:extLst>
              <a:ext uri="{FF2B5EF4-FFF2-40B4-BE49-F238E27FC236}">
                <a16:creationId xmlns:a16="http://schemas.microsoft.com/office/drawing/2014/main" id="{898C841F-0B85-037E-54B6-2EF32021A578}"/>
              </a:ext>
            </a:extLst>
          </p:cNvPr>
          <p:cNvSpPr/>
          <p:nvPr/>
        </p:nvSpPr>
        <p:spPr>
          <a:xfrm>
            <a:off x="1477247" y="4251848"/>
            <a:ext cx="9237506" cy="1554592"/>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El proceso de inscripción desde </a:t>
            </a:r>
            <a:r>
              <a:rPr lang="es-ES_tradnl" sz="1200" dirty="0" err="1"/>
              <a:t>backoffice</a:t>
            </a:r>
            <a:r>
              <a:rPr lang="es-ES_tradnl" sz="1200" dirty="0"/>
              <a:t> se realiza por medio de la página administrativa SFAREGS. Para proceder, siga los siguientes pasos:</a:t>
            </a:r>
          </a:p>
          <a:p>
            <a:endParaRPr lang="es-ES_tradnl" sz="1200" dirty="0"/>
          </a:p>
          <a:p>
            <a:pPr marL="228600" indent="-228600">
              <a:buFont typeface="+mj-lt"/>
              <a:buAutoNum type="arabicPeriod"/>
            </a:pPr>
            <a:r>
              <a:rPr lang="es-ES_tradnl" sz="1200" dirty="0"/>
              <a:t>Ingresar el Periodo Académico en el que se realizará la inscripción</a:t>
            </a:r>
          </a:p>
          <a:p>
            <a:pPr marL="228600" indent="-228600">
              <a:buFont typeface="+mj-lt"/>
              <a:buAutoNum type="arabicPeriod"/>
            </a:pPr>
            <a:r>
              <a:rPr lang="es-ES_tradnl" sz="1200" dirty="0"/>
              <a:t>Ingresar el ID del estudiante y Seleccione el plan de estudios. Si el estudiante tiene solo un plan de estudios (programa), el sistema lo llenara automáticamente al seleccionar esté campo.</a:t>
            </a:r>
          </a:p>
          <a:p>
            <a:pPr marL="228600" indent="-228600">
              <a:buFont typeface="+mj-lt"/>
              <a:buAutoNum type="arabicPeriod"/>
            </a:pPr>
            <a:r>
              <a:rPr lang="es-ES_tradnl" sz="1200" dirty="0"/>
              <a:t>Presionar el botón ‘Ir’.</a:t>
            </a:r>
          </a:p>
        </p:txBody>
      </p:sp>
      <p:sp>
        <p:nvSpPr>
          <p:cNvPr id="19" name="Rectángulo 18">
            <a:extLst>
              <a:ext uri="{FF2B5EF4-FFF2-40B4-BE49-F238E27FC236}">
                <a16:creationId xmlns:a16="http://schemas.microsoft.com/office/drawing/2014/main" id="{E7465A68-671B-D284-8D15-978528379500}"/>
              </a:ext>
            </a:extLst>
          </p:cNvPr>
          <p:cNvSpPr/>
          <p:nvPr/>
        </p:nvSpPr>
        <p:spPr>
          <a:xfrm>
            <a:off x="6316105" y="1790112"/>
            <a:ext cx="1468996"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0" name="Rectángulo redondeado 15">
            <a:extLst>
              <a:ext uri="{FF2B5EF4-FFF2-40B4-BE49-F238E27FC236}">
                <a16:creationId xmlns:a16="http://schemas.microsoft.com/office/drawing/2014/main" id="{CD66F1F2-11AA-7073-F34E-4E418CE7022A}"/>
              </a:ext>
            </a:extLst>
          </p:cNvPr>
          <p:cNvSpPr/>
          <p:nvPr/>
        </p:nvSpPr>
        <p:spPr>
          <a:xfrm>
            <a:off x="7824594" y="2051359"/>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4" name="Rectángulo 3">
            <a:extLst>
              <a:ext uri="{FF2B5EF4-FFF2-40B4-BE49-F238E27FC236}">
                <a16:creationId xmlns:a16="http://schemas.microsoft.com/office/drawing/2014/main" id="{178C3E6F-27B7-FAE8-FA45-549B057BE37C}"/>
              </a:ext>
            </a:extLst>
          </p:cNvPr>
          <p:cNvSpPr/>
          <p:nvPr/>
        </p:nvSpPr>
        <p:spPr>
          <a:xfrm>
            <a:off x="1055256" y="2770310"/>
            <a:ext cx="2348549"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4BFB2488-87DE-28B5-050B-05B7C954503E}"/>
              </a:ext>
            </a:extLst>
          </p:cNvPr>
          <p:cNvSpPr/>
          <p:nvPr/>
        </p:nvSpPr>
        <p:spPr>
          <a:xfrm>
            <a:off x="3525717" y="2784498"/>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Tree>
    <p:extLst>
      <p:ext uri="{BB962C8B-B14F-4D97-AF65-F5344CB8AC3E}">
        <p14:creationId xmlns:p14="http://schemas.microsoft.com/office/powerpoint/2010/main" val="8017195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DA5B5-BBD2-AE12-8E86-9F0D14B3ED1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34A6EBB6-060B-4EF4-4D9A-895D38682FD4}"/>
              </a:ext>
            </a:extLst>
          </p:cNvPr>
          <p:cNvPicPr>
            <a:picLocks noChangeAspect="1"/>
          </p:cNvPicPr>
          <p:nvPr/>
        </p:nvPicPr>
        <p:blipFill>
          <a:blip r:embed="rId3"/>
          <a:stretch>
            <a:fillRect/>
          </a:stretch>
        </p:blipFill>
        <p:spPr>
          <a:xfrm>
            <a:off x="805387" y="1028843"/>
            <a:ext cx="10744713" cy="4734196"/>
          </a:xfrm>
          <a:prstGeom prst="rect">
            <a:avLst/>
          </a:prstGeom>
        </p:spPr>
      </p:pic>
      <p:sp>
        <p:nvSpPr>
          <p:cNvPr id="2" name="Marcador de texto vertical 1">
            <a:extLst>
              <a:ext uri="{FF2B5EF4-FFF2-40B4-BE49-F238E27FC236}">
                <a16:creationId xmlns:a16="http://schemas.microsoft.com/office/drawing/2014/main" id="{6F0B395B-0206-4847-C227-EA67E9519F9F}"/>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endParaRPr lang="es-419" dirty="0"/>
          </a:p>
        </p:txBody>
      </p:sp>
      <p:sp>
        <p:nvSpPr>
          <p:cNvPr id="13" name="Title 12">
            <a:extLst>
              <a:ext uri="{FF2B5EF4-FFF2-40B4-BE49-F238E27FC236}">
                <a16:creationId xmlns:a16="http://schemas.microsoft.com/office/drawing/2014/main" id="{B8506E6E-3ABC-0917-BC48-9A671CD61930}"/>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0" name="Rectángulo 9">
            <a:extLst>
              <a:ext uri="{FF2B5EF4-FFF2-40B4-BE49-F238E27FC236}">
                <a16:creationId xmlns:a16="http://schemas.microsoft.com/office/drawing/2014/main" id="{6A55C1F3-3981-C1D7-1F11-1EBDC3EE7234}"/>
              </a:ext>
            </a:extLst>
          </p:cNvPr>
          <p:cNvSpPr/>
          <p:nvPr/>
        </p:nvSpPr>
        <p:spPr>
          <a:xfrm>
            <a:off x="1423701" y="2152155"/>
            <a:ext cx="875000" cy="2735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9A4B27DB-54B2-E920-C767-8F75F13A49FB}"/>
              </a:ext>
            </a:extLst>
          </p:cNvPr>
          <p:cNvSpPr/>
          <p:nvPr/>
        </p:nvSpPr>
        <p:spPr>
          <a:xfrm>
            <a:off x="1052214" y="2212173"/>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
        <p:nvSpPr>
          <p:cNvPr id="16" name="Rectángulo redondeado 15">
            <a:extLst>
              <a:ext uri="{FF2B5EF4-FFF2-40B4-BE49-F238E27FC236}">
                <a16:creationId xmlns:a16="http://schemas.microsoft.com/office/drawing/2014/main" id="{10E39B83-32B4-FA08-E8BC-D56B5F9E1D46}"/>
              </a:ext>
            </a:extLst>
          </p:cNvPr>
          <p:cNvSpPr/>
          <p:nvPr/>
        </p:nvSpPr>
        <p:spPr>
          <a:xfrm>
            <a:off x="1090564" y="5886786"/>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
        <p:nvSpPr>
          <p:cNvPr id="17" name="Rectángulo 16">
            <a:extLst>
              <a:ext uri="{FF2B5EF4-FFF2-40B4-BE49-F238E27FC236}">
                <a16:creationId xmlns:a16="http://schemas.microsoft.com/office/drawing/2014/main" id="{EBBEF3EC-3ECA-F2B5-0305-57B1F3F67DD1}"/>
              </a:ext>
            </a:extLst>
          </p:cNvPr>
          <p:cNvSpPr/>
          <p:nvPr/>
        </p:nvSpPr>
        <p:spPr>
          <a:xfrm>
            <a:off x="1206750" y="5555613"/>
            <a:ext cx="407730" cy="27354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esquinas redondeadas 17">
            <a:extLst>
              <a:ext uri="{FF2B5EF4-FFF2-40B4-BE49-F238E27FC236}">
                <a16:creationId xmlns:a16="http://schemas.microsoft.com/office/drawing/2014/main" id="{D15AE4E1-A645-B622-9BD1-60BC58B567AB}"/>
              </a:ext>
            </a:extLst>
          </p:cNvPr>
          <p:cNvSpPr/>
          <p:nvPr/>
        </p:nvSpPr>
        <p:spPr>
          <a:xfrm>
            <a:off x="1477247" y="4251848"/>
            <a:ext cx="9237506" cy="137160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4"/>
            </a:pPr>
            <a:r>
              <a:rPr lang="es-ES_tradnl" sz="1200" dirty="0"/>
              <a:t>En el campo ‘Estatus’ de la sección ‘Información de ingreso’  debe ingresar el estatus Elegible (EL).</a:t>
            </a:r>
          </a:p>
          <a:p>
            <a:pPr marL="228600" indent="-228600">
              <a:buFont typeface="+mj-lt"/>
              <a:buAutoNum type="arabicPeriod" startAt="4"/>
            </a:pPr>
            <a:r>
              <a:rPr lang="es-ES_tradnl" sz="1200" dirty="0"/>
              <a:t>En los campos Mínimas y Máximas, se heredan los valores definidos en SFAMHRS. Estos valores pueden ser modificados por el usuario que está inscribiendo desde </a:t>
            </a:r>
            <a:r>
              <a:rPr lang="es-ES_tradnl" sz="1200" dirty="0" err="1"/>
              <a:t>backoffice</a:t>
            </a:r>
            <a:r>
              <a:rPr lang="es-ES_tradnl" sz="1200" dirty="0"/>
              <a:t>.</a:t>
            </a:r>
          </a:p>
          <a:p>
            <a:pPr marL="228600" indent="-228600">
              <a:buFont typeface="+mj-lt"/>
              <a:buAutoNum type="arabicPeriod" startAt="4"/>
            </a:pPr>
            <a:r>
              <a:rPr lang="es-ES_tradnl" sz="1200" dirty="0"/>
              <a:t>Pase al siguiente bloque.</a:t>
            </a:r>
          </a:p>
          <a:p>
            <a:pPr marL="228600" indent="-228600">
              <a:buFont typeface="+mj-lt"/>
              <a:buAutoNum type="arabicPeriod" startAt="4"/>
            </a:pPr>
            <a:endParaRPr lang="es-ES_tradnl" sz="1200" dirty="0"/>
          </a:p>
        </p:txBody>
      </p:sp>
      <p:sp>
        <p:nvSpPr>
          <p:cNvPr id="19" name="Rectángulo 18">
            <a:extLst>
              <a:ext uri="{FF2B5EF4-FFF2-40B4-BE49-F238E27FC236}">
                <a16:creationId xmlns:a16="http://schemas.microsoft.com/office/drawing/2014/main" id="{D91DE84F-2B1B-9E9C-6357-9F3B7684020F}"/>
              </a:ext>
            </a:extLst>
          </p:cNvPr>
          <p:cNvSpPr/>
          <p:nvPr/>
        </p:nvSpPr>
        <p:spPr>
          <a:xfrm>
            <a:off x="8412258" y="2196255"/>
            <a:ext cx="2035565" cy="40989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0" name="Rectángulo redondeado 15">
            <a:extLst>
              <a:ext uri="{FF2B5EF4-FFF2-40B4-BE49-F238E27FC236}">
                <a16:creationId xmlns:a16="http://schemas.microsoft.com/office/drawing/2014/main" id="{36CEF271-50FB-A5B8-26DB-3CC9C74B3CC6}"/>
              </a:ext>
            </a:extLst>
          </p:cNvPr>
          <p:cNvSpPr/>
          <p:nvPr/>
        </p:nvSpPr>
        <p:spPr>
          <a:xfrm>
            <a:off x="8082863" y="2051359"/>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Tree>
    <p:extLst>
      <p:ext uri="{BB962C8B-B14F-4D97-AF65-F5344CB8AC3E}">
        <p14:creationId xmlns:p14="http://schemas.microsoft.com/office/powerpoint/2010/main" val="2067060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870AA-A84D-C95C-BF93-D6D7259DBB1F}"/>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BB4A1126-03B2-72AD-E54C-14F04C33E048}"/>
              </a:ext>
            </a:extLst>
          </p:cNvPr>
          <p:cNvPicPr>
            <a:picLocks noChangeAspect="1"/>
          </p:cNvPicPr>
          <p:nvPr/>
        </p:nvPicPr>
        <p:blipFill>
          <a:blip r:embed="rId3"/>
          <a:stretch>
            <a:fillRect/>
          </a:stretch>
        </p:blipFill>
        <p:spPr>
          <a:xfrm>
            <a:off x="1120448" y="862495"/>
            <a:ext cx="10296045" cy="4536510"/>
          </a:xfrm>
          <a:prstGeom prst="rect">
            <a:avLst/>
          </a:prstGeom>
        </p:spPr>
      </p:pic>
      <p:sp>
        <p:nvSpPr>
          <p:cNvPr id="2" name="Marcador de texto vertical 1">
            <a:extLst>
              <a:ext uri="{FF2B5EF4-FFF2-40B4-BE49-F238E27FC236}">
                <a16:creationId xmlns:a16="http://schemas.microsoft.com/office/drawing/2014/main" id="{FB5D008B-521C-9CDD-A2B0-7796D5A773A2}"/>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endParaRPr lang="es-419" dirty="0"/>
          </a:p>
        </p:txBody>
      </p:sp>
      <p:sp>
        <p:nvSpPr>
          <p:cNvPr id="13" name="Title 12">
            <a:extLst>
              <a:ext uri="{FF2B5EF4-FFF2-40B4-BE49-F238E27FC236}">
                <a16:creationId xmlns:a16="http://schemas.microsoft.com/office/drawing/2014/main" id="{006F61C9-F4E5-ED5E-63AF-8574240D5AB9}"/>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0" name="Rectángulo 9">
            <a:extLst>
              <a:ext uri="{FF2B5EF4-FFF2-40B4-BE49-F238E27FC236}">
                <a16:creationId xmlns:a16="http://schemas.microsoft.com/office/drawing/2014/main" id="{7563E4AC-B07A-BD0F-5874-00D0BC9A59B3}"/>
              </a:ext>
            </a:extLst>
          </p:cNvPr>
          <p:cNvSpPr/>
          <p:nvPr/>
        </p:nvSpPr>
        <p:spPr>
          <a:xfrm>
            <a:off x="938996" y="2874265"/>
            <a:ext cx="10753476" cy="33099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32337675-47E5-F70A-D203-D154762C9824}"/>
              </a:ext>
            </a:extLst>
          </p:cNvPr>
          <p:cNvSpPr/>
          <p:nvPr/>
        </p:nvSpPr>
        <p:spPr>
          <a:xfrm>
            <a:off x="666390" y="2713451"/>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7</a:t>
            </a:r>
            <a:endParaRPr lang="es-419" sz="1100" noProof="0" dirty="0"/>
          </a:p>
        </p:txBody>
      </p:sp>
      <p:sp>
        <p:nvSpPr>
          <p:cNvPr id="16" name="Rectángulo redondeado 15">
            <a:extLst>
              <a:ext uri="{FF2B5EF4-FFF2-40B4-BE49-F238E27FC236}">
                <a16:creationId xmlns:a16="http://schemas.microsoft.com/office/drawing/2014/main" id="{55D56715-C4E9-81C0-D07D-05FC9F27BE61}"/>
              </a:ext>
            </a:extLst>
          </p:cNvPr>
          <p:cNvSpPr/>
          <p:nvPr/>
        </p:nvSpPr>
        <p:spPr>
          <a:xfrm>
            <a:off x="10994734" y="5318598"/>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8</a:t>
            </a:r>
          </a:p>
        </p:txBody>
      </p:sp>
      <p:sp>
        <p:nvSpPr>
          <p:cNvPr id="17" name="Rectángulo 16">
            <a:extLst>
              <a:ext uri="{FF2B5EF4-FFF2-40B4-BE49-F238E27FC236}">
                <a16:creationId xmlns:a16="http://schemas.microsoft.com/office/drawing/2014/main" id="{8E843C44-1037-307D-1AC0-A8BA343C2CFB}"/>
              </a:ext>
            </a:extLst>
          </p:cNvPr>
          <p:cNvSpPr/>
          <p:nvPr/>
        </p:nvSpPr>
        <p:spPr>
          <a:xfrm>
            <a:off x="11174420" y="5530212"/>
            <a:ext cx="530752" cy="30577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esquinas redondeadas 17">
            <a:extLst>
              <a:ext uri="{FF2B5EF4-FFF2-40B4-BE49-F238E27FC236}">
                <a16:creationId xmlns:a16="http://schemas.microsoft.com/office/drawing/2014/main" id="{E015053C-5BDC-00AB-FD69-7CA97B34AD05}"/>
              </a:ext>
            </a:extLst>
          </p:cNvPr>
          <p:cNvSpPr/>
          <p:nvPr/>
        </p:nvSpPr>
        <p:spPr>
          <a:xfrm>
            <a:off x="1375647" y="3816611"/>
            <a:ext cx="9237506" cy="110224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7"/>
            </a:pPr>
            <a:r>
              <a:rPr lang="es-ES_tradnl" sz="1200" dirty="0"/>
              <a:t>En la Sección Plan de estudios de ingreso, se completará con el seleccionado.</a:t>
            </a:r>
          </a:p>
          <a:p>
            <a:pPr marL="228600" indent="-228600">
              <a:buFont typeface="+mj-lt"/>
              <a:buAutoNum type="arabicPeriod" startAt="7"/>
            </a:pPr>
            <a:r>
              <a:rPr lang="es-ES_tradnl" sz="1200" dirty="0"/>
              <a:t>Guarde la información</a:t>
            </a:r>
          </a:p>
        </p:txBody>
      </p:sp>
    </p:spTree>
    <p:extLst>
      <p:ext uri="{BB962C8B-B14F-4D97-AF65-F5344CB8AC3E}">
        <p14:creationId xmlns:p14="http://schemas.microsoft.com/office/powerpoint/2010/main" val="33657137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F0A16-3E8C-EBF4-B66C-528B3FF12485}"/>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1FA14DE4-9492-CB91-CBF6-05DE8FCA27C9}"/>
              </a:ext>
            </a:extLst>
          </p:cNvPr>
          <p:cNvPicPr>
            <a:picLocks noChangeAspect="1"/>
          </p:cNvPicPr>
          <p:nvPr/>
        </p:nvPicPr>
        <p:blipFill>
          <a:blip r:embed="rId3"/>
          <a:stretch>
            <a:fillRect/>
          </a:stretch>
        </p:blipFill>
        <p:spPr>
          <a:xfrm>
            <a:off x="805387" y="1028843"/>
            <a:ext cx="10744713" cy="4734196"/>
          </a:xfrm>
          <a:prstGeom prst="rect">
            <a:avLst/>
          </a:prstGeom>
        </p:spPr>
      </p:pic>
      <p:sp>
        <p:nvSpPr>
          <p:cNvPr id="2" name="Marcador de texto vertical 1">
            <a:extLst>
              <a:ext uri="{FF2B5EF4-FFF2-40B4-BE49-F238E27FC236}">
                <a16:creationId xmlns:a16="http://schemas.microsoft.com/office/drawing/2014/main" id="{63895C28-9F4A-93D1-F48D-A226B4AF79AF}"/>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endParaRPr lang="es-419" dirty="0"/>
          </a:p>
        </p:txBody>
      </p:sp>
      <p:sp>
        <p:nvSpPr>
          <p:cNvPr id="13" name="Title 12">
            <a:extLst>
              <a:ext uri="{FF2B5EF4-FFF2-40B4-BE49-F238E27FC236}">
                <a16:creationId xmlns:a16="http://schemas.microsoft.com/office/drawing/2014/main" id="{D2C69E8D-B757-425E-4D63-6756D3CF705D}"/>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0" name="Rectángulo 9">
            <a:extLst>
              <a:ext uri="{FF2B5EF4-FFF2-40B4-BE49-F238E27FC236}">
                <a16:creationId xmlns:a16="http://schemas.microsoft.com/office/drawing/2014/main" id="{7DACAE0A-9CE6-F74B-4C19-CD2287E60B98}"/>
              </a:ext>
            </a:extLst>
          </p:cNvPr>
          <p:cNvSpPr/>
          <p:nvPr/>
        </p:nvSpPr>
        <p:spPr>
          <a:xfrm>
            <a:off x="805387" y="4253561"/>
            <a:ext cx="562412" cy="33518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C6FBDA44-41FA-A23F-736A-E3E5F4C42EC4}"/>
              </a:ext>
            </a:extLst>
          </p:cNvPr>
          <p:cNvSpPr/>
          <p:nvPr/>
        </p:nvSpPr>
        <p:spPr>
          <a:xfrm>
            <a:off x="578359" y="4173154"/>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9</a:t>
            </a:r>
            <a:endParaRPr lang="es-419" sz="1100" noProof="0" dirty="0"/>
          </a:p>
        </p:txBody>
      </p:sp>
      <p:sp>
        <p:nvSpPr>
          <p:cNvPr id="18" name="Rectángulo: esquinas redondeadas 17">
            <a:extLst>
              <a:ext uri="{FF2B5EF4-FFF2-40B4-BE49-F238E27FC236}">
                <a16:creationId xmlns:a16="http://schemas.microsoft.com/office/drawing/2014/main" id="{2D8849A5-86F3-DAB1-9E85-272E51B2206D}"/>
              </a:ext>
            </a:extLst>
          </p:cNvPr>
          <p:cNvSpPr/>
          <p:nvPr/>
        </p:nvSpPr>
        <p:spPr>
          <a:xfrm>
            <a:off x="1477247" y="4588746"/>
            <a:ext cx="9237506" cy="110224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9"/>
            </a:pPr>
            <a:r>
              <a:rPr lang="es-ES_tradnl" sz="1200" dirty="0"/>
              <a:t>En la sección ‘Información de Curso’ se debe ingresar el NRC en el primer campo de información requerido, esto puede ser realizado directamente en el campo o bien presionando el  botón de búsqueda de los NRC.</a:t>
            </a:r>
          </a:p>
        </p:txBody>
      </p:sp>
    </p:spTree>
    <p:extLst>
      <p:ext uri="{BB962C8B-B14F-4D97-AF65-F5344CB8AC3E}">
        <p14:creationId xmlns:p14="http://schemas.microsoft.com/office/powerpoint/2010/main" val="32491467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C602C-3E45-713A-05CF-FDD03ACDC604}"/>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7311A32A-DA9B-56EE-4927-FC6F248588BC}"/>
              </a:ext>
            </a:extLst>
          </p:cNvPr>
          <p:cNvPicPr>
            <a:picLocks noChangeAspect="1"/>
          </p:cNvPicPr>
          <p:nvPr/>
        </p:nvPicPr>
        <p:blipFill>
          <a:blip r:embed="rId3"/>
          <a:stretch>
            <a:fillRect/>
          </a:stretch>
        </p:blipFill>
        <p:spPr>
          <a:xfrm>
            <a:off x="1078991" y="1189769"/>
            <a:ext cx="10875183" cy="4762521"/>
          </a:xfrm>
          <a:prstGeom prst="rect">
            <a:avLst/>
          </a:prstGeom>
        </p:spPr>
      </p:pic>
      <p:sp>
        <p:nvSpPr>
          <p:cNvPr id="2" name="Marcador de texto vertical 1">
            <a:extLst>
              <a:ext uri="{FF2B5EF4-FFF2-40B4-BE49-F238E27FC236}">
                <a16:creationId xmlns:a16="http://schemas.microsoft.com/office/drawing/2014/main" id="{DFF6AF56-3D9A-4489-3726-9C1BB2685AE9}"/>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endParaRPr lang="es-419" dirty="0"/>
          </a:p>
        </p:txBody>
      </p:sp>
      <p:sp>
        <p:nvSpPr>
          <p:cNvPr id="13" name="Title 12">
            <a:extLst>
              <a:ext uri="{FF2B5EF4-FFF2-40B4-BE49-F238E27FC236}">
                <a16:creationId xmlns:a16="http://schemas.microsoft.com/office/drawing/2014/main" id="{4290985C-51A5-BBBB-6212-0163564E3260}"/>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0" name="Rectángulo 9">
            <a:extLst>
              <a:ext uri="{FF2B5EF4-FFF2-40B4-BE49-F238E27FC236}">
                <a16:creationId xmlns:a16="http://schemas.microsoft.com/office/drawing/2014/main" id="{5E47C748-CF9C-BAB2-8738-66FFC2381143}"/>
              </a:ext>
            </a:extLst>
          </p:cNvPr>
          <p:cNvSpPr/>
          <p:nvPr/>
        </p:nvSpPr>
        <p:spPr>
          <a:xfrm>
            <a:off x="5194734" y="2994857"/>
            <a:ext cx="799665" cy="31984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9B318C55-124C-F6A0-A705-C954F6A2DC86}"/>
              </a:ext>
            </a:extLst>
          </p:cNvPr>
          <p:cNvSpPr/>
          <p:nvPr/>
        </p:nvSpPr>
        <p:spPr>
          <a:xfrm>
            <a:off x="6091987" y="3063703"/>
            <a:ext cx="387710" cy="18214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10</a:t>
            </a:r>
            <a:endParaRPr lang="es-419" sz="1100" noProof="0" dirty="0"/>
          </a:p>
        </p:txBody>
      </p:sp>
      <p:sp>
        <p:nvSpPr>
          <p:cNvPr id="18" name="Rectángulo: esquinas redondeadas 17">
            <a:extLst>
              <a:ext uri="{FF2B5EF4-FFF2-40B4-BE49-F238E27FC236}">
                <a16:creationId xmlns:a16="http://schemas.microsoft.com/office/drawing/2014/main" id="{5B78ECE8-9EE5-5268-C6C1-8A4F6A5262DA}"/>
              </a:ext>
            </a:extLst>
          </p:cNvPr>
          <p:cNvSpPr/>
          <p:nvPr/>
        </p:nvSpPr>
        <p:spPr>
          <a:xfrm>
            <a:off x="1477247" y="4588746"/>
            <a:ext cx="9237506" cy="110224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0"/>
            </a:pPr>
            <a:r>
              <a:rPr lang="es-ES_tradnl" sz="1200" dirty="0"/>
              <a:t>Si ha presionado el botón de búsqueda de los NRC, aparece  una ventana en la cual deberá seleccionar la opción “Buscar secciones”.</a:t>
            </a:r>
          </a:p>
        </p:txBody>
      </p:sp>
    </p:spTree>
    <p:extLst>
      <p:ext uri="{BB962C8B-B14F-4D97-AF65-F5344CB8AC3E}">
        <p14:creationId xmlns:p14="http://schemas.microsoft.com/office/powerpoint/2010/main" val="31493767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E29D9-8246-885B-6098-91AD551E3142}"/>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6B3CA927-DA7B-8FDD-CF9B-53FA0E529DCE}"/>
              </a:ext>
            </a:extLst>
          </p:cNvPr>
          <p:cNvPicPr>
            <a:picLocks noChangeAspect="1"/>
          </p:cNvPicPr>
          <p:nvPr/>
        </p:nvPicPr>
        <p:blipFill>
          <a:blip r:embed="rId3"/>
          <a:stretch>
            <a:fillRect/>
          </a:stretch>
        </p:blipFill>
        <p:spPr>
          <a:xfrm>
            <a:off x="852142" y="786870"/>
            <a:ext cx="11058391" cy="4904125"/>
          </a:xfrm>
          <a:prstGeom prst="rect">
            <a:avLst/>
          </a:prstGeom>
        </p:spPr>
      </p:pic>
      <p:sp>
        <p:nvSpPr>
          <p:cNvPr id="2" name="Marcador de texto vertical 1">
            <a:extLst>
              <a:ext uri="{FF2B5EF4-FFF2-40B4-BE49-F238E27FC236}">
                <a16:creationId xmlns:a16="http://schemas.microsoft.com/office/drawing/2014/main" id="{5062C1FB-CD0A-1D8A-8854-764CB7707D57}"/>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endParaRPr lang="es-419" dirty="0"/>
          </a:p>
        </p:txBody>
      </p:sp>
      <p:sp>
        <p:nvSpPr>
          <p:cNvPr id="13" name="Title 12">
            <a:extLst>
              <a:ext uri="{FF2B5EF4-FFF2-40B4-BE49-F238E27FC236}">
                <a16:creationId xmlns:a16="http://schemas.microsoft.com/office/drawing/2014/main" id="{5990CF00-5DDB-A652-5E45-F744A0A50B6A}"/>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0" name="Rectángulo 9">
            <a:extLst>
              <a:ext uri="{FF2B5EF4-FFF2-40B4-BE49-F238E27FC236}">
                <a16:creationId xmlns:a16="http://schemas.microsoft.com/office/drawing/2014/main" id="{93285F3C-72D6-1EA1-A25D-CB000382E518}"/>
              </a:ext>
            </a:extLst>
          </p:cNvPr>
          <p:cNvSpPr/>
          <p:nvPr/>
        </p:nvSpPr>
        <p:spPr>
          <a:xfrm>
            <a:off x="914835" y="1720809"/>
            <a:ext cx="8114865" cy="548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C1B614A8-0496-31C6-2A26-8B369CB64C9A}"/>
              </a:ext>
            </a:extLst>
          </p:cNvPr>
          <p:cNvSpPr/>
          <p:nvPr/>
        </p:nvSpPr>
        <p:spPr>
          <a:xfrm>
            <a:off x="720980" y="1424887"/>
            <a:ext cx="387710" cy="18214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11</a:t>
            </a:r>
            <a:endParaRPr lang="es-419" sz="1100" noProof="0" dirty="0"/>
          </a:p>
        </p:txBody>
      </p:sp>
      <p:sp>
        <p:nvSpPr>
          <p:cNvPr id="18" name="Rectángulo: esquinas redondeadas 17">
            <a:extLst>
              <a:ext uri="{FF2B5EF4-FFF2-40B4-BE49-F238E27FC236}">
                <a16:creationId xmlns:a16="http://schemas.microsoft.com/office/drawing/2014/main" id="{7313A618-F902-8F58-A92E-43DDA5F4A8D8}"/>
              </a:ext>
            </a:extLst>
          </p:cNvPr>
          <p:cNvSpPr/>
          <p:nvPr/>
        </p:nvSpPr>
        <p:spPr>
          <a:xfrm>
            <a:off x="1477247" y="4588746"/>
            <a:ext cx="9237506" cy="110224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1"/>
            </a:pPr>
            <a:r>
              <a:rPr lang="es-ES_tradnl" sz="1200" dirty="0"/>
              <a:t>La acción anterior, lo redireccionará otra página administrativa donde, utilizando los filtros disponibles, podremos identificar los NRC que coincidan con dichos criterios. En el caso del ejemplo se están buscando todos los NRC de la materia AADC  0001.</a:t>
            </a:r>
          </a:p>
          <a:p>
            <a:pPr marL="228600" indent="-228600">
              <a:buFont typeface="+mj-lt"/>
              <a:buAutoNum type="arabicPeriod" startAt="11"/>
            </a:pPr>
            <a:r>
              <a:rPr lang="es-ES_tradnl" sz="1200" dirty="0"/>
              <a:t>Presione el botón Ir para obtener los resultados de la búsqueda</a:t>
            </a:r>
          </a:p>
        </p:txBody>
      </p:sp>
      <p:sp>
        <p:nvSpPr>
          <p:cNvPr id="6" name="Rectángulo 5">
            <a:extLst>
              <a:ext uri="{FF2B5EF4-FFF2-40B4-BE49-F238E27FC236}">
                <a16:creationId xmlns:a16="http://schemas.microsoft.com/office/drawing/2014/main" id="{620FF343-EC6C-CC09-6C5F-802A28B603D6}"/>
              </a:ext>
            </a:extLst>
          </p:cNvPr>
          <p:cNvSpPr/>
          <p:nvPr/>
        </p:nvSpPr>
        <p:spPr>
          <a:xfrm>
            <a:off x="11582399" y="2161453"/>
            <a:ext cx="240357" cy="24534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8B4A768B-BC7C-0603-4AE0-EBF6E825500B}"/>
              </a:ext>
            </a:extLst>
          </p:cNvPr>
          <p:cNvSpPr/>
          <p:nvPr/>
        </p:nvSpPr>
        <p:spPr>
          <a:xfrm>
            <a:off x="10952148" y="2315726"/>
            <a:ext cx="387710" cy="18214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12</a:t>
            </a:r>
            <a:endParaRPr lang="es-419" sz="1100" noProof="0" dirty="0"/>
          </a:p>
        </p:txBody>
      </p:sp>
    </p:spTree>
    <p:extLst>
      <p:ext uri="{BB962C8B-B14F-4D97-AF65-F5344CB8AC3E}">
        <p14:creationId xmlns:p14="http://schemas.microsoft.com/office/powerpoint/2010/main" val="20756677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E1C21-99DE-2DEE-AE0F-1B12730B0D2D}"/>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7CE7403A-F007-BC6F-F414-84DDA6D1AF74}"/>
              </a:ext>
            </a:extLst>
          </p:cNvPr>
          <p:cNvPicPr>
            <a:picLocks noChangeAspect="1"/>
          </p:cNvPicPr>
          <p:nvPr/>
        </p:nvPicPr>
        <p:blipFill>
          <a:blip r:embed="rId3"/>
          <a:stretch>
            <a:fillRect/>
          </a:stretch>
        </p:blipFill>
        <p:spPr>
          <a:xfrm>
            <a:off x="977394" y="901417"/>
            <a:ext cx="10984690" cy="4876682"/>
          </a:xfrm>
          <a:prstGeom prst="rect">
            <a:avLst/>
          </a:prstGeom>
        </p:spPr>
      </p:pic>
      <p:sp>
        <p:nvSpPr>
          <p:cNvPr id="2" name="Marcador de texto vertical 1">
            <a:extLst>
              <a:ext uri="{FF2B5EF4-FFF2-40B4-BE49-F238E27FC236}">
                <a16:creationId xmlns:a16="http://schemas.microsoft.com/office/drawing/2014/main" id="{5474CC82-5EF0-571B-5629-BA2125E70E4B}"/>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endParaRPr lang="es-419" dirty="0"/>
          </a:p>
        </p:txBody>
      </p:sp>
      <p:sp>
        <p:nvSpPr>
          <p:cNvPr id="13" name="Title 12">
            <a:extLst>
              <a:ext uri="{FF2B5EF4-FFF2-40B4-BE49-F238E27FC236}">
                <a16:creationId xmlns:a16="http://schemas.microsoft.com/office/drawing/2014/main" id="{6A976F7F-74CE-A5A6-D2F3-AA6FA64CA3EE}"/>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0" name="Rectángulo 9">
            <a:extLst>
              <a:ext uri="{FF2B5EF4-FFF2-40B4-BE49-F238E27FC236}">
                <a16:creationId xmlns:a16="http://schemas.microsoft.com/office/drawing/2014/main" id="{E21ED169-1665-34DF-9A89-1E617244E5A8}"/>
              </a:ext>
            </a:extLst>
          </p:cNvPr>
          <p:cNvSpPr/>
          <p:nvPr/>
        </p:nvSpPr>
        <p:spPr>
          <a:xfrm>
            <a:off x="914835" y="1720809"/>
            <a:ext cx="10742014" cy="192409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84940A7E-F50C-4241-FAAD-076947CA19F3}"/>
              </a:ext>
            </a:extLst>
          </p:cNvPr>
          <p:cNvSpPr/>
          <p:nvPr/>
        </p:nvSpPr>
        <p:spPr>
          <a:xfrm>
            <a:off x="720980" y="1424887"/>
            <a:ext cx="387710" cy="18214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13</a:t>
            </a:r>
            <a:endParaRPr lang="es-419" sz="1100" noProof="0" dirty="0"/>
          </a:p>
        </p:txBody>
      </p:sp>
      <p:sp>
        <p:nvSpPr>
          <p:cNvPr id="18" name="Rectángulo: esquinas redondeadas 17">
            <a:extLst>
              <a:ext uri="{FF2B5EF4-FFF2-40B4-BE49-F238E27FC236}">
                <a16:creationId xmlns:a16="http://schemas.microsoft.com/office/drawing/2014/main" id="{92C71479-13AE-CEB7-9B5B-D7E0C5AD18AB}"/>
              </a:ext>
            </a:extLst>
          </p:cNvPr>
          <p:cNvSpPr/>
          <p:nvPr/>
        </p:nvSpPr>
        <p:spPr>
          <a:xfrm>
            <a:off x="1477247" y="4588746"/>
            <a:ext cx="9237506" cy="110224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3"/>
            </a:pPr>
            <a:r>
              <a:rPr lang="es-ES_tradnl" sz="1200" dirty="0"/>
              <a:t>Dependiendo de las variables utilizadas se enlistarán aquellos NRC que cumplan los criterios, considerando la programación del periodo académico con el cual se ingresó a SFAREGS en un principio. Identificado el NRC de interés, haga clic sobre el registro que le corresponda </a:t>
            </a:r>
          </a:p>
          <a:p>
            <a:pPr marL="228600" indent="-228600">
              <a:buFont typeface="+mj-lt"/>
              <a:buAutoNum type="arabicPeriod" startAt="13"/>
            </a:pPr>
            <a:r>
              <a:rPr lang="es-ES_tradnl" sz="1200" dirty="0"/>
              <a:t>Presione el botón ‘Seleccionar’.</a:t>
            </a:r>
          </a:p>
        </p:txBody>
      </p:sp>
      <p:sp>
        <p:nvSpPr>
          <p:cNvPr id="6" name="Rectángulo 5">
            <a:extLst>
              <a:ext uri="{FF2B5EF4-FFF2-40B4-BE49-F238E27FC236}">
                <a16:creationId xmlns:a16="http://schemas.microsoft.com/office/drawing/2014/main" id="{FB633516-D1FB-39D6-84D7-6B2A218875C2}"/>
              </a:ext>
            </a:extLst>
          </p:cNvPr>
          <p:cNvSpPr/>
          <p:nvPr/>
        </p:nvSpPr>
        <p:spPr>
          <a:xfrm>
            <a:off x="11214606" y="5526780"/>
            <a:ext cx="697048" cy="31889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52340A87-E078-ED97-B07B-A060DF523399}"/>
              </a:ext>
            </a:extLst>
          </p:cNvPr>
          <p:cNvSpPr/>
          <p:nvPr/>
        </p:nvSpPr>
        <p:spPr>
          <a:xfrm>
            <a:off x="11288189" y="5139870"/>
            <a:ext cx="387710" cy="18214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14</a:t>
            </a:r>
            <a:endParaRPr lang="es-419" sz="1100" noProof="0" dirty="0"/>
          </a:p>
        </p:txBody>
      </p:sp>
    </p:spTree>
    <p:extLst>
      <p:ext uri="{BB962C8B-B14F-4D97-AF65-F5344CB8AC3E}">
        <p14:creationId xmlns:p14="http://schemas.microsoft.com/office/powerpoint/2010/main" val="22554102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0EB31-F59C-B86A-D3FD-10419B98FD23}"/>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09B0339A-1937-1216-954A-833F828F8B13}"/>
              </a:ext>
            </a:extLst>
          </p:cNvPr>
          <p:cNvPicPr>
            <a:picLocks noChangeAspect="1"/>
          </p:cNvPicPr>
          <p:nvPr/>
        </p:nvPicPr>
        <p:blipFill>
          <a:blip r:embed="rId3"/>
          <a:stretch>
            <a:fillRect/>
          </a:stretch>
        </p:blipFill>
        <p:spPr>
          <a:xfrm>
            <a:off x="822406" y="1167005"/>
            <a:ext cx="10843968" cy="4956465"/>
          </a:xfrm>
          <a:prstGeom prst="rect">
            <a:avLst/>
          </a:prstGeom>
        </p:spPr>
      </p:pic>
      <p:sp>
        <p:nvSpPr>
          <p:cNvPr id="2" name="Marcador de texto vertical 1">
            <a:extLst>
              <a:ext uri="{FF2B5EF4-FFF2-40B4-BE49-F238E27FC236}">
                <a16:creationId xmlns:a16="http://schemas.microsoft.com/office/drawing/2014/main" id="{857A04A6-38ED-69B5-9D69-AC0F1F34D251}"/>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endParaRPr lang="es-419" dirty="0"/>
          </a:p>
        </p:txBody>
      </p:sp>
      <p:sp>
        <p:nvSpPr>
          <p:cNvPr id="13" name="Title 12">
            <a:extLst>
              <a:ext uri="{FF2B5EF4-FFF2-40B4-BE49-F238E27FC236}">
                <a16:creationId xmlns:a16="http://schemas.microsoft.com/office/drawing/2014/main" id="{6D2CD468-F298-F55C-83F8-299094186185}"/>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0" name="Rectángulo 9">
            <a:extLst>
              <a:ext uri="{FF2B5EF4-FFF2-40B4-BE49-F238E27FC236}">
                <a16:creationId xmlns:a16="http://schemas.microsoft.com/office/drawing/2014/main" id="{B6167FAE-B30D-5FCC-2E3C-CC1BFAA69144}"/>
              </a:ext>
            </a:extLst>
          </p:cNvPr>
          <p:cNvSpPr/>
          <p:nvPr/>
        </p:nvSpPr>
        <p:spPr>
          <a:xfrm>
            <a:off x="822406" y="3595311"/>
            <a:ext cx="10843968" cy="44329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8DDC8A8F-35FA-8A6B-7353-9C1E5BF50A4E}"/>
              </a:ext>
            </a:extLst>
          </p:cNvPr>
          <p:cNvSpPr/>
          <p:nvPr/>
        </p:nvSpPr>
        <p:spPr>
          <a:xfrm>
            <a:off x="11068130" y="4131524"/>
            <a:ext cx="387710" cy="18214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15</a:t>
            </a:r>
            <a:endParaRPr lang="es-419" sz="1100" noProof="0" dirty="0"/>
          </a:p>
        </p:txBody>
      </p:sp>
      <p:sp>
        <p:nvSpPr>
          <p:cNvPr id="18" name="Rectángulo: esquinas redondeadas 17">
            <a:extLst>
              <a:ext uri="{FF2B5EF4-FFF2-40B4-BE49-F238E27FC236}">
                <a16:creationId xmlns:a16="http://schemas.microsoft.com/office/drawing/2014/main" id="{67EC6C94-B760-0165-A52D-ED70E76140F2}"/>
              </a:ext>
            </a:extLst>
          </p:cNvPr>
          <p:cNvSpPr/>
          <p:nvPr/>
        </p:nvSpPr>
        <p:spPr>
          <a:xfrm>
            <a:off x="1477247" y="4588746"/>
            <a:ext cx="9237506" cy="110224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5"/>
            </a:pPr>
            <a:r>
              <a:rPr lang="es-ES_tradnl" sz="1200" dirty="0"/>
              <a:t>Cargado el NRC, automáticamente se cargarían los demás campos de información, si no selecciono desde el inicio el plan de estudios, la página le pedirá que lo complete. Adicionalmente se debe ratificar si el Estatus de Inscripción con el cual se desee registrar el NRC será ‘RE’ o cualquier otro estatus que se encuentre habilitado según la configuración de SFARSTS.</a:t>
            </a:r>
          </a:p>
        </p:txBody>
      </p:sp>
      <p:sp>
        <p:nvSpPr>
          <p:cNvPr id="6" name="Rectángulo 5">
            <a:extLst>
              <a:ext uri="{FF2B5EF4-FFF2-40B4-BE49-F238E27FC236}">
                <a16:creationId xmlns:a16="http://schemas.microsoft.com/office/drawing/2014/main" id="{835668D7-DEA2-A031-4ED8-B1B2825E8B82}"/>
              </a:ext>
            </a:extLst>
          </p:cNvPr>
          <p:cNvSpPr/>
          <p:nvPr/>
        </p:nvSpPr>
        <p:spPr>
          <a:xfrm>
            <a:off x="11107316" y="3792952"/>
            <a:ext cx="549533" cy="18215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5" name="Rectángulo 4">
            <a:extLst>
              <a:ext uri="{FF2B5EF4-FFF2-40B4-BE49-F238E27FC236}">
                <a16:creationId xmlns:a16="http://schemas.microsoft.com/office/drawing/2014/main" id="{51CAECE3-B407-BE0D-1896-61ED36254B8C}"/>
              </a:ext>
            </a:extLst>
          </p:cNvPr>
          <p:cNvSpPr/>
          <p:nvPr/>
        </p:nvSpPr>
        <p:spPr>
          <a:xfrm>
            <a:off x="7094116" y="3816956"/>
            <a:ext cx="549533" cy="18215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17872227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A873E-7619-9D1D-79E2-489A6155B6A2}"/>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1D5D04C2-6B95-3D82-5A16-A67553695A63}"/>
              </a:ext>
            </a:extLst>
          </p:cNvPr>
          <p:cNvPicPr>
            <a:picLocks noChangeAspect="1"/>
          </p:cNvPicPr>
          <p:nvPr/>
        </p:nvPicPr>
        <p:blipFill>
          <a:blip r:embed="rId3"/>
          <a:stretch>
            <a:fillRect/>
          </a:stretch>
        </p:blipFill>
        <p:spPr>
          <a:xfrm>
            <a:off x="817234" y="878609"/>
            <a:ext cx="10877715" cy="4830751"/>
          </a:xfrm>
          <a:prstGeom prst="rect">
            <a:avLst/>
          </a:prstGeom>
        </p:spPr>
      </p:pic>
      <p:sp>
        <p:nvSpPr>
          <p:cNvPr id="2" name="Marcador de texto vertical 1">
            <a:extLst>
              <a:ext uri="{FF2B5EF4-FFF2-40B4-BE49-F238E27FC236}">
                <a16:creationId xmlns:a16="http://schemas.microsoft.com/office/drawing/2014/main" id="{7DD622E2-75E6-9AF2-A11A-30C3AC598758}"/>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endParaRPr lang="es-419" dirty="0"/>
          </a:p>
        </p:txBody>
      </p:sp>
      <p:sp>
        <p:nvSpPr>
          <p:cNvPr id="13" name="Title 12">
            <a:extLst>
              <a:ext uri="{FF2B5EF4-FFF2-40B4-BE49-F238E27FC236}">
                <a16:creationId xmlns:a16="http://schemas.microsoft.com/office/drawing/2014/main" id="{4B42CD3D-A443-C45E-B2DE-D8A028E409A6}"/>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8" name="Rectángulo: esquinas redondeadas 17">
            <a:extLst>
              <a:ext uri="{FF2B5EF4-FFF2-40B4-BE49-F238E27FC236}">
                <a16:creationId xmlns:a16="http://schemas.microsoft.com/office/drawing/2014/main" id="{6AFC7597-0C6F-0CBF-B061-A28C1E4653B3}"/>
              </a:ext>
            </a:extLst>
          </p:cNvPr>
          <p:cNvSpPr/>
          <p:nvPr/>
        </p:nvSpPr>
        <p:spPr>
          <a:xfrm>
            <a:off x="1477247" y="4588746"/>
            <a:ext cx="9237506" cy="110224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6"/>
            </a:pPr>
            <a:r>
              <a:rPr lang="es-ES_tradnl" sz="1200" dirty="0"/>
              <a:t>Cargados los NRC que desea inscribirle al alumno y el </a:t>
            </a:r>
            <a:r>
              <a:rPr lang="es-ES_tradnl" sz="1200"/>
              <a:t>plan de </a:t>
            </a:r>
            <a:r>
              <a:rPr lang="es-ES_tradnl" sz="1200" dirty="0"/>
              <a:t>estudios que le corresponde a cada uno, se deberá presionar el botón ‘Guardar’, siendo este el instante donde Banner verificará los posibles errores de inscripción que pudiera tener la asociación del NRC.</a:t>
            </a:r>
          </a:p>
        </p:txBody>
      </p:sp>
      <p:sp>
        <p:nvSpPr>
          <p:cNvPr id="6" name="Rectángulo 5">
            <a:extLst>
              <a:ext uri="{FF2B5EF4-FFF2-40B4-BE49-F238E27FC236}">
                <a16:creationId xmlns:a16="http://schemas.microsoft.com/office/drawing/2014/main" id="{37E0D42D-E3CF-001C-47EA-27AC3319B28F}"/>
              </a:ext>
            </a:extLst>
          </p:cNvPr>
          <p:cNvSpPr/>
          <p:nvPr/>
        </p:nvSpPr>
        <p:spPr>
          <a:xfrm>
            <a:off x="10997901" y="5384800"/>
            <a:ext cx="697048" cy="31889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B05F23FD-2FB7-525E-1724-1E482D46A799}"/>
              </a:ext>
            </a:extLst>
          </p:cNvPr>
          <p:cNvSpPr/>
          <p:nvPr/>
        </p:nvSpPr>
        <p:spPr>
          <a:xfrm>
            <a:off x="11288189" y="5139870"/>
            <a:ext cx="387710" cy="18214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16</a:t>
            </a:r>
            <a:endParaRPr lang="es-419" sz="1100" noProof="0" dirty="0"/>
          </a:p>
        </p:txBody>
      </p:sp>
    </p:spTree>
    <p:extLst>
      <p:ext uri="{BB962C8B-B14F-4D97-AF65-F5344CB8AC3E}">
        <p14:creationId xmlns:p14="http://schemas.microsoft.com/office/powerpoint/2010/main" val="7845728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2A842-79E9-FCC9-384A-E3D89056004B}"/>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6E7A28EA-9804-44FB-5C31-9ACCB5B9F6FF}"/>
              </a:ext>
            </a:extLst>
          </p:cNvPr>
          <p:cNvPicPr>
            <a:picLocks noChangeAspect="1"/>
          </p:cNvPicPr>
          <p:nvPr/>
        </p:nvPicPr>
        <p:blipFill>
          <a:blip r:embed="rId3"/>
          <a:stretch>
            <a:fillRect/>
          </a:stretch>
        </p:blipFill>
        <p:spPr>
          <a:xfrm>
            <a:off x="871318" y="1081072"/>
            <a:ext cx="10750677" cy="4703421"/>
          </a:xfrm>
          <a:prstGeom prst="rect">
            <a:avLst/>
          </a:prstGeom>
        </p:spPr>
      </p:pic>
      <p:sp>
        <p:nvSpPr>
          <p:cNvPr id="2" name="Marcador de texto vertical 1">
            <a:extLst>
              <a:ext uri="{FF2B5EF4-FFF2-40B4-BE49-F238E27FC236}">
                <a16:creationId xmlns:a16="http://schemas.microsoft.com/office/drawing/2014/main" id="{60099161-9675-A42A-5D9F-183B1A3C3F13}"/>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endParaRPr lang="es-419" dirty="0"/>
          </a:p>
        </p:txBody>
      </p:sp>
      <p:sp>
        <p:nvSpPr>
          <p:cNvPr id="13" name="Title 12">
            <a:extLst>
              <a:ext uri="{FF2B5EF4-FFF2-40B4-BE49-F238E27FC236}">
                <a16:creationId xmlns:a16="http://schemas.microsoft.com/office/drawing/2014/main" id="{5AC3E666-45A5-3227-6E3C-60E3F8715C38}"/>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8" name="Rectángulo: esquinas redondeadas 17">
            <a:extLst>
              <a:ext uri="{FF2B5EF4-FFF2-40B4-BE49-F238E27FC236}">
                <a16:creationId xmlns:a16="http://schemas.microsoft.com/office/drawing/2014/main" id="{5B67B471-5B0B-57E2-8440-32731FF98B82}"/>
              </a:ext>
            </a:extLst>
          </p:cNvPr>
          <p:cNvSpPr/>
          <p:nvPr/>
        </p:nvSpPr>
        <p:spPr>
          <a:xfrm>
            <a:off x="1477247" y="4588746"/>
            <a:ext cx="9237506" cy="110224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7"/>
            </a:pPr>
            <a:r>
              <a:rPr lang="es-ES_tradnl" sz="1200" dirty="0"/>
              <a:t>Si existiesen errores en la inscripción, usted tiene dos alternativas:</a:t>
            </a:r>
          </a:p>
          <a:p>
            <a:pPr marL="685800" lvl="1" indent="-228600">
              <a:buFont typeface="+mj-lt"/>
              <a:buAutoNum type="alphaLcPeriod"/>
            </a:pPr>
            <a:r>
              <a:rPr lang="es-ES_tradnl" sz="1200" dirty="0"/>
              <a:t>Eliminar la a signatura, asignándole el estatus DD</a:t>
            </a:r>
          </a:p>
          <a:p>
            <a:pPr marL="685800" lvl="1" indent="-228600">
              <a:buFont typeface="+mj-lt"/>
              <a:buAutoNum type="alphaLcPeriod"/>
            </a:pPr>
            <a:r>
              <a:rPr lang="es-ES_tradnl" sz="1200" dirty="0"/>
              <a:t>Sobrepasar el error presentado mediante el campo “Ajustar” ya sea sobrepasando solamente el error que se presenta (opción Si) o sobrepasando todos los errores que se pudiesen presentar con el NRC (opción Todos).</a:t>
            </a:r>
          </a:p>
          <a:p>
            <a:pPr marL="228600" indent="-228600">
              <a:buFont typeface="+mj-lt"/>
              <a:buAutoNum type="arabicPeriod" startAt="17"/>
            </a:pPr>
            <a:r>
              <a:rPr lang="es-ES_tradnl" sz="1200" dirty="0"/>
              <a:t>En cualquiera de los casos, debe guardar la información nuevamente.</a:t>
            </a:r>
          </a:p>
        </p:txBody>
      </p:sp>
      <p:sp>
        <p:nvSpPr>
          <p:cNvPr id="6" name="Rectángulo 5">
            <a:extLst>
              <a:ext uri="{FF2B5EF4-FFF2-40B4-BE49-F238E27FC236}">
                <a16:creationId xmlns:a16="http://schemas.microsoft.com/office/drawing/2014/main" id="{C8A74CFA-44D1-BAB1-A169-932C25DDB173}"/>
              </a:ext>
            </a:extLst>
          </p:cNvPr>
          <p:cNvSpPr/>
          <p:nvPr/>
        </p:nvSpPr>
        <p:spPr>
          <a:xfrm>
            <a:off x="10997901" y="5384800"/>
            <a:ext cx="697048" cy="31889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C5551580-06B4-BF45-E788-BF61A0699FCB}"/>
              </a:ext>
            </a:extLst>
          </p:cNvPr>
          <p:cNvSpPr/>
          <p:nvPr/>
        </p:nvSpPr>
        <p:spPr>
          <a:xfrm>
            <a:off x="11288189" y="5139870"/>
            <a:ext cx="387710" cy="18214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18</a:t>
            </a:r>
            <a:endParaRPr lang="es-419" sz="1100" noProof="0" dirty="0"/>
          </a:p>
        </p:txBody>
      </p:sp>
      <p:sp>
        <p:nvSpPr>
          <p:cNvPr id="8" name="Rectángulo 7">
            <a:extLst>
              <a:ext uri="{FF2B5EF4-FFF2-40B4-BE49-F238E27FC236}">
                <a16:creationId xmlns:a16="http://schemas.microsoft.com/office/drawing/2014/main" id="{CA404F4D-3AB1-D5B0-0A07-00B386527F06}"/>
              </a:ext>
            </a:extLst>
          </p:cNvPr>
          <p:cNvSpPr/>
          <p:nvPr/>
        </p:nvSpPr>
        <p:spPr>
          <a:xfrm>
            <a:off x="8517478" y="3934781"/>
            <a:ext cx="387710" cy="18215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99B6273A-28A4-7638-9B95-C0AF5CCE4FA1}"/>
              </a:ext>
            </a:extLst>
          </p:cNvPr>
          <p:cNvSpPr/>
          <p:nvPr/>
        </p:nvSpPr>
        <p:spPr>
          <a:xfrm>
            <a:off x="8032767" y="4154513"/>
            <a:ext cx="484711" cy="19832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17a</a:t>
            </a:r>
            <a:endParaRPr lang="es-419" sz="1100" noProof="0" dirty="0"/>
          </a:p>
        </p:txBody>
      </p:sp>
      <p:sp>
        <p:nvSpPr>
          <p:cNvPr id="10" name="Rectángulo 9">
            <a:extLst>
              <a:ext uri="{FF2B5EF4-FFF2-40B4-BE49-F238E27FC236}">
                <a16:creationId xmlns:a16="http://schemas.microsoft.com/office/drawing/2014/main" id="{978580E0-6B6A-F64A-CDE2-234B28B2E32D}"/>
              </a:ext>
            </a:extLst>
          </p:cNvPr>
          <p:cNvSpPr/>
          <p:nvPr/>
        </p:nvSpPr>
        <p:spPr>
          <a:xfrm>
            <a:off x="10009059" y="3771757"/>
            <a:ext cx="484711" cy="19832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48D5C972-D0C6-09E3-054A-7ECDA9E12416}"/>
              </a:ext>
            </a:extLst>
          </p:cNvPr>
          <p:cNvSpPr/>
          <p:nvPr/>
        </p:nvSpPr>
        <p:spPr>
          <a:xfrm>
            <a:off x="10472397" y="4017768"/>
            <a:ext cx="484711" cy="19832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17b</a:t>
            </a:r>
            <a:endParaRPr lang="es-419" sz="1100" noProof="0" dirty="0"/>
          </a:p>
        </p:txBody>
      </p:sp>
    </p:spTree>
    <p:extLst>
      <p:ext uri="{BB962C8B-B14F-4D97-AF65-F5344CB8AC3E}">
        <p14:creationId xmlns:p14="http://schemas.microsoft.com/office/powerpoint/2010/main" val="23765125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008BE-6D7B-F3AE-F3F4-C651BFE12E5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24A450FA-FE26-0503-70F9-54401DF5C9CE}"/>
              </a:ext>
            </a:extLst>
          </p:cNvPr>
          <p:cNvPicPr>
            <a:picLocks noChangeAspect="1"/>
          </p:cNvPicPr>
          <p:nvPr/>
        </p:nvPicPr>
        <p:blipFill>
          <a:blip r:embed="rId3"/>
          <a:stretch>
            <a:fillRect/>
          </a:stretch>
        </p:blipFill>
        <p:spPr>
          <a:xfrm>
            <a:off x="871318" y="1073507"/>
            <a:ext cx="10769894" cy="4710986"/>
          </a:xfrm>
          <a:prstGeom prst="rect">
            <a:avLst/>
          </a:prstGeom>
        </p:spPr>
      </p:pic>
      <p:sp>
        <p:nvSpPr>
          <p:cNvPr id="2" name="Marcador de texto vertical 1">
            <a:extLst>
              <a:ext uri="{FF2B5EF4-FFF2-40B4-BE49-F238E27FC236}">
                <a16:creationId xmlns:a16="http://schemas.microsoft.com/office/drawing/2014/main" id="{1C6ABFB3-73A7-4803-78C8-DBC499E8DEB8}"/>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endParaRPr lang="es-419" dirty="0"/>
          </a:p>
        </p:txBody>
      </p:sp>
      <p:sp>
        <p:nvSpPr>
          <p:cNvPr id="13" name="Title 12">
            <a:extLst>
              <a:ext uri="{FF2B5EF4-FFF2-40B4-BE49-F238E27FC236}">
                <a16:creationId xmlns:a16="http://schemas.microsoft.com/office/drawing/2014/main" id="{3D9CE4BD-57CA-6535-3625-3BF9779912A1}"/>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8" name="Rectángulo: esquinas redondeadas 17">
            <a:extLst>
              <a:ext uri="{FF2B5EF4-FFF2-40B4-BE49-F238E27FC236}">
                <a16:creationId xmlns:a16="http://schemas.microsoft.com/office/drawing/2014/main" id="{600F808E-D5D7-A9EF-1EFF-65B22023A098}"/>
              </a:ext>
            </a:extLst>
          </p:cNvPr>
          <p:cNvSpPr/>
          <p:nvPr/>
        </p:nvSpPr>
        <p:spPr>
          <a:xfrm>
            <a:off x="1760395" y="3140946"/>
            <a:ext cx="9237506" cy="110224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9"/>
            </a:pPr>
            <a:r>
              <a:rPr lang="es-ES_tradnl" sz="1200" dirty="0"/>
              <a:t>Si  no hay errores en la inscripción, el sistema permite continuar hasta el bloque “Total de ingreso”, en donde se hereda la configuración que en SOATERM se tenga para el cálculo de la cuenta del estudiante. Es decir el sistema puede generarle los cargos automáticamente.</a:t>
            </a:r>
          </a:p>
          <a:p>
            <a:pPr marL="228600" indent="-228600">
              <a:buFont typeface="+mj-lt"/>
              <a:buAutoNum type="arabicPeriod" startAt="19"/>
            </a:pPr>
            <a:r>
              <a:rPr lang="es-ES_tradnl" sz="1200" dirty="0"/>
              <a:t> Presione, nuevamente, el botón Guardar.</a:t>
            </a:r>
          </a:p>
        </p:txBody>
      </p:sp>
      <p:sp>
        <p:nvSpPr>
          <p:cNvPr id="6" name="Rectángulo 5">
            <a:extLst>
              <a:ext uri="{FF2B5EF4-FFF2-40B4-BE49-F238E27FC236}">
                <a16:creationId xmlns:a16="http://schemas.microsoft.com/office/drawing/2014/main" id="{39CEA106-BCD4-AA98-D351-92C3E776476F}"/>
              </a:ext>
            </a:extLst>
          </p:cNvPr>
          <p:cNvSpPr/>
          <p:nvPr/>
        </p:nvSpPr>
        <p:spPr>
          <a:xfrm>
            <a:off x="1376414" y="4800911"/>
            <a:ext cx="1709686" cy="18214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9BAC0D9E-DBB9-D3FF-2733-C761702DD509}"/>
              </a:ext>
            </a:extLst>
          </p:cNvPr>
          <p:cNvSpPr/>
          <p:nvPr/>
        </p:nvSpPr>
        <p:spPr>
          <a:xfrm>
            <a:off x="3022334" y="5012088"/>
            <a:ext cx="387710" cy="18214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19</a:t>
            </a:r>
          </a:p>
        </p:txBody>
      </p:sp>
      <p:sp>
        <p:nvSpPr>
          <p:cNvPr id="3" name="Rectángulo 2">
            <a:extLst>
              <a:ext uri="{FF2B5EF4-FFF2-40B4-BE49-F238E27FC236}">
                <a16:creationId xmlns:a16="http://schemas.microsoft.com/office/drawing/2014/main" id="{989C745E-DD48-F527-4BB4-0CAC61091F94}"/>
              </a:ext>
            </a:extLst>
          </p:cNvPr>
          <p:cNvSpPr/>
          <p:nvPr/>
        </p:nvSpPr>
        <p:spPr>
          <a:xfrm>
            <a:off x="11087100" y="5460662"/>
            <a:ext cx="617878" cy="21117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4" name="Rectángulo redondeado 15">
            <a:extLst>
              <a:ext uri="{FF2B5EF4-FFF2-40B4-BE49-F238E27FC236}">
                <a16:creationId xmlns:a16="http://schemas.microsoft.com/office/drawing/2014/main" id="{015EAC90-1F4F-029E-420A-65F64EBDC4FD}"/>
              </a:ext>
            </a:extLst>
          </p:cNvPr>
          <p:cNvSpPr/>
          <p:nvPr/>
        </p:nvSpPr>
        <p:spPr>
          <a:xfrm>
            <a:off x="10804046" y="5256933"/>
            <a:ext cx="387710" cy="18214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20</a:t>
            </a:r>
            <a:endParaRPr lang="es-419" sz="1100" noProof="0" dirty="0"/>
          </a:p>
        </p:txBody>
      </p:sp>
    </p:spTree>
    <p:extLst>
      <p:ext uri="{BB962C8B-B14F-4D97-AF65-F5344CB8AC3E}">
        <p14:creationId xmlns:p14="http://schemas.microsoft.com/office/powerpoint/2010/main" val="38776680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Ejecutar la inscripción de cursos por </a:t>
            </a:r>
            <a:r>
              <a:rPr lang="es-419" sz="1200" dirty="0" err="1"/>
              <a:t>backoffice</a:t>
            </a:r>
            <a:endParaRPr lang="es-419"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a:xfrm>
            <a:off x="1104900" y="1439434"/>
            <a:ext cx="7092820" cy="1520131"/>
          </a:xfrm>
        </p:spPr>
        <p:txBody>
          <a:bodyPr/>
          <a:lstStyle/>
          <a:p>
            <a:r>
              <a:rPr lang="en-US" sz="3600" dirty="0"/>
              <a:t>RESUMEN</a:t>
            </a:r>
          </a:p>
        </p:txBody>
      </p:sp>
      <p:sp>
        <p:nvSpPr>
          <p:cNvPr id="4" name="Marcador de texto 3">
            <a:extLst>
              <a:ext uri="{FF2B5EF4-FFF2-40B4-BE49-F238E27FC236}">
                <a16:creationId xmlns:a16="http://schemas.microsoft.com/office/drawing/2014/main" id="{8A55D40A-7837-68FF-D293-EE69FCEF404B}"/>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31134856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B8239-6096-8B04-FE02-27F762A4A3CF}"/>
            </a:ext>
          </a:extLst>
        </p:cNvPr>
        <p:cNvGrpSpPr/>
        <p:nvPr/>
      </p:nvGrpSpPr>
      <p:grpSpPr>
        <a:xfrm>
          <a:off x="0" y="0"/>
          <a:ext cx="0" cy="0"/>
          <a:chOff x="0" y="0"/>
          <a:chExt cx="0" cy="0"/>
        </a:xfrm>
      </p:grpSpPr>
      <p:sp>
        <p:nvSpPr>
          <p:cNvPr id="2" name="Text Placeholder 4">
            <a:extLst>
              <a:ext uri="{FF2B5EF4-FFF2-40B4-BE49-F238E27FC236}">
                <a16:creationId xmlns:a16="http://schemas.microsoft.com/office/drawing/2014/main" id="{2FFCFA04-98AE-5642-C7A0-944FF6D715BA}"/>
              </a:ext>
            </a:extLst>
          </p:cNvPr>
          <p:cNvSpPr>
            <a:spLocks noGrp="1"/>
          </p:cNvSpPr>
          <p:nvPr>
            <p:ph type="body" sz="quarter" idx="18"/>
          </p:nvPr>
        </p:nvSpPr>
        <p:spPr/>
        <p:txBody>
          <a:bodyPr/>
          <a:lstStyle/>
          <a:p>
            <a:pPr algn="just">
              <a:buClr>
                <a:schemeClr val="tx1"/>
              </a:buClr>
              <a:buFont typeface="Wingdings" panose="05000000000000000000" pitchFamily="2" charset="2"/>
              <a:buChar char="v"/>
            </a:pPr>
            <a:endParaRPr lang="es-419" sz="2000" dirty="0"/>
          </a:p>
          <a:p>
            <a:pPr algn="just">
              <a:buClr>
                <a:schemeClr val="tx1"/>
              </a:buClr>
              <a:buFont typeface="Wingdings" panose="05000000000000000000" pitchFamily="2" charset="2"/>
              <a:buChar char="v"/>
            </a:pPr>
            <a:r>
              <a:rPr lang="es-419" sz="2000" dirty="0"/>
              <a:t>Banner permite realizar la inscripción de asignaturas desde </a:t>
            </a:r>
            <a:r>
              <a:rPr lang="es-419" sz="2000" dirty="0" err="1"/>
              <a:t>backoffice</a:t>
            </a:r>
            <a:r>
              <a:rPr lang="es-419" sz="2000" dirty="0"/>
              <a:t> (SFAREGS), utilizando la asignación de NRC.</a:t>
            </a:r>
          </a:p>
          <a:p>
            <a:pPr algn="just">
              <a:buClr>
                <a:schemeClr val="tx1"/>
              </a:buClr>
              <a:buFont typeface="Wingdings" panose="05000000000000000000" pitchFamily="2" charset="2"/>
              <a:buChar char="v"/>
            </a:pPr>
            <a:r>
              <a:rPr lang="es-419" sz="2000" dirty="0"/>
              <a:t>La inscripción de los NRC tiene que estas relacionada a un plan de estudios.</a:t>
            </a:r>
          </a:p>
          <a:p>
            <a:pPr algn="just">
              <a:buClr>
                <a:schemeClr val="tx1"/>
              </a:buClr>
              <a:buFont typeface="Wingdings" panose="05000000000000000000" pitchFamily="2" charset="2"/>
              <a:buChar char="v"/>
            </a:pPr>
            <a:r>
              <a:rPr lang="es-419" sz="2000" dirty="0"/>
              <a:t>En la inscripción por </a:t>
            </a:r>
            <a:r>
              <a:rPr lang="es-419" sz="2000" dirty="0" err="1"/>
              <a:t>backoffice</a:t>
            </a:r>
            <a:r>
              <a:rPr lang="es-419" sz="2000" dirty="0"/>
              <a:t>, al momento de inscribir los NRC cargados, valida que no se generen errores de inscripción según la configuración de SOATERM, mismos que en caso de presentarse pueden ser sobrepasados según lo requiera el caso.</a:t>
            </a:r>
          </a:p>
        </p:txBody>
      </p:sp>
      <p:sp>
        <p:nvSpPr>
          <p:cNvPr id="10" name="Vertical Text Placeholder 9">
            <a:extLst>
              <a:ext uri="{FF2B5EF4-FFF2-40B4-BE49-F238E27FC236}">
                <a16:creationId xmlns:a16="http://schemas.microsoft.com/office/drawing/2014/main" id="{5459240E-56A8-2BDE-4B7E-6E7303339CC2}"/>
              </a:ext>
            </a:extLst>
          </p:cNvPr>
          <p:cNvSpPr>
            <a:spLocks noGrp="1"/>
          </p:cNvSpPr>
          <p:nvPr>
            <p:ph type="body" orient="vert" sz="quarter" idx="17"/>
          </p:nvPr>
        </p:nvSpPr>
        <p:spPr/>
        <p:txBody>
          <a:bodyPr/>
          <a:lstStyle/>
          <a:p>
            <a:r>
              <a:rPr lang="es-419" sz="1200" dirty="0"/>
              <a:t>Ejecutar la inscripción de cursos por </a:t>
            </a:r>
            <a:r>
              <a:rPr lang="es-419" sz="1200" dirty="0" err="1"/>
              <a:t>backoffice</a:t>
            </a:r>
            <a:endParaRPr lang="es-419" dirty="0"/>
          </a:p>
        </p:txBody>
      </p:sp>
      <p:sp>
        <p:nvSpPr>
          <p:cNvPr id="16" name="Title 15">
            <a:extLst>
              <a:ext uri="{FF2B5EF4-FFF2-40B4-BE49-F238E27FC236}">
                <a16:creationId xmlns:a16="http://schemas.microsoft.com/office/drawing/2014/main" id="{FA544842-7D5D-F2DC-C50A-666026DED0A2}"/>
              </a:ext>
            </a:extLst>
          </p:cNvPr>
          <p:cNvSpPr>
            <a:spLocks noGrp="1"/>
          </p:cNvSpPr>
          <p:nvPr>
            <p:ph type="title"/>
          </p:nvPr>
        </p:nvSpPr>
        <p:spPr/>
        <p:txBody>
          <a:bodyPr/>
          <a:lstStyle/>
          <a:p>
            <a:r>
              <a:rPr lang="en-US" sz="3600" dirty="0"/>
              <a:t>RESUMEN</a:t>
            </a:r>
          </a:p>
        </p:txBody>
      </p:sp>
    </p:spTree>
    <p:extLst>
      <p:ext uri="{BB962C8B-B14F-4D97-AF65-F5344CB8AC3E}">
        <p14:creationId xmlns:p14="http://schemas.microsoft.com/office/powerpoint/2010/main" val="33614248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A4B0D3FF-2F8B-8FC5-7AC2-84CC61ED8977}"/>
              </a:ext>
            </a:extLst>
          </p:cNvPr>
          <p:cNvSpPr>
            <a:spLocks noGrp="1"/>
          </p:cNvSpPr>
          <p:nvPr>
            <p:ph type="body" sz="quarter" idx="10"/>
          </p:nvPr>
        </p:nvSpPr>
        <p:spPr>
          <a:xfrm>
            <a:off x="914399" y="2238843"/>
            <a:ext cx="10363202" cy="669094"/>
          </a:xfrm>
        </p:spPr>
        <p:txBody>
          <a:bodyPr/>
          <a:lstStyle/>
          <a:p>
            <a:r>
              <a:rPr lang="es-419" dirty="0"/>
              <a:t>MUCHAS GRACIAS</a:t>
            </a:r>
          </a:p>
        </p:txBody>
      </p:sp>
      <p:sp>
        <p:nvSpPr>
          <p:cNvPr id="5" name="Marcador de texto 4">
            <a:extLst>
              <a:ext uri="{FF2B5EF4-FFF2-40B4-BE49-F238E27FC236}">
                <a16:creationId xmlns:a16="http://schemas.microsoft.com/office/drawing/2014/main" id="{826401A9-DE11-DDDF-9F42-FAAE12FE6B9F}"/>
              </a:ext>
            </a:extLst>
          </p:cNvPr>
          <p:cNvSpPr>
            <a:spLocks noGrp="1"/>
          </p:cNvSpPr>
          <p:nvPr>
            <p:ph type="body" sz="quarter" idx="11"/>
          </p:nvPr>
        </p:nvSpPr>
        <p:spPr>
          <a:xfrm>
            <a:off x="1229043" y="4584074"/>
            <a:ext cx="6957425" cy="324961"/>
          </a:xfrm>
        </p:spPr>
        <p:txBody>
          <a:bodyPr/>
          <a:lstStyle/>
          <a:p>
            <a:pPr algn="l"/>
            <a:r>
              <a:rPr lang="es-419" sz="2000" dirty="0"/>
              <a:t>Nidia Beltran</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4490" y="4609395"/>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3543" y="4985033"/>
            <a:ext cx="274320" cy="274320"/>
          </a:xfrm>
          <a:prstGeom prst="rect">
            <a:avLst/>
          </a:prstGeom>
        </p:spPr>
      </p:pic>
      <p:sp>
        <p:nvSpPr>
          <p:cNvPr id="11" name="Marcador de texto 4">
            <a:extLst>
              <a:ext uri="{FF2B5EF4-FFF2-40B4-BE49-F238E27FC236}">
                <a16:creationId xmlns:a16="http://schemas.microsoft.com/office/drawing/2014/main" id="{88780A86-7F59-00BD-9B1E-C1DFAC865719}"/>
              </a:ext>
            </a:extLst>
          </p:cNvPr>
          <p:cNvSpPr txBox="1">
            <a:spLocks/>
          </p:cNvSpPr>
          <p:nvPr/>
        </p:nvSpPr>
        <p:spPr>
          <a:xfrm>
            <a:off x="1229043" y="4959712"/>
            <a:ext cx="5334046" cy="324961"/>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err="1"/>
              <a:t>Nidia.beltran@</a:t>
            </a:r>
            <a:r>
              <a:rPr lang="es-419" err="1"/>
              <a:t>ellucian</a:t>
            </a:r>
            <a:r>
              <a:rPr lang="es-419"/>
              <a:t>.com</a:t>
            </a:r>
            <a:endParaRPr lang="es-419" dirty="0"/>
          </a:p>
        </p:txBody>
      </p:sp>
    </p:spTree>
    <p:extLst>
      <p:ext uri="{BB962C8B-B14F-4D97-AF65-F5344CB8AC3E}">
        <p14:creationId xmlns:p14="http://schemas.microsoft.com/office/powerpoint/2010/main" val="1394951875"/>
      </p:ext>
    </p:extLst>
  </p:cSld>
  <p:clrMapOvr>
    <a:masterClrMapping/>
  </p:clrMapOvr>
</p:sld>
</file>

<file path=ppt/theme/theme1.xml><?xml version="1.0" encoding="utf-8"?>
<a:theme xmlns:a="http://schemas.openxmlformats.org/drawingml/2006/main" name="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A599B5A2-9FB4-43D0-8DD2-7AE7CFBE6EE5}" vid="{5FE6AC23-0F88-4612-B1AD-D84E4AF262DE}"/>
    </a:ext>
  </a:extLst>
</a:theme>
</file>

<file path=ppt/theme/theme3.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1_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5.xml><?xml version="1.0" encoding="utf-8"?>
<a:theme xmlns:a="http://schemas.openxmlformats.org/drawingml/2006/main" name="1_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A599B5A2-9FB4-43D0-8DD2-7AE7CFBE6EE5}" vid="{5FE6AC23-0F88-4612-B1AD-D84E4AF262DE}"/>
    </a:ext>
  </a:extLst>
</a:theme>
</file>

<file path=ppt/theme/theme6.xml><?xml version="1.0" encoding="utf-8"?>
<a:theme xmlns:a="http://schemas.openxmlformats.org/drawingml/2006/main" name="2_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7.xml><?xml version="1.0" encoding="utf-8"?>
<a:theme xmlns:a="http://schemas.openxmlformats.org/drawingml/2006/main" name="2_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A599B5A2-9FB4-43D0-8DD2-7AE7CFBE6EE5}" vid="{5FE6AC23-0F88-4612-B1AD-D84E4AF262DE}"/>
    </a:ext>
  </a:extLst>
</a:theme>
</file>

<file path=ppt/theme/theme8.xml><?xml version="1.0" encoding="utf-8"?>
<a:theme xmlns:a="http://schemas.openxmlformats.org/drawingml/2006/main" name="3_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9.xml><?xml version="1.0" encoding="utf-8"?>
<a:theme xmlns:a="http://schemas.openxmlformats.org/drawingml/2006/main" name="3_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A599B5A2-9FB4-43D0-8DD2-7AE7CFBE6EE5}" vid="{5FE6AC23-0F88-4612-B1AD-D84E4AF262DE}"/>
    </a:ext>
  </a:extLst>
</a:theme>
</file>

<file path=ppt/theme/theme10.xml><?xml version="1.0" encoding="utf-8"?>
<a:theme xmlns:a="http://schemas.openxmlformats.org/drawingml/2006/main" name="4_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Ellucian_April 2025</Template>
  <TotalTime>12298</TotalTime>
  <Words>3150</Words>
  <Application>Microsoft Office PowerPoint</Application>
  <PresentationFormat>Panorámica</PresentationFormat>
  <Paragraphs>338</Paragraphs>
  <Slides>48</Slides>
  <Notes>29</Notes>
  <HiddenSlides>0</HiddenSlides>
  <MMClips>0</MMClips>
  <ScaleCrop>false</ScaleCrop>
  <HeadingPairs>
    <vt:vector size="6" baseType="variant">
      <vt:variant>
        <vt:lpstr>Fuentes usadas</vt:lpstr>
      </vt:variant>
      <vt:variant>
        <vt:i4>7</vt:i4>
      </vt:variant>
      <vt:variant>
        <vt:lpstr>Tema</vt:lpstr>
      </vt:variant>
      <vt:variant>
        <vt:i4>10</vt:i4>
      </vt:variant>
      <vt:variant>
        <vt:lpstr>Títulos de diapositiva</vt:lpstr>
      </vt:variant>
      <vt:variant>
        <vt:i4>48</vt:i4>
      </vt:variant>
    </vt:vector>
  </HeadingPairs>
  <TitlesOfParts>
    <vt:vector size="65" baseType="lpstr">
      <vt:lpstr>Aptos</vt:lpstr>
      <vt:lpstr>Aptos Display</vt:lpstr>
      <vt:lpstr>Arial</vt:lpstr>
      <vt:lpstr>Calibri</vt:lpstr>
      <vt:lpstr>Courier New</vt:lpstr>
      <vt:lpstr>Helvetica Neue</vt:lpstr>
      <vt:lpstr>Wingdings</vt:lpstr>
      <vt:lpstr>Ellucian_April 2025</vt:lpstr>
      <vt:lpstr>Ellucian Blank Layouts</vt:lpstr>
      <vt:lpstr>Ellucian Main Layouts</vt:lpstr>
      <vt:lpstr>1_Ellucian_April 2025</vt:lpstr>
      <vt:lpstr>1_Ellucian Blank Layouts</vt:lpstr>
      <vt:lpstr>2_Ellucian_April 2025</vt:lpstr>
      <vt:lpstr>2_Ellucian Blank Layouts</vt:lpstr>
      <vt:lpstr>3_Ellucian_April 2025</vt:lpstr>
      <vt:lpstr>3_Ellucian Blank Layouts</vt:lpstr>
      <vt:lpstr>4_Ellucian Blank Layouts</vt:lpstr>
      <vt:lpstr>Presentación de PowerPoint</vt:lpstr>
      <vt:lpstr>Presentación de PowerPoint</vt:lpstr>
      <vt:lpstr>Overview</vt:lpstr>
      <vt:lpstr>Overview: Mapa de capacidades</vt:lpstr>
      <vt:lpstr>Overview: Capacidad operativa Gestionar la inscripción de cursos</vt:lpstr>
      <vt:lpstr>Overview: Capacidad operativa Gestionar la inscripción de cursos</vt:lpstr>
      <vt:lpstr>Presentación de PowerPoint</vt:lpstr>
      <vt:lpstr>Presentación de PowerPoint</vt:lpstr>
      <vt:lpstr>Presentación de PowerPoint</vt:lpstr>
      <vt:lpstr>Presentación de PowerPoint</vt:lpstr>
      <vt:lpstr>CONFIGURACIONES</vt:lpstr>
      <vt:lpstr>Presentación de PowerPoint</vt:lpstr>
      <vt:lpstr>Control de periodo (SOATERM)</vt:lpstr>
      <vt:lpstr>Control de periodo (SOATERM)</vt:lpstr>
      <vt:lpstr>Control de periodo (SOATERM)</vt:lpstr>
      <vt:lpstr>Control de periodo (SOATERM)</vt:lpstr>
      <vt:lpstr>Control de periodo (SOATERM)</vt:lpstr>
      <vt:lpstr>Control de periodo (SOATERM)</vt:lpstr>
      <vt:lpstr>Control de periodo (SOATERM)</vt:lpstr>
      <vt:lpstr>Presentación de PowerPoint</vt:lpstr>
      <vt:lpstr>Premisa: Validación del código del estatus de ingreso (STVESTS) </vt:lpstr>
      <vt:lpstr>Control del estatus de ingreso (SFAESTS)</vt:lpstr>
      <vt:lpstr>Control del estatus de ingreso (SFAESTS)</vt:lpstr>
      <vt:lpstr>Control del estatus de ingreso (SFAESTS)</vt:lpstr>
      <vt:lpstr>Presentación de PowerPoint</vt:lpstr>
      <vt:lpstr> Validación del código de estatus de la inscripción al curso (STVRSTS) </vt:lpstr>
      <vt:lpstr>Estatus de inscripción a curso (SFARSTS)</vt:lpstr>
      <vt:lpstr> Estatus de inscripción a curso (SFARSTS) </vt:lpstr>
      <vt:lpstr>Estatus de inscripción a curso (SFARSTS)</vt:lpstr>
      <vt:lpstr>Presentación de PowerPoint</vt:lpstr>
      <vt:lpstr>Horas mínimas/máximas de inscripción (SFAMHRS)</vt:lpstr>
      <vt:lpstr>Horas mínimas/máximas de inscripción (SFAMHRS)</vt:lpstr>
      <vt:lpstr>Horas mínimas/máximas de inscripción (SFAMHRS)</vt:lpstr>
      <vt:lpstr>Ejecutar la inscripción de cursos por backoffice</vt:lpstr>
      <vt:lpstr>Inscripción de curso del alumno (SFAREGS)</vt:lpstr>
      <vt:lpstr>Inscripción de curso del alumno (SFAREGS)</vt:lpstr>
      <vt:lpstr>Inscripción de curso del alumno (SFAREGS)</vt:lpstr>
      <vt:lpstr>Inscripción de curso del alumno (SFAREGS)</vt:lpstr>
      <vt:lpstr>Inscripción de curso del alumno (SFAREGS)</vt:lpstr>
      <vt:lpstr>Inscripción de curso del alumno (SFAREGS)</vt:lpstr>
      <vt:lpstr>Inscripción de curso del alumno (SFAREGS)</vt:lpstr>
      <vt:lpstr>Inscripción de curso del alumno (SFAREGS)</vt:lpstr>
      <vt:lpstr>Inscripción de curso del alumno (SFAREGS)</vt:lpstr>
      <vt:lpstr>Inscripción de curso del alumno (SFAREGS)</vt:lpstr>
      <vt:lpstr>Inscripción de curso del alumno (SFAREGS)</vt:lpstr>
      <vt:lpstr>RESUMEN</vt:lpstr>
      <vt:lpstr>RESUMEN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Beltran, Nidia</cp:lastModifiedBy>
  <cp:revision>313</cp:revision>
  <dcterms:created xsi:type="dcterms:W3CDTF">2023-07-17T20:07:38Z</dcterms:created>
  <dcterms:modified xsi:type="dcterms:W3CDTF">2026-07-15T15:32:17Z</dcterms:modified>
</cp:coreProperties>
</file>